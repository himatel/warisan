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73" r:id="rId14"/>
    <p:sldId id="295" r:id="rId15"/>
    <p:sldId id="296" r:id="rId16"/>
    <p:sldId id="297" r:id="rId17"/>
    <p:sldId id="298" r:id="rId18"/>
    <p:sldId id="299" r:id="rId19"/>
    <p:sldId id="300" r:id="rId20"/>
    <p:sldId id="270" r:id="rId21"/>
    <p:sldId id="289" r:id="rId22"/>
    <p:sldId id="274" r:id="rId23"/>
    <p:sldId id="275" r:id="rId24"/>
    <p:sldId id="290" r:id="rId25"/>
    <p:sldId id="291" r:id="rId26"/>
    <p:sldId id="292" r:id="rId27"/>
    <p:sldId id="293" r:id="rId28"/>
    <p:sldId id="294" r:id="rId29"/>
    <p:sldId id="281" r:id="rId30"/>
    <p:sldId id="282" r:id="rId31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912" y="5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3D63B-65D6-4A8C-BEEE-361172316FCD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E8118-B19D-441E-B1F1-1E826621C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835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E8118-B19D-441E-B1F1-1E826621CA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16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E8118-B19D-441E-B1F1-1E826621CA5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37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E8118-B19D-441E-B1F1-1E826621CA5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824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8F0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4880609"/>
            <a:ext cx="1293495" cy="262890"/>
          </a:xfrm>
          <a:custGeom>
            <a:avLst/>
            <a:gdLst/>
            <a:ahLst/>
            <a:cxnLst/>
            <a:rect l="l" t="t" r="r" b="b"/>
            <a:pathLst>
              <a:path w="1293495" h="262889">
                <a:moveTo>
                  <a:pt x="1293114" y="262889"/>
                </a:moveTo>
                <a:lnTo>
                  <a:pt x="1293114" y="0"/>
                </a:lnTo>
                <a:lnTo>
                  <a:pt x="0" y="0"/>
                </a:lnTo>
                <a:lnTo>
                  <a:pt x="0" y="262889"/>
                </a:lnTo>
                <a:lnTo>
                  <a:pt x="1293114" y="262889"/>
                </a:lnTo>
                <a:close/>
              </a:path>
            </a:pathLst>
          </a:custGeom>
          <a:solidFill>
            <a:srgbClr val="157E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4880609"/>
            <a:ext cx="1293495" cy="262890"/>
          </a:xfrm>
          <a:custGeom>
            <a:avLst/>
            <a:gdLst/>
            <a:ahLst/>
            <a:cxnLst/>
            <a:rect l="l" t="t" r="r" b="b"/>
            <a:pathLst>
              <a:path w="1293495" h="262889">
                <a:moveTo>
                  <a:pt x="1293114" y="262889"/>
                </a:moveTo>
                <a:lnTo>
                  <a:pt x="1293114" y="0"/>
                </a:ln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293113" y="4880609"/>
            <a:ext cx="1312545" cy="264160"/>
          </a:xfrm>
          <a:custGeom>
            <a:avLst/>
            <a:gdLst/>
            <a:ahLst/>
            <a:cxnLst/>
            <a:rect l="l" t="t" r="r" b="b"/>
            <a:pathLst>
              <a:path w="1312545" h="264160">
                <a:moveTo>
                  <a:pt x="1312164" y="0"/>
                </a:moveTo>
                <a:lnTo>
                  <a:pt x="0" y="0"/>
                </a:lnTo>
                <a:lnTo>
                  <a:pt x="0" y="263651"/>
                </a:lnTo>
                <a:lnTo>
                  <a:pt x="1312164" y="263651"/>
                </a:lnTo>
                <a:lnTo>
                  <a:pt x="1312164" y="0"/>
                </a:lnTo>
                <a:close/>
              </a:path>
            </a:pathLst>
          </a:custGeom>
          <a:solidFill>
            <a:srgbClr val="49B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93113" y="4880609"/>
            <a:ext cx="1312545" cy="264160"/>
          </a:xfrm>
          <a:custGeom>
            <a:avLst/>
            <a:gdLst/>
            <a:ahLst/>
            <a:cxnLst/>
            <a:rect l="l" t="t" r="r" b="b"/>
            <a:pathLst>
              <a:path w="1312545" h="264160">
                <a:moveTo>
                  <a:pt x="0" y="263651"/>
                </a:moveTo>
                <a:lnTo>
                  <a:pt x="1312164" y="263651"/>
                </a:lnTo>
                <a:lnTo>
                  <a:pt x="1312164" y="0"/>
                </a:lnTo>
                <a:lnTo>
                  <a:pt x="0" y="0"/>
                </a:lnTo>
                <a:lnTo>
                  <a:pt x="0" y="26365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605277" y="4880609"/>
            <a:ext cx="1310640" cy="264160"/>
          </a:xfrm>
          <a:custGeom>
            <a:avLst/>
            <a:gdLst/>
            <a:ahLst/>
            <a:cxnLst/>
            <a:rect l="l" t="t" r="r" b="b"/>
            <a:pathLst>
              <a:path w="1310639" h="264160">
                <a:moveTo>
                  <a:pt x="1310639" y="0"/>
                </a:moveTo>
                <a:lnTo>
                  <a:pt x="0" y="0"/>
                </a:lnTo>
                <a:lnTo>
                  <a:pt x="0" y="263651"/>
                </a:lnTo>
                <a:lnTo>
                  <a:pt x="1310639" y="263651"/>
                </a:lnTo>
                <a:lnTo>
                  <a:pt x="1310639" y="0"/>
                </a:lnTo>
                <a:close/>
              </a:path>
            </a:pathLst>
          </a:custGeom>
          <a:solidFill>
            <a:srgbClr val="C0D7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605277" y="4880609"/>
            <a:ext cx="1310640" cy="264160"/>
          </a:xfrm>
          <a:custGeom>
            <a:avLst/>
            <a:gdLst/>
            <a:ahLst/>
            <a:cxnLst/>
            <a:rect l="l" t="t" r="r" b="b"/>
            <a:pathLst>
              <a:path w="1310639" h="264160">
                <a:moveTo>
                  <a:pt x="0" y="263651"/>
                </a:moveTo>
                <a:lnTo>
                  <a:pt x="1310639" y="263651"/>
                </a:lnTo>
                <a:lnTo>
                  <a:pt x="1310639" y="0"/>
                </a:lnTo>
                <a:lnTo>
                  <a:pt x="0" y="0"/>
                </a:lnTo>
                <a:lnTo>
                  <a:pt x="0" y="26365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915917" y="4880609"/>
            <a:ext cx="1312545" cy="264160"/>
          </a:xfrm>
          <a:custGeom>
            <a:avLst/>
            <a:gdLst/>
            <a:ahLst/>
            <a:cxnLst/>
            <a:rect l="l" t="t" r="r" b="b"/>
            <a:pathLst>
              <a:path w="1312545" h="264160">
                <a:moveTo>
                  <a:pt x="1312164" y="0"/>
                </a:moveTo>
                <a:lnTo>
                  <a:pt x="0" y="0"/>
                </a:lnTo>
                <a:lnTo>
                  <a:pt x="0" y="263651"/>
                </a:lnTo>
                <a:lnTo>
                  <a:pt x="1312164" y="263651"/>
                </a:lnTo>
                <a:lnTo>
                  <a:pt x="1312164" y="0"/>
                </a:lnTo>
                <a:close/>
              </a:path>
            </a:pathLst>
          </a:custGeom>
          <a:solidFill>
            <a:srgbClr val="0073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915917" y="4880609"/>
            <a:ext cx="1312545" cy="264160"/>
          </a:xfrm>
          <a:custGeom>
            <a:avLst/>
            <a:gdLst/>
            <a:ahLst/>
            <a:cxnLst/>
            <a:rect l="l" t="t" r="r" b="b"/>
            <a:pathLst>
              <a:path w="1312545" h="264160">
                <a:moveTo>
                  <a:pt x="0" y="263651"/>
                </a:moveTo>
                <a:lnTo>
                  <a:pt x="1312164" y="263651"/>
                </a:lnTo>
                <a:lnTo>
                  <a:pt x="1312164" y="0"/>
                </a:lnTo>
                <a:lnTo>
                  <a:pt x="0" y="0"/>
                </a:lnTo>
                <a:lnTo>
                  <a:pt x="0" y="26365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5228082" y="4880609"/>
            <a:ext cx="1312545" cy="264160"/>
          </a:xfrm>
          <a:custGeom>
            <a:avLst/>
            <a:gdLst/>
            <a:ahLst/>
            <a:cxnLst/>
            <a:rect l="l" t="t" r="r" b="b"/>
            <a:pathLst>
              <a:path w="1312545" h="264160">
                <a:moveTo>
                  <a:pt x="1312164" y="0"/>
                </a:moveTo>
                <a:lnTo>
                  <a:pt x="0" y="0"/>
                </a:lnTo>
                <a:lnTo>
                  <a:pt x="0" y="263651"/>
                </a:lnTo>
                <a:lnTo>
                  <a:pt x="1312164" y="263651"/>
                </a:lnTo>
                <a:lnTo>
                  <a:pt x="1312164" y="0"/>
                </a:lnTo>
                <a:close/>
              </a:path>
            </a:pathLst>
          </a:custGeom>
          <a:solidFill>
            <a:srgbClr val="12AA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228082" y="4880609"/>
            <a:ext cx="1312545" cy="264160"/>
          </a:xfrm>
          <a:custGeom>
            <a:avLst/>
            <a:gdLst/>
            <a:ahLst/>
            <a:cxnLst/>
            <a:rect l="l" t="t" r="r" b="b"/>
            <a:pathLst>
              <a:path w="1312545" h="264160">
                <a:moveTo>
                  <a:pt x="0" y="263651"/>
                </a:moveTo>
                <a:lnTo>
                  <a:pt x="1312164" y="263651"/>
                </a:lnTo>
                <a:lnTo>
                  <a:pt x="1312164" y="0"/>
                </a:lnTo>
                <a:lnTo>
                  <a:pt x="0" y="0"/>
                </a:lnTo>
                <a:lnTo>
                  <a:pt x="0" y="26365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6540245" y="4880609"/>
            <a:ext cx="1310640" cy="264160"/>
          </a:xfrm>
          <a:custGeom>
            <a:avLst/>
            <a:gdLst/>
            <a:ahLst/>
            <a:cxnLst/>
            <a:rect l="l" t="t" r="r" b="b"/>
            <a:pathLst>
              <a:path w="1310640" h="264160">
                <a:moveTo>
                  <a:pt x="1310640" y="0"/>
                </a:moveTo>
                <a:lnTo>
                  <a:pt x="0" y="0"/>
                </a:lnTo>
                <a:lnTo>
                  <a:pt x="0" y="263651"/>
                </a:lnTo>
                <a:lnTo>
                  <a:pt x="1310640" y="263651"/>
                </a:lnTo>
                <a:lnTo>
                  <a:pt x="1310640" y="0"/>
                </a:lnTo>
                <a:close/>
              </a:path>
            </a:pathLst>
          </a:custGeom>
          <a:solidFill>
            <a:srgbClr val="157B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6540245" y="4880609"/>
            <a:ext cx="1310640" cy="264160"/>
          </a:xfrm>
          <a:custGeom>
            <a:avLst/>
            <a:gdLst/>
            <a:ahLst/>
            <a:cxnLst/>
            <a:rect l="l" t="t" r="r" b="b"/>
            <a:pathLst>
              <a:path w="1310640" h="264160">
                <a:moveTo>
                  <a:pt x="0" y="263651"/>
                </a:moveTo>
                <a:lnTo>
                  <a:pt x="1310640" y="263651"/>
                </a:lnTo>
                <a:lnTo>
                  <a:pt x="1310640" y="0"/>
                </a:lnTo>
                <a:lnTo>
                  <a:pt x="0" y="0"/>
                </a:lnTo>
                <a:lnTo>
                  <a:pt x="0" y="26365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7850885" y="4880609"/>
            <a:ext cx="1293495" cy="262890"/>
          </a:xfrm>
          <a:custGeom>
            <a:avLst/>
            <a:gdLst/>
            <a:ahLst/>
            <a:cxnLst/>
            <a:rect l="l" t="t" r="r" b="b"/>
            <a:pathLst>
              <a:path w="1293495" h="262889">
                <a:moveTo>
                  <a:pt x="1293113" y="0"/>
                </a:moveTo>
                <a:lnTo>
                  <a:pt x="0" y="0"/>
                </a:lnTo>
                <a:lnTo>
                  <a:pt x="0" y="262889"/>
                </a:lnTo>
                <a:lnTo>
                  <a:pt x="1293113" y="262889"/>
                </a:lnTo>
                <a:lnTo>
                  <a:pt x="1293113" y="0"/>
                </a:lnTo>
                <a:close/>
              </a:path>
            </a:pathLst>
          </a:custGeom>
          <a:solidFill>
            <a:srgbClr val="F785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7850885" y="4880609"/>
            <a:ext cx="1293495" cy="262890"/>
          </a:xfrm>
          <a:custGeom>
            <a:avLst/>
            <a:gdLst/>
            <a:ahLst/>
            <a:cxnLst/>
            <a:rect l="l" t="t" r="r" b="b"/>
            <a:pathLst>
              <a:path w="1293495" h="262889">
                <a:moveTo>
                  <a:pt x="1293113" y="0"/>
                </a:moveTo>
                <a:lnTo>
                  <a:pt x="0" y="0"/>
                </a:lnTo>
                <a:lnTo>
                  <a:pt x="0" y="26288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23492" y="276555"/>
            <a:ext cx="7097014" cy="33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19472" y="908303"/>
            <a:ext cx="4601209" cy="3436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8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49" y="0"/>
            <a:ext cx="9182100" cy="302260"/>
            <a:chOff x="-19049" y="0"/>
            <a:chExt cx="9182100" cy="302260"/>
          </a:xfrm>
        </p:grpSpPr>
        <p:sp>
          <p:nvSpPr>
            <p:cNvPr id="3" name="object 3"/>
            <p:cNvSpPr/>
            <p:nvPr/>
          </p:nvSpPr>
          <p:spPr>
            <a:xfrm>
              <a:off x="7850886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0" y="263651"/>
                  </a:moveTo>
                  <a:lnTo>
                    <a:pt x="1293114" y="263651"/>
                  </a:lnTo>
                  <a:lnTo>
                    <a:pt x="129311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solidFill>
              <a:srgbClr val="157E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850886" y="245364"/>
              <a:ext cx="1293495" cy="38100"/>
            </a:xfrm>
            <a:custGeom>
              <a:avLst/>
              <a:gdLst/>
              <a:ahLst/>
              <a:cxnLst/>
              <a:rect l="l" t="t" r="r" b="b"/>
              <a:pathLst>
                <a:path w="1293495" h="38100">
                  <a:moveTo>
                    <a:pt x="0" y="38100"/>
                  </a:moveTo>
                  <a:lnTo>
                    <a:pt x="1293114" y="38100"/>
                  </a:lnTo>
                  <a:lnTo>
                    <a:pt x="1293114" y="0"/>
                  </a:lnTo>
                  <a:lnTo>
                    <a:pt x="0" y="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50886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1293114" y="0"/>
                  </a:moveTo>
                  <a:lnTo>
                    <a:pt x="0" y="0"/>
                  </a:lnTo>
                  <a:lnTo>
                    <a:pt x="0" y="26365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40246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1310640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40" y="263651"/>
                  </a:lnTo>
                  <a:lnTo>
                    <a:pt x="1310640" y="0"/>
                  </a:lnTo>
                  <a:close/>
                </a:path>
              </a:pathLst>
            </a:custGeom>
            <a:solidFill>
              <a:srgbClr val="49B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40246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0" y="263651"/>
                  </a:moveTo>
                  <a:lnTo>
                    <a:pt x="1310640" y="263651"/>
                  </a:lnTo>
                  <a:lnTo>
                    <a:pt x="1310640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28081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C0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28081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15917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0073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15917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05278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1310639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39" y="263651"/>
                  </a:lnTo>
                  <a:lnTo>
                    <a:pt x="1310639" y="0"/>
                  </a:lnTo>
                  <a:close/>
                </a:path>
              </a:pathLst>
            </a:custGeom>
            <a:solidFill>
              <a:srgbClr val="12AA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05278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0" y="263651"/>
                  </a:moveTo>
                  <a:lnTo>
                    <a:pt x="1310639" y="263651"/>
                  </a:lnTo>
                  <a:lnTo>
                    <a:pt x="1310639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93113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157B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93113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1293113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293113" y="263651"/>
                  </a:lnTo>
                  <a:lnTo>
                    <a:pt x="1293113" y="0"/>
                  </a:lnTo>
                  <a:close/>
                </a:path>
              </a:pathLst>
            </a:custGeom>
            <a:solidFill>
              <a:srgbClr val="F78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0" y="263651"/>
                  </a:moveTo>
                  <a:lnTo>
                    <a:pt x="1293113" y="263651"/>
                  </a:lnTo>
                  <a:lnTo>
                    <a:pt x="1293113" y="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791972" y="1310132"/>
            <a:ext cx="5438140" cy="1415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470"/>
              </a:lnSpc>
              <a:spcBef>
                <a:spcPts val="100"/>
              </a:spcBef>
            </a:pPr>
            <a:r>
              <a:rPr sz="4800" b="1" dirty="0">
                <a:solidFill>
                  <a:srgbClr val="F78562"/>
                </a:solidFill>
                <a:latin typeface="Tahoma"/>
                <a:cs typeface="Tahoma"/>
              </a:rPr>
              <a:t>CONVOLUTIONAL</a:t>
            </a:r>
            <a:endParaRPr sz="4800">
              <a:latin typeface="Tahoma"/>
              <a:cs typeface="Tahoma"/>
            </a:endParaRPr>
          </a:p>
          <a:p>
            <a:pPr marL="12700">
              <a:lnSpc>
                <a:spcPts val="5470"/>
              </a:lnSpc>
            </a:pPr>
            <a:r>
              <a:rPr sz="4800" b="1" spc="75" dirty="0">
                <a:solidFill>
                  <a:srgbClr val="12AAC6"/>
                </a:solidFill>
                <a:latin typeface="Tahoma"/>
                <a:cs typeface="Tahoma"/>
              </a:rPr>
              <a:t>CODE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1972" y="3533013"/>
            <a:ext cx="14262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Trebuchet MS"/>
                <a:cs typeface="Trebuchet MS"/>
              </a:rPr>
              <a:t>K</a:t>
            </a:r>
            <a:r>
              <a:rPr sz="2000" spc="-10" dirty="0">
                <a:latin typeface="Trebuchet MS"/>
                <a:cs typeface="Trebuchet MS"/>
              </a:rPr>
              <a:t>e</a:t>
            </a:r>
            <a:r>
              <a:rPr sz="2000" spc="-25" dirty="0">
                <a:latin typeface="Trebuchet MS"/>
                <a:cs typeface="Trebuchet MS"/>
              </a:rPr>
              <a:t>l</a:t>
            </a:r>
            <a:r>
              <a:rPr sz="2000" spc="-65" dirty="0">
                <a:latin typeface="Trebuchet MS"/>
                <a:cs typeface="Trebuchet MS"/>
              </a:rPr>
              <a:t>o</a:t>
            </a:r>
            <a:r>
              <a:rPr sz="2000" dirty="0">
                <a:latin typeface="Trebuchet MS"/>
                <a:cs typeface="Trebuchet MS"/>
              </a:rPr>
              <a:t>m</a:t>
            </a:r>
            <a:r>
              <a:rPr sz="2000" spc="20" dirty="0">
                <a:latin typeface="Trebuchet MS"/>
                <a:cs typeface="Trebuchet MS"/>
              </a:rPr>
              <a:t>p</a:t>
            </a:r>
            <a:r>
              <a:rPr sz="2000" spc="5" dirty="0">
                <a:latin typeface="Trebuchet MS"/>
                <a:cs typeface="Trebuchet MS"/>
              </a:rPr>
              <a:t>o</a:t>
            </a:r>
            <a:r>
              <a:rPr sz="2000" spc="-5" dirty="0">
                <a:latin typeface="Trebuchet MS"/>
                <a:cs typeface="Trebuchet MS"/>
              </a:rPr>
              <a:t>k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10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9817" y="3294126"/>
            <a:ext cx="341630" cy="0"/>
          </a:xfrm>
          <a:custGeom>
            <a:avLst/>
            <a:gdLst/>
            <a:ahLst/>
            <a:cxnLst/>
            <a:rect l="l" t="t" r="r" b="b"/>
            <a:pathLst>
              <a:path w="341630">
                <a:moveTo>
                  <a:pt x="0" y="0"/>
                </a:moveTo>
                <a:lnTo>
                  <a:pt x="341096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5131308" y="1219199"/>
            <a:ext cx="3278504" cy="3127375"/>
            <a:chOff x="5131308" y="1219199"/>
            <a:chExt cx="3278504" cy="3127375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52844" y="1219199"/>
              <a:ext cx="1656588" cy="191719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2508" y="1259663"/>
              <a:ext cx="1541857" cy="180277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0424" y="2645676"/>
              <a:ext cx="1424940" cy="170078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518910" y="2704338"/>
              <a:ext cx="1272540" cy="1550035"/>
            </a:xfrm>
            <a:custGeom>
              <a:avLst/>
              <a:gdLst/>
              <a:ahLst/>
              <a:cxnLst/>
              <a:rect l="l" t="t" r="r" b="b"/>
              <a:pathLst>
                <a:path w="1272540" h="1550035">
                  <a:moveTo>
                    <a:pt x="1060450" y="0"/>
                  </a:moveTo>
                  <a:lnTo>
                    <a:pt x="212090" y="0"/>
                  </a:lnTo>
                  <a:lnTo>
                    <a:pt x="163472" y="5603"/>
                  </a:lnTo>
                  <a:lnTo>
                    <a:pt x="118835" y="21564"/>
                  </a:lnTo>
                  <a:lnTo>
                    <a:pt x="79455" y="46606"/>
                  </a:lnTo>
                  <a:lnTo>
                    <a:pt x="46606" y="79455"/>
                  </a:lnTo>
                  <a:lnTo>
                    <a:pt x="21564" y="118835"/>
                  </a:lnTo>
                  <a:lnTo>
                    <a:pt x="5603" y="163472"/>
                  </a:lnTo>
                  <a:lnTo>
                    <a:pt x="0" y="212089"/>
                  </a:lnTo>
                  <a:lnTo>
                    <a:pt x="0" y="1337818"/>
                  </a:lnTo>
                  <a:lnTo>
                    <a:pt x="5603" y="1386447"/>
                  </a:lnTo>
                  <a:lnTo>
                    <a:pt x="21564" y="1431088"/>
                  </a:lnTo>
                  <a:lnTo>
                    <a:pt x="46606" y="1470468"/>
                  </a:lnTo>
                  <a:lnTo>
                    <a:pt x="79455" y="1503313"/>
                  </a:lnTo>
                  <a:lnTo>
                    <a:pt x="118835" y="1528350"/>
                  </a:lnTo>
                  <a:lnTo>
                    <a:pt x="163472" y="1544306"/>
                  </a:lnTo>
                  <a:lnTo>
                    <a:pt x="212090" y="1549908"/>
                  </a:lnTo>
                  <a:lnTo>
                    <a:pt x="1060450" y="1549908"/>
                  </a:lnTo>
                  <a:lnTo>
                    <a:pt x="1109067" y="1544306"/>
                  </a:lnTo>
                  <a:lnTo>
                    <a:pt x="1153704" y="1528350"/>
                  </a:lnTo>
                  <a:lnTo>
                    <a:pt x="1193084" y="1503313"/>
                  </a:lnTo>
                  <a:lnTo>
                    <a:pt x="1225933" y="1470468"/>
                  </a:lnTo>
                  <a:lnTo>
                    <a:pt x="1250975" y="1431088"/>
                  </a:lnTo>
                  <a:lnTo>
                    <a:pt x="1266936" y="1386447"/>
                  </a:lnTo>
                  <a:lnTo>
                    <a:pt x="1272540" y="1337818"/>
                  </a:lnTo>
                  <a:lnTo>
                    <a:pt x="1272540" y="212089"/>
                  </a:lnTo>
                  <a:lnTo>
                    <a:pt x="1266936" y="163472"/>
                  </a:lnTo>
                  <a:lnTo>
                    <a:pt x="1250975" y="118835"/>
                  </a:lnTo>
                  <a:lnTo>
                    <a:pt x="1225933" y="79455"/>
                  </a:lnTo>
                  <a:lnTo>
                    <a:pt x="1193084" y="46606"/>
                  </a:lnTo>
                  <a:lnTo>
                    <a:pt x="1153704" y="21564"/>
                  </a:lnTo>
                  <a:lnTo>
                    <a:pt x="1109067" y="5603"/>
                  </a:lnTo>
                  <a:lnTo>
                    <a:pt x="1060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518910" y="2704338"/>
              <a:ext cx="1272540" cy="1550035"/>
            </a:xfrm>
            <a:custGeom>
              <a:avLst/>
              <a:gdLst/>
              <a:ahLst/>
              <a:cxnLst/>
              <a:rect l="l" t="t" r="r" b="b"/>
              <a:pathLst>
                <a:path w="1272540" h="1550035">
                  <a:moveTo>
                    <a:pt x="0" y="212089"/>
                  </a:moveTo>
                  <a:lnTo>
                    <a:pt x="5603" y="163472"/>
                  </a:lnTo>
                  <a:lnTo>
                    <a:pt x="21564" y="118835"/>
                  </a:lnTo>
                  <a:lnTo>
                    <a:pt x="46606" y="79455"/>
                  </a:lnTo>
                  <a:lnTo>
                    <a:pt x="79455" y="46606"/>
                  </a:lnTo>
                  <a:lnTo>
                    <a:pt x="118835" y="21564"/>
                  </a:lnTo>
                  <a:lnTo>
                    <a:pt x="163472" y="5603"/>
                  </a:lnTo>
                  <a:lnTo>
                    <a:pt x="212090" y="0"/>
                  </a:lnTo>
                  <a:lnTo>
                    <a:pt x="1060450" y="0"/>
                  </a:lnTo>
                  <a:lnTo>
                    <a:pt x="1109067" y="5603"/>
                  </a:lnTo>
                  <a:lnTo>
                    <a:pt x="1153704" y="21564"/>
                  </a:lnTo>
                  <a:lnTo>
                    <a:pt x="1193084" y="46606"/>
                  </a:lnTo>
                  <a:lnTo>
                    <a:pt x="1225933" y="79455"/>
                  </a:lnTo>
                  <a:lnTo>
                    <a:pt x="1250975" y="118835"/>
                  </a:lnTo>
                  <a:lnTo>
                    <a:pt x="1266936" y="163472"/>
                  </a:lnTo>
                  <a:lnTo>
                    <a:pt x="1272540" y="212089"/>
                  </a:lnTo>
                  <a:lnTo>
                    <a:pt x="1272540" y="1337818"/>
                  </a:lnTo>
                  <a:lnTo>
                    <a:pt x="1266936" y="1386447"/>
                  </a:lnTo>
                  <a:lnTo>
                    <a:pt x="1250975" y="1431088"/>
                  </a:lnTo>
                  <a:lnTo>
                    <a:pt x="1225933" y="1470468"/>
                  </a:lnTo>
                  <a:lnTo>
                    <a:pt x="1193084" y="1503313"/>
                  </a:lnTo>
                  <a:lnTo>
                    <a:pt x="1153704" y="1528350"/>
                  </a:lnTo>
                  <a:lnTo>
                    <a:pt x="1109067" y="1544306"/>
                  </a:lnTo>
                  <a:lnTo>
                    <a:pt x="1060450" y="1549908"/>
                  </a:lnTo>
                  <a:lnTo>
                    <a:pt x="212090" y="1549908"/>
                  </a:lnTo>
                  <a:lnTo>
                    <a:pt x="163472" y="1544306"/>
                  </a:lnTo>
                  <a:lnTo>
                    <a:pt x="118835" y="1528350"/>
                  </a:lnTo>
                  <a:lnTo>
                    <a:pt x="79455" y="1503313"/>
                  </a:lnTo>
                  <a:lnTo>
                    <a:pt x="46606" y="1470468"/>
                  </a:lnTo>
                  <a:lnTo>
                    <a:pt x="21564" y="1431088"/>
                  </a:lnTo>
                  <a:lnTo>
                    <a:pt x="5603" y="1386447"/>
                  </a:lnTo>
                  <a:lnTo>
                    <a:pt x="0" y="1337818"/>
                  </a:lnTo>
                  <a:lnTo>
                    <a:pt x="0" y="21208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693408" y="3028187"/>
              <a:ext cx="708660" cy="1053465"/>
            </a:xfrm>
            <a:custGeom>
              <a:avLst/>
              <a:gdLst/>
              <a:ahLst/>
              <a:cxnLst/>
              <a:rect l="l" t="t" r="r" b="b"/>
              <a:pathLst>
                <a:path w="708659" h="1053464">
                  <a:moveTo>
                    <a:pt x="627507" y="0"/>
                  </a:moveTo>
                  <a:lnTo>
                    <a:pt x="81152" y="0"/>
                  </a:lnTo>
                  <a:lnTo>
                    <a:pt x="49559" y="6375"/>
                  </a:lnTo>
                  <a:lnTo>
                    <a:pt x="23764" y="23764"/>
                  </a:lnTo>
                  <a:lnTo>
                    <a:pt x="6375" y="49559"/>
                  </a:lnTo>
                  <a:lnTo>
                    <a:pt x="0" y="81153"/>
                  </a:lnTo>
                  <a:lnTo>
                    <a:pt x="0" y="971892"/>
                  </a:lnTo>
                  <a:lnTo>
                    <a:pt x="6375" y="1003518"/>
                  </a:lnTo>
                  <a:lnTo>
                    <a:pt x="23764" y="1029323"/>
                  </a:lnTo>
                  <a:lnTo>
                    <a:pt x="49559" y="1046711"/>
                  </a:lnTo>
                  <a:lnTo>
                    <a:pt x="81152" y="1053084"/>
                  </a:lnTo>
                  <a:lnTo>
                    <a:pt x="627507" y="1053084"/>
                  </a:lnTo>
                  <a:lnTo>
                    <a:pt x="659100" y="1046711"/>
                  </a:lnTo>
                  <a:lnTo>
                    <a:pt x="684895" y="1029323"/>
                  </a:lnTo>
                  <a:lnTo>
                    <a:pt x="702284" y="1003518"/>
                  </a:lnTo>
                  <a:lnTo>
                    <a:pt x="708660" y="971892"/>
                  </a:lnTo>
                  <a:lnTo>
                    <a:pt x="708660" y="81153"/>
                  </a:lnTo>
                  <a:lnTo>
                    <a:pt x="702284" y="49559"/>
                  </a:lnTo>
                  <a:lnTo>
                    <a:pt x="684895" y="23764"/>
                  </a:lnTo>
                  <a:lnTo>
                    <a:pt x="659100" y="6375"/>
                  </a:lnTo>
                  <a:lnTo>
                    <a:pt x="627507" y="0"/>
                  </a:lnTo>
                  <a:close/>
                </a:path>
              </a:pathLst>
            </a:custGeom>
            <a:solidFill>
              <a:srgbClr val="F78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774180" y="3108959"/>
              <a:ext cx="546100" cy="890269"/>
            </a:xfrm>
            <a:custGeom>
              <a:avLst/>
              <a:gdLst/>
              <a:ahLst/>
              <a:cxnLst/>
              <a:rect l="l" t="t" r="r" b="b"/>
              <a:pathLst>
                <a:path w="546100" h="890270">
                  <a:moveTo>
                    <a:pt x="545592" y="755396"/>
                  </a:moveTo>
                  <a:lnTo>
                    <a:pt x="543458" y="744931"/>
                  </a:lnTo>
                  <a:lnTo>
                    <a:pt x="537667" y="736371"/>
                  </a:lnTo>
                  <a:lnTo>
                    <a:pt x="529031" y="730592"/>
                  </a:lnTo>
                  <a:lnTo>
                    <a:pt x="518414" y="728472"/>
                  </a:lnTo>
                  <a:lnTo>
                    <a:pt x="27305" y="728472"/>
                  </a:lnTo>
                  <a:lnTo>
                    <a:pt x="16713" y="730592"/>
                  </a:lnTo>
                  <a:lnTo>
                    <a:pt x="8026" y="736371"/>
                  </a:lnTo>
                  <a:lnTo>
                    <a:pt x="2146" y="744931"/>
                  </a:lnTo>
                  <a:lnTo>
                    <a:pt x="0" y="755396"/>
                  </a:lnTo>
                  <a:lnTo>
                    <a:pt x="0" y="863155"/>
                  </a:lnTo>
                  <a:lnTo>
                    <a:pt x="2146" y="873594"/>
                  </a:lnTo>
                  <a:lnTo>
                    <a:pt x="8026" y="882142"/>
                  </a:lnTo>
                  <a:lnTo>
                    <a:pt x="16713" y="887907"/>
                  </a:lnTo>
                  <a:lnTo>
                    <a:pt x="27305" y="890016"/>
                  </a:lnTo>
                  <a:lnTo>
                    <a:pt x="518414" y="890016"/>
                  </a:lnTo>
                  <a:lnTo>
                    <a:pt x="529031" y="887907"/>
                  </a:lnTo>
                  <a:lnTo>
                    <a:pt x="537667" y="882142"/>
                  </a:lnTo>
                  <a:lnTo>
                    <a:pt x="543458" y="873594"/>
                  </a:lnTo>
                  <a:lnTo>
                    <a:pt x="545592" y="863155"/>
                  </a:lnTo>
                  <a:lnTo>
                    <a:pt x="545592" y="755396"/>
                  </a:lnTo>
                  <a:close/>
                </a:path>
                <a:path w="546100" h="890270">
                  <a:moveTo>
                    <a:pt x="545592" y="513080"/>
                  </a:moveTo>
                  <a:lnTo>
                    <a:pt x="543458" y="502615"/>
                  </a:lnTo>
                  <a:lnTo>
                    <a:pt x="537667" y="494055"/>
                  </a:lnTo>
                  <a:lnTo>
                    <a:pt x="529031" y="488276"/>
                  </a:lnTo>
                  <a:lnTo>
                    <a:pt x="518414" y="486156"/>
                  </a:lnTo>
                  <a:lnTo>
                    <a:pt x="27305" y="486156"/>
                  </a:lnTo>
                  <a:lnTo>
                    <a:pt x="16713" y="488276"/>
                  </a:lnTo>
                  <a:lnTo>
                    <a:pt x="8026" y="494055"/>
                  </a:lnTo>
                  <a:lnTo>
                    <a:pt x="2146" y="502615"/>
                  </a:lnTo>
                  <a:lnTo>
                    <a:pt x="0" y="513080"/>
                  </a:lnTo>
                  <a:lnTo>
                    <a:pt x="0" y="620776"/>
                  </a:lnTo>
                  <a:lnTo>
                    <a:pt x="2146" y="631253"/>
                  </a:lnTo>
                  <a:lnTo>
                    <a:pt x="8026" y="639813"/>
                  </a:lnTo>
                  <a:lnTo>
                    <a:pt x="16713" y="645591"/>
                  </a:lnTo>
                  <a:lnTo>
                    <a:pt x="27305" y="647700"/>
                  </a:lnTo>
                  <a:lnTo>
                    <a:pt x="518414" y="647700"/>
                  </a:lnTo>
                  <a:lnTo>
                    <a:pt x="529031" y="645591"/>
                  </a:lnTo>
                  <a:lnTo>
                    <a:pt x="537667" y="639813"/>
                  </a:lnTo>
                  <a:lnTo>
                    <a:pt x="543458" y="631253"/>
                  </a:lnTo>
                  <a:lnTo>
                    <a:pt x="545592" y="620776"/>
                  </a:lnTo>
                  <a:lnTo>
                    <a:pt x="545592" y="513080"/>
                  </a:lnTo>
                  <a:close/>
                </a:path>
                <a:path w="546100" h="890270">
                  <a:moveTo>
                    <a:pt x="545592" y="269621"/>
                  </a:moveTo>
                  <a:lnTo>
                    <a:pt x="543458" y="258991"/>
                  </a:lnTo>
                  <a:lnTo>
                    <a:pt x="537667" y="250304"/>
                  </a:lnTo>
                  <a:lnTo>
                    <a:pt x="529031" y="244462"/>
                  </a:lnTo>
                  <a:lnTo>
                    <a:pt x="518414" y="242316"/>
                  </a:lnTo>
                  <a:lnTo>
                    <a:pt x="27305" y="242316"/>
                  </a:lnTo>
                  <a:lnTo>
                    <a:pt x="16713" y="244462"/>
                  </a:lnTo>
                  <a:lnTo>
                    <a:pt x="8026" y="250304"/>
                  </a:lnTo>
                  <a:lnTo>
                    <a:pt x="2146" y="258991"/>
                  </a:lnTo>
                  <a:lnTo>
                    <a:pt x="0" y="269621"/>
                  </a:lnTo>
                  <a:lnTo>
                    <a:pt x="0" y="378079"/>
                  </a:lnTo>
                  <a:lnTo>
                    <a:pt x="2146" y="388721"/>
                  </a:lnTo>
                  <a:lnTo>
                    <a:pt x="8026" y="397408"/>
                  </a:lnTo>
                  <a:lnTo>
                    <a:pt x="16713" y="403250"/>
                  </a:lnTo>
                  <a:lnTo>
                    <a:pt x="27305" y="405384"/>
                  </a:lnTo>
                  <a:lnTo>
                    <a:pt x="518414" y="405384"/>
                  </a:lnTo>
                  <a:lnTo>
                    <a:pt x="529031" y="403250"/>
                  </a:lnTo>
                  <a:lnTo>
                    <a:pt x="537667" y="397408"/>
                  </a:lnTo>
                  <a:lnTo>
                    <a:pt x="543458" y="388721"/>
                  </a:lnTo>
                  <a:lnTo>
                    <a:pt x="545592" y="378079"/>
                  </a:lnTo>
                  <a:lnTo>
                    <a:pt x="545592" y="269621"/>
                  </a:lnTo>
                  <a:close/>
                </a:path>
                <a:path w="546100" h="890270">
                  <a:moveTo>
                    <a:pt x="545592" y="27051"/>
                  </a:moveTo>
                  <a:lnTo>
                    <a:pt x="543458" y="16510"/>
                  </a:lnTo>
                  <a:lnTo>
                    <a:pt x="537667" y="7912"/>
                  </a:lnTo>
                  <a:lnTo>
                    <a:pt x="529031" y="2120"/>
                  </a:lnTo>
                  <a:lnTo>
                    <a:pt x="518414" y="0"/>
                  </a:lnTo>
                  <a:lnTo>
                    <a:pt x="27305" y="0"/>
                  </a:lnTo>
                  <a:lnTo>
                    <a:pt x="16713" y="2120"/>
                  </a:lnTo>
                  <a:lnTo>
                    <a:pt x="8026" y="7912"/>
                  </a:lnTo>
                  <a:lnTo>
                    <a:pt x="2146" y="16510"/>
                  </a:lnTo>
                  <a:lnTo>
                    <a:pt x="0" y="27051"/>
                  </a:lnTo>
                  <a:lnTo>
                    <a:pt x="0" y="134620"/>
                  </a:lnTo>
                  <a:lnTo>
                    <a:pt x="2146" y="145097"/>
                  </a:lnTo>
                  <a:lnTo>
                    <a:pt x="8026" y="153657"/>
                  </a:lnTo>
                  <a:lnTo>
                    <a:pt x="16713" y="159435"/>
                  </a:lnTo>
                  <a:lnTo>
                    <a:pt x="27305" y="161544"/>
                  </a:lnTo>
                  <a:lnTo>
                    <a:pt x="518414" y="161544"/>
                  </a:lnTo>
                  <a:lnTo>
                    <a:pt x="529031" y="159435"/>
                  </a:lnTo>
                  <a:lnTo>
                    <a:pt x="537667" y="153657"/>
                  </a:lnTo>
                  <a:lnTo>
                    <a:pt x="543458" y="145097"/>
                  </a:lnTo>
                  <a:lnTo>
                    <a:pt x="545592" y="134620"/>
                  </a:lnTo>
                  <a:lnTo>
                    <a:pt x="545592" y="27051"/>
                  </a:lnTo>
                  <a:close/>
                </a:path>
              </a:pathLst>
            </a:custGeom>
            <a:solidFill>
              <a:srgbClr val="F8F0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890004" y="2868168"/>
              <a:ext cx="314325" cy="160020"/>
            </a:xfrm>
            <a:custGeom>
              <a:avLst/>
              <a:gdLst/>
              <a:ahLst/>
              <a:cxnLst/>
              <a:rect l="l" t="t" r="r" b="b"/>
              <a:pathLst>
                <a:path w="314325" h="160019">
                  <a:moveTo>
                    <a:pt x="259842" y="0"/>
                  </a:moveTo>
                  <a:lnTo>
                    <a:pt x="54101" y="0"/>
                  </a:lnTo>
                  <a:lnTo>
                    <a:pt x="33057" y="4260"/>
                  </a:lnTo>
                  <a:lnTo>
                    <a:pt x="15859" y="15890"/>
                  </a:lnTo>
                  <a:lnTo>
                    <a:pt x="4256" y="33164"/>
                  </a:lnTo>
                  <a:lnTo>
                    <a:pt x="0" y="54356"/>
                  </a:lnTo>
                  <a:lnTo>
                    <a:pt x="0" y="160019"/>
                  </a:lnTo>
                  <a:lnTo>
                    <a:pt x="313944" y="160019"/>
                  </a:lnTo>
                  <a:lnTo>
                    <a:pt x="313944" y="54356"/>
                  </a:lnTo>
                  <a:lnTo>
                    <a:pt x="309687" y="33164"/>
                  </a:lnTo>
                  <a:lnTo>
                    <a:pt x="298084" y="15890"/>
                  </a:lnTo>
                  <a:lnTo>
                    <a:pt x="280886" y="4260"/>
                  </a:lnTo>
                  <a:lnTo>
                    <a:pt x="259842" y="0"/>
                  </a:lnTo>
                  <a:close/>
                </a:path>
              </a:pathLst>
            </a:custGeom>
            <a:solidFill>
              <a:srgbClr val="12AA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37225" y="3564636"/>
              <a:ext cx="516255" cy="516890"/>
            </a:xfrm>
            <a:custGeom>
              <a:avLst/>
              <a:gdLst/>
              <a:ahLst/>
              <a:cxnLst/>
              <a:rect l="l" t="t" r="r" b="b"/>
              <a:pathLst>
                <a:path w="516254" h="516889">
                  <a:moveTo>
                    <a:pt x="257857" y="0"/>
                  </a:moveTo>
                  <a:lnTo>
                    <a:pt x="208458" y="4736"/>
                  </a:lnTo>
                  <a:lnTo>
                    <a:pt x="160511" y="18938"/>
                  </a:lnTo>
                  <a:lnTo>
                    <a:pt x="115517" y="42594"/>
                  </a:lnTo>
                  <a:lnTo>
                    <a:pt x="74977" y="75691"/>
                  </a:lnTo>
                  <a:lnTo>
                    <a:pt x="44986" y="111492"/>
                  </a:lnTo>
                  <a:lnTo>
                    <a:pt x="22493" y="150897"/>
                  </a:lnTo>
                  <a:lnTo>
                    <a:pt x="7497" y="192874"/>
                  </a:lnTo>
                  <a:lnTo>
                    <a:pt x="0" y="236390"/>
                  </a:lnTo>
                  <a:lnTo>
                    <a:pt x="0" y="280414"/>
                  </a:lnTo>
                  <a:lnTo>
                    <a:pt x="7497" y="323913"/>
                  </a:lnTo>
                  <a:lnTo>
                    <a:pt x="22493" y="365856"/>
                  </a:lnTo>
                  <a:lnTo>
                    <a:pt x="44986" y="405210"/>
                  </a:lnTo>
                  <a:lnTo>
                    <a:pt x="74977" y="440944"/>
                  </a:lnTo>
                  <a:lnTo>
                    <a:pt x="115517" y="474057"/>
                  </a:lnTo>
                  <a:lnTo>
                    <a:pt x="160511" y="497711"/>
                  </a:lnTo>
                  <a:lnTo>
                    <a:pt x="208458" y="511904"/>
                  </a:lnTo>
                  <a:lnTo>
                    <a:pt x="257857" y="516635"/>
                  </a:lnTo>
                  <a:lnTo>
                    <a:pt x="307331" y="511904"/>
                  </a:lnTo>
                  <a:lnTo>
                    <a:pt x="355329" y="497711"/>
                  </a:lnTo>
                  <a:lnTo>
                    <a:pt x="400374" y="474057"/>
                  </a:lnTo>
                  <a:lnTo>
                    <a:pt x="440991" y="440944"/>
                  </a:lnTo>
                  <a:lnTo>
                    <a:pt x="470981" y="405210"/>
                  </a:lnTo>
                  <a:lnTo>
                    <a:pt x="493474" y="365856"/>
                  </a:lnTo>
                  <a:lnTo>
                    <a:pt x="508470" y="323913"/>
                  </a:lnTo>
                  <a:lnTo>
                    <a:pt x="515968" y="280414"/>
                  </a:lnTo>
                  <a:lnTo>
                    <a:pt x="515968" y="236390"/>
                  </a:lnTo>
                  <a:lnTo>
                    <a:pt x="508470" y="192874"/>
                  </a:lnTo>
                  <a:lnTo>
                    <a:pt x="493474" y="150897"/>
                  </a:lnTo>
                  <a:lnTo>
                    <a:pt x="470981" y="111492"/>
                  </a:lnTo>
                  <a:lnTo>
                    <a:pt x="440991" y="75691"/>
                  </a:lnTo>
                  <a:lnTo>
                    <a:pt x="400374" y="42594"/>
                  </a:lnTo>
                  <a:lnTo>
                    <a:pt x="355329" y="18938"/>
                  </a:lnTo>
                  <a:lnTo>
                    <a:pt x="307331" y="4736"/>
                  </a:lnTo>
                  <a:lnTo>
                    <a:pt x="257857" y="0"/>
                  </a:lnTo>
                  <a:close/>
                </a:path>
              </a:pathLst>
            </a:custGeom>
            <a:solidFill>
              <a:srgbClr val="157B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279084" y="3646931"/>
              <a:ext cx="233679" cy="350520"/>
            </a:xfrm>
            <a:custGeom>
              <a:avLst/>
              <a:gdLst/>
              <a:ahLst/>
              <a:cxnLst/>
              <a:rect l="l" t="t" r="r" b="b"/>
              <a:pathLst>
                <a:path w="233679" h="350520">
                  <a:moveTo>
                    <a:pt x="164131" y="0"/>
                  </a:moveTo>
                  <a:lnTo>
                    <a:pt x="6778" y="142621"/>
                  </a:lnTo>
                  <a:lnTo>
                    <a:pt x="0" y="159718"/>
                  </a:lnTo>
                  <a:lnTo>
                    <a:pt x="2974" y="168177"/>
                  </a:lnTo>
                  <a:lnTo>
                    <a:pt x="10080" y="175006"/>
                  </a:lnTo>
                  <a:lnTo>
                    <a:pt x="29827" y="186690"/>
                  </a:lnTo>
                  <a:lnTo>
                    <a:pt x="91487" y="221869"/>
                  </a:lnTo>
                  <a:lnTo>
                    <a:pt x="91995" y="222758"/>
                  </a:lnTo>
                  <a:lnTo>
                    <a:pt x="49704" y="324599"/>
                  </a:lnTo>
                  <a:lnTo>
                    <a:pt x="48517" y="331653"/>
                  </a:lnTo>
                  <a:lnTo>
                    <a:pt x="49926" y="338381"/>
                  </a:lnTo>
                  <a:lnTo>
                    <a:pt x="53669" y="344162"/>
                  </a:lnTo>
                  <a:lnTo>
                    <a:pt x="59483" y="348373"/>
                  </a:lnTo>
                  <a:lnTo>
                    <a:pt x="62277" y="349808"/>
                  </a:lnTo>
                  <a:lnTo>
                    <a:pt x="65198" y="350520"/>
                  </a:lnTo>
                  <a:lnTo>
                    <a:pt x="73199" y="350520"/>
                  </a:lnTo>
                  <a:lnTo>
                    <a:pt x="78279" y="348043"/>
                  </a:lnTo>
                  <a:lnTo>
                    <a:pt x="226615" y="207899"/>
                  </a:lnTo>
                  <a:lnTo>
                    <a:pt x="232245" y="199455"/>
                  </a:lnTo>
                  <a:lnTo>
                    <a:pt x="233267" y="190357"/>
                  </a:lnTo>
                  <a:lnTo>
                    <a:pt x="229883" y="181806"/>
                  </a:lnTo>
                  <a:lnTo>
                    <a:pt x="222297" y="175006"/>
                  </a:lnTo>
                  <a:lnTo>
                    <a:pt x="141906" y="128651"/>
                  </a:lnTo>
                  <a:lnTo>
                    <a:pt x="141398" y="127635"/>
                  </a:lnTo>
                  <a:lnTo>
                    <a:pt x="163226" y="75961"/>
                  </a:lnTo>
                  <a:lnTo>
                    <a:pt x="173539" y="50988"/>
                  </a:lnTo>
                  <a:lnTo>
                    <a:pt x="183435" y="25908"/>
                  </a:lnTo>
                  <a:lnTo>
                    <a:pt x="184544" y="16502"/>
                  </a:lnTo>
                  <a:lnTo>
                    <a:pt x="181070" y="8191"/>
                  </a:lnTo>
                  <a:lnTo>
                    <a:pt x="173952" y="2262"/>
                  </a:lnTo>
                  <a:lnTo>
                    <a:pt x="164131" y="0"/>
                  </a:lnTo>
                  <a:close/>
                </a:path>
              </a:pathLst>
            </a:custGeom>
            <a:solidFill>
              <a:srgbClr val="F8F0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675120" y="2851137"/>
              <a:ext cx="996950" cy="1248410"/>
            </a:xfrm>
            <a:custGeom>
              <a:avLst/>
              <a:gdLst/>
              <a:ahLst/>
              <a:cxnLst/>
              <a:rect l="l" t="t" r="r" b="b"/>
              <a:pathLst>
                <a:path w="996950" h="1248410">
                  <a:moveTo>
                    <a:pt x="645413" y="158750"/>
                  </a:moveTo>
                  <a:lnTo>
                    <a:pt x="99440" y="158750"/>
                  </a:lnTo>
                  <a:lnTo>
                    <a:pt x="60811" y="166369"/>
                  </a:lnTo>
                  <a:lnTo>
                    <a:pt x="29194" y="187959"/>
                  </a:lnTo>
                  <a:lnTo>
                    <a:pt x="7840" y="219709"/>
                  </a:lnTo>
                  <a:lnTo>
                    <a:pt x="0" y="257809"/>
                  </a:lnTo>
                  <a:lnTo>
                    <a:pt x="0" y="1149349"/>
                  </a:lnTo>
                  <a:lnTo>
                    <a:pt x="7840" y="1188719"/>
                  </a:lnTo>
                  <a:lnTo>
                    <a:pt x="29194" y="1219199"/>
                  </a:lnTo>
                  <a:lnTo>
                    <a:pt x="60811" y="1240789"/>
                  </a:lnTo>
                  <a:lnTo>
                    <a:pt x="99440" y="1248409"/>
                  </a:lnTo>
                  <a:lnTo>
                    <a:pt x="659574" y="1248409"/>
                  </a:lnTo>
                  <a:lnTo>
                    <a:pt x="666523" y="1247139"/>
                  </a:lnTo>
                  <a:lnTo>
                    <a:pt x="673353" y="1244599"/>
                  </a:lnTo>
                  <a:lnTo>
                    <a:pt x="769747" y="1244599"/>
                  </a:lnTo>
                  <a:lnTo>
                    <a:pt x="816510" y="1231899"/>
                  </a:lnTo>
                  <a:lnTo>
                    <a:pt x="856899" y="1212849"/>
                  </a:lnTo>
                  <a:lnTo>
                    <a:pt x="99440" y="1212849"/>
                  </a:lnTo>
                  <a:lnTo>
                    <a:pt x="75011" y="1207769"/>
                  </a:lnTo>
                  <a:lnTo>
                    <a:pt x="55070" y="1193799"/>
                  </a:lnTo>
                  <a:lnTo>
                    <a:pt x="41630" y="1173479"/>
                  </a:lnTo>
                  <a:lnTo>
                    <a:pt x="36702" y="1149349"/>
                  </a:lnTo>
                  <a:lnTo>
                    <a:pt x="36702" y="257809"/>
                  </a:lnTo>
                  <a:lnTo>
                    <a:pt x="41630" y="233679"/>
                  </a:lnTo>
                  <a:lnTo>
                    <a:pt x="55070" y="213359"/>
                  </a:lnTo>
                  <a:lnTo>
                    <a:pt x="75011" y="200659"/>
                  </a:lnTo>
                  <a:lnTo>
                    <a:pt x="99440" y="195579"/>
                  </a:lnTo>
                  <a:lnTo>
                    <a:pt x="720826" y="195579"/>
                  </a:lnTo>
                  <a:lnTo>
                    <a:pt x="715708" y="187959"/>
                  </a:lnTo>
                  <a:lnTo>
                    <a:pt x="684097" y="166369"/>
                  </a:lnTo>
                  <a:lnTo>
                    <a:pt x="645413" y="158750"/>
                  </a:lnTo>
                  <a:close/>
                </a:path>
                <a:path w="996950" h="1248410">
                  <a:moveTo>
                    <a:pt x="769747" y="1244599"/>
                  </a:moveTo>
                  <a:lnTo>
                    <a:pt x="673353" y="1244599"/>
                  </a:lnTo>
                  <a:lnTo>
                    <a:pt x="684782" y="1247139"/>
                  </a:lnTo>
                  <a:lnTo>
                    <a:pt x="696388" y="1248409"/>
                  </a:lnTo>
                  <a:lnTo>
                    <a:pt x="720089" y="1248409"/>
                  </a:lnTo>
                  <a:lnTo>
                    <a:pt x="769747" y="1244599"/>
                  </a:lnTo>
                  <a:close/>
                </a:path>
                <a:path w="996950" h="1248410">
                  <a:moveTo>
                    <a:pt x="389254" y="969009"/>
                  </a:moveTo>
                  <a:lnTo>
                    <a:pt x="127000" y="969009"/>
                  </a:lnTo>
                  <a:lnTo>
                    <a:pt x="109287" y="972819"/>
                  </a:lnTo>
                  <a:lnTo>
                    <a:pt x="94837" y="982979"/>
                  </a:lnTo>
                  <a:lnTo>
                    <a:pt x="85101" y="996949"/>
                  </a:lnTo>
                  <a:lnTo>
                    <a:pt x="81533" y="1014729"/>
                  </a:lnTo>
                  <a:lnTo>
                    <a:pt x="81533" y="1122679"/>
                  </a:lnTo>
                  <a:lnTo>
                    <a:pt x="85101" y="1140459"/>
                  </a:lnTo>
                  <a:lnTo>
                    <a:pt x="94837" y="1154429"/>
                  </a:lnTo>
                  <a:lnTo>
                    <a:pt x="109287" y="1164589"/>
                  </a:lnTo>
                  <a:lnTo>
                    <a:pt x="127000" y="1168399"/>
                  </a:lnTo>
                  <a:lnTo>
                    <a:pt x="524890" y="1168399"/>
                  </a:lnTo>
                  <a:lnTo>
                    <a:pt x="538190" y="1181099"/>
                  </a:lnTo>
                  <a:lnTo>
                    <a:pt x="552323" y="1192529"/>
                  </a:lnTo>
                  <a:lnTo>
                    <a:pt x="567217" y="1202689"/>
                  </a:lnTo>
                  <a:lnTo>
                    <a:pt x="582802" y="1212849"/>
                  </a:lnTo>
                  <a:lnTo>
                    <a:pt x="720089" y="1212849"/>
                  </a:lnTo>
                  <a:lnTo>
                    <a:pt x="671823" y="1207769"/>
                  </a:lnTo>
                  <a:lnTo>
                    <a:pt x="626830" y="1193799"/>
                  </a:lnTo>
                  <a:lnTo>
                    <a:pt x="586084" y="1170939"/>
                  </a:lnTo>
                  <a:lnTo>
                    <a:pt x="550560" y="1141729"/>
                  </a:lnTo>
                  <a:lnTo>
                    <a:pt x="542181" y="1131569"/>
                  </a:lnTo>
                  <a:lnTo>
                    <a:pt x="122047" y="1131569"/>
                  </a:lnTo>
                  <a:lnTo>
                    <a:pt x="117982" y="1127759"/>
                  </a:lnTo>
                  <a:lnTo>
                    <a:pt x="117982" y="1009649"/>
                  </a:lnTo>
                  <a:lnTo>
                    <a:pt x="122047" y="1005839"/>
                  </a:lnTo>
                  <a:lnTo>
                    <a:pt x="389254" y="1005839"/>
                  </a:lnTo>
                  <a:lnTo>
                    <a:pt x="396418" y="1004569"/>
                  </a:lnTo>
                  <a:lnTo>
                    <a:pt x="402272" y="1000759"/>
                  </a:lnTo>
                  <a:lnTo>
                    <a:pt x="406221" y="994409"/>
                  </a:lnTo>
                  <a:lnTo>
                    <a:pt x="407670" y="988059"/>
                  </a:lnTo>
                  <a:lnTo>
                    <a:pt x="406221" y="980439"/>
                  </a:lnTo>
                  <a:lnTo>
                    <a:pt x="402272" y="974089"/>
                  </a:lnTo>
                  <a:lnTo>
                    <a:pt x="396418" y="970279"/>
                  </a:lnTo>
                  <a:lnTo>
                    <a:pt x="389254" y="969009"/>
                  </a:lnTo>
                  <a:close/>
                </a:path>
                <a:path w="996950" h="1248410">
                  <a:moveTo>
                    <a:pt x="859592" y="732789"/>
                  </a:moveTo>
                  <a:lnTo>
                    <a:pt x="720089" y="732789"/>
                  </a:lnTo>
                  <a:lnTo>
                    <a:pt x="768356" y="736599"/>
                  </a:lnTo>
                  <a:lnTo>
                    <a:pt x="813349" y="750569"/>
                  </a:lnTo>
                  <a:lnTo>
                    <a:pt x="854095" y="773429"/>
                  </a:lnTo>
                  <a:lnTo>
                    <a:pt x="889619" y="802639"/>
                  </a:lnTo>
                  <a:lnTo>
                    <a:pt x="918945" y="838199"/>
                  </a:lnTo>
                  <a:lnTo>
                    <a:pt x="941099" y="878839"/>
                  </a:lnTo>
                  <a:lnTo>
                    <a:pt x="955107" y="924559"/>
                  </a:lnTo>
                  <a:lnTo>
                    <a:pt x="959993" y="972819"/>
                  </a:lnTo>
                  <a:lnTo>
                    <a:pt x="955107" y="1021079"/>
                  </a:lnTo>
                  <a:lnTo>
                    <a:pt x="941099" y="1065529"/>
                  </a:lnTo>
                  <a:lnTo>
                    <a:pt x="918945" y="1106169"/>
                  </a:lnTo>
                  <a:lnTo>
                    <a:pt x="889619" y="1141729"/>
                  </a:lnTo>
                  <a:lnTo>
                    <a:pt x="854095" y="1170939"/>
                  </a:lnTo>
                  <a:lnTo>
                    <a:pt x="813349" y="1193799"/>
                  </a:lnTo>
                  <a:lnTo>
                    <a:pt x="768356" y="1207769"/>
                  </a:lnTo>
                  <a:lnTo>
                    <a:pt x="720089" y="1212849"/>
                  </a:lnTo>
                  <a:lnTo>
                    <a:pt x="856899" y="1212849"/>
                  </a:lnTo>
                  <a:lnTo>
                    <a:pt x="898205" y="1183639"/>
                  </a:lnTo>
                  <a:lnTo>
                    <a:pt x="931563" y="1150619"/>
                  </a:lnTo>
                  <a:lnTo>
                    <a:pt x="958878" y="1111249"/>
                  </a:lnTo>
                  <a:lnTo>
                    <a:pt x="979363" y="1069339"/>
                  </a:lnTo>
                  <a:lnTo>
                    <a:pt x="992231" y="1022349"/>
                  </a:lnTo>
                  <a:lnTo>
                    <a:pt x="996696" y="972819"/>
                  </a:lnTo>
                  <a:lnTo>
                    <a:pt x="992231" y="922019"/>
                  </a:lnTo>
                  <a:lnTo>
                    <a:pt x="979363" y="876299"/>
                  </a:lnTo>
                  <a:lnTo>
                    <a:pt x="958878" y="833119"/>
                  </a:lnTo>
                  <a:lnTo>
                    <a:pt x="931563" y="793749"/>
                  </a:lnTo>
                  <a:lnTo>
                    <a:pt x="898205" y="760729"/>
                  </a:lnTo>
                  <a:lnTo>
                    <a:pt x="859592" y="732789"/>
                  </a:lnTo>
                  <a:close/>
                </a:path>
                <a:path w="996950" h="1248410">
                  <a:moveTo>
                    <a:pt x="769620" y="778509"/>
                  </a:moveTo>
                  <a:lnTo>
                    <a:pt x="754586" y="781049"/>
                  </a:lnTo>
                  <a:lnTo>
                    <a:pt x="747420" y="784859"/>
                  </a:lnTo>
                  <a:lnTo>
                    <a:pt x="740790" y="791209"/>
                  </a:lnTo>
                  <a:lnTo>
                    <a:pt x="704889" y="824229"/>
                  </a:lnTo>
                  <a:lnTo>
                    <a:pt x="669131" y="858519"/>
                  </a:lnTo>
                  <a:lnTo>
                    <a:pt x="597661" y="925829"/>
                  </a:lnTo>
                  <a:lnTo>
                    <a:pt x="591683" y="933449"/>
                  </a:lnTo>
                  <a:lnTo>
                    <a:pt x="587549" y="941069"/>
                  </a:lnTo>
                  <a:lnTo>
                    <a:pt x="585392" y="949959"/>
                  </a:lnTo>
                  <a:lnTo>
                    <a:pt x="585343" y="958849"/>
                  </a:lnTo>
                  <a:lnTo>
                    <a:pt x="587242" y="967739"/>
                  </a:lnTo>
                  <a:lnTo>
                    <a:pt x="638333" y="1008379"/>
                  </a:lnTo>
                  <a:lnTo>
                    <a:pt x="672464" y="1027429"/>
                  </a:lnTo>
                  <a:lnTo>
                    <a:pt x="663594" y="1049019"/>
                  </a:lnTo>
                  <a:lnTo>
                    <a:pt x="654272" y="1070609"/>
                  </a:lnTo>
                  <a:lnTo>
                    <a:pt x="636270" y="1115059"/>
                  </a:lnTo>
                  <a:lnTo>
                    <a:pt x="633686" y="1129029"/>
                  </a:lnTo>
                  <a:lnTo>
                    <a:pt x="636269" y="1142999"/>
                  </a:lnTo>
                  <a:lnTo>
                    <a:pt x="643520" y="1154429"/>
                  </a:lnTo>
                  <a:lnTo>
                    <a:pt x="654938" y="1162049"/>
                  </a:lnTo>
                  <a:lnTo>
                    <a:pt x="660146" y="1164589"/>
                  </a:lnTo>
                  <a:lnTo>
                    <a:pt x="665733" y="1165859"/>
                  </a:lnTo>
                  <a:lnTo>
                    <a:pt x="678426" y="1165859"/>
                  </a:lnTo>
                  <a:lnTo>
                    <a:pt x="685577" y="1163319"/>
                  </a:lnTo>
                  <a:lnTo>
                    <a:pt x="692681" y="1159509"/>
                  </a:lnTo>
                  <a:lnTo>
                    <a:pt x="699643" y="1153159"/>
                  </a:lnTo>
                  <a:lnTo>
                    <a:pt x="725309" y="1129029"/>
                  </a:lnTo>
                  <a:lnTo>
                    <a:pt x="670178" y="1129029"/>
                  </a:lnTo>
                  <a:lnTo>
                    <a:pt x="670432" y="1127759"/>
                  </a:lnTo>
                  <a:lnTo>
                    <a:pt x="680291" y="1103629"/>
                  </a:lnTo>
                  <a:lnTo>
                    <a:pt x="690816" y="1078229"/>
                  </a:lnTo>
                  <a:lnTo>
                    <a:pt x="701436" y="1052829"/>
                  </a:lnTo>
                  <a:lnTo>
                    <a:pt x="711580" y="1028699"/>
                  </a:lnTo>
                  <a:lnTo>
                    <a:pt x="713311" y="1022349"/>
                  </a:lnTo>
                  <a:lnTo>
                    <a:pt x="712660" y="1014729"/>
                  </a:lnTo>
                  <a:lnTo>
                    <a:pt x="709152" y="1008379"/>
                  </a:lnTo>
                  <a:lnTo>
                    <a:pt x="702309" y="1002029"/>
                  </a:lnTo>
                  <a:lnTo>
                    <a:pt x="622934" y="956309"/>
                  </a:lnTo>
                  <a:lnTo>
                    <a:pt x="621029" y="955039"/>
                  </a:lnTo>
                  <a:lnTo>
                    <a:pt x="622807" y="952499"/>
                  </a:lnTo>
                  <a:lnTo>
                    <a:pt x="713152" y="867409"/>
                  </a:lnTo>
                  <a:lnTo>
                    <a:pt x="751163" y="830579"/>
                  </a:lnTo>
                  <a:lnTo>
                    <a:pt x="768730" y="815339"/>
                  </a:lnTo>
                  <a:lnTo>
                    <a:pt x="806319" y="815339"/>
                  </a:lnTo>
                  <a:lnTo>
                    <a:pt x="806323" y="811529"/>
                  </a:lnTo>
                  <a:lnTo>
                    <a:pt x="778257" y="779779"/>
                  </a:lnTo>
                  <a:lnTo>
                    <a:pt x="769620" y="778509"/>
                  </a:lnTo>
                  <a:close/>
                </a:path>
                <a:path w="996950" h="1248410">
                  <a:moveTo>
                    <a:pt x="720089" y="695959"/>
                  </a:moveTo>
                  <a:lnTo>
                    <a:pt x="686526" y="697229"/>
                  </a:lnTo>
                  <a:lnTo>
                    <a:pt x="654176" y="703579"/>
                  </a:lnTo>
                  <a:lnTo>
                    <a:pt x="623256" y="713739"/>
                  </a:lnTo>
                  <a:lnTo>
                    <a:pt x="593978" y="726439"/>
                  </a:lnTo>
                  <a:lnTo>
                    <a:pt x="127000" y="726439"/>
                  </a:lnTo>
                  <a:lnTo>
                    <a:pt x="109287" y="730249"/>
                  </a:lnTo>
                  <a:lnTo>
                    <a:pt x="94837" y="739139"/>
                  </a:lnTo>
                  <a:lnTo>
                    <a:pt x="85101" y="754379"/>
                  </a:lnTo>
                  <a:lnTo>
                    <a:pt x="81533" y="770889"/>
                  </a:lnTo>
                  <a:lnTo>
                    <a:pt x="81533" y="878839"/>
                  </a:lnTo>
                  <a:lnTo>
                    <a:pt x="85101" y="896619"/>
                  </a:lnTo>
                  <a:lnTo>
                    <a:pt x="94837" y="911859"/>
                  </a:lnTo>
                  <a:lnTo>
                    <a:pt x="109287" y="920749"/>
                  </a:lnTo>
                  <a:lnTo>
                    <a:pt x="127000" y="924559"/>
                  </a:lnTo>
                  <a:lnTo>
                    <a:pt x="447801" y="924559"/>
                  </a:lnTo>
                  <a:lnTo>
                    <a:pt x="446041" y="935989"/>
                  </a:lnTo>
                  <a:lnTo>
                    <a:pt x="443838" y="974089"/>
                  </a:lnTo>
                  <a:lnTo>
                    <a:pt x="447149" y="1015999"/>
                  </a:lnTo>
                  <a:lnTo>
                    <a:pt x="457025" y="1056639"/>
                  </a:lnTo>
                  <a:lnTo>
                    <a:pt x="472830" y="1096009"/>
                  </a:lnTo>
                  <a:lnTo>
                    <a:pt x="494029" y="1131569"/>
                  </a:lnTo>
                  <a:lnTo>
                    <a:pt x="542181" y="1131569"/>
                  </a:lnTo>
                  <a:lnTo>
                    <a:pt x="521234" y="1106169"/>
                  </a:lnTo>
                  <a:lnTo>
                    <a:pt x="499080" y="1065529"/>
                  </a:lnTo>
                  <a:lnTo>
                    <a:pt x="485072" y="1021079"/>
                  </a:lnTo>
                  <a:lnTo>
                    <a:pt x="480186" y="972819"/>
                  </a:lnTo>
                  <a:lnTo>
                    <a:pt x="485072" y="924559"/>
                  </a:lnTo>
                  <a:lnTo>
                    <a:pt x="496356" y="887729"/>
                  </a:lnTo>
                  <a:lnTo>
                    <a:pt x="122047" y="887729"/>
                  </a:lnTo>
                  <a:lnTo>
                    <a:pt x="117982" y="883919"/>
                  </a:lnTo>
                  <a:lnTo>
                    <a:pt x="117982" y="767079"/>
                  </a:lnTo>
                  <a:lnTo>
                    <a:pt x="122047" y="763269"/>
                  </a:lnTo>
                  <a:lnTo>
                    <a:pt x="604193" y="763269"/>
                  </a:lnTo>
                  <a:lnTo>
                    <a:pt x="626830" y="750569"/>
                  </a:lnTo>
                  <a:lnTo>
                    <a:pt x="671823" y="736599"/>
                  </a:lnTo>
                  <a:lnTo>
                    <a:pt x="720089" y="732789"/>
                  </a:lnTo>
                  <a:lnTo>
                    <a:pt x="859592" y="732789"/>
                  </a:lnTo>
                  <a:lnTo>
                    <a:pt x="816510" y="712469"/>
                  </a:lnTo>
                  <a:lnTo>
                    <a:pt x="769747" y="699769"/>
                  </a:lnTo>
                  <a:lnTo>
                    <a:pt x="720089" y="695959"/>
                  </a:lnTo>
                  <a:close/>
                </a:path>
                <a:path w="996950" h="1248410">
                  <a:moveTo>
                    <a:pt x="806319" y="815339"/>
                  </a:moveTo>
                  <a:lnTo>
                    <a:pt x="770001" y="815339"/>
                  </a:lnTo>
                  <a:lnTo>
                    <a:pt x="770001" y="816609"/>
                  </a:lnTo>
                  <a:lnTo>
                    <a:pt x="759999" y="840739"/>
                  </a:lnTo>
                  <a:lnTo>
                    <a:pt x="749712" y="866139"/>
                  </a:lnTo>
                  <a:lnTo>
                    <a:pt x="739282" y="890269"/>
                  </a:lnTo>
                  <a:lnTo>
                    <a:pt x="728852" y="915669"/>
                  </a:lnTo>
                  <a:lnTo>
                    <a:pt x="727011" y="923289"/>
                  </a:lnTo>
                  <a:lnTo>
                    <a:pt x="728027" y="930909"/>
                  </a:lnTo>
                  <a:lnTo>
                    <a:pt x="731710" y="937259"/>
                  </a:lnTo>
                  <a:lnTo>
                    <a:pt x="737870" y="942339"/>
                  </a:lnTo>
                  <a:lnTo>
                    <a:pt x="745890" y="947419"/>
                  </a:lnTo>
                  <a:lnTo>
                    <a:pt x="761980" y="956309"/>
                  </a:lnTo>
                  <a:lnTo>
                    <a:pt x="770001" y="961389"/>
                  </a:lnTo>
                  <a:lnTo>
                    <a:pt x="781712" y="967739"/>
                  </a:lnTo>
                  <a:lnTo>
                    <a:pt x="816609" y="988059"/>
                  </a:lnTo>
                  <a:lnTo>
                    <a:pt x="819403" y="989329"/>
                  </a:lnTo>
                  <a:lnTo>
                    <a:pt x="817499" y="991869"/>
                  </a:lnTo>
                  <a:lnTo>
                    <a:pt x="731615" y="1074419"/>
                  </a:lnTo>
                  <a:lnTo>
                    <a:pt x="690340" y="1112519"/>
                  </a:lnTo>
                  <a:lnTo>
                    <a:pt x="671068" y="1129029"/>
                  </a:lnTo>
                  <a:lnTo>
                    <a:pt x="725309" y="1129029"/>
                  </a:lnTo>
                  <a:lnTo>
                    <a:pt x="771239" y="1085849"/>
                  </a:lnTo>
                  <a:lnTo>
                    <a:pt x="807120" y="1051559"/>
                  </a:lnTo>
                  <a:lnTo>
                    <a:pt x="842645" y="1018539"/>
                  </a:lnTo>
                  <a:lnTo>
                    <a:pt x="848697" y="1010919"/>
                  </a:lnTo>
                  <a:lnTo>
                    <a:pt x="852868" y="1003299"/>
                  </a:lnTo>
                  <a:lnTo>
                    <a:pt x="855039" y="994409"/>
                  </a:lnTo>
                  <a:lnTo>
                    <a:pt x="855090" y="985519"/>
                  </a:lnTo>
                  <a:lnTo>
                    <a:pt x="852902" y="976629"/>
                  </a:lnTo>
                  <a:lnTo>
                    <a:pt x="848725" y="969009"/>
                  </a:lnTo>
                  <a:lnTo>
                    <a:pt x="842714" y="961389"/>
                  </a:lnTo>
                  <a:lnTo>
                    <a:pt x="835025" y="956309"/>
                  </a:lnTo>
                  <a:lnTo>
                    <a:pt x="784554" y="927099"/>
                  </a:lnTo>
                  <a:lnTo>
                    <a:pt x="767714" y="916939"/>
                  </a:lnTo>
                  <a:lnTo>
                    <a:pt x="786272" y="873759"/>
                  </a:lnTo>
                  <a:lnTo>
                    <a:pt x="795379" y="850899"/>
                  </a:lnTo>
                  <a:lnTo>
                    <a:pt x="804163" y="829309"/>
                  </a:lnTo>
                  <a:lnTo>
                    <a:pt x="806315" y="820419"/>
                  </a:lnTo>
                  <a:lnTo>
                    <a:pt x="806319" y="815339"/>
                  </a:lnTo>
                  <a:close/>
                </a:path>
                <a:path w="996950" h="1248410">
                  <a:moveTo>
                    <a:pt x="604193" y="763269"/>
                  </a:moveTo>
                  <a:lnTo>
                    <a:pt x="539750" y="763269"/>
                  </a:lnTo>
                  <a:lnTo>
                    <a:pt x="512915" y="789939"/>
                  </a:lnTo>
                  <a:lnTo>
                    <a:pt x="489854" y="819149"/>
                  </a:lnTo>
                  <a:lnTo>
                    <a:pt x="471009" y="852169"/>
                  </a:lnTo>
                  <a:lnTo>
                    <a:pt x="456819" y="887729"/>
                  </a:lnTo>
                  <a:lnTo>
                    <a:pt x="496356" y="887729"/>
                  </a:lnTo>
                  <a:lnTo>
                    <a:pt x="499080" y="878839"/>
                  </a:lnTo>
                  <a:lnTo>
                    <a:pt x="521234" y="838199"/>
                  </a:lnTo>
                  <a:lnTo>
                    <a:pt x="550560" y="802639"/>
                  </a:lnTo>
                  <a:lnTo>
                    <a:pt x="586084" y="773429"/>
                  </a:lnTo>
                  <a:lnTo>
                    <a:pt x="604193" y="763269"/>
                  </a:lnTo>
                  <a:close/>
                </a:path>
                <a:path w="996950" h="1248410">
                  <a:moveTo>
                    <a:pt x="618108" y="482600"/>
                  </a:moveTo>
                  <a:lnTo>
                    <a:pt x="127000" y="482600"/>
                  </a:lnTo>
                  <a:lnTo>
                    <a:pt x="109287" y="486409"/>
                  </a:lnTo>
                  <a:lnTo>
                    <a:pt x="94837" y="496569"/>
                  </a:lnTo>
                  <a:lnTo>
                    <a:pt x="85101" y="510539"/>
                  </a:lnTo>
                  <a:lnTo>
                    <a:pt x="81533" y="528319"/>
                  </a:lnTo>
                  <a:lnTo>
                    <a:pt x="81533" y="636269"/>
                  </a:lnTo>
                  <a:lnTo>
                    <a:pt x="85101" y="654050"/>
                  </a:lnTo>
                  <a:lnTo>
                    <a:pt x="94837" y="668019"/>
                  </a:lnTo>
                  <a:lnTo>
                    <a:pt x="109287" y="678179"/>
                  </a:lnTo>
                  <a:lnTo>
                    <a:pt x="127000" y="681989"/>
                  </a:lnTo>
                  <a:lnTo>
                    <a:pt x="618108" y="681989"/>
                  </a:lnTo>
                  <a:lnTo>
                    <a:pt x="635767" y="678179"/>
                  </a:lnTo>
                  <a:lnTo>
                    <a:pt x="650224" y="668019"/>
                  </a:lnTo>
                  <a:lnTo>
                    <a:pt x="659989" y="654050"/>
                  </a:lnTo>
                  <a:lnTo>
                    <a:pt x="661782" y="645159"/>
                  </a:lnTo>
                  <a:lnTo>
                    <a:pt x="122047" y="645159"/>
                  </a:lnTo>
                  <a:lnTo>
                    <a:pt x="117982" y="641350"/>
                  </a:lnTo>
                  <a:lnTo>
                    <a:pt x="117982" y="523239"/>
                  </a:lnTo>
                  <a:lnTo>
                    <a:pt x="122047" y="519429"/>
                  </a:lnTo>
                  <a:lnTo>
                    <a:pt x="661782" y="519429"/>
                  </a:lnTo>
                  <a:lnTo>
                    <a:pt x="659989" y="510539"/>
                  </a:lnTo>
                  <a:lnTo>
                    <a:pt x="650224" y="496569"/>
                  </a:lnTo>
                  <a:lnTo>
                    <a:pt x="635767" y="486409"/>
                  </a:lnTo>
                  <a:lnTo>
                    <a:pt x="618108" y="482600"/>
                  </a:lnTo>
                  <a:close/>
                </a:path>
                <a:path w="996950" h="1248410">
                  <a:moveTo>
                    <a:pt x="720826" y="195579"/>
                  </a:moveTo>
                  <a:lnTo>
                    <a:pt x="645413" y="195579"/>
                  </a:lnTo>
                  <a:lnTo>
                    <a:pt x="669883" y="200659"/>
                  </a:lnTo>
                  <a:lnTo>
                    <a:pt x="689911" y="213359"/>
                  </a:lnTo>
                  <a:lnTo>
                    <a:pt x="703439" y="233679"/>
                  </a:lnTo>
                  <a:lnTo>
                    <a:pt x="708405" y="257809"/>
                  </a:lnTo>
                  <a:lnTo>
                    <a:pt x="708405" y="640079"/>
                  </a:lnTo>
                  <a:lnTo>
                    <a:pt x="709850" y="647700"/>
                  </a:lnTo>
                  <a:lnTo>
                    <a:pt x="713771" y="654050"/>
                  </a:lnTo>
                  <a:lnTo>
                    <a:pt x="719550" y="657859"/>
                  </a:lnTo>
                  <a:lnTo>
                    <a:pt x="726566" y="659129"/>
                  </a:lnTo>
                  <a:lnTo>
                    <a:pt x="733710" y="657859"/>
                  </a:lnTo>
                  <a:lnTo>
                    <a:pt x="739520" y="654050"/>
                  </a:lnTo>
                  <a:lnTo>
                    <a:pt x="743426" y="647700"/>
                  </a:lnTo>
                  <a:lnTo>
                    <a:pt x="744854" y="640079"/>
                  </a:lnTo>
                  <a:lnTo>
                    <a:pt x="744854" y="257809"/>
                  </a:lnTo>
                  <a:lnTo>
                    <a:pt x="737032" y="219709"/>
                  </a:lnTo>
                  <a:lnTo>
                    <a:pt x="720826" y="195579"/>
                  </a:lnTo>
                  <a:close/>
                </a:path>
                <a:path w="996950" h="1248410">
                  <a:moveTo>
                    <a:pt x="661782" y="519429"/>
                  </a:moveTo>
                  <a:lnTo>
                    <a:pt x="622934" y="519429"/>
                  </a:lnTo>
                  <a:lnTo>
                    <a:pt x="626872" y="523239"/>
                  </a:lnTo>
                  <a:lnTo>
                    <a:pt x="626872" y="641350"/>
                  </a:lnTo>
                  <a:lnTo>
                    <a:pt x="622934" y="645159"/>
                  </a:lnTo>
                  <a:lnTo>
                    <a:pt x="661782" y="645159"/>
                  </a:lnTo>
                  <a:lnTo>
                    <a:pt x="663575" y="636269"/>
                  </a:lnTo>
                  <a:lnTo>
                    <a:pt x="663575" y="528319"/>
                  </a:lnTo>
                  <a:lnTo>
                    <a:pt x="661782" y="519429"/>
                  </a:lnTo>
                  <a:close/>
                </a:path>
                <a:path w="996950" h="1248410">
                  <a:moveTo>
                    <a:pt x="618108" y="240029"/>
                  </a:moveTo>
                  <a:lnTo>
                    <a:pt x="127000" y="240029"/>
                  </a:lnTo>
                  <a:lnTo>
                    <a:pt x="109287" y="243839"/>
                  </a:lnTo>
                  <a:lnTo>
                    <a:pt x="94837" y="252729"/>
                  </a:lnTo>
                  <a:lnTo>
                    <a:pt x="85101" y="267969"/>
                  </a:lnTo>
                  <a:lnTo>
                    <a:pt x="81533" y="285750"/>
                  </a:lnTo>
                  <a:lnTo>
                    <a:pt x="81533" y="393700"/>
                  </a:lnTo>
                  <a:lnTo>
                    <a:pt x="85101" y="410209"/>
                  </a:lnTo>
                  <a:lnTo>
                    <a:pt x="94837" y="425450"/>
                  </a:lnTo>
                  <a:lnTo>
                    <a:pt x="109287" y="435609"/>
                  </a:lnTo>
                  <a:lnTo>
                    <a:pt x="127000" y="438150"/>
                  </a:lnTo>
                  <a:lnTo>
                    <a:pt x="618108" y="438150"/>
                  </a:lnTo>
                  <a:lnTo>
                    <a:pt x="635767" y="435609"/>
                  </a:lnTo>
                  <a:lnTo>
                    <a:pt x="650224" y="425450"/>
                  </a:lnTo>
                  <a:lnTo>
                    <a:pt x="659989" y="410209"/>
                  </a:lnTo>
                  <a:lnTo>
                    <a:pt x="661644" y="402589"/>
                  </a:lnTo>
                  <a:lnTo>
                    <a:pt x="122047" y="402589"/>
                  </a:lnTo>
                  <a:lnTo>
                    <a:pt x="117982" y="398779"/>
                  </a:lnTo>
                  <a:lnTo>
                    <a:pt x="117982" y="280669"/>
                  </a:lnTo>
                  <a:lnTo>
                    <a:pt x="122047" y="276859"/>
                  </a:lnTo>
                  <a:lnTo>
                    <a:pt x="661782" y="276859"/>
                  </a:lnTo>
                  <a:lnTo>
                    <a:pt x="659989" y="267969"/>
                  </a:lnTo>
                  <a:lnTo>
                    <a:pt x="650224" y="252729"/>
                  </a:lnTo>
                  <a:lnTo>
                    <a:pt x="635767" y="243839"/>
                  </a:lnTo>
                  <a:lnTo>
                    <a:pt x="618108" y="240029"/>
                  </a:lnTo>
                  <a:close/>
                </a:path>
                <a:path w="996950" h="1248410">
                  <a:moveTo>
                    <a:pt x="661782" y="276859"/>
                  </a:moveTo>
                  <a:lnTo>
                    <a:pt x="622934" y="276859"/>
                  </a:lnTo>
                  <a:lnTo>
                    <a:pt x="626872" y="280669"/>
                  </a:lnTo>
                  <a:lnTo>
                    <a:pt x="626872" y="398779"/>
                  </a:lnTo>
                  <a:lnTo>
                    <a:pt x="622934" y="402589"/>
                  </a:lnTo>
                  <a:lnTo>
                    <a:pt x="661644" y="402589"/>
                  </a:lnTo>
                  <a:lnTo>
                    <a:pt x="663575" y="393700"/>
                  </a:lnTo>
                  <a:lnTo>
                    <a:pt x="663575" y="285750"/>
                  </a:lnTo>
                  <a:lnTo>
                    <a:pt x="661782" y="276859"/>
                  </a:lnTo>
                  <a:close/>
                </a:path>
                <a:path w="996950" h="1248410">
                  <a:moveTo>
                    <a:pt x="475360" y="0"/>
                  </a:moveTo>
                  <a:lnTo>
                    <a:pt x="269494" y="0"/>
                  </a:lnTo>
                  <a:lnTo>
                    <a:pt x="241432" y="5079"/>
                  </a:lnTo>
                  <a:lnTo>
                    <a:pt x="218455" y="20319"/>
                  </a:lnTo>
                  <a:lnTo>
                    <a:pt x="202932" y="43179"/>
                  </a:lnTo>
                  <a:lnTo>
                    <a:pt x="197230" y="72389"/>
                  </a:lnTo>
                  <a:lnTo>
                    <a:pt x="197230" y="158750"/>
                  </a:lnTo>
                  <a:lnTo>
                    <a:pt x="233806" y="158750"/>
                  </a:lnTo>
                  <a:lnTo>
                    <a:pt x="233806" y="72389"/>
                  </a:lnTo>
                  <a:lnTo>
                    <a:pt x="236614" y="58419"/>
                  </a:lnTo>
                  <a:lnTo>
                    <a:pt x="244268" y="46989"/>
                  </a:lnTo>
                  <a:lnTo>
                    <a:pt x="255613" y="39369"/>
                  </a:lnTo>
                  <a:lnTo>
                    <a:pt x="269494" y="35559"/>
                  </a:lnTo>
                  <a:lnTo>
                    <a:pt x="536896" y="35559"/>
                  </a:lnTo>
                  <a:lnTo>
                    <a:pt x="526557" y="20319"/>
                  </a:lnTo>
                  <a:lnTo>
                    <a:pt x="503549" y="5079"/>
                  </a:lnTo>
                  <a:lnTo>
                    <a:pt x="475360" y="0"/>
                  </a:lnTo>
                  <a:close/>
                </a:path>
                <a:path w="996950" h="1248410">
                  <a:moveTo>
                    <a:pt x="536896" y="35559"/>
                  </a:moveTo>
                  <a:lnTo>
                    <a:pt x="475360" y="35559"/>
                  </a:lnTo>
                  <a:lnTo>
                    <a:pt x="489261" y="39369"/>
                  </a:lnTo>
                  <a:lnTo>
                    <a:pt x="500649" y="46989"/>
                  </a:lnTo>
                  <a:lnTo>
                    <a:pt x="508347" y="58419"/>
                  </a:lnTo>
                  <a:lnTo>
                    <a:pt x="511175" y="72389"/>
                  </a:lnTo>
                  <a:lnTo>
                    <a:pt x="511175" y="158750"/>
                  </a:lnTo>
                  <a:lnTo>
                    <a:pt x="547751" y="158750"/>
                  </a:lnTo>
                  <a:lnTo>
                    <a:pt x="547751" y="72389"/>
                  </a:lnTo>
                  <a:lnTo>
                    <a:pt x="542065" y="43179"/>
                  </a:lnTo>
                  <a:lnTo>
                    <a:pt x="536896" y="355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1308" y="2101595"/>
              <a:ext cx="1749551" cy="174955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90744" y="2142744"/>
              <a:ext cx="1635252" cy="163525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8F0D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-19049" y="4861559"/>
            <a:ext cx="9182100" cy="302260"/>
            <a:chOff x="-19049" y="4861559"/>
            <a:chExt cx="9182100" cy="302260"/>
          </a:xfrm>
        </p:grpSpPr>
        <p:sp>
          <p:nvSpPr>
            <p:cNvPr id="4" name="object 4"/>
            <p:cNvSpPr/>
            <p:nvPr/>
          </p:nvSpPr>
          <p:spPr>
            <a:xfrm>
              <a:off x="7850886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1293114" y="262888"/>
                  </a:moveTo>
                  <a:lnTo>
                    <a:pt x="1293114" y="0"/>
                  </a:lnTo>
                  <a:lnTo>
                    <a:pt x="0" y="0"/>
                  </a:lnTo>
                  <a:lnTo>
                    <a:pt x="0" y="262888"/>
                  </a:lnTo>
                  <a:lnTo>
                    <a:pt x="1293114" y="262888"/>
                  </a:lnTo>
                  <a:close/>
                </a:path>
              </a:pathLst>
            </a:custGeom>
            <a:solidFill>
              <a:srgbClr val="157E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50886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1293114" y="0"/>
                  </a:moveTo>
                  <a:lnTo>
                    <a:pt x="0" y="0"/>
                  </a:lnTo>
                  <a:lnTo>
                    <a:pt x="0" y="26288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40246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1310640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40" y="263651"/>
                  </a:lnTo>
                  <a:lnTo>
                    <a:pt x="1310640" y="0"/>
                  </a:lnTo>
                  <a:close/>
                </a:path>
              </a:pathLst>
            </a:custGeom>
            <a:solidFill>
              <a:srgbClr val="49B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40246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0" y="263651"/>
                  </a:moveTo>
                  <a:lnTo>
                    <a:pt x="1310640" y="263651"/>
                  </a:lnTo>
                  <a:lnTo>
                    <a:pt x="1310640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28081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C0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28081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15917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0073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15917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05278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1310639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39" y="263651"/>
                  </a:lnTo>
                  <a:lnTo>
                    <a:pt x="1310639" y="0"/>
                  </a:lnTo>
                  <a:close/>
                </a:path>
              </a:pathLst>
            </a:custGeom>
            <a:solidFill>
              <a:srgbClr val="12AA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05278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0" y="263651"/>
                  </a:moveTo>
                  <a:lnTo>
                    <a:pt x="1310639" y="263651"/>
                  </a:lnTo>
                  <a:lnTo>
                    <a:pt x="1310639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93113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157B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93113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0" y="262888"/>
                  </a:moveTo>
                  <a:lnTo>
                    <a:pt x="1293113" y="262888"/>
                  </a:lnTo>
                  <a:lnTo>
                    <a:pt x="1293113" y="0"/>
                  </a:lnTo>
                  <a:lnTo>
                    <a:pt x="0" y="0"/>
                  </a:lnTo>
                  <a:lnTo>
                    <a:pt x="0" y="262888"/>
                  </a:lnTo>
                  <a:close/>
                </a:path>
              </a:pathLst>
            </a:custGeom>
            <a:solidFill>
              <a:srgbClr val="F78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1293113" y="262888"/>
                  </a:moveTo>
                  <a:lnTo>
                    <a:pt x="1293113" y="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406266" y="479247"/>
            <a:ext cx="233108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80" dirty="0">
                <a:latin typeface="Tahoma"/>
                <a:cs typeface="Tahoma"/>
              </a:rPr>
              <a:t>OUR</a:t>
            </a:r>
            <a:r>
              <a:rPr sz="3400" b="1" spc="-210" dirty="0">
                <a:latin typeface="Tahoma"/>
                <a:cs typeface="Tahoma"/>
              </a:rPr>
              <a:t> </a:t>
            </a:r>
            <a:r>
              <a:rPr sz="3400" b="1" spc="110" dirty="0">
                <a:latin typeface="Tahoma"/>
                <a:cs typeface="Tahoma"/>
              </a:rPr>
              <a:t>TEAM</a:t>
            </a:r>
            <a:endParaRPr sz="3400" dirty="0">
              <a:latin typeface="Tahoma"/>
              <a:cs typeface="Tahoma"/>
            </a:endParaRPr>
          </a:p>
        </p:txBody>
      </p:sp>
      <p:sp>
        <p:nvSpPr>
          <p:cNvPr id="19" name="object 22">
            <a:extLst>
              <a:ext uri="{FF2B5EF4-FFF2-40B4-BE49-F238E27FC236}">
                <a16:creationId xmlns:a16="http://schemas.microsoft.com/office/drawing/2014/main" id="{54E067C4-F2AE-2F61-89AC-314F1FE54587}"/>
              </a:ext>
            </a:extLst>
          </p:cNvPr>
          <p:cNvSpPr txBox="1">
            <a:spLocks/>
          </p:cNvSpPr>
          <p:nvPr/>
        </p:nvSpPr>
        <p:spPr>
          <a:xfrm>
            <a:off x="533400" y="1657350"/>
            <a:ext cx="4325809" cy="11406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298450" indent="-285750">
              <a:spcBef>
                <a:spcPts val="95"/>
              </a:spcBef>
              <a:buFont typeface="Wingdings" panose="05000000000000000000" pitchFamily="2" charset="2"/>
              <a:buChar char="§"/>
            </a:pPr>
            <a:r>
              <a:rPr lang="id-ID" sz="1400" b="1" kern="0" spc="-80" dirty="0">
                <a:latin typeface="Tahoma"/>
                <a:cs typeface="Tahoma"/>
              </a:rPr>
              <a:t>FAKHRI NUGRAHA PRATAMA 	(201344010)</a:t>
            </a:r>
          </a:p>
          <a:p>
            <a:pPr marL="12700">
              <a:spcBef>
                <a:spcPts val="95"/>
              </a:spcBef>
            </a:pPr>
            <a:endParaRPr lang="id-ID" sz="1400" b="1" kern="0" spc="-80" dirty="0">
              <a:latin typeface="Tahoma"/>
              <a:cs typeface="Tahoma"/>
            </a:endParaRPr>
          </a:p>
          <a:p>
            <a:pPr marL="298450" indent="-285750">
              <a:spcBef>
                <a:spcPts val="95"/>
              </a:spcBef>
              <a:buFont typeface="Wingdings" panose="05000000000000000000" pitchFamily="2" charset="2"/>
              <a:buChar char="§"/>
            </a:pPr>
            <a:r>
              <a:rPr lang="id-ID" sz="1400" b="1" kern="0" spc="-80" dirty="0">
                <a:latin typeface="Tahoma"/>
                <a:cs typeface="Tahoma"/>
              </a:rPr>
              <a:t>MUHAMMAD YASA MAULANA (201344024)</a:t>
            </a:r>
          </a:p>
          <a:p>
            <a:pPr marL="12700">
              <a:spcBef>
                <a:spcPts val="95"/>
              </a:spcBef>
            </a:pPr>
            <a:endParaRPr lang="id-ID" sz="1400" b="1" kern="0" spc="-80" dirty="0">
              <a:latin typeface="Tahoma"/>
              <a:cs typeface="Tahoma"/>
            </a:endParaRPr>
          </a:p>
          <a:p>
            <a:pPr marL="298450" indent="-285750">
              <a:spcBef>
                <a:spcPts val="95"/>
              </a:spcBef>
              <a:buFont typeface="Wingdings" panose="05000000000000000000" pitchFamily="2" charset="2"/>
              <a:buChar char="§"/>
            </a:pPr>
            <a:r>
              <a:rPr lang="id-ID" sz="1400" b="1" kern="0" spc="-80" dirty="0">
                <a:latin typeface="Tahoma"/>
                <a:cs typeface="Tahoma"/>
              </a:rPr>
              <a:t>RIZAL FADHILAH		(201344030)</a:t>
            </a:r>
            <a:endParaRPr lang="en-ID" sz="1400" kern="0" dirty="0">
              <a:latin typeface="Tahoma"/>
              <a:cs typeface="Tahoma"/>
            </a:endParaRPr>
          </a:p>
        </p:txBody>
      </p:sp>
      <p:grpSp>
        <p:nvGrpSpPr>
          <p:cNvPr id="20" name="object 30">
            <a:extLst>
              <a:ext uri="{FF2B5EF4-FFF2-40B4-BE49-F238E27FC236}">
                <a16:creationId xmlns:a16="http://schemas.microsoft.com/office/drawing/2014/main" id="{90D8A1DA-F749-65AF-9ECE-A7A739662397}"/>
              </a:ext>
            </a:extLst>
          </p:cNvPr>
          <p:cNvGrpSpPr/>
          <p:nvPr/>
        </p:nvGrpSpPr>
        <p:grpSpPr>
          <a:xfrm>
            <a:off x="7001256" y="1885950"/>
            <a:ext cx="1699260" cy="1699260"/>
            <a:chOff x="1478280" y="1190243"/>
            <a:chExt cx="1699260" cy="1699260"/>
          </a:xfrm>
        </p:grpSpPr>
        <p:pic>
          <p:nvPicPr>
            <p:cNvPr id="21" name="object 31">
              <a:extLst>
                <a:ext uri="{FF2B5EF4-FFF2-40B4-BE49-F238E27FC236}">
                  <a16:creationId xmlns:a16="http://schemas.microsoft.com/office/drawing/2014/main" id="{3091710A-F38E-89CF-378E-0F56A11B89F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8280" y="1190243"/>
              <a:ext cx="1699260" cy="1699260"/>
            </a:xfrm>
            <a:prstGeom prst="rect">
              <a:avLst/>
            </a:prstGeom>
          </p:spPr>
        </p:pic>
        <p:pic>
          <p:nvPicPr>
            <p:cNvPr id="23" name="object 32">
              <a:extLst>
                <a:ext uri="{FF2B5EF4-FFF2-40B4-BE49-F238E27FC236}">
                  <a16:creationId xmlns:a16="http://schemas.microsoft.com/office/drawing/2014/main" id="{5C5C6469-9789-F41E-3D21-DF321211B8E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37716" y="1231391"/>
              <a:ext cx="1584960" cy="1584960"/>
            </a:xfrm>
            <a:prstGeom prst="rect">
              <a:avLst/>
            </a:prstGeom>
          </p:spPr>
        </p:pic>
      </p:grpSp>
      <p:pic>
        <p:nvPicPr>
          <p:cNvPr id="24" name="object 30">
            <a:extLst>
              <a:ext uri="{FF2B5EF4-FFF2-40B4-BE49-F238E27FC236}">
                <a16:creationId xmlns:a16="http://schemas.microsoft.com/office/drawing/2014/main" id="{928993E8-7C5E-7834-D69D-EA066055EAB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05513" y="2673096"/>
            <a:ext cx="1760220" cy="1760220"/>
          </a:xfrm>
          <a:prstGeom prst="rect">
            <a:avLst/>
          </a:prstGeom>
        </p:spPr>
      </p:pic>
      <p:pic>
        <p:nvPicPr>
          <p:cNvPr id="25" name="object 42">
            <a:extLst>
              <a:ext uri="{FF2B5EF4-FFF2-40B4-BE49-F238E27FC236}">
                <a16:creationId xmlns:a16="http://schemas.microsoft.com/office/drawing/2014/main" id="{BDEE35CE-45B6-2D1A-BA8D-7F84FF6E61DE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89027" y="3052590"/>
            <a:ext cx="1570925" cy="1754867"/>
          </a:xfrm>
          <a:prstGeom prst="rect">
            <a:avLst/>
          </a:prstGeom>
        </p:spPr>
      </p:pic>
      <p:sp>
        <p:nvSpPr>
          <p:cNvPr id="26" name="object 20">
            <a:extLst>
              <a:ext uri="{FF2B5EF4-FFF2-40B4-BE49-F238E27FC236}">
                <a16:creationId xmlns:a16="http://schemas.microsoft.com/office/drawing/2014/main" id="{F26F899C-6F6D-09C3-A2F5-6F0B3B010715}"/>
              </a:ext>
            </a:extLst>
          </p:cNvPr>
          <p:cNvSpPr/>
          <p:nvPr/>
        </p:nvSpPr>
        <p:spPr>
          <a:xfrm flipV="1">
            <a:off x="838200" y="1849806"/>
            <a:ext cx="3505200" cy="106241"/>
          </a:xfrm>
          <a:custGeom>
            <a:avLst/>
            <a:gdLst/>
            <a:ahLst/>
            <a:cxnLst/>
            <a:rect l="l" t="t" r="r" b="b"/>
            <a:pathLst>
              <a:path w="341630">
                <a:moveTo>
                  <a:pt x="0" y="0"/>
                </a:moveTo>
                <a:lnTo>
                  <a:pt x="341096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0">
            <a:extLst>
              <a:ext uri="{FF2B5EF4-FFF2-40B4-BE49-F238E27FC236}">
                <a16:creationId xmlns:a16="http://schemas.microsoft.com/office/drawing/2014/main" id="{4FE0A291-DF3A-39FB-79CE-288170F4BE9E}"/>
              </a:ext>
            </a:extLst>
          </p:cNvPr>
          <p:cNvSpPr/>
          <p:nvPr/>
        </p:nvSpPr>
        <p:spPr>
          <a:xfrm flipV="1">
            <a:off x="822297" y="2304760"/>
            <a:ext cx="3505212" cy="106241"/>
          </a:xfrm>
          <a:custGeom>
            <a:avLst/>
            <a:gdLst/>
            <a:ahLst/>
            <a:cxnLst/>
            <a:rect l="l" t="t" r="r" b="b"/>
            <a:pathLst>
              <a:path w="341630">
                <a:moveTo>
                  <a:pt x="0" y="0"/>
                </a:moveTo>
                <a:lnTo>
                  <a:pt x="341096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0">
            <a:extLst>
              <a:ext uri="{FF2B5EF4-FFF2-40B4-BE49-F238E27FC236}">
                <a16:creationId xmlns:a16="http://schemas.microsoft.com/office/drawing/2014/main" id="{21C5B2A7-C4AF-2258-AEF2-23777CB64FBB}"/>
              </a:ext>
            </a:extLst>
          </p:cNvPr>
          <p:cNvSpPr/>
          <p:nvPr/>
        </p:nvSpPr>
        <p:spPr>
          <a:xfrm flipV="1">
            <a:off x="822297" y="2724150"/>
            <a:ext cx="3505212" cy="106241"/>
          </a:xfrm>
          <a:custGeom>
            <a:avLst/>
            <a:gdLst/>
            <a:ahLst/>
            <a:cxnLst/>
            <a:rect l="l" t="t" r="r" b="b"/>
            <a:pathLst>
              <a:path w="341630">
                <a:moveTo>
                  <a:pt x="0" y="0"/>
                </a:moveTo>
                <a:lnTo>
                  <a:pt x="341096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8F0D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19049" y="4861559"/>
            <a:ext cx="9182100" cy="302260"/>
            <a:chOff x="-19049" y="4861559"/>
            <a:chExt cx="9182100" cy="302260"/>
          </a:xfrm>
        </p:grpSpPr>
        <p:sp>
          <p:nvSpPr>
            <p:cNvPr id="4" name="object 4"/>
            <p:cNvSpPr/>
            <p:nvPr/>
          </p:nvSpPr>
          <p:spPr>
            <a:xfrm>
              <a:off x="7850886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1293114" y="262888"/>
                  </a:moveTo>
                  <a:lnTo>
                    <a:pt x="1293114" y="0"/>
                  </a:lnTo>
                  <a:lnTo>
                    <a:pt x="0" y="0"/>
                  </a:lnTo>
                  <a:lnTo>
                    <a:pt x="0" y="262888"/>
                  </a:lnTo>
                  <a:lnTo>
                    <a:pt x="1293114" y="262888"/>
                  </a:lnTo>
                  <a:close/>
                </a:path>
              </a:pathLst>
            </a:custGeom>
            <a:solidFill>
              <a:srgbClr val="157E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50886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1293114" y="0"/>
                  </a:moveTo>
                  <a:lnTo>
                    <a:pt x="0" y="0"/>
                  </a:lnTo>
                  <a:lnTo>
                    <a:pt x="0" y="26288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40246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1310640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40" y="263651"/>
                  </a:lnTo>
                  <a:lnTo>
                    <a:pt x="1310640" y="0"/>
                  </a:lnTo>
                  <a:close/>
                </a:path>
              </a:pathLst>
            </a:custGeom>
            <a:solidFill>
              <a:srgbClr val="49B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40246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0" y="263651"/>
                  </a:moveTo>
                  <a:lnTo>
                    <a:pt x="1310640" y="263651"/>
                  </a:lnTo>
                  <a:lnTo>
                    <a:pt x="1310640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28081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C0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28081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15917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0073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15917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05278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1310639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39" y="263651"/>
                  </a:lnTo>
                  <a:lnTo>
                    <a:pt x="1310639" y="0"/>
                  </a:lnTo>
                  <a:close/>
                </a:path>
              </a:pathLst>
            </a:custGeom>
            <a:solidFill>
              <a:srgbClr val="12AA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05278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0" y="263651"/>
                  </a:moveTo>
                  <a:lnTo>
                    <a:pt x="1310639" y="263651"/>
                  </a:lnTo>
                  <a:lnTo>
                    <a:pt x="1310639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93113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157B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93113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0" y="262888"/>
                  </a:moveTo>
                  <a:lnTo>
                    <a:pt x="1293113" y="262888"/>
                  </a:lnTo>
                  <a:lnTo>
                    <a:pt x="1293113" y="0"/>
                  </a:lnTo>
                  <a:lnTo>
                    <a:pt x="0" y="0"/>
                  </a:lnTo>
                  <a:lnTo>
                    <a:pt x="0" y="262888"/>
                  </a:lnTo>
                  <a:close/>
                </a:path>
              </a:pathLst>
            </a:custGeom>
            <a:solidFill>
              <a:srgbClr val="F78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1293113" y="262888"/>
                  </a:moveTo>
                  <a:lnTo>
                    <a:pt x="1293113" y="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403859" y="2136648"/>
            <a:ext cx="1755775" cy="1699260"/>
            <a:chOff x="403859" y="2136648"/>
            <a:chExt cx="1755775" cy="169926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859" y="2136648"/>
              <a:ext cx="1755648" cy="16992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3295" y="2176272"/>
              <a:ext cx="1641348" cy="1586483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3712590" y="479247"/>
            <a:ext cx="463931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50" dirty="0">
                <a:latin typeface="Tahoma"/>
                <a:cs typeface="Tahoma"/>
              </a:rPr>
              <a:t>TABLE</a:t>
            </a:r>
            <a:r>
              <a:rPr sz="3400" b="1" spc="-229" dirty="0">
                <a:latin typeface="Tahoma"/>
                <a:cs typeface="Tahoma"/>
              </a:rPr>
              <a:t> </a:t>
            </a:r>
            <a:r>
              <a:rPr sz="3400" b="1" spc="25" dirty="0">
                <a:latin typeface="Tahoma"/>
                <a:cs typeface="Tahoma"/>
              </a:rPr>
              <a:t>OF</a:t>
            </a:r>
            <a:r>
              <a:rPr sz="3400" b="1" spc="-229" dirty="0">
                <a:latin typeface="Tahoma"/>
                <a:cs typeface="Tahoma"/>
              </a:rPr>
              <a:t> </a:t>
            </a:r>
            <a:r>
              <a:rPr sz="3400" b="1" spc="55" dirty="0">
                <a:latin typeface="Tahoma"/>
                <a:cs typeface="Tahoma"/>
              </a:rPr>
              <a:t>CONTENTS</a:t>
            </a:r>
            <a:endParaRPr sz="34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26914" y="1211738"/>
            <a:ext cx="2386330" cy="65976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856615">
              <a:lnSpc>
                <a:spcPct val="100000"/>
              </a:lnSpc>
              <a:spcBef>
                <a:spcPts val="570"/>
              </a:spcBef>
            </a:pPr>
            <a:r>
              <a:rPr sz="2100" b="1" spc="-140" dirty="0">
                <a:latin typeface="Tahoma"/>
                <a:cs typeface="Tahoma"/>
              </a:rPr>
              <a:t>DEFINITION</a:t>
            </a:r>
            <a:endParaRPr sz="2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400" spc="-20" dirty="0">
                <a:latin typeface="Trebuchet MS"/>
                <a:cs typeface="Trebuchet MS"/>
              </a:rPr>
              <a:t>P</a:t>
            </a:r>
            <a:r>
              <a:rPr sz="1400" spc="-25" dirty="0">
                <a:latin typeface="Trebuchet MS"/>
                <a:cs typeface="Trebuchet MS"/>
              </a:rPr>
              <a:t>e</a:t>
            </a:r>
            <a:r>
              <a:rPr sz="1400" spc="-20" dirty="0">
                <a:latin typeface="Trebuchet MS"/>
                <a:cs typeface="Trebuchet MS"/>
              </a:rPr>
              <a:t>n</a:t>
            </a:r>
            <a:r>
              <a:rPr sz="1400" dirty="0">
                <a:latin typeface="Trebuchet MS"/>
                <a:cs typeface="Trebuchet MS"/>
              </a:rPr>
              <a:t>g</a:t>
            </a:r>
            <a:r>
              <a:rPr sz="1400" spc="-5" dirty="0">
                <a:latin typeface="Trebuchet MS"/>
                <a:cs typeface="Trebuchet MS"/>
              </a:rPr>
              <a:t>e</a:t>
            </a:r>
            <a:r>
              <a:rPr sz="1400" spc="-85" dirty="0">
                <a:latin typeface="Trebuchet MS"/>
                <a:cs typeface="Trebuchet MS"/>
              </a:rPr>
              <a:t>r</a:t>
            </a:r>
            <a:r>
              <a:rPr sz="1400" spc="-45" dirty="0">
                <a:latin typeface="Trebuchet MS"/>
                <a:cs typeface="Trebuchet MS"/>
              </a:rPr>
              <a:t>ti</a:t>
            </a:r>
            <a:r>
              <a:rPr sz="1400" spc="-80" dirty="0">
                <a:latin typeface="Trebuchet MS"/>
                <a:cs typeface="Trebuchet MS"/>
              </a:rPr>
              <a:t>a</a:t>
            </a:r>
            <a:r>
              <a:rPr sz="1400" dirty="0">
                <a:latin typeface="Trebuchet MS"/>
                <a:cs typeface="Trebuchet MS"/>
              </a:rPr>
              <a:t>n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35" dirty="0">
                <a:latin typeface="Trebuchet MS"/>
                <a:cs typeface="Trebuchet MS"/>
              </a:rPr>
              <a:t>C</a:t>
            </a:r>
            <a:r>
              <a:rPr sz="1400" spc="25" dirty="0">
                <a:latin typeface="Trebuchet MS"/>
                <a:cs typeface="Trebuchet MS"/>
              </a:rPr>
              <a:t>o</a:t>
            </a:r>
            <a:r>
              <a:rPr sz="1400" dirty="0">
                <a:latin typeface="Trebuchet MS"/>
                <a:cs typeface="Trebuchet MS"/>
              </a:rPr>
              <a:t>n</a:t>
            </a:r>
            <a:r>
              <a:rPr sz="1400" spc="-10" dirty="0">
                <a:latin typeface="Trebuchet MS"/>
                <a:cs typeface="Trebuchet MS"/>
              </a:rPr>
              <a:t>v</a:t>
            </a:r>
            <a:r>
              <a:rPr sz="1400" spc="-30" dirty="0">
                <a:latin typeface="Trebuchet MS"/>
                <a:cs typeface="Trebuchet MS"/>
              </a:rPr>
              <a:t>o</a:t>
            </a:r>
            <a:r>
              <a:rPr sz="1400" spc="-35" dirty="0">
                <a:latin typeface="Trebuchet MS"/>
                <a:cs typeface="Trebuchet MS"/>
              </a:rPr>
              <a:t>l</a:t>
            </a:r>
            <a:r>
              <a:rPr sz="1400" spc="-30" dirty="0">
                <a:latin typeface="Trebuchet MS"/>
                <a:cs typeface="Trebuchet MS"/>
              </a:rPr>
              <a:t>u</a:t>
            </a:r>
            <a:r>
              <a:rPr sz="1400" spc="-20" dirty="0">
                <a:latin typeface="Trebuchet MS"/>
                <a:cs typeface="Trebuchet MS"/>
              </a:rPr>
              <a:t>ti</a:t>
            </a:r>
            <a:r>
              <a:rPr sz="1400" spc="-50" dirty="0">
                <a:latin typeface="Trebuchet MS"/>
                <a:cs typeface="Trebuchet MS"/>
              </a:rPr>
              <a:t>o</a:t>
            </a:r>
            <a:r>
              <a:rPr sz="1400" spc="-15" dirty="0">
                <a:latin typeface="Trebuchet MS"/>
                <a:cs typeface="Trebuchet MS"/>
              </a:rPr>
              <a:t>n</a:t>
            </a:r>
            <a:r>
              <a:rPr sz="1400" spc="-25" dirty="0">
                <a:latin typeface="Trebuchet MS"/>
                <a:cs typeface="Trebuchet MS"/>
              </a:rPr>
              <a:t>a</a:t>
            </a:r>
            <a:r>
              <a:rPr sz="1400" spc="-100" dirty="0">
                <a:latin typeface="Trebuchet MS"/>
                <a:cs typeface="Trebuchet MS"/>
              </a:rPr>
              <a:t>l</a:t>
            </a:r>
            <a:r>
              <a:rPr sz="1400" spc="-125" dirty="0">
                <a:latin typeface="Trebuchet MS"/>
                <a:cs typeface="Trebuchet MS"/>
              </a:rPr>
              <a:t> </a:t>
            </a:r>
            <a:r>
              <a:rPr sz="1400" spc="35" dirty="0">
                <a:latin typeface="Trebuchet MS"/>
                <a:cs typeface="Trebuchet MS"/>
              </a:rPr>
              <a:t>C</a:t>
            </a:r>
            <a:r>
              <a:rPr sz="1400" spc="20" dirty="0">
                <a:latin typeface="Trebuchet MS"/>
                <a:cs typeface="Trebuchet MS"/>
              </a:rPr>
              <a:t>o</a:t>
            </a:r>
            <a:r>
              <a:rPr sz="1400" spc="-20" dirty="0">
                <a:latin typeface="Trebuchet MS"/>
                <a:cs typeface="Trebuchet MS"/>
              </a:rPr>
              <a:t>d</a:t>
            </a:r>
            <a:r>
              <a:rPr sz="1400" spc="-55" dirty="0">
                <a:latin typeface="Trebuchet MS"/>
                <a:cs typeface="Trebuchet MS"/>
              </a:rPr>
              <a:t>e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82946" y="2008790"/>
            <a:ext cx="2125345" cy="65976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906780">
              <a:lnSpc>
                <a:spcPct val="100000"/>
              </a:lnSpc>
              <a:spcBef>
                <a:spcPts val="570"/>
              </a:spcBef>
            </a:pPr>
            <a:r>
              <a:rPr sz="2100" b="1" spc="-50" dirty="0">
                <a:latin typeface="Tahoma"/>
                <a:cs typeface="Tahoma"/>
              </a:rPr>
              <a:t>HISTORY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400" spc="55" dirty="0">
                <a:latin typeface="Trebuchet MS"/>
                <a:cs typeface="Trebuchet MS"/>
              </a:rPr>
              <a:t>S</a:t>
            </a:r>
            <a:r>
              <a:rPr sz="1400" spc="-150" dirty="0">
                <a:latin typeface="Trebuchet MS"/>
                <a:cs typeface="Trebuchet MS"/>
              </a:rPr>
              <a:t>e</a:t>
            </a:r>
            <a:r>
              <a:rPr sz="1400" spc="-114" dirty="0">
                <a:latin typeface="Trebuchet MS"/>
                <a:cs typeface="Trebuchet MS"/>
              </a:rPr>
              <a:t>j</a:t>
            </a:r>
            <a:r>
              <a:rPr sz="1400" spc="-35" dirty="0">
                <a:latin typeface="Trebuchet MS"/>
                <a:cs typeface="Trebuchet MS"/>
              </a:rPr>
              <a:t>arah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25" dirty="0">
                <a:latin typeface="Trebuchet MS"/>
                <a:cs typeface="Trebuchet MS"/>
              </a:rPr>
              <a:t>Conv</a:t>
            </a:r>
            <a:r>
              <a:rPr sz="1400" spc="20" dirty="0">
                <a:latin typeface="Trebuchet MS"/>
                <a:cs typeface="Trebuchet MS"/>
              </a:rPr>
              <a:t>o</a:t>
            </a:r>
            <a:r>
              <a:rPr sz="1400" spc="-60" dirty="0">
                <a:latin typeface="Trebuchet MS"/>
                <a:cs typeface="Trebuchet MS"/>
              </a:rPr>
              <a:t>lut</a:t>
            </a:r>
            <a:r>
              <a:rPr sz="1400" spc="-10" dirty="0">
                <a:latin typeface="Trebuchet MS"/>
                <a:cs typeface="Trebuchet MS"/>
              </a:rPr>
              <a:t>i</a:t>
            </a:r>
            <a:r>
              <a:rPr sz="1400" spc="-40" dirty="0">
                <a:latin typeface="Trebuchet MS"/>
                <a:cs typeface="Trebuchet MS"/>
              </a:rPr>
              <a:t>o</a:t>
            </a:r>
            <a:r>
              <a:rPr sz="1400" spc="-45" dirty="0">
                <a:latin typeface="Trebuchet MS"/>
                <a:cs typeface="Trebuchet MS"/>
              </a:rPr>
              <a:t>nal</a:t>
            </a:r>
            <a:r>
              <a:rPr sz="1400" spc="-135" dirty="0">
                <a:latin typeface="Trebuchet MS"/>
                <a:cs typeface="Trebuchet MS"/>
              </a:rPr>
              <a:t> </a:t>
            </a:r>
            <a:r>
              <a:rPr sz="1400" spc="35" dirty="0">
                <a:latin typeface="Trebuchet MS"/>
                <a:cs typeface="Trebuchet MS"/>
              </a:rPr>
              <a:t>C</a:t>
            </a:r>
            <a:r>
              <a:rPr sz="1400" spc="20" dirty="0">
                <a:latin typeface="Trebuchet MS"/>
                <a:cs typeface="Trebuchet MS"/>
              </a:rPr>
              <a:t>o</a:t>
            </a:r>
            <a:r>
              <a:rPr sz="1400" spc="-20" dirty="0">
                <a:latin typeface="Trebuchet MS"/>
                <a:cs typeface="Trebuchet MS"/>
              </a:rPr>
              <a:t>d</a:t>
            </a:r>
            <a:r>
              <a:rPr sz="1400" spc="-55" dirty="0">
                <a:latin typeface="Trebuchet MS"/>
                <a:cs typeface="Trebuchet MS"/>
              </a:rPr>
              <a:t>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01544" y="2804904"/>
            <a:ext cx="4709795" cy="66103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504950">
              <a:lnSpc>
                <a:spcPct val="100000"/>
              </a:lnSpc>
              <a:spcBef>
                <a:spcPts val="575"/>
              </a:spcBef>
            </a:pPr>
            <a:r>
              <a:rPr sz="2100" b="1" spc="85" dirty="0">
                <a:latin typeface="Tahoma"/>
                <a:cs typeface="Tahoma"/>
              </a:rPr>
              <a:t>C</a:t>
            </a:r>
            <a:r>
              <a:rPr sz="2100" b="1" spc="105" dirty="0">
                <a:latin typeface="Tahoma"/>
                <a:cs typeface="Tahoma"/>
              </a:rPr>
              <a:t>O</a:t>
            </a:r>
            <a:r>
              <a:rPr sz="2100" b="1" spc="25" dirty="0">
                <a:latin typeface="Tahoma"/>
                <a:cs typeface="Tahoma"/>
              </a:rPr>
              <a:t>NV</a:t>
            </a:r>
            <a:r>
              <a:rPr sz="2100" b="1" spc="40" dirty="0">
                <a:latin typeface="Tahoma"/>
                <a:cs typeface="Tahoma"/>
              </a:rPr>
              <a:t>O</a:t>
            </a:r>
            <a:r>
              <a:rPr sz="2100" b="1" spc="-40" dirty="0">
                <a:latin typeface="Tahoma"/>
                <a:cs typeface="Tahoma"/>
              </a:rPr>
              <a:t>LUTIONA</a:t>
            </a:r>
            <a:r>
              <a:rPr sz="2100" b="1" spc="-30" dirty="0">
                <a:latin typeface="Tahoma"/>
                <a:cs typeface="Tahoma"/>
              </a:rPr>
              <a:t>L</a:t>
            </a:r>
            <a:r>
              <a:rPr sz="2100" b="1" spc="-170" dirty="0">
                <a:latin typeface="Tahoma"/>
                <a:cs typeface="Tahoma"/>
              </a:rPr>
              <a:t> </a:t>
            </a:r>
            <a:r>
              <a:rPr sz="2100" b="1" spc="85" dirty="0">
                <a:latin typeface="Tahoma"/>
                <a:cs typeface="Tahoma"/>
              </a:rPr>
              <a:t>C</a:t>
            </a:r>
            <a:r>
              <a:rPr sz="2100" b="1" spc="105" dirty="0">
                <a:latin typeface="Tahoma"/>
                <a:cs typeface="Tahoma"/>
              </a:rPr>
              <a:t>O</a:t>
            </a:r>
            <a:r>
              <a:rPr sz="2100" b="1" spc="-40" dirty="0">
                <a:latin typeface="Tahoma"/>
                <a:cs typeface="Tahoma"/>
              </a:rPr>
              <a:t>DE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400" spc="-35" dirty="0">
                <a:latin typeface="Trebuchet MS"/>
                <a:cs typeface="Trebuchet MS"/>
              </a:rPr>
              <a:t>Notasi,</a:t>
            </a:r>
            <a:r>
              <a:rPr sz="1400" spc="-120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Polinomial,</a:t>
            </a:r>
            <a:r>
              <a:rPr sz="1400" spc="-13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State</a:t>
            </a:r>
            <a:r>
              <a:rPr sz="1400" spc="-105" dirty="0">
                <a:latin typeface="Trebuchet MS"/>
                <a:cs typeface="Trebuchet MS"/>
              </a:rPr>
              <a:t> </a:t>
            </a:r>
            <a:r>
              <a:rPr sz="1400" spc="-80" dirty="0">
                <a:latin typeface="Trebuchet MS"/>
                <a:cs typeface="Trebuchet MS"/>
              </a:rPr>
              <a:t>table,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State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Diagram,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spc="-65" dirty="0">
                <a:latin typeface="Trebuchet MS"/>
                <a:cs typeface="Trebuchet MS"/>
              </a:rPr>
              <a:t>Trellis</a:t>
            </a:r>
            <a:r>
              <a:rPr sz="1400" spc="-90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Diagram,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99809" y="3601661"/>
            <a:ext cx="1310005" cy="66103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100" b="1" spc="60" dirty="0">
                <a:latin typeface="Tahoma"/>
                <a:cs typeface="Tahoma"/>
              </a:rPr>
              <a:t>EX</a:t>
            </a:r>
            <a:r>
              <a:rPr sz="2100" b="1" spc="55" dirty="0">
                <a:latin typeface="Tahoma"/>
                <a:cs typeface="Tahoma"/>
              </a:rPr>
              <a:t>A</a:t>
            </a:r>
            <a:r>
              <a:rPr sz="2100" b="1" spc="15" dirty="0">
                <a:latin typeface="Tahoma"/>
                <a:cs typeface="Tahoma"/>
              </a:rPr>
              <a:t>M</a:t>
            </a:r>
            <a:r>
              <a:rPr sz="2100" b="1" dirty="0">
                <a:latin typeface="Tahoma"/>
                <a:cs typeface="Tahoma"/>
              </a:rPr>
              <a:t>P</a:t>
            </a:r>
            <a:r>
              <a:rPr sz="2100" b="1" spc="-15" dirty="0">
                <a:latin typeface="Tahoma"/>
                <a:cs typeface="Tahoma"/>
              </a:rPr>
              <a:t>LE</a:t>
            </a:r>
            <a:endParaRPr sz="2100">
              <a:latin typeface="Tahoma"/>
              <a:cs typeface="Tahoma"/>
            </a:endParaRPr>
          </a:p>
          <a:p>
            <a:pPr marL="360045">
              <a:lnSpc>
                <a:spcPct val="100000"/>
              </a:lnSpc>
              <a:spcBef>
                <a:spcPts val="320"/>
              </a:spcBef>
            </a:pPr>
            <a:r>
              <a:rPr sz="1400" spc="20" dirty="0">
                <a:latin typeface="Trebuchet MS"/>
                <a:cs typeface="Trebuchet MS"/>
              </a:rPr>
              <a:t>Co</a:t>
            </a:r>
            <a:r>
              <a:rPr sz="1400" spc="25" dirty="0">
                <a:latin typeface="Trebuchet MS"/>
                <a:cs typeface="Trebuchet MS"/>
              </a:rPr>
              <a:t>n</a:t>
            </a:r>
            <a:r>
              <a:rPr sz="1400" spc="-45" dirty="0">
                <a:latin typeface="Trebuchet MS"/>
                <a:cs typeface="Trebuchet MS"/>
              </a:rPr>
              <a:t>t</a:t>
            </a:r>
            <a:r>
              <a:rPr sz="1400" spc="25" dirty="0">
                <a:latin typeface="Trebuchet MS"/>
                <a:cs typeface="Trebuchet MS"/>
              </a:rPr>
              <a:t>oh</a:t>
            </a:r>
            <a:r>
              <a:rPr sz="1400" spc="-135" dirty="0">
                <a:latin typeface="Trebuchet MS"/>
                <a:cs typeface="Trebuchet MS"/>
              </a:rPr>
              <a:t> </a:t>
            </a:r>
            <a:r>
              <a:rPr sz="1400" spc="55" dirty="0">
                <a:latin typeface="Trebuchet MS"/>
                <a:cs typeface="Trebuchet MS"/>
              </a:rPr>
              <a:t>S</a:t>
            </a:r>
            <a:r>
              <a:rPr sz="1400" spc="-30" dirty="0">
                <a:latin typeface="Trebuchet MS"/>
                <a:cs typeface="Trebuchet MS"/>
              </a:rPr>
              <a:t>oal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772145" y="1217498"/>
            <a:ext cx="51879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1" spc="-165" dirty="0">
                <a:solidFill>
                  <a:srgbClr val="12AAC6"/>
                </a:solidFill>
                <a:latin typeface="Tahoma"/>
                <a:cs typeface="Tahoma"/>
              </a:rPr>
              <a:t>01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743190" y="2014854"/>
            <a:ext cx="57785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1" spc="65" dirty="0">
                <a:solidFill>
                  <a:srgbClr val="12AAC6"/>
                </a:solidFill>
                <a:latin typeface="Tahoma"/>
                <a:cs typeface="Tahoma"/>
              </a:rPr>
              <a:t>02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737093" y="2811221"/>
            <a:ext cx="59055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1" spc="114" dirty="0">
                <a:solidFill>
                  <a:srgbClr val="12AAC6"/>
                </a:solidFill>
                <a:latin typeface="Tahoma"/>
                <a:cs typeface="Tahoma"/>
              </a:rPr>
              <a:t>03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734045" y="3608628"/>
            <a:ext cx="59817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1" spc="145" dirty="0">
                <a:solidFill>
                  <a:srgbClr val="12AAC6"/>
                </a:solidFill>
                <a:latin typeface="Tahoma"/>
                <a:cs typeface="Tahoma"/>
              </a:rPr>
              <a:t>04</a:t>
            </a:r>
            <a:endParaRPr sz="3300">
              <a:latin typeface="Tahoma"/>
              <a:cs typeface="Tahom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478280" y="1190243"/>
            <a:ext cx="1699260" cy="1699260"/>
            <a:chOff x="1478280" y="1190243"/>
            <a:chExt cx="1699260" cy="1699260"/>
          </a:xfrm>
        </p:grpSpPr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8280" y="1190243"/>
              <a:ext cx="1699260" cy="169926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7716" y="1231391"/>
              <a:ext cx="1584960" cy="1584960"/>
            </a:xfrm>
            <a:prstGeom prst="rect">
              <a:avLst/>
            </a:prstGeom>
          </p:spPr>
        </p:pic>
      </p:grpSp>
      <p:sp>
        <p:nvSpPr>
          <p:cNvPr id="33" name="object 33"/>
          <p:cNvSpPr/>
          <p:nvPr/>
        </p:nvSpPr>
        <p:spPr>
          <a:xfrm>
            <a:off x="7751826" y="1799082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228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751826" y="2602229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228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751826" y="3393185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228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751826" y="4190238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228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49" y="0"/>
            <a:ext cx="9182100" cy="302260"/>
            <a:chOff x="-19049" y="0"/>
            <a:chExt cx="9182100" cy="302260"/>
          </a:xfrm>
        </p:grpSpPr>
        <p:sp>
          <p:nvSpPr>
            <p:cNvPr id="3" name="object 3"/>
            <p:cNvSpPr/>
            <p:nvPr/>
          </p:nvSpPr>
          <p:spPr>
            <a:xfrm>
              <a:off x="7850886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0" y="263651"/>
                  </a:moveTo>
                  <a:lnTo>
                    <a:pt x="1293114" y="263651"/>
                  </a:lnTo>
                  <a:lnTo>
                    <a:pt x="129311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solidFill>
              <a:srgbClr val="157E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850886" y="245364"/>
              <a:ext cx="1293495" cy="38100"/>
            </a:xfrm>
            <a:custGeom>
              <a:avLst/>
              <a:gdLst/>
              <a:ahLst/>
              <a:cxnLst/>
              <a:rect l="l" t="t" r="r" b="b"/>
              <a:pathLst>
                <a:path w="1293495" h="38100">
                  <a:moveTo>
                    <a:pt x="0" y="38100"/>
                  </a:moveTo>
                  <a:lnTo>
                    <a:pt x="1293114" y="38100"/>
                  </a:lnTo>
                  <a:lnTo>
                    <a:pt x="1293114" y="0"/>
                  </a:lnTo>
                  <a:lnTo>
                    <a:pt x="0" y="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50886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1293114" y="0"/>
                  </a:moveTo>
                  <a:lnTo>
                    <a:pt x="0" y="0"/>
                  </a:lnTo>
                  <a:lnTo>
                    <a:pt x="0" y="26365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40246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1310640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40" y="263651"/>
                  </a:lnTo>
                  <a:lnTo>
                    <a:pt x="1310640" y="0"/>
                  </a:lnTo>
                  <a:close/>
                </a:path>
              </a:pathLst>
            </a:custGeom>
            <a:solidFill>
              <a:srgbClr val="49B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40246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0" y="263651"/>
                  </a:moveTo>
                  <a:lnTo>
                    <a:pt x="1310640" y="263651"/>
                  </a:lnTo>
                  <a:lnTo>
                    <a:pt x="1310640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28081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C0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28081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15917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0073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15917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05278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1310639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39" y="263651"/>
                  </a:lnTo>
                  <a:lnTo>
                    <a:pt x="1310639" y="0"/>
                  </a:lnTo>
                  <a:close/>
                </a:path>
              </a:pathLst>
            </a:custGeom>
            <a:solidFill>
              <a:srgbClr val="12AA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05278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0" y="263651"/>
                  </a:moveTo>
                  <a:lnTo>
                    <a:pt x="1310639" y="263651"/>
                  </a:lnTo>
                  <a:lnTo>
                    <a:pt x="1310639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93113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157B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93113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1293113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293113" y="263651"/>
                  </a:lnTo>
                  <a:lnTo>
                    <a:pt x="1293113" y="0"/>
                  </a:lnTo>
                  <a:close/>
                </a:path>
              </a:pathLst>
            </a:custGeom>
            <a:solidFill>
              <a:srgbClr val="F78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0" y="263651"/>
                  </a:moveTo>
                  <a:lnTo>
                    <a:pt x="1293113" y="263651"/>
                  </a:lnTo>
                  <a:lnTo>
                    <a:pt x="1293113" y="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91972" y="2435478"/>
            <a:ext cx="29102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65" dirty="0">
                <a:latin typeface="Tahoma"/>
                <a:cs typeface="Tahoma"/>
              </a:rPr>
              <a:t>DEFINITION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1972" y="3657727"/>
            <a:ext cx="9594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45" dirty="0">
                <a:latin typeface="Trebuchet MS"/>
                <a:cs typeface="Trebuchet MS"/>
              </a:rPr>
              <a:t>Pengertia</a:t>
            </a:r>
            <a:r>
              <a:rPr sz="1600" spc="-5" dirty="0">
                <a:latin typeface="Trebuchet MS"/>
                <a:cs typeface="Trebuchet MS"/>
              </a:rPr>
              <a:t>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791972" y="752678"/>
            <a:ext cx="1147445" cy="1169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0" b="1" u="heavy" spc="-365" dirty="0">
                <a:solidFill>
                  <a:srgbClr val="12AAC6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01</a:t>
            </a:r>
            <a:endParaRPr sz="75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895088" y="1126236"/>
            <a:ext cx="3910965" cy="2905125"/>
            <a:chOff x="4895088" y="1126236"/>
            <a:chExt cx="3910965" cy="2905125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95088" y="2147328"/>
              <a:ext cx="1732788" cy="188366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6048" y="2187563"/>
              <a:ext cx="1617405" cy="176885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97880" y="1126236"/>
              <a:ext cx="1839468" cy="183794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57316" y="1167384"/>
              <a:ext cx="1725167" cy="172364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72883" y="2022360"/>
              <a:ext cx="1732787" cy="19659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151833" y="2082501"/>
              <a:ext cx="1579245" cy="1812289"/>
            </a:xfrm>
            <a:custGeom>
              <a:avLst/>
              <a:gdLst/>
              <a:ahLst/>
              <a:cxnLst/>
              <a:rect l="l" t="t" r="r" b="b"/>
              <a:pathLst>
                <a:path w="1579245" h="1812289">
                  <a:moveTo>
                    <a:pt x="607123" y="0"/>
                  </a:moveTo>
                  <a:lnTo>
                    <a:pt x="560874" y="868"/>
                  </a:lnTo>
                  <a:lnTo>
                    <a:pt x="516667" y="11773"/>
                  </a:lnTo>
                  <a:lnTo>
                    <a:pt x="476074" y="31934"/>
                  </a:lnTo>
                  <a:lnTo>
                    <a:pt x="440669" y="60567"/>
                  </a:lnTo>
                  <a:lnTo>
                    <a:pt x="412024" y="96892"/>
                  </a:lnTo>
                  <a:lnTo>
                    <a:pt x="391712" y="140125"/>
                  </a:lnTo>
                  <a:lnTo>
                    <a:pt x="9950" y="1276013"/>
                  </a:lnTo>
                  <a:lnTo>
                    <a:pt x="0" y="1322731"/>
                  </a:lnTo>
                  <a:lnTo>
                    <a:pt x="868" y="1368980"/>
                  </a:lnTo>
                  <a:lnTo>
                    <a:pt x="11773" y="1413187"/>
                  </a:lnTo>
                  <a:lnTo>
                    <a:pt x="31934" y="1453779"/>
                  </a:lnTo>
                  <a:lnTo>
                    <a:pt x="60567" y="1489184"/>
                  </a:lnTo>
                  <a:lnTo>
                    <a:pt x="96892" y="1517829"/>
                  </a:lnTo>
                  <a:lnTo>
                    <a:pt x="140125" y="1538141"/>
                  </a:lnTo>
                  <a:lnTo>
                    <a:pt x="924858" y="1801870"/>
                  </a:lnTo>
                  <a:lnTo>
                    <a:pt x="971576" y="1811804"/>
                  </a:lnTo>
                  <a:lnTo>
                    <a:pt x="1017825" y="1810920"/>
                  </a:lnTo>
                  <a:lnTo>
                    <a:pt x="1062032" y="1800001"/>
                  </a:lnTo>
                  <a:lnTo>
                    <a:pt x="1102624" y="1779828"/>
                  </a:lnTo>
                  <a:lnTo>
                    <a:pt x="1138029" y="1751185"/>
                  </a:lnTo>
                  <a:lnTo>
                    <a:pt x="1166674" y="1714854"/>
                  </a:lnTo>
                  <a:lnTo>
                    <a:pt x="1186986" y="1671618"/>
                  </a:lnTo>
                  <a:lnTo>
                    <a:pt x="1568748" y="535730"/>
                  </a:lnTo>
                  <a:lnTo>
                    <a:pt x="1578652" y="489013"/>
                  </a:lnTo>
                  <a:lnTo>
                    <a:pt x="1577750" y="442764"/>
                  </a:lnTo>
                  <a:lnTo>
                    <a:pt x="1566822" y="398557"/>
                  </a:lnTo>
                  <a:lnTo>
                    <a:pt x="1546648" y="357964"/>
                  </a:lnTo>
                  <a:lnTo>
                    <a:pt x="1518008" y="322559"/>
                  </a:lnTo>
                  <a:lnTo>
                    <a:pt x="1481680" y="293914"/>
                  </a:lnTo>
                  <a:lnTo>
                    <a:pt x="1438446" y="273602"/>
                  </a:lnTo>
                  <a:lnTo>
                    <a:pt x="653840" y="9950"/>
                  </a:lnTo>
                  <a:lnTo>
                    <a:pt x="6071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151833" y="2082501"/>
              <a:ext cx="1579245" cy="1812289"/>
            </a:xfrm>
            <a:custGeom>
              <a:avLst/>
              <a:gdLst/>
              <a:ahLst/>
              <a:cxnLst/>
              <a:rect l="l" t="t" r="r" b="b"/>
              <a:pathLst>
                <a:path w="1579245" h="1812289">
                  <a:moveTo>
                    <a:pt x="391712" y="140125"/>
                  </a:moveTo>
                  <a:lnTo>
                    <a:pt x="412024" y="96892"/>
                  </a:lnTo>
                  <a:lnTo>
                    <a:pt x="440669" y="60567"/>
                  </a:lnTo>
                  <a:lnTo>
                    <a:pt x="476074" y="31934"/>
                  </a:lnTo>
                  <a:lnTo>
                    <a:pt x="516667" y="11773"/>
                  </a:lnTo>
                  <a:lnTo>
                    <a:pt x="560874" y="868"/>
                  </a:lnTo>
                  <a:lnTo>
                    <a:pt x="607123" y="0"/>
                  </a:lnTo>
                  <a:lnTo>
                    <a:pt x="653840" y="9950"/>
                  </a:lnTo>
                  <a:lnTo>
                    <a:pt x="1438446" y="273602"/>
                  </a:lnTo>
                  <a:lnTo>
                    <a:pt x="1481680" y="293914"/>
                  </a:lnTo>
                  <a:lnTo>
                    <a:pt x="1518008" y="322559"/>
                  </a:lnTo>
                  <a:lnTo>
                    <a:pt x="1546648" y="357964"/>
                  </a:lnTo>
                  <a:lnTo>
                    <a:pt x="1566822" y="398557"/>
                  </a:lnTo>
                  <a:lnTo>
                    <a:pt x="1577750" y="442764"/>
                  </a:lnTo>
                  <a:lnTo>
                    <a:pt x="1578652" y="489013"/>
                  </a:lnTo>
                  <a:lnTo>
                    <a:pt x="1568748" y="535730"/>
                  </a:lnTo>
                  <a:lnTo>
                    <a:pt x="1186986" y="1671618"/>
                  </a:lnTo>
                  <a:lnTo>
                    <a:pt x="1166674" y="1714854"/>
                  </a:lnTo>
                  <a:lnTo>
                    <a:pt x="1138029" y="1751185"/>
                  </a:lnTo>
                  <a:lnTo>
                    <a:pt x="1102624" y="1779828"/>
                  </a:lnTo>
                  <a:lnTo>
                    <a:pt x="1062032" y="1800001"/>
                  </a:lnTo>
                  <a:lnTo>
                    <a:pt x="1017825" y="1810920"/>
                  </a:lnTo>
                  <a:lnTo>
                    <a:pt x="971576" y="1811804"/>
                  </a:lnTo>
                  <a:lnTo>
                    <a:pt x="924858" y="1801870"/>
                  </a:lnTo>
                  <a:lnTo>
                    <a:pt x="140125" y="1538141"/>
                  </a:lnTo>
                  <a:lnTo>
                    <a:pt x="96892" y="1517829"/>
                  </a:lnTo>
                  <a:lnTo>
                    <a:pt x="60567" y="1489184"/>
                  </a:lnTo>
                  <a:lnTo>
                    <a:pt x="31934" y="1453779"/>
                  </a:lnTo>
                  <a:lnTo>
                    <a:pt x="11773" y="1413187"/>
                  </a:lnTo>
                  <a:lnTo>
                    <a:pt x="868" y="1368980"/>
                  </a:lnTo>
                  <a:lnTo>
                    <a:pt x="0" y="1322731"/>
                  </a:lnTo>
                  <a:lnTo>
                    <a:pt x="9950" y="1276013"/>
                  </a:lnTo>
                  <a:lnTo>
                    <a:pt x="391712" y="14012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382383" y="2414777"/>
              <a:ext cx="1092200" cy="1224915"/>
            </a:xfrm>
            <a:custGeom>
              <a:avLst/>
              <a:gdLst/>
              <a:ahLst/>
              <a:cxnLst/>
              <a:rect l="l" t="t" r="r" b="b"/>
              <a:pathLst>
                <a:path w="1092200" h="1224914">
                  <a:moveTo>
                    <a:pt x="324866" y="0"/>
                  </a:moveTo>
                  <a:lnTo>
                    <a:pt x="0" y="966724"/>
                  </a:lnTo>
                  <a:lnTo>
                    <a:pt x="766699" y="1224407"/>
                  </a:lnTo>
                  <a:lnTo>
                    <a:pt x="1091692" y="257683"/>
                  </a:lnTo>
                  <a:lnTo>
                    <a:pt x="3248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655305" y="2414777"/>
              <a:ext cx="819150" cy="412750"/>
            </a:xfrm>
            <a:custGeom>
              <a:avLst/>
              <a:gdLst/>
              <a:ahLst/>
              <a:cxnLst/>
              <a:rect l="l" t="t" r="r" b="b"/>
              <a:pathLst>
                <a:path w="819150" h="412750">
                  <a:moveTo>
                    <a:pt x="51943" y="0"/>
                  </a:moveTo>
                  <a:lnTo>
                    <a:pt x="0" y="154813"/>
                  </a:lnTo>
                  <a:lnTo>
                    <a:pt x="766699" y="412496"/>
                  </a:lnTo>
                  <a:lnTo>
                    <a:pt x="818769" y="257683"/>
                  </a:lnTo>
                  <a:lnTo>
                    <a:pt x="51943" y="0"/>
                  </a:lnTo>
                  <a:close/>
                </a:path>
              </a:pathLst>
            </a:custGeom>
            <a:solidFill>
              <a:srgbClr val="C0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327125" y="2335428"/>
              <a:ext cx="1202690" cy="1383665"/>
            </a:xfrm>
            <a:custGeom>
              <a:avLst/>
              <a:gdLst/>
              <a:ahLst/>
              <a:cxnLst/>
              <a:rect l="l" t="t" r="r" b="b"/>
              <a:pathLst>
                <a:path w="1202690" h="1383664">
                  <a:moveTo>
                    <a:pt x="851166" y="1339913"/>
                  </a:moveTo>
                  <a:lnTo>
                    <a:pt x="821956" y="1303756"/>
                  </a:lnTo>
                  <a:lnTo>
                    <a:pt x="55257" y="1046073"/>
                  </a:lnTo>
                  <a:lnTo>
                    <a:pt x="38544" y="1043851"/>
                  </a:lnTo>
                  <a:lnTo>
                    <a:pt x="22910" y="1047838"/>
                  </a:lnTo>
                  <a:lnTo>
                    <a:pt x="10121" y="1057236"/>
                  </a:lnTo>
                  <a:lnTo>
                    <a:pt x="1917" y="1071219"/>
                  </a:lnTo>
                  <a:lnTo>
                    <a:pt x="0" y="1087386"/>
                  </a:lnTo>
                  <a:lnTo>
                    <a:pt x="4521" y="1102563"/>
                  </a:lnTo>
                  <a:lnTo>
                    <a:pt x="14554" y="1115123"/>
                  </a:lnTo>
                  <a:lnTo>
                    <a:pt x="29222" y="1123416"/>
                  </a:lnTo>
                  <a:lnTo>
                    <a:pt x="795921" y="1381099"/>
                  </a:lnTo>
                  <a:lnTo>
                    <a:pt x="812609" y="1383372"/>
                  </a:lnTo>
                  <a:lnTo>
                    <a:pt x="828205" y="1379448"/>
                  </a:lnTo>
                  <a:lnTo>
                    <a:pt x="840994" y="1370101"/>
                  </a:lnTo>
                  <a:lnTo>
                    <a:pt x="849261" y="1356080"/>
                  </a:lnTo>
                  <a:lnTo>
                    <a:pt x="851166" y="1339913"/>
                  </a:lnTo>
                  <a:close/>
                </a:path>
                <a:path w="1202690" h="1383664">
                  <a:moveTo>
                    <a:pt x="1202067" y="295935"/>
                  </a:moveTo>
                  <a:lnTo>
                    <a:pt x="1172857" y="259943"/>
                  </a:lnTo>
                  <a:lnTo>
                    <a:pt x="406031" y="2260"/>
                  </a:lnTo>
                  <a:lnTo>
                    <a:pt x="389382" y="0"/>
                  </a:lnTo>
                  <a:lnTo>
                    <a:pt x="373799" y="3911"/>
                  </a:lnTo>
                  <a:lnTo>
                    <a:pt x="361022" y="13271"/>
                  </a:lnTo>
                  <a:lnTo>
                    <a:pt x="352818" y="27279"/>
                  </a:lnTo>
                  <a:lnTo>
                    <a:pt x="350901" y="43383"/>
                  </a:lnTo>
                  <a:lnTo>
                    <a:pt x="355422" y="58559"/>
                  </a:lnTo>
                  <a:lnTo>
                    <a:pt x="365455" y="71107"/>
                  </a:lnTo>
                  <a:lnTo>
                    <a:pt x="380123" y="79349"/>
                  </a:lnTo>
                  <a:lnTo>
                    <a:pt x="1146949" y="337032"/>
                  </a:lnTo>
                  <a:lnTo>
                    <a:pt x="1163586" y="339305"/>
                  </a:lnTo>
                  <a:lnTo>
                    <a:pt x="1179169" y="335381"/>
                  </a:lnTo>
                  <a:lnTo>
                    <a:pt x="1191945" y="326034"/>
                  </a:lnTo>
                  <a:lnTo>
                    <a:pt x="1200162" y="312013"/>
                  </a:lnTo>
                  <a:lnTo>
                    <a:pt x="1202067" y="295935"/>
                  </a:lnTo>
                  <a:close/>
                </a:path>
              </a:pathLst>
            </a:custGeom>
            <a:solidFill>
              <a:srgbClr val="157B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82383" y="3226943"/>
              <a:ext cx="819150" cy="412750"/>
            </a:xfrm>
            <a:custGeom>
              <a:avLst/>
              <a:gdLst/>
              <a:ahLst/>
              <a:cxnLst/>
              <a:rect l="l" t="t" r="r" b="b"/>
              <a:pathLst>
                <a:path w="819150" h="412750">
                  <a:moveTo>
                    <a:pt x="51943" y="0"/>
                  </a:moveTo>
                  <a:lnTo>
                    <a:pt x="0" y="154558"/>
                  </a:lnTo>
                  <a:lnTo>
                    <a:pt x="766699" y="412241"/>
                  </a:lnTo>
                  <a:lnTo>
                    <a:pt x="818642" y="257682"/>
                  </a:lnTo>
                  <a:lnTo>
                    <a:pt x="51943" y="0"/>
                  </a:lnTo>
                  <a:close/>
                </a:path>
              </a:pathLst>
            </a:custGeom>
            <a:solidFill>
              <a:srgbClr val="C0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177148" y="2420631"/>
              <a:ext cx="257175" cy="147955"/>
            </a:xfrm>
            <a:custGeom>
              <a:avLst/>
              <a:gdLst/>
              <a:ahLst/>
              <a:cxnLst/>
              <a:rect l="l" t="t" r="r" b="b"/>
              <a:pathLst>
                <a:path w="257175" h="147955">
                  <a:moveTo>
                    <a:pt x="48992" y="0"/>
                  </a:moveTo>
                  <a:lnTo>
                    <a:pt x="33639" y="4242"/>
                  </a:lnTo>
                  <a:lnTo>
                    <a:pt x="21024" y="13914"/>
                  </a:lnTo>
                  <a:lnTo>
                    <a:pt x="12826" y="28182"/>
                  </a:lnTo>
                  <a:lnTo>
                    <a:pt x="0" y="66155"/>
                  </a:lnTo>
                  <a:lnTo>
                    <a:pt x="241934" y="147562"/>
                  </a:lnTo>
                  <a:lnTo>
                    <a:pt x="254761" y="109589"/>
                  </a:lnTo>
                  <a:lnTo>
                    <a:pt x="256853" y="93174"/>
                  </a:lnTo>
                  <a:lnTo>
                    <a:pt x="252634" y="77807"/>
                  </a:lnTo>
                  <a:lnTo>
                    <a:pt x="242939" y="65154"/>
                  </a:lnTo>
                  <a:lnTo>
                    <a:pt x="228600" y="56884"/>
                  </a:lnTo>
                  <a:lnTo>
                    <a:pt x="65404" y="2020"/>
                  </a:lnTo>
                  <a:lnTo>
                    <a:pt x="48992" y="0"/>
                  </a:lnTo>
                  <a:close/>
                </a:path>
              </a:pathLst>
            </a:custGeom>
            <a:solidFill>
              <a:srgbClr val="157B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757570" y="2840736"/>
              <a:ext cx="303530" cy="389255"/>
            </a:xfrm>
            <a:custGeom>
              <a:avLst/>
              <a:gdLst/>
              <a:ahLst/>
              <a:cxnLst/>
              <a:rect l="l" t="t" r="r" b="b"/>
              <a:pathLst>
                <a:path w="303529" h="389255">
                  <a:moveTo>
                    <a:pt x="228697" y="0"/>
                  </a:moveTo>
                  <a:lnTo>
                    <a:pt x="189159" y="22268"/>
                  </a:lnTo>
                  <a:lnTo>
                    <a:pt x="148574" y="49581"/>
                  </a:lnTo>
                  <a:lnTo>
                    <a:pt x="104158" y="82391"/>
                  </a:lnTo>
                  <a:lnTo>
                    <a:pt x="61890" y="118227"/>
                  </a:lnTo>
                  <a:lnTo>
                    <a:pt x="27750" y="154621"/>
                  </a:lnTo>
                  <a:lnTo>
                    <a:pt x="7717" y="189102"/>
                  </a:lnTo>
                  <a:lnTo>
                    <a:pt x="0" y="236646"/>
                  </a:lnTo>
                  <a:lnTo>
                    <a:pt x="7485" y="282696"/>
                  </a:lnTo>
                  <a:lnTo>
                    <a:pt x="28584" y="324114"/>
                  </a:lnTo>
                  <a:lnTo>
                    <a:pt x="61703" y="357759"/>
                  </a:lnTo>
                  <a:lnTo>
                    <a:pt x="105253" y="380491"/>
                  </a:lnTo>
                  <a:lnTo>
                    <a:pt x="153752" y="388704"/>
                  </a:lnTo>
                  <a:lnTo>
                    <a:pt x="200513" y="381908"/>
                  </a:lnTo>
                  <a:lnTo>
                    <a:pt x="242367" y="361646"/>
                  </a:lnTo>
                  <a:lnTo>
                    <a:pt x="276144" y="329460"/>
                  </a:lnTo>
                  <a:lnTo>
                    <a:pt x="298674" y="286893"/>
                  </a:lnTo>
                  <a:lnTo>
                    <a:pt x="303527" y="247309"/>
                  </a:lnTo>
                  <a:lnTo>
                    <a:pt x="298298" y="197682"/>
                  </a:lnTo>
                  <a:lnTo>
                    <a:pt x="286260" y="143589"/>
                  </a:lnTo>
                  <a:lnTo>
                    <a:pt x="270687" y="90607"/>
                  </a:lnTo>
                  <a:lnTo>
                    <a:pt x="254853" y="44314"/>
                  </a:lnTo>
                  <a:lnTo>
                    <a:pt x="240254" y="5841"/>
                  </a:lnTo>
                  <a:lnTo>
                    <a:pt x="232761" y="1396"/>
                  </a:lnTo>
                  <a:lnTo>
                    <a:pt x="228697" y="0"/>
                  </a:lnTo>
                  <a:close/>
                </a:path>
              </a:pathLst>
            </a:custGeom>
            <a:solidFill>
              <a:srgbClr val="12AA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308050" y="2316303"/>
              <a:ext cx="1240790" cy="1421765"/>
            </a:xfrm>
            <a:custGeom>
              <a:avLst/>
              <a:gdLst/>
              <a:ahLst/>
              <a:cxnLst/>
              <a:rect l="l" t="t" r="r" b="b"/>
              <a:pathLst>
                <a:path w="1240790" h="1421764">
                  <a:moveTo>
                    <a:pt x="407025" y="0"/>
                  </a:moveTo>
                  <a:lnTo>
                    <a:pt x="384371" y="5907"/>
                  </a:lnTo>
                  <a:lnTo>
                    <a:pt x="365765" y="19744"/>
                  </a:lnTo>
                  <a:lnTo>
                    <a:pt x="353732" y="40308"/>
                  </a:lnTo>
                  <a:lnTo>
                    <a:pt x="350742" y="59259"/>
                  </a:lnTo>
                  <a:lnTo>
                    <a:pt x="353907" y="77710"/>
                  </a:lnTo>
                  <a:lnTo>
                    <a:pt x="362573" y="94351"/>
                  </a:lnTo>
                  <a:lnTo>
                    <a:pt x="376084" y="107872"/>
                  </a:lnTo>
                  <a:lnTo>
                    <a:pt x="61505" y="1043862"/>
                  </a:lnTo>
                  <a:lnTo>
                    <a:pt x="11928" y="1067222"/>
                  </a:lnTo>
                  <a:lnTo>
                    <a:pt x="0" y="1107838"/>
                  </a:lnTo>
                  <a:lnTo>
                    <a:pt x="6467" y="1130095"/>
                  </a:lnTo>
                  <a:lnTo>
                    <a:pt x="20958" y="1148542"/>
                  </a:lnTo>
                  <a:lnTo>
                    <a:pt x="42201" y="1160702"/>
                  </a:lnTo>
                  <a:lnTo>
                    <a:pt x="808900" y="1418385"/>
                  </a:lnTo>
                  <a:lnTo>
                    <a:pt x="833151" y="1421538"/>
                  </a:lnTo>
                  <a:lnTo>
                    <a:pt x="855843" y="1415607"/>
                  </a:lnTo>
                  <a:lnTo>
                    <a:pt x="874462" y="1401794"/>
                  </a:lnTo>
                  <a:lnTo>
                    <a:pt x="885162" y="1383575"/>
                  </a:lnTo>
                  <a:lnTo>
                    <a:pt x="830244" y="1383575"/>
                  </a:lnTo>
                  <a:lnTo>
                    <a:pt x="821092" y="1382317"/>
                  </a:lnTo>
                  <a:lnTo>
                    <a:pt x="54393" y="1124507"/>
                  </a:lnTo>
                  <a:lnTo>
                    <a:pt x="46313" y="1120014"/>
                  </a:lnTo>
                  <a:lnTo>
                    <a:pt x="40709" y="1113236"/>
                  </a:lnTo>
                  <a:lnTo>
                    <a:pt x="38105" y="1105076"/>
                  </a:lnTo>
                  <a:lnTo>
                    <a:pt x="39026" y="1096440"/>
                  </a:lnTo>
                  <a:lnTo>
                    <a:pt x="43537" y="1089036"/>
                  </a:lnTo>
                  <a:lnTo>
                    <a:pt x="50536" y="1084073"/>
                  </a:lnTo>
                  <a:lnTo>
                    <a:pt x="59082" y="1081992"/>
                  </a:lnTo>
                  <a:lnTo>
                    <a:pt x="183915" y="1081992"/>
                  </a:lnTo>
                  <a:lnTo>
                    <a:pt x="98462" y="1053260"/>
                  </a:lnTo>
                  <a:lnTo>
                    <a:pt x="138340" y="934769"/>
                  </a:lnTo>
                  <a:lnTo>
                    <a:pt x="258187" y="934769"/>
                  </a:lnTo>
                  <a:lnTo>
                    <a:pt x="150532" y="898574"/>
                  </a:lnTo>
                  <a:lnTo>
                    <a:pt x="359193" y="277417"/>
                  </a:lnTo>
                  <a:lnTo>
                    <a:pt x="479090" y="277417"/>
                  </a:lnTo>
                  <a:lnTo>
                    <a:pt x="371385" y="241222"/>
                  </a:lnTo>
                  <a:lnTo>
                    <a:pt x="411263" y="122731"/>
                  </a:lnTo>
                  <a:lnTo>
                    <a:pt x="530747" y="122731"/>
                  </a:lnTo>
                  <a:lnTo>
                    <a:pt x="405294" y="80567"/>
                  </a:lnTo>
                  <a:lnTo>
                    <a:pt x="397216" y="76057"/>
                  </a:lnTo>
                  <a:lnTo>
                    <a:pt x="391626" y="69248"/>
                  </a:lnTo>
                  <a:lnTo>
                    <a:pt x="389060" y="61083"/>
                  </a:lnTo>
                  <a:lnTo>
                    <a:pt x="390054" y="52500"/>
                  </a:lnTo>
                  <a:lnTo>
                    <a:pt x="394491" y="45043"/>
                  </a:lnTo>
                  <a:lnTo>
                    <a:pt x="401452" y="40086"/>
                  </a:lnTo>
                  <a:lnTo>
                    <a:pt x="409985" y="38034"/>
                  </a:lnTo>
                  <a:lnTo>
                    <a:pt x="534767" y="38034"/>
                  </a:lnTo>
                  <a:lnTo>
                    <a:pt x="431202" y="3224"/>
                  </a:lnTo>
                  <a:lnTo>
                    <a:pt x="407025" y="0"/>
                  </a:lnTo>
                  <a:close/>
                </a:path>
                <a:path w="1240790" h="1421764">
                  <a:moveTo>
                    <a:pt x="183915" y="1081992"/>
                  </a:moveTo>
                  <a:lnTo>
                    <a:pt x="59082" y="1081992"/>
                  </a:lnTo>
                  <a:lnTo>
                    <a:pt x="68236" y="1083232"/>
                  </a:lnTo>
                  <a:lnTo>
                    <a:pt x="834935" y="1341042"/>
                  </a:lnTo>
                  <a:lnTo>
                    <a:pt x="842996" y="1345535"/>
                  </a:lnTo>
                  <a:lnTo>
                    <a:pt x="848556" y="1352313"/>
                  </a:lnTo>
                  <a:lnTo>
                    <a:pt x="851116" y="1360473"/>
                  </a:lnTo>
                  <a:lnTo>
                    <a:pt x="850175" y="1369109"/>
                  </a:lnTo>
                  <a:lnTo>
                    <a:pt x="845738" y="1376566"/>
                  </a:lnTo>
                  <a:lnTo>
                    <a:pt x="838777" y="1381523"/>
                  </a:lnTo>
                  <a:lnTo>
                    <a:pt x="830244" y="1383575"/>
                  </a:lnTo>
                  <a:lnTo>
                    <a:pt x="885162" y="1383575"/>
                  </a:lnTo>
                  <a:lnTo>
                    <a:pt x="886497" y="1381301"/>
                  </a:lnTo>
                  <a:lnTo>
                    <a:pt x="889541" y="1362241"/>
                  </a:lnTo>
                  <a:lnTo>
                    <a:pt x="886370" y="1343788"/>
                  </a:lnTo>
                  <a:lnTo>
                    <a:pt x="877675" y="1327169"/>
                  </a:lnTo>
                  <a:lnTo>
                    <a:pt x="864145" y="1313610"/>
                  </a:lnTo>
                  <a:lnTo>
                    <a:pt x="869097" y="1298878"/>
                  </a:lnTo>
                  <a:lnTo>
                    <a:pt x="828966" y="1298878"/>
                  </a:lnTo>
                  <a:lnTo>
                    <a:pt x="183915" y="1081992"/>
                  </a:lnTo>
                  <a:close/>
                </a:path>
                <a:path w="1240790" h="1421764">
                  <a:moveTo>
                    <a:pt x="362321" y="971315"/>
                  </a:moveTo>
                  <a:lnTo>
                    <a:pt x="355256" y="973266"/>
                  </a:lnTo>
                  <a:lnTo>
                    <a:pt x="349430" y="977717"/>
                  </a:lnTo>
                  <a:lnTo>
                    <a:pt x="345604" y="984299"/>
                  </a:lnTo>
                  <a:lnTo>
                    <a:pt x="344685" y="991858"/>
                  </a:lnTo>
                  <a:lnTo>
                    <a:pt x="346636" y="998952"/>
                  </a:lnTo>
                  <a:lnTo>
                    <a:pt x="351087" y="1004784"/>
                  </a:lnTo>
                  <a:lnTo>
                    <a:pt x="357669" y="1008556"/>
                  </a:lnTo>
                  <a:lnTo>
                    <a:pt x="868717" y="1180387"/>
                  </a:lnTo>
                  <a:lnTo>
                    <a:pt x="828966" y="1298878"/>
                  </a:lnTo>
                  <a:lnTo>
                    <a:pt x="869097" y="1298878"/>
                  </a:lnTo>
                  <a:lnTo>
                    <a:pt x="921129" y="1144065"/>
                  </a:lnTo>
                  <a:lnTo>
                    <a:pt x="880909" y="1144065"/>
                  </a:lnTo>
                  <a:lnTo>
                    <a:pt x="369861" y="972234"/>
                  </a:lnTo>
                  <a:lnTo>
                    <a:pt x="362321" y="971315"/>
                  </a:lnTo>
                  <a:close/>
                </a:path>
                <a:path w="1240790" h="1421764">
                  <a:moveTo>
                    <a:pt x="1071217" y="614773"/>
                  </a:moveTo>
                  <a:lnTo>
                    <a:pt x="1064123" y="616729"/>
                  </a:lnTo>
                  <a:lnTo>
                    <a:pt x="1058291" y="621210"/>
                  </a:lnTo>
                  <a:lnTo>
                    <a:pt x="1054518" y="627810"/>
                  </a:lnTo>
                  <a:lnTo>
                    <a:pt x="880909" y="1144065"/>
                  </a:lnTo>
                  <a:lnTo>
                    <a:pt x="921129" y="1144065"/>
                  </a:lnTo>
                  <a:lnTo>
                    <a:pt x="1090586" y="639875"/>
                  </a:lnTo>
                  <a:lnTo>
                    <a:pt x="1091563" y="632336"/>
                  </a:lnTo>
                  <a:lnTo>
                    <a:pt x="1089634" y="625286"/>
                  </a:lnTo>
                  <a:lnTo>
                    <a:pt x="1085228" y="619498"/>
                  </a:lnTo>
                  <a:lnTo>
                    <a:pt x="1078775" y="615745"/>
                  </a:lnTo>
                  <a:lnTo>
                    <a:pt x="1071217" y="614773"/>
                  </a:lnTo>
                  <a:close/>
                </a:path>
                <a:path w="1240790" h="1421764">
                  <a:moveTo>
                    <a:pt x="258187" y="934769"/>
                  </a:moveTo>
                  <a:lnTo>
                    <a:pt x="138340" y="934769"/>
                  </a:lnTo>
                  <a:lnTo>
                    <a:pt x="285279" y="984299"/>
                  </a:lnTo>
                  <a:lnTo>
                    <a:pt x="292838" y="985218"/>
                  </a:lnTo>
                  <a:lnTo>
                    <a:pt x="299932" y="983267"/>
                  </a:lnTo>
                  <a:lnTo>
                    <a:pt x="305764" y="978816"/>
                  </a:lnTo>
                  <a:lnTo>
                    <a:pt x="309536" y="972234"/>
                  </a:lnTo>
                  <a:lnTo>
                    <a:pt x="310509" y="964693"/>
                  </a:lnTo>
                  <a:lnTo>
                    <a:pt x="308552" y="957629"/>
                  </a:lnTo>
                  <a:lnTo>
                    <a:pt x="304071" y="951803"/>
                  </a:lnTo>
                  <a:lnTo>
                    <a:pt x="297471" y="947977"/>
                  </a:lnTo>
                  <a:lnTo>
                    <a:pt x="258187" y="934769"/>
                  </a:lnTo>
                  <a:close/>
                </a:path>
                <a:path w="1240790" h="1421764">
                  <a:moveTo>
                    <a:pt x="681015" y="506095"/>
                  </a:moveTo>
                  <a:lnTo>
                    <a:pt x="637103" y="525018"/>
                  </a:lnTo>
                  <a:lnTo>
                    <a:pt x="575877" y="566352"/>
                  </a:lnTo>
                  <a:lnTo>
                    <a:pt x="542073" y="591615"/>
                  </a:lnTo>
                  <a:lnTo>
                    <a:pt x="502800" y="624536"/>
                  </a:lnTo>
                  <a:lnTo>
                    <a:pt x="472684" y="654671"/>
                  </a:lnTo>
                  <a:lnTo>
                    <a:pt x="439203" y="707439"/>
                  </a:lnTo>
                  <a:lnTo>
                    <a:pt x="430688" y="752031"/>
                  </a:lnTo>
                  <a:lnTo>
                    <a:pt x="434288" y="795911"/>
                  </a:lnTo>
                  <a:lnTo>
                    <a:pt x="448950" y="837011"/>
                  </a:lnTo>
                  <a:lnTo>
                    <a:pt x="473625" y="873263"/>
                  </a:lnTo>
                  <a:lnTo>
                    <a:pt x="507260" y="902602"/>
                  </a:lnTo>
                  <a:lnTo>
                    <a:pt x="548804" y="922958"/>
                  </a:lnTo>
                  <a:lnTo>
                    <a:pt x="594208" y="931827"/>
                  </a:lnTo>
                  <a:lnTo>
                    <a:pt x="638734" y="928758"/>
                  </a:lnTo>
                  <a:lnTo>
                    <a:pt x="680297" y="914767"/>
                  </a:lnTo>
                  <a:lnTo>
                    <a:pt x="712004" y="894015"/>
                  </a:lnTo>
                  <a:lnTo>
                    <a:pt x="603238" y="894015"/>
                  </a:lnTo>
                  <a:lnTo>
                    <a:pt x="560869" y="886890"/>
                  </a:lnTo>
                  <a:lnTo>
                    <a:pt x="522779" y="867007"/>
                  </a:lnTo>
                  <a:lnTo>
                    <a:pt x="493742" y="837553"/>
                  </a:lnTo>
                  <a:lnTo>
                    <a:pt x="475190" y="801302"/>
                  </a:lnTo>
                  <a:lnTo>
                    <a:pt x="468555" y="761028"/>
                  </a:lnTo>
                  <a:lnTo>
                    <a:pt x="475271" y="719504"/>
                  </a:lnTo>
                  <a:lnTo>
                    <a:pt x="527390" y="653767"/>
                  </a:lnTo>
                  <a:lnTo>
                    <a:pt x="571859" y="616844"/>
                  </a:lnTo>
                  <a:lnTo>
                    <a:pt x="622717" y="580154"/>
                  </a:lnTo>
                  <a:lnTo>
                    <a:pt x="675550" y="545895"/>
                  </a:lnTo>
                  <a:lnTo>
                    <a:pt x="716288" y="545895"/>
                  </a:lnTo>
                  <a:lnTo>
                    <a:pt x="709332" y="527607"/>
                  </a:lnTo>
                  <a:lnTo>
                    <a:pt x="705862" y="520991"/>
                  </a:lnTo>
                  <a:lnTo>
                    <a:pt x="701093" y="515352"/>
                  </a:lnTo>
                  <a:lnTo>
                    <a:pt x="695205" y="510855"/>
                  </a:lnTo>
                  <a:lnTo>
                    <a:pt x="688377" y="507668"/>
                  </a:lnTo>
                  <a:lnTo>
                    <a:pt x="681015" y="506095"/>
                  </a:lnTo>
                  <a:close/>
                </a:path>
                <a:path w="1240790" h="1421764">
                  <a:moveTo>
                    <a:pt x="716288" y="545895"/>
                  </a:moveTo>
                  <a:lnTo>
                    <a:pt x="675550" y="545895"/>
                  </a:lnTo>
                  <a:lnTo>
                    <a:pt x="703749" y="625304"/>
                  </a:lnTo>
                  <a:lnTo>
                    <a:pt x="722012" y="690618"/>
                  </a:lnTo>
                  <a:lnTo>
                    <a:pt x="731649" y="742162"/>
                  </a:lnTo>
                  <a:lnTo>
                    <a:pt x="733970" y="780258"/>
                  </a:lnTo>
                  <a:lnTo>
                    <a:pt x="730287" y="805229"/>
                  </a:lnTo>
                  <a:lnTo>
                    <a:pt x="710534" y="842361"/>
                  </a:lnTo>
                  <a:lnTo>
                    <a:pt x="680893" y="870422"/>
                  </a:lnTo>
                  <a:lnTo>
                    <a:pt x="644187" y="888083"/>
                  </a:lnTo>
                  <a:lnTo>
                    <a:pt x="603238" y="894015"/>
                  </a:lnTo>
                  <a:lnTo>
                    <a:pt x="712004" y="894015"/>
                  </a:lnTo>
                  <a:lnTo>
                    <a:pt x="716811" y="890869"/>
                  </a:lnTo>
                  <a:lnTo>
                    <a:pt x="746192" y="858082"/>
                  </a:lnTo>
                  <a:lnTo>
                    <a:pt x="766355" y="817421"/>
                  </a:lnTo>
                  <a:lnTo>
                    <a:pt x="771685" y="789898"/>
                  </a:lnTo>
                  <a:lnTo>
                    <a:pt x="771467" y="755159"/>
                  </a:lnTo>
                  <a:lnTo>
                    <a:pt x="765677" y="712944"/>
                  </a:lnTo>
                  <a:lnTo>
                    <a:pt x="754290" y="662989"/>
                  </a:lnTo>
                  <a:lnTo>
                    <a:pt x="742586" y="622369"/>
                  </a:lnTo>
                  <a:lnTo>
                    <a:pt x="730287" y="584725"/>
                  </a:lnTo>
                  <a:lnTo>
                    <a:pt x="718750" y="552368"/>
                  </a:lnTo>
                  <a:lnTo>
                    <a:pt x="716288" y="545895"/>
                  </a:lnTo>
                  <a:close/>
                </a:path>
                <a:path w="1240790" h="1421764">
                  <a:moveTo>
                    <a:pt x="479090" y="277417"/>
                  </a:moveTo>
                  <a:lnTo>
                    <a:pt x="359193" y="277417"/>
                  </a:lnTo>
                  <a:lnTo>
                    <a:pt x="1089697" y="523035"/>
                  </a:lnTo>
                  <a:lnTo>
                    <a:pt x="1078775" y="555420"/>
                  </a:lnTo>
                  <a:lnTo>
                    <a:pt x="1098307" y="580576"/>
                  </a:lnTo>
                  <a:lnTo>
                    <a:pt x="1105334" y="578582"/>
                  </a:lnTo>
                  <a:lnTo>
                    <a:pt x="1111146" y="574087"/>
                  </a:lnTo>
                  <a:lnTo>
                    <a:pt x="1114970" y="567485"/>
                  </a:lnTo>
                  <a:lnTo>
                    <a:pt x="1142092" y="486713"/>
                  </a:lnTo>
                  <a:lnTo>
                    <a:pt x="1101889" y="486713"/>
                  </a:lnTo>
                  <a:lnTo>
                    <a:pt x="479090" y="277417"/>
                  </a:lnTo>
                  <a:close/>
                </a:path>
                <a:path w="1240790" h="1421764">
                  <a:moveTo>
                    <a:pt x="530747" y="122731"/>
                  </a:moveTo>
                  <a:lnTo>
                    <a:pt x="411263" y="122731"/>
                  </a:lnTo>
                  <a:lnTo>
                    <a:pt x="1141767" y="368222"/>
                  </a:lnTo>
                  <a:lnTo>
                    <a:pt x="1101889" y="486713"/>
                  </a:lnTo>
                  <a:lnTo>
                    <a:pt x="1142092" y="486713"/>
                  </a:lnTo>
                  <a:lnTo>
                    <a:pt x="1178724" y="377620"/>
                  </a:lnTo>
                  <a:lnTo>
                    <a:pt x="1197697" y="375060"/>
                  </a:lnTo>
                  <a:lnTo>
                    <a:pt x="1214681" y="367047"/>
                  </a:lnTo>
                  <a:lnTo>
                    <a:pt x="1228355" y="354224"/>
                  </a:lnTo>
                  <a:lnTo>
                    <a:pt x="1236188" y="339508"/>
                  </a:lnTo>
                  <a:lnTo>
                    <a:pt x="1181145" y="339508"/>
                  </a:lnTo>
                  <a:lnTo>
                    <a:pt x="1171993" y="338250"/>
                  </a:lnTo>
                  <a:lnTo>
                    <a:pt x="530747" y="122731"/>
                  </a:lnTo>
                  <a:close/>
                </a:path>
                <a:path w="1240790" h="1421764">
                  <a:moveTo>
                    <a:pt x="534767" y="38034"/>
                  </a:moveTo>
                  <a:lnTo>
                    <a:pt x="409985" y="38034"/>
                  </a:lnTo>
                  <a:lnTo>
                    <a:pt x="419137" y="39292"/>
                  </a:lnTo>
                  <a:lnTo>
                    <a:pt x="1185836" y="296975"/>
                  </a:lnTo>
                  <a:lnTo>
                    <a:pt x="1193915" y="301486"/>
                  </a:lnTo>
                  <a:lnTo>
                    <a:pt x="1199505" y="308294"/>
                  </a:lnTo>
                  <a:lnTo>
                    <a:pt x="1202070" y="316460"/>
                  </a:lnTo>
                  <a:lnTo>
                    <a:pt x="1201076" y="325042"/>
                  </a:lnTo>
                  <a:lnTo>
                    <a:pt x="1196639" y="332499"/>
                  </a:lnTo>
                  <a:lnTo>
                    <a:pt x="1189678" y="337456"/>
                  </a:lnTo>
                  <a:lnTo>
                    <a:pt x="1181145" y="339508"/>
                  </a:lnTo>
                  <a:lnTo>
                    <a:pt x="1236188" y="339508"/>
                  </a:lnTo>
                  <a:lnTo>
                    <a:pt x="1237398" y="337234"/>
                  </a:lnTo>
                  <a:lnTo>
                    <a:pt x="1240212" y="313646"/>
                  </a:lnTo>
                  <a:lnTo>
                    <a:pt x="1233715" y="291403"/>
                  </a:lnTo>
                  <a:lnTo>
                    <a:pt x="1219217" y="272994"/>
                  </a:lnTo>
                  <a:lnTo>
                    <a:pt x="1198028" y="260907"/>
                  </a:lnTo>
                  <a:lnTo>
                    <a:pt x="1135290" y="239825"/>
                  </a:lnTo>
                  <a:lnTo>
                    <a:pt x="1139389" y="227760"/>
                  </a:lnTo>
                  <a:lnTo>
                    <a:pt x="1099222" y="227760"/>
                  </a:lnTo>
                  <a:lnTo>
                    <a:pt x="893101" y="158418"/>
                  </a:lnTo>
                  <a:lnTo>
                    <a:pt x="897200" y="146353"/>
                  </a:lnTo>
                  <a:lnTo>
                    <a:pt x="857033" y="146353"/>
                  </a:lnTo>
                  <a:lnTo>
                    <a:pt x="534767" y="38034"/>
                  </a:lnTo>
                  <a:close/>
                </a:path>
                <a:path w="1240790" h="1421764">
                  <a:moveTo>
                    <a:pt x="1044934" y="123390"/>
                  </a:moveTo>
                  <a:lnTo>
                    <a:pt x="919513" y="123390"/>
                  </a:lnTo>
                  <a:lnTo>
                    <a:pt x="928407" y="124509"/>
                  </a:lnTo>
                  <a:lnTo>
                    <a:pt x="1091602" y="179373"/>
                  </a:lnTo>
                  <a:lnTo>
                    <a:pt x="1099381" y="183818"/>
                  </a:lnTo>
                  <a:lnTo>
                    <a:pt x="1104683" y="190644"/>
                  </a:lnTo>
                  <a:lnTo>
                    <a:pt x="1107033" y="198947"/>
                  </a:lnTo>
                  <a:lnTo>
                    <a:pt x="1105953" y="207821"/>
                  </a:lnTo>
                  <a:lnTo>
                    <a:pt x="1099222" y="227760"/>
                  </a:lnTo>
                  <a:lnTo>
                    <a:pt x="1139389" y="227760"/>
                  </a:lnTo>
                  <a:lnTo>
                    <a:pt x="1142021" y="220013"/>
                  </a:lnTo>
                  <a:lnTo>
                    <a:pt x="1144942" y="196095"/>
                  </a:lnTo>
                  <a:lnTo>
                    <a:pt x="1138719" y="173642"/>
                  </a:lnTo>
                  <a:lnTo>
                    <a:pt x="1124590" y="155166"/>
                  </a:lnTo>
                  <a:lnTo>
                    <a:pt x="1103794" y="143178"/>
                  </a:lnTo>
                  <a:lnTo>
                    <a:pt x="1044934" y="123390"/>
                  </a:lnTo>
                  <a:close/>
                </a:path>
                <a:path w="1240790" h="1421764">
                  <a:moveTo>
                    <a:pt x="916753" y="85320"/>
                  </a:moveTo>
                  <a:lnTo>
                    <a:pt x="894324" y="91505"/>
                  </a:lnTo>
                  <a:lnTo>
                    <a:pt x="875823" y="105620"/>
                  </a:lnTo>
                  <a:lnTo>
                    <a:pt x="863764" y="126414"/>
                  </a:lnTo>
                  <a:lnTo>
                    <a:pt x="857033" y="146353"/>
                  </a:lnTo>
                  <a:lnTo>
                    <a:pt x="897200" y="146353"/>
                  </a:lnTo>
                  <a:lnTo>
                    <a:pt x="899832" y="138606"/>
                  </a:lnTo>
                  <a:lnTo>
                    <a:pt x="904297" y="130867"/>
                  </a:lnTo>
                  <a:lnTo>
                    <a:pt x="911167" y="125652"/>
                  </a:lnTo>
                  <a:lnTo>
                    <a:pt x="919513" y="123390"/>
                  </a:lnTo>
                  <a:lnTo>
                    <a:pt x="1044934" y="123390"/>
                  </a:lnTo>
                  <a:lnTo>
                    <a:pt x="940599" y="88314"/>
                  </a:lnTo>
                  <a:lnTo>
                    <a:pt x="916753" y="853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/>
          <p:nvPr/>
        </p:nvSpPr>
        <p:spPr>
          <a:xfrm>
            <a:off x="805433" y="3515105"/>
            <a:ext cx="341630" cy="0"/>
          </a:xfrm>
          <a:custGeom>
            <a:avLst/>
            <a:gdLst/>
            <a:ahLst/>
            <a:cxnLst/>
            <a:rect l="l" t="t" r="r" b="b"/>
            <a:pathLst>
              <a:path w="341630">
                <a:moveTo>
                  <a:pt x="0" y="0"/>
                </a:moveTo>
                <a:lnTo>
                  <a:pt x="341096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8F0D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19049" y="4861559"/>
            <a:ext cx="9182100" cy="302260"/>
            <a:chOff x="-19049" y="4861559"/>
            <a:chExt cx="9182100" cy="302260"/>
          </a:xfrm>
        </p:grpSpPr>
        <p:sp>
          <p:nvSpPr>
            <p:cNvPr id="4" name="object 4"/>
            <p:cNvSpPr/>
            <p:nvPr/>
          </p:nvSpPr>
          <p:spPr>
            <a:xfrm>
              <a:off x="7850886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1293114" y="262888"/>
                  </a:moveTo>
                  <a:lnTo>
                    <a:pt x="1293114" y="0"/>
                  </a:lnTo>
                  <a:lnTo>
                    <a:pt x="0" y="0"/>
                  </a:lnTo>
                  <a:lnTo>
                    <a:pt x="0" y="262888"/>
                  </a:lnTo>
                  <a:lnTo>
                    <a:pt x="1293114" y="262888"/>
                  </a:lnTo>
                  <a:close/>
                </a:path>
              </a:pathLst>
            </a:custGeom>
            <a:solidFill>
              <a:srgbClr val="157E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50886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1293114" y="0"/>
                  </a:moveTo>
                  <a:lnTo>
                    <a:pt x="0" y="0"/>
                  </a:lnTo>
                  <a:lnTo>
                    <a:pt x="0" y="26288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40246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1310640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40" y="263651"/>
                  </a:lnTo>
                  <a:lnTo>
                    <a:pt x="1310640" y="0"/>
                  </a:lnTo>
                  <a:close/>
                </a:path>
              </a:pathLst>
            </a:custGeom>
            <a:solidFill>
              <a:srgbClr val="49B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40246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0" y="263651"/>
                  </a:moveTo>
                  <a:lnTo>
                    <a:pt x="1310640" y="263651"/>
                  </a:lnTo>
                  <a:lnTo>
                    <a:pt x="1310640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28081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C0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28081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15917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0073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15917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05278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1310639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39" y="263651"/>
                  </a:lnTo>
                  <a:lnTo>
                    <a:pt x="1310639" y="0"/>
                  </a:lnTo>
                  <a:close/>
                </a:path>
              </a:pathLst>
            </a:custGeom>
            <a:solidFill>
              <a:srgbClr val="12AA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05278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0" y="263651"/>
                  </a:moveTo>
                  <a:lnTo>
                    <a:pt x="1310639" y="263651"/>
                  </a:lnTo>
                  <a:lnTo>
                    <a:pt x="1310639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93113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157B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93113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0" y="262888"/>
                  </a:moveTo>
                  <a:lnTo>
                    <a:pt x="1293113" y="262888"/>
                  </a:lnTo>
                  <a:lnTo>
                    <a:pt x="1293113" y="0"/>
                  </a:lnTo>
                  <a:lnTo>
                    <a:pt x="0" y="0"/>
                  </a:lnTo>
                  <a:lnTo>
                    <a:pt x="0" y="262888"/>
                  </a:lnTo>
                  <a:close/>
                </a:path>
              </a:pathLst>
            </a:custGeom>
            <a:solidFill>
              <a:srgbClr val="F78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1293113" y="262888"/>
                  </a:moveTo>
                  <a:lnTo>
                    <a:pt x="1293113" y="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-19050" y="0"/>
            <a:ext cx="9182100" cy="302260"/>
            <a:chOff x="-19050" y="0"/>
            <a:chExt cx="9182100" cy="302260"/>
          </a:xfrm>
        </p:grpSpPr>
        <p:sp>
          <p:nvSpPr>
            <p:cNvPr id="19" name="object 19"/>
            <p:cNvSpPr/>
            <p:nvPr/>
          </p:nvSpPr>
          <p:spPr>
            <a:xfrm>
              <a:off x="0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129311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293114" y="263651"/>
                  </a:lnTo>
                  <a:lnTo>
                    <a:pt x="1293114" y="0"/>
                  </a:lnTo>
                  <a:close/>
                </a:path>
              </a:pathLst>
            </a:custGeom>
            <a:solidFill>
              <a:srgbClr val="157E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0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0" y="263651"/>
                  </a:moveTo>
                  <a:lnTo>
                    <a:pt x="1293114" y="263651"/>
                  </a:lnTo>
                  <a:lnTo>
                    <a:pt x="1293114" y="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93113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49B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293113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605277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1310639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39" y="263651"/>
                  </a:lnTo>
                  <a:lnTo>
                    <a:pt x="1310639" y="0"/>
                  </a:lnTo>
                  <a:close/>
                </a:path>
              </a:pathLst>
            </a:custGeom>
            <a:solidFill>
              <a:srgbClr val="C0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605277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0" y="263651"/>
                  </a:moveTo>
                  <a:lnTo>
                    <a:pt x="1310639" y="263651"/>
                  </a:lnTo>
                  <a:lnTo>
                    <a:pt x="1310639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15917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0073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915917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28082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12AA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228082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540245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1310640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40" y="263651"/>
                  </a:lnTo>
                  <a:lnTo>
                    <a:pt x="1310640" y="0"/>
                  </a:lnTo>
                  <a:close/>
                </a:path>
              </a:pathLst>
            </a:custGeom>
            <a:solidFill>
              <a:srgbClr val="157B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540245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0" y="263651"/>
                  </a:moveTo>
                  <a:lnTo>
                    <a:pt x="1310640" y="263651"/>
                  </a:lnTo>
                  <a:lnTo>
                    <a:pt x="1310640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850885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0" y="263651"/>
                  </a:moveTo>
                  <a:lnTo>
                    <a:pt x="1293113" y="263651"/>
                  </a:lnTo>
                  <a:lnTo>
                    <a:pt x="1293113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solidFill>
              <a:srgbClr val="F78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850885" y="245364"/>
              <a:ext cx="1293495" cy="38100"/>
            </a:xfrm>
            <a:custGeom>
              <a:avLst/>
              <a:gdLst/>
              <a:ahLst/>
              <a:cxnLst/>
              <a:rect l="l" t="t" r="r" b="b"/>
              <a:pathLst>
                <a:path w="1293495" h="38100">
                  <a:moveTo>
                    <a:pt x="0" y="38100"/>
                  </a:moveTo>
                  <a:lnTo>
                    <a:pt x="1293113" y="38100"/>
                  </a:lnTo>
                  <a:lnTo>
                    <a:pt x="1293113" y="0"/>
                  </a:lnTo>
                  <a:lnTo>
                    <a:pt x="0" y="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850885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1293113" y="0"/>
                  </a:moveTo>
                  <a:lnTo>
                    <a:pt x="0" y="0"/>
                  </a:lnTo>
                  <a:lnTo>
                    <a:pt x="0" y="26365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4089653" y="713943"/>
            <a:ext cx="476186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dirty="0">
                <a:latin typeface="Tahoma"/>
                <a:cs typeface="Tahoma"/>
              </a:rPr>
              <a:t>CONVOLUTIONAL</a:t>
            </a:r>
            <a:endParaRPr sz="42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089653" y="1354277"/>
            <a:ext cx="4355465" cy="2513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60" dirty="0">
                <a:latin typeface="Tahoma"/>
                <a:cs typeface="Tahoma"/>
              </a:rPr>
              <a:t>CODE</a:t>
            </a:r>
            <a:endParaRPr sz="4200">
              <a:latin typeface="Tahoma"/>
              <a:cs typeface="Tahoma"/>
            </a:endParaRPr>
          </a:p>
          <a:p>
            <a:pPr marL="191770" marR="5080" algn="just">
              <a:lnSpc>
                <a:spcPct val="100000"/>
              </a:lnSpc>
              <a:spcBef>
                <a:spcPts val="3030"/>
              </a:spcBef>
            </a:pPr>
            <a:r>
              <a:rPr sz="1600" spc="-30" dirty="0">
                <a:latin typeface="Trebuchet MS"/>
                <a:cs typeface="Trebuchet MS"/>
              </a:rPr>
              <a:t>Salah satu </a:t>
            </a:r>
            <a:r>
              <a:rPr sz="1600" spc="-80" dirty="0">
                <a:latin typeface="Trebuchet MS"/>
                <a:cs typeface="Trebuchet MS"/>
              </a:rPr>
              <a:t>jenis </a:t>
            </a:r>
            <a:r>
              <a:rPr sz="1600" spc="-35" dirty="0">
                <a:latin typeface="Trebuchet MS"/>
                <a:cs typeface="Trebuchet MS"/>
              </a:rPr>
              <a:t>code </a:t>
            </a:r>
            <a:r>
              <a:rPr sz="1600" dirty="0">
                <a:latin typeface="Trebuchet MS"/>
                <a:cs typeface="Trebuchet MS"/>
              </a:rPr>
              <a:t>yang </a:t>
            </a:r>
            <a:r>
              <a:rPr sz="1600" spc="-40" dirty="0">
                <a:latin typeface="Trebuchet MS"/>
                <a:cs typeface="Trebuchet MS"/>
              </a:rPr>
              <a:t>bisa mendeteksi </a:t>
            </a:r>
            <a:r>
              <a:rPr sz="1600" spc="-25" dirty="0">
                <a:latin typeface="Trebuchet MS"/>
                <a:cs typeface="Trebuchet MS"/>
              </a:rPr>
              <a:t>dan </a:t>
            </a:r>
            <a:r>
              <a:rPr sz="1600" spc="-47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meng</a:t>
            </a:r>
            <a:r>
              <a:rPr sz="1600" spc="-20" dirty="0">
                <a:latin typeface="Trebuchet MS"/>
                <a:cs typeface="Trebuchet MS"/>
              </a:rPr>
              <a:t>korek</a:t>
            </a:r>
            <a:r>
              <a:rPr sz="1600" spc="-10" dirty="0">
                <a:latin typeface="Trebuchet MS"/>
                <a:cs typeface="Trebuchet MS"/>
              </a:rPr>
              <a:t>s</a:t>
            </a:r>
            <a:r>
              <a:rPr sz="1600" spc="-100" dirty="0">
                <a:latin typeface="Trebuchet MS"/>
                <a:cs typeface="Trebuchet MS"/>
              </a:rPr>
              <a:t>i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Trebuchet MS"/>
                <a:cs typeface="Trebuchet MS"/>
              </a:rPr>
              <a:t>err</a:t>
            </a:r>
            <a:r>
              <a:rPr sz="1600" spc="-50" dirty="0">
                <a:latin typeface="Trebuchet MS"/>
                <a:cs typeface="Trebuchet MS"/>
              </a:rPr>
              <a:t>o</a:t>
            </a:r>
            <a:r>
              <a:rPr sz="1600" spc="-85" dirty="0">
                <a:latin typeface="Trebuchet MS"/>
                <a:cs typeface="Trebuchet MS"/>
              </a:rPr>
              <a:t>r</a:t>
            </a:r>
            <a:r>
              <a:rPr sz="1600" spc="-120" dirty="0">
                <a:latin typeface="Trebuchet MS"/>
                <a:cs typeface="Trebuchet MS"/>
              </a:rPr>
              <a:t> </a:t>
            </a:r>
            <a:r>
              <a:rPr sz="1600" spc="15" dirty="0">
                <a:latin typeface="Trebuchet MS"/>
                <a:cs typeface="Trebuchet MS"/>
              </a:rPr>
              <a:t>s</a:t>
            </a:r>
            <a:r>
              <a:rPr sz="1600" spc="-85" dirty="0">
                <a:latin typeface="Trebuchet MS"/>
                <a:cs typeface="Trebuchet MS"/>
              </a:rPr>
              <a:t>ec</a:t>
            </a:r>
            <a:r>
              <a:rPr sz="1600" spc="-65" dirty="0">
                <a:latin typeface="Trebuchet MS"/>
                <a:cs typeface="Trebuchet MS"/>
              </a:rPr>
              <a:t>ar</a:t>
            </a:r>
            <a:r>
              <a:rPr sz="1600" spc="-45" dirty="0">
                <a:latin typeface="Trebuchet MS"/>
                <a:cs typeface="Trebuchet MS"/>
              </a:rPr>
              <a:t>a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60" dirty="0">
                <a:latin typeface="Trebuchet MS"/>
                <a:cs typeface="Trebuchet MS"/>
              </a:rPr>
              <a:t>o</a:t>
            </a:r>
            <a:r>
              <a:rPr sz="1600" spc="-60" dirty="0">
                <a:latin typeface="Trebuchet MS"/>
                <a:cs typeface="Trebuchet MS"/>
              </a:rPr>
              <a:t>t</a:t>
            </a:r>
            <a:r>
              <a:rPr sz="1600" dirty="0">
                <a:latin typeface="Trebuchet MS"/>
                <a:cs typeface="Trebuchet MS"/>
              </a:rPr>
              <a:t>om</a:t>
            </a:r>
            <a:r>
              <a:rPr sz="1600" spc="10" dirty="0">
                <a:latin typeface="Trebuchet MS"/>
                <a:cs typeface="Trebuchet MS"/>
              </a:rPr>
              <a:t>a</a:t>
            </a:r>
            <a:r>
              <a:rPr sz="1600" spc="-60" dirty="0">
                <a:latin typeface="Trebuchet MS"/>
                <a:cs typeface="Trebuchet MS"/>
              </a:rPr>
              <a:t>t</a:t>
            </a:r>
            <a:r>
              <a:rPr sz="1600" spc="-90" dirty="0">
                <a:latin typeface="Trebuchet MS"/>
                <a:cs typeface="Trebuchet MS"/>
              </a:rPr>
              <a:t>i</a:t>
            </a:r>
            <a:r>
              <a:rPr sz="1600" spc="15" dirty="0">
                <a:latin typeface="Trebuchet MS"/>
                <a:cs typeface="Trebuchet MS"/>
              </a:rPr>
              <a:t>s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dan</a:t>
            </a:r>
            <a:r>
              <a:rPr sz="1600" spc="-120" dirty="0">
                <a:latin typeface="Trebuchet MS"/>
                <a:cs typeface="Trebuchet MS"/>
              </a:rPr>
              <a:t> </a:t>
            </a:r>
            <a:r>
              <a:rPr sz="1600" spc="-30" dirty="0">
                <a:latin typeface="Trebuchet MS"/>
                <a:cs typeface="Trebuchet MS"/>
              </a:rPr>
              <a:t>mem</a:t>
            </a:r>
            <a:r>
              <a:rPr sz="1600" spc="-110" dirty="0">
                <a:latin typeface="Trebuchet MS"/>
                <a:cs typeface="Trebuchet MS"/>
              </a:rPr>
              <a:t>il</a:t>
            </a:r>
            <a:r>
              <a:rPr sz="1600" spc="-55" dirty="0">
                <a:latin typeface="Trebuchet MS"/>
                <a:cs typeface="Trebuchet MS"/>
              </a:rPr>
              <a:t>ik</a:t>
            </a:r>
            <a:r>
              <a:rPr sz="1600" spc="-105" dirty="0">
                <a:latin typeface="Trebuchet MS"/>
                <a:cs typeface="Trebuchet MS"/>
              </a:rPr>
              <a:t>i  </a:t>
            </a:r>
            <a:r>
              <a:rPr sz="1600" spc="-45" dirty="0">
                <a:latin typeface="Trebuchet MS"/>
                <a:cs typeface="Trebuchet MS"/>
              </a:rPr>
              <a:t>perbedaan </a:t>
            </a:r>
            <a:r>
              <a:rPr sz="1600" spc="-30" dirty="0">
                <a:latin typeface="Trebuchet MS"/>
                <a:cs typeface="Trebuchet MS"/>
              </a:rPr>
              <a:t>mendasar </a:t>
            </a:r>
            <a:r>
              <a:rPr sz="1600" spc="-65" dirty="0">
                <a:latin typeface="Trebuchet MS"/>
                <a:cs typeface="Trebuchet MS"/>
              </a:rPr>
              <a:t>dari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spc="-30" dirty="0">
                <a:latin typeface="Trebuchet MS"/>
                <a:cs typeface="Trebuchet MS"/>
              </a:rPr>
              <a:t>blok </a:t>
            </a:r>
            <a:r>
              <a:rPr sz="1600" spc="-60" dirty="0">
                <a:latin typeface="Trebuchet MS"/>
                <a:cs typeface="Trebuchet MS"/>
              </a:rPr>
              <a:t>kode.</a:t>
            </a:r>
            <a:r>
              <a:rPr sz="1600" spc="-5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Dimana </a:t>
            </a:r>
            <a:r>
              <a:rPr sz="1600" spc="-5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Trebuchet MS"/>
                <a:cs typeface="Trebuchet MS"/>
              </a:rPr>
              <a:t>urutan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-30" dirty="0">
                <a:latin typeface="Trebuchet MS"/>
                <a:cs typeface="Trebuchet MS"/>
              </a:rPr>
              <a:t>blok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35" dirty="0">
                <a:latin typeface="Trebuchet MS"/>
                <a:cs typeface="Trebuchet MS"/>
              </a:rPr>
              <a:t>informasi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tidak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spc="-65" dirty="0">
                <a:latin typeface="Trebuchet MS"/>
                <a:cs typeface="Trebuchet MS"/>
              </a:rPr>
              <a:t>di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kelompok 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kelompokan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dalam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blok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blok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5" dirty="0">
                <a:latin typeface="Trebuchet MS"/>
                <a:cs typeface="Trebuchet MS"/>
              </a:rPr>
              <a:t>yang</a:t>
            </a:r>
            <a:r>
              <a:rPr sz="1600" spc="10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rebuchet MS"/>
                <a:cs typeface="Trebuchet MS"/>
              </a:rPr>
              <a:t>berbeda 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spc="15" dirty="0">
                <a:latin typeface="Trebuchet MS"/>
                <a:cs typeface="Trebuchet MS"/>
              </a:rPr>
              <a:t>s</a:t>
            </a:r>
            <a:r>
              <a:rPr sz="1600" spc="-50" dirty="0">
                <a:latin typeface="Trebuchet MS"/>
                <a:cs typeface="Trebuchet MS"/>
              </a:rPr>
              <a:t>e</a:t>
            </a:r>
            <a:r>
              <a:rPr sz="1600" spc="-60" dirty="0">
                <a:latin typeface="Trebuchet MS"/>
                <a:cs typeface="Trebuchet MS"/>
              </a:rPr>
              <a:t>b</a:t>
            </a:r>
            <a:r>
              <a:rPr sz="1600" spc="-65" dirty="0">
                <a:latin typeface="Trebuchet MS"/>
                <a:cs typeface="Trebuchet MS"/>
              </a:rPr>
              <a:t>el</a:t>
            </a:r>
            <a:r>
              <a:rPr sz="1600" spc="-80" dirty="0">
                <a:latin typeface="Trebuchet MS"/>
                <a:cs typeface="Trebuchet MS"/>
              </a:rPr>
              <a:t>u</a:t>
            </a:r>
            <a:r>
              <a:rPr sz="1600" spc="-10" dirty="0">
                <a:latin typeface="Trebuchet MS"/>
                <a:cs typeface="Trebuchet MS"/>
              </a:rPr>
              <a:t>m</a:t>
            </a:r>
            <a:r>
              <a:rPr sz="1600" spc="-95" dirty="0">
                <a:latin typeface="Trebuchet MS"/>
                <a:cs typeface="Trebuchet MS"/>
              </a:rPr>
              <a:t> </a:t>
            </a:r>
            <a:r>
              <a:rPr sz="1600" spc="-65" dirty="0">
                <a:latin typeface="Trebuchet MS"/>
                <a:cs typeface="Trebuchet MS"/>
              </a:rPr>
              <a:t>di</a:t>
            </a:r>
            <a:r>
              <a:rPr sz="1600" spc="-120" dirty="0">
                <a:latin typeface="Trebuchet MS"/>
                <a:cs typeface="Trebuchet MS"/>
              </a:rPr>
              <a:t> </a:t>
            </a:r>
            <a:r>
              <a:rPr sz="1600" spc="-15" dirty="0">
                <a:latin typeface="Trebuchet MS"/>
                <a:cs typeface="Trebuchet MS"/>
              </a:rPr>
              <a:t>kodek</a:t>
            </a:r>
            <a:r>
              <a:rPr sz="1600" spc="-25" dirty="0">
                <a:latin typeface="Trebuchet MS"/>
                <a:cs typeface="Trebuchet MS"/>
              </a:rPr>
              <a:t>a</a:t>
            </a:r>
            <a:r>
              <a:rPr sz="1600" spc="-20" dirty="0">
                <a:latin typeface="Trebuchet MS"/>
                <a:cs typeface="Trebuchet MS"/>
              </a:rPr>
              <a:t>n</a:t>
            </a:r>
            <a:r>
              <a:rPr sz="1600" spc="-235" dirty="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92608" y="1203959"/>
            <a:ext cx="3622675" cy="2780030"/>
            <a:chOff x="292608" y="1203959"/>
            <a:chExt cx="3622675" cy="2780030"/>
          </a:xfrm>
        </p:grpSpPr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608" y="2119871"/>
              <a:ext cx="1929383" cy="186385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2754" y="2160300"/>
              <a:ext cx="1814379" cy="174960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4627" y="1203959"/>
              <a:ext cx="1789176" cy="178917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4063" y="1245108"/>
              <a:ext cx="1674876" cy="167487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31136" y="1958340"/>
              <a:ext cx="1684019" cy="186842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90012" y="1998039"/>
              <a:ext cx="1570925" cy="1754867"/>
            </a:xfrm>
            <a:prstGeom prst="rect">
              <a:avLst/>
            </a:prstGeom>
          </p:spPr>
        </p:pic>
      </p:grpSp>
      <p:sp>
        <p:nvSpPr>
          <p:cNvPr id="43" name="object 43"/>
          <p:cNvSpPr/>
          <p:nvPr/>
        </p:nvSpPr>
        <p:spPr>
          <a:xfrm>
            <a:off x="8434578" y="1506474"/>
            <a:ext cx="341630" cy="0"/>
          </a:xfrm>
          <a:custGeom>
            <a:avLst/>
            <a:gdLst/>
            <a:ahLst/>
            <a:cxnLst/>
            <a:rect l="l" t="t" r="r" b="b"/>
            <a:pathLst>
              <a:path w="341629">
                <a:moveTo>
                  <a:pt x="0" y="0"/>
                </a:moveTo>
                <a:lnTo>
                  <a:pt x="341122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49" y="0"/>
            <a:ext cx="9182100" cy="302260"/>
            <a:chOff x="-19049" y="0"/>
            <a:chExt cx="9182100" cy="302260"/>
          </a:xfrm>
        </p:grpSpPr>
        <p:sp>
          <p:nvSpPr>
            <p:cNvPr id="3" name="object 3"/>
            <p:cNvSpPr/>
            <p:nvPr/>
          </p:nvSpPr>
          <p:spPr>
            <a:xfrm>
              <a:off x="7850886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0" y="263651"/>
                  </a:moveTo>
                  <a:lnTo>
                    <a:pt x="1293114" y="263651"/>
                  </a:lnTo>
                  <a:lnTo>
                    <a:pt x="129311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solidFill>
              <a:srgbClr val="157E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850886" y="245364"/>
              <a:ext cx="1293495" cy="38100"/>
            </a:xfrm>
            <a:custGeom>
              <a:avLst/>
              <a:gdLst/>
              <a:ahLst/>
              <a:cxnLst/>
              <a:rect l="l" t="t" r="r" b="b"/>
              <a:pathLst>
                <a:path w="1293495" h="38100">
                  <a:moveTo>
                    <a:pt x="0" y="38100"/>
                  </a:moveTo>
                  <a:lnTo>
                    <a:pt x="1293114" y="38100"/>
                  </a:lnTo>
                  <a:lnTo>
                    <a:pt x="1293114" y="0"/>
                  </a:lnTo>
                  <a:lnTo>
                    <a:pt x="0" y="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50886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1293114" y="0"/>
                  </a:moveTo>
                  <a:lnTo>
                    <a:pt x="0" y="0"/>
                  </a:lnTo>
                  <a:lnTo>
                    <a:pt x="0" y="26365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40246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1310640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40" y="263651"/>
                  </a:lnTo>
                  <a:lnTo>
                    <a:pt x="1310640" y="0"/>
                  </a:lnTo>
                  <a:close/>
                </a:path>
              </a:pathLst>
            </a:custGeom>
            <a:solidFill>
              <a:srgbClr val="49B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40246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0" y="263651"/>
                  </a:moveTo>
                  <a:lnTo>
                    <a:pt x="1310640" y="263651"/>
                  </a:lnTo>
                  <a:lnTo>
                    <a:pt x="1310640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28081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C0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28081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15917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0073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15917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05278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1310639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39" y="263651"/>
                  </a:lnTo>
                  <a:lnTo>
                    <a:pt x="1310639" y="0"/>
                  </a:lnTo>
                  <a:close/>
                </a:path>
              </a:pathLst>
            </a:custGeom>
            <a:solidFill>
              <a:srgbClr val="12AA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05278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0" y="263651"/>
                  </a:moveTo>
                  <a:lnTo>
                    <a:pt x="1310639" y="263651"/>
                  </a:lnTo>
                  <a:lnTo>
                    <a:pt x="1310639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93113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157B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93113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1293113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293113" y="263651"/>
                  </a:lnTo>
                  <a:lnTo>
                    <a:pt x="1293113" y="0"/>
                  </a:lnTo>
                  <a:close/>
                </a:path>
              </a:pathLst>
            </a:custGeom>
            <a:solidFill>
              <a:srgbClr val="F78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0" y="263651"/>
                  </a:moveTo>
                  <a:lnTo>
                    <a:pt x="1293113" y="263651"/>
                  </a:lnTo>
                  <a:lnTo>
                    <a:pt x="1293113" y="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038850" y="2395219"/>
            <a:ext cx="23133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75" dirty="0">
                <a:latin typeface="Tahoma"/>
                <a:cs typeface="Tahoma"/>
              </a:rPr>
              <a:t>HI</a:t>
            </a:r>
            <a:r>
              <a:rPr sz="4000" b="1" spc="-290" dirty="0">
                <a:latin typeface="Tahoma"/>
                <a:cs typeface="Tahoma"/>
              </a:rPr>
              <a:t>S</a:t>
            </a:r>
            <a:r>
              <a:rPr sz="4000" b="1" spc="40" dirty="0">
                <a:latin typeface="Tahoma"/>
                <a:cs typeface="Tahoma"/>
              </a:rPr>
              <a:t>TORY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34432" y="3655898"/>
            <a:ext cx="31172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60" dirty="0">
                <a:latin typeface="Trebuchet MS"/>
                <a:cs typeface="Trebuchet MS"/>
              </a:rPr>
              <a:t>Sejarah</a:t>
            </a:r>
            <a:r>
              <a:rPr sz="1600" spc="-12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Singkat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Convolutional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Code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7020559" y="750519"/>
            <a:ext cx="1280795" cy="1169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0" b="1" spc="380" dirty="0">
                <a:solidFill>
                  <a:srgbClr val="12AAC6"/>
                </a:solidFill>
                <a:latin typeface="Tahoma"/>
                <a:cs typeface="Tahoma"/>
              </a:rPr>
              <a:t>0</a:t>
            </a:r>
            <a:r>
              <a:rPr sz="7500" b="1" u="heavy" spc="-55" dirty="0">
                <a:solidFill>
                  <a:srgbClr val="12AAC6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</a:t>
            </a:r>
            <a:endParaRPr sz="75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7219" y="1104900"/>
            <a:ext cx="3683635" cy="2967355"/>
            <a:chOff x="617219" y="1104900"/>
            <a:chExt cx="3683635" cy="2967355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219" y="2100084"/>
              <a:ext cx="1996439" cy="191109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96829" y="2160605"/>
              <a:ext cx="1842135" cy="1757680"/>
            </a:xfrm>
            <a:custGeom>
              <a:avLst/>
              <a:gdLst/>
              <a:ahLst/>
              <a:cxnLst/>
              <a:rect l="l" t="t" r="r" b="b"/>
              <a:pathLst>
                <a:path w="1842135" h="1757679">
                  <a:moveTo>
                    <a:pt x="552975" y="0"/>
                  </a:moveTo>
                  <a:lnTo>
                    <a:pt x="504509" y="374"/>
                  </a:lnTo>
                  <a:lnTo>
                    <a:pt x="457837" y="10030"/>
                  </a:lnTo>
                  <a:lnTo>
                    <a:pt x="414196" y="28302"/>
                  </a:lnTo>
                  <a:lnTo>
                    <a:pt x="374822" y="54528"/>
                  </a:lnTo>
                  <a:lnTo>
                    <a:pt x="340950" y="88044"/>
                  </a:lnTo>
                  <a:lnTo>
                    <a:pt x="313817" y="128185"/>
                  </a:lnTo>
                  <a:lnTo>
                    <a:pt x="294659" y="174289"/>
                  </a:lnTo>
                  <a:lnTo>
                    <a:pt x="9569" y="1118661"/>
                  </a:lnTo>
                  <a:lnTo>
                    <a:pt x="0" y="1167699"/>
                  </a:lnTo>
                  <a:lnTo>
                    <a:pt x="375" y="1216171"/>
                  </a:lnTo>
                  <a:lnTo>
                    <a:pt x="10034" y="1262842"/>
                  </a:lnTo>
                  <a:lnTo>
                    <a:pt x="28313" y="1306478"/>
                  </a:lnTo>
                  <a:lnTo>
                    <a:pt x="54550" y="1345846"/>
                  </a:lnTo>
                  <a:lnTo>
                    <a:pt x="88081" y="1379711"/>
                  </a:lnTo>
                  <a:lnTo>
                    <a:pt x="128245" y="1406841"/>
                  </a:lnTo>
                  <a:lnTo>
                    <a:pt x="174377" y="1426001"/>
                  </a:lnTo>
                  <a:lnTo>
                    <a:pt x="1239539" y="1747577"/>
                  </a:lnTo>
                  <a:lnTo>
                    <a:pt x="1288541" y="1757143"/>
                  </a:lnTo>
                  <a:lnTo>
                    <a:pt x="1336996" y="1756764"/>
                  </a:lnTo>
                  <a:lnTo>
                    <a:pt x="1383664" y="1747101"/>
                  </a:lnTo>
                  <a:lnTo>
                    <a:pt x="1427309" y="1728818"/>
                  </a:lnTo>
                  <a:lnTo>
                    <a:pt x="1466690" y="1702576"/>
                  </a:lnTo>
                  <a:lnTo>
                    <a:pt x="1500572" y="1669037"/>
                  </a:lnTo>
                  <a:lnTo>
                    <a:pt x="1527714" y="1628864"/>
                  </a:lnTo>
                  <a:lnTo>
                    <a:pt x="1546879" y="1582719"/>
                  </a:lnTo>
                  <a:lnTo>
                    <a:pt x="1831994" y="638474"/>
                  </a:lnTo>
                  <a:lnTo>
                    <a:pt x="1841564" y="589435"/>
                  </a:lnTo>
                  <a:lnTo>
                    <a:pt x="1841188" y="540963"/>
                  </a:lnTo>
                  <a:lnTo>
                    <a:pt x="1831527" y="494293"/>
                  </a:lnTo>
                  <a:lnTo>
                    <a:pt x="1813246" y="450657"/>
                  </a:lnTo>
                  <a:lnTo>
                    <a:pt x="1787005" y="411289"/>
                  </a:lnTo>
                  <a:lnTo>
                    <a:pt x="1753466" y="377423"/>
                  </a:lnTo>
                  <a:lnTo>
                    <a:pt x="1713293" y="350294"/>
                  </a:lnTo>
                  <a:lnTo>
                    <a:pt x="1667148" y="331134"/>
                  </a:lnTo>
                  <a:lnTo>
                    <a:pt x="601999" y="9570"/>
                  </a:lnTo>
                  <a:lnTo>
                    <a:pt x="5529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96829" y="2160605"/>
              <a:ext cx="1842135" cy="1757680"/>
            </a:xfrm>
            <a:custGeom>
              <a:avLst/>
              <a:gdLst/>
              <a:ahLst/>
              <a:cxnLst/>
              <a:rect l="l" t="t" r="r" b="b"/>
              <a:pathLst>
                <a:path w="1842135" h="1757679">
                  <a:moveTo>
                    <a:pt x="294659" y="174289"/>
                  </a:moveTo>
                  <a:lnTo>
                    <a:pt x="313817" y="128185"/>
                  </a:lnTo>
                  <a:lnTo>
                    <a:pt x="340950" y="88044"/>
                  </a:lnTo>
                  <a:lnTo>
                    <a:pt x="374822" y="54528"/>
                  </a:lnTo>
                  <a:lnTo>
                    <a:pt x="414196" y="28302"/>
                  </a:lnTo>
                  <a:lnTo>
                    <a:pt x="457837" y="10030"/>
                  </a:lnTo>
                  <a:lnTo>
                    <a:pt x="504509" y="374"/>
                  </a:lnTo>
                  <a:lnTo>
                    <a:pt x="552975" y="0"/>
                  </a:lnTo>
                  <a:lnTo>
                    <a:pt x="601999" y="9570"/>
                  </a:lnTo>
                  <a:lnTo>
                    <a:pt x="1667148" y="331134"/>
                  </a:lnTo>
                  <a:lnTo>
                    <a:pt x="1713293" y="350294"/>
                  </a:lnTo>
                  <a:lnTo>
                    <a:pt x="1753466" y="377423"/>
                  </a:lnTo>
                  <a:lnTo>
                    <a:pt x="1787005" y="411289"/>
                  </a:lnTo>
                  <a:lnTo>
                    <a:pt x="1813246" y="450657"/>
                  </a:lnTo>
                  <a:lnTo>
                    <a:pt x="1831527" y="494293"/>
                  </a:lnTo>
                  <a:lnTo>
                    <a:pt x="1841188" y="540963"/>
                  </a:lnTo>
                  <a:lnTo>
                    <a:pt x="1841564" y="589435"/>
                  </a:lnTo>
                  <a:lnTo>
                    <a:pt x="1831994" y="638474"/>
                  </a:lnTo>
                  <a:lnTo>
                    <a:pt x="1546879" y="1582719"/>
                  </a:lnTo>
                  <a:lnTo>
                    <a:pt x="1527714" y="1628864"/>
                  </a:lnTo>
                  <a:lnTo>
                    <a:pt x="1500572" y="1669037"/>
                  </a:lnTo>
                  <a:lnTo>
                    <a:pt x="1466690" y="1702576"/>
                  </a:lnTo>
                  <a:lnTo>
                    <a:pt x="1427309" y="1728818"/>
                  </a:lnTo>
                  <a:lnTo>
                    <a:pt x="1383664" y="1747101"/>
                  </a:lnTo>
                  <a:lnTo>
                    <a:pt x="1336996" y="1756764"/>
                  </a:lnTo>
                  <a:lnTo>
                    <a:pt x="1288541" y="1757143"/>
                  </a:lnTo>
                  <a:lnTo>
                    <a:pt x="1239539" y="1747577"/>
                  </a:lnTo>
                  <a:lnTo>
                    <a:pt x="174377" y="1426001"/>
                  </a:lnTo>
                  <a:lnTo>
                    <a:pt x="128245" y="1406841"/>
                  </a:lnTo>
                  <a:lnTo>
                    <a:pt x="88081" y="1379711"/>
                  </a:lnTo>
                  <a:lnTo>
                    <a:pt x="54550" y="1345846"/>
                  </a:lnTo>
                  <a:lnTo>
                    <a:pt x="28313" y="1306478"/>
                  </a:lnTo>
                  <a:lnTo>
                    <a:pt x="10034" y="1262842"/>
                  </a:lnTo>
                  <a:lnTo>
                    <a:pt x="375" y="1216171"/>
                  </a:lnTo>
                  <a:lnTo>
                    <a:pt x="0" y="1167699"/>
                  </a:lnTo>
                  <a:lnTo>
                    <a:pt x="9569" y="1118661"/>
                  </a:lnTo>
                  <a:lnTo>
                    <a:pt x="294659" y="17428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79179" y="2709160"/>
              <a:ext cx="734695" cy="734695"/>
            </a:xfrm>
            <a:custGeom>
              <a:avLst/>
              <a:gdLst/>
              <a:ahLst/>
              <a:cxnLst/>
              <a:rect l="l" t="t" r="r" b="b"/>
              <a:pathLst>
                <a:path w="734694" h="734695">
                  <a:moveTo>
                    <a:pt x="383398" y="0"/>
                  </a:moveTo>
                  <a:lnTo>
                    <a:pt x="338984" y="708"/>
                  </a:lnTo>
                  <a:lnTo>
                    <a:pt x="295475" y="6707"/>
                  </a:lnTo>
                  <a:lnTo>
                    <a:pt x="253298" y="17767"/>
                  </a:lnTo>
                  <a:lnTo>
                    <a:pt x="212883" y="33657"/>
                  </a:lnTo>
                  <a:lnTo>
                    <a:pt x="174661" y="54148"/>
                  </a:lnTo>
                  <a:lnTo>
                    <a:pt x="139059" y="79011"/>
                  </a:lnTo>
                  <a:lnTo>
                    <a:pt x="106508" y="108015"/>
                  </a:lnTo>
                  <a:lnTo>
                    <a:pt x="77436" y="140932"/>
                  </a:lnTo>
                  <a:lnTo>
                    <a:pt x="52274" y="177532"/>
                  </a:lnTo>
                  <a:lnTo>
                    <a:pt x="31451" y="217585"/>
                  </a:lnTo>
                  <a:lnTo>
                    <a:pt x="15395" y="260861"/>
                  </a:lnTo>
                  <a:lnTo>
                    <a:pt x="4820" y="305794"/>
                  </a:lnTo>
                  <a:lnTo>
                    <a:pt x="0" y="350686"/>
                  </a:lnTo>
                  <a:lnTo>
                    <a:pt x="702" y="395105"/>
                  </a:lnTo>
                  <a:lnTo>
                    <a:pt x="6699" y="438621"/>
                  </a:lnTo>
                  <a:lnTo>
                    <a:pt x="17758" y="480805"/>
                  </a:lnTo>
                  <a:lnTo>
                    <a:pt x="33650" y="521227"/>
                  </a:lnTo>
                  <a:lnTo>
                    <a:pt x="54145" y="559455"/>
                  </a:lnTo>
                  <a:lnTo>
                    <a:pt x="79012" y="595061"/>
                  </a:lnTo>
                  <a:lnTo>
                    <a:pt x="108021" y="627614"/>
                  </a:lnTo>
                  <a:lnTo>
                    <a:pt x="140942" y="656684"/>
                  </a:lnTo>
                  <a:lnTo>
                    <a:pt x="177545" y="681841"/>
                  </a:lnTo>
                  <a:lnTo>
                    <a:pt x="217599" y="702655"/>
                  </a:lnTo>
                  <a:lnTo>
                    <a:pt x="260873" y="718696"/>
                  </a:lnTo>
                  <a:lnTo>
                    <a:pt x="305805" y="729280"/>
                  </a:lnTo>
                  <a:lnTo>
                    <a:pt x="350691" y="734108"/>
                  </a:lnTo>
                  <a:lnTo>
                    <a:pt x="395102" y="733409"/>
                  </a:lnTo>
                  <a:lnTo>
                    <a:pt x="438609" y="727414"/>
                  </a:lnTo>
                  <a:lnTo>
                    <a:pt x="480783" y="716354"/>
                  </a:lnTo>
                  <a:lnTo>
                    <a:pt x="521195" y="700460"/>
                  </a:lnTo>
                  <a:lnTo>
                    <a:pt x="559417" y="679961"/>
                  </a:lnTo>
                  <a:lnTo>
                    <a:pt x="595018" y="655090"/>
                  </a:lnTo>
                  <a:lnTo>
                    <a:pt x="627570" y="626075"/>
                  </a:lnTo>
                  <a:lnTo>
                    <a:pt x="656645" y="593149"/>
                  </a:lnTo>
                  <a:lnTo>
                    <a:pt x="681812" y="556541"/>
                  </a:lnTo>
                  <a:lnTo>
                    <a:pt x="702643" y="516483"/>
                  </a:lnTo>
                  <a:lnTo>
                    <a:pt x="718708" y="473205"/>
                  </a:lnTo>
                  <a:lnTo>
                    <a:pt x="729268" y="428273"/>
                  </a:lnTo>
                  <a:lnTo>
                    <a:pt x="734079" y="383387"/>
                  </a:lnTo>
                  <a:lnTo>
                    <a:pt x="733370" y="338976"/>
                  </a:lnTo>
                  <a:lnTo>
                    <a:pt x="727371" y="295469"/>
                  </a:lnTo>
                  <a:lnTo>
                    <a:pt x="716311" y="253295"/>
                  </a:lnTo>
                  <a:lnTo>
                    <a:pt x="700421" y="212883"/>
                  </a:lnTo>
                  <a:lnTo>
                    <a:pt x="679930" y="174661"/>
                  </a:lnTo>
                  <a:lnTo>
                    <a:pt x="655068" y="139060"/>
                  </a:lnTo>
                  <a:lnTo>
                    <a:pt x="626063" y="106508"/>
                  </a:lnTo>
                  <a:lnTo>
                    <a:pt x="593146" y="77434"/>
                  </a:lnTo>
                  <a:lnTo>
                    <a:pt x="556546" y="52267"/>
                  </a:lnTo>
                  <a:lnTo>
                    <a:pt x="516494" y="31436"/>
                  </a:lnTo>
                  <a:lnTo>
                    <a:pt x="473217" y="15370"/>
                  </a:lnTo>
                  <a:lnTo>
                    <a:pt x="428285" y="4810"/>
                  </a:lnTo>
                  <a:lnTo>
                    <a:pt x="383398" y="0"/>
                  </a:lnTo>
                  <a:close/>
                </a:path>
              </a:pathLst>
            </a:custGeom>
            <a:solidFill>
              <a:srgbClr val="F8F0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039967" y="2697607"/>
              <a:ext cx="260350" cy="269875"/>
            </a:xfrm>
            <a:custGeom>
              <a:avLst/>
              <a:gdLst/>
              <a:ahLst/>
              <a:cxnLst/>
              <a:rect l="l" t="t" r="r" b="b"/>
              <a:pathLst>
                <a:path w="260350" h="269875">
                  <a:moveTo>
                    <a:pt x="48420" y="0"/>
                  </a:moveTo>
                  <a:lnTo>
                    <a:pt x="39657" y="4699"/>
                  </a:lnTo>
                  <a:lnTo>
                    <a:pt x="4224" y="121666"/>
                  </a:lnTo>
                  <a:lnTo>
                    <a:pt x="0" y="167183"/>
                  </a:lnTo>
                  <a:lnTo>
                    <a:pt x="13098" y="209391"/>
                  </a:lnTo>
                  <a:lnTo>
                    <a:pt x="41032" y="243645"/>
                  </a:lnTo>
                  <a:lnTo>
                    <a:pt x="81313" y="265303"/>
                  </a:lnTo>
                  <a:lnTo>
                    <a:pt x="126882" y="269583"/>
                  </a:lnTo>
                  <a:lnTo>
                    <a:pt x="169070" y="256492"/>
                  </a:lnTo>
                  <a:lnTo>
                    <a:pt x="203257" y="228566"/>
                  </a:lnTo>
                  <a:lnTo>
                    <a:pt x="224823" y="188341"/>
                  </a:lnTo>
                  <a:lnTo>
                    <a:pt x="260256" y="71247"/>
                  </a:lnTo>
                  <a:lnTo>
                    <a:pt x="255557" y="62484"/>
                  </a:lnTo>
                  <a:lnTo>
                    <a:pt x="56675" y="2412"/>
                  </a:lnTo>
                  <a:lnTo>
                    <a:pt x="48420" y="0"/>
                  </a:lnTo>
                  <a:close/>
                </a:path>
              </a:pathLst>
            </a:custGeom>
            <a:solidFill>
              <a:srgbClr val="C0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391380" y="2859532"/>
              <a:ext cx="309880" cy="433705"/>
            </a:xfrm>
            <a:custGeom>
              <a:avLst/>
              <a:gdLst/>
              <a:ahLst/>
              <a:cxnLst/>
              <a:rect l="l" t="t" r="r" b="b"/>
              <a:pathLst>
                <a:path w="309880" h="433704">
                  <a:moveTo>
                    <a:pt x="281971" y="0"/>
                  </a:moveTo>
                  <a:lnTo>
                    <a:pt x="274224" y="2031"/>
                  </a:lnTo>
                  <a:lnTo>
                    <a:pt x="21494" y="128905"/>
                  </a:lnTo>
                  <a:lnTo>
                    <a:pt x="10642" y="137562"/>
                  </a:lnTo>
                  <a:lnTo>
                    <a:pt x="5349" y="148923"/>
                  </a:lnTo>
                  <a:lnTo>
                    <a:pt x="5939" y="161355"/>
                  </a:lnTo>
                  <a:lnTo>
                    <a:pt x="12731" y="173228"/>
                  </a:lnTo>
                  <a:lnTo>
                    <a:pt x="34444" y="196947"/>
                  </a:lnTo>
                  <a:lnTo>
                    <a:pt x="102266" y="268986"/>
                  </a:lnTo>
                  <a:lnTo>
                    <a:pt x="102901" y="270129"/>
                  </a:lnTo>
                  <a:lnTo>
                    <a:pt x="100996" y="272669"/>
                  </a:lnTo>
                  <a:lnTo>
                    <a:pt x="14382" y="377783"/>
                  </a:lnTo>
                  <a:lnTo>
                    <a:pt x="5492" y="389128"/>
                  </a:lnTo>
                  <a:lnTo>
                    <a:pt x="865" y="398045"/>
                  </a:lnTo>
                  <a:lnTo>
                    <a:pt x="0" y="407606"/>
                  </a:lnTo>
                  <a:lnTo>
                    <a:pt x="2706" y="416881"/>
                  </a:lnTo>
                  <a:lnTo>
                    <a:pt x="8794" y="424942"/>
                  </a:lnTo>
                  <a:lnTo>
                    <a:pt x="11969" y="427863"/>
                  </a:lnTo>
                  <a:lnTo>
                    <a:pt x="15398" y="429894"/>
                  </a:lnTo>
                  <a:lnTo>
                    <a:pt x="26193" y="433197"/>
                  </a:lnTo>
                  <a:lnTo>
                    <a:pt x="34067" y="432054"/>
                  </a:lnTo>
                  <a:lnTo>
                    <a:pt x="288321" y="304419"/>
                  </a:lnTo>
                  <a:lnTo>
                    <a:pt x="299335" y="295529"/>
                  </a:lnTo>
                  <a:lnTo>
                    <a:pt x="304419" y="283876"/>
                  </a:lnTo>
                  <a:lnTo>
                    <a:pt x="303359" y="271129"/>
                  </a:lnTo>
                  <a:lnTo>
                    <a:pt x="295941" y="258953"/>
                  </a:lnTo>
                  <a:lnTo>
                    <a:pt x="207422" y="164465"/>
                  </a:lnTo>
                  <a:lnTo>
                    <a:pt x="206787" y="163068"/>
                  </a:lnTo>
                  <a:lnTo>
                    <a:pt x="256936" y="102838"/>
                  </a:lnTo>
                  <a:lnTo>
                    <a:pt x="280775" y="73699"/>
                  </a:lnTo>
                  <a:lnTo>
                    <a:pt x="304196" y="44323"/>
                  </a:lnTo>
                  <a:lnTo>
                    <a:pt x="309425" y="32267"/>
                  </a:lnTo>
                  <a:lnTo>
                    <a:pt x="308213" y="19796"/>
                  </a:lnTo>
                  <a:lnTo>
                    <a:pt x="301214" y="9015"/>
                  </a:lnTo>
                  <a:lnTo>
                    <a:pt x="289083" y="2031"/>
                  </a:lnTo>
                  <a:lnTo>
                    <a:pt x="281971" y="0"/>
                  </a:lnTo>
                  <a:close/>
                </a:path>
              </a:pathLst>
            </a:custGeom>
            <a:solidFill>
              <a:srgbClr val="F78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00697" y="2440039"/>
              <a:ext cx="1415415" cy="1282700"/>
            </a:xfrm>
            <a:custGeom>
              <a:avLst/>
              <a:gdLst/>
              <a:ahLst/>
              <a:cxnLst/>
              <a:rect l="l" t="t" r="r" b="b"/>
              <a:pathLst>
                <a:path w="1415414" h="1282700">
                  <a:moveTo>
                    <a:pt x="371461" y="0"/>
                  </a:moveTo>
                  <a:lnTo>
                    <a:pt x="305313" y="0"/>
                  </a:lnTo>
                  <a:lnTo>
                    <a:pt x="279511" y="25400"/>
                  </a:lnTo>
                  <a:lnTo>
                    <a:pt x="263207" y="63500"/>
                  </a:lnTo>
                  <a:lnTo>
                    <a:pt x="3238" y="914400"/>
                  </a:lnTo>
                  <a:lnTo>
                    <a:pt x="0" y="952500"/>
                  </a:lnTo>
                  <a:lnTo>
                    <a:pt x="9842" y="990600"/>
                  </a:lnTo>
                  <a:lnTo>
                    <a:pt x="30895" y="1016000"/>
                  </a:lnTo>
                  <a:lnTo>
                    <a:pt x="61289" y="1028700"/>
                  </a:lnTo>
                  <a:lnTo>
                    <a:pt x="919593" y="1282700"/>
                  </a:lnTo>
                  <a:lnTo>
                    <a:pt x="985697" y="1282700"/>
                  </a:lnTo>
                  <a:lnTo>
                    <a:pt x="1011498" y="1257300"/>
                  </a:lnTo>
                  <a:lnTo>
                    <a:pt x="929626" y="1257300"/>
                  </a:lnTo>
                  <a:lnTo>
                    <a:pt x="71310" y="990600"/>
                  </a:lnTo>
                  <a:lnTo>
                    <a:pt x="53116" y="977900"/>
                  </a:lnTo>
                  <a:lnTo>
                    <a:pt x="40522" y="965200"/>
                  </a:lnTo>
                  <a:lnTo>
                    <a:pt x="34637" y="952500"/>
                  </a:lnTo>
                  <a:lnTo>
                    <a:pt x="36575" y="927100"/>
                  </a:lnTo>
                  <a:lnTo>
                    <a:pt x="296544" y="63500"/>
                  </a:lnTo>
                  <a:lnTo>
                    <a:pt x="306322" y="50800"/>
                  </a:lnTo>
                  <a:lnTo>
                    <a:pt x="321809" y="38100"/>
                  </a:lnTo>
                  <a:lnTo>
                    <a:pt x="340894" y="25400"/>
                  </a:lnTo>
                  <a:lnTo>
                    <a:pt x="452064" y="25400"/>
                  </a:lnTo>
                  <a:lnTo>
                    <a:pt x="371461" y="0"/>
                  </a:lnTo>
                  <a:close/>
                </a:path>
                <a:path w="1415414" h="1282700">
                  <a:moveTo>
                    <a:pt x="1109046" y="939800"/>
                  </a:moveTo>
                  <a:lnTo>
                    <a:pt x="1077200" y="939800"/>
                  </a:lnTo>
                  <a:lnTo>
                    <a:pt x="994650" y="1219200"/>
                  </a:lnTo>
                  <a:lnTo>
                    <a:pt x="984865" y="1231900"/>
                  </a:lnTo>
                  <a:lnTo>
                    <a:pt x="969330" y="1244600"/>
                  </a:lnTo>
                  <a:lnTo>
                    <a:pt x="950198" y="1257300"/>
                  </a:lnTo>
                  <a:lnTo>
                    <a:pt x="1011498" y="1257300"/>
                  </a:lnTo>
                  <a:lnTo>
                    <a:pt x="1027797" y="1231900"/>
                  </a:lnTo>
                  <a:lnTo>
                    <a:pt x="1110347" y="952500"/>
                  </a:lnTo>
                  <a:lnTo>
                    <a:pt x="1111006" y="952500"/>
                  </a:lnTo>
                  <a:lnTo>
                    <a:pt x="1109046" y="939800"/>
                  </a:lnTo>
                  <a:close/>
                </a:path>
                <a:path w="1415414" h="1282700">
                  <a:moveTo>
                    <a:pt x="404255" y="368300"/>
                  </a:moveTo>
                  <a:lnTo>
                    <a:pt x="376033" y="368300"/>
                  </a:lnTo>
                  <a:lnTo>
                    <a:pt x="343890" y="406400"/>
                  </a:lnTo>
                  <a:lnTo>
                    <a:pt x="316512" y="444500"/>
                  </a:lnTo>
                  <a:lnTo>
                    <a:pt x="294234" y="482600"/>
                  </a:lnTo>
                  <a:lnTo>
                    <a:pt x="277393" y="533400"/>
                  </a:lnTo>
                  <a:lnTo>
                    <a:pt x="266339" y="584200"/>
                  </a:lnTo>
                  <a:lnTo>
                    <a:pt x="261312" y="622300"/>
                  </a:lnTo>
                  <a:lnTo>
                    <a:pt x="262068" y="673100"/>
                  </a:lnTo>
                  <a:lnTo>
                    <a:pt x="268366" y="711200"/>
                  </a:lnTo>
                  <a:lnTo>
                    <a:pt x="279962" y="762000"/>
                  </a:lnTo>
                  <a:lnTo>
                    <a:pt x="296615" y="800100"/>
                  </a:lnTo>
                  <a:lnTo>
                    <a:pt x="318081" y="838200"/>
                  </a:lnTo>
                  <a:lnTo>
                    <a:pt x="344119" y="876300"/>
                  </a:lnTo>
                  <a:lnTo>
                    <a:pt x="374487" y="914400"/>
                  </a:lnTo>
                  <a:lnTo>
                    <a:pt x="408941" y="939800"/>
                  </a:lnTo>
                  <a:lnTo>
                    <a:pt x="447240" y="977900"/>
                  </a:lnTo>
                  <a:lnTo>
                    <a:pt x="489141" y="990600"/>
                  </a:lnTo>
                  <a:lnTo>
                    <a:pt x="534402" y="1016000"/>
                  </a:lnTo>
                  <a:lnTo>
                    <a:pt x="581402" y="1016000"/>
                  </a:lnTo>
                  <a:lnTo>
                    <a:pt x="628373" y="1028700"/>
                  </a:lnTo>
                  <a:lnTo>
                    <a:pt x="674863" y="1028700"/>
                  </a:lnTo>
                  <a:lnTo>
                    <a:pt x="764593" y="1003300"/>
                  </a:lnTo>
                  <a:lnTo>
                    <a:pt x="806928" y="990600"/>
                  </a:lnTo>
                  <a:lnTo>
                    <a:pt x="590767" y="990600"/>
                  </a:lnTo>
                  <a:lnTo>
                    <a:pt x="544435" y="977900"/>
                  </a:lnTo>
                  <a:lnTo>
                    <a:pt x="499942" y="965200"/>
                  </a:lnTo>
                  <a:lnTo>
                    <a:pt x="459062" y="939800"/>
                  </a:lnTo>
                  <a:lnTo>
                    <a:pt x="422073" y="914400"/>
                  </a:lnTo>
                  <a:lnTo>
                    <a:pt x="389257" y="876300"/>
                  </a:lnTo>
                  <a:lnTo>
                    <a:pt x="360894" y="850900"/>
                  </a:lnTo>
                  <a:lnTo>
                    <a:pt x="337263" y="812800"/>
                  </a:lnTo>
                  <a:lnTo>
                    <a:pt x="318646" y="762000"/>
                  </a:lnTo>
                  <a:lnTo>
                    <a:pt x="305321" y="723900"/>
                  </a:lnTo>
                  <a:lnTo>
                    <a:pt x="297569" y="685800"/>
                  </a:lnTo>
                  <a:lnTo>
                    <a:pt x="295670" y="635000"/>
                  </a:lnTo>
                  <a:lnTo>
                    <a:pt x="299904" y="584200"/>
                  </a:lnTo>
                  <a:lnTo>
                    <a:pt x="310552" y="546100"/>
                  </a:lnTo>
                  <a:lnTo>
                    <a:pt x="325856" y="495300"/>
                  </a:lnTo>
                  <a:lnTo>
                    <a:pt x="346115" y="457200"/>
                  </a:lnTo>
                  <a:lnTo>
                    <a:pt x="371028" y="419100"/>
                  </a:lnTo>
                  <a:lnTo>
                    <a:pt x="400290" y="393700"/>
                  </a:lnTo>
                  <a:lnTo>
                    <a:pt x="404152" y="381000"/>
                  </a:lnTo>
                  <a:lnTo>
                    <a:pt x="405466" y="381000"/>
                  </a:lnTo>
                  <a:lnTo>
                    <a:pt x="404255" y="368300"/>
                  </a:lnTo>
                  <a:close/>
                </a:path>
                <a:path w="1415414" h="1282700">
                  <a:moveTo>
                    <a:pt x="816076" y="292100"/>
                  </a:moveTo>
                  <a:lnTo>
                    <a:pt x="695366" y="292100"/>
                  </a:lnTo>
                  <a:lnTo>
                    <a:pt x="746619" y="304800"/>
                  </a:lnTo>
                  <a:lnTo>
                    <a:pt x="791105" y="330200"/>
                  </a:lnTo>
                  <a:lnTo>
                    <a:pt x="831981" y="342900"/>
                  </a:lnTo>
                  <a:lnTo>
                    <a:pt x="868968" y="368300"/>
                  </a:lnTo>
                  <a:lnTo>
                    <a:pt x="901785" y="406400"/>
                  </a:lnTo>
                  <a:lnTo>
                    <a:pt x="930152" y="444500"/>
                  </a:lnTo>
                  <a:lnTo>
                    <a:pt x="953788" y="482600"/>
                  </a:lnTo>
                  <a:lnTo>
                    <a:pt x="972413" y="520700"/>
                  </a:lnTo>
                  <a:lnTo>
                    <a:pt x="985746" y="558800"/>
                  </a:lnTo>
                  <a:lnTo>
                    <a:pt x="993507" y="609600"/>
                  </a:lnTo>
                  <a:lnTo>
                    <a:pt x="995416" y="647700"/>
                  </a:lnTo>
                  <a:lnTo>
                    <a:pt x="991191" y="698500"/>
                  </a:lnTo>
                  <a:lnTo>
                    <a:pt x="980553" y="749300"/>
                  </a:lnTo>
                  <a:lnTo>
                    <a:pt x="963763" y="787400"/>
                  </a:lnTo>
                  <a:lnTo>
                    <a:pt x="941678" y="825500"/>
                  </a:lnTo>
                  <a:lnTo>
                    <a:pt x="914821" y="863600"/>
                  </a:lnTo>
                  <a:lnTo>
                    <a:pt x="883714" y="901700"/>
                  </a:lnTo>
                  <a:lnTo>
                    <a:pt x="848877" y="927100"/>
                  </a:lnTo>
                  <a:lnTo>
                    <a:pt x="810834" y="952500"/>
                  </a:lnTo>
                  <a:lnTo>
                    <a:pt x="770105" y="965200"/>
                  </a:lnTo>
                  <a:lnTo>
                    <a:pt x="727212" y="977900"/>
                  </a:lnTo>
                  <a:lnTo>
                    <a:pt x="682677" y="990600"/>
                  </a:lnTo>
                  <a:lnTo>
                    <a:pt x="806928" y="990600"/>
                  </a:lnTo>
                  <a:lnTo>
                    <a:pt x="846972" y="965200"/>
                  </a:lnTo>
                  <a:lnTo>
                    <a:pt x="884275" y="939800"/>
                  </a:lnTo>
                  <a:lnTo>
                    <a:pt x="918383" y="914400"/>
                  </a:lnTo>
                  <a:lnTo>
                    <a:pt x="948845" y="876300"/>
                  </a:lnTo>
                  <a:lnTo>
                    <a:pt x="975208" y="838200"/>
                  </a:lnTo>
                  <a:lnTo>
                    <a:pt x="997019" y="800100"/>
                  </a:lnTo>
                  <a:lnTo>
                    <a:pt x="1013827" y="749300"/>
                  </a:lnTo>
                  <a:lnTo>
                    <a:pt x="1024668" y="711200"/>
                  </a:lnTo>
                  <a:lnTo>
                    <a:pt x="1029791" y="660400"/>
                  </a:lnTo>
                  <a:lnTo>
                    <a:pt x="1029422" y="622300"/>
                  </a:lnTo>
                  <a:lnTo>
                    <a:pt x="1023785" y="571500"/>
                  </a:lnTo>
                  <a:lnTo>
                    <a:pt x="1013106" y="533400"/>
                  </a:lnTo>
                  <a:lnTo>
                    <a:pt x="997610" y="482600"/>
                  </a:lnTo>
                  <a:lnTo>
                    <a:pt x="977522" y="444500"/>
                  </a:lnTo>
                  <a:lnTo>
                    <a:pt x="953066" y="406400"/>
                  </a:lnTo>
                  <a:lnTo>
                    <a:pt x="924469" y="381000"/>
                  </a:lnTo>
                  <a:lnTo>
                    <a:pt x="891955" y="342900"/>
                  </a:lnTo>
                  <a:lnTo>
                    <a:pt x="855749" y="317500"/>
                  </a:lnTo>
                  <a:lnTo>
                    <a:pt x="816076" y="292100"/>
                  </a:lnTo>
                  <a:close/>
                </a:path>
                <a:path w="1415414" h="1282700">
                  <a:moveTo>
                    <a:pt x="1098790" y="927100"/>
                  </a:moveTo>
                  <a:lnTo>
                    <a:pt x="1091952" y="927100"/>
                  </a:lnTo>
                  <a:lnTo>
                    <a:pt x="1085614" y="939800"/>
                  </a:lnTo>
                  <a:lnTo>
                    <a:pt x="1104847" y="939800"/>
                  </a:lnTo>
                  <a:lnTo>
                    <a:pt x="1098790" y="927100"/>
                  </a:lnTo>
                  <a:close/>
                </a:path>
                <a:path w="1415414" h="1282700">
                  <a:moveTo>
                    <a:pt x="1127147" y="889000"/>
                  </a:moveTo>
                  <a:lnTo>
                    <a:pt x="1098568" y="889000"/>
                  </a:lnTo>
                  <a:lnTo>
                    <a:pt x="1102767" y="901700"/>
                  </a:lnTo>
                  <a:lnTo>
                    <a:pt x="1122000" y="901700"/>
                  </a:lnTo>
                  <a:lnTo>
                    <a:pt x="1127147" y="889000"/>
                  </a:lnTo>
                  <a:close/>
                </a:path>
                <a:path w="1415414" h="1282700">
                  <a:moveTo>
                    <a:pt x="1291092" y="165100"/>
                  </a:moveTo>
                  <a:lnTo>
                    <a:pt x="1257159" y="165100"/>
                  </a:lnTo>
                  <a:lnTo>
                    <a:pt x="1229727" y="254000"/>
                  </a:lnTo>
                  <a:lnTo>
                    <a:pt x="1166110" y="254000"/>
                  </a:lnTo>
                  <a:lnTo>
                    <a:pt x="1159877" y="266700"/>
                  </a:lnTo>
                  <a:lnTo>
                    <a:pt x="1127111" y="381000"/>
                  </a:lnTo>
                  <a:lnTo>
                    <a:pt x="1121793" y="431800"/>
                  </a:lnTo>
                  <a:lnTo>
                    <a:pt x="1133525" y="469900"/>
                  </a:lnTo>
                  <a:lnTo>
                    <a:pt x="1160116" y="508000"/>
                  </a:lnTo>
                  <a:lnTo>
                    <a:pt x="1199374" y="533400"/>
                  </a:lnTo>
                  <a:lnTo>
                    <a:pt x="1097266" y="876300"/>
                  </a:lnTo>
                  <a:lnTo>
                    <a:pt x="1096608" y="889000"/>
                  </a:lnTo>
                  <a:lnTo>
                    <a:pt x="1130413" y="889000"/>
                  </a:lnTo>
                  <a:lnTo>
                    <a:pt x="1232521" y="546100"/>
                  </a:lnTo>
                  <a:lnTo>
                    <a:pt x="1280291" y="546100"/>
                  </a:lnTo>
                  <a:lnTo>
                    <a:pt x="1323692" y="533400"/>
                  </a:lnTo>
                  <a:lnTo>
                    <a:pt x="1335325" y="520700"/>
                  </a:lnTo>
                  <a:lnTo>
                    <a:pt x="1264289" y="520700"/>
                  </a:lnTo>
                  <a:lnTo>
                    <a:pt x="1225536" y="508000"/>
                  </a:lnTo>
                  <a:lnTo>
                    <a:pt x="1191387" y="495300"/>
                  </a:lnTo>
                  <a:lnTo>
                    <a:pt x="1167704" y="469900"/>
                  </a:lnTo>
                  <a:lnTo>
                    <a:pt x="1156617" y="431800"/>
                  </a:lnTo>
                  <a:lnTo>
                    <a:pt x="1160258" y="393700"/>
                  </a:lnTo>
                  <a:lnTo>
                    <a:pt x="1192643" y="279400"/>
                  </a:lnTo>
                  <a:lnTo>
                    <a:pt x="1296339" y="279400"/>
                  </a:lnTo>
                  <a:lnTo>
                    <a:pt x="1263128" y="266700"/>
                  </a:lnTo>
                  <a:lnTo>
                    <a:pt x="1290433" y="177800"/>
                  </a:lnTo>
                  <a:lnTo>
                    <a:pt x="1291092" y="165100"/>
                  </a:lnTo>
                  <a:close/>
                </a:path>
                <a:path w="1415414" h="1282700">
                  <a:moveTo>
                    <a:pt x="787132" y="406400"/>
                  </a:moveTo>
                  <a:lnTo>
                    <a:pt x="759200" y="406400"/>
                  </a:lnTo>
                  <a:lnTo>
                    <a:pt x="749667" y="419100"/>
                  </a:lnTo>
                  <a:lnTo>
                    <a:pt x="602303" y="495300"/>
                  </a:lnTo>
                  <a:lnTo>
                    <a:pt x="504303" y="533400"/>
                  </a:lnTo>
                  <a:lnTo>
                    <a:pt x="479300" y="571500"/>
                  </a:lnTo>
                  <a:lnTo>
                    <a:pt x="480068" y="596900"/>
                  </a:lnTo>
                  <a:lnTo>
                    <a:pt x="490587" y="609600"/>
                  </a:lnTo>
                  <a:lnTo>
                    <a:pt x="510487" y="635000"/>
                  </a:lnTo>
                  <a:lnTo>
                    <a:pt x="530529" y="647700"/>
                  </a:lnTo>
                  <a:lnTo>
                    <a:pt x="570851" y="698500"/>
                  </a:lnTo>
                  <a:lnTo>
                    <a:pt x="548037" y="723900"/>
                  </a:lnTo>
                  <a:lnTo>
                    <a:pt x="525878" y="749300"/>
                  </a:lnTo>
                  <a:lnTo>
                    <a:pt x="482332" y="800100"/>
                  </a:lnTo>
                  <a:lnTo>
                    <a:pt x="474861" y="812800"/>
                  </a:lnTo>
                  <a:lnTo>
                    <a:pt x="473331" y="838200"/>
                  </a:lnTo>
                  <a:lnTo>
                    <a:pt x="477635" y="850900"/>
                  </a:lnTo>
                  <a:lnTo>
                    <a:pt x="487666" y="863600"/>
                  </a:lnTo>
                  <a:lnTo>
                    <a:pt x="492746" y="863600"/>
                  </a:lnTo>
                  <a:lnTo>
                    <a:pt x="498461" y="876300"/>
                  </a:lnTo>
                  <a:lnTo>
                    <a:pt x="531513" y="876300"/>
                  </a:lnTo>
                  <a:lnTo>
                    <a:pt x="541387" y="863600"/>
                  </a:lnTo>
                  <a:lnTo>
                    <a:pt x="590424" y="838200"/>
                  </a:lnTo>
                  <a:lnTo>
                    <a:pt x="507605" y="838200"/>
                  </a:lnTo>
                  <a:lnTo>
                    <a:pt x="505065" y="825500"/>
                  </a:lnTo>
                  <a:lnTo>
                    <a:pt x="509764" y="825500"/>
                  </a:lnTo>
                  <a:lnTo>
                    <a:pt x="533077" y="800100"/>
                  </a:lnTo>
                  <a:lnTo>
                    <a:pt x="556723" y="762000"/>
                  </a:lnTo>
                  <a:lnTo>
                    <a:pt x="605014" y="711200"/>
                  </a:lnTo>
                  <a:lnTo>
                    <a:pt x="608495" y="698500"/>
                  </a:lnTo>
                  <a:lnTo>
                    <a:pt x="610094" y="698500"/>
                  </a:lnTo>
                  <a:lnTo>
                    <a:pt x="608836" y="685800"/>
                  </a:lnTo>
                  <a:lnTo>
                    <a:pt x="603744" y="685800"/>
                  </a:lnTo>
                  <a:lnTo>
                    <a:pt x="537915" y="609600"/>
                  </a:lnTo>
                  <a:lnTo>
                    <a:pt x="516241" y="584200"/>
                  </a:lnTo>
                  <a:lnTo>
                    <a:pt x="510526" y="584200"/>
                  </a:lnTo>
                  <a:lnTo>
                    <a:pt x="512304" y="571500"/>
                  </a:lnTo>
                  <a:lnTo>
                    <a:pt x="519924" y="571500"/>
                  </a:lnTo>
                  <a:lnTo>
                    <a:pt x="554389" y="546100"/>
                  </a:lnTo>
                  <a:lnTo>
                    <a:pt x="603363" y="520700"/>
                  </a:lnTo>
                  <a:lnTo>
                    <a:pt x="658370" y="495300"/>
                  </a:lnTo>
                  <a:lnTo>
                    <a:pt x="710932" y="469900"/>
                  </a:lnTo>
                  <a:lnTo>
                    <a:pt x="752573" y="444500"/>
                  </a:lnTo>
                  <a:lnTo>
                    <a:pt x="815707" y="444500"/>
                  </a:lnTo>
                  <a:lnTo>
                    <a:pt x="811028" y="431800"/>
                  </a:lnTo>
                  <a:lnTo>
                    <a:pt x="804468" y="419100"/>
                  </a:lnTo>
                  <a:lnTo>
                    <a:pt x="796384" y="419100"/>
                  </a:lnTo>
                  <a:lnTo>
                    <a:pt x="787132" y="406400"/>
                  </a:lnTo>
                  <a:close/>
                </a:path>
                <a:path w="1415414" h="1282700">
                  <a:moveTo>
                    <a:pt x="817120" y="457200"/>
                  </a:moveTo>
                  <a:lnTo>
                    <a:pt x="781290" y="457200"/>
                  </a:lnTo>
                  <a:lnTo>
                    <a:pt x="757871" y="482600"/>
                  </a:lnTo>
                  <a:lnTo>
                    <a:pt x="734046" y="520700"/>
                  </a:lnTo>
                  <a:lnTo>
                    <a:pt x="686040" y="571500"/>
                  </a:lnTo>
                  <a:lnTo>
                    <a:pt x="682040" y="584200"/>
                  </a:lnTo>
                  <a:lnTo>
                    <a:pt x="680897" y="584200"/>
                  </a:lnTo>
                  <a:lnTo>
                    <a:pt x="682611" y="596900"/>
                  </a:lnTo>
                  <a:lnTo>
                    <a:pt x="687183" y="609600"/>
                  </a:lnTo>
                  <a:lnTo>
                    <a:pt x="730554" y="647700"/>
                  </a:lnTo>
                  <a:lnTo>
                    <a:pt x="773924" y="698500"/>
                  </a:lnTo>
                  <a:lnTo>
                    <a:pt x="780020" y="698500"/>
                  </a:lnTo>
                  <a:lnTo>
                    <a:pt x="779385" y="711200"/>
                  </a:lnTo>
                  <a:lnTo>
                    <a:pt x="771130" y="711200"/>
                  </a:lnTo>
                  <a:lnTo>
                    <a:pt x="525766" y="838200"/>
                  </a:lnTo>
                  <a:lnTo>
                    <a:pt x="590424" y="838200"/>
                  </a:lnTo>
                  <a:lnTo>
                    <a:pt x="639606" y="825500"/>
                  </a:lnTo>
                  <a:lnTo>
                    <a:pt x="786751" y="749300"/>
                  </a:lnTo>
                  <a:lnTo>
                    <a:pt x="796149" y="736600"/>
                  </a:lnTo>
                  <a:lnTo>
                    <a:pt x="803642" y="736600"/>
                  </a:lnTo>
                  <a:lnTo>
                    <a:pt x="809040" y="723900"/>
                  </a:lnTo>
                  <a:lnTo>
                    <a:pt x="812151" y="711200"/>
                  </a:lnTo>
                  <a:lnTo>
                    <a:pt x="812719" y="698500"/>
                  </a:lnTo>
                  <a:lnTo>
                    <a:pt x="810691" y="685800"/>
                  </a:lnTo>
                  <a:lnTo>
                    <a:pt x="806186" y="685800"/>
                  </a:lnTo>
                  <a:lnTo>
                    <a:pt x="799324" y="673100"/>
                  </a:lnTo>
                  <a:lnTo>
                    <a:pt x="779536" y="647700"/>
                  </a:lnTo>
                  <a:lnTo>
                    <a:pt x="740103" y="609600"/>
                  </a:lnTo>
                  <a:lnTo>
                    <a:pt x="720457" y="584200"/>
                  </a:lnTo>
                  <a:lnTo>
                    <a:pt x="786930" y="508000"/>
                  </a:lnTo>
                  <a:lnTo>
                    <a:pt x="808722" y="482600"/>
                  </a:lnTo>
                  <a:lnTo>
                    <a:pt x="814082" y="469900"/>
                  </a:lnTo>
                  <a:lnTo>
                    <a:pt x="817120" y="457200"/>
                  </a:lnTo>
                  <a:close/>
                </a:path>
                <a:path w="1415414" h="1282700">
                  <a:moveTo>
                    <a:pt x="1296339" y="279400"/>
                  </a:moveTo>
                  <a:lnTo>
                    <a:pt x="1192643" y="279400"/>
                  </a:lnTo>
                  <a:lnTo>
                    <a:pt x="1379841" y="342900"/>
                  </a:lnTo>
                  <a:lnTo>
                    <a:pt x="1347710" y="444500"/>
                  </a:lnTo>
                  <a:lnTo>
                    <a:pt x="1329317" y="482600"/>
                  </a:lnTo>
                  <a:lnTo>
                    <a:pt x="1300197" y="508000"/>
                  </a:lnTo>
                  <a:lnTo>
                    <a:pt x="1264289" y="520700"/>
                  </a:lnTo>
                  <a:lnTo>
                    <a:pt x="1335325" y="520700"/>
                  </a:lnTo>
                  <a:lnTo>
                    <a:pt x="1358591" y="495300"/>
                  </a:lnTo>
                  <a:lnTo>
                    <a:pt x="1380857" y="457200"/>
                  </a:lnTo>
                  <a:lnTo>
                    <a:pt x="1413623" y="342900"/>
                  </a:lnTo>
                  <a:lnTo>
                    <a:pt x="1414887" y="330200"/>
                  </a:lnTo>
                  <a:lnTo>
                    <a:pt x="1411163" y="317500"/>
                  </a:lnTo>
                  <a:lnTo>
                    <a:pt x="1403176" y="317500"/>
                  </a:lnTo>
                  <a:lnTo>
                    <a:pt x="1391652" y="304800"/>
                  </a:lnTo>
                  <a:lnTo>
                    <a:pt x="1362696" y="304800"/>
                  </a:lnTo>
                  <a:lnTo>
                    <a:pt x="1366125" y="292100"/>
                  </a:lnTo>
                  <a:lnTo>
                    <a:pt x="1329549" y="292100"/>
                  </a:lnTo>
                  <a:lnTo>
                    <a:pt x="1296339" y="279400"/>
                  </a:lnTo>
                  <a:close/>
                </a:path>
                <a:path w="1415414" h="1282700">
                  <a:moveTo>
                    <a:pt x="815707" y="444500"/>
                  </a:moveTo>
                  <a:lnTo>
                    <a:pt x="781798" y="444500"/>
                  </a:lnTo>
                  <a:lnTo>
                    <a:pt x="785862" y="457200"/>
                  </a:lnTo>
                  <a:lnTo>
                    <a:pt x="817706" y="457200"/>
                  </a:lnTo>
                  <a:lnTo>
                    <a:pt x="815707" y="444500"/>
                  </a:lnTo>
                  <a:close/>
                </a:path>
                <a:path w="1415414" h="1282700">
                  <a:moveTo>
                    <a:pt x="647662" y="254000"/>
                  </a:moveTo>
                  <a:lnTo>
                    <a:pt x="601649" y="254000"/>
                  </a:lnTo>
                  <a:lnTo>
                    <a:pt x="512121" y="279400"/>
                  </a:lnTo>
                  <a:lnTo>
                    <a:pt x="469527" y="304800"/>
                  </a:lnTo>
                  <a:lnTo>
                    <a:pt x="428992" y="330200"/>
                  </a:lnTo>
                  <a:lnTo>
                    <a:pt x="421801" y="330200"/>
                  </a:lnTo>
                  <a:lnTo>
                    <a:pt x="421795" y="342900"/>
                  </a:lnTo>
                  <a:lnTo>
                    <a:pt x="424420" y="342900"/>
                  </a:lnTo>
                  <a:lnTo>
                    <a:pt x="426833" y="355600"/>
                  </a:lnTo>
                  <a:lnTo>
                    <a:pt x="448677" y="355600"/>
                  </a:lnTo>
                  <a:lnTo>
                    <a:pt x="494163" y="330200"/>
                  </a:lnTo>
                  <a:lnTo>
                    <a:pt x="542347" y="304800"/>
                  </a:lnTo>
                  <a:lnTo>
                    <a:pt x="592457" y="292100"/>
                  </a:lnTo>
                  <a:lnTo>
                    <a:pt x="816076" y="292100"/>
                  </a:lnTo>
                  <a:lnTo>
                    <a:pt x="773162" y="279400"/>
                  </a:lnTo>
                  <a:lnTo>
                    <a:pt x="776972" y="266700"/>
                  </a:lnTo>
                  <a:lnTo>
                    <a:pt x="693895" y="266700"/>
                  </a:lnTo>
                  <a:lnTo>
                    <a:pt x="647662" y="254000"/>
                  </a:lnTo>
                  <a:close/>
                </a:path>
                <a:path w="1415414" h="1282700">
                  <a:moveTo>
                    <a:pt x="1388843" y="190500"/>
                  </a:moveTo>
                  <a:lnTo>
                    <a:pt x="1360250" y="190500"/>
                  </a:lnTo>
                  <a:lnTo>
                    <a:pt x="1356981" y="203200"/>
                  </a:lnTo>
                  <a:lnTo>
                    <a:pt x="1329549" y="292100"/>
                  </a:lnTo>
                  <a:lnTo>
                    <a:pt x="1366125" y="292100"/>
                  </a:lnTo>
                  <a:lnTo>
                    <a:pt x="1390128" y="203200"/>
                  </a:lnTo>
                  <a:lnTo>
                    <a:pt x="1390789" y="203200"/>
                  </a:lnTo>
                  <a:lnTo>
                    <a:pt x="1388843" y="190500"/>
                  </a:lnTo>
                  <a:close/>
                </a:path>
                <a:path w="1415414" h="1282700">
                  <a:moveTo>
                    <a:pt x="452064" y="25400"/>
                  </a:moveTo>
                  <a:lnTo>
                    <a:pt x="340894" y="25400"/>
                  </a:lnTo>
                  <a:lnTo>
                    <a:pt x="361467" y="38100"/>
                  </a:lnTo>
                  <a:lnTo>
                    <a:pt x="724140" y="139700"/>
                  </a:lnTo>
                  <a:lnTo>
                    <a:pt x="742309" y="152400"/>
                  </a:lnTo>
                  <a:lnTo>
                    <a:pt x="754906" y="165100"/>
                  </a:lnTo>
                  <a:lnTo>
                    <a:pt x="760788" y="190500"/>
                  </a:lnTo>
                  <a:lnTo>
                    <a:pt x="758811" y="203200"/>
                  </a:lnTo>
                  <a:lnTo>
                    <a:pt x="739888" y="266700"/>
                  </a:lnTo>
                  <a:lnTo>
                    <a:pt x="776972" y="266700"/>
                  </a:lnTo>
                  <a:lnTo>
                    <a:pt x="792212" y="215900"/>
                  </a:lnTo>
                  <a:lnTo>
                    <a:pt x="795431" y="177800"/>
                  </a:lnTo>
                  <a:lnTo>
                    <a:pt x="785577" y="152400"/>
                  </a:lnTo>
                  <a:lnTo>
                    <a:pt x="764530" y="127000"/>
                  </a:lnTo>
                  <a:lnTo>
                    <a:pt x="734173" y="114300"/>
                  </a:lnTo>
                  <a:lnTo>
                    <a:pt x="452064" y="25400"/>
                  </a:lnTo>
                  <a:close/>
                </a:path>
                <a:path w="1415414" h="1282700">
                  <a:moveTo>
                    <a:pt x="1278876" y="152400"/>
                  </a:moveTo>
                  <a:lnTo>
                    <a:pt x="1265589" y="152400"/>
                  </a:lnTo>
                  <a:lnTo>
                    <a:pt x="1260428" y="165100"/>
                  </a:lnTo>
                  <a:lnTo>
                    <a:pt x="1284933" y="165100"/>
                  </a:lnTo>
                  <a:lnTo>
                    <a:pt x="1278876" y="152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3247" y="1104900"/>
              <a:ext cx="1874519" cy="187452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2683" y="1146048"/>
              <a:ext cx="1760220" cy="176022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22219" y="2293619"/>
              <a:ext cx="1778508" cy="177850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81655" y="2334767"/>
              <a:ext cx="1664208" cy="1664208"/>
            </a:xfrm>
            <a:prstGeom prst="rect">
              <a:avLst/>
            </a:prstGeom>
          </p:spPr>
        </p:pic>
      </p:grpSp>
      <p:sp>
        <p:nvSpPr>
          <p:cNvPr id="33" name="object 33"/>
          <p:cNvSpPr/>
          <p:nvPr/>
        </p:nvSpPr>
        <p:spPr>
          <a:xfrm>
            <a:off x="7989569" y="3515105"/>
            <a:ext cx="341630" cy="0"/>
          </a:xfrm>
          <a:custGeom>
            <a:avLst/>
            <a:gdLst/>
            <a:ahLst/>
            <a:cxnLst/>
            <a:rect l="l" t="t" r="r" b="b"/>
            <a:pathLst>
              <a:path w="341629">
                <a:moveTo>
                  <a:pt x="34112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8F0D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19049" y="4861559"/>
            <a:ext cx="9182100" cy="302260"/>
            <a:chOff x="-19049" y="4861559"/>
            <a:chExt cx="9182100" cy="302260"/>
          </a:xfrm>
        </p:grpSpPr>
        <p:sp>
          <p:nvSpPr>
            <p:cNvPr id="4" name="object 4"/>
            <p:cNvSpPr/>
            <p:nvPr/>
          </p:nvSpPr>
          <p:spPr>
            <a:xfrm>
              <a:off x="7850886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1293114" y="262888"/>
                  </a:moveTo>
                  <a:lnTo>
                    <a:pt x="1293114" y="0"/>
                  </a:lnTo>
                  <a:lnTo>
                    <a:pt x="0" y="0"/>
                  </a:lnTo>
                  <a:lnTo>
                    <a:pt x="0" y="262888"/>
                  </a:lnTo>
                  <a:lnTo>
                    <a:pt x="1293114" y="262888"/>
                  </a:lnTo>
                  <a:close/>
                </a:path>
              </a:pathLst>
            </a:custGeom>
            <a:solidFill>
              <a:srgbClr val="157E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50886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1293114" y="0"/>
                  </a:moveTo>
                  <a:lnTo>
                    <a:pt x="0" y="0"/>
                  </a:lnTo>
                  <a:lnTo>
                    <a:pt x="0" y="26288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40246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1310640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40" y="263651"/>
                  </a:lnTo>
                  <a:lnTo>
                    <a:pt x="1310640" y="0"/>
                  </a:lnTo>
                  <a:close/>
                </a:path>
              </a:pathLst>
            </a:custGeom>
            <a:solidFill>
              <a:srgbClr val="49B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40246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0" y="263651"/>
                  </a:moveTo>
                  <a:lnTo>
                    <a:pt x="1310640" y="263651"/>
                  </a:lnTo>
                  <a:lnTo>
                    <a:pt x="1310640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28081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C0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28081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15917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0073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15917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05278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1310639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39" y="263651"/>
                  </a:lnTo>
                  <a:lnTo>
                    <a:pt x="1310639" y="0"/>
                  </a:lnTo>
                  <a:close/>
                </a:path>
              </a:pathLst>
            </a:custGeom>
            <a:solidFill>
              <a:srgbClr val="12AA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05278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0" y="263651"/>
                  </a:moveTo>
                  <a:lnTo>
                    <a:pt x="1310639" y="263651"/>
                  </a:lnTo>
                  <a:lnTo>
                    <a:pt x="1310639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93113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157B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93113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0" y="262888"/>
                  </a:moveTo>
                  <a:lnTo>
                    <a:pt x="1293113" y="262888"/>
                  </a:lnTo>
                  <a:lnTo>
                    <a:pt x="1293113" y="0"/>
                  </a:lnTo>
                  <a:lnTo>
                    <a:pt x="0" y="0"/>
                  </a:lnTo>
                  <a:lnTo>
                    <a:pt x="0" y="262888"/>
                  </a:lnTo>
                  <a:close/>
                </a:path>
              </a:pathLst>
            </a:custGeom>
            <a:solidFill>
              <a:srgbClr val="F78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1293113" y="262888"/>
                  </a:moveTo>
                  <a:lnTo>
                    <a:pt x="1293113" y="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791972" y="479247"/>
            <a:ext cx="412813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105" dirty="0">
                <a:latin typeface="Tahoma"/>
                <a:cs typeface="Tahoma"/>
              </a:rPr>
              <a:t>SE</a:t>
            </a:r>
            <a:r>
              <a:rPr sz="3400" b="1" spc="75" dirty="0">
                <a:latin typeface="Tahoma"/>
                <a:cs typeface="Tahoma"/>
              </a:rPr>
              <a:t>J</a:t>
            </a:r>
            <a:r>
              <a:rPr sz="3400" b="1" spc="60" dirty="0">
                <a:latin typeface="Tahoma"/>
                <a:cs typeface="Tahoma"/>
              </a:rPr>
              <a:t>AR</a:t>
            </a:r>
            <a:r>
              <a:rPr sz="3400" b="1" spc="70" dirty="0">
                <a:latin typeface="Tahoma"/>
                <a:cs typeface="Tahoma"/>
              </a:rPr>
              <a:t>A</a:t>
            </a:r>
            <a:r>
              <a:rPr sz="3400" b="1" spc="-65" dirty="0">
                <a:latin typeface="Tahoma"/>
                <a:cs typeface="Tahoma"/>
              </a:rPr>
              <a:t>H</a:t>
            </a:r>
            <a:r>
              <a:rPr sz="3400" b="1" spc="-200" dirty="0">
                <a:latin typeface="Tahoma"/>
                <a:cs typeface="Tahoma"/>
              </a:rPr>
              <a:t> </a:t>
            </a:r>
            <a:r>
              <a:rPr sz="3400" b="1" spc="-355" dirty="0">
                <a:latin typeface="Tahoma"/>
                <a:cs typeface="Tahoma"/>
              </a:rPr>
              <a:t>S</a:t>
            </a:r>
            <a:r>
              <a:rPr sz="3400" b="1" spc="-280" dirty="0">
                <a:latin typeface="Tahoma"/>
                <a:cs typeface="Tahoma"/>
              </a:rPr>
              <a:t>I</a:t>
            </a:r>
            <a:r>
              <a:rPr sz="3400" b="1" spc="55" dirty="0">
                <a:latin typeface="Tahoma"/>
                <a:cs typeface="Tahoma"/>
              </a:rPr>
              <a:t>NGKAT</a:t>
            </a:r>
            <a:endParaRPr sz="34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1972" y="1406093"/>
            <a:ext cx="3703320" cy="987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30" dirty="0">
                <a:latin typeface="Tahoma"/>
                <a:cs typeface="Tahoma"/>
              </a:rPr>
              <a:t>P</a:t>
            </a:r>
            <a:r>
              <a:rPr sz="2100" b="1" spc="35" dirty="0">
                <a:latin typeface="Tahoma"/>
                <a:cs typeface="Tahoma"/>
              </a:rPr>
              <a:t>ET</a:t>
            </a:r>
            <a:r>
              <a:rPr sz="2100" b="1" spc="25" dirty="0">
                <a:latin typeface="Tahoma"/>
                <a:cs typeface="Tahoma"/>
              </a:rPr>
              <a:t>E</a:t>
            </a:r>
            <a:r>
              <a:rPr sz="2100" b="1" spc="-150" dirty="0">
                <a:latin typeface="Tahoma"/>
                <a:cs typeface="Tahoma"/>
              </a:rPr>
              <a:t>R</a:t>
            </a:r>
            <a:r>
              <a:rPr sz="2100" b="1" spc="-130" dirty="0">
                <a:latin typeface="Tahoma"/>
                <a:cs typeface="Tahoma"/>
              </a:rPr>
              <a:t> </a:t>
            </a:r>
            <a:r>
              <a:rPr sz="2100" b="1" spc="-160" dirty="0">
                <a:latin typeface="Tahoma"/>
                <a:cs typeface="Tahoma"/>
              </a:rPr>
              <a:t>EL</a:t>
            </a:r>
            <a:r>
              <a:rPr sz="2100" b="1" spc="-140" dirty="0">
                <a:latin typeface="Tahoma"/>
                <a:cs typeface="Tahoma"/>
              </a:rPr>
              <a:t>I</a:t>
            </a:r>
            <a:r>
              <a:rPr sz="2100" b="1" spc="90" dirty="0">
                <a:latin typeface="Tahoma"/>
                <a:cs typeface="Tahoma"/>
              </a:rPr>
              <a:t>AS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95" dirty="0">
                <a:latin typeface="Trebuchet MS"/>
                <a:cs typeface="Trebuchet MS"/>
              </a:rPr>
              <a:t>1955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00" spc="-20" dirty="0">
                <a:latin typeface="Trebuchet MS"/>
                <a:cs typeface="Trebuchet MS"/>
              </a:rPr>
              <a:t>Memperkenalkan</a:t>
            </a:r>
            <a:r>
              <a:rPr sz="1400" spc="70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Convolutional</a:t>
            </a:r>
            <a:r>
              <a:rPr sz="1400" spc="65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Coding</a:t>
            </a:r>
            <a:r>
              <a:rPr sz="1400" spc="4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sebagai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latin typeface="Trebuchet MS"/>
                <a:cs typeface="Trebuchet MS"/>
              </a:rPr>
              <a:t>alternatif</a:t>
            </a:r>
            <a:r>
              <a:rPr sz="1400" spc="-130" dirty="0">
                <a:latin typeface="Trebuchet MS"/>
                <a:cs typeface="Trebuchet MS"/>
              </a:rPr>
              <a:t> </a:t>
            </a:r>
            <a:r>
              <a:rPr sz="1400" spc="-55" dirty="0">
                <a:latin typeface="Trebuchet MS"/>
                <a:cs typeface="Trebuchet MS"/>
              </a:rPr>
              <a:t>dari</a:t>
            </a:r>
            <a:r>
              <a:rPr sz="1400" spc="-114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Blok</a:t>
            </a:r>
            <a:r>
              <a:rPr sz="1400" spc="-120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Code</a:t>
            </a:r>
            <a:r>
              <a:rPr sz="1400" spc="-125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atau</a:t>
            </a:r>
            <a:r>
              <a:rPr sz="1400" spc="-114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Hamming</a:t>
            </a:r>
            <a:r>
              <a:rPr sz="1400" spc="-120" dirty="0">
                <a:latin typeface="Trebuchet MS"/>
                <a:cs typeface="Trebuchet MS"/>
              </a:rPr>
              <a:t> </a:t>
            </a:r>
            <a:r>
              <a:rPr sz="1400" spc="-45" dirty="0">
                <a:latin typeface="Trebuchet MS"/>
                <a:cs typeface="Trebuchet MS"/>
              </a:rPr>
              <a:t>Code.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1972" y="3015183"/>
            <a:ext cx="3706495" cy="1426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30" dirty="0">
                <a:latin typeface="Tahoma"/>
                <a:cs typeface="Tahoma"/>
              </a:rPr>
              <a:t>AN</a:t>
            </a:r>
            <a:r>
              <a:rPr sz="2100" b="1" spc="-50" dirty="0">
                <a:latin typeface="Tahoma"/>
                <a:cs typeface="Tahoma"/>
              </a:rPr>
              <a:t>DRE</a:t>
            </a:r>
            <a:r>
              <a:rPr sz="2100" b="1" spc="-65" dirty="0">
                <a:latin typeface="Tahoma"/>
                <a:cs typeface="Tahoma"/>
              </a:rPr>
              <a:t>W</a:t>
            </a:r>
            <a:r>
              <a:rPr sz="2100" b="1" spc="-150" dirty="0">
                <a:latin typeface="Tahoma"/>
                <a:cs typeface="Tahoma"/>
              </a:rPr>
              <a:t> </a:t>
            </a:r>
            <a:r>
              <a:rPr sz="2100" b="1" spc="70" dirty="0">
                <a:latin typeface="Tahoma"/>
                <a:cs typeface="Tahoma"/>
              </a:rPr>
              <a:t>JAMES</a:t>
            </a:r>
            <a:r>
              <a:rPr sz="2100" b="1" spc="-130" dirty="0">
                <a:latin typeface="Tahoma"/>
                <a:cs typeface="Tahoma"/>
              </a:rPr>
              <a:t> </a:t>
            </a:r>
            <a:r>
              <a:rPr sz="2100" b="1" spc="155" dirty="0">
                <a:latin typeface="Tahoma"/>
                <a:cs typeface="Tahoma"/>
              </a:rPr>
              <a:t>V</a:t>
            </a:r>
            <a:r>
              <a:rPr sz="2100" b="1" spc="-100" dirty="0">
                <a:latin typeface="Tahoma"/>
                <a:cs typeface="Tahoma"/>
              </a:rPr>
              <a:t>IT</a:t>
            </a:r>
            <a:r>
              <a:rPr sz="2100" b="1" spc="-125" dirty="0">
                <a:latin typeface="Tahoma"/>
                <a:cs typeface="Tahoma"/>
              </a:rPr>
              <a:t>E</a:t>
            </a:r>
            <a:r>
              <a:rPr sz="2100" b="1" spc="-215" dirty="0">
                <a:latin typeface="Tahoma"/>
                <a:cs typeface="Tahoma"/>
              </a:rPr>
              <a:t>RBI</a:t>
            </a:r>
            <a:endParaRPr sz="2100">
              <a:latin typeface="Tahoma"/>
              <a:cs typeface="Tahoma"/>
            </a:endParaRPr>
          </a:p>
          <a:p>
            <a:pPr marL="20320">
              <a:lnSpc>
                <a:spcPct val="100000"/>
              </a:lnSpc>
              <a:spcBef>
                <a:spcPts val="1785"/>
              </a:spcBef>
            </a:pPr>
            <a:r>
              <a:rPr sz="1400" spc="-100" dirty="0">
                <a:latin typeface="Trebuchet MS"/>
                <a:cs typeface="Trebuchet MS"/>
              </a:rPr>
              <a:t>1967</a:t>
            </a:r>
            <a:endParaRPr sz="1400">
              <a:latin typeface="Trebuchet MS"/>
              <a:cs typeface="Trebuchet MS"/>
            </a:endParaRPr>
          </a:p>
          <a:p>
            <a:pPr marL="20320" marR="5080" algn="just">
              <a:lnSpc>
                <a:spcPct val="100000"/>
              </a:lnSpc>
              <a:spcBef>
                <a:spcPts val="5"/>
              </a:spcBef>
            </a:pPr>
            <a:r>
              <a:rPr sz="1400" spc="-20" dirty="0">
                <a:latin typeface="Trebuchet MS"/>
                <a:cs typeface="Trebuchet MS"/>
              </a:rPr>
              <a:t>Memperkenalkan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5" dirty="0">
                <a:latin typeface="Trebuchet MS"/>
                <a:cs typeface="Trebuchet MS"/>
              </a:rPr>
              <a:t>Maksimum</a:t>
            </a:r>
            <a:r>
              <a:rPr sz="1400" spc="434" dirty="0">
                <a:latin typeface="Trebuchet MS"/>
                <a:cs typeface="Trebuchet MS"/>
              </a:rPr>
              <a:t> </a:t>
            </a:r>
            <a:r>
              <a:rPr sz="1400" spc="-40" dirty="0">
                <a:latin typeface="Trebuchet MS"/>
                <a:cs typeface="Trebuchet MS"/>
              </a:rPr>
              <a:t>likelihood 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decoding untuk </a:t>
            </a:r>
            <a:r>
              <a:rPr sz="1400" spc="-15" dirty="0">
                <a:latin typeface="Trebuchet MS"/>
                <a:cs typeface="Trebuchet MS"/>
              </a:rPr>
              <a:t>proses </a:t>
            </a:r>
            <a:r>
              <a:rPr sz="1400" spc="-25" dirty="0">
                <a:latin typeface="Trebuchet MS"/>
                <a:cs typeface="Trebuchet MS"/>
              </a:rPr>
              <a:t>decoding </a:t>
            </a:r>
            <a:r>
              <a:rPr sz="1400" spc="-30" dirty="0">
                <a:latin typeface="Trebuchet MS"/>
                <a:cs typeface="Trebuchet MS"/>
              </a:rPr>
              <a:t>convolutional 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45" dirty="0">
                <a:latin typeface="Trebuchet MS"/>
                <a:cs typeface="Trebuchet MS"/>
              </a:rPr>
              <a:t>Code.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474208" y="1211580"/>
            <a:ext cx="3007360" cy="3122930"/>
            <a:chOff x="5474208" y="1211580"/>
            <a:chExt cx="3007360" cy="312293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74208" y="2386596"/>
              <a:ext cx="2020824" cy="194767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552475" y="2446182"/>
              <a:ext cx="1869439" cy="1795145"/>
            </a:xfrm>
            <a:custGeom>
              <a:avLst/>
              <a:gdLst/>
              <a:ahLst/>
              <a:cxnLst/>
              <a:rect l="l" t="t" r="r" b="b"/>
              <a:pathLst>
                <a:path w="1869440" h="1795145">
                  <a:moveTo>
                    <a:pt x="460325" y="0"/>
                  </a:moveTo>
                  <a:lnTo>
                    <a:pt x="413624" y="4064"/>
                  </a:lnTo>
                  <a:lnTo>
                    <a:pt x="369120" y="15999"/>
                  </a:lnTo>
                  <a:lnTo>
                    <a:pt x="327688" y="35199"/>
                  </a:lnTo>
                  <a:lnTo>
                    <a:pt x="290207" y="61061"/>
                  </a:lnTo>
                  <a:lnTo>
                    <a:pt x="257553" y="92980"/>
                  </a:lnTo>
                  <a:lnTo>
                    <a:pt x="230602" y="130352"/>
                  </a:lnTo>
                  <a:lnTo>
                    <a:pt x="210233" y="172573"/>
                  </a:lnTo>
                  <a:lnTo>
                    <a:pt x="197322" y="219039"/>
                  </a:lnTo>
                  <a:lnTo>
                    <a:pt x="4409" y="1270218"/>
                  </a:lnTo>
                  <a:lnTo>
                    <a:pt x="0" y="1318237"/>
                  </a:lnTo>
                  <a:lnTo>
                    <a:pt x="4064" y="1364938"/>
                  </a:lnTo>
                  <a:lnTo>
                    <a:pt x="15999" y="1409441"/>
                  </a:lnTo>
                  <a:lnTo>
                    <a:pt x="35199" y="1450871"/>
                  </a:lnTo>
                  <a:lnTo>
                    <a:pt x="61061" y="1488349"/>
                  </a:lnTo>
                  <a:lnTo>
                    <a:pt x="92980" y="1520999"/>
                  </a:lnTo>
                  <a:lnTo>
                    <a:pt x="130352" y="1547942"/>
                  </a:lnTo>
                  <a:lnTo>
                    <a:pt x="172573" y="1568303"/>
                  </a:lnTo>
                  <a:lnTo>
                    <a:pt x="219039" y="1581203"/>
                  </a:lnTo>
                  <a:lnTo>
                    <a:pt x="1360642" y="1790676"/>
                  </a:lnTo>
                  <a:lnTo>
                    <a:pt x="1408666" y="1795110"/>
                  </a:lnTo>
                  <a:lnTo>
                    <a:pt x="1455377" y="1791060"/>
                  </a:lnTo>
                  <a:lnTo>
                    <a:pt x="1499895" y="1779134"/>
                  </a:lnTo>
                  <a:lnTo>
                    <a:pt x="1541340" y="1759936"/>
                  </a:lnTo>
                  <a:lnTo>
                    <a:pt x="1578832" y="1734073"/>
                  </a:lnTo>
                  <a:lnTo>
                    <a:pt x="1611490" y="1702152"/>
                  </a:lnTo>
                  <a:lnTo>
                    <a:pt x="1638435" y="1664778"/>
                  </a:lnTo>
                  <a:lnTo>
                    <a:pt x="1658787" y="1622558"/>
                  </a:lnTo>
                  <a:lnTo>
                    <a:pt x="1671665" y="1576097"/>
                  </a:lnTo>
                  <a:lnTo>
                    <a:pt x="1864578" y="524982"/>
                  </a:lnTo>
                  <a:lnTo>
                    <a:pt x="1869021" y="476958"/>
                  </a:lnTo>
                  <a:lnTo>
                    <a:pt x="1864974" y="430247"/>
                  </a:lnTo>
                  <a:lnTo>
                    <a:pt x="1853044" y="385729"/>
                  </a:lnTo>
                  <a:lnTo>
                    <a:pt x="1833840" y="344284"/>
                  </a:lnTo>
                  <a:lnTo>
                    <a:pt x="1807968" y="306792"/>
                  </a:lnTo>
                  <a:lnTo>
                    <a:pt x="1776035" y="274133"/>
                  </a:lnTo>
                  <a:lnTo>
                    <a:pt x="1738650" y="247188"/>
                  </a:lnTo>
                  <a:lnTo>
                    <a:pt x="1696418" y="226837"/>
                  </a:lnTo>
                  <a:lnTo>
                    <a:pt x="1649948" y="213959"/>
                  </a:lnTo>
                  <a:lnTo>
                    <a:pt x="508345" y="4409"/>
                  </a:lnTo>
                  <a:lnTo>
                    <a:pt x="4603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552475" y="2446182"/>
              <a:ext cx="1869439" cy="1795145"/>
            </a:xfrm>
            <a:custGeom>
              <a:avLst/>
              <a:gdLst/>
              <a:ahLst/>
              <a:cxnLst/>
              <a:rect l="l" t="t" r="r" b="b"/>
              <a:pathLst>
                <a:path w="1869440" h="1795145">
                  <a:moveTo>
                    <a:pt x="197322" y="219039"/>
                  </a:moveTo>
                  <a:lnTo>
                    <a:pt x="210233" y="172573"/>
                  </a:lnTo>
                  <a:lnTo>
                    <a:pt x="230602" y="130352"/>
                  </a:lnTo>
                  <a:lnTo>
                    <a:pt x="257553" y="92980"/>
                  </a:lnTo>
                  <a:lnTo>
                    <a:pt x="290207" y="61061"/>
                  </a:lnTo>
                  <a:lnTo>
                    <a:pt x="327688" y="35199"/>
                  </a:lnTo>
                  <a:lnTo>
                    <a:pt x="369120" y="15999"/>
                  </a:lnTo>
                  <a:lnTo>
                    <a:pt x="413624" y="4064"/>
                  </a:lnTo>
                  <a:lnTo>
                    <a:pt x="460325" y="0"/>
                  </a:lnTo>
                  <a:lnTo>
                    <a:pt x="508345" y="4409"/>
                  </a:lnTo>
                  <a:lnTo>
                    <a:pt x="1649948" y="213959"/>
                  </a:lnTo>
                  <a:lnTo>
                    <a:pt x="1696418" y="226837"/>
                  </a:lnTo>
                  <a:lnTo>
                    <a:pt x="1738650" y="247188"/>
                  </a:lnTo>
                  <a:lnTo>
                    <a:pt x="1776035" y="274133"/>
                  </a:lnTo>
                  <a:lnTo>
                    <a:pt x="1807968" y="306792"/>
                  </a:lnTo>
                  <a:lnTo>
                    <a:pt x="1833840" y="344284"/>
                  </a:lnTo>
                  <a:lnTo>
                    <a:pt x="1853044" y="385729"/>
                  </a:lnTo>
                  <a:lnTo>
                    <a:pt x="1864974" y="430247"/>
                  </a:lnTo>
                  <a:lnTo>
                    <a:pt x="1869021" y="476958"/>
                  </a:lnTo>
                  <a:lnTo>
                    <a:pt x="1864578" y="524982"/>
                  </a:lnTo>
                  <a:lnTo>
                    <a:pt x="1671665" y="1576097"/>
                  </a:lnTo>
                  <a:lnTo>
                    <a:pt x="1658787" y="1622558"/>
                  </a:lnTo>
                  <a:lnTo>
                    <a:pt x="1638435" y="1664778"/>
                  </a:lnTo>
                  <a:lnTo>
                    <a:pt x="1611490" y="1702152"/>
                  </a:lnTo>
                  <a:lnTo>
                    <a:pt x="1578832" y="1734073"/>
                  </a:lnTo>
                  <a:lnTo>
                    <a:pt x="1541340" y="1759936"/>
                  </a:lnTo>
                  <a:lnTo>
                    <a:pt x="1499895" y="1779134"/>
                  </a:lnTo>
                  <a:lnTo>
                    <a:pt x="1455377" y="1791060"/>
                  </a:lnTo>
                  <a:lnTo>
                    <a:pt x="1408666" y="1795110"/>
                  </a:lnTo>
                  <a:lnTo>
                    <a:pt x="1360642" y="1790676"/>
                  </a:lnTo>
                  <a:lnTo>
                    <a:pt x="219039" y="1581203"/>
                  </a:lnTo>
                  <a:lnTo>
                    <a:pt x="172573" y="1568303"/>
                  </a:lnTo>
                  <a:lnTo>
                    <a:pt x="130352" y="1547942"/>
                  </a:lnTo>
                  <a:lnTo>
                    <a:pt x="92980" y="1520999"/>
                  </a:lnTo>
                  <a:lnTo>
                    <a:pt x="61061" y="1488349"/>
                  </a:lnTo>
                  <a:lnTo>
                    <a:pt x="35199" y="1450871"/>
                  </a:lnTo>
                  <a:lnTo>
                    <a:pt x="15999" y="1409441"/>
                  </a:lnTo>
                  <a:lnTo>
                    <a:pt x="4064" y="1364938"/>
                  </a:lnTo>
                  <a:lnTo>
                    <a:pt x="0" y="1318237"/>
                  </a:lnTo>
                  <a:lnTo>
                    <a:pt x="4409" y="1270218"/>
                  </a:lnTo>
                  <a:lnTo>
                    <a:pt x="197322" y="21903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52109" y="3026917"/>
              <a:ext cx="1038225" cy="800100"/>
            </a:xfrm>
            <a:custGeom>
              <a:avLst/>
              <a:gdLst/>
              <a:ahLst/>
              <a:cxnLst/>
              <a:rect l="l" t="t" r="r" b="b"/>
              <a:pathLst>
                <a:path w="1038225" h="800100">
                  <a:moveTo>
                    <a:pt x="1037844" y="175133"/>
                  </a:moveTo>
                  <a:lnTo>
                    <a:pt x="1032637" y="167259"/>
                  </a:lnTo>
                  <a:lnTo>
                    <a:pt x="129540" y="1524"/>
                  </a:lnTo>
                  <a:lnTo>
                    <a:pt x="121285" y="0"/>
                  </a:lnTo>
                  <a:lnTo>
                    <a:pt x="113665" y="5588"/>
                  </a:lnTo>
                  <a:lnTo>
                    <a:pt x="0" y="624840"/>
                  </a:lnTo>
                  <a:lnTo>
                    <a:pt x="5334" y="632460"/>
                  </a:lnTo>
                  <a:lnTo>
                    <a:pt x="916559" y="799719"/>
                  </a:lnTo>
                  <a:lnTo>
                    <a:pt x="924306" y="794385"/>
                  </a:lnTo>
                  <a:lnTo>
                    <a:pt x="1037844" y="1751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05956" y="1211580"/>
              <a:ext cx="1975103" cy="154838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584442" y="1270254"/>
              <a:ext cx="1823085" cy="1397635"/>
            </a:xfrm>
            <a:custGeom>
              <a:avLst/>
              <a:gdLst/>
              <a:ahLst/>
              <a:cxnLst/>
              <a:rect l="l" t="t" r="r" b="b"/>
              <a:pathLst>
                <a:path w="1823084" h="1397635">
                  <a:moveTo>
                    <a:pt x="1589785" y="0"/>
                  </a:moveTo>
                  <a:lnTo>
                    <a:pt x="232917" y="0"/>
                  </a:lnTo>
                  <a:lnTo>
                    <a:pt x="185972" y="4731"/>
                  </a:lnTo>
                  <a:lnTo>
                    <a:pt x="142249" y="18301"/>
                  </a:lnTo>
                  <a:lnTo>
                    <a:pt x="102685" y="39775"/>
                  </a:lnTo>
                  <a:lnTo>
                    <a:pt x="68214" y="68214"/>
                  </a:lnTo>
                  <a:lnTo>
                    <a:pt x="39775" y="102685"/>
                  </a:lnTo>
                  <a:lnTo>
                    <a:pt x="18301" y="142249"/>
                  </a:lnTo>
                  <a:lnTo>
                    <a:pt x="4731" y="185972"/>
                  </a:lnTo>
                  <a:lnTo>
                    <a:pt x="0" y="232918"/>
                  </a:lnTo>
                  <a:lnTo>
                    <a:pt x="0" y="1164590"/>
                  </a:lnTo>
                  <a:lnTo>
                    <a:pt x="4731" y="1211535"/>
                  </a:lnTo>
                  <a:lnTo>
                    <a:pt x="18301" y="1255258"/>
                  </a:lnTo>
                  <a:lnTo>
                    <a:pt x="39775" y="1294822"/>
                  </a:lnTo>
                  <a:lnTo>
                    <a:pt x="68214" y="1329293"/>
                  </a:lnTo>
                  <a:lnTo>
                    <a:pt x="102685" y="1357732"/>
                  </a:lnTo>
                  <a:lnTo>
                    <a:pt x="142249" y="1379206"/>
                  </a:lnTo>
                  <a:lnTo>
                    <a:pt x="185972" y="1392776"/>
                  </a:lnTo>
                  <a:lnTo>
                    <a:pt x="232917" y="1397508"/>
                  </a:lnTo>
                  <a:lnTo>
                    <a:pt x="1589785" y="1397508"/>
                  </a:lnTo>
                  <a:lnTo>
                    <a:pt x="1636731" y="1392776"/>
                  </a:lnTo>
                  <a:lnTo>
                    <a:pt x="1680454" y="1379206"/>
                  </a:lnTo>
                  <a:lnTo>
                    <a:pt x="1720018" y="1357732"/>
                  </a:lnTo>
                  <a:lnTo>
                    <a:pt x="1754489" y="1329293"/>
                  </a:lnTo>
                  <a:lnTo>
                    <a:pt x="1782928" y="1294822"/>
                  </a:lnTo>
                  <a:lnTo>
                    <a:pt x="1804402" y="1255258"/>
                  </a:lnTo>
                  <a:lnTo>
                    <a:pt x="1817972" y="1211535"/>
                  </a:lnTo>
                  <a:lnTo>
                    <a:pt x="1822703" y="1164590"/>
                  </a:lnTo>
                  <a:lnTo>
                    <a:pt x="1822703" y="232918"/>
                  </a:lnTo>
                  <a:lnTo>
                    <a:pt x="1817972" y="185972"/>
                  </a:lnTo>
                  <a:lnTo>
                    <a:pt x="1804402" y="142249"/>
                  </a:lnTo>
                  <a:lnTo>
                    <a:pt x="1782928" y="102685"/>
                  </a:lnTo>
                  <a:lnTo>
                    <a:pt x="1754489" y="68214"/>
                  </a:lnTo>
                  <a:lnTo>
                    <a:pt x="1720018" y="39775"/>
                  </a:lnTo>
                  <a:lnTo>
                    <a:pt x="1680454" y="18301"/>
                  </a:lnTo>
                  <a:lnTo>
                    <a:pt x="1636731" y="4731"/>
                  </a:lnTo>
                  <a:lnTo>
                    <a:pt x="15897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584442" y="1270254"/>
              <a:ext cx="1823085" cy="1397635"/>
            </a:xfrm>
            <a:custGeom>
              <a:avLst/>
              <a:gdLst/>
              <a:ahLst/>
              <a:cxnLst/>
              <a:rect l="l" t="t" r="r" b="b"/>
              <a:pathLst>
                <a:path w="1823084" h="1397635">
                  <a:moveTo>
                    <a:pt x="0" y="232918"/>
                  </a:moveTo>
                  <a:lnTo>
                    <a:pt x="4731" y="185972"/>
                  </a:lnTo>
                  <a:lnTo>
                    <a:pt x="18301" y="142249"/>
                  </a:lnTo>
                  <a:lnTo>
                    <a:pt x="39775" y="102685"/>
                  </a:lnTo>
                  <a:lnTo>
                    <a:pt x="68214" y="68214"/>
                  </a:lnTo>
                  <a:lnTo>
                    <a:pt x="102685" y="39775"/>
                  </a:lnTo>
                  <a:lnTo>
                    <a:pt x="142249" y="18301"/>
                  </a:lnTo>
                  <a:lnTo>
                    <a:pt x="185972" y="4731"/>
                  </a:lnTo>
                  <a:lnTo>
                    <a:pt x="232917" y="0"/>
                  </a:lnTo>
                  <a:lnTo>
                    <a:pt x="1589785" y="0"/>
                  </a:lnTo>
                  <a:lnTo>
                    <a:pt x="1636731" y="4731"/>
                  </a:lnTo>
                  <a:lnTo>
                    <a:pt x="1680454" y="18301"/>
                  </a:lnTo>
                  <a:lnTo>
                    <a:pt x="1720018" y="39775"/>
                  </a:lnTo>
                  <a:lnTo>
                    <a:pt x="1754489" y="68214"/>
                  </a:lnTo>
                  <a:lnTo>
                    <a:pt x="1782928" y="102685"/>
                  </a:lnTo>
                  <a:lnTo>
                    <a:pt x="1804402" y="142249"/>
                  </a:lnTo>
                  <a:lnTo>
                    <a:pt x="1817972" y="185972"/>
                  </a:lnTo>
                  <a:lnTo>
                    <a:pt x="1822703" y="232918"/>
                  </a:lnTo>
                  <a:lnTo>
                    <a:pt x="1822703" y="1164590"/>
                  </a:lnTo>
                  <a:lnTo>
                    <a:pt x="1817972" y="1211535"/>
                  </a:lnTo>
                  <a:lnTo>
                    <a:pt x="1804402" y="1255258"/>
                  </a:lnTo>
                  <a:lnTo>
                    <a:pt x="1782928" y="1294822"/>
                  </a:lnTo>
                  <a:lnTo>
                    <a:pt x="1754489" y="1329293"/>
                  </a:lnTo>
                  <a:lnTo>
                    <a:pt x="1720018" y="1357732"/>
                  </a:lnTo>
                  <a:lnTo>
                    <a:pt x="1680454" y="1379206"/>
                  </a:lnTo>
                  <a:lnTo>
                    <a:pt x="1636731" y="1392776"/>
                  </a:lnTo>
                  <a:lnTo>
                    <a:pt x="1589785" y="1397508"/>
                  </a:lnTo>
                  <a:lnTo>
                    <a:pt x="232917" y="1397508"/>
                  </a:lnTo>
                  <a:lnTo>
                    <a:pt x="185972" y="1392776"/>
                  </a:lnTo>
                  <a:lnTo>
                    <a:pt x="142249" y="1379206"/>
                  </a:lnTo>
                  <a:lnTo>
                    <a:pt x="102685" y="1357732"/>
                  </a:lnTo>
                  <a:lnTo>
                    <a:pt x="68214" y="1329293"/>
                  </a:lnTo>
                  <a:lnTo>
                    <a:pt x="39775" y="1294822"/>
                  </a:lnTo>
                  <a:lnTo>
                    <a:pt x="18301" y="1255258"/>
                  </a:lnTo>
                  <a:lnTo>
                    <a:pt x="4731" y="1211535"/>
                  </a:lnTo>
                  <a:lnTo>
                    <a:pt x="0" y="1164590"/>
                  </a:lnTo>
                  <a:lnTo>
                    <a:pt x="0" y="232918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89420" y="1318260"/>
              <a:ext cx="1351787" cy="130759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62983" y="2498529"/>
              <a:ext cx="1648094" cy="17032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8F0D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19049" y="4861559"/>
            <a:ext cx="9182100" cy="302260"/>
            <a:chOff x="-19049" y="4861559"/>
            <a:chExt cx="9182100" cy="302260"/>
          </a:xfrm>
        </p:grpSpPr>
        <p:sp>
          <p:nvSpPr>
            <p:cNvPr id="4" name="object 4"/>
            <p:cNvSpPr/>
            <p:nvPr/>
          </p:nvSpPr>
          <p:spPr>
            <a:xfrm>
              <a:off x="7850886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1293114" y="262888"/>
                  </a:moveTo>
                  <a:lnTo>
                    <a:pt x="1293114" y="0"/>
                  </a:lnTo>
                  <a:lnTo>
                    <a:pt x="0" y="0"/>
                  </a:lnTo>
                  <a:lnTo>
                    <a:pt x="0" y="262888"/>
                  </a:lnTo>
                  <a:lnTo>
                    <a:pt x="1293114" y="262888"/>
                  </a:lnTo>
                  <a:close/>
                </a:path>
              </a:pathLst>
            </a:custGeom>
            <a:solidFill>
              <a:srgbClr val="157E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50886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1293114" y="0"/>
                  </a:moveTo>
                  <a:lnTo>
                    <a:pt x="0" y="0"/>
                  </a:lnTo>
                  <a:lnTo>
                    <a:pt x="0" y="26288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40246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1310640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40" y="263651"/>
                  </a:lnTo>
                  <a:lnTo>
                    <a:pt x="1310640" y="0"/>
                  </a:lnTo>
                  <a:close/>
                </a:path>
              </a:pathLst>
            </a:custGeom>
            <a:solidFill>
              <a:srgbClr val="49B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40246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0" y="263651"/>
                  </a:moveTo>
                  <a:lnTo>
                    <a:pt x="1310640" y="263651"/>
                  </a:lnTo>
                  <a:lnTo>
                    <a:pt x="1310640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28081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C0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28081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15917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0073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15917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05278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1310639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39" y="263651"/>
                  </a:lnTo>
                  <a:lnTo>
                    <a:pt x="1310639" y="0"/>
                  </a:lnTo>
                  <a:close/>
                </a:path>
              </a:pathLst>
            </a:custGeom>
            <a:solidFill>
              <a:srgbClr val="12AA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05278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0" y="263651"/>
                  </a:moveTo>
                  <a:lnTo>
                    <a:pt x="1310639" y="263651"/>
                  </a:lnTo>
                  <a:lnTo>
                    <a:pt x="1310639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93113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157B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93113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0" y="262888"/>
                  </a:moveTo>
                  <a:lnTo>
                    <a:pt x="1293113" y="262888"/>
                  </a:lnTo>
                  <a:lnTo>
                    <a:pt x="1293113" y="0"/>
                  </a:lnTo>
                  <a:lnTo>
                    <a:pt x="0" y="0"/>
                  </a:lnTo>
                  <a:lnTo>
                    <a:pt x="0" y="262888"/>
                  </a:lnTo>
                  <a:close/>
                </a:path>
              </a:pathLst>
            </a:custGeom>
            <a:solidFill>
              <a:srgbClr val="F78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1293113" y="262888"/>
                  </a:moveTo>
                  <a:lnTo>
                    <a:pt x="1293113" y="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-19050" y="0"/>
            <a:ext cx="9182100" cy="302260"/>
            <a:chOff x="-19050" y="0"/>
            <a:chExt cx="9182100" cy="302260"/>
          </a:xfrm>
        </p:grpSpPr>
        <p:sp>
          <p:nvSpPr>
            <p:cNvPr id="19" name="object 19"/>
            <p:cNvSpPr/>
            <p:nvPr/>
          </p:nvSpPr>
          <p:spPr>
            <a:xfrm>
              <a:off x="0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129311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293114" y="263651"/>
                  </a:lnTo>
                  <a:lnTo>
                    <a:pt x="1293114" y="0"/>
                  </a:lnTo>
                  <a:close/>
                </a:path>
              </a:pathLst>
            </a:custGeom>
            <a:solidFill>
              <a:srgbClr val="157E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0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0" y="263651"/>
                  </a:moveTo>
                  <a:lnTo>
                    <a:pt x="1293114" y="263651"/>
                  </a:lnTo>
                  <a:lnTo>
                    <a:pt x="1293114" y="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93113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49B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293113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605277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1310639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39" y="263651"/>
                  </a:lnTo>
                  <a:lnTo>
                    <a:pt x="1310639" y="0"/>
                  </a:lnTo>
                  <a:close/>
                </a:path>
              </a:pathLst>
            </a:custGeom>
            <a:solidFill>
              <a:srgbClr val="C0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605277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0" y="263651"/>
                  </a:moveTo>
                  <a:lnTo>
                    <a:pt x="1310639" y="263651"/>
                  </a:lnTo>
                  <a:lnTo>
                    <a:pt x="1310639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15917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0073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915917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28082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12AA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228082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540245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1310640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40" y="263651"/>
                  </a:lnTo>
                  <a:lnTo>
                    <a:pt x="1310640" y="0"/>
                  </a:lnTo>
                  <a:close/>
                </a:path>
              </a:pathLst>
            </a:custGeom>
            <a:solidFill>
              <a:srgbClr val="157B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540245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0" y="263651"/>
                  </a:moveTo>
                  <a:lnTo>
                    <a:pt x="1310640" y="263651"/>
                  </a:lnTo>
                  <a:lnTo>
                    <a:pt x="1310640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850885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0" y="263651"/>
                  </a:moveTo>
                  <a:lnTo>
                    <a:pt x="1293113" y="263651"/>
                  </a:lnTo>
                  <a:lnTo>
                    <a:pt x="1293113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solidFill>
              <a:srgbClr val="F78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850885" y="245364"/>
              <a:ext cx="1293495" cy="38100"/>
            </a:xfrm>
            <a:custGeom>
              <a:avLst/>
              <a:gdLst/>
              <a:ahLst/>
              <a:cxnLst/>
              <a:rect l="l" t="t" r="r" b="b"/>
              <a:pathLst>
                <a:path w="1293495" h="38100">
                  <a:moveTo>
                    <a:pt x="0" y="38100"/>
                  </a:moveTo>
                  <a:lnTo>
                    <a:pt x="1293113" y="38100"/>
                  </a:lnTo>
                  <a:lnTo>
                    <a:pt x="1293113" y="0"/>
                  </a:lnTo>
                  <a:lnTo>
                    <a:pt x="0" y="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850885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1293113" y="0"/>
                  </a:moveTo>
                  <a:lnTo>
                    <a:pt x="0" y="0"/>
                  </a:lnTo>
                  <a:lnTo>
                    <a:pt x="0" y="26365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84428" y="2262073"/>
            <a:ext cx="4529455" cy="2025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35430" marR="5080" indent="-1523365">
              <a:lnSpc>
                <a:spcPct val="100000"/>
              </a:lnSpc>
              <a:spcBef>
                <a:spcPts val="95"/>
              </a:spcBef>
            </a:pPr>
            <a:r>
              <a:rPr sz="4000" b="1" spc="170" dirty="0">
                <a:latin typeface="Tahoma"/>
                <a:cs typeface="Tahoma"/>
              </a:rPr>
              <a:t>C</a:t>
            </a:r>
            <a:r>
              <a:rPr sz="4000" b="1" spc="190" dirty="0">
                <a:latin typeface="Tahoma"/>
                <a:cs typeface="Tahoma"/>
              </a:rPr>
              <a:t>O</a:t>
            </a:r>
            <a:r>
              <a:rPr sz="4000" b="1" spc="-55" dirty="0">
                <a:latin typeface="Tahoma"/>
                <a:cs typeface="Tahoma"/>
              </a:rPr>
              <a:t>NVOLUTI</a:t>
            </a:r>
            <a:r>
              <a:rPr sz="4000" b="1" spc="-80" dirty="0">
                <a:latin typeface="Tahoma"/>
                <a:cs typeface="Tahoma"/>
              </a:rPr>
              <a:t>O</a:t>
            </a:r>
            <a:r>
              <a:rPr sz="4000" b="1" spc="15" dirty="0">
                <a:latin typeface="Tahoma"/>
                <a:cs typeface="Tahoma"/>
              </a:rPr>
              <a:t>NAL  </a:t>
            </a:r>
            <a:r>
              <a:rPr sz="4000" b="1" spc="55" dirty="0">
                <a:latin typeface="Tahoma"/>
                <a:cs typeface="Tahoma"/>
              </a:rPr>
              <a:t>CO</a:t>
            </a:r>
            <a:r>
              <a:rPr sz="4000" b="1" u="heavy" spc="5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</a:t>
            </a:r>
            <a:r>
              <a:rPr sz="4000" b="1" spc="55" dirty="0">
                <a:latin typeface="Tahoma"/>
                <a:cs typeface="Tahoma"/>
              </a:rPr>
              <a:t>E</a:t>
            </a:r>
            <a:endParaRPr sz="4000">
              <a:latin typeface="Tahoma"/>
              <a:cs typeface="Tahoma"/>
            </a:endParaRPr>
          </a:p>
          <a:p>
            <a:pPr marL="1319530" marR="550545" indent="-485140">
              <a:lnSpc>
                <a:spcPct val="100000"/>
              </a:lnSpc>
              <a:spcBef>
                <a:spcPts val="2310"/>
              </a:spcBef>
            </a:pPr>
            <a:r>
              <a:rPr sz="1600" spc="30" dirty="0">
                <a:latin typeface="Trebuchet MS"/>
                <a:cs typeface="Trebuchet MS"/>
              </a:rPr>
              <a:t>No</a:t>
            </a:r>
            <a:r>
              <a:rPr sz="1600" spc="10" dirty="0">
                <a:latin typeface="Trebuchet MS"/>
                <a:cs typeface="Trebuchet MS"/>
              </a:rPr>
              <a:t>t</a:t>
            </a:r>
            <a:r>
              <a:rPr sz="1600" spc="-15" dirty="0">
                <a:latin typeface="Trebuchet MS"/>
                <a:cs typeface="Trebuchet MS"/>
              </a:rPr>
              <a:t>a</a:t>
            </a:r>
            <a:r>
              <a:rPr sz="1600" spc="-10" dirty="0">
                <a:latin typeface="Trebuchet MS"/>
                <a:cs typeface="Trebuchet MS"/>
              </a:rPr>
              <a:t>s</a:t>
            </a:r>
            <a:r>
              <a:rPr sz="1600" spc="-95" dirty="0">
                <a:latin typeface="Trebuchet MS"/>
                <a:cs typeface="Trebuchet MS"/>
              </a:rPr>
              <a:t>i</a:t>
            </a:r>
            <a:r>
              <a:rPr sz="1600" spc="-254" dirty="0">
                <a:latin typeface="Trebuchet MS"/>
                <a:cs typeface="Trebuchet MS"/>
              </a:rPr>
              <a:t>,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Trebuchet MS"/>
                <a:cs typeface="Trebuchet MS"/>
              </a:rPr>
              <a:t>P</a:t>
            </a:r>
            <a:r>
              <a:rPr sz="1600" spc="-35" dirty="0">
                <a:latin typeface="Trebuchet MS"/>
                <a:cs typeface="Trebuchet MS"/>
              </a:rPr>
              <a:t>olinomia</a:t>
            </a:r>
            <a:r>
              <a:rPr sz="1600" spc="-110" dirty="0">
                <a:latin typeface="Trebuchet MS"/>
                <a:cs typeface="Trebuchet MS"/>
              </a:rPr>
              <a:t>l</a:t>
            </a:r>
            <a:r>
              <a:rPr sz="1600" spc="-254" dirty="0">
                <a:latin typeface="Trebuchet MS"/>
                <a:cs typeface="Trebuchet MS"/>
              </a:rPr>
              <a:t>,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Stat</a:t>
            </a:r>
            <a:r>
              <a:rPr sz="1600" spc="-70" dirty="0">
                <a:latin typeface="Trebuchet MS"/>
                <a:cs typeface="Trebuchet MS"/>
              </a:rPr>
              <a:t>e</a:t>
            </a:r>
            <a:r>
              <a:rPr sz="1600" spc="-95" dirty="0">
                <a:latin typeface="Trebuchet MS"/>
                <a:cs typeface="Trebuchet MS"/>
              </a:rPr>
              <a:t> </a:t>
            </a:r>
            <a:r>
              <a:rPr sz="1600" spc="-60" dirty="0">
                <a:latin typeface="Trebuchet MS"/>
                <a:cs typeface="Trebuchet MS"/>
              </a:rPr>
              <a:t>t</a:t>
            </a:r>
            <a:r>
              <a:rPr sz="1600" spc="-105" dirty="0">
                <a:latin typeface="Trebuchet MS"/>
                <a:cs typeface="Trebuchet MS"/>
              </a:rPr>
              <a:t>able, </a:t>
            </a:r>
            <a:r>
              <a:rPr sz="1600" spc="-25" dirty="0">
                <a:latin typeface="Trebuchet MS"/>
                <a:cs typeface="Trebuchet MS"/>
              </a:rPr>
              <a:t>Stat</a:t>
            </a:r>
            <a:r>
              <a:rPr sz="1600" spc="-50" dirty="0">
                <a:latin typeface="Trebuchet MS"/>
                <a:cs typeface="Trebuchet MS"/>
              </a:rPr>
              <a:t>e  </a:t>
            </a:r>
            <a:r>
              <a:rPr sz="1600" spc="140" dirty="0">
                <a:latin typeface="Trebuchet MS"/>
                <a:cs typeface="Trebuchet MS"/>
              </a:rPr>
              <a:t>D</a:t>
            </a:r>
            <a:r>
              <a:rPr sz="1600" spc="-70" dirty="0">
                <a:latin typeface="Trebuchet MS"/>
                <a:cs typeface="Trebuchet MS"/>
              </a:rPr>
              <a:t>ia</a:t>
            </a:r>
            <a:r>
              <a:rPr sz="1600" spc="55" dirty="0">
                <a:latin typeface="Trebuchet MS"/>
                <a:cs typeface="Trebuchet MS"/>
              </a:rPr>
              <a:t>g</a:t>
            </a:r>
            <a:r>
              <a:rPr sz="1600" spc="-65" dirty="0">
                <a:latin typeface="Trebuchet MS"/>
                <a:cs typeface="Trebuchet MS"/>
              </a:rPr>
              <a:t>ra</a:t>
            </a:r>
            <a:r>
              <a:rPr sz="1600" spc="-130" dirty="0">
                <a:latin typeface="Trebuchet MS"/>
                <a:cs typeface="Trebuchet MS"/>
              </a:rPr>
              <a:t>m,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75" dirty="0">
                <a:latin typeface="Trebuchet MS"/>
                <a:cs typeface="Trebuchet MS"/>
              </a:rPr>
              <a:t>Trellis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140" dirty="0">
                <a:latin typeface="Trebuchet MS"/>
                <a:cs typeface="Trebuchet MS"/>
              </a:rPr>
              <a:t>D</a:t>
            </a:r>
            <a:r>
              <a:rPr sz="1600" spc="-70" dirty="0">
                <a:latin typeface="Trebuchet MS"/>
                <a:cs typeface="Trebuchet MS"/>
              </a:rPr>
              <a:t>ia</a:t>
            </a:r>
            <a:r>
              <a:rPr sz="1600" spc="55" dirty="0">
                <a:latin typeface="Trebuchet MS"/>
                <a:cs typeface="Trebuchet MS"/>
              </a:rPr>
              <a:t>g</a:t>
            </a:r>
            <a:r>
              <a:rPr sz="1600" spc="-65" dirty="0">
                <a:latin typeface="Trebuchet MS"/>
                <a:cs typeface="Trebuchet MS"/>
              </a:rPr>
              <a:t>ra</a:t>
            </a:r>
            <a:r>
              <a:rPr sz="1600" spc="-130" dirty="0">
                <a:latin typeface="Trebuchet MS"/>
                <a:cs typeface="Trebuchet MS"/>
              </a:rPr>
              <a:t>m,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2161158" y="749249"/>
            <a:ext cx="1308735" cy="1169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0" b="1" spc="380" dirty="0">
                <a:solidFill>
                  <a:srgbClr val="12AAC6"/>
                </a:solidFill>
                <a:latin typeface="Tahoma"/>
                <a:cs typeface="Tahoma"/>
              </a:rPr>
              <a:t>0</a:t>
            </a:r>
            <a:r>
              <a:rPr sz="7500" b="1" u="heavy" spc="165" dirty="0">
                <a:solidFill>
                  <a:srgbClr val="12AAC6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3</a:t>
            </a:r>
            <a:endParaRPr sz="750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116067" y="1004315"/>
            <a:ext cx="3545204" cy="3214370"/>
            <a:chOff x="5116067" y="1004315"/>
            <a:chExt cx="3545204" cy="3214370"/>
          </a:xfrm>
        </p:grpSpPr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2703" y="2378976"/>
              <a:ext cx="1959863" cy="183946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711232" y="2439077"/>
              <a:ext cx="1808480" cy="1687195"/>
            </a:xfrm>
            <a:custGeom>
              <a:avLst/>
              <a:gdLst/>
              <a:ahLst/>
              <a:cxnLst/>
              <a:rect l="l" t="t" r="r" b="b"/>
              <a:pathLst>
                <a:path w="1808479" h="1687195">
                  <a:moveTo>
                    <a:pt x="429349" y="0"/>
                  </a:moveTo>
                  <a:lnTo>
                    <a:pt x="385755" y="3771"/>
                  </a:lnTo>
                  <a:lnTo>
                    <a:pt x="344212" y="14896"/>
                  </a:lnTo>
                  <a:lnTo>
                    <a:pt x="305538" y="32811"/>
                  </a:lnTo>
                  <a:lnTo>
                    <a:pt x="270552" y="56949"/>
                  </a:lnTo>
                  <a:lnTo>
                    <a:pt x="240072" y="86745"/>
                  </a:lnTo>
                  <a:lnTo>
                    <a:pt x="214917" y="121634"/>
                  </a:lnTo>
                  <a:lnTo>
                    <a:pt x="195904" y="161050"/>
                  </a:lnTo>
                  <a:lnTo>
                    <a:pt x="183853" y="204427"/>
                  </a:lnTo>
                  <a:lnTo>
                    <a:pt x="4148" y="1185629"/>
                  </a:lnTo>
                  <a:lnTo>
                    <a:pt x="0" y="1230458"/>
                  </a:lnTo>
                  <a:lnTo>
                    <a:pt x="3771" y="1274057"/>
                  </a:lnTo>
                  <a:lnTo>
                    <a:pt x="14896" y="1315607"/>
                  </a:lnTo>
                  <a:lnTo>
                    <a:pt x="32811" y="1354287"/>
                  </a:lnTo>
                  <a:lnTo>
                    <a:pt x="56949" y="1389279"/>
                  </a:lnTo>
                  <a:lnTo>
                    <a:pt x="86745" y="1419761"/>
                  </a:lnTo>
                  <a:lnTo>
                    <a:pt x="121634" y="1444914"/>
                  </a:lnTo>
                  <a:lnTo>
                    <a:pt x="161050" y="1463917"/>
                  </a:lnTo>
                  <a:lnTo>
                    <a:pt x="204427" y="1475951"/>
                  </a:lnTo>
                  <a:lnTo>
                    <a:pt x="1333838" y="1682872"/>
                  </a:lnTo>
                  <a:lnTo>
                    <a:pt x="1378665" y="1687001"/>
                  </a:lnTo>
                  <a:lnTo>
                    <a:pt x="1422259" y="1683210"/>
                  </a:lnTo>
                  <a:lnTo>
                    <a:pt x="1463802" y="1672068"/>
                  </a:lnTo>
                  <a:lnTo>
                    <a:pt x="1502476" y="1654138"/>
                  </a:lnTo>
                  <a:lnTo>
                    <a:pt x="1537462" y="1629988"/>
                  </a:lnTo>
                  <a:lnTo>
                    <a:pt x="1567942" y="1600184"/>
                  </a:lnTo>
                  <a:lnTo>
                    <a:pt x="1593097" y="1565291"/>
                  </a:lnTo>
                  <a:lnTo>
                    <a:pt x="1612109" y="1525876"/>
                  </a:lnTo>
                  <a:lnTo>
                    <a:pt x="1624160" y="1482505"/>
                  </a:lnTo>
                  <a:lnTo>
                    <a:pt x="1803865" y="501226"/>
                  </a:lnTo>
                  <a:lnTo>
                    <a:pt x="1808010" y="456434"/>
                  </a:lnTo>
                  <a:lnTo>
                    <a:pt x="1804228" y="412859"/>
                  </a:lnTo>
                  <a:lnTo>
                    <a:pt x="1793089" y="371324"/>
                  </a:lnTo>
                  <a:lnTo>
                    <a:pt x="1775161" y="332653"/>
                  </a:lnTo>
                  <a:lnTo>
                    <a:pt x="1751012" y="297667"/>
                  </a:lnTo>
                  <a:lnTo>
                    <a:pt x="1721212" y="267189"/>
                  </a:lnTo>
                  <a:lnTo>
                    <a:pt x="1686328" y="242042"/>
                  </a:lnTo>
                  <a:lnTo>
                    <a:pt x="1646930" y="223049"/>
                  </a:lnTo>
                  <a:lnTo>
                    <a:pt x="1603586" y="211031"/>
                  </a:lnTo>
                  <a:lnTo>
                    <a:pt x="474175" y="4148"/>
                  </a:lnTo>
                  <a:lnTo>
                    <a:pt x="4293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711232" y="2439077"/>
              <a:ext cx="1808480" cy="1687195"/>
            </a:xfrm>
            <a:custGeom>
              <a:avLst/>
              <a:gdLst/>
              <a:ahLst/>
              <a:cxnLst/>
              <a:rect l="l" t="t" r="r" b="b"/>
              <a:pathLst>
                <a:path w="1808479" h="1687195">
                  <a:moveTo>
                    <a:pt x="183853" y="204427"/>
                  </a:moveTo>
                  <a:lnTo>
                    <a:pt x="195904" y="161050"/>
                  </a:lnTo>
                  <a:lnTo>
                    <a:pt x="214917" y="121634"/>
                  </a:lnTo>
                  <a:lnTo>
                    <a:pt x="240072" y="86745"/>
                  </a:lnTo>
                  <a:lnTo>
                    <a:pt x="270552" y="56949"/>
                  </a:lnTo>
                  <a:lnTo>
                    <a:pt x="305538" y="32811"/>
                  </a:lnTo>
                  <a:lnTo>
                    <a:pt x="344212" y="14896"/>
                  </a:lnTo>
                  <a:lnTo>
                    <a:pt x="385755" y="3771"/>
                  </a:lnTo>
                  <a:lnTo>
                    <a:pt x="429349" y="0"/>
                  </a:lnTo>
                  <a:lnTo>
                    <a:pt x="474175" y="4148"/>
                  </a:lnTo>
                  <a:lnTo>
                    <a:pt x="1603586" y="211031"/>
                  </a:lnTo>
                  <a:lnTo>
                    <a:pt x="1646930" y="223049"/>
                  </a:lnTo>
                  <a:lnTo>
                    <a:pt x="1686328" y="242042"/>
                  </a:lnTo>
                  <a:lnTo>
                    <a:pt x="1721212" y="267189"/>
                  </a:lnTo>
                  <a:lnTo>
                    <a:pt x="1751012" y="297667"/>
                  </a:lnTo>
                  <a:lnTo>
                    <a:pt x="1775161" y="332653"/>
                  </a:lnTo>
                  <a:lnTo>
                    <a:pt x="1793089" y="371324"/>
                  </a:lnTo>
                  <a:lnTo>
                    <a:pt x="1804228" y="412859"/>
                  </a:lnTo>
                  <a:lnTo>
                    <a:pt x="1808010" y="456434"/>
                  </a:lnTo>
                  <a:lnTo>
                    <a:pt x="1803865" y="501226"/>
                  </a:lnTo>
                  <a:lnTo>
                    <a:pt x="1624160" y="1482505"/>
                  </a:lnTo>
                  <a:lnTo>
                    <a:pt x="1612109" y="1525876"/>
                  </a:lnTo>
                  <a:lnTo>
                    <a:pt x="1593097" y="1565291"/>
                  </a:lnTo>
                  <a:lnTo>
                    <a:pt x="1567942" y="1600184"/>
                  </a:lnTo>
                  <a:lnTo>
                    <a:pt x="1537462" y="1629988"/>
                  </a:lnTo>
                  <a:lnTo>
                    <a:pt x="1502476" y="1654138"/>
                  </a:lnTo>
                  <a:lnTo>
                    <a:pt x="1463802" y="1672068"/>
                  </a:lnTo>
                  <a:lnTo>
                    <a:pt x="1422259" y="1683210"/>
                  </a:lnTo>
                  <a:lnTo>
                    <a:pt x="1378665" y="1687001"/>
                  </a:lnTo>
                  <a:lnTo>
                    <a:pt x="1333838" y="1682872"/>
                  </a:lnTo>
                  <a:lnTo>
                    <a:pt x="204427" y="1475951"/>
                  </a:lnTo>
                  <a:lnTo>
                    <a:pt x="161050" y="1463917"/>
                  </a:lnTo>
                  <a:lnTo>
                    <a:pt x="121634" y="1444914"/>
                  </a:lnTo>
                  <a:lnTo>
                    <a:pt x="86745" y="1419761"/>
                  </a:lnTo>
                  <a:lnTo>
                    <a:pt x="56949" y="1389279"/>
                  </a:lnTo>
                  <a:lnTo>
                    <a:pt x="32811" y="1354287"/>
                  </a:lnTo>
                  <a:lnTo>
                    <a:pt x="14896" y="1315607"/>
                  </a:lnTo>
                  <a:lnTo>
                    <a:pt x="3771" y="1274057"/>
                  </a:lnTo>
                  <a:lnTo>
                    <a:pt x="0" y="1230458"/>
                  </a:lnTo>
                  <a:lnTo>
                    <a:pt x="4148" y="1185629"/>
                  </a:lnTo>
                  <a:lnTo>
                    <a:pt x="183853" y="204427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191631" y="3261994"/>
              <a:ext cx="815340" cy="494030"/>
            </a:xfrm>
            <a:custGeom>
              <a:avLst/>
              <a:gdLst/>
              <a:ahLst/>
              <a:cxnLst/>
              <a:rect l="l" t="t" r="r" b="b"/>
              <a:pathLst>
                <a:path w="815340" h="494029">
                  <a:moveTo>
                    <a:pt x="367411" y="132334"/>
                  </a:moveTo>
                  <a:lnTo>
                    <a:pt x="356692" y="82791"/>
                  </a:lnTo>
                  <a:lnTo>
                    <a:pt x="314071" y="55245"/>
                  </a:lnTo>
                  <a:lnTo>
                    <a:pt x="12700" y="0"/>
                  </a:lnTo>
                  <a:lnTo>
                    <a:pt x="0" y="69215"/>
                  </a:lnTo>
                  <a:lnTo>
                    <a:pt x="292354" y="122809"/>
                  </a:lnTo>
                  <a:lnTo>
                    <a:pt x="296545" y="128905"/>
                  </a:lnTo>
                  <a:lnTo>
                    <a:pt x="236728" y="455803"/>
                  </a:lnTo>
                  <a:lnTo>
                    <a:pt x="305816" y="468376"/>
                  </a:lnTo>
                  <a:lnTo>
                    <a:pt x="367411" y="132334"/>
                  </a:lnTo>
                  <a:close/>
                </a:path>
                <a:path w="815340" h="494029">
                  <a:moveTo>
                    <a:pt x="815086" y="147066"/>
                  </a:moveTo>
                  <a:lnTo>
                    <a:pt x="513715" y="91821"/>
                  </a:lnTo>
                  <a:lnTo>
                    <a:pt x="487426" y="92303"/>
                  </a:lnTo>
                  <a:lnTo>
                    <a:pt x="464159" y="102476"/>
                  </a:lnTo>
                  <a:lnTo>
                    <a:pt x="446392" y="120637"/>
                  </a:lnTo>
                  <a:lnTo>
                    <a:pt x="436613" y="145034"/>
                  </a:lnTo>
                  <a:lnTo>
                    <a:pt x="375018" y="481076"/>
                  </a:lnTo>
                  <a:lnTo>
                    <a:pt x="444246" y="493776"/>
                  </a:lnTo>
                  <a:lnTo>
                    <a:pt x="504190" y="167005"/>
                  </a:lnTo>
                  <a:lnTo>
                    <a:pt x="510159" y="162687"/>
                  </a:lnTo>
                  <a:lnTo>
                    <a:pt x="802386" y="216281"/>
                  </a:lnTo>
                  <a:lnTo>
                    <a:pt x="815086" y="1470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841489" y="3813810"/>
              <a:ext cx="259079" cy="146050"/>
            </a:xfrm>
            <a:custGeom>
              <a:avLst/>
              <a:gdLst/>
              <a:ahLst/>
              <a:cxnLst/>
              <a:rect l="l" t="t" r="r" b="b"/>
              <a:pathLst>
                <a:path w="259079" h="146050">
                  <a:moveTo>
                    <a:pt x="24891" y="0"/>
                  </a:moveTo>
                  <a:lnTo>
                    <a:pt x="16382" y="5968"/>
                  </a:lnTo>
                  <a:lnTo>
                    <a:pt x="0" y="95237"/>
                  </a:lnTo>
                  <a:lnTo>
                    <a:pt x="5841" y="103758"/>
                  </a:lnTo>
                  <a:lnTo>
                    <a:pt x="233679" y="145478"/>
                  </a:lnTo>
                  <a:lnTo>
                    <a:pt x="242188" y="139611"/>
                  </a:lnTo>
                  <a:lnTo>
                    <a:pt x="258571" y="50291"/>
                  </a:lnTo>
                  <a:lnTo>
                    <a:pt x="252602" y="41782"/>
                  </a:lnTo>
                  <a:lnTo>
                    <a:pt x="33781" y="1650"/>
                  </a:lnTo>
                  <a:lnTo>
                    <a:pt x="24891" y="0"/>
                  </a:lnTo>
                  <a:close/>
                </a:path>
              </a:pathLst>
            </a:custGeom>
            <a:solidFill>
              <a:srgbClr val="F78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893686" y="3112642"/>
              <a:ext cx="268605" cy="737870"/>
            </a:xfrm>
            <a:custGeom>
              <a:avLst/>
              <a:gdLst/>
              <a:ahLst/>
              <a:cxnLst/>
              <a:rect l="l" t="t" r="r" b="b"/>
              <a:pathLst>
                <a:path w="268604" h="737870">
                  <a:moveTo>
                    <a:pt x="166243" y="0"/>
                  </a:moveTo>
                  <a:lnTo>
                    <a:pt x="93472" y="396748"/>
                  </a:lnTo>
                  <a:lnTo>
                    <a:pt x="82105" y="433720"/>
                  </a:lnTo>
                  <a:lnTo>
                    <a:pt x="51365" y="483042"/>
                  </a:lnTo>
                  <a:lnTo>
                    <a:pt x="42433" y="500237"/>
                  </a:lnTo>
                  <a:lnTo>
                    <a:pt x="35621" y="518360"/>
                  </a:lnTo>
                  <a:lnTo>
                    <a:pt x="30988" y="537210"/>
                  </a:lnTo>
                  <a:lnTo>
                    <a:pt x="0" y="705993"/>
                  </a:lnTo>
                  <a:lnTo>
                    <a:pt x="173228" y="737743"/>
                  </a:lnTo>
                  <a:lnTo>
                    <a:pt x="204089" y="568832"/>
                  </a:lnTo>
                  <a:lnTo>
                    <a:pt x="206448" y="549632"/>
                  </a:lnTo>
                  <a:lnTo>
                    <a:pt x="206486" y="530288"/>
                  </a:lnTo>
                  <a:lnTo>
                    <a:pt x="204214" y="511040"/>
                  </a:lnTo>
                  <a:lnTo>
                    <a:pt x="195167" y="473281"/>
                  </a:lnTo>
                  <a:lnTo>
                    <a:pt x="192976" y="454056"/>
                  </a:lnTo>
                  <a:lnTo>
                    <a:pt x="193071" y="434689"/>
                  </a:lnTo>
                  <a:lnTo>
                    <a:pt x="195453" y="415416"/>
                  </a:lnTo>
                  <a:lnTo>
                    <a:pt x="268097" y="18668"/>
                  </a:lnTo>
                  <a:lnTo>
                    <a:pt x="166243" y="0"/>
                  </a:lnTo>
                  <a:close/>
                </a:path>
              </a:pathLst>
            </a:custGeom>
            <a:solidFill>
              <a:srgbClr val="49B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26782" y="3038475"/>
              <a:ext cx="180848" cy="97789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284340" y="3570351"/>
              <a:ext cx="487680" cy="325755"/>
            </a:xfrm>
            <a:custGeom>
              <a:avLst/>
              <a:gdLst/>
              <a:ahLst/>
              <a:cxnLst/>
              <a:rect l="l" t="t" r="r" b="b"/>
              <a:pathLst>
                <a:path w="487679" h="325754">
                  <a:moveTo>
                    <a:pt x="114935" y="0"/>
                  </a:moveTo>
                  <a:lnTo>
                    <a:pt x="62261" y="11303"/>
                  </a:lnTo>
                  <a:lnTo>
                    <a:pt x="33020" y="56515"/>
                  </a:lnTo>
                  <a:lnTo>
                    <a:pt x="0" y="236601"/>
                  </a:lnTo>
                  <a:lnTo>
                    <a:pt x="5842" y="245110"/>
                  </a:lnTo>
                  <a:lnTo>
                    <a:pt x="445897" y="325742"/>
                  </a:lnTo>
                  <a:lnTo>
                    <a:pt x="454406" y="319862"/>
                  </a:lnTo>
                  <a:lnTo>
                    <a:pt x="487426" y="139700"/>
                  </a:lnTo>
                  <a:lnTo>
                    <a:pt x="486900" y="111775"/>
                  </a:lnTo>
                  <a:lnTo>
                    <a:pt x="476075" y="87090"/>
                  </a:lnTo>
                  <a:lnTo>
                    <a:pt x="456797" y="68262"/>
                  </a:lnTo>
                  <a:lnTo>
                    <a:pt x="430911" y="57912"/>
                  </a:lnTo>
                  <a:lnTo>
                    <a:pt x="114935" y="0"/>
                  </a:lnTo>
                  <a:close/>
                </a:path>
              </a:pathLst>
            </a:custGeom>
            <a:solidFill>
              <a:srgbClr val="12AA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938265" y="3648329"/>
              <a:ext cx="259079" cy="145415"/>
            </a:xfrm>
            <a:custGeom>
              <a:avLst/>
              <a:gdLst/>
              <a:ahLst/>
              <a:cxnLst/>
              <a:rect l="l" t="t" r="r" b="b"/>
              <a:pathLst>
                <a:path w="259079" h="145414">
                  <a:moveTo>
                    <a:pt x="24892" y="0"/>
                  </a:moveTo>
                  <a:lnTo>
                    <a:pt x="16383" y="5969"/>
                  </a:lnTo>
                  <a:lnTo>
                    <a:pt x="0" y="95250"/>
                  </a:lnTo>
                  <a:lnTo>
                    <a:pt x="5969" y="103759"/>
                  </a:lnTo>
                  <a:lnTo>
                    <a:pt x="233680" y="145415"/>
                  </a:lnTo>
                  <a:lnTo>
                    <a:pt x="242188" y="139573"/>
                  </a:lnTo>
                  <a:lnTo>
                    <a:pt x="258572" y="50292"/>
                  </a:lnTo>
                  <a:lnTo>
                    <a:pt x="252603" y="41783"/>
                  </a:lnTo>
                  <a:lnTo>
                    <a:pt x="33782" y="1651"/>
                  </a:lnTo>
                  <a:lnTo>
                    <a:pt x="24892" y="0"/>
                  </a:lnTo>
                  <a:close/>
                </a:path>
              </a:pathLst>
            </a:custGeom>
            <a:solidFill>
              <a:srgbClr val="F78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990589" y="2947161"/>
              <a:ext cx="267970" cy="737870"/>
            </a:xfrm>
            <a:custGeom>
              <a:avLst/>
              <a:gdLst/>
              <a:ahLst/>
              <a:cxnLst/>
              <a:rect l="l" t="t" r="r" b="b"/>
              <a:pathLst>
                <a:path w="267970" h="737870">
                  <a:moveTo>
                    <a:pt x="166115" y="0"/>
                  </a:moveTo>
                  <a:lnTo>
                    <a:pt x="93472" y="396748"/>
                  </a:lnTo>
                  <a:lnTo>
                    <a:pt x="81994" y="433720"/>
                  </a:lnTo>
                  <a:lnTo>
                    <a:pt x="51238" y="483042"/>
                  </a:lnTo>
                  <a:lnTo>
                    <a:pt x="42306" y="500237"/>
                  </a:lnTo>
                  <a:lnTo>
                    <a:pt x="35494" y="518360"/>
                  </a:lnTo>
                  <a:lnTo>
                    <a:pt x="30861" y="537210"/>
                  </a:lnTo>
                  <a:lnTo>
                    <a:pt x="0" y="705993"/>
                  </a:lnTo>
                  <a:lnTo>
                    <a:pt x="173100" y="737743"/>
                  </a:lnTo>
                  <a:lnTo>
                    <a:pt x="203962" y="568832"/>
                  </a:lnTo>
                  <a:lnTo>
                    <a:pt x="206339" y="549632"/>
                  </a:lnTo>
                  <a:lnTo>
                    <a:pt x="206406" y="530288"/>
                  </a:lnTo>
                  <a:lnTo>
                    <a:pt x="204140" y="511040"/>
                  </a:lnTo>
                  <a:lnTo>
                    <a:pt x="195040" y="473281"/>
                  </a:lnTo>
                  <a:lnTo>
                    <a:pt x="192849" y="454056"/>
                  </a:lnTo>
                  <a:lnTo>
                    <a:pt x="192944" y="434689"/>
                  </a:lnTo>
                  <a:lnTo>
                    <a:pt x="195325" y="415417"/>
                  </a:lnTo>
                  <a:lnTo>
                    <a:pt x="267970" y="18668"/>
                  </a:lnTo>
                  <a:lnTo>
                    <a:pt x="166115" y="0"/>
                  </a:lnTo>
                  <a:close/>
                </a:path>
              </a:pathLst>
            </a:custGeom>
            <a:solidFill>
              <a:srgbClr val="49B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23558" y="2872867"/>
              <a:ext cx="180848" cy="97916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922517" y="2618358"/>
              <a:ext cx="1379855" cy="1356995"/>
            </a:xfrm>
            <a:custGeom>
              <a:avLst/>
              <a:gdLst/>
              <a:ahLst/>
              <a:cxnLst/>
              <a:rect l="l" t="t" r="r" b="b"/>
              <a:pathLst>
                <a:path w="1379854" h="1356995">
                  <a:moveTo>
                    <a:pt x="369189" y="94996"/>
                  </a:moveTo>
                  <a:lnTo>
                    <a:pt x="326913" y="104028"/>
                  </a:lnTo>
                  <a:lnTo>
                    <a:pt x="303403" y="140208"/>
                  </a:lnTo>
                  <a:lnTo>
                    <a:pt x="294767" y="187452"/>
                  </a:lnTo>
                  <a:lnTo>
                    <a:pt x="294882" y="194488"/>
                  </a:lnTo>
                  <a:lnTo>
                    <a:pt x="297592" y="200691"/>
                  </a:lnTo>
                  <a:lnTo>
                    <a:pt x="302446" y="205418"/>
                  </a:lnTo>
                  <a:lnTo>
                    <a:pt x="308991" y="208026"/>
                  </a:lnTo>
                  <a:lnTo>
                    <a:pt x="315972" y="207910"/>
                  </a:lnTo>
                  <a:lnTo>
                    <a:pt x="322167" y="205200"/>
                  </a:lnTo>
                  <a:lnTo>
                    <a:pt x="326886" y="200346"/>
                  </a:lnTo>
                  <a:lnTo>
                    <a:pt x="329438" y="193802"/>
                  </a:lnTo>
                  <a:lnTo>
                    <a:pt x="338201" y="146558"/>
                  </a:lnTo>
                  <a:lnTo>
                    <a:pt x="341264" y="138773"/>
                  </a:lnTo>
                  <a:lnTo>
                    <a:pt x="346900" y="132953"/>
                  </a:lnTo>
                  <a:lnTo>
                    <a:pt x="354345" y="129680"/>
                  </a:lnTo>
                  <a:lnTo>
                    <a:pt x="362839" y="129540"/>
                  </a:lnTo>
                  <a:lnTo>
                    <a:pt x="451746" y="129540"/>
                  </a:lnTo>
                  <a:lnTo>
                    <a:pt x="457612" y="126968"/>
                  </a:lnTo>
                  <a:lnTo>
                    <a:pt x="475551" y="108612"/>
                  </a:lnTo>
                  <a:lnTo>
                    <a:pt x="477691" y="103251"/>
                  </a:lnTo>
                  <a:lnTo>
                    <a:pt x="413766" y="103251"/>
                  </a:lnTo>
                  <a:lnTo>
                    <a:pt x="369189" y="94996"/>
                  </a:lnTo>
                  <a:close/>
                </a:path>
                <a:path w="1379854" h="1356995">
                  <a:moveTo>
                    <a:pt x="451746" y="129540"/>
                  </a:moveTo>
                  <a:lnTo>
                    <a:pt x="362839" y="129540"/>
                  </a:lnTo>
                  <a:lnTo>
                    <a:pt x="407543" y="137795"/>
                  </a:lnTo>
                  <a:lnTo>
                    <a:pt x="434101" y="137275"/>
                  </a:lnTo>
                  <a:lnTo>
                    <a:pt x="451746" y="129540"/>
                  </a:lnTo>
                  <a:close/>
                </a:path>
                <a:path w="1379854" h="1356995">
                  <a:moveTo>
                    <a:pt x="399161" y="0"/>
                  </a:moveTo>
                  <a:lnTo>
                    <a:pt x="392124" y="115"/>
                  </a:lnTo>
                  <a:lnTo>
                    <a:pt x="385921" y="2825"/>
                  </a:lnTo>
                  <a:lnTo>
                    <a:pt x="381194" y="7679"/>
                  </a:lnTo>
                  <a:lnTo>
                    <a:pt x="378587" y="14224"/>
                  </a:lnTo>
                  <a:lnTo>
                    <a:pt x="378719" y="21167"/>
                  </a:lnTo>
                  <a:lnTo>
                    <a:pt x="381460" y="27289"/>
                  </a:lnTo>
                  <a:lnTo>
                    <a:pt x="386320" y="31958"/>
                  </a:lnTo>
                  <a:lnTo>
                    <a:pt x="392811" y="34543"/>
                  </a:lnTo>
                  <a:lnTo>
                    <a:pt x="425323" y="40513"/>
                  </a:lnTo>
                  <a:lnTo>
                    <a:pt x="436993" y="45182"/>
                  </a:lnTo>
                  <a:lnTo>
                    <a:pt x="445722" y="53768"/>
                  </a:lnTo>
                  <a:lnTo>
                    <a:pt x="450665" y="64998"/>
                  </a:lnTo>
                  <a:lnTo>
                    <a:pt x="450977" y="77597"/>
                  </a:lnTo>
                  <a:lnTo>
                    <a:pt x="446234" y="89392"/>
                  </a:lnTo>
                  <a:lnTo>
                    <a:pt x="437610" y="98139"/>
                  </a:lnTo>
                  <a:lnTo>
                    <a:pt x="426366" y="103028"/>
                  </a:lnTo>
                  <a:lnTo>
                    <a:pt x="413766" y="103251"/>
                  </a:lnTo>
                  <a:lnTo>
                    <a:pt x="477691" y="103251"/>
                  </a:lnTo>
                  <a:lnTo>
                    <a:pt x="485394" y="83947"/>
                  </a:lnTo>
                  <a:lnTo>
                    <a:pt x="484947" y="57368"/>
                  </a:lnTo>
                  <a:lnTo>
                    <a:pt x="474678" y="33813"/>
                  </a:lnTo>
                  <a:lnTo>
                    <a:pt x="456336" y="15831"/>
                  </a:lnTo>
                  <a:lnTo>
                    <a:pt x="431673" y="5968"/>
                  </a:lnTo>
                  <a:lnTo>
                    <a:pt x="399161" y="0"/>
                  </a:lnTo>
                  <a:close/>
                </a:path>
                <a:path w="1379854" h="1356995">
                  <a:moveTo>
                    <a:pt x="981641" y="825995"/>
                  </a:moveTo>
                  <a:lnTo>
                    <a:pt x="788288" y="825995"/>
                  </a:lnTo>
                  <a:lnTo>
                    <a:pt x="1051052" y="874255"/>
                  </a:lnTo>
                  <a:lnTo>
                    <a:pt x="1048512" y="888225"/>
                  </a:lnTo>
                  <a:lnTo>
                    <a:pt x="1030349" y="936485"/>
                  </a:lnTo>
                  <a:lnTo>
                    <a:pt x="1008493" y="969505"/>
                  </a:lnTo>
                  <a:lnTo>
                    <a:pt x="998616" y="988555"/>
                  </a:lnTo>
                  <a:lnTo>
                    <a:pt x="991050" y="1008875"/>
                  </a:lnTo>
                  <a:lnTo>
                    <a:pt x="985901" y="1029195"/>
                  </a:lnTo>
                  <a:lnTo>
                    <a:pt x="958088" y="1180325"/>
                  </a:lnTo>
                  <a:lnTo>
                    <a:pt x="943540" y="1180325"/>
                  </a:lnTo>
                  <a:lnTo>
                    <a:pt x="931592" y="1186675"/>
                  </a:lnTo>
                  <a:lnTo>
                    <a:pt x="922478" y="1195565"/>
                  </a:lnTo>
                  <a:lnTo>
                    <a:pt x="917448" y="1208265"/>
                  </a:lnTo>
                  <a:lnTo>
                    <a:pt x="904366" y="1279385"/>
                  </a:lnTo>
                  <a:lnTo>
                    <a:pt x="904597" y="1293355"/>
                  </a:lnTo>
                  <a:lnTo>
                    <a:pt x="909828" y="1304785"/>
                  </a:lnTo>
                  <a:lnTo>
                    <a:pt x="919154" y="1313675"/>
                  </a:lnTo>
                  <a:lnTo>
                    <a:pt x="931672" y="1318755"/>
                  </a:lnTo>
                  <a:lnTo>
                    <a:pt x="1141730" y="1356855"/>
                  </a:lnTo>
                  <a:lnTo>
                    <a:pt x="1155188" y="1356855"/>
                  </a:lnTo>
                  <a:lnTo>
                    <a:pt x="1167098" y="1351775"/>
                  </a:lnTo>
                  <a:lnTo>
                    <a:pt x="1176198" y="1342885"/>
                  </a:lnTo>
                  <a:lnTo>
                    <a:pt x="1181227" y="1330185"/>
                  </a:lnTo>
                  <a:lnTo>
                    <a:pt x="1182628" y="1322565"/>
                  </a:lnTo>
                  <a:lnTo>
                    <a:pt x="1146937" y="1322565"/>
                  </a:lnTo>
                  <a:lnTo>
                    <a:pt x="939291" y="1284465"/>
                  </a:lnTo>
                  <a:lnTo>
                    <a:pt x="951991" y="1215885"/>
                  </a:lnTo>
                  <a:lnTo>
                    <a:pt x="1166452" y="1215885"/>
                  </a:lnTo>
                  <a:lnTo>
                    <a:pt x="1167150" y="1212075"/>
                  </a:lnTo>
                  <a:lnTo>
                    <a:pt x="1131189" y="1212075"/>
                  </a:lnTo>
                  <a:lnTo>
                    <a:pt x="992886" y="1186675"/>
                  </a:lnTo>
                  <a:lnTo>
                    <a:pt x="1020572" y="1035545"/>
                  </a:lnTo>
                  <a:lnTo>
                    <a:pt x="1038788" y="987285"/>
                  </a:lnTo>
                  <a:lnTo>
                    <a:pt x="1060590" y="955535"/>
                  </a:lnTo>
                  <a:lnTo>
                    <a:pt x="1070467" y="936485"/>
                  </a:lnTo>
                  <a:lnTo>
                    <a:pt x="1078033" y="916165"/>
                  </a:lnTo>
                  <a:lnTo>
                    <a:pt x="1083183" y="894575"/>
                  </a:lnTo>
                  <a:lnTo>
                    <a:pt x="1093207" y="839965"/>
                  </a:lnTo>
                  <a:lnTo>
                    <a:pt x="1057402" y="839965"/>
                  </a:lnTo>
                  <a:lnTo>
                    <a:pt x="981641" y="825995"/>
                  </a:lnTo>
                  <a:close/>
                </a:path>
                <a:path w="1379854" h="1356995">
                  <a:moveTo>
                    <a:pt x="1166452" y="1215885"/>
                  </a:moveTo>
                  <a:lnTo>
                    <a:pt x="951991" y="1215885"/>
                  </a:lnTo>
                  <a:lnTo>
                    <a:pt x="1159637" y="1253985"/>
                  </a:lnTo>
                  <a:lnTo>
                    <a:pt x="1146937" y="1322565"/>
                  </a:lnTo>
                  <a:lnTo>
                    <a:pt x="1182628" y="1322565"/>
                  </a:lnTo>
                  <a:lnTo>
                    <a:pt x="1194308" y="1259065"/>
                  </a:lnTo>
                  <a:lnTo>
                    <a:pt x="1194095" y="1245095"/>
                  </a:lnTo>
                  <a:lnTo>
                    <a:pt x="1188894" y="1233665"/>
                  </a:lnTo>
                  <a:lnTo>
                    <a:pt x="1179574" y="1223505"/>
                  </a:lnTo>
                  <a:lnTo>
                    <a:pt x="1167003" y="1219695"/>
                  </a:lnTo>
                  <a:lnTo>
                    <a:pt x="1165987" y="1218425"/>
                  </a:lnTo>
                  <a:lnTo>
                    <a:pt x="1166452" y="1215885"/>
                  </a:lnTo>
                  <a:close/>
                </a:path>
                <a:path w="1379854" h="1356995">
                  <a:moveTo>
                    <a:pt x="479933" y="935215"/>
                  </a:moveTo>
                  <a:lnTo>
                    <a:pt x="414020" y="949185"/>
                  </a:lnTo>
                  <a:lnTo>
                    <a:pt x="377444" y="1006335"/>
                  </a:lnTo>
                  <a:lnTo>
                    <a:pt x="346307" y="1176515"/>
                  </a:lnTo>
                  <a:lnTo>
                    <a:pt x="346188" y="1182865"/>
                  </a:lnTo>
                  <a:lnTo>
                    <a:pt x="346358" y="1190485"/>
                  </a:lnTo>
                  <a:lnTo>
                    <a:pt x="351583" y="1203185"/>
                  </a:lnTo>
                  <a:lnTo>
                    <a:pt x="360880" y="1212075"/>
                  </a:lnTo>
                  <a:lnTo>
                    <a:pt x="373380" y="1217155"/>
                  </a:lnTo>
                  <a:lnTo>
                    <a:pt x="795655" y="1294625"/>
                  </a:lnTo>
                  <a:lnTo>
                    <a:pt x="809130" y="1293355"/>
                  </a:lnTo>
                  <a:lnTo>
                    <a:pt x="821070" y="1288275"/>
                  </a:lnTo>
                  <a:lnTo>
                    <a:pt x="830177" y="1279385"/>
                  </a:lnTo>
                  <a:lnTo>
                    <a:pt x="835152" y="1266685"/>
                  </a:lnTo>
                  <a:lnTo>
                    <a:pt x="836546" y="1259065"/>
                  </a:lnTo>
                  <a:lnTo>
                    <a:pt x="800862" y="1259065"/>
                  </a:lnTo>
                  <a:lnTo>
                    <a:pt x="381000" y="1182865"/>
                  </a:lnTo>
                  <a:lnTo>
                    <a:pt x="412115" y="1012685"/>
                  </a:lnTo>
                  <a:lnTo>
                    <a:pt x="434086" y="978395"/>
                  </a:lnTo>
                  <a:lnTo>
                    <a:pt x="473583" y="969505"/>
                  </a:lnTo>
                  <a:lnTo>
                    <a:pt x="690437" y="969505"/>
                  </a:lnTo>
                  <a:lnTo>
                    <a:pt x="690904" y="966965"/>
                  </a:lnTo>
                  <a:lnTo>
                    <a:pt x="655192" y="966965"/>
                  </a:lnTo>
                  <a:lnTo>
                    <a:pt x="620522" y="960615"/>
                  </a:lnTo>
                  <a:lnTo>
                    <a:pt x="621689" y="954265"/>
                  </a:lnTo>
                  <a:lnTo>
                    <a:pt x="585978" y="954265"/>
                  </a:lnTo>
                  <a:lnTo>
                    <a:pt x="551307" y="947915"/>
                  </a:lnTo>
                  <a:lnTo>
                    <a:pt x="552474" y="941565"/>
                  </a:lnTo>
                  <a:lnTo>
                    <a:pt x="516763" y="941565"/>
                  </a:lnTo>
                  <a:lnTo>
                    <a:pt x="479933" y="935215"/>
                  </a:lnTo>
                  <a:close/>
                </a:path>
                <a:path w="1379854" h="1356995">
                  <a:moveTo>
                    <a:pt x="690437" y="969505"/>
                  </a:moveTo>
                  <a:lnTo>
                    <a:pt x="473583" y="969505"/>
                  </a:lnTo>
                  <a:lnTo>
                    <a:pt x="789432" y="1027925"/>
                  </a:lnTo>
                  <a:lnTo>
                    <a:pt x="808938" y="1035545"/>
                  </a:lnTo>
                  <a:lnTo>
                    <a:pt x="823468" y="1049515"/>
                  </a:lnTo>
                  <a:lnTo>
                    <a:pt x="831615" y="1068565"/>
                  </a:lnTo>
                  <a:lnTo>
                    <a:pt x="831977" y="1088885"/>
                  </a:lnTo>
                  <a:lnTo>
                    <a:pt x="800862" y="1259065"/>
                  </a:lnTo>
                  <a:lnTo>
                    <a:pt x="836546" y="1259065"/>
                  </a:lnTo>
                  <a:lnTo>
                    <a:pt x="866521" y="1095235"/>
                  </a:lnTo>
                  <a:lnTo>
                    <a:pt x="865899" y="1060945"/>
                  </a:lnTo>
                  <a:lnTo>
                    <a:pt x="852408" y="1029195"/>
                  </a:lnTo>
                  <a:lnTo>
                    <a:pt x="828319" y="1006335"/>
                  </a:lnTo>
                  <a:lnTo>
                    <a:pt x="795909" y="993635"/>
                  </a:lnTo>
                  <a:lnTo>
                    <a:pt x="758952" y="986015"/>
                  </a:lnTo>
                  <a:lnTo>
                    <a:pt x="760116" y="979665"/>
                  </a:lnTo>
                  <a:lnTo>
                    <a:pt x="724408" y="979665"/>
                  </a:lnTo>
                  <a:lnTo>
                    <a:pt x="689737" y="973315"/>
                  </a:lnTo>
                  <a:lnTo>
                    <a:pt x="690437" y="969505"/>
                  </a:lnTo>
                  <a:close/>
                </a:path>
                <a:path w="1379854" h="1356995">
                  <a:moveTo>
                    <a:pt x="1185799" y="812025"/>
                  </a:moveTo>
                  <a:lnTo>
                    <a:pt x="1178762" y="812025"/>
                  </a:lnTo>
                  <a:lnTo>
                    <a:pt x="1172559" y="814565"/>
                  </a:lnTo>
                  <a:lnTo>
                    <a:pt x="1150365" y="907275"/>
                  </a:lnTo>
                  <a:lnTo>
                    <a:pt x="1147683" y="950455"/>
                  </a:lnTo>
                  <a:lnTo>
                    <a:pt x="1150169" y="972045"/>
                  </a:lnTo>
                  <a:lnTo>
                    <a:pt x="1155191" y="992365"/>
                  </a:lnTo>
                  <a:lnTo>
                    <a:pt x="1159162" y="1008875"/>
                  </a:lnTo>
                  <a:lnTo>
                    <a:pt x="1161145" y="1026655"/>
                  </a:lnTo>
                  <a:lnTo>
                    <a:pt x="1161103" y="1043165"/>
                  </a:lnTo>
                  <a:lnTo>
                    <a:pt x="1159002" y="1060945"/>
                  </a:lnTo>
                  <a:lnTo>
                    <a:pt x="1131189" y="1212075"/>
                  </a:lnTo>
                  <a:lnTo>
                    <a:pt x="1167150" y="1212075"/>
                  </a:lnTo>
                  <a:lnTo>
                    <a:pt x="1193673" y="1067295"/>
                  </a:lnTo>
                  <a:lnTo>
                    <a:pt x="1196294" y="1045705"/>
                  </a:lnTo>
                  <a:lnTo>
                    <a:pt x="1196355" y="1024115"/>
                  </a:lnTo>
                  <a:lnTo>
                    <a:pt x="1193869" y="1002525"/>
                  </a:lnTo>
                  <a:lnTo>
                    <a:pt x="1184822" y="965695"/>
                  </a:lnTo>
                  <a:lnTo>
                    <a:pt x="1182846" y="947915"/>
                  </a:lnTo>
                  <a:lnTo>
                    <a:pt x="1182917" y="931405"/>
                  </a:lnTo>
                  <a:lnTo>
                    <a:pt x="1185037" y="913625"/>
                  </a:lnTo>
                  <a:lnTo>
                    <a:pt x="1199896" y="832345"/>
                  </a:lnTo>
                  <a:lnTo>
                    <a:pt x="1199782" y="824725"/>
                  </a:lnTo>
                  <a:lnTo>
                    <a:pt x="1197086" y="819645"/>
                  </a:lnTo>
                  <a:lnTo>
                    <a:pt x="1192270" y="814565"/>
                  </a:lnTo>
                  <a:lnTo>
                    <a:pt x="1185799" y="812025"/>
                  </a:lnTo>
                  <a:close/>
                </a:path>
                <a:path w="1379854" h="1356995">
                  <a:moveTo>
                    <a:pt x="231648" y="239255"/>
                  </a:moveTo>
                  <a:lnTo>
                    <a:pt x="218116" y="239255"/>
                  </a:lnTo>
                  <a:lnTo>
                    <a:pt x="206168" y="244335"/>
                  </a:lnTo>
                  <a:lnTo>
                    <a:pt x="197054" y="254495"/>
                  </a:lnTo>
                  <a:lnTo>
                    <a:pt x="192024" y="267195"/>
                  </a:lnTo>
                  <a:lnTo>
                    <a:pt x="185525" y="302755"/>
                  </a:lnTo>
                  <a:lnTo>
                    <a:pt x="185404" y="309105"/>
                  </a:lnTo>
                  <a:lnTo>
                    <a:pt x="185572" y="316725"/>
                  </a:lnTo>
                  <a:lnTo>
                    <a:pt x="190769" y="329425"/>
                  </a:lnTo>
                  <a:lnTo>
                    <a:pt x="199991" y="338315"/>
                  </a:lnTo>
                  <a:lnTo>
                    <a:pt x="212344" y="343395"/>
                  </a:lnTo>
                  <a:lnTo>
                    <a:pt x="213741" y="343395"/>
                  </a:lnTo>
                  <a:lnTo>
                    <a:pt x="144145" y="723125"/>
                  </a:lnTo>
                  <a:lnTo>
                    <a:pt x="140011" y="739635"/>
                  </a:lnTo>
                  <a:lnTo>
                    <a:pt x="133937" y="756145"/>
                  </a:lnTo>
                  <a:lnTo>
                    <a:pt x="125982" y="771385"/>
                  </a:lnTo>
                  <a:lnTo>
                    <a:pt x="116205" y="785355"/>
                  </a:lnTo>
                  <a:lnTo>
                    <a:pt x="104219" y="803135"/>
                  </a:lnTo>
                  <a:lnTo>
                    <a:pt x="94424" y="822185"/>
                  </a:lnTo>
                  <a:lnTo>
                    <a:pt x="86915" y="842505"/>
                  </a:lnTo>
                  <a:lnTo>
                    <a:pt x="81787" y="864095"/>
                  </a:lnTo>
                  <a:lnTo>
                    <a:pt x="53975" y="1015225"/>
                  </a:lnTo>
                  <a:lnTo>
                    <a:pt x="39229" y="1015225"/>
                  </a:lnTo>
                  <a:lnTo>
                    <a:pt x="27289" y="1020305"/>
                  </a:lnTo>
                  <a:lnTo>
                    <a:pt x="18182" y="1029195"/>
                  </a:lnTo>
                  <a:lnTo>
                    <a:pt x="13208" y="1041895"/>
                  </a:lnTo>
                  <a:lnTo>
                    <a:pt x="0" y="1114285"/>
                  </a:lnTo>
                  <a:lnTo>
                    <a:pt x="283" y="1126985"/>
                  </a:lnTo>
                  <a:lnTo>
                    <a:pt x="5508" y="1139685"/>
                  </a:lnTo>
                  <a:lnTo>
                    <a:pt x="14805" y="1148575"/>
                  </a:lnTo>
                  <a:lnTo>
                    <a:pt x="27305" y="1153655"/>
                  </a:lnTo>
                  <a:lnTo>
                    <a:pt x="237362" y="1191755"/>
                  </a:lnTo>
                  <a:lnTo>
                    <a:pt x="250838" y="1191755"/>
                  </a:lnTo>
                  <a:lnTo>
                    <a:pt x="262778" y="1186675"/>
                  </a:lnTo>
                  <a:lnTo>
                    <a:pt x="271885" y="1176515"/>
                  </a:lnTo>
                  <a:lnTo>
                    <a:pt x="276860" y="1165085"/>
                  </a:lnTo>
                  <a:lnTo>
                    <a:pt x="278250" y="1157465"/>
                  </a:lnTo>
                  <a:lnTo>
                    <a:pt x="242570" y="1157465"/>
                  </a:lnTo>
                  <a:lnTo>
                    <a:pt x="34925" y="1119365"/>
                  </a:lnTo>
                  <a:lnTo>
                    <a:pt x="47625" y="1049515"/>
                  </a:lnTo>
                  <a:lnTo>
                    <a:pt x="262315" y="1049515"/>
                  </a:lnTo>
                  <a:lnTo>
                    <a:pt x="262778" y="1046975"/>
                  </a:lnTo>
                  <a:lnTo>
                    <a:pt x="226949" y="1046975"/>
                  </a:lnTo>
                  <a:lnTo>
                    <a:pt x="88519" y="1021575"/>
                  </a:lnTo>
                  <a:lnTo>
                    <a:pt x="116332" y="870445"/>
                  </a:lnTo>
                  <a:lnTo>
                    <a:pt x="134494" y="820915"/>
                  </a:lnTo>
                  <a:lnTo>
                    <a:pt x="144145" y="806945"/>
                  </a:lnTo>
                  <a:lnTo>
                    <a:pt x="156223" y="789165"/>
                  </a:lnTo>
                  <a:lnTo>
                    <a:pt x="166100" y="770115"/>
                  </a:lnTo>
                  <a:lnTo>
                    <a:pt x="173666" y="749795"/>
                  </a:lnTo>
                  <a:lnTo>
                    <a:pt x="178816" y="729475"/>
                  </a:lnTo>
                  <a:lnTo>
                    <a:pt x="248412" y="349745"/>
                  </a:lnTo>
                  <a:lnTo>
                    <a:pt x="387372" y="349745"/>
                  </a:lnTo>
                  <a:lnTo>
                    <a:pt x="390906" y="340855"/>
                  </a:lnTo>
                  <a:lnTo>
                    <a:pt x="392066" y="334505"/>
                  </a:lnTo>
                  <a:lnTo>
                    <a:pt x="356616" y="334505"/>
                  </a:lnTo>
                  <a:lnTo>
                    <a:pt x="219964" y="309105"/>
                  </a:lnTo>
                  <a:lnTo>
                    <a:pt x="226441" y="274815"/>
                  </a:lnTo>
                  <a:lnTo>
                    <a:pt x="388229" y="274815"/>
                  </a:lnTo>
                  <a:lnTo>
                    <a:pt x="382903" y="269735"/>
                  </a:lnTo>
                  <a:lnTo>
                    <a:pt x="370332" y="264655"/>
                  </a:lnTo>
                  <a:lnTo>
                    <a:pt x="231648" y="239255"/>
                  </a:lnTo>
                  <a:close/>
                </a:path>
                <a:path w="1379854" h="1356995">
                  <a:moveTo>
                    <a:pt x="262315" y="1049515"/>
                  </a:moveTo>
                  <a:lnTo>
                    <a:pt x="47625" y="1049515"/>
                  </a:lnTo>
                  <a:lnTo>
                    <a:pt x="255270" y="1087615"/>
                  </a:lnTo>
                  <a:lnTo>
                    <a:pt x="242570" y="1157465"/>
                  </a:lnTo>
                  <a:lnTo>
                    <a:pt x="278250" y="1157465"/>
                  </a:lnTo>
                  <a:lnTo>
                    <a:pt x="290068" y="1092695"/>
                  </a:lnTo>
                  <a:lnTo>
                    <a:pt x="289784" y="1079995"/>
                  </a:lnTo>
                  <a:lnTo>
                    <a:pt x="284559" y="1067295"/>
                  </a:lnTo>
                  <a:lnTo>
                    <a:pt x="275262" y="1058405"/>
                  </a:lnTo>
                  <a:lnTo>
                    <a:pt x="262763" y="1053325"/>
                  </a:lnTo>
                  <a:lnTo>
                    <a:pt x="261620" y="1053325"/>
                  </a:lnTo>
                  <a:lnTo>
                    <a:pt x="262315" y="1049515"/>
                  </a:lnTo>
                  <a:close/>
                </a:path>
                <a:path w="1379854" h="1356995">
                  <a:moveTo>
                    <a:pt x="387372" y="349745"/>
                  </a:moveTo>
                  <a:lnTo>
                    <a:pt x="248412" y="349745"/>
                  </a:lnTo>
                  <a:lnTo>
                    <a:pt x="315595" y="362445"/>
                  </a:lnTo>
                  <a:lnTo>
                    <a:pt x="245999" y="742175"/>
                  </a:lnTo>
                  <a:lnTo>
                    <a:pt x="243395" y="762495"/>
                  </a:lnTo>
                  <a:lnTo>
                    <a:pt x="243363" y="784085"/>
                  </a:lnTo>
                  <a:lnTo>
                    <a:pt x="245856" y="805675"/>
                  </a:lnTo>
                  <a:lnTo>
                    <a:pt x="250825" y="827265"/>
                  </a:lnTo>
                  <a:lnTo>
                    <a:pt x="254851" y="843775"/>
                  </a:lnTo>
                  <a:lnTo>
                    <a:pt x="256688" y="859015"/>
                  </a:lnTo>
                  <a:lnTo>
                    <a:pt x="256807" y="878065"/>
                  </a:lnTo>
                  <a:lnTo>
                    <a:pt x="254762" y="894575"/>
                  </a:lnTo>
                  <a:lnTo>
                    <a:pt x="226949" y="1046975"/>
                  </a:lnTo>
                  <a:lnTo>
                    <a:pt x="262778" y="1046975"/>
                  </a:lnTo>
                  <a:lnTo>
                    <a:pt x="289433" y="900925"/>
                  </a:lnTo>
                  <a:lnTo>
                    <a:pt x="291982" y="880605"/>
                  </a:lnTo>
                  <a:lnTo>
                    <a:pt x="292020" y="859015"/>
                  </a:lnTo>
                  <a:lnTo>
                    <a:pt x="289558" y="837425"/>
                  </a:lnTo>
                  <a:lnTo>
                    <a:pt x="284607" y="817105"/>
                  </a:lnTo>
                  <a:lnTo>
                    <a:pt x="280527" y="799325"/>
                  </a:lnTo>
                  <a:lnTo>
                    <a:pt x="278542" y="782815"/>
                  </a:lnTo>
                  <a:lnTo>
                    <a:pt x="278606" y="765035"/>
                  </a:lnTo>
                  <a:lnTo>
                    <a:pt x="280670" y="748525"/>
                  </a:lnTo>
                  <a:lnTo>
                    <a:pt x="283337" y="734555"/>
                  </a:lnTo>
                  <a:lnTo>
                    <a:pt x="482440" y="734555"/>
                  </a:lnTo>
                  <a:lnTo>
                    <a:pt x="289687" y="698995"/>
                  </a:lnTo>
                  <a:lnTo>
                    <a:pt x="295910" y="664705"/>
                  </a:lnTo>
                  <a:lnTo>
                    <a:pt x="406743" y="664705"/>
                  </a:lnTo>
                  <a:lnTo>
                    <a:pt x="406669" y="659625"/>
                  </a:lnTo>
                  <a:lnTo>
                    <a:pt x="403987" y="654545"/>
                  </a:lnTo>
                  <a:lnTo>
                    <a:pt x="399208" y="649465"/>
                  </a:lnTo>
                  <a:lnTo>
                    <a:pt x="392811" y="646925"/>
                  </a:lnTo>
                  <a:lnTo>
                    <a:pt x="302260" y="630415"/>
                  </a:lnTo>
                  <a:lnTo>
                    <a:pt x="350266" y="368795"/>
                  </a:lnTo>
                  <a:lnTo>
                    <a:pt x="364759" y="368795"/>
                  </a:lnTo>
                  <a:lnTo>
                    <a:pt x="376713" y="363715"/>
                  </a:lnTo>
                  <a:lnTo>
                    <a:pt x="385857" y="353555"/>
                  </a:lnTo>
                  <a:lnTo>
                    <a:pt x="387372" y="349745"/>
                  </a:lnTo>
                  <a:close/>
                </a:path>
                <a:path w="1379854" h="1356995">
                  <a:moveTo>
                    <a:pt x="788797" y="790435"/>
                  </a:moveTo>
                  <a:lnTo>
                    <a:pt x="777245" y="790435"/>
                  </a:lnTo>
                  <a:lnTo>
                    <a:pt x="766968" y="795515"/>
                  </a:lnTo>
                  <a:lnTo>
                    <a:pt x="759096" y="803135"/>
                  </a:lnTo>
                  <a:lnTo>
                    <a:pt x="754761" y="814565"/>
                  </a:lnTo>
                  <a:lnTo>
                    <a:pt x="724408" y="979665"/>
                  </a:lnTo>
                  <a:lnTo>
                    <a:pt x="760116" y="979665"/>
                  </a:lnTo>
                  <a:lnTo>
                    <a:pt x="788288" y="825995"/>
                  </a:lnTo>
                  <a:lnTo>
                    <a:pt x="981641" y="825995"/>
                  </a:lnTo>
                  <a:lnTo>
                    <a:pt x="788797" y="790435"/>
                  </a:lnTo>
                  <a:close/>
                </a:path>
                <a:path w="1379854" h="1356995">
                  <a:moveTo>
                    <a:pt x="786003" y="719315"/>
                  </a:moveTo>
                  <a:lnTo>
                    <a:pt x="752689" y="719315"/>
                  </a:lnTo>
                  <a:lnTo>
                    <a:pt x="723233" y="732015"/>
                  </a:lnTo>
                  <a:lnTo>
                    <a:pt x="700778" y="754875"/>
                  </a:lnTo>
                  <a:lnTo>
                    <a:pt x="688466" y="786625"/>
                  </a:lnTo>
                  <a:lnTo>
                    <a:pt x="655192" y="966965"/>
                  </a:lnTo>
                  <a:lnTo>
                    <a:pt x="690904" y="966965"/>
                  </a:lnTo>
                  <a:lnTo>
                    <a:pt x="722884" y="792975"/>
                  </a:lnTo>
                  <a:lnTo>
                    <a:pt x="730128" y="775195"/>
                  </a:lnTo>
                  <a:lnTo>
                    <a:pt x="743219" y="761225"/>
                  </a:lnTo>
                  <a:lnTo>
                    <a:pt x="760335" y="753605"/>
                  </a:lnTo>
                  <a:lnTo>
                    <a:pt x="973092" y="753605"/>
                  </a:lnTo>
                  <a:lnTo>
                    <a:pt x="786003" y="719315"/>
                  </a:lnTo>
                  <a:close/>
                </a:path>
                <a:path w="1379854" h="1356995">
                  <a:moveTo>
                    <a:pt x="461772" y="659625"/>
                  </a:moveTo>
                  <a:lnTo>
                    <a:pt x="454882" y="659625"/>
                  </a:lnTo>
                  <a:lnTo>
                    <a:pt x="448754" y="662165"/>
                  </a:lnTo>
                  <a:lnTo>
                    <a:pt x="444055" y="667245"/>
                  </a:lnTo>
                  <a:lnTo>
                    <a:pt x="441452" y="673595"/>
                  </a:lnTo>
                  <a:lnTo>
                    <a:pt x="441563" y="679945"/>
                  </a:lnTo>
                  <a:lnTo>
                    <a:pt x="444246" y="686295"/>
                  </a:lnTo>
                  <a:lnTo>
                    <a:pt x="449024" y="691375"/>
                  </a:lnTo>
                  <a:lnTo>
                    <a:pt x="455422" y="693915"/>
                  </a:lnTo>
                  <a:lnTo>
                    <a:pt x="580009" y="716775"/>
                  </a:lnTo>
                  <a:lnTo>
                    <a:pt x="597963" y="724395"/>
                  </a:lnTo>
                  <a:lnTo>
                    <a:pt x="611346" y="737095"/>
                  </a:lnTo>
                  <a:lnTo>
                    <a:pt x="618871" y="753605"/>
                  </a:lnTo>
                  <a:lnTo>
                    <a:pt x="619252" y="773925"/>
                  </a:lnTo>
                  <a:lnTo>
                    <a:pt x="585978" y="954265"/>
                  </a:lnTo>
                  <a:lnTo>
                    <a:pt x="621689" y="954265"/>
                  </a:lnTo>
                  <a:lnTo>
                    <a:pt x="653668" y="780275"/>
                  </a:lnTo>
                  <a:lnTo>
                    <a:pt x="653099" y="745985"/>
                  </a:lnTo>
                  <a:lnTo>
                    <a:pt x="640254" y="716775"/>
                  </a:lnTo>
                  <a:lnTo>
                    <a:pt x="617289" y="693915"/>
                  </a:lnTo>
                  <a:lnTo>
                    <a:pt x="586359" y="682485"/>
                  </a:lnTo>
                  <a:lnTo>
                    <a:pt x="461772" y="659625"/>
                  </a:lnTo>
                  <a:close/>
                </a:path>
                <a:path w="1379854" h="1356995">
                  <a:moveTo>
                    <a:pt x="482440" y="734555"/>
                  </a:moveTo>
                  <a:lnTo>
                    <a:pt x="283337" y="734555"/>
                  </a:lnTo>
                  <a:lnTo>
                    <a:pt x="546100" y="782815"/>
                  </a:lnTo>
                  <a:lnTo>
                    <a:pt x="516763" y="941565"/>
                  </a:lnTo>
                  <a:lnTo>
                    <a:pt x="552474" y="941565"/>
                  </a:lnTo>
                  <a:lnTo>
                    <a:pt x="581660" y="782815"/>
                  </a:lnTo>
                  <a:lnTo>
                    <a:pt x="581453" y="771385"/>
                  </a:lnTo>
                  <a:lnTo>
                    <a:pt x="576961" y="761225"/>
                  </a:lnTo>
                  <a:lnTo>
                    <a:pt x="568944" y="752335"/>
                  </a:lnTo>
                  <a:lnTo>
                    <a:pt x="558165" y="748525"/>
                  </a:lnTo>
                  <a:lnTo>
                    <a:pt x="482440" y="734555"/>
                  </a:lnTo>
                  <a:close/>
                </a:path>
                <a:path w="1379854" h="1356995">
                  <a:moveTo>
                    <a:pt x="973092" y="753605"/>
                  </a:moveTo>
                  <a:lnTo>
                    <a:pt x="779653" y="753605"/>
                  </a:lnTo>
                  <a:lnTo>
                    <a:pt x="1063752" y="805675"/>
                  </a:lnTo>
                  <a:lnTo>
                    <a:pt x="1057402" y="839965"/>
                  </a:lnTo>
                  <a:lnTo>
                    <a:pt x="1093207" y="839965"/>
                  </a:lnTo>
                  <a:lnTo>
                    <a:pt x="1105795" y="771385"/>
                  </a:lnTo>
                  <a:lnTo>
                    <a:pt x="1070102" y="771385"/>
                  </a:lnTo>
                  <a:lnTo>
                    <a:pt x="973092" y="753605"/>
                  </a:lnTo>
                  <a:close/>
                </a:path>
                <a:path w="1379854" h="1356995">
                  <a:moveTo>
                    <a:pt x="1291726" y="516115"/>
                  </a:moveTo>
                  <a:lnTo>
                    <a:pt x="1152652" y="516115"/>
                  </a:lnTo>
                  <a:lnTo>
                    <a:pt x="1219835" y="527545"/>
                  </a:lnTo>
                  <a:lnTo>
                    <a:pt x="1178156" y="756145"/>
                  </a:lnTo>
                  <a:lnTo>
                    <a:pt x="1178040" y="763765"/>
                  </a:lnTo>
                  <a:lnTo>
                    <a:pt x="1180750" y="770115"/>
                  </a:lnTo>
                  <a:lnTo>
                    <a:pt x="1185604" y="773925"/>
                  </a:lnTo>
                  <a:lnTo>
                    <a:pt x="1192149" y="777735"/>
                  </a:lnTo>
                  <a:lnTo>
                    <a:pt x="1199130" y="776465"/>
                  </a:lnTo>
                  <a:lnTo>
                    <a:pt x="1205325" y="773925"/>
                  </a:lnTo>
                  <a:lnTo>
                    <a:pt x="1210044" y="770115"/>
                  </a:lnTo>
                  <a:lnTo>
                    <a:pt x="1212596" y="763765"/>
                  </a:lnTo>
                  <a:lnTo>
                    <a:pt x="1254633" y="533895"/>
                  </a:lnTo>
                  <a:lnTo>
                    <a:pt x="1269073" y="533895"/>
                  </a:lnTo>
                  <a:lnTo>
                    <a:pt x="1281033" y="528815"/>
                  </a:lnTo>
                  <a:lnTo>
                    <a:pt x="1290206" y="519925"/>
                  </a:lnTo>
                  <a:lnTo>
                    <a:pt x="1291726" y="516115"/>
                  </a:lnTo>
                  <a:close/>
                </a:path>
                <a:path w="1379854" h="1356995">
                  <a:moveTo>
                    <a:pt x="1135888" y="405625"/>
                  </a:moveTo>
                  <a:lnTo>
                    <a:pt x="1122429" y="405625"/>
                  </a:lnTo>
                  <a:lnTo>
                    <a:pt x="1110519" y="410705"/>
                  </a:lnTo>
                  <a:lnTo>
                    <a:pt x="1101419" y="419595"/>
                  </a:lnTo>
                  <a:lnTo>
                    <a:pt x="1096390" y="432295"/>
                  </a:lnTo>
                  <a:lnTo>
                    <a:pt x="1089660" y="469125"/>
                  </a:lnTo>
                  <a:lnTo>
                    <a:pt x="1089868" y="483095"/>
                  </a:lnTo>
                  <a:lnTo>
                    <a:pt x="1095041" y="494525"/>
                  </a:lnTo>
                  <a:lnTo>
                    <a:pt x="1104286" y="503415"/>
                  </a:lnTo>
                  <a:lnTo>
                    <a:pt x="1116711" y="508495"/>
                  </a:lnTo>
                  <a:lnTo>
                    <a:pt x="1117600" y="508495"/>
                  </a:lnTo>
                  <a:lnTo>
                    <a:pt x="1117981" y="509765"/>
                  </a:lnTo>
                  <a:lnTo>
                    <a:pt x="1070102" y="771385"/>
                  </a:lnTo>
                  <a:lnTo>
                    <a:pt x="1105795" y="771385"/>
                  </a:lnTo>
                  <a:lnTo>
                    <a:pt x="1152652" y="516115"/>
                  </a:lnTo>
                  <a:lnTo>
                    <a:pt x="1291726" y="516115"/>
                  </a:lnTo>
                  <a:lnTo>
                    <a:pt x="1295273" y="507225"/>
                  </a:lnTo>
                  <a:lnTo>
                    <a:pt x="1296665" y="499605"/>
                  </a:lnTo>
                  <a:lnTo>
                    <a:pt x="1260856" y="499605"/>
                  </a:lnTo>
                  <a:lnTo>
                    <a:pt x="1124331" y="474205"/>
                  </a:lnTo>
                  <a:lnTo>
                    <a:pt x="1130681" y="439915"/>
                  </a:lnTo>
                  <a:lnTo>
                    <a:pt x="1291182" y="439915"/>
                  </a:lnTo>
                  <a:lnTo>
                    <a:pt x="1287198" y="436105"/>
                  </a:lnTo>
                  <a:lnTo>
                    <a:pt x="1274699" y="431025"/>
                  </a:lnTo>
                  <a:lnTo>
                    <a:pt x="1135888" y="405625"/>
                  </a:lnTo>
                  <a:close/>
                </a:path>
                <a:path w="1379854" h="1356995">
                  <a:moveTo>
                    <a:pt x="406743" y="664705"/>
                  </a:moveTo>
                  <a:lnTo>
                    <a:pt x="295910" y="664705"/>
                  </a:lnTo>
                  <a:lnTo>
                    <a:pt x="386334" y="681215"/>
                  </a:lnTo>
                  <a:lnTo>
                    <a:pt x="393297" y="681215"/>
                  </a:lnTo>
                  <a:lnTo>
                    <a:pt x="399462" y="678675"/>
                  </a:lnTo>
                  <a:lnTo>
                    <a:pt x="404175" y="673595"/>
                  </a:lnTo>
                  <a:lnTo>
                    <a:pt x="406781" y="667245"/>
                  </a:lnTo>
                  <a:lnTo>
                    <a:pt x="406743" y="664705"/>
                  </a:lnTo>
                  <a:close/>
                </a:path>
                <a:path w="1379854" h="1356995">
                  <a:moveTo>
                    <a:pt x="1291182" y="439915"/>
                  </a:moveTo>
                  <a:lnTo>
                    <a:pt x="1130681" y="439915"/>
                  </a:lnTo>
                  <a:lnTo>
                    <a:pt x="1267206" y="465315"/>
                  </a:lnTo>
                  <a:lnTo>
                    <a:pt x="1260856" y="499605"/>
                  </a:lnTo>
                  <a:lnTo>
                    <a:pt x="1296665" y="499605"/>
                  </a:lnTo>
                  <a:lnTo>
                    <a:pt x="1302004" y="470395"/>
                  </a:lnTo>
                  <a:lnTo>
                    <a:pt x="1301720" y="456425"/>
                  </a:lnTo>
                  <a:lnTo>
                    <a:pt x="1296495" y="444995"/>
                  </a:lnTo>
                  <a:lnTo>
                    <a:pt x="1291182" y="439915"/>
                  </a:lnTo>
                  <a:close/>
                </a:path>
                <a:path w="1379854" h="1356995">
                  <a:moveTo>
                    <a:pt x="1263141" y="259575"/>
                  </a:moveTo>
                  <a:lnTo>
                    <a:pt x="1240756" y="259575"/>
                  </a:lnTo>
                  <a:lnTo>
                    <a:pt x="1220930" y="268465"/>
                  </a:lnTo>
                  <a:lnTo>
                    <a:pt x="1205795" y="283705"/>
                  </a:lnTo>
                  <a:lnTo>
                    <a:pt x="1197483" y="305295"/>
                  </a:lnTo>
                  <a:lnTo>
                    <a:pt x="1188720" y="352285"/>
                  </a:lnTo>
                  <a:lnTo>
                    <a:pt x="1188888" y="358635"/>
                  </a:lnTo>
                  <a:lnTo>
                    <a:pt x="1191593" y="364985"/>
                  </a:lnTo>
                  <a:lnTo>
                    <a:pt x="1196417" y="370065"/>
                  </a:lnTo>
                  <a:lnTo>
                    <a:pt x="1202943" y="372605"/>
                  </a:lnTo>
                  <a:lnTo>
                    <a:pt x="1209980" y="372605"/>
                  </a:lnTo>
                  <a:lnTo>
                    <a:pt x="1216183" y="370065"/>
                  </a:lnTo>
                  <a:lnTo>
                    <a:pt x="1220910" y="364985"/>
                  </a:lnTo>
                  <a:lnTo>
                    <a:pt x="1223517" y="358635"/>
                  </a:lnTo>
                  <a:lnTo>
                    <a:pt x="1232154" y="311645"/>
                  </a:lnTo>
                  <a:lnTo>
                    <a:pt x="1235235" y="302755"/>
                  </a:lnTo>
                  <a:lnTo>
                    <a:pt x="1240901" y="297675"/>
                  </a:lnTo>
                  <a:lnTo>
                    <a:pt x="1248352" y="293865"/>
                  </a:lnTo>
                  <a:lnTo>
                    <a:pt x="1345700" y="293865"/>
                  </a:lnTo>
                  <a:lnTo>
                    <a:pt x="1351581" y="291325"/>
                  </a:lnTo>
                  <a:lnTo>
                    <a:pt x="1369558" y="273545"/>
                  </a:lnTo>
                  <a:lnTo>
                    <a:pt x="1372037" y="267195"/>
                  </a:lnTo>
                  <a:lnTo>
                    <a:pt x="1307846" y="267195"/>
                  </a:lnTo>
                  <a:lnTo>
                    <a:pt x="1263141" y="259575"/>
                  </a:lnTo>
                  <a:close/>
                </a:path>
                <a:path w="1379854" h="1356995">
                  <a:moveTo>
                    <a:pt x="388229" y="274815"/>
                  </a:moveTo>
                  <a:lnTo>
                    <a:pt x="226441" y="274815"/>
                  </a:lnTo>
                  <a:lnTo>
                    <a:pt x="362966" y="298945"/>
                  </a:lnTo>
                  <a:lnTo>
                    <a:pt x="356616" y="334505"/>
                  </a:lnTo>
                  <a:lnTo>
                    <a:pt x="392066" y="334505"/>
                  </a:lnTo>
                  <a:lnTo>
                    <a:pt x="397637" y="304025"/>
                  </a:lnTo>
                  <a:lnTo>
                    <a:pt x="397424" y="291325"/>
                  </a:lnTo>
                  <a:lnTo>
                    <a:pt x="392223" y="278625"/>
                  </a:lnTo>
                  <a:lnTo>
                    <a:pt x="388229" y="274815"/>
                  </a:lnTo>
                  <a:close/>
                </a:path>
                <a:path w="1379854" h="1356995">
                  <a:moveTo>
                    <a:pt x="1345700" y="293865"/>
                  </a:moveTo>
                  <a:lnTo>
                    <a:pt x="1256791" y="293865"/>
                  </a:lnTo>
                  <a:lnTo>
                    <a:pt x="1301496" y="302755"/>
                  </a:lnTo>
                  <a:lnTo>
                    <a:pt x="1328056" y="301485"/>
                  </a:lnTo>
                  <a:lnTo>
                    <a:pt x="1345700" y="293865"/>
                  </a:lnTo>
                  <a:close/>
                </a:path>
                <a:path w="1379854" h="1356995">
                  <a:moveTo>
                    <a:pt x="1293114" y="164325"/>
                  </a:moveTo>
                  <a:lnTo>
                    <a:pt x="1286130" y="164325"/>
                  </a:lnTo>
                  <a:lnTo>
                    <a:pt x="1279921" y="166865"/>
                  </a:lnTo>
                  <a:lnTo>
                    <a:pt x="1275165" y="171945"/>
                  </a:lnTo>
                  <a:lnTo>
                    <a:pt x="1272539" y="178295"/>
                  </a:lnTo>
                  <a:lnTo>
                    <a:pt x="1272726" y="185915"/>
                  </a:lnTo>
                  <a:lnTo>
                    <a:pt x="1275461" y="192265"/>
                  </a:lnTo>
                  <a:lnTo>
                    <a:pt x="1280290" y="196075"/>
                  </a:lnTo>
                  <a:lnTo>
                    <a:pt x="1286764" y="198615"/>
                  </a:lnTo>
                  <a:lnTo>
                    <a:pt x="1319276" y="204965"/>
                  </a:lnTo>
                  <a:lnTo>
                    <a:pt x="1330924" y="210045"/>
                  </a:lnTo>
                  <a:lnTo>
                    <a:pt x="1339595" y="217665"/>
                  </a:lnTo>
                  <a:lnTo>
                    <a:pt x="1344457" y="229095"/>
                  </a:lnTo>
                  <a:lnTo>
                    <a:pt x="1344676" y="241795"/>
                  </a:lnTo>
                  <a:lnTo>
                    <a:pt x="1339992" y="253225"/>
                  </a:lnTo>
                  <a:lnTo>
                    <a:pt x="1331499" y="262115"/>
                  </a:lnTo>
                  <a:lnTo>
                    <a:pt x="1320387" y="267195"/>
                  </a:lnTo>
                  <a:lnTo>
                    <a:pt x="1372037" y="267195"/>
                  </a:lnTo>
                  <a:lnTo>
                    <a:pt x="1379474" y="248145"/>
                  </a:lnTo>
                  <a:lnTo>
                    <a:pt x="1378954" y="221475"/>
                  </a:lnTo>
                  <a:lnTo>
                    <a:pt x="1368647" y="198615"/>
                  </a:lnTo>
                  <a:lnTo>
                    <a:pt x="1350291" y="180835"/>
                  </a:lnTo>
                  <a:lnTo>
                    <a:pt x="1325626" y="170675"/>
                  </a:lnTo>
                  <a:lnTo>
                    <a:pt x="1293114" y="1643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26935" y="1016508"/>
              <a:ext cx="1933955" cy="191871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86711" y="1056288"/>
              <a:ext cx="1818469" cy="180524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16067" y="1004315"/>
              <a:ext cx="1941576" cy="19431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75503" y="1045464"/>
              <a:ext cx="1827276" cy="18288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8F0D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19049" y="4861559"/>
            <a:ext cx="9182100" cy="302260"/>
            <a:chOff x="-19049" y="4861559"/>
            <a:chExt cx="9182100" cy="302260"/>
          </a:xfrm>
        </p:grpSpPr>
        <p:sp>
          <p:nvSpPr>
            <p:cNvPr id="4" name="object 4"/>
            <p:cNvSpPr/>
            <p:nvPr/>
          </p:nvSpPr>
          <p:spPr>
            <a:xfrm>
              <a:off x="7850886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1293114" y="262888"/>
                  </a:moveTo>
                  <a:lnTo>
                    <a:pt x="1293114" y="0"/>
                  </a:lnTo>
                  <a:lnTo>
                    <a:pt x="0" y="0"/>
                  </a:lnTo>
                  <a:lnTo>
                    <a:pt x="0" y="262888"/>
                  </a:lnTo>
                  <a:lnTo>
                    <a:pt x="1293114" y="262888"/>
                  </a:lnTo>
                  <a:close/>
                </a:path>
              </a:pathLst>
            </a:custGeom>
            <a:solidFill>
              <a:srgbClr val="157E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50886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1293114" y="0"/>
                  </a:moveTo>
                  <a:lnTo>
                    <a:pt x="0" y="0"/>
                  </a:lnTo>
                  <a:lnTo>
                    <a:pt x="0" y="26288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40246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1310640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40" y="263651"/>
                  </a:lnTo>
                  <a:lnTo>
                    <a:pt x="1310640" y="0"/>
                  </a:lnTo>
                  <a:close/>
                </a:path>
              </a:pathLst>
            </a:custGeom>
            <a:solidFill>
              <a:srgbClr val="49B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40246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0" y="263651"/>
                  </a:moveTo>
                  <a:lnTo>
                    <a:pt x="1310640" y="263651"/>
                  </a:lnTo>
                  <a:lnTo>
                    <a:pt x="1310640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28081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C0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28081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15917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0073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15917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05278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1310639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39" y="263651"/>
                  </a:lnTo>
                  <a:lnTo>
                    <a:pt x="1310639" y="0"/>
                  </a:lnTo>
                  <a:close/>
                </a:path>
              </a:pathLst>
            </a:custGeom>
            <a:solidFill>
              <a:srgbClr val="12AA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05278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0" y="263651"/>
                  </a:moveTo>
                  <a:lnTo>
                    <a:pt x="1310639" y="263651"/>
                  </a:lnTo>
                  <a:lnTo>
                    <a:pt x="1310639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93113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157B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93113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0" y="262888"/>
                  </a:moveTo>
                  <a:lnTo>
                    <a:pt x="1293113" y="262888"/>
                  </a:lnTo>
                  <a:lnTo>
                    <a:pt x="1293113" y="0"/>
                  </a:lnTo>
                  <a:lnTo>
                    <a:pt x="0" y="0"/>
                  </a:lnTo>
                  <a:lnTo>
                    <a:pt x="0" y="262888"/>
                  </a:lnTo>
                  <a:close/>
                </a:path>
              </a:pathLst>
            </a:custGeom>
            <a:solidFill>
              <a:srgbClr val="F78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1293113" y="262888"/>
                  </a:moveTo>
                  <a:lnTo>
                    <a:pt x="1293113" y="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4570476" y="2744723"/>
            <a:ext cx="2169160" cy="1076325"/>
            <a:chOff x="4570476" y="2744723"/>
            <a:chExt cx="2169160" cy="1076325"/>
          </a:xfrm>
        </p:grpSpPr>
        <p:sp>
          <p:nvSpPr>
            <p:cNvPr id="19" name="object 19"/>
            <p:cNvSpPr/>
            <p:nvPr/>
          </p:nvSpPr>
          <p:spPr>
            <a:xfrm>
              <a:off x="4589526" y="2763773"/>
              <a:ext cx="2131060" cy="1038225"/>
            </a:xfrm>
            <a:custGeom>
              <a:avLst/>
              <a:gdLst/>
              <a:ahLst/>
              <a:cxnLst/>
              <a:rect l="l" t="t" r="r" b="b"/>
              <a:pathLst>
                <a:path w="2131059" h="1038225">
                  <a:moveTo>
                    <a:pt x="1957577" y="0"/>
                  </a:moveTo>
                  <a:lnTo>
                    <a:pt x="172974" y="0"/>
                  </a:lnTo>
                  <a:lnTo>
                    <a:pt x="127000" y="6180"/>
                  </a:lnTo>
                  <a:lnTo>
                    <a:pt x="85682" y="23622"/>
                  </a:lnTo>
                  <a:lnTo>
                    <a:pt x="50673" y="50673"/>
                  </a:lnTo>
                  <a:lnTo>
                    <a:pt x="23622" y="85682"/>
                  </a:lnTo>
                  <a:lnTo>
                    <a:pt x="6180" y="127000"/>
                  </a:lnTo>
                  <a:lnTo>
                    <a:pt x="0" y="172974"/>
                  </a:lnTo>
                  <a:lnTo>
                    <a:pt x="0" y="864869"/>
                  </a:lnTo>
                  <a:lnTo>
                    <a:pt x="6180" y="910844"/>
                  </a:lnTo>
                  <a:lnTo>
                    <a:pt x="23622" y="952161"/>
                  </a:lnTo>
                  <a:lnTo>
                    <a:pt x="50673" y="987171"/>
                  </a:lnTo>
                  <a:lnTo>
                    <a:pt x="85682" y="1014222"/>
                  </a:lnTo>
                  <a:lnTo>
                    <a:pt x="127000" y="1031663"/>
                  </a:lnTo>
                  <a:lnTo>
                    <a:pt x="172974" y="1037844"/>
                  </a:lnTo>
                  <a:lnTo>
                    <a:pt x="1957577" y="1037844"/>
                  </a:lnTo>
                  <a:lnTo>
                    <a:pt x="2003552" y="1031663"/>
                  </a:lnTo>
                  <a:lnTo>
                    <a:pt x="2044869" y="1014222"/>
                  </a:lnTo>
                  <a:lnTo>
                    <a:pt x="2079878" y="987171"/>
                  </a:lnTo>
                  <a:lnTo>
                    <a:pt x="2106929" y="952161"/>
                  </a:lnTo>
                  <a:lnTo>
                    <a:pt x="2124371" y="910844"/>
                  </a:lnTo>
                  <a:lnTo>
                    <a:pt x="2130552" y="864869"/>
                  </a:lnTo>
                  <a:lnTo>
                    <a:pt x="2130552" y="172974"/>
                  </a:lnTo>
                  <a:lnTo>
                    <a:pt x="2124371" y="127000"/>
                  </a:lnTo>
                  <a:lnTo>
                    <a:pt x="2106929" y="85682"/>
                  </a:lnTo>
                  <a:lnTo>
                    <a:pt x="2079878" y="50673"/>
                  </a:lnTo>
                  <a:lnTo>
                    <a:pt x="2044869" y="23622"/>
                  </a:lnTo>
                  <a:lnTo>
                    <a:pt x="2003552" y="6180"/>
                  </a:lnTo>
                  <a:lnTo>
                    <a:pt x="19575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89526" y="2763773"/>
              <a:ext cx="2131060" cy="1038225"/>
            </a:xfrm>
            <a:custGeom>
              <a:avLst/>
              <a:gdLst/>
              <a:ahLst/>
              <a:cxnLst/>
              <a:rect l="l" t="t" r="r" b="b"/>
              <a:pathLst>
                <a:path w="2131059" h="1038225">
                  <a:moveTo>
                    <a:pt x="0" y="172974"/>
                  </a:moveTo>
                  <a:lnTo>
                    <a:pt x="6180" y="127000"/>
                  </a:lnTo>
                  <a:lnTo>
                    <a:pt x="23622" y="85682"/>
                  </a:lnTo>
                  <a:lnTo>
                    <a:pt x="50673" y="50673"/>
                  </a:lnTo>
                  <a:lnTo>
                    <a:pt x="85682" y="23622"/>
                  </a:lnTo>
                  <a:lnTo>
                    <a:pt x="127000" y="6180"/>
                  </a:lnTo>
                  <a:lnTo>
                    <a:pt x="172974" y="0"/>
                  </a:lnTo>
                  <a:lnTo>
                    <a:pt x="1957577" y="0"/>
                  </a:lnTo>
                  <a:lnTo>
                    <a:pt x="2003552" y="6180"/>
                  </a:lnTo>
                  <a:lnTo>
                    <a:pt x="2044869" y="23622"/>
                  </a:lnTo>
                  <a:lnTo>
                    <a:pt x="2079878" y="50673"/>
                  </a:lnTo>
                  <a:lnTo>
                    <a:pt x="2106929" y="85682"/>
                  </a:lnTo>
                  <a:lnTo>
                    <a:pt x="2124371" y="127000"/>
                  </a:lnTo>
                  <a:lnTo>
                    <a:pt x="2130552" y="172974"/>
                  </a:lnTo>
                  <a:lnTo>
                    <a:pt x="2130552" y="864869"/>
                  </a:lnTo>
                  <a:lnTo>
                    <a:pt x="2124371" y="910844"/>
                  </a:lnTo>
                  <a:lnTo>
                    <a:pt x="2106929" y="952161"/>
                  </a:lnTo>
                  <a:lnTo>
                    <a:pt x="2079878" y="987171"/>
                  </a:lnTo>
                  <a:lnTo>
                    <a:pt x="2044869" y="1014222"/>
                  </a:lnTo>
                  <a:lnTo>
                    <a:pt x="2003552" y="1031663"/>
                  </a:lnTo>
                  <a:lnTo>
                    <a:pt x="1957577" y="1037844"/>
                  </a:lnTo>
                  <a:lnTo>
                    <a:pt x="172974" y="1037844"/>
                  </a:lnTo>
                  <a:lnTo>
                    <a:pt x="127000" y="1031663"/>
                  </a:lnTo>
                  <a:lnTo>
                    <a:pt x="85682" y="1014222"/>
                  </a:lnTo>
                  <a:lnTo>
                    <a:pt x="50673" y="987171"/>
                  </a:lnTo>
                  <a:lnTo>
                    <a:pt x="23622" y="952161"/>
                  </a:lnTo>
                  <a:lnTo>
                    <a:pt x="6180" y="910844"/>
                  </a:lnTo>
                  <a:lnTo>
                    <a:pt x="0" y="864869"/>
                  </a:lnTo>
                  <a:lnTo>
                    <a:pt x="0" y="172974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880864" y="3046222"/>
            <a:ext cx="15468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9270" marR="5080" indent="-497205">
              <a:lnSpc>
                <a:spcPct val="100000"/>
              </a:lnSpc>
              <a:spcBef>
                <a:spcPts val="100"/>
              </a:spcBef>
            </a:pPr>
            <a:r>
              <a:rPr sz="1400" spc="-75" dirty="0">
                <a:latin typeface="Trebuchet MS"/>
                <a:cs typeface="Trebuchet MS"/>
              </a:rPr>
              <a:t>r</a:t>
            </a:r>
            <a:r>
              <a:rPr sz="1400" spc="-95" dirty="0">
                <a:latin typeface="Trebuchet MS"/>
                <a:cs typeface="Trebuchet MS"/>
              </a:rPr>
              <a:t> </a:t>
            </a:r>
            <a:r>
              <a:rPr sz="1400" spc="75" dirty="0">
                <a:latin typeface="Trebuchet MS"/>
                <a:cs typeface="Trebuchet MS"/>
              </a:rPr>
              <a:t>=</a:t>
            </a:r>
            <a:r>
              <a:rPr sz="1400" spc="-105" dirty="0">
                <a:latin typeface="Trebuchet MS"/>
                <a:cs typeface="Trebuchet MS"/>
              </a:rPr>
              <a:t> </a:t>
            </a:r>
            <a:r>
              <a:rPr sz="1400" spc="-85" dirty="0">
                <a:latin typeface="Trebuchet MS"/>
                <a:cs typeface="Trebuchet MS"/>
              </a:rPr>
              <a:t>r</a:t>
            </a:r>
            <a:r>
              <a:rPr sz="1400" spc="-30" dirty="0">
                <a:latin typeface="Trebuchet MS"/>
                <a:cs typeface="Trebuchet MS"/>
              </a:rPr>
              <a:t>a</a:t>
            </a:r>
            <a:r>
              <a:rPr sz="1400" spc="-40" dirty="0">
                <a:latin typeface="Trebuchet MS"/>
                <a:cs typeface="Trebuchet MS"/>
              </a:rPr>
              <a:t>t</a:t>
            </a:r>
            <a:r>
              <a:rPr sz="1400" spc="-55" dirty="0">
                <a:latin typeface="Trebuchet MS"/>
                <a:cs typeface="Trebuchet MS"/>
              </a:rPr>
              <a:t>e</a:t>
            </a:r>
            <a:r>
              <a:rPr sz="1400" spc="-90" dirty="0">
                <a:latin typeface="Trebuchet MS"/>
                <a:cs typeface="Trebuchet MS"/>
              </a:rPr>
              <a:t> </a:t>
            </a:r>
            <a:r>
              <a:rPr sz="1400" spc="5" dirty="0">
                <a:latin typeface="Trebuchet MS"/>
                <a:cs typeface="Trebuchet MS"/>
              </a:rPr>
              <a:t>of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spc="-45" dirty="0">
                <a:latin typeface="Trebuchet MS"/>
                <a:cs typeface="Trebuchet MS"/>
              </a:rPr>
              <a:t>eff</a:t>
            </a:r>
            <a:r>
              <a:rPr sz="1400" spc="-60" dirty="0">
                <a:latin typeface="Trebuchet MS"/>
                <a:cs typeface="Trebuchet MS"/>
              </a:rPr>
              <a:t>icie</a:t>
            </a:r>
            <a:r>
              <a:rPr sz="1400" spc="-75" dirty="0">
                <a:latin typeface="Trebuchet MS"/>
                <a:cs typeface="Trebuchet MS"/>
              </a:rPr>
              <a:t>n</a:t>
            </a:r>
            <a:r>
              <a:rPr sz="1400" spc="-30" dirty="0">
                <a:latin typeface="Trebuchet MS"/>
                <a:cs typeface="Trebuchet MS"/>
              </a:rPr>
              <a:t>cy  </a:t>
            </a:r>
            <a:r>
              <a:rPr sz="1400" spc="-75" dirty="0">
                <a:latin typeface="Trebuchet MS"/>
                <a:cs typeface="Trebuchet MS"/>
              </a:rPr>
              <a:t>r</a:t>
            </a:r>
            <a:r>
              <a:rPr sz="1400" spc="-95" dirty="0">
                <a:latin typeface="Trebuchet MS"/>
                <a:cs typeface="Trebuchet MS"/>
              </a:rPr>
              <a:t> </a:t>
            </a:r>
            <a:r>
              <a:rPr sz="1400" spc="75" dirty="0">
                <a:latin typeface="Trebuchet MS"/>
                <a:cs typeface="Trebuchet MS"/>
              </a:rPr>
              <a:t>=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k</a:t>
            </a:r>
            <a:r>
              <a:rPr sz="1400" spc="-10" dirty="0">
                <a:latin typeface="Trebuchet MS"/>
                <a:cs typeface="Trebuchet MS"/>
              </a:rPr>
              <a:t>/n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570476" y="1577339"/>
            <a:ext cx="2169160" cy="1076325"/>
            <a:chOff x="4570476" y="1577339"/>
            <a:chExt cx="2169160" cy="1076325"/>
          </a:xfrm>
        </p:grpSpPr>
        <p:sp>
          <p:nvSpPr>
            <p:cNvPr id="23" name="object 23"/>
            <p:cNvSpPr/>
            <p:nvPr/>
          </p:nvSpPr>
          <p:spPr>
            <a:xfrm>
              <a:off x="4589526" y="1596389"/>
              <a:ext cx="2131060" cy="1038225"/>
            </a:xfrm>
            <a:custGeom>
              <a:avLst/>
              <a:gdLst/>
              <a:ahLst/>
              <a:cxnLst/>
              <a:rect l="l" t="t" r="r" b="b"/>
              <a:pathLst>
                <a:path w="2131059" h="1038225">
                  <a:moveTo>
                    <a:pt x="1957577" y="0"/>
                  </a:moveTo>
                  <a:lnTo>
                    <a:pt x="172974" y="0"/>
                  </a:lnTo>
                  <a:lnTo>
                    <a:pt x="127000" y="6180"/>
                  </a:lnTo>
                  <a:lnTo>
                    <a:pt x="85682" y="23622"/>
                  </a:lnTo>
                  <a:lnTo>
                    <a:pt x="50673" y="50673"/>
                  </a:lnTo>
                  <a:lnTo>
                    <a:pt x="23622" y="85682"/>
                  </a:lnTo>
                  <a:lnTo>
                    <a:pt x="6180" y="127000"/>
                  </a:lnTo>
                  <a:lnTo>
                    <a:pt x="0" y="172974"/>
                  </a:lnTo>
                  <a:lnTo>
                    <a:pt x="0" y="864870"/>
                  </a:lnTo>
                  <a:lnTo>
                    <a:pt x="6180" y="910844"/>
                  </a:lnTo>
                  <a:lnTo>
                    <a:pt x="23622" y="952161"/>
                  </a:lnTo>
                  <a:lnTo>
                    <a:pt x="50673" y="987170"/>
                  </a:lnTo>
                  <a:lnTo>
                    <a:pt x="85682" y="1014221"/>
                  </a:lnTo>
                  <a:lnTo>
                    <a:pt x="127000" y="1031663"/>
                  </a:lnTo>
                  <a:lnTo>
                    <a:pt x="172974" y="1037844"/>
                  </a:lnTo>
                  <a:lnTo>
                    <a:pt x="1957577" y="1037844"/>
                  </a:lnTo>
                  <a:lnTo>
                    <a:pt x="2003552" y="1031663"/>
                  </a:lnTo>
                  <a:lnTo>
                    <a:pt x="2044869" y="1014222"/>
                  </a:lnTo>
                  <a:lnTo>
                    <a:pt x="2079878" y="987171"/>
                  </a:lnTo>
                  <a:lnTo>
                    <a:pt x="2106929" y="952161"/>
                  </a:lnTo>
                  <a:lnTo>
                    <a:pt x="2124371" y="910844"/>
                  </a:lnTo>
                  <a:lnTo>
                    <a:pt x="2130552" y="864870"/>
                  </a:lnTo>
                  <a:lnTo>
                    <a:pt x="2130552" y="172974"/>
                  </a:lnTo>
                  <a:lnTo>
                    <a:pt x="2124371" y="127000"/>
                  </a:lnTo>
                  <a:lnTo>
                    <a:pt x="2106929" y="85682"/>
                  </a:lnTo>
                  <a:lnTo>
                    <a:pt x="2079878" y="50673"/>
                  </a:lnTo>
                  <a:lnTo>
                    <a:pt x="2044869" y="23622"/>
                  </a:lnTo>
                  <a:lnTo>
                    <a:pt x="2003552" y="6180"/>
                  </a:lnTo>
                  <a:lnTo>
                    <a:pt x="19575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89526" y="1596389"/>
              <a:ext cx="2131060" cy="1038225"/>
            </a:xfrm>
            <a:custGeom>
              <a:avLst/>
              <a:gdLst/>
              <a:ahLst/>
              <a:cxnLst/>
              <a:rect l="l" t="t" r="r" b="b"/>
              <a:pathLst>
                <a:path w="2131059" h="1038225">
                  <a:moveTo>
                    <a:pt x="0" y="172974"/>
                  </a:moveTo>
                  <a:lnTo>
                    <a:pt x="6180" y="127000"/>
                  </a:lnTo>
                  <a:lnTo>
                    <a:pt x="23622" y="85682"/>
                  </a:lnTo>
                  <a:lnTo>
                    <a:pt x="50673" y="50673"/>
                  </a:lnTo>
                  <a:lnTo>
                    <a:pt x="85682" y="23622"/>
                  </a:lnTo>
                  <a:lnTo>
                    <a:pt x="127000" y="6180"/>
                  </a:lnTo>
                  <a:lnTo>
                    <a:pt x="172974" y="0"/>
                  </a:lnTo>
                  <a:lnTo>
                    <a:pt x="1957577" y="0"/>
                  </a:lnTo>
                  <a:lnTo>
                    <a:pt x="2003552" y="6180"/>
                  </a:lnTo>
                  <a:lnTo>
                    <a:pt x="2044869" y="23622"/>
                  </a:lnTo>
                  <a:lnTo>
                    <a:pt x="2079878" y="50673"/>
                  </a:lnTo>
                  <a:lnTo>
                    <a:pt x="2106929" y="85682"/>
                  </a:lnTo>
                  <a:lnTo>
                    <a:pt x="2124371" y="127000"/>
                  </a:lnTo>
                  <a:lnTo>
                    <a:pt x="2130552" y="172974"/>
                  </a:lnTo>
                  <a:lnTo>
                    <a:pt x="2130552" y="864870"/>
                  </a:lnTo>
                  <a:lnTo>
                    <a:pt x="2124371" y="910844"/>
                  </a:lnTo>
                  <a:lnTo>
                    <a:pt x="2106929" y="952161"/>
                  </a:lnTo>
                  <a:lnTo>
                    <a:pt x="2079878" y="987171"/>
                  </a:lnTo>
                  <a:lnTo>
                    <a:pt x="2044869" y="1014222"/>
                  </a:lnTo>
                  <a:lnTo>
                    <a:pt x="2003552" y="1031663"/>
                  </a:lnTo>
                  <a:lnTo>
                    <a:pt x="1957577" y="1037844"/>
                  </a:lnTo>
                  <a:lnTo>
                    <a:pt x="172974" y="1037844"/>
                  </a:lnTo>
                  <a:lnTo>
                    <a:pt x="127000" y="1031663"/>
                  </a:lnTo>
                  <a:lnTo>
                    <a:pt x="85682" y="1014221"/>
                  </a:lnTo>
                  <a:lnTo>
                    <a:pt x="50673" y="987170"/>
                  </a:lnTo>
                  <a:lnTo>
                    <a:pt x="23622" y="952161"/>
                  </a:lnTo>
                  <a:lnTo>
                    <a:pt x="6180" y="910844"/>
                  </a:lnTo>
                  <a:lnTo>
                    <a:pt x="0" y="864870"/>
                  </a:lnTo>
                  <a:lnTo>
                    <a:pt x="0" y="172974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718684" y="1687829"/>
            <a:ext cx="187071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  <a:tabLst>
                <a:tab pos="1339850" algn="l"/>
              </a:tabLst>
            </a:pPr>
            <a:r>
              <a:rPr sz="1300" spc="5" dirty="0">
                <a:latin typeface="Microsoft Sans Serif"/>
                <a:cs typeface="Microsoft Sans Serif"/>
              </a:rPr>
              <a:t>Constr</a:t>
            </a:r>
            <a:r>
              <a:rPr sz="1300" spc="-10" dirty="0">
                <a:latin typeface="Microsoft Sans Serif"/>
                <a:cs typeface="Microsoft Sans Serif"/>
              </a:rPr>
              <a:t>ai</a:t>
            </a:r>
            <a:r>
              <a:rPr sz="1300" spc="-20" dirty="0">
                <a:latin typeface="Microsoft Sans Serif"/>
                <a:cs typeface="Microsoft Sans Serif"/>
              </a:rPr>
              <a:t>n</a:t>
            </a:r>
            <a:r>
              <a:rPr sz="1300" spc="90" dirty="0">
                <a:latin typeface="Microsoft Sans Serif"/>
                <a:cs typeface="Microsoft Sans Serif"/>
              </a:rPr>
              <a:t>t</a:t>
            </a:r>
            <a:r>
              <a:rPr sz="1300" dirty="0">
                <a:latin typeface="Microsoft Sans Serif"/>
                <a:cs typeface="Microsoft Sans Serif"/>
              </a:rPr>
              <a:t>	</a:t>
            </a:r>
            <a:r>
              <a:rPr sz="1300" spc="-20" dirty="0">
                <a:latin typeface="Microsoft Sans Serif"/>
                <a:cs typeface="Microsoft Sans Serif"/>
              </a:rPr>
              <a:t>L</a:t>
            </a:r>
            <a:r>
              <a:rPr sz="1300" spc="-55" dirty="0">
                <a:latin typeface="Microsoft Sans Serif"/>
                <a:cs typeface="Microsoft Sans Serif"/>
              </a:rPr>
              <a:t>e</a:t>
            </a:r>
            <a:r>
              <a:rPr sz="1300" spc="5" dirty="0">
                <a:latin typeface="Microsoft Sans Serif"/>
                <a:cs typeface="Microsoft Sans Serif"/>
              </a:rPr>
              <a:t>n</a:t>
            </a:r>
            <a:r>
              <a:rPr sz="1300" spc="35" dirty="0">
                <a:latin typeface="Microsoft Sans Serif"/>
                <a:cs typeface="Microsoft Sans Serif"/>
              </a:rPr>
              <a:t>gth  </a:t>
            </a:r>
            <a:r>
              <a:rPr sz="1300" dirty="0">
                <a:latin typeface="Microsoft Sans Serif"/>
                <a:cs typeface="Microsoft Sans Serif"/>
              </a:rPr>
              <a:t>adalah</a:t>
            </a:r>
            <a:r>
              <a:rPr sz="1300" spc="5" dirty="0">
                <a:latin typeface="Microsoft Sans Serif"/>
                <a:cs typeface="Microsoft Sans Serif"/>
              </a:rPr>
              <a:t> panjang</a:t>
            </a:r>
            <a:r>
              <a:rPr sz="1300" spc="10" dirty="0">
                <a:latin typeface="Microsoft Sans Serif"/>
                <a:cs typeface="Microsoft Sans Serif"/>
              </a:rPr>
              <a:t> data </a:t>
            </a:r>
            <a:r>
              <a:rPr sz="1300" spc="15" dirty="0">
                <a:latin typeface="Microsoft Sans Serif"/>
                <a:cs typeface="Microsoft Sans Serif"/>
              </a:rPr>
              <a:t> </a:t>
            </a:r>
            <a:r>
              <a:rPr sz="1300" spc="5" dirty="0">
                <a:latin typeface="Microsoft Sans Serif"/>
                <a:cs typeface="Microsoft Sans Serif"/>
              </a:rPr>
              <a:t>stream</a:t>
            </a:r>
            <a:r>
              <a:rPr sz="1300" spc="10" dirty="0">
                <a:latin typeface="Microsoft Sans Serif"/>
                <a:cs typeface="Microsoft Sans Serif"/>
              </a:rPr>
              <a:t> </a:t>
            </a:r>
            <a:r>
              <a:rPr sz="1300" spc="-10" dirty="0">
                <a:latin typeface="Microsoft Sans Serif"/>
                <a:cs typeface="Microsoft Sans Serif"/>
              </a:rPr>
              <a:t>encoder</a:t>
            </a:r>
            <a:r>
              <a:rPr sz="1300" spc="-5" dirty="0">
                <a:latin typeface="Microsoft Sans Serif"/>
                <a:cs typeface="Microsoft Sans Serif"/>
              </a:rPr>
              <a:t> </a:t>
            </a:r>
            <a:r>
              <a:rPr sz="1300" spc="10" dirty="0">
                <a:latin typeface="Microsoft Sans Serif"/>
                <a:cs typeface="Microsoft Sans Serif"/>
              </a:rPr>
              <a:t>(jumlah </a:t>
            </a:r>
            <a:r>
              <a:rPr sz="1300" spc="-335" dirty="0">
                <a:latin typeface="Microsoft Sans Serif"/>
                <a:cs typeface="Microsoft Sans Serif"/>
              </a:rPr>
              <a:t> </a:t>
            </a:r>
            <a:r>
              <a:rPr sz="1300" spc="10" dirty="0">
                <a:latin typeface="Microsoft Sans Serif"/>
                <a:cs typeface="Microsoft Sans Serif"/>
              </a:rPr>
              <a:t>register</a:t>
            </a:r>
            <a:r>
              <a:rPr sz="1300" spc="-35" dirty="0">
                <a:latin typeface="Microsoft Sans Serif"/>
                <a:cs typeface="Microsoft Sans Serif"/>
              </a:rPr>
              <a:t> </a:t>
            </a:r>
            <a:r>
              <a:rPr sz="1300" spc="5" dirty="0">
                <a:latin typeface="Microsoft Sans Serif"/>
                <a:cs typeface="Microsoft Sans Serif"/>
              </a:rPr>
              <a:t>yang</a:t>
            </a:r>
            <a:r>
              <a:rPr sz="1300" spc="-20" dirty="0">
                <a:latin typeface="Microsoft Sans Serif"/>
                <a:cs typeface="Microsoft Sans Serif"/>
              </a:rPr>
              <a:t> </a:t>
            </a:r>
            <a:r>
              <a:rPr sz="1300" spc="-5" dirty="0">
                <a:latin typeface="Microsoft Sans Serif"/>
                <a:cs typeface="Microsoft Sans Serif"/>
              </a:rPr>
              <a:t>digunakan)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299716" y="2753867"/>
            <a:ext cx="2169160" cy="1076325"/>
            <a:chOff x="2299716" y="2753867"/>
            <a:chExt cx="2169160" cy="1076325"/>
          </a:xfrm>
        </p:grpSpPr>
        <p:sp>
          <p:nvSpPr>
            <p:cNvPr id="27" name="object 27"/>
            <p:cNvSpPr/>
            <p:nvPr/>
          </p:nvSpPr>
          <p:spPr>
            <a:xfrm>
              <a:off x="2318766" y="2772917"/>
              <a:ext cx="2131060" cy="1038225"/>
            </a:xfrm>
            <a:custGeom>
              <a:avLst/>
              <a:gdLst/>
              <a:ahLst/>
              <a:cxnLst/>
              <a:rect l="l" t="t" r="r" b="b"/>
              <a:pathLst>
                <a:path w="2131060" h="1038225">
                  <a:moveTo>
                    <a:pt x="1957578" y="0"/>
                  </a:moveTo>
                  <a:lnTo>
                    <a:pt x="172973" y="0"/>
                  </a:lnTo>
                  <a:lnTo>
                    <a:pt x="127000" y="6180"/>
                  </a:lnTo>
                  <a:lnTo>
                    <a:pt x="85682" y="23622"/>
                  </a:lnTo>
                  <a:lnTo>
                    <a:pt x="50673" y="50673"/>
                  </a:lnTo>
                  <a:lnTo>
                    <a:pt x="23622" y="85682"/>
                  </a:lnTo>
                  <a:lnTo>
                    <a:pt x="6180" y="127000"/>
                  </a:lnTo>
                  <a:lnTo>
                    <a:pt x="0" y="172974"/>
                  </a:lnTo>
                  <a:lnTo>
                    <a:pt x="0" y="864869"/>
                  </a:lnTo>
                  <a:lnTo>
                    <a:pt x="6180" y="910844"/>
                  </a:lnTo>
                  <a:lnTo>
                    <a:pt x="23621" y="952161"/>
                  </a:lnTo>
                  <a:lnTo>
                    <a:pt x="50672" y="987171"/>
                  </a:lnTo>
                  <a:lnTo>
                    <a:pt x="85682" y="1014222"/>
                  </a:lnTo>
                  <a:lnTo>
                    <a:pt x="126999" y="1031663"/>
                  </a:lnTo>
                  <a:lnTo>
                    <a:pt x="172973" y="1037844"/>
                  </a:lnTo>
                  <a:lnTo>
                    <a:pt x="1957578" y="1037844"/>
                  </a:lnTo>
                  <a:lnTo>
                    <a:pt x="2003551" y="1031663"/>
                  </a:lnTo>
                  <a:lnTo>
                    <a:pt x="2044869" y="1014222"/>
                  </a:lnTo>
                  <a:lnTo>
                    <a:pt x="2079878" y="987171"/>
                  </a:lnTo>
                  <a:lnTo>
                    <a:pt x="2106929" y="952161"/>
                  </a:lnTo>
                  <a:lnTo>
                    <a:pt x="2124371" y="910844"/>
                  </a:lnTo>
                  <a:lnTo>
                    <a:pt x="2130551" y="864869"/>
                  </a:lnTo>
                  <a:lnTo>
                    <a:pt x="2130551" y="172974"/>
                  </a:lnTo>
                  <a:lnTo>
                    <a:pt x="2124371" y="127000"/>
                  </a:lnTo>
                  <a:lnTo>
                    <a:pt x="2106930" y="85682"/>
                  </a:lnTo>
                  <a:lnTo>
                    <a:pt x="2079879" y="50673"/>
                  </a:lnTo>
                  <a:lnTo>
                    <a:pt x="2044869" y="23622"/>
                  </a:lnTo>
                  <a:lnTo>
                    <a:pt x="2003552" y="6180"/>
                  </a:lnTo>
                  <a:lnTo>
                    <a:pt x="19575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318766" y="2772917"/>
              <a:ext cx="2131060" cy="1038225"/>
            </a:xfrm>
            <a:custGeom>
              <a:avLst/>
              <a:gdLst/>
              <a:ahLst/>
              <a:cxnLst/>
              <a:rect l="l" t="t" r="r" b="b"/>
              <a:pathLst>
                <a:path w="2131060" h="1038225">
                  <a:moveTo>
                    <a:pt x="0" y="172974"/>
                  </a:moveTo>
                  <a:lnTo>
                    <a:pt x="6180" y="127000"/>
                  </a:lnTo>
                  <a:lnTo>
                    <a:pt x="23622" y="85682"/>
                  </a:lnTo>
                  <a:lnTo>
                    <a:pt x="50673" y="50673"/>
                  </a:lnTo>
                  <a:lnTo>
                    <a:pt x="85682" y="23622"/>
                  </a:lnTo>
                  <a:lnTo>
                    <a:pt x="127000" y="6180"/>
                  </a:lnTo>
                  <a:lnTo>
                    <a:pt x="172973" y="0"/>
                  </a:lnTo>
                  <a:lnTo>
                    <a:pt x="1957578" y="0"/>
                  </a:lnTo>
                  <a:lnTo>
                    <a:pt x="2003552" y="6180"/>
                  </a:lnTo>
                  <a:lnTo>
                    <a:pt x="2044869" y="23622"/>
                  </a:lnTo>
                  <a:lnTo>
                    <a:pt x="2079879" y="50673"/>
                  </a:lnTo>
                  <a:lnTo>
                    <a:pt x="2106930" y="85682"/>
                  </a:lnTo>
                  <a:lnTo>
                    <a:pt x="2124371" y="127000"/>
                  </a:lnTo>
                  <a:lnTo>
                    <a:pt x="2130551" y="172974"/>
                  </a:lnTo>
                  <a:lnTo>
                    <a:pt x="2130551" y="864869"/>
                  </a:lnTo>
                  <a:lnTo>
                    <a:pt x="2124371" y="910844"/>
                  </a:lnTo>
                  <a:lnTo>
                    <a:pt x="2106929" y="952161"/>
                  </a:lnTo>
                  <a:lnTo>
                    <a:pt x="2079878" y="987171"/>
                  </a:lnTo>
                  <a:lnTo>
                    <a:pt x="2044869" y="1014222"/>
                  </a:lnTo>
                  <a:lnTo>
                    <a:pt x="2003551" y="1031663"/>
                  </a:lnTo>
                  <a:lnTo>
                    <a:pt x="1957578" y="1037844"/>
                  </a:lnTo>
                  <a:lnTo>
                    <a:pt x="172973" y="1037844"/>
                  </a:lnTo>
                  <a:lnTo>
                    <a:pt x="126999" y="1031663"/>
                  </a:lnTo>
                  <a:lnTo>
                    <a:pt x="85682" y="1014222"/>
                  </a:lnTo>
                  <a:lnTo>
                    <a:pt x="50672" y="987171"/>
                  </a:lnTo>
                  <a:lnTo>
                    <a:pt x="23621" y="952161"/>
                  </a:lnTo>
                  <a:lnTo>
                    <a:pt x="6180" y="910844"/>
                  </a:lnTo>
                  <a:lnTo>
                    <a:pt x="0" y="864869"/>
                  </a:lnTo>
                  <a:lnTo>
                    <a:pt x="0" y="17297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447670" y="2940812"/>
            <a:ext cx="1871345" cy="664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99600"/>
              </a:lnSpc>
              <a:spcBef>
                <a:spcPts val="110"/>
              </a:spcBef>
            </a:pPr>
            <a:r>
              <a:rPr sz="1400" spc="-5" dirty="0">
                <a:latin typeface="Trebuchet MS"/>
                <a:cs typeface="Trebuchet MS"/>
              </a:rPr>
              <a:t>k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spc="75" dirty="0">
                <a:latin typeface="Trebuchet MS"/>
                <a:cs typeface="Trebuchet MS"/>
              </a:rPr>
              <a:t>=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banyaknya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40" dirty="0">
                <a:latin typeface="Microsoft Sans Serif"/>
                <a:cs typeface="Microsoft Sans Serif"/>
              </a:rPr>
              <a:t>bit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10" dirty="0">
                <a:latin typeface="Microsoft Sans Serif"/>
                <a:cs typeface="Microsoft Sans Serif"/>
              </a:rPr>
              <a:t>yang </a:t>
            </a:r>
            <a:r>
              <a:rPr sz="1400" spc="-36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dimasukkan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15" dirty="0">
                <a:latin typeface="Microsoft Sans Serif"/>
                <a:cs typeface="Microsoft Sans Serif"/>
              </a:rPr>
              <a:t>ke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spc="10" dirty="0">
                <a:latin typeface="Microsoft Sans Serif"/>
                <a:cs typeface="Microsoft Sans Serif"/>
              </a:rPr>
              <a:t>dalam </a:t>
            </a:r>
            <a:r>
              <a:rPr sz="1400" spc="-360" dirty="0">
                <a:latin typeface="Microsoft Sans Serif"/>
                <a:cs typeface="Microsoft Sans Serif"/>
              </a:rPr>
              <a:t> </a:t>
            </a:r>
            <a:r>
              <a:rPr sz="1400" spc="30" dirty="0">
                <a:latin typeface="Microsoft Sans Serif"/>
                <a:cs typeface="Microsoft Sans Serif"/>
              </a:rPr>
              <a:t>shift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15" dirty="0">
                <a:latin typeface="Microsoft Sans Serif"/>
                <a:cs typeface="Microsoft Sans Serif"/>
              </a:rPr>
              <a:t>register</a:t>
            </a:r>
            <a:r>
              <a:rPr sz="1400" spc="-10" dirty="0">
                <a:latin typeface="Microsoft Sans Serif"/>
                <a:cs typeface="Microsoft Sans Serif"/>
              </a:rPr>
              <a:t> encoder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299716" y="1586483"/>
            <a:ext cx="2169160" cy="1076325"/>
            <a:chOff x="2299716" y="1586483"/>
            <a:chExt cx="2169160" cy="1076325"/>
          </a:xfrm>
        </p:grpSpPr>
        <p:sp>
          <p:nvSpPr>
            <p:cNvPr id="31" name="object 31"/>
            <p:cNvSpPr/>
            <p:nvPr/>
          </p:nvSpPr>
          <p:spPr>
            <a:xfrm>
              <a:off x="2318766" y="1605533"/>
              <a:ext cx="2131060" cy="1038225"/>
            </a:xfrm>
            <a:custGeom>
              <a:avLst/>
              <a:gdLst/>
              <a:ahLst/>
              <a:cxnLst/>
              <a:rect l="l" t="t" r="r" b="b"/>
              <a:pathLst>
                <a:path w="2131060" h="1038225">
                  <a:moveTo>
                    <a:pt x="1957578" y="0"/>
                  </a:moveTo>
                  <a:lnTo>
                    <a:pt x="172973" y="0"/>
                  </a:lnTo>
                  <a:lnTo>
                    <a:pt x="127000" y="6180"/>
                  </a:lnTo>
                  <a:lnTo>
                    <a:pt x="85682" y="23622"/>
                  </a:lnTo>
                  <a:lnTo>
                    <a:pt x="50673" y="50673"/>
                  </a:lnTo>
                  <a:lnTo>
                    <a:pt x="23622" y="85682"/>
                  </a:lnTo>
                  <a:lnTo>
                    <a:pt x="6180" y="127000"/>
                  </a:lnTo>
                  <a:lnTo>
                    <a:pt x="0" y="172974"/>
                  </a:lnTo>
                  <a:lnTo>
                    <a:pt x="0" y="864869"/>
                  </a:lnTo>
                  <a:lnTo>
                    <a:pt x="6180" y="910843"/>
                  </a:lnTo>
                  <a:lnTo>
                    <a:pt x="23621" y="952161"/>
                  </a:lnTo>
                  <a:lnTo>
                    <a:pt x="50672" y="987170"/>
                  </a:lnTo>
                  <a:lnTo>
                    <a:pt x="85682" y="1014221"/>
                  </a:lnTo>
                  <a:lnTo>
                    <a:pt x="126999" y="1031663"/>
                  </a:lnTo>
                  <a:lnTo>
                    <a:pt x="172973" y="1037843"/>
                  </a:lnTo>
                  <a:lnTo>
                    <a:pt x="1957578" y="1037843"/>
                  </a:lnTo>
                  <a:lnTo>
                    <a:pt x="2003551" y="1031663"/>
                  </a:lnTo>
                  <a:lnTo>
                    <a:pt x="2044869" y="1014221"/>
                  </a:lnTo>
                  <a:lnTo>
                    <a:pt x="2079878" y="987170"/>
                  </a:lnTo>
                  <a:lnTo>
                    <a:pt x="2106929" y="952161"/>
                  </a:lnTo>
                  <a:lnTo>
                    <a:pt x="2124371" y="910844"/>
                  </a:lnTo>
                  <a:lnTo>
                    <a:pt x="2130551" y="864869"/>
                  </a:lnTo>
                  <a:lnTo>
                    <a:pt x="2130551" y="172974"/>
                  </a:lnTo>
                  <a:lnTo>
                    <a:pt x="2124371" y="127000"/>
                  </a:lnTo>
                  <a:lnTo>
                    <a:pt x="2106930" y="85682"/>
                  </a:lnTo>
                  <a:lnTo>
                    <a:pt x="2079879" y="50673"/>
                  </a:lnTo>
                  <a:lnTo>
                    <a:pt x="2044869" y="23622"/>
                  </a:lnTo>
                  <a:lnTo>
                    <a:pt x="2003552" y="6180"/>
                  </a:lnTo>
                  <a:lnTo>
                    <a:pt x="19575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318766" y="1605533"/>
              <a:ext cx="2131060" cy="1038225"/>
            </a:xfrm>
            <a:custGeom>
              <a:avLst/>
              <a:gdLst/>
              <a:ahLst/>
              <a:cxnLst/>
              <a:rect l="l" t="t" r="r" b="b"/>
              <a:pathLst>
                <a:path w="2131060" h="1038225">
                  <a:moveTo>
                    <a:pt x="0" y="172974"/>
                  </a:moveTo>
                  <a:lnTo>
                    <a:pt x="6180" y="127000"/>
                  </a:lnTo>
                  <a:lnTo>
                    <a:pt x="23622" y="85682"/>
                  </a:lnTo>
                  <a:lnTo>
                    <a:pt x="50673" y="50673"/>
                  </a:lnTo>
                  <a:lnTo>
                    <a:pt x="85682" y="23622"/>
                  </a:lnTo>
                  <a:lnTo>
                    <a:pt x="127000" y="6180"/>
                  </a:lnTo>
                  <a:lnTo>
                    <a:pt x="172973" y="0"/>
                  </a:lnTo>
                  <a:lnTo>
                    <a:pt x="1957578" y="0"/>
                  </a:lnTo>
                  <a:lnTo>
                    <a:pt x="2003552" y="6180"/>
                  </a:lnTo>
                  <a:lnTo>
                    <a:pt x="2044869" y="23622"/>
                  </a:lnTo>
                  <a:lnTo>
                    <a:pt x="2079879" y="50673"/>
                  </a:lnTo>
                  <a:lnTo>
                    <a:pt x="2106930" y="85682"/>
                  </a:lnTo>
                  <a:lnTo>
                    <a:pt x="2124371" y="127000"/>
                  </a:lnTo>
                  <a:lnTo>
                    <a:pt x="2130551" y="172974"/>
                  </a:lnTo>
                  <a:lnTo>
                    <a:pt x="2130551" y="864869"/>
                  </a:lnTo>
                  <a:lnTo>
                    <a:pt x="2124371" y="910844"/>
                  </a:lnTo>
                  <a:lnTo>
                    <a:pt x="2106929" y="952161"/>
                  </a:lnTo>
                  <a:lnTo>
                    <a:pt x="2079878" y="987170"/>
                  </a:lnTo>
                  <a:lnTo>
                    <a:pt x="2044869" y="1014221"/>
                  </a:lnTo>
                  <a:lnTo>
                    <a:pt x="2003551" y="1031663"/>
                  </a:lnTo>
                  <a:lnTo>
                    <a:pt x="1957578" y="1037843"/>
                  </a:lnTo>
                  <a:lnTo>
                    <a:pt x="172973" y="1037843"/>
                  </a:lnTo>
                  <a:lnTo>
                    <a:pt x="126999" y="1031663"/>
                  </a:lnTo>
                  <a:lnTo>
                    <a:pt x="85682" y="1014221"/>
                  </a:lnTo>
                  <a:lnTo>
                    <a:pt x="50672" y="987170"/>
                  </a:lnTo>
                  <a:lnTo>
                    <a:pt x="23621" y="952161"/>
                  </a:lnTo>
                  <a:lnTo>
                    <a:pt x="6180" y="910843"/>
                  </a:lnTo>
                  <a:lnTo>
                    <a:pt x="0" y="864869"/>
                  </a:lnTo>
                  <a:lnTo>
                    <a:pt x="0" y="17297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3726307" y="479247"/>
            <a:ext cx="169545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55" dirty="0">
                <a:latin typeface="Tahoma"/>
                <a:cs typeface="Tahoma"/>
              </a:rPr>
              <a:t>NOTASI</a:t>
            </a:r>
            <a:endParaRPr sz="34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44827" y="4346549"/>
            <a:ext cx="38696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10" dirty="0">
                <a:latin typeface="Trebuchet MS"/>
                <a:cs typeface="Trebuchet MS"/>
              </a:rPr>
              <a:t>*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Penulisan</a:t>
            </a:r>
            <a:r>
              <a:rPr sz="1400" spc="-130" dirty="0">
                <a:latin typeface="Trebuchet MS"/>
                <a:cs typeface="Trebuchet MS"/>
              </a:rPr>
              <a:t> </a:t>
            </a:r>
            <a:r>
              <a:rPr sz="1400" spc="-55" dirty="0">
                <a:latin typeface="Trebuchet MS"/>
                <a:cs typeface="Trebuchet MS"/>
              </a:rPr>
              <a:t>variabel</a:t>
            </a:r>
            <a:r>
              <a:rPr sz="1400" spc="-95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bisa</a:t>
            </a:r>
            <a:r>
              <a:rPr sz="1400" spc="-100" dirty="0">
                <a:latin typeface="Trebuchet MS"/>
                <a:cs typeface="Trebuchet MS"/>
              </a:rPr>
              <a:t> </a:t>
            </a:r>
            <a:r>
              <a:rPr sz="1400" spc="-85" dirty="0">
                <a:latin typeface="Trebuchet MS"/>
                <a:cs typeface="Trebuchet MS"/>
              </a:rPr>
              <a:t>jadi</a:t>
            </a:r>
            <a:r>
              <a:rPr sz="1400" spc="-120" dirty="0">
                <a:latin typeface="Trebuchet MS"/>
                <a:cs typeface="Trebuchet MS"/>
              </a:rPr>
              <a:t> </a:t>
            </a:r>
            <a:r>
              <a:rPr sz="1400" spc="-45" dirty="0">
                <a:latin typeface="Trebuchet MS"/>
                <a:cs typeface="Trebuchet MS"/>
              </a:rPr>
              <a:t>berbeda</a:t>
            </a:r>
            <a:r>
              <a:rPr sz="1400" spc="-114" dirty="0">
                <a:latin typeface="Trebuchet MS"/>
                <a:cs typeface="Trebuchet MS"/>
              </a:rPr>
              <a:t> </a:t>
            </a:r>
            <a:r>
              <a:rPr sz="1400" spc="-45" dirty="0">
                <a:latin typeface="Trebuchet MS"/>
                <a:cs typeface="Trebuchet MS"/>
              </a:rPr>
              <a:t>tiap</a:t>
            </a:r>
            <a:r>
              <a:rPr sz="1400" spc="-125" dirty="0">
                <a:latin typeface="Trebuchet MS"/>
                <a:cs typeface="Trebuchet MS"/>
              </a:rPr>
              <a:t> </a:t>
            </a:r>
            <a:r>
              <a:rPr sz="1400" spc="-65" dirty="0">
                <a:latin typeface="Trebuchet MS"/>
                <a:cs typeface="Trebuchet MS"/>
              </a:rPr>
              <a:t>referensi.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901688" y="1843532"/>
            <a:ext cx="17716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5" dirty="0">
                <a:latin typeface="Tahoma"/>
                <a:cs typeface="Tahoma"/>
              </a:rPr>
              <a:t>L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028570" y="3146551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80" dirty="0">
                <a:latin typeface="Trebuchet MS"/>
                <a:cs typeface="Trebuchet MS"/>
              </a:rPr>
              <a:t>k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023998" y="1784985"/>
            <a:ext cx="229552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36245">
              <a:lnSpc>
                <a:spcPts val="1600"/>
              </a:lnSpc>
              <a:spcBef>
                <a:spcPts val="105"/>
              </a:spcBef>
              <a:tabLst>
                <a:tab pos="734695" algn="l"/>
                <a:tab pos="1038225" algn="l"/>
                <a:tab pos="2094230" algn="l"/>
              </a:tabLst>
            </a:pPr>
            <a:r>
              <a:rPr sz="1400" dirty="0">
                <a:latin typeface="Arial MT"/>
                <a:cs typeface="Arial MT"/>
              </a:rPr>
              <a:t>n	=	</a:t>
            </a:r>
            <a:r>
              <a:rPr sz="1400" spc="-15" dirty="0">
                <a:latin typeface="Arial MT"/>
                <a:cs typeface="Arial MT"/>
              </a:rPr>
              <a:t>b</a:t>
            </a:r>
            <a:r>
              <a:rPr sz="1400" dirty="0">
                <a:latin typeface="Arial MT"/>
                <a:cs typeface="Arial MT"/>
              </a:rPr>
              <a:t>an</a:t>
            </a:r>
            <a:r>
              <a:rPr sz="1400" spc="-20" dirty="0">
                <a:latin typeface="Arial MT"/>
                <a:cs typeface="Arial MT"/>
              </a:rPr>
              <a:t>y</a:t>
            </a:r>
            <a:r>
              <a:rPr sz="1400" dirty="0">
                <a:latin typeface="Arial MT"/>
                <a:cs typeface="Arial MT"/>
              </a:rPr>
              <a:t>akn</a:t>
            </a:r>
            <a:r>
              <a:rPr sz="1400" spc="-20" dirty="0">
                <a:latin typeface="Arial MT"/>
                <a:cs typeface="Arial MT"/>
              </a:rPr>
              <a:t>y</a:t>
            </a:r>
            <a:r>
              <a:rPr sz="1400" dirty="0">
                <a:latin typeface="Arial MT"/>
                <a:cs typeface="Arial MT"/>
              </a:rPr>
              <a:t>a	b</a:t>
            </a:r>
            <a:r>
              <a:rPr sz="1400" spc="-15" dirty="0">
                <a:latin typeface="Arial MT"/>
                <a:cs typeface="Arial MT"/>
              </a:rPr>
              <a:t>i</a:t>
            </a:r>
            <a:r>
              <a:rPr sz="1400" dirty="0">
                <a:latin typeface="Arial MT"/>
                <a:cs typeface="Arial MT"/>
              </a:rPr>
              <a:t>t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800"/>
              </a:lnSpc>
              <a:tabLst>
                <a:tab pos="436245" algn="l"/>
              </a:tabLst>
            </a:pPr>
            <a:r>
              <a:rPr sz="1600" b="1" spc="-75" dirty="0">
                <a:latin typeface="Trebuchet MS"/>
                <a:cs typeface="Trebuchet MS"/>
              </a:rPr>
              <a:t>n	</a:t>
            </a:r>
            <a:r>
              <a:rPr sz="2100" spc="-7" baseline="1984" dirty="0">
                <a:latin typeface="Arial MT"/>
                <a:cs typeface="Arial MT"/>
              </a:rPr>
              <a:t>output</a:t>
            </a:r>
            <a:r>
              <a:rPr sz="2100" spc="442" baseline="1984" dirty="0">
                <a:latin typeface="Arial MT"/>
                <a:cs typeface="Arial MT"/>
              </a:rPr>
              <a:t> </a:t>
            </a:r>
            <a:r>
              <a:rPr sz="2100" spc="-7" baseline="1984" dirty="0">
                <a:latin typeface="Arial MT"/>
                <a:cs typeface="Arial MT"/>
              </a:rPr>
              <a:t>yang</a:t>
            </a:r>
            <a:r>
              <a:rPr sz="2100" spc="419" baseline="1984" dirty="0">
                <a:latin typeface="Arial MT"/>
                <a:cs typeface="Arial MT"/>
              </a:rPr>
              <a:t> </a:t>
            </a:r>
            <a:r>
              <a:rPr sz="2100" spc="-7" baseline="1984" dirty="0">
                <a:latin typeface="Arial MT"/>
                <a:cs typeface="Arial MT"/>
              </a:rPr>
              <a:t>dihasilkan</a:t>
            </a:r>
            <a:endParaRPr sz="2100" baseline="1984">
              <a:latin typeface="Arial MT"/>
              <a:cs typeface="Arial MT"/>
            </a:endParaRPr>
          </a:p>
          <a:p>
            <a:pPr marL="436245">
              <a:lnSpc>
                <a:spcPts val="1645"/>
              </a:lnSpc>
            </a:pPr>
            <a:r>
              <a:rPr sz="1400" dirty="0">
                <a:latin typeface="Arial MT"/>
                <a:cs typeface="Arial MT"/>
              </a:rPr>
              <a:t>dari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encoder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943470" y="3060649"/>
            <a:ext cx="939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45" dirty="0">
                <a:latin typeface="Trebuchet MS"/>
                <a:cs typeface="Trebuchet MS"/>
              </a:rPr>
              <a:t>r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2426" y="311277"/>
            <a:ext cx="281813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80" dirty="0">
                <a:latin typeface="Tahoma"/>
                <a:cs typeface="Tahoma"/>
              </a:rPr>
              <a:t>Diagra</a:t>
            </a:r>
            <a:r>
              <a:rPr sz="3400" b="1" spc="-125" dirty="0">
                <a:latin typeface="Tahoma"/>
                <a:cs typeface="Tahoma"/>
              </a:rPr>
              <a:t>m</a:t>
            </a:r>
            <a:r>
              <a:rPr sz="3400" b="1" spc="-200" dirty="0">
                <a:latin typeface="Tahoma"/>
                <a:cs typeface="Tahoma"/>
              </a:rPr>
              <a:t> </a:t>
            </a:r>
            <a:r>
              <a:rPr sz="3400" b="1" spc="-70" dirty="0">
                <a:latin typeface="Tahoma"/>
                <a:cs typeface="Tahoma"/>
              </a:rPr>
              <a:t>Blok</a:t>
            </a:r>
            <a:endParaRPr sz="34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33394" y="2094738"/>
            <a:ext cx="1424940" cy="646430"/>
          </a:xfrm>
          <a:custGeom>
            <a:avLst/>
            <a:gdLst/>
            <a:ahLst/>
            <a:cxnLst/>
            <a:rect l="l" t="t" r="r" b="b"/>
            <a:pathLst>
              <a:path w="1424939" h="646430">
                <a:moveTo>
                  <a:pt x="1424939" y="0"/>
                </a:moveTo>
                <a:lnTo>
                  <a:pt x="0" y="0"/>
                </a:lnTo>
                <a:lnTo>
                  <a:pt x="0" y="646176"/>
                </a:lnTo>
                <a:lnTo>
                  <a:pt x="1424939" y="646176"/>
                </a:lnTo>
                <a:lnTo>
                  <a:pt x="1424939" y="0"/>
                </a:lnTo>
                <a:close/>
              </a:path>
            </a:pathLst>
          </a:custGeom>
          <a:solidFill>
            <a:srgbClr val="F785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33394" y="2094738"/>
            <a:ext cx="1424940" cy="64643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sz="1400" b="1" spc="-20" dirty="0">
                <a:latin typeface="Arial"/>
                <a:cs typeface="Arial"/>
              </a:rPr>
              <a:t>Convolutional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400" b="1" spc="-50" dirty="0">
                <a:latin typeface="Arial"/>
                <a:cs typeface="Arial"/>
              </a:rPr>
              <a:t>Encoder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12770" y="1731898"/>
            <a:ext cx="2163445" cy="1287145"/>
          </a:xfrm>
          <a:custGeom>
            <a:avLst/>
            <a:gdLst/>
            <a:ahLst/>
            <a:cxnLst/>
            <a:rect l="l" t="t" r="r" b="b"/>
            <a:pathLst>
              <a:path w="2163445" h="1287145">
                <a:moveTo>
                  <a:pt x="420243" y="685927"/>
                </a:moveTo>
                <a:lnTo>
                  <a:pt x="401193" y="676402"/>
                </a:lnTo>
                <a:lnTo>
                  <a:pt x="344043" y="647827"/>
                </a:lnTo>
                <a:lnTo>
                  <a:pt x="344043" y="676402"/>
                </a:lnTo>
                <a:lnTo>
                  <a:pt x="0" y="676402"/>
                </a:lnTo>
                <a:lnTo>
                  <a:pt x="0" y="695452"/>
                </a:lnTo>
                <a:lnTo>
                  <a:pt x="344043" y="695452"/>
                </a:lnTo>
                <a:lnTo>
                  <a:pt x="344043" y="724027"/>
                </a:lnTo>
                <a:lnTo>
                  <a:pt x="401193" y="695452"/>
                </a:lnTo>
                <a:lnTo>
                  <a:pt x="420243" y="685927"/>
                </a:lnTo>
                <a:close/>
              </a:path>
              <a:path w="2163445" h="1287145">
                <a:moveTo>
                  <a:pt x="1008888" y="1262634"/>
                </a:moveTo>
                <a:lnTo>
                  <a:pt x="1006170" y="1260602"/>
                </a:lnTo>
                <a:lnTo>
                  <a:pt x="940689" y="1211580"/>
                </a:lnTo>
                <a:lnTo>
                  <a:pt x="935672" y="1239227"/>
                </a:lnTo>
                <a:lnTo>
                  <a:pt x="933577" y="1238758"/>
                </a:lnTo>
                <a:lnTo>
                  <a:pt x="931964" y="1238402"/>
                </a:lnTo>
                <a:lnTo>
                  <a:pt x="931608" y="1238250"/>
                </a:lnTo>
                <a:lnTo>
                  <a:pt x="881126" y="1211961"/>
                </a:lnTo>
                <a:lnTo>
                  <a:pt x="839216" y="1175258"/>
                </a:lnTo>
                <a:lnTo>
                  <a:pt x="811403" y="1132586"/>
                </a:lnTo>
                <a:lnTo>
                  <a:pt x="801497" y="1094994"/>
                </a:lnTo>
                <a:lnTo>
                  <a:pt x="801243" y="1086739"/>
                </a:lnTo>
                <a:lnTo>
                  <a:pt x="800862" y="1077849"/>
                </a:lnTo>
                <a:lnTo>
                  <a:pt x="789432" y="1033907"/>
                </a:lnTo>
                <a:lnTo>
                  <a:pt x="758444" y="986282"/>
                </a:lnTo>
                <a:lnTo>
                  <a:pt x="729615" y="958723"/>
                </a:lnTo>
                <a:lnTo>
                  <a:pt x="695325" y="935355"/>
                </a:lnTo>
                <a:lnTo>
                  <a:pt x="657225" y="917448"/>
                </a:lnTo>
                <a:lnTo>
                  <a:pt x="616331" y="905891"/>
                </a:lnTo>
                <a:lnTo>
                  <a:pt x="575056" y="901954"/>
                </a:lnTo>
                <a:lnTo>
                  <a:pt x="574040" y="921004"/>
                </a:lnTo>
                <a:lnTo>
                  <a:pt x="594360" y="922020"/>
                </a:lnTo>
                <a:lnTo>
                  <a:pt x="613664" y="924814"/>
                </a:lnTo>
                <a:lnTo>
                  <a:pt x="651256" y="935609"/>
                </a:lnTo>
                <a:lnTo>
                  <a:pt x="686562" y="952373"/>
                </a:lnTo>
                <a:lnTo>
                  <a:pt x="718185" y="973963"/>
                </a:lnTo>
                <a:lnTo>
                  <a:pt x="755777" y="1013460"/>
                </a:lnTo>
                <a:lnTo>
                  <a:pt x="777875" y="1057656"/>
                </a:lnTo>
                <a:lnTo>
                  <a:pt x="782447" y="1095629"/>
                </a:lnTo>
                <a:lnTo>
                  <a:pt x="783463" y="1104646"/>
                </a:lnTo>
                <a:lnTo>
                  <a:pt x="801878" y="1155827"/>
                </a:lnTo>
                <a:lnTo>
                  <a:pt x="824357" y="1187196"/>
                </a:lnTo>
                <a:lnTo>
                  <a:pt x="853186" y="1214882"/>
                </a:lnTo>
                <a:lnTo>
                  <a:pt x="887514" y="1238402"/>
                </a:lnTo>
                <a:lnTo>
                  <a:pt x="925449" y="1256284"/>
                </a:lnTo>
                <a:lnTo>
                  <a:pt x="925957" y="1256538"/>
                </a:lnTo>
                <a:lnTo>
                  <a:pt x="926592" y="1256665"/>
                </a:lnTo>
                <a:lnTo>
                  <a:pt x="927100" y="1256792"/>
                </a:lnTo>
                <a:lnTo>
                  <a:pt x="932294" y="1257947"/>
                </a:lnTo>
                <a:lnTo>
                  <a:pt x="927100" y="1286637"/>
                </a:lnTo>
                <a:lnTo>
                  <a:pt x="1008888" y="1262634"/>
                </a:lnTo>
                <a:close/>
              </a:path>
              <a:path w="2163445" h="1287145">
                <a:moveTo>
                  <a:pt x="2076577" y="36576"/>
                </a:moveTo>
                <a:lnTo>
                  <a:pt x="2059228" y="28321"/>
                </a:lnTo>
                <a:lnTo>
                  <a:pt x="1999742" y="0"/>
                </a:lnTo>
                <a:lnTo>
                  <a:pt x="2000313" y="28651"/>
                </a:lnTo>
                <a:lnTo>
                  <a:pt x="1943608" y="31242"/>
                </a:lnTo>
                <a:lnTo>
                  <a:pt x="1899666" y="34417"/>
                </a:lnTo>
                <a:lnTo>
                  <a:pt x="1856105" y="38481"/>
                </a:lnTo>
                <a:lnTo>
                  <a:pt x="1813052" y="43307"/>
                </a:lnTo>
                <a:lnTo>
                  <a:pt x="1770253" y="48895"/>
                </a:lnTo>
                <a:lnTo>
                  <a:pt x="1728343" y="55372"/>
                </a:lnTo>
                <a:lnTo>
                  <a:pt x="1686941" y="62357"/>
                </a:lnTo>
                <a:lnTo>
                  <a:pt x="1646555" y="70104"/>
                </a:lnTo>
                <a:lnTo>
                  <a:pt x="1606804" y="78613"/>
                </a:lnTo>
                <a:lnTo>
                  <a:pt x="1568069" y="87630"/>
                </a:lnTo>
                <a:lnTo>
                  <a:pt x="1530350" y="97421"/>
                </a:lnTo>
                <a:lnTo>
                  <a:pt x="1458341" y="118491"/>
                </a:lnTo>
                <a:lnTo>
                  <a:pt x="1391412" y="141478"/>
                </a:lnTo>
                <a:lnTo>
                  <a:pt x="1330452" y="166497"/>
                </a:lnTo>
                <a:lnTo>
                  <a:pt x="1275842" y="193040"/>
                </a:lnTo>
                <a:lnTo>
                  <a:pt x="1228471" y="221234"/>
                </a:lnTo>
                <a:lnTo>
                  <a:pt x="1188847" y="250571"/>
                </a:lnTo>
                <a:lnTo>
                  <a:pt x="1157732" y="281178"/>
                </a:lnTo>
                <a:lnTo>
                  <a:pt x="1135888" y="313055"/>
                </a:lnTo>
                <a:lnTo>
                  <a:pt x="1123188" y="354965"/>
                </a:lnTo>
                <a:lnTo>
                  <a:pt x="1122807" y="362585"/>
                </a:lnTo>
                <a:lnTo>
                  <a:pt x="1141857" y="363474"/>
                </a:lnTo>
                <a:lnTo>
                  <a:pt x="1142238" y="355854"/>
                </a:lnTo>
                <a:lnTo>
                  <a:pt x="1143127" y="348869"/>
                </a:lnTo>
                <a:lnTo>
                  <a:pt x="1161542" y="307340"/>
                </a:lnTo>
                <a:lnTo>
                  <a:pt x="1201547" y="264795"/>
                </a:lnTo>
                <a:lnTo>
                  <a:pt x="1239266" y="236855"/>
                </a:lnTo>
                <a:lnTo>
                  <a:pt x="1285240" y="209677"/>
                </a:lnTo>
                <a:lnTo>
                  <a:pt x="1338453" y="183769"/>
                </a:lnTo>
                <a:lnTo>
                  <a:pt x="1398397" y="159270"/>
                </a:lnTo>
                <a:lnTo>
                  <a:pt x="1464310" y="136525"/>
                </a:lnTo>
                <a:lnTo>
                  <a:pt x="1535430" y="115709"/>
                </a:lnTo>
                <a:lnTo>
                  <a:pt x="1572768" y="106184"/>
                </a:lnTo>
                <a:lnTo>
                  <a:pt x="1611122" y="97155"/>
                </a:lnTo>
                <a:lnTo>
                  <a:pt x="1650492" y="88773"/>
                </a:lnTo>
                <a:lnTo>
                  <a:pt x="1690624" y="81153"/>
                </a:lnTo>
                <a:lnTo>
                  <a:pt x="1731518" y="74041"/>
                </a:lnTo>
                <a:lnTo>
                  <a:pt x="1773174" y="67691"/>
                </a:lnTo>
                <a:lnTo>
                  <a:pt x="1815465" y="62230"/>
                </a:lnTo>
                <a:lnTo>
                  <a:pt x="1858264" y="57404"/>
                </a:lnTo>
                <a:lnTo>
                  <a:pt x="1901444" y="53467"/>
                </a:lnTo>
                <a:lnTo>
                  <a:pt x="1944878" y="50292"/>
                </a:lnTo>
                <a:lnTo>
                  <a:pt x="1988693" y="48006"/>
                </a:lnTo>
                <a:lnTo>
                  <a:pt x="2000694" y="47701"/>
                </a:lnTo>
                <a:lnTo>
                  <a:pt x="2001266" y="76200"/>
                </a:lnTo>
                <a:lnTo>
                  <a:pt x="2076577" y="36576"/>
                </a:lnTo>
                <a:close/>
              </a:path>
              <a:path w="2163445" h="1287145">
                <a:moveTo>
                  <a:pt x="2163064" y="704215"/>
                </a:moveTo>
                <a:lnTo>
                  <a:pt x="2144014" y="694690"/>
                </a:lnTo>
                <a:lnTo>
                  <a:pt x="2086864" y="666115"/>
                </a:lnTo>
                <a:lnTo>
                  <a:pt x="2086864" y="694690"/>
                </a:lnTo>
                <a:lnTo>
                  <a:pt x="1845564" y="694690"/>
                </a:lnTo>
                <a:lnTo>
                  <a:pt x="1845564" y="713740"/>
                </a:lnTo>
                <a:lnTo>
                  <a:pt x="2086864" y="713740"/>
                </a:lnTo>
                <a:lnTo>
                  <a:pt x="2086864" y="742315"/>
                </a:lnTo>
                <a:lnTo>
                  <a:pt x="2144014" y="713740"/>
                </a:lnTo>
                <a:lnTo>
                  <a:pt x="2163064" y="7042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137410" y="2295601"/>
            <a:ext cx="8959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30" dirty="0">
                <a:latin typeface="Arial"/>
                <a:cs typeface="Arial"/>
              </a:rPr>
              <a:t>k-bit</a:t>
            </a:r>
            <a:r>
              <a:rPr sz="1400" b="1" spc="-80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input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6986" y="2295601"/>
            <a:ext cx="1029969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25" dirty="0">
                <a:latin typeface="Arial"/>
                <a:cs typeface="Arial"/>
              </a:rPr>
              <a:t>n-bit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output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67705" y="1638045"/>
            <a:ext cx="17564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70" dirty="0">
                <a:latin typeface="Arial"/>
                <a:cs typeface="Arial"/>
              </a:rPr>
              <a:t>L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20" dirty="0">
                <a:latin typeface="Arial"/>
                <a:cs typeface="Arial"/>
              </a:rPr>
              <a:t>=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60" dirty="0">
                <a:latin typeface="Arial"/>
                <a:cs typeface="Arial"/>
              </a:rPr>
              <a:t>C</a:t>
            </a:r>
            <a:r>
              <a:rPr sz="1400" b="1" spc="-55" dirty="0">
                <a:latin typeface="Arial"/>
                <a:cs typeface="Arial"/>
              </a:rPr>
              <a:t>o</a:t>
            </a:r>
            <a:r>
              <a:rPr sz="1400" b="1" spc="-45" dirty="0">
                <a:latin typeface="Arial"/>
                <a:cs typeface="Arial"/>
              </a:rPr>
              <a:t>n</a:t>
            </a:r>
            <a:r>
              <a:rPr sz="1400" b="1" spc="-5" dirty="0">
                <a:latin typeface="Arial"/>
                <a:cs typeface="Arial"/>
              </a:rPr>
              <a:t>staint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spc="-40" dirty="0">
                <a:latin typeface="Arial"/>
                <a:cs typeface="Arial"/>
              </a:rPr>
              <a:t>Le</a:t>
            </a:r>
            <a:r>
              <a:rPr sz="1400" b="1" spc="-55" dirty="0">
                <a:latin typeface="Arial"/>
                <a:cs typeface="Arial"/>
              </a:rPr>
              <a:t>n</a:t>
            </a:r>
            <a:r>
              <a:rPr sz="1400" b="1" spc="30" dirty="0">
                <a:latin typeface="Arial"/>
                <a:cs typeface="Arial"/>
              </a:rPr>
              <a:t>gt</a:t>
            </a:r>
            <a:r>
              <a:rPr sz="1400" b="1" spc="-35" dirty="0">
                <a:latin typeface="Arial"/>
                <a:cs typeface="Arial"/>
              </a:rPr>
              <a:t>h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40938" y="3002661"/>
            <a:ext cx="11385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Arial"/>
                <a:cs typeface="Arial"/>
              </a:rPr>
              <a:t>Rate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20" dirty="0">
                <a:latin typeface="Arial"/>
                <a:cs typeface="Arial"/>
              </a:rPr>
              <a:t>=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spc="5" dirty="0">
                <a:latin typeface="Arial"/>
                <a:cs typeface="Arial"/>
              </a:rPr>
              <a:t>r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spc="20" dirty="0">
                <a:latin typeface="Arial"/>
                <a:cs typeface="Arial"/>
              </a:rPr>
              <a:t>=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k/n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3510" y="311277"/>
            <a:ext cx="223774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95" dirty="0">
                <a:latin typeface="Tahoma"/>
                <a:cs typeface="Tahoma"/>
              </a:rPr>
              <a:t>Rang</a:t>
            </a:r>
            <a:r>
              <a:rPr sz="3400" b="1" spc="-75" dirty="0">
                <a:latin typeface="Tahoma"/>
                <a:cs typeface="Tahoma"/>
              </a:rPr>
              <a:t>k</a:t>
            </a:r>
            <a:r>
              <a:rPr sz="3400" b="1" spc="-80" dirty="0">
                <a:latin typeface="Tahoma"/>
                <a:cs typeface="Tahoma"/>
              </a:rPr>
              <a:t>aian</a:t>
            </a:r>
            <a:endParaRPr sz="34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33905" y="2639822"/>
            <a:ext cx="1004569" cy="840740"/>
          </a:xfrm>
          <a:custGeom>
            <a:avLst/>
            <a:gdLst/>
            <a:ahLst/>
            <a:cxnLst/>
            <a:rect l="l" t="t" r="r" b="b"/>
            <a:pathLst>
              <a:path w="1004569" h="840739">
                <a:moveTo>
                  <a:pt x="81660" y="755141"/>
                </a:moveTo>
                <a:lnTo>
                  <a:pt x="0" y="805307"/>
                </a:lnTo>
                <a:lnTo>
                  <a:pt x="89153" y="840613"/>
                </a:lnTo>
                <a:lnTo>
                  <a:pt x="86760" y="813307"/>
                </a:lnTo>
                <a:lnTo>
                  <a:pt x="72771" y="813307"/>
                </a:lnTo>
                <a:lnTo>
                  <a:pt x="69468" y="784859"/>
                </a:lnTo>
                <a:lnTo>
                  <a:pt x="84127" y="783280"/>
                </a:lnTo>
                <a:lnTo>
                  <a:pt x="81660" y="755141"/>
                </a:lnTo>
                <a:close/>
              </a:path>
              <a:path w="1004569" h="840739">
                <a:moveTo>
                  <a:pt x="84127" y="783280"/>
                </a:moveTo>
                <a:lnTo>
                  <a:pt x="69468" y="784859"/>
                </a:lnTo>
                <a:lnTo>
                  <a:pt x="72771" y="813307"/>
                </a:lnTo>
                <a:lnTo>
                  <a:pt x="86617" y="811679"/>
                </a:lnTo>
                <a:lnTo>
                  <a:pt x="84127" y="783280"/>
                </a:lnTo>
                <a:close/>
              </a:path>
              <a:path w="1004569" h="840739">
                <a:moveTo>
                  <a:pt x="86617" y="811679"/>
                </a:moveTo>
                <a:lnTo>
                  <a:pt x="72771" y="813307"/>
                </a:lnTo>
                <a:lnTo>
                  <a:pt x="86760" y="813307"/>
                </a:lnTo>
                <a:lnTo>
                  <a:pt x="86617" y="811679"/>
                </a:lnTo>
                <a:close/>
              </a:path>
              <a:path w="1004569" h="840739">
                <a:moveTo>
                  <a:pt x="1003426" y="0"/>
                </a:moveTo>
                <a:lnTo>
                  <a:pt x="955801" y="2285"/>
                </a:lnTo>
                <a:lnTo>
                  <a:pt x="907795" y="9016"/>
                </a:lnTo>
                <a:lnTo>
                  <a:pt x="860806" y="19938"/>
                </a:lnTo>
                <a:lnTo>
                  <a:pt x="814705" y="34670"/>
                </a:lnTo>
                <a:lnTo>
                  <a:pt x="770508" y="53085"/>
                </a:lnTo>
                <a:lnTo>
                  <a:pt x="727963" y="74675"/>
                </a:lnTo>
                <a:lnTo>
                  <a:pt x="687705" y="99313"/>
                </a:lnTo>
                <a:lnTo>
                  <a:pt x="650113" y="126491"/>
                </a:lnTo>
                <a:lnTo>
                  <a:pt x="615442" y="156209"/>
                </a:lnTo>
                <a:lnTo>
                  <a:pt x="584200" y="187959"/>
                </a:lnTo>
                <a:lnTo>
                  <a:pt x="556513" y="221741"/>
                </a:lnTo>
                <a:lnTo>
                  <a:pt x="532892" y="256920"/>
                </a:lnTo>
                <a:lnTo>
                  <a:pt x="513842" y="293623"/>
                </a:lnTo>
                <a:lnTo>
                  <a:pt x="499618" y="331469"/>
                </a:lnTo>
                <a:lnTo>
                  <a:pt x="490727" y="370077"/>
                </a:lnTo>
                <a:lnTo>
                  <a:pt x="487506" y="410336"/>
                </a:lnTo>
                <a:lnTo>
                  <a:pt x="486791" y="427735"/>
                </a:lnTo>
                <a:lnTo>
                  <a:pt x="484758" y="445261"/>
                </a:lnTo>
                <a:lnTo>
                  <a:pt x="470916" y="497204"/>
                </a:lnTo>
                <a:lnTo>
                  <a:pt x="446277" y="548132"/>
                </a:lnTo>
                <a:lnTo>
                  <a:pt x="424306" y="581025"/>
                </a:lnTo>
                <a:lnTo>
                  <a:pt x="398399" y="612647"/>
                </a:lnTo>
                <a:lnTo>
                  <a:pt x="368807" y="642619"/>
                </a:lnTo>
                <a:lnTo>
                  <a:pt x="336042" y="670686"/>
                </a:lnTo>
                <a:lnTo>
                  <a:pt x="300227" y="696721"/>
                </a:lnTo>
                <a:lnTo>
                  <a:pt x="261874" y="720089"/>
                </a:lnTo>
                <a:lnTo>
                  <a:pt x="221361" y="740663"/>
                </a:lnTo>
                <a:lnTo>
                  <a:pt x="179069" y="758063"/>
                </a:lnTo>
                <a:lnTo>
                  <a:pt x="135381" y="772159"/>
                </a:lnTo>
                <a:lnTo>
                  <a:pt x="90678" y="782573"/>
                </a:lnTo>
                <a:lnTo>
                  <a:pt x="84127" y="783280"/>
                </a:lnTo>
                <a:lnTo>
                  <a:pt x="86617" y="811679"/>
                </a:lnTo>
                <a:lnTo>
                  <a:pt x="143637" y="799464"/>
                </a:lnTo>
                <a:lnTo>
                  <a:pt x="189483" y="784605"/>
                </a:lnTo>
                <a:lnTo>
                  <a:pt x="233933" y="766317"/>
                </a:lnTo>
                <a:lnTo>
                  <a:pt x="276351" y="744727"/>
                </a:lnTo>
                <a:lnTo>
                  <a:pt x="316483" y="720089"/>
                </a:lnTo>
                <a:lnTo>
                  <a:pt x="354202" y="692784"/>
                </a:lnTo>
                <a:lnTo>
                  <a:pt x="388746" y="663066"/>
                </a:lnTo>
                <a:lnTo>
                  <a:pt x="420116" y="631189"/>
                </a:lnTo>
                <a:lnTo>
                  <a:pt x="447801" y="597407"/>
                </a:lnTo>
                <a:lnTo>
                  <a:pt x="471169" y="561975"/>
                </a:lnTo>
                <a:lnTo>
                  <a:pt x="490346" y="525144"/>
                </a:lnTo>
                <a:lnTo>
                  <a:pt x="504444" y="487298"/>
                </a:lnTo>
                <a:lnTo>
                  <a:pt x="513206" y="448436"/>
                </a:lnTo>
                <a:lnTo>
                  <a:pt x="516177" y="409194"/>
                </a:lnTo>
                <a:lnTo>
                  <a:pt x="516889" y="392810"/>
                </a:lnTo>
                <a:lnTo>
                  <a:pt x="526669" y="340613"/>
                </a:lnTo>
                <a:lnTo>
                  <a:pt x="547751" y="289051"/>
                </a:lnTo>
                <a:lnTo>
                  <a:pt x="567563" y="255523"/>
                </a:lnTo>
                <a:lnTo>
                  <a:pt x="591438" y="223265"/>
                </a:lnTo>
                <a:lnTo>
                  <a:pt x="619251" y="192277"/>
                </a:lnTo>
                <a:lnTo>
                  <a:pt x="650494" y="163067"/>
                </a:lnTo>
                <a:lnTo>
                  <a:pt x="684911" y="136016"/>
                </a:lnTo>
                <a:lnTo>
                  <a:pt x="721994" y="111251"/>
                </a:lnTo>
                <a:lnTo>
                  <a:pt x="761364" y="89153"/>
                </a:lnTo>
                <a:lnTo>
                  <a:pt x="802894" y="70103"/>
                </a:lnTo>
                <a:lnTo>
                  <a:pt x="845819" y="54228"/>
                </a:lnTo>
                <a:lnTo>
                  <a:pt x="890016" y="41909"/>
                </a:lnTo>
                <a:lnTo>
                  <a:pt x="934974" y="33400"/>
                </a:lnTo>
                <a:lnTo>
                  <a:pt x="980567" y="29082"/>
                </a:lnTo>
                <a:lnTo>
                  <a:pt x="1004062" y="28447"/>
                </a:lnTo>
                <a:lnTo>
                  <a:pt x="1003426" y="0"/>
                </a:lnTo>
                <a:close/>
              </a:path>
            </a:pathLst>
          </a:custGeom>
          <a:solidFill>
            <a:srgbClr val="00739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641092" y="1444116"/>
            <a:ext cx="3865245" cy="2437765"/>
            <a:chOff x="2641092" y="1444116"/>
            <a:chExt cx="3865245" cy="24377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1092" y="1839467"/>
              <a:ext cx="3864863" cy="15224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22092" y="2517647"/>
              <a:ext cx="3484245" cy="599440"/>
            </a:xfrm>
            <a:custGeom>
              <a:avLst/>
              <a:gdLst/>
              <a:ahLst/>
              <a:cxnLst/>
              <a:rect l="l" t="t" r="r" b="b"/>
              <a:pathLst>
                <a:path w="3484245" h="599439">
                  <a:moveTo>
                    <a:pt x="265176" y="10668"/>
                  </a:moveTo>
                  <a:lnTo>
                    <a:pt x="0" y="10668"/>
                  </a:lnTo>
                  <a:lnTo>
                    <a:pt x="0" y="259080"/>
                  </a:lnTo>
                  <a:lnTo>
                    <a:pt x="265176" y="259080"/>
                  </a:lnTo>
                  <a:lnTo>
                    <a:pt x="265176" y="10668"/>
                  </a:lnTo>
                  <a:close/>
                </a:path>
                <a:path w="3484245" h="599439">
                  <a:moveTo>
                    <a:pt x="737616" y="0"/>
                  </a:moveTo>
                  <a:lnTo>
                    <a:pt x="470916" y="0"/>
                  </a:lnTo>
                  <a:lnTo>
                    <a:pt x="470916" y="248412"/>
                  </a:lnTo>
                  <a:lnTo>
                    <a:pt x="737616" y="248412"/>
                  </a:lnTo>
                  <a:lnTo>
                    <a:pt x="737616" y="0"/>
                  </a:lnTo>
                  <a:close/>
                </a:path>
                <a:path w="3484245" h="599439">
                  <a:moveTo>
                    <a:pt x="3483864" y="330708"/>
                  </a:moveTo>
                  <a:lnTo>
                    <a:pt x="2485644" y="330708"/>
                  </a:lnTo>
                  <a:lnTo>
                    <a:pt x="2485644" y="598932"/>
                  </a:lnTo>
                  <a:lnTo>
                    <a:pt x="3483864" y="598932"/>
                  </a:lnTo>
                  <a:lnTo>
                    <a:pt x="3483864" y="3307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80106" y="1444116"/>
              <a:ext cx="2493645" cy="2437765"/>
            </a:xfrm>
            <a:custGeom>
              <a:avLst/>
              <a:gdLst/>
              <a:ahLst/>
              <a:cxnLst/>
              <a:rect l="l" t="t" r="r" b="b"/>
              <a:pathLst>
                <a:path w="2493645" h="2437765">
                  <a:moveTo>
                    <a:pt x="278003" y="1242187"/>
                  </a:moveTo>
                  <a:lnTo>
                    <a:pt x="249428" y="1241679"/>
                  </a:lnTo>
                  <a:lnTo>
                    <a:pt x="248767" y="1288034"/>
                  </a:lnTo>
                  <a:lnTo>
                    <a:pt x="247015" y="1332865"/>
                  </a:lnTo>
                  <a:lnTo>
                    <a:pt x="243967" y="1377315"/>
                  </a:lnTo>
                  <a:lnTo>
                    <a:pt x="239903" y="1420876"/>
                  </a:lnTo>
                  <a:lnTo>
                    <a:pt x="234823" y="1462786"/>
                  </a:lnTo>
                  <a:lnTo>
                    <a:pt x="228981" y="1502918"/>
                  </a:lnTo>
                  <a:lnTo>
                    <a:pt x="222377" y="1540891"/>
                  </a:lnTo>
                  <a:lnTo>
                    <a:pt x="210947" y="1592961"/>
                  </a:lnTo>
                  <a:lnTo>
                    <a:pt x="198374" y="1637919"/>
                  </a:lnTo>
                  <a:lnTo>
                    <a:pt x="184785" y="1674622"/>
                  </a:lnTo>
                  <a:lnTo>
                    <a:pt x="162052" y="1712468"/>
                  </a:lnTo>
                  <a:lnTo>
                    <a:pt x="154724" y="1717713"/>
                  </a:lnTo>
                  <a:lnTo>
                    <a:pt x="154724" y="1718043"/>
                  </a:lnTo>
                  <a:lnTo>
                    <a:pt x="154724" y="1717713"/>
                  </a:lnTo>
                  <a:lnTo>
                    <a:pt x="153670" y="1718170"/>
                  </a:lnTo>
                  <a:lnTo>
                    <a:pt x="145161" y="1719199"/>
                  </a:lnTo>
                  <a:lnTo>
                    <a:pt x="142621" y="1719707"/>
                  </a:lnTo>
                  <a:lnTo>
                    <a:pt x="141478" y="1720215"/>
                  </a:lnTo>
                  <a:lnTo>
                    <a:pt x="136144" y="1722374"/>
                  </a:lnTo>
                  <a:lnTo>
                    <a:pt x="135382" y="1722755"/>
                  </a:lnTo>
                  <a:lnTo>
                    <a:pt x="134493" y="1723263"/>
                  </a:lnTo>
                  <a:lnTo>
                    <a:pt x="128651" y="1727200"/>
                  </a:lnTo>
                  <a:lnTo>
                    <a:pt x="128016" y="1727581"/>
                  </a:lnTo>
                  <a:lnTo>
                    <a:pt x="127381" y="1728089"/>
                  </a:lnTo>
                  <a:lnTo>
                    <a:pt x="126873" y="1728597"/>
                  </a:lnTo>
                  <a:lnTo>
                    <a:pt x="121666" y="1733296"/>
                  </a:lnTo>
                  <a:lnTo>
                    <a:pt x="98552" y="1768348"/>
                  </a:lnTo>
                  <a:lnTo>
                    <a:pt x="83566" y="1804924"/>
                  </a:lnTo>
                  <a:lnTo>
                    <a:pt x="69977" y="1849247"/>
                  </a:lnTo>
                  <a:lnTo>
                    <a:pt x="57785" y="1900682"/>
                  </a:lnTo>
                  <a:lnTo>
                    <a:pt x="50546" y="1938274"/>
                  </a:lnTo>
                  <a:lnTo>
                    <a:pt x="41148" y="1998980"/>
                  </a:lnTo>
                  <a:lnTo>
                    <a:pt x="36068" y="2041537"/>
                  </a:lnTo>
                  <a:lnTo>
                    <a:pt x="31877" y="2085721"/>
                  </a:lnTo>
                  <a:lnTo>
                    <a:pt x="28829" y="2130933"/>
                  </a:lnTo>
                  <a:lnTo>
                    <a:pt x="28625" y="2137422"/>
                  </a:lnTo>
                  <a:lnTo>
                    <a:pt x="0" y="2136648"/>
                  </a:lnTo>
                  <a:lnTo>
                    <a:pt x="40640" y="2223516"/>
                  </a:lnTo>
                  <a:lnTo>
                    <a:pt x="78473" y="2152523"/>
                  </a:lnTo>
                  <a:lnTo>
                    <a:pt x="85725" y="2138934"/>
                  </a:lnTo>
                  <a:lnTo>
                    <a:pt x="57226" y="2138184"/>
                  </a:lnTo>
                  <a:lnTo>
                    <a:pt x="57404" y="2132965"/>
                  </a:lnTo>
                  <a:lnTo>
                    <a:pt x="60452" y="2088388"/>
                  </a:lnTo>
                  <a:lnTo>
                    <a:pt x="64389" y="2044954"/>
                  </a:lnTo>
                  <a:lnTo>
                    <a:pt x="69469" y="2003044"/>
                  </a:lnTo>
                  <a:lnTo>
                    <a:pt x="75311" y="1962785"/>
                  </a:lnTo>
                  <a:lnTo>
                    <a:pt x="82042" y="1924812"/>
                  </a:lnTo>
                  <a:lnTo>
                    <a:pt x="93345" y="1872869"/>
                  </a:lnTo>
                  <a:lnTo>
                    <a:pt x="105918" y="1827911"/>
                  </a:lnTo>
                  <a:lnTo>
                    <a:pt x="119380" y="1791462"/>
                  </a:lnTo>
                  <a:lnTo>
                    <a:pt x="141097" y="1754251"/>
                  </a:lnTo>
                  <a:lnTo>
                    <a:pt x="144754" y="1750949"/>
                  </a:lnTo>
                  <a:lnTo>
                    <a:pt x="145427" y="1750339"/>
                  </a:lnTo>
                  <a:lnTo>
                    <a:pt x="160528" y="1746123"/>
                  </a:lnTo>
                  <a:lnTo>
                    <a:pt x="161798" y="1745742"/>
                  </a:lnTo>
                  <a:lnTo>
                    <a:pt x="162941" y="1745234"/>
                  </a:lnTo>
                  <a:lnTo>
                    <a:pt x="169037" y="1742694"/>
                  </a:lnTo>
                  <a:lnTo>
                    <a:pt x="169799" y="1742313"/>
                  </a:lnTo>
                  <a:lnTo>
                    <a:pt x="175768" y="1738376"/>
                  </a:lnTo>
                  <a:lnTo>
                    <a:pt x="176911" y="1737487"/>
                  </a:lnTo>
                  <a:lnTo>
                    <a:pt x="177419" y="1736979"/>
                  </a:lnTo>
                  <a:lnTo>
                    <a:pt x="184023" y="1730883"/>
                  </a:lnTo>
                  <a:lnTo>
                    <a:pt x="189738" y="1724025"/>
                  </a:lnTo>
                  <a:lnTo>
                    <a:pt x="193332" y="1718945"/>
                  </a:lnTo>
                  <a:lnTo>
                    <a:pt x="194043" y="1717929"/>
                  </a:lnTo>
                  <a:lnTo>
                    <a:pt x="194945" y="1716659"/>
                  </a:lnTo>
                  <a:lnTo>
                    <a:pt x="216154" y="1673352"/>
                  </a:lnTo>
                  <a:lnTo>
                    <a:pt x="230251" y="1631569"/>
                  </a:lnTo>
                  <a:lnTo>
                    <a:pt x="242824" y="1582420"/>
                  </a:lnTo>
                  <a:lnTo>
                    <a:pt x="254000" y="1526921"/>
                  </a:lnTo>
                  <a:lnTo>
                    <a:pt x="263271" y="1466215"/>
                  </a:lnTo>
                  <a:lnTo>
                    <a:pt x="268351" y="1423416"/>
                  </a:lnTo>
                  <a:lnTo>
                    <a:pt x="272415" y="1379347"/>
                  </a:lnTo>
                  <a:lnTo>
                    <a:pt x="275463" y="1334008"/>
                  </a:lnTo>
                  <a:lnTo>
                    <a:pt x="277368" y="1287653"/>
                  </a:lnTo>
                  <a:lnTo>
                    <a:pt x="278003" y="1242187"/>
                  </a:lnTo>
                  <a:close/>
                </a:path>
                <a:path w="2493645" h="2437765">
                  <a:moveTo>
                    <a:pt x="777875" y="1242187"/>
                  </a:moveTo>
                  <a:lnTo>
                    <a:pt x="749300" y="1241679"/>
                  </a:lnTo>
                  <a:lnTo>
                    <a:pt x="748639" y="1288034"/>
                  </a:lnTo>
                  <a:lnTo>
                    <a:pt x="746887" y="1332865"/>
                  </a:lnTo>
                  <a:lnTo>
                    <a:pt x="743839" y="1377315"/>
                  </a:lnTo>
                  <a:lnTo>
                    <a:pt x="739775" y="1420876"/>
                  </a:lnTo>
                  <a:lnTo>
                    <a:pt x="734695" y="1462786"/>
                  </a:lnTo>
                  <a:lnTo>
                    <a:pt x="728853" y="1502918"/>
                  </a:lnTo>
                  <a:lnTo>
                    <a:pt x="722249" y="1540891"/>
                  </a:lnTo>
                  <a:lnTo>
                    <a:pt x="710819" y="1592961"/>
                  </a:lnTo>
                  <a:lnTo>
                    <a:pt x="698246" y="1637919"/>
                  </a:lnTo>
                  <a:lnTo>
                    <a:pt x="684657" y="1674622"/>
                  </a:lnTo>
                  <a:lnTo>
                    <a:pt x="661924" y="1712468"/>
                  </a:lnTo>
                  <a:lnTo>
                    <a:pt x="654596" y="1717713"/>
                  </a:lnTo>
                  <a:lnTo>
                    <a:pt x="654596" y="1718043"/>
                  </a:lnTo>
                  <a:lnTo>
                    <a:pt x="654596" y="1717713"/>
                  </a:lnTo>
                  <a:lnTo>
                    <a:pt x="653542" y="1718170"/>
                  </a:lnTo>
                  <a:lnTo>
                    <a:pt x="645033" y="1719199"/>
                  </a:lnTo>
                  <a:lnTo>
                    <a:pt x="642493" y="1719707"/>
                  </a:lnTo>
                  <a:lnTo>
                    <a:pt x="641350" y="1720215"/>
                  </a:lnTo>
                  <a:lnTo>
                    <a:pt x="636016" y="1722374"/>
                  </a:lnTo>
                  <a:lnTo>
                    <a:pt x="635254" y="1722755"/>
                  </a:lnTo>
                  <a:lnTo>
                    <a:pt x="634365" y="1723263"/>
                  </a:lnTo>
                  <a:lnTo>
                    <a:pt x="628523" y="1727200"/>
                  </a:lnTo>
                  <a:lnTo>
                    <a:pt x="627888" y="1727581"/>
                  </a:lnTo>
                  <a:lnTo>
                    <a:pt x="627253" y="1728089"/>
                  </a:lnTo>
                  <a:lnTo>
                    <a:pt x="626745" y="1728597"/>
                  </a:lnTo>
                  <a:lnTo>
                    <a:pt x="621538" y="1733296"/>
                  </a:lnTo>
                  <a:lnTo>
                    <a:pt x="598424" y="1768348"/>
                  </a:lnTo>
                  <a:lnTo>
                    <a:pt x="583438" y="1804924"/>
                  </a:lnTo>
                  <a:lnTo>
                    <a:pt x="569849" y="1849247"/>
                  </a:lnTo>
                  <a:lnTo>
                    <a:pt x="557657" y="1900682"/>
                  </a:lnTo>
                  <a:lnTo>
                    <a:pt x="550418" y="1938274"/>
                  </a:lnTo>
                  <a:lnTo>
                    <a:pt x="541020" y="1998980"/>
                  </a:lnTo>
                  <a:lnTo>
                    <a:pt x="535940" y="2041537"/>
                  </a:lnTo>
                  <a:lnTo>
                    <a:pt x="531749" y="2085721"/>
                  </a:lnTo>
                  <a:lnTo>
                    <a:pt x="528701" y="2130933"/>
                  </a:lnTo>
                  <a:lnTo>
                    <a:pt x="528497" y="2137422"/>
                  </a:lnTo>
                  <a:lnTo>
                    <a:pt x="499872" y="2136648"/>
                  </a:lnTo>
                  <a:lnTo>
                    <a:pt x="540512" y="2223516"/>
                  </a:lnTo>
                  <a:lnTo>
                    <a:pt x="578345" y="2152523"/>
                  </a:lnTo>
                  <a:lnTo>
                    <a:pt x="585597" y="2138934"/>
                  </a:lnTo>
                  <a:lnTo>
                    <a:pt x="557098" y="2138184"/>
                  </a:lnTo>
                  <a:lnTo>
                    <a:pt x="557276" y="2132965"/>
                  </a:lnTo>
                  <a:lnTo>
                    <a:pt x="560324" y="2088388"/>
                  </a:lnTo>
                  <a:lnTo>
                    <a:pt x="564261" y="2044954"/>
                  </a:lnTo>
                  <a:lnTo>
                    <a:pt x="569341" y="2003044"/>
                  </a:lnTo>
                  <a:lnTo>
                    <a:pt x="575183" y="1962785"/>
                  </a:lnTo>
                  <a:lnTo>
                    <a:pt x="581914" y="1924812"/>
                  </a:lnTo>
                  <a:lnTo>
                    <a:pt x="593217" y="1872869"/>
                  </a:lnTo>
                  <a:lnTo>
                    <a:pt x="605790" y="1827911"/>
                  </a:lnTo>
                  <a:lnTo>
                    <a:pt x="619252" y="1791462"/>
                  </a:lnTo>
                  <a:lnTo>
                    <a:pt x="640969" y="1754251"/>
                  </a:lnTo>
                  <a:lnTo>
                    <a:pt x="644626" y="1750949"/>
                  </a:lnTo>
                  <a:lnTo>
                    <a:pt x="645299" y="1750339"/>
                  </a:lnTo>
                  <a:lnTo>
                    <a:pt x="660400" y="1746123"/>
                  </a:lnTo>
                  <a:lnTo>
                    <a:pt x="661670" y="1745742"/>
                  </a:lnTo>
                  <a:lnTo>
                    <a:pt x="662813" y="1745234"/>
                  </a:lnTo>
                  <a:lnTo>
                    <a:pt x="668909" y="1742694"/>
                  </a:lnTo>
                  <a:lnTo>
                    <a:pt x="669671" y="1742313"/>
                  </a:lnTo>
                  <a:lnTo>
                    <a:pt x="675640" y="1738376"/>
                  </a:lnTo>
                  <a:lnTo>
                    <a:pt x="676783" y="1737487"/>
                  </a:lnTo>
                  <a:lnTo>
                    <a:pt x="677291" y="1736979"/>
                  </a:lnTo>
                  <a:lnTo>
                    <a:pt x="683895" y="1730883"/>
                  </a:lnTo>
                  <a:lnTo>
                    <a:pt x="689610" y="1724025"/>
                  </a:lnTo>
                  <a:lnTo>
                    <a:pt x="693204" y="1718945"/>
                  </a:lnTo>
                  <a:lnTo>
                    <a:pt x="693915" y="1717929"/>
                  </a:lnTo>
                  <a:lnTo>
                    <a:pt x="694817" y="1716659"/>
                  </a:lnTo>
                  <a:lnTo>
                    <a:pt x="716026" y="1673352"/>
                  </a:lnTo>
                  <a:lnTo>
                    <a:pt x="730123" y="1631569"/>
                  </a:lnTo>
                  <a:lnTo>
                    <a:pt x="742696" y="1582420"/>
                  </a:lnTo>
                  <a:lnTo>
                    <a:pt x="753872" y="1526921"/>
                  </a:lnTo>
                  <a:lnTo>
                    <a:pt x="763143" y="1466215"/>
                  </a:lnTo>
                  <a:lnTo>
                    <a:pt x="768223" y="1423416"/>
                  </a:lnTo>
                  <a:lnTo>
                    <a:pt x="772287" y="1379347"/>
                  </a:lnTo>
                  <a:lnTo>
                    <a:pt x="775335" y="1334008"/>
                  </a:lnTo>
                  <a:lnTo>
                    <a:pt x="777240" y="1287653"/>
                  </a:lnTo>
                  <a:lnTo>
                    <a:pt x="777875" y="1242187"/>
                  </a:lnTo>
                  <a:close/>
                </a:path>
                <a:path w="2493645" h="2437765">
                  <a:moveTo>
                    <a:pt x="1250315" y="1242187"/>
                  </a:moveTo>
                  <a:lnTo>
                    <a:pt x="1221740" y="1241679"/>
                  </a:lnTo>
                  <a:lnTo>
                    <a:pt x="1221079" y="1288034"/>
                  </a:lnTo>
                  <a:lnTo>
                    <a:pt x="1219327" y="1332865"/>
                  </a:lnTo>
                  <a:lnTo>
                    <a:pt x="1216279" y="1377315"/>
                  </a:lnTo>
                  <a:lnTo>
                    <a:pt x="1212215" y="1420876"/>
                  </a:lnTo>
                  <a:lnTo>
                    <a:pt x="1207135" y="1462786"/>
                  </a:lnTo>
                  <a:lnTo>
                    <a:pt x="1201293" y="1502918"/>
                  </a:lnTo>
                  <a:lnTo>
                    <a:pt x="1194689" y="1540891"/>
                  </a:lnTo>
                  <a:lnTo>
                    <a:pt x="1183259" y="1592961"/>
                  </a:lnTo>
                  <a:lnTo>
                    <a:pt x="1170686" y="1637919"/>
                  </a:lnTo>
                  <a:lnTo>
                    <a:pt x="1157097" y="1674622"/>
                  </a:lnTo>
                  <a:lnTo>
                    <a:pt x="1134364" y="1712468"/>
                  </a:lnTo>
                  <a:lnTo>
                    <a:pt x="1127036" y="1717713"/>
                  </a:lnTo>
                  <a:lnTo>
                    <a:pt x="1127036" y="1718043"/>
                  </a:lnTo>
                  <a:lnTo>
                    <a:pt x="1127036" y="1717713"/>
                  </a:lnTo>
                  <a:lnTo>
                    <a:pt x="1125982" y="1718170"/>
                  </a:lnTo>
                  <a:lnTo>
                    <a:pt x="1117473" y="1719199"/>
                  </a:lnTo>
                  <a:lnTo>
                    <a:pt x="1114933" y="1719707"/>
                  </a:lnTo>
                  <a:lnTo>
                    <a:pt x="1113790" y="1720215"/>
                  </a:lnTo>
                  <a:lnTo>
                    <a:pt x="1108456" y="1722374"/>
                  </a:lnTo>
                  <a:lnTo>
                    <a:pt x="1107694" y="1722755"/>
                  </a:lnTo>
                  <a:lnTo>
                    <a:pt x="1106805" y="1723263"/>
                  </a:lnTo>
                  <a:lnTo>
                    <a:pt x="1100963" y="1727200"/>
                  </a:lnTo>
                  <a:lnTo>
                    <a:pt x="1100328" y="1727581"/>
                  </a:lnTo>
                  <a:lnTo>
                    <a:pt x="1099693" y="1728089"/>
                  </a:lnTo>
                  <a:lnTo>
                    <a:pt x="1099185" y="1728597"/>
                  </a:lnTo>
                  <a:lnTo>
                    <a:pt x="1093978" y="1733296"/>
                  </a:lnTo>
                  <a:lnTo>
                    <a:pt x="1070864" y="1768348"/>
                  </a:lnTo>
                  <a:lnTo>
                    <a:pt x="1055878" y="1804924"/>
                  </a:lnTo>
                  <a:lnTo>
                    <a:pt x="1042289" y="1849247"/>
                  </a:lnTo>
                  <a:lnTo>
                    <a:pt x="1030097" y="1900682"/>
                  </a:lnTo>
                  <a:lnTo>
                    <a:pt x="1022858" y="1938274"/>
                  </a:lnTo>
                  <a:lnTo>
                    <a:pt x="1013460" y="1998980"/>
                  </a:lnTo>
                  <a:lnTo>
                    <a:pt x="1008380" y="2041537"/>
                  </a:lnTo>
                  <a:lnTo>
                    <a:pt x="1004189" y="2085721"/>
                  </a:lnTo>
                  <a:lnTo>
                    <a:pt x="1001141" y="2130933"/>
                  </a:lnTo>
                  <a:lnTo>
                    <a:pt x="1000937" y="2137422"/>
                  </a:lnTo>
                  <a:lnTo>
                    <a:pt x="972312" y="2136648"/>
                  </a:lnTo>
                  <a:lnTo>
                    <a:pt x="1012952" y="2223516"/>
                  </a:lnTo>
                  <a:lnTo>
                    <a:pt x="1050785" y="2152523"/>
                  </a:lnTo>
                  <a:lnTo>
                    <a:pt x="1058037" y="2138934"/>
                  </a:lnTo>
                  <a:lnTo>
                    <a:pt x="1029538" y="2138184"/>
                  </a:lnTo>
                  <a:lnTo>
                    <a:pt x="1029716" y="2132965"/>
                  </a:lnTo>
                  <a:lnTo>
                    <a:pt x="1032764" y="2088388"/>
                  </a:lnTo>
                  <a:lnTo>
                    <a:pt x="1036701" y="2044954"/>
                  </a:lnTo>
                  <a:lnTo>
                    <a:pt x="1041781" y="2003044"/>
                  </a:lnTo>
                  <a:lnTo>
                    <a:pt x="1047623" y="1962785"/>
                  </a:lnTo>
                  <a:lnTo>
                    <a:pt x="1054354" y="1924812"/>
                  </a:lnTo>
                  <a:lnTo>
                    <a:pt x="1065657" y="1872869"/>
                  </a:lnTo>
                  <a:lnTo>
                    <a:pt x="1078230" y="1827911"/>
                  </a:lnTo>
                  <a:lnTo>
                    <a:pt x="1091692" y="1791462"/>
                  </a:lnTo>
                  <a:lnTo>
                    <a:pt x="1113409" y="1754251"/>
                  </a:lnTo>
                  <a:lnTo>
                    <a:pt x="1117066" y="1750949"/>
                  </a:lnTo>
                  <a:lnTo>
                    <a:pt x="1117739" y="1750339"/>
                  </a:lnTo>
                  <a:lnTo>
                    <a:pt x="1132840" y="1746123"/>
                  </a:lnTo>
                  <a:lnTo>
                    <a:pt x="1134110" y="1745742"/>
                  </a:lnTo>
                  <a:lnTo>
                    <a:pt x="1135253" y="1745234"/>
                  </a:lnTo>
                  <a:lnTo>
                    <a:pt x="1141349" y="1742694"/>
                  </a:lnTo>
                  <a:lnTo>
                    <a:pt x="1142111" y="1742313"/>
                  </a:lnTo>
                  <a:lnTo>
                    <a:pt x="1148080" y="1738376"/>
                  </a:lnTo>
                  <a:lnTo>
                    <a:pt x="1149223" y="1737487"/>
                  </a:lnTo>
                  <a:lnTo>
                    <a:pt x="1149731" y="1736979"/>
                  </a:lnTo>
                  <a:lnTo>
                    <a:pt x="1156335" y="1730883"/>
                  </a:lnTo>
                  <a:lnTo>
                    <a:pt x="1162050" y="1724025"/>
                  </a:lnTo>
                  <a:lnTo>
                    <a:pt x="1165644" y="1718945"/>
                  </a:lnTo>
                  <a:lnTo>
                    <a:pt x="1166355" y="1717929"/>
                  </a:lnTo>
                  <a:lnTo>
                    <a:pt x="1167257" y="1716659"/>
                  </a:lnTo>
                  <a:lnTo>
                    <a:pt x="1188466" y="1673352"/>
                  </a:lnTo>
                  <a:lnTo>
                    <a:pt x="1202563" y="1631569"/>
                  </a:lnTo>
                  <a:lnTo>
                    <a:pt x="1215136" y="1582420"/>
                  </a:lnTo>
                  <a:lnTo>
                    <a:pt x="1226312" y="1526921"/>
                  </a:lnTo>
                  <a:lnTo>
                    <a:pt x="1235583" y="1466215"/>
                  </a:lnTo>
                  <a:lnTo>
                    <a:pt x="1240663" y="1423416"/>
                  </a:lnTo>
                  <a:lnTo>
                    <a:pt x="1244727" y="1379347"/>
                  </a:lnTo>
                  <a:lnTo>
                    <a:pt x="1247775" y="1334008"/>
                  </a:lnTo>
                  <a:lnTo>
                    <a:pt x="1249680" y="1287653"/>
                  </a:lnTo>
                  <a:lnTo>
                    <a:pt x="1250315" y="1242187"/>
                  </a:lnTo>
                  <a:close/>
                </a:path>
                <a:path w="2493645" h="2437765">
                  <a:moveTo>
                    <a:pt x="2129536" y="2348230"/>
                  </a:moveTo>
                  <a:lnTo>
                    <a:pt x="2100224" y="2350719"/>
                  </a:lnTo>
                  <a:lnTo>
                    <a:pt x="2096135" y="2323846"/>
                  </a:lnTo>
                  <a:lnTo>
                    <a:pt x="2089658" y="2297303"/>
                  </a:lnTo>
                  <a:lnTo>
                    <a:pt x="2073402" y="2247519"/>
                  </a:lnTo>
                  <a:lnTo>
                    <a:pt x="2053082" y="2203704"/>
                  </a:lnTo>
                  <a:lnTo>
                    <a:pt x="2029587" y="2167763"/>
                  </a:lnTo>
                  <a:lnTo>
                    <a:pt x="1995170" y="2135632"/>
                  </a:lnTo>
                  <a:lnTo>
                    <a:pt x="1956943" y="2123313"/>
                  </a:lnTo>
                  <a:lnTo>
                    <a:pt x="1952117" y="2123059"/>
                  </a:lnTo>
                  <a:lnTo>
                    <a:pt x="1947418" y="2122297"/>
                  </a:lnTo>
                  <a:lnTo>
                    <a:pt x="1910207" y="2096262"/>
                  </a:lnTo>
                  <a:lnTo>
                    <a:pt x="1883791" y="2057654"/>
                  </a:lnTo>
                  <a:lnTo>
                    <a:pt x="1864995" y="2017268"/>
                  </a:lnTo>
                  <a:lnTo>
                    <a:pt x="1849755" y="1970405"/>
                  </a:lnTo>
                  <a:lnTo>
                    <a:pt x="1838579" y="1919224"/>
                  </a:lnTo>
                  <a:lnTo>
                    <a:pt x="1832610" y="1865503"/>
                  </a:lnTo>
                  <a:lnTo>
                    <a:pt x="1831848" y="1837436"/>
                  </a:lnTo>
                  <a:lnTo>
                    <a:pt x="1803400" y="1838198"/>
                  </a:lnTo>
                  <a:lnTo>
                    <a:pt x="1806575" y="1894967"/>
                  </a:lnTo>
                  <a:lnTo>
                    <a:pt x="1815465" y="1950593"/>
                  </a:lnTo>
                  <a:lnTo>
                    <a:pt x="1829435" y="2002536"/>
                  </a:lnTo>
                  <a:lnTo>
                    <a:pt x="1847723" y="2049526"/>
                  </a:lnTo>
                  <a:lnTo>
                    <a:pt x="1869643" y="2089658"/>
                  </a:lnTo>
                  <a:lnTo>
                    <a:pt x="1894713" y="2121535"/>
                  </a:lnTo>
                  <a:lnTo>
                    <a:pt x="1930527" y="2146681"/>
                  </a:lnTo>
                  <a:lnTo>
                    <a:pt x="1961388" y="2152269"/>
                  </a:lnTo>
                  <a:lnTo>
                    <a:pt x="1966214" y="2153285"/>
                  </a:lnTo>
                  <a:lnTo>
                    <a:pt x="2002155" y="2179447"/>
                  </a:lnTo>
                  <a:lnTo>
                    <a:pt x="2028571" y="2218309"/>
                  </a:lnTo>
                  <a:lnTo>
                    <a:pt x="2047113" y="2258695"/>
                  </a:lnTo>
                  <a:lnTo>
                    <a:pt x="2062226" y="2305304"/>
                  </a:lnTo>
                  <a:lnTo>
                    <a:pt x="2071674" y="2353145"/>
                  </a:lnTo>
                  <a:lnTo>
                    <a:pt x="2044192" y="2355469"/>
                  </a:lnTo>
                  <a:lnTo>
                    <a:pt x="2094103" y="2437231"/>
                  </a:lnTo>
                  <a:lnTo>
                    <a:pt x="2121585" y="2368169"/>
                  </a:lnTo>
                  <a:lnTo>
                    <a:pt x="2129536" y="2348230"/>
                  </a:lnTo>
                  <a:close/>
                </a:path>
                <a:path w="2493645" h="2437765">
                  <a:moveTo>
                    <a:pt x="2493391" y="31877"/>
                  </a:moveTo>
                  <a:lnTo>
                    <a:pt x="2478608" y="26670"/>
                  </a:lnTo>
                  <a:lnTo>
                    <a:pt x="2402967" y="0"/>
                  </a:lnTo>
                  <a:lnTo>
                    <a:pt x="2406650" y="29108"/>
                  </a:lnTo>
                  <a:lnTo>
                    <a:pt x="2364105" y="41021"/>
                  </a:lnTo>
                  <a:lnTo>
                    <a:pt x="2304923" y="67945"/>
                  </a:lnTo>
                  <a:lnTo>
                    <a:pt x="2251837" y="102743"/>
                  </a:lnTo>
                  <a:lnTo>
                    <a:pt x="2217420" y="133096"/>
                  </a:lnTo>
                  <a:lnTo>
                    <a:pt x="2188210" y="166751"/>
                  </a:lnTo>
                  <a:lnTo>
                    <a:pt x="2165223" y="202946"/>
                  </a:lnTo>
                  <a:lnTo>
                    <a:pt x="2149475" y="241173"/>
                  </a:lnTo>
                  <a:lnTo>
                    <a:pt x="2141728" y="280924"/>
                  </a:lnTo>
                  <a:lnTo>
                    <a:pt x="2141296" y="294386"/>
                  </a:lnTo>
                  <a:lnTo>
                    <a:pt x="2140966" y="304419"/>
                  </a:lnTo>
                  <a:lnTo>
                    <a:pt x="2130679" y="349250"/>
                  </a:lnTo>
                  <a:lnTo>
                    <a:pt x="2107565" y="393077"/>
                  </a:lnTo>
                  <a:lnTo>
                    <a:pt x="2082800" y="424434"/>
                  </a:lnTo>
                  <a:lnTo>
                    <a:pt x="2041652" y="462280"/>
                  </a:lnTo>
                  <a:lnTo>
                    <a:pt x="1992376" y="494538"/>
                  </a:lnTo>
                  <a:lnTo>
                    <a:pt x="1951228" y="514223"/>
                  </a:lnTo>
                  <a:lnTo>
                    <a:pt x="1908048" y="528955"/>
                  </a:lnTo>
                  <a:lnTo>
                    <a:pt x="1863344" y="538226"/>
                  </a:lnTo>
                  <a:lnTo>
                    <a:pt x="1817243" y="541528"/>
                  </a:lnTo>
                  <a:lnTo>
                    <a:pt x="1818005" y="569976"/>
                  </a:lnTo>
                  <a:lnTo>
                    <a:pt x="1866646" y="566674"/>
                  </a:lnTo>
                  <a:lnTo>
                    <a:pt x="1915033" y="556641"/>
                  </a:lnTo>
                  <a:lnTo>
                    <a:pt x="1961642" y="540893"/>
                  </a:lnTo>
                  <a:lnTo>
                    <a:pt x="2005203" y="520192"/>
                  </a:lnTo>
                  <a:lnTo>
                    <a:pt x="2058289" y="485521"/>
                  </a:lnTo>
                  <a:lnTo>
                    <a:pt x="2093087" y="455041"/>
                  </a:lnTo>
                  <a:lnTo>
                    <a:pt x="2122424" y="421513"/>
                  </a:lnTo>
                  <a:lnTo>
                    <a:pt x="2145538" y="385445"/>
                  </a:lnTo>
                  <a:lnTo>
                    <a:pt x="2161413" y="347345"/>
                  </a:lnTo>
                  <a:lnTo>
                    <a:pt x="2169287" y="307721"/>
                  </a:lnTo>
                  <a:lnTo>
                    <a:pt x="2169833" y="293243"/>
                  </a:lnTo>
                  <a:lnTo>
                    <a:pt x="2170303" y="282067"/>
                  </a:lnTo>
                  <a:lnTo>
                    <a:pt x="2180844" y="237617"/>
                  </a:lnTo>
                  <a:lnTo>
                    <a:pt x="2203958" y="193802"/>
                  </a:lnTo>
                  <a:lnTo>
                    <a:pt x="2228723" y="162814"/>
                  </a:lnTo>
                  <a:lnTo>
                    <a:pt x="2270379" y="124587"/>
                  </a:lnTo>
                  <a:lnTo>
                    <a:pt x="2319655" y="92456"/>
                  </a:lnTo>
                  <a:lnTo>
                    <a:pt x="2360295" y="73152"/>
                  </a:lnTo>
                  <a:lnTo>
                    <a:pt x="2403602" y="58547"/>
                  </a:lnTo>
                  <a:lnTo>
                    <a:pt x="2410244" y="57416"/>
                  </a:lnTo>
                  <a:lnTo>
                    <a:pt x="2413762" y="85090"/>
                  </a:lnTo>
                  <a:lnTo>
                    <a:pt x="2493391" y="31877"/>
                  </a:lnTo>
                  <a:close/>
                </a:path>
              </a:pathLst>
            </a:custGeom>
            <a:solidFill>
              <a:srgbClr val="0073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76680" y="3316985"/>
            <a:ext cx="4584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739F"/>
                </a:solidFill>
                <a:latin typeface="Arial"/>
                <a:cs typeface="Arial"/>
              </a:rPr>
              <a:t>I</a:t>
            </a:r>
            <a:r>
              <a:rPr sz="1400" b="1" spc="-30" dirty="0">
                <a:solidFill>
                  <a:srgbClr val="00739F"/>
                </a:solidFill>
                <a:latin typeface="Arial"/>
                <a:cs typeface="Arial"/>
              </a:rPr>
              <a:t>n</a:t>
            </a:r>
            <a:r>
              <a:rPr sz="1400" b="1" spc="5" dirty="0">
                <a:solidFill>
                  <a:srgbClr val="00739F"/>
                </a:solidFill>
                <a:latin typeface="Arial"/>
                <a:cs typeface="Arial"/>
              </a:rPr>
              <a:t>put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36926" y="3727500"/>
            <a:ext cx="11633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739F"/>
                </a:solidFill>
                <a:latin typeface="Arial"/>
                <a:cs typeface="Arial"/>
              </a:rPr>
              <a:t>Shift</a:t>
            </a:r>
            <a:r>
              <a:rPr sz="1400" b="1" spc="-80" dirty="0">
                <a:solidFill>
                  <a:srgbClr val="00739F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00739F"/>
                </a:solidFill>
                <a:latin typeface="Arial"/>
                <a:cs typeface="Arial"/>
              </a:rPr>
              <a:t>Register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34280" y="3852468"/>
            <a:ext cx="10985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35" dirty="0">
                <a:solidFill>
                  <a:srgbClr val="00739F"/>
                </a:solidFill>
                <a:latin typeface="Arial"/>
                <a:cs typeface="Arial"/>
              </a:rPr>
              <a:t>Mod-2</a:t>
            </a:r>
            <a:r>
              <a:rPr sz="1400" b="1" spc="-80" dirty="0">
                <a:solidFill>
                  <a:srgbClr val="00739F"/>
                </a:solidFill>
                <a:latin typeface="Arial"/>
                <a:cs typeface="Arial"/>
              </a:rPr>
              <a:t> </a:t>
            </a:r>
            <a:r>
              <a:rPr sz="1400" b="1" spc="-15" dirty="0">
                <a:solidFill>
                  <a:srgbClr val="00739F"/>
                </a:solidFill>
                <a:latin typeface="Arial"/>
                <a:cs typeface="Arial"/>
              </a:rPr>
              <a:t>adder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814567" y="1793494"/>
            <a:ext cx="1045210" cy="640715"/>
          </a:xfrm>
          <a:custGeom>
            <a:avLst/>
            <a:gdLst/>
            <a:ahLst/>
            <a:cxnLst/>
            <a:rect l="l" t="t" r="r" b="b"/>
            <a:pathLst>
              <a:path w="1045209" h="640714">
                <a:moveTo>
                  <a:pt x="958323" y="28922"/>
                </a:moveTo>
                <a:lnTo>
                  <a:pt x="896620" y="38226"/>
                </a:lnTo>
                <a:lnTo>
                  <a:pt x="849249" y="49148"/>
                </a:lnTo>
                <a:lnTo>
                  <a:pt x="803275" y="62610"/>
                </a:lnTo>
                <a:lnTo>
                  <a:pt x="759333" y="78739"/>
                </a:lnTo>
                <a:lnTo>
                  <a:pt x="717550" y="97027"/>
                </a:lnTo>
                <a:lnTo>
                  <a:pt x="678561" y="117220"/>
                </a:lnTo>
                <a:lnTo>
                  <a:pt x="642493" y="139318"/>
                </a:lnTo>
                <a:lnTo>
                  <a:pt x="609727" y="163067"/>
                </a:lnTo>
                <a:lnTo>
                  <a:pt x="580898" y="188340"/>
                </a:lnTo>
                <a:lnTo>
                  <a:pt x="545465" y="228853"/>
                </a:lnTo>
                <a:lnTo>
                  <a:pt x="520827" y="272033"/>
                </a:lnTo>
                <a:lnTo>
                  <a:pt x="509016" y="317245"/>
                </a:lnTo>
                <a:lnTo>
                  <a:pt x="507619" y="343407"/>
                </a:lnTo>
                <a:lnTo>
                  <a:pt x="505714" y="355599"/>
                </a:lnTo>
                <a:lnTo>
                  <a:pt x="491998" y="393064"/>
                </a:lnTo>
                <a:lnTo>
                  <a:pt x="466979" y="430402"/>
                </a:lnTo>
                <a:lnTo>
                  <a:pt x="431419" y="466597"/>
                </a:lnTo>
                <a:lnTo>
                  <a:pt x="386842" y="500506"/>
                </a:lnTo>
                <a:lnTo>
                  <a:pt x="352552" y="521461"/>
                </a:lnTo>
                <a:lnTo>
                  <a:pt x="315214" y="540892"/>
                </a:lnTo>
                <a:lnTo>
                  <a:pt x="275209" y="558291"/>
                </a:lnTo>
                <a:lnTo>
                  <a:pt x="232918" y="573785"/>
                </a:lnTo>
                <a:lnTo>
                  <a:pt x="188595" y="586866"/>
                </a:lnTo>
                <a:lnTo>
                  <a:pt x="142875" y="597280"/>
                </a:lnTo>
                <a:lnTo>
                  <a:pt x="96012" y="605154"/>
                </a:lnTo>
                <a:lnTo>
                  <a:pt x="48387" y="609980"/>
                </a:lnTo>
                <a:lnTo>
                  <a:pt x="0" y="611631"/>
                </a:lnTo>
                <a:lnTo>
                  <a:pt x="508" y="640206"/>
                </a:lnTo>
                <a:lnTo>
                  <a:pt x="49911" y="638555"/>
                </a:lnTo>
                <a:lnTo>
                  <a:pt x="99314" y="633602"/>
                </a:lnTo>
                <a:lnTo>
                  <a:pt x="147955" y="625474"/>
                </a:lnTo>
                <a:lnTo>
                  <a:pt x="195453" y="614552"/>
                </a:lnTo>
                <a:lnTo>
                  <a:pt x="241427" y="600963"/>
                </a:lnTo>
                <a:lnTo>
                  <a:pt x="285369" y="584961"/>
                </a:lnTo>
                <a:lnTo>
                  <a:pt x="327025" y="566800"/>
                </a:lnTo>
                <a:lnTo>
                  <a:pt x="366141" y="546607"/>
                </a:lnTo>
                <a:lnTo>
                  <a:pt x="402209" y="524509"/>
                </a:lnTo>
                <a:lnTo>
                  <a:pt x="434721" y="500887"/>
                </a:lnTo>
                <a:lnTo>
                  <a:pt x="463677" y="475614"/>
                </a:lnTo>
                <a:lnTo>
                  <a:pt x="498983" y="435482"/>
                </a:lnTo>
                <a:lnTo>
                  <a:pt x="523748" y="392810"/>
                </a:lnTo>
                <a:lnTo>
                  <a:pt x="535813" y="347852"/>
                </a:lnTo>
                <a:lnTo>
                  <a:pt x="537591" y="318769"/>
                </a:lnTo>
                <a:lnTo>
                  <a:pt x="539623" y="306577"/>
                </a:lnTo>
                <a:lnTo>
                  <a:pt x="553466" y="269493"/>
                </a:lnTo>
                <a:lnTo>
                  <a:pt x="578612" y="232536"/>
                </a:lnTo>
                <a:lnTo>
                  <a:pt x="614172" y="196595"/>
                </a:lnTo>
                <a:lnTo>
                  <a:pt x="658749" y="162813"/>
                </a:lnTo>
                <a:lnTo>
                  <a:pt x="693038" y="141858"/>
                </a:lnTo>
                <a:lnTo>
                  <a:pt x="730250" y="122554"/>
                </a:lnTo>
                <a:lnTo>
                  <a:pt x="770382" y="105028"/>
                </a:lnTo>
                <a:lnTo>
                  <a:pt x="812673" y="89661"/>
                </a:lnTo>
                <a:lnTo>
                  <a:pt x="856868" y="76707"/>
                </a:lnTo>
                <a:lnTo>
                  <a:pt x="902588" y="66166"/>
                </a:lnTo>
                <a:lnTo>
                  <a:pt x="949452" y="58292"/>
                </a:lnTo>
                <a:lnTo>
                  <a:pt x="960054" y="57387"/>
                </a:lnTo>
                <a:lnTo>
                  <a:pt x="958323" y="28922"/>
                </a:lnTo>
                <a:close/>
              </a:path>
              <a:path w="1045209" h="640714">
                <a:moveTo>
                  <a:pt x="1021476" y="27685"/>
                </a:moveTo>
                <a:lnTo>
                  <a:pt x="972185" y="27685"/>
                </a:lnTo>
                <a:lnTo>
                  <a:pt x="974725" y="56133"/>
                </a:lnTo>
                <a:lnTo>
                  <a:pt x="960054" y="57387"/>
                </a:lnTo>
                <a:lnTo>
                  <a:pt x="961771" y="85597"/>
                </a:lnTo>
                <a:lnTo>
                  <a:pt x="1044702" y="37591"/>
                </a:lnTo>
                <a:lnTo>
                  <a:pt x="1021476" y="27685"/>
                </a:lnTo>
                <a:close/>
              </a:path>
              <a:path w="1045209" h="640714">
                <a:moveTo>
                  <a:pt x="972185" y="27685"/>
                </a:moveTo>
                <a:lnTo>
                  <a:pt x="958323" y="28922"/>
                </a:lnTo>
                <a:lnTo>
                  <a:pt x="960054" y="57387"/>
                </a:lnTo>
                <a:lnTo>
                  <a:pt x="974725" y="56133"/>
                </a:lnTo>
                <a:lnTo>
                  <a:pt x="972185" y="27685"/>
                </a:lnTo>
                <a:close/>
              </a:path>
              <a:path w="1045209" h="640714">
                <a:moveTo>
                  <a:pt x="956563" y="0"/>
                </a:moveTo>
                <a:lnTo>
                  <a:pt x="958323" y="28922"/>
                </a:lnTo>
                <a:lnTo>
                  <a:pt x="972185" y="27685"/>
                </a:lnTo>
                <a:lnTo>
                  <a:pt x="1021476" y="27685"/>
                </a:lnTo>
                <a:lnTo>
                  <a:pt x="956563" y="0"/>
                </a:lnTo>
                <a:close/>
              </a:path>
            </a:pathLst>
          </a:custGeom>
          <a:solidFill>
            <a:srgbClr val="0073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458205" y="1296670"/>
            <a:ext cx="2040889" cy="618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35" dirty="0">
                <a:solidFill>
                  <a:srgbClr val="00739F"/>
                </a:solidFill>
                <a:latin typeface="Arial"/>
                <a:cs typeface="Arial"/>
              </a:rPr>
              <a:t>Mod-2</a:t>
            </a:r>
            <a:r>
              <a:rPr sz="1400" b="1" spc="-55" dirty="0">
                <a:solidFill>
                  <a:srgbClr val="00739F"/>
                </a:solidFill>
                <a:latin typeface="Arial"/>
                <a:cs typeface="Arial"/>
              </a:rPr>
              <a:t> </a:t>
            </a:r>
            <a:r>
              <a:rPr sz="1400" b="1" spc="-15" dirty="0">
                <a:solidFill>
                  <a:srgbClr val="00739F"/>
                </a:solidFill>
                <a:latin typeface="Arial"/>
                <a:cs typeface="Arial"/>
              </a:rPr>
              <a:t>adder</a:t>
            </a:r>
            <a:endParaRPr sz="14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300"/>
              </a:spcBef>
            </a:pPr>
            <a:r>
              <a:rPr sz="1400" b="1" spc="-10" dirty="0">
                <a:solidFill>
                  <a:srgbClr val="00739F"/>
                </a:solidFill>
                <a:latin typeface="Arial"/>
                <a:cs typeface="Arial"/>
              </a:rPr>
              <a:t>Switch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337300" y="2682494"/>
            <a:ext cx="1094740" cy="621030"/>
          </a:xfrm>
          <a:custGeom>
            <a:avLst/>
            <a:gdLst/>
            <a:ahLst/>
            <a:cxnLst/>
            <a:rect l="l" t="t" r="r" b="b"/>
            <a:pathLst>
              <a:path w="1094740" h="621029">
                <a:moveTo>
                  <a:pt x="1011427" y="535305"/>
                </a:moveTo>
                <a:lnTo>
                  <a:pt x="1009885" y="563397"/>
                </a:lnTo>
                <a:lnTo>
                  <a:pt x="1024508" y="564642"/>
                </a:lnTo>
                <a:lnTo>
                  <a:pt x="1022096" y="593089"/>
                </a:lnTo>
                <a:lnTo>
                  <a:pt x="1008255" y="593089"/>
                </a:lnTo>
                <a:lnTo>
                  <a:pt x="1006728" y="620903"/>
                </a:lnTo>
                <a:lnTo>
                  <a:pt x="1070671" y="593089"/>
                </a:lnTo>
                <a:lnTo>
                  <a:pt x="1022096" y="593089"/>
                </a:lnTo>
                <a:lnTo>
                  <a:pt x="1008320" y="591918"/>
                </a:lnTo>
                <a:lnTo>
                  <a:pt x="1073363" y="591918"/>
                </a:lnTo>
                <a:lnTo>
                  <a:pt x="1094613" y="582676"/>
                </a:lnTo>
                <a:lnTo>
                  <a:pt x="1011427" y="535305"/>
                </a:lnTo>
                <a:close/>
              </a:path>
              <a:path w="1094740" h="621029">
                <a:moveTo>
                  <a:pt x="1009885" y="563397"/>
                </a:moveTo>
                <a:lnTo>
                  <a:pt x="1008320" y="591918"/>
                </a:lnTo>
                <a:lnTo>
                  <a:pt x="1022096" y="593089"/>
                </a:lnTo>
                <a:lnTo>
                  <a:pt x="1024508" y="564642"/>
                </a:lnTo>
                <a:lnTo>
                  <a:pt x="1009885" y="563397"/>
                </a:lnTo>
                <a:close/>
              </a:path>
              <a:path w="1094740" h="621029">
                <a:moveTo>
                  <a:pt x="508" y="0"/>
                </a:moveTo>
                <a:lnTo>
                  <a:pt x="0" y="28448"/>
                </a:lnTo>
                <a:lnTo>
                  <a:pt x="25653" y="28829"/>
                </a:lnTo>
                <a:lnTo>
                  <a:pt x="50800" y="30099"/>
                </a:lnTo>
                <a:lnTo>
                  <a:pt x="100837" y="34798"/>
                </a:lnTo>
                <a:lnTo>
                  <a:pt x="149987" y="42418"/>
                </a:lnTo>
                <a:lnTo>
                  <a:pt x="198120" y="52578"/>
                </a:lnTo>
                <a:lnTo>
                  <a:pt x="244475" y="65278"/>
                </a:lnTo>
                <a:lnTo>
                  <a:pt x="288798" y="80137"/>
                </a:lnTo>
                <a:lnTo>
                  <a:pt x="330961" y="97155"/>
                </a:lnTo>
                <a:lnTo>
                  <a:pt x="370204" y="115824"/>
                </a:lnTo>
                <a:lnTo>
                  <a:pt x="406019" y="136144"/>
                </a:lnTo>
                <a:lnTo>
                  <a:pt x="438403" y="157733"/>
                </a:lnTo>
                <a:lnTo>
                  <a:pt x="478790" y="192150"/>
                </a:lnTo>
                <a:lnTo>
                  <a:pt x="508889" y="227837"/>
                </a:lnTo>
                <a:lnTo>
                  <a:pt x="527176" y="263906"/>
                </a:lnTo>
                <a:lnTo>
                  <a:pt x="533146" y="299338"/>
                </a:lnTo>
                <a:lnTo>
                  <a:pt x="533907" y="312547"/>
                </a:lnTo>
                <a:lnTo>
                  <a:pt x="546480" y="356869"/>
                </a:lnTo>
                <a:lnTo>
                  <a:pt x="572261" y="398653"/>
                </a:lnTo>
                <a:lnTo>
                  <a:pt x="609473" y="437769"/>
                </a:lnTo>
                <a:lnTo>
                  <a:pt x="639699" y="462153"/>
                </a:lnTo>
                <a:lnTo>
                  <a:pt x="673989" y="485013"/>
                </a:lnTo>
                <a:lnTo>
                  <a:pt x="711580" y="506349"/>
                </a:lnTo>
                <a:lnTo>
                  <a:pt x="752601" y="525907"/>
                </a:lnTo>
                <a:lnTo>
                  <a:pt x="796163" y="543560"/>
                </a:lnTo>
                <a:lnTo>
                  <a:pt x="842264" y="558926"/>
                </a:lnTo>
                <a:lnTo>
                  <a:pt x="890270" y="572135"/>
                </a:lnTo>
                <a:lnTo>
                  <a:pt x="939800" y="582549"/>
                </a:lnTo>
                <a:lnTo>
                  <a:pt x="990726" y="590423"/>
                </a:lnTo>
                <a:lnTo>
                  <a:pt x="1008320" y="591918"/>
                </a:lnTo>
                <a:lnTo>
                  <a:pt x="1009885" y="563397"/>
                </a:lnTo>
                <a:lnTo>
                  <a:pt x="994664" y="562101"/>
                </a:lnTo>
                <a:lnTo>
                  <a:pt x="969899" y="558673"/>
                </a:lnTo>
                <a:lnTo>
                  <a:pt x="921130" y="549782"/>
                </a:lnTo>
                <a:lnTo>
                  <a:pt x="873886" y="538353"/>
                </a:lnTo>
                <a:lnTo>
                  <a:pt x="828421" y="524637"/>
                </a:lnTo>
                <a:lnTo>
                  <a:pt x="785114" y="508635"/>
                </a:lnTo>
                <a:lnTo>
                  <a:pt x="744474" y="490855"/>
                </a:lnTo>
                <a:lnTo>
                  <a:pt x="706881" y="471297"/>
                </a:lnTo>
                <a:lnTo>
                  <a:pt x="672719" y="450342"/>
                </a:lnTo>
                <a:lnTo>
                  <a:pt x="629030" y="416941"/>
                </a:lnTo>
                <a:lnTo>
                  <a:pt x="595376" y="381888"/>
                </a:lnTo>
                <a:lnTo>
                  <a:pt x="573024" y="346201"/>
                </a:lnTo>
                <a:lnTo>
                  <a:pt x="561721" y="297561"/>
                </a:lnTo>
                <a:lnTo>
                  <a:pt x="560704" y="282701"/>
                </a:lnTo>
                <a:lnTo>
                  <a:pt x="547877" y="238760"/>
                </a:lnTo>
                <a:lnTo>
                  <a:pt x="521970" y="197357"/>
                </a:lnTo>
                <a:lnTo>
                  <a:pt x="484885" y="158623"/>
                </a:lnTo>
                <a:lnTo>
                  <a:pt x="454659" y="134366"/>
                </a:lnTo>
                <a:lnTo>
                  <a:pt x="420497" y="111506"/>
                </a:lnTo>
                <a:lnTo>
                  <a:pt x="382777" y="90169"/>
                </a:lnTo>
                <a:lnTo>
                  <a:pt x="342010" y="70738"/>
                </a:lnTo>
                <a:lnTo>
                  <a:pt x="298450" y="53212"/>
                </a:lnTo>
                <a:lnTo>
                  <a:pt x="252475" y="37845"/>
                </a:lnTo>
                <a:lnTo>
                  <a:pt x="204343" y="24637"/>
                </a:lnTo>
                <a:lnTo>
                  <a:pt x="154686" y="14224"/>
                </a:lnTo>
                <a:lnTo>
                  <a:pt x="103886" y="6350"/>
                </a:lnTo>
                <a:lnTo>
                  <a:pt x="52197" y="1524"/>
                </a:lnTo>
                <a:lnTo>
                  <a:pt x="26035" y="381"/>
                </a:lnTo>
                <a:lnTo>
                  <a:pt x="508" y="0"/>
                </a:lnTo>
                <a:close/>
              </a:path>
            </a:pathLst>
          </a:custGeom>
          <a:solidFill>
            <a:srgbClr val="0073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470775" y="3117342"/>
            <a:ext cx="6165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5" dirty="0">
                <a:solidFill>
                  <a:srgbClr val="00739F"/>
                </a:solidFill>
                <a:latin typeface="Arial"/>
                <a:cs typeface="Arial"/>
              </a:rPr>
              <a:t>Ou</a:t>
            </a:r>
            <a:r>
              <a:rPr sz="1400" b="1" spc="20" dirty="0">
                <a:solidFill>
                  <a:srgbClr val="00739F"/>
                </a:solidFill>
                <a:latin typeface="Arial"/>
                <a:cs typeface="Arial"/>
              </a:rPr>
              <a:t>tput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8F0D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19049" y="4861559"/>
            <a:ext cx="9182100" cy="302260"/>
            <a:chOff x="-19049" y="4861559"/>
            <a:chExt cx="9182100" cy="302260"/>
          </a:xfrm>
        </p:grpSpPr>
        <p:sp>
          <p:nvSpPr>
            <p:cNvPr id="4" name="object 4"/>
            <p:cNvSpPr/>
            <p:nvPr/>
          </p:nvSpPr>
          <p:spPr>
            <a:xfrm>
              <a:off x="7850886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1293114" y="262888"/>
                  </a:moveTo>
                  <a:lnTo>
                    <a:pt x="1293114" y="0"/>
                  </a:lnTo>
                  <a:lnTo>
                    <a:pt x="0" y="0"/>
                  </a:lnTo>
                  <a:lnTo>
                    <a:pt x="0" y="262888"/>
                  </a:lnTo>
                  <a:lnTo>
                    <a:pt x="1293114" y="262888"/>
                  </a:lnTo>
                  <a:close/>
                </a:path>
              </a:pathLst>
            </a:custGeom>
            <a:solidFill>
              <a:srgbClr val="157E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50886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1293114" y="0"/>
                  </a:moveTo>
                  <a:lnTo>
                    <a:pt x="0" y="0"/>
                  </a:lnTo>
                  <a:lnTo>
                    <a:pt x="0" y="26288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40246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1310640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40" y="263651"/>
                  </a:lnTo>
                  <a:lnTo>
                    <a:pt x="1310640" y="0"/>
                  </a:lnTo>
                  <a:close/>
                </a:path>
              </a:pathLst>
            </a:custGeom>
            <a:solidFill>
              <a:srgbClr val="49B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40246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0" y="263651"/>
                  </a:moveTo>
                  <a:lnTo>
                    <a:pt x="1310640" y="263651"/>
                  </a:lnTo>
                  <a:lnTo>
                    <a:pt x="1310640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28081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C0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28081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15917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0073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15917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05278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1310639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39" y="263651"/>
                  </a:lnTo>
                  <a:lnTo>
                    <a:pt x="1310639" y="0"/>
                  </a:lnTo>
                  <a:close/>
                </a:path>
              </a:pathLst>
            </a:custGeom>
            <a:solidFill>
              <a:srgbClr val="12AA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05278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0" y="263651"/>
                  </a:moveTo>
                  <a:lnTo>
                    <a:pt x="1310639" y="263651"/>
                  </a:lnTo>
                  <a:lnTo>
                    <a:pt x="1310639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93113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157B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93113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0" y="262888"/>
                  </a:moveTo>
                  <a:lnTo>
                    <a:pt x="1293113" y="262888"/>
                  </a:lnTo>
                  <a:lnTo>
                    <a:pt x="1293113" y="0"/>
                  </a:lnTo>
                  <a:lnTo>
                    <a:pt x="0" y="0"/>
                  </a:lnTo>
                  <a:lnTo>
                    <a:pt x="0" y="262888"/>
                  </a:lnTo>
                  <a:close/>
                </a:path>
              </a:pathLst>
            </a:custGeom>
            <a:solidFill>
              <a:srgbClr val="F78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1293113" y="262888"/>
                  </a:moveTo>
                  <a:lnTo>
                    <a:pt x="1293113" y="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40130" y="1559178"/>
            <a:ext cx="2901315" cy="2469907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1360"/>
              </a:spcBef>
              <a:buSzPct val="85714"/>
              <a:buAutoNum type="arabicPeriod"/>
              <a:tabLst>
                <a:tab pos="469265" algn="l"/>
                <a:tab pos="469900" algn="l"/>
              </a:tabLst>
            </a:pPr>
            <a:r>
              <a:rPr sz="2100" b="1" spc="-80" dirty="0">
                <a:latin typeface="Tahoma"/>
                <a:cs typeface="Tahoma"/>
              </a:rPr>
              <a:t>TABLE STATE</a:t>
            </a:r>
          </a:p>
          <a:p>
            <a:pPr marL="469265" indent="-457200">
              <a:lnSpc>
                <a:spcPct val="100000"/>
              </a:lnSpc>
              <a:spcBef>
                <a:spcPts val="1360"/>
              </a:spcBef>
              <a:buSzPct val="85714"/>
              <a:buAutoNum type="arabicPeriod"/>
              <a:tabLst>
                <a:tab pos="469265" algn="l"/>
                <a:tab pos="469900" algn="l"/>
              </a:tabLst>
            </a:pPr>
            <a:r>
              <a:rPr lang="id-ID" sz="2100" b="1" spc="-80" dirty="0">
                <a:latin typeface="Tahoma"/>
                <a:cs typeface="Tahoma"/>
              </a:rPr>
              <a:t>POLINOMIAL</a:t>
            </a:r>
            <a:endParaRPr sz="2100" dirty="0">
              <a:latin typeface="Tahoma"/>
              <a:cs typeface="Tahoma"/>
            </a:endParaRPr>
          </a:p>
          <a:p>
            <a:pPr marL="469265" indent="-457200">
              <a:lnSpc>
                <a:spcPct val="100000"/>
              </a:lnSpc>
              <a:spcBef>
                <a:spcPts val="1260"/>
              </a:spcBef>
              <a:buSzPct val="85714"/>
              <a:buAutoNum type="arabicPeriod"/>
              <a:tabLst>
                <a:tab pos="469265" algn="l"/>
                <a:tab pos="469900" algn="l"/>
              </a:tabLst>
            </a:pPr>
            <a:r>
              <a:rPr sz="2100" b="1" spc="95" dirty="0">
                <a:latin typeface="Tahoma"/>
                <a:cs typeface="Tahoma"/>
              </a:rPr>
              <a:t>STA</a:t>
            </a:r>
            <a:r>
              <a:rPr sz="2100" b="1" spc="50" dirty="0">
                <a:latin typeface="Tahoma"/>
                <a:cs typeface="Tahoma"/>
              </a:rPr>
              <a:t>T</a:t>
            </a:r>
            <a:r>
              <a:rPr sz="2100" b="1" spc="55" dirty="0">
                <a:latin typeface="Tahoma"/>
                <a:cs typeface="Tahoma"/>
              </a:rPr>
              <a:t>E</a:t>
            </a:r>
            <a:r>
              <a:rPr sz="2100" b="1" spc="-140" dirty="0">
                <a:latin typeface="Tahoma"/>
                <a:cs typeface="Tahoma"/>
              </a:rPr>
              <a:t> </a:t>
            </a:r>
            <a:r>
              <a:rPr sz="2100" b="1" spc="-50" dirty="0">
                <a:latin typeface="Tahoma"/>
                <a:cs typeface="Tahoma"/>
              </a:rPr>
              <a:t>DIAGRAM</a:t>
            </a:r>
            <a:endParaRPr sz="2100" dirty="0">
              <a:latin typeface="Tahoma"/>
              <a:cs typeface="Tahoma"/>
            </a:endParaRPr>
          </a:p>
          <a:p>
            <a:pPr marL="469265" indent="-457200">
              <a:lnSpc>
                <a:spcPct val="100000"/>
              </a:lnSpc>
              <a:spcBef>
                <a:spcPts val="1260"/>
              </a:spcBef>
              <a:buSzPct val="85714"/>
              <a:buAutoNum type="arabicPeriod"/>
              <a:tabLst>
                <a:tab pos="469265" algn="l"/>
                <a:tab pos="469900" algn="l"/>
              </a:tabLst>
            </a:pPr>
            <a:r>
              <a:rPr sz="2100" b="1" spc="-45" dirty="0">
                <a:latin typeface="Tahoma"/>
                <a:cs typeface="Tahoma"/>
              </a:rPr>
              <a:t>DIAGRA</a:t>
            </a:r>
            <a:r>
              <a:rPr sz="2100" b="1" spc="-55" dirty="0">
                <a:latin typeface="Tahoma"/>
                <a:cs typeface="Tahoma"/>
              </a:rPr>
              <a:t>M</a:t>
            </a:r>
            <a:r>
              <a:rPr sz="2100" b="1" spc="-130" dirty="0">
                <a:latin typeface="Tahoma"/>
                <a:cs typeface="Tahoma"/>
              </a:rPr>
              <a:t> </a:t>
            </a:r>
            <a:r>
              <a:rPr sz="2100" b="1" spc="-70" dirty="0">
                <a:latin typeface="Tahoma"/>
                <a:cs typeface="Tahoma"/>
              </a:rPr>
              <a:t>TRELLIS</a:t>
            </a:r>
            <a:endParaRPr sz="2100" dirty="0">
              <a:latin typeface="Tahoma"/>
              <a:cs typeface="Tahoma"/>
            </a:endParaRPr>
          </a:p>
          <a:p>
            <a:pPr marL="469265" indent="-457200">
              <a:lnSpc>
                <a:spcPct val="100000"/>
              </a:lnSpc>
              <a:spcBef>
                <a:spcPts val="1260"/>
              </a:spcBef>
              <a:buSzPct val="85714"/>
              <a:buAutoNum type="arabicPeriod"/>
              <a:tabLst>
                <a:tab pos="469265" algn="l"/>
                <a:tab pos="469900" algn="l"/>
              </a:tabLst>
            </a:pPr>
            <a:r>
              <a:rPr sz="2100" b="1" spc="-45" dirty="0">
                <a:latin typeface="Tahoma"/>
                <a:cs typeface="Tahoma"/>
              </a:rPr>
              <a:t>DIAGRA</a:t>
            </a:r>
            <a:r>
              <a:rPr sz="2100" b="1" spc="-55" dirty="0">
                <a:latin typeface="Tahoma"/>
                <a:cs typeface="Tahoma"/>
              </a:rPr>
              <a:t>M</a:t>
            </a:r>
            <a:r>
              <a:rPr sz="2100" b="1" spc="-130" dirty="0">
                <a:latin typeface="Tahoma"/>
                <a:cs typeface="Tahoma"/>
              </a:rPr>
              <a:t> </a:t>
            </a:r>
            <a:r>
              <a:rPr sz="2100" b="1" spc="-15" dirty="0">
                <a:latin typeface="Tahoma"/>
                <a:cs typeface="Tahoma"/>
              </a:rPr>
              <a:t>TREE</a:t>
            </a:r>
            <a:endParaRPr sz="2100" dirty="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791972" y="479247"/>
            <a:ext cx="432117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25" dirty="0">
                <a:latin typeface="Tahoma"/>
                <a:cs typeface="Tahoma"/>
              </a:rPr>
              <a:t>METODE</a:t>
            </a:r>
            <a:r>
              <a:rPr sz="3400" b="1" spc="-225" dirty="0">
                <a:latin typeface="Tahoma"/>
                <a:cs typeface="Tahoma"/>
              </a:rPr>
              <a:t> </a:t>
            </a:r>
            <a:r>
              <a:rPr sz="3400" b="1" spc="-85" dirty="0">
                <a:latin typeface="Tahoma"/>
                <a:cs typeface="Tahoma"/>
              </a:rPr>
              <a:t>ENCODING</a:t>
            </a:r>
            <a:endParaRPr sz="34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271515" y="1463039"/>
            <a:ext cx="3426460" cy="2837815"/>
            <a:chOff x="5271515" y="1463039"/>
            <a:chExt cx="3426460" cy="283781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49211" y="2151900"/>
              <a:ext cx="2048255" cy="214884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727881" y="2210688"/>
              <a:ext cx="1896110" cy="1997075"/>
            </a:xfrm>
            <a:custGeom>
              <a:avLst/>
              <a:gdLst/>
              <a:ahLst/>
              <a:cxnLst/>
              <a:rect l="l" t="t" r="r" b="b"/>
              <a:pathLst>
                <a:path w="1896109" h="1997075">
                  <a:moveTo>
                    <a:pt x="1091761" y="0"/>
                  </a:moveTo>
                  <a:lnTo>
                    <a:pt x="1035045" y="1625"/>
                  </a:lnTo>
                  <a:lnTo>
                    <a:pt x="977607" y="5735"/>
                  </a:lnTo>
                  <a:lnTo>
                    <a:pt x="920264" y="11978"/>
                  </a:lnTo>
                  <a:lnTo>
                    <a:pt x="863836" y="20005"/>
                  </a:lnTo>
                  <a:lnTo>
                    <a:pt x="809139" y="29463"/>
                  </a:lnTo>
                  <a:lnTo>
                    <a:pt x="756990" y="40005"/>
                  </a:lnTo>
                  <a:lnTo>
                    <a:pt x="708209" y="51277"/>
                  </a:lnTo>
                  <a:lnTo>
                    <a:pt x="663611" y="62931"/>
                  </a:lnTo>
                  <a:lnTo>
                    <a:pt x="624015" y="74615"/>
                  </a:lnTo>
                  <a:lnTo>
                    <a:pt x="556834" y="98966"/>
                  </a:lnTo>
                  <a:lnTo>
                    <a:pt x="518762" y="115431"/>
                  </a:lnTo>
                  <a:lnTo>
                    <a:pt x="476878" y="135118"/>
                  </a:lnTo>
                  <a:lnTo>
                    <a:pt x="432039" y="157771"/>
                  </a:lnTo>
                  <a:lnTo>
                    <a:pt x="385102" y="183134"/>
                  </a:lnTo>
                  <a:lnTo>
                    <a:pt x="336922" y="210950"/>
                  </a:lnTo>
                  <a:lnTo>
                    <a:pt x="288357" y="240963"/>
                  </a:lnTo>
                  <a:lnTo>
                    <a:pt x="240263" y="272918"/>
                  </a:lnTo>
                  <a:lnTo>
                    <a:pt x="193496" y="306559"/>
                  </a:lnTo>
                  <a:lnTo>
                    <a:pt x="148913" y="341630"/>
                  </a:lnTo>
                  <a:lnTo>
                    <a:pt x="114656" y="373361"/>
                  </a:lnTo>
                  <a:lnTo>
                    <a:pt x="84630" y="408227"/>
                  </a:lnTo>
                  <a:lnTo>
                    <a:pt x="58954" y="445821"/>
                  </a:lnTo>
                  <a:lnTo>
                    <a:pt x="37748" y="485739"/>
                  </a:lnTo>
                  <a:lnTo>
                    <a:pt x="21130" y="527574"/>
                  </a:lnTo>
                  <a:lnTo>
                    <a:pt x="9220" y="570922"/>
                  </a:lnTo>
                  <a:lnTo>
                    <a:pt x="2137" y="615377"/>
                  </a:lnTo>
                  <a:lnTo>
                    <a:pt x="0" y="660534"/>
                  </a:lnTo>
                  <a:lnTo>
                    <a:pt x="2927" y="705987"/>
                  </a:lnTo>
                  <a:lnTo>
                    <a:pt x="11039" y="751332"/>
                  </a:lnTo>
                  <a:lnTo>
                    <a:pt x="24453" y="796163"/>
                  </a:lnTo>
                  <a:lnTo>
                    <a:pt x="435679" y="1931187"/>
                  </a:lnTo>
                  <a:lnTo>
                    <a:pt x="456041" y="1964624"/>
                  </a:lnTo>
                  <a:lnTo>
                    <a:pt x="523672" y="1996447"/>
                  </a:lnTo>
                  <a:lnTo>
                    <a:pt x="562679" y="1990686"/>
                  </a:lnTo>
                  <a:lnTo>
                    <a:pt x="1830774" y="1531239"/>
                  </a:lnTo>
                  <a:lnTo>
                    <a:pt x="1864209" y="1510786"/>
                  </a:lnTo>
                  <a:lnTo>
                    <a:pt x="1886607" y="1479915"/>
                  </a:lnTo>
                  <a:lnTo>
                    <a:pt x="1895979" y="1442924"/>
                  </a:lnTo>
                  <a:lnTo>
                    <a:pt x="1890337" y="1404112"/>
                  </a:lnTo>
                  <a:lnTo>
                    <a:pt x="1479111" y="269113"/>
                  </a:lnTo>
                  <a:lnTo>
                    <a:pt x="1460686" y="226099"/>
                  </a:lnTo>
                  <a:lnTo>
                    <a:pt x="1437856" y="186090"/>
                  </a:lnTo>
                  <a:lnTo>
                    <a:pt x="1410969" y="149322"/>
                  </a:lnTo>
                  <a:lnTo>
                    <a:pt x="1380376" y="116030"/>
                  </a:lnTo>
                  <a:lnTo>
                    <a:pt x="1346424" y="86447"/>
                  </a:lnTo>
                  <a:lnTo>
                    <a:pt x="1309465" y="60808"/>
                  </a:lnTo>
                  <a:lnTo>
                    <a:pt x="1269846" y="39349"/>
                  </a:lnTo>
                  <a:lnTo>
                    <a:pt x="1227917" y="22304"/>
                  </a:lnTo>
                  <a:lnTo>
                    <a:pt x="1184027" y="9907"/>
                  </a:lnTo>
                  <a:lnTo>
                    <a:pt x="1138525" y="2394"/>
                  </a:lnTo>
                  <a:lnTo>
                    <a:pt x="1091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27881" y="2210688"/>
              <a:ext cx="1896110" cy="1997075"/>
            </a:xfrm>
            <a:custGeom>
              <a:avLst/>
              <a:gdLst/>
              <a:ahLst/>
              <a:cxnLst/>
              <a:rect l="l" t="t" r="r" b="b"/>
              <a:pathLst>
                <a:path w="1896109" h="1997075">
                  <a:moveTo>
                    <a:pt x="590238" y="85979"/>
                  </a:moveTo>
                  <a:lnTo>
                    <a:pt x="518762" y="115431"/>
                  </a:lnTo>
                  <a:lnTo>
                    <a:pt x="476878" y="135118"/>
                  </a:lnTo>
                  <a:lnTo>
                    <a:pt x="432039" y="157771"/>
                  </a:lnTo>
                  <a:lnTo>
                    <a:pt x="385102" y="183134"/>
                  </a:lnTo>
                  <a:lnTo>
                    <a:pt x="336922" y="210950"/>
                  </a:lnTo>
                  <a:lnTo>
                    <a:pt x="288357" y="240963"/>
                  </a:lnTo>
                  <a:lnTo>
                    <a:pt x="240263" y="272918"/>
                  </a:lnTo>
                  <a:lnTo>
                    <a:pt x="193496" y="306559"/>
                  </a:lnTo>
                  <a:lnTo>
                    <a:pt x="148913" y="341630"/>
                  </a:lnTo>
                  <a:lnTo>
                    <a:pt x="114656" y="373361"/>
                  </a:lnTo>
                  <a:lnTo>
                    <a:pt x="84630" y="408227"/>
                  </a:lnTo>
                  <a:lnTo>
                    <a:pt x="58954" y="445821"/>
                  </a:lnTo>
                  <a:lnTo>
                    <a:pt x="37748" y="485739"/>
                  </a:lnTo>
                  <a:lnTo>
                    <a:pt x="21130" y="527574"/>
                  </a:lnTo>
                  <a:lnTo>
                    <a:pt x="9220" y="570922"/>
                  </a:lnTo>
                  <a:lnTo>
                    <a:pt x="2137" y="615377"/>
                  </a:lnTo>
                  <a:lnTo>
                    <a:pt x="0" y="660534"/>
                  </a:lnTo>
                  <a:lnTo>
                    <a:pt x="2927" y="705987"/>
                  </a:lnTo>
                  <a:lnTo>
                    <a:pt x="11039" y="751332"/>
                  </a:lnTo>
                  <a:lnTo>
                    <a:pt x="24453" y="796163"/>
                  </a:lnTo>
                  <a:lnTo>
                    <a:pt x="281755" y="1506474"/>
                  </a:lnTo>
                  <a:lnTo>
                    <a:pt x="290518" y="1530604"/>
                  </a:lnTo>
                  <a:lnTo>
                    <a:pt x="435679" y="1931187"/>
                  </a:lnTo>
                  <a:lnTo>
                    <a:pt x="456041" y="1964624"/>
                  </a:lnTo>
                  <a:lnTo>
                    <a:pt x="486749" y="1987068"/>
                  </a:lnTo>
                  <a:lnTo>
                    <a:pt x="523672" y="1996447"/>
                  </a:lnTo>
                  <a:lnTo>
                    <a:pt x="562679" y="1990686"/>
                  </a:lnTo>
                  <a:lnTo>
                    <a:pt x="1830774" y="1531239"/>
                  </a:lnTo>
                  <a:lnTo>
                    <a:pt x="1864209" y="1510786"/>
                  </a:lnTo>
                  <a:lnTo>
                    <a:pt x="1886607" y="1479915"/>
                  </a:lnTo>
                  <a:lnTo>
                    <a:pt x="1895979" y="1442924"/>
                  </a:lnTo>
                  <a:lnTo>
                    <a:pt x="1890337" y="1404112"/>
                  </a:lnTo>
                  <a:lnTo>
                    <a:pt x="1746319" y="1006729"/>
                  </a:lnTo>
                  <a:lnTo>
                    <a:pt x="1745176" y="1003681"/>
                  </a:lnTo>
                  <a:lnTo>
                    <a:pt x="1479111" y="269113"/>
                  </a:lnTo>
                  <a:lnTo>
                    <a:pt x="1460686" y="226099"/>
                  </a:lnTo>
                  <a:lnTo>
                    <a:pt x="1437856" y="186090"/>
                  </a:lnTo>
                  <a:lnTo>
                    <a:pt x="1410969" y="149322"/>
                  </a:lnTo>
                  <a:lnTo>
                    <a:pt x="1380376" y="116030"/>
                  </a:lnTo>
                  <a:lnTo>
                    <a:pt x="1346424" y="86447"/>
                  </a:lnTo>
                  <a:lnTo>
                    <a:pt x="1309465" y="60808"/>
                  </a:lnTo>
                  <a:lnTo>
                    <a:pt x="1269846" y="39349"/>
                  </a:lnTo>
                  <a:lnTo>
                    <a:pt x="1227917" y="22304"/>
                  </a:lnTo>
                  <a:lnTo>
                    <a:pt x="1184027" y="9907"/>
                  </a:lnTo>
                  <a:lnTo>
                    <a:pt x="1138525" y="2394"/>
                  </a:lnTo>
                  <a:lnTo>
                    <a:pt x="1091761" y="0"/>
                  </a:lnTo>
                  <a:lnTo>
                    <a:pt x="1035045" y="1625"/>
                  </a:lnTo>
                  <a:lnTo>
                    <a:pt x="977607" y="5735"/>
                  </a:lnTo>
                  <a:lnTo>
                    <a:pt x="920264" y="11978"/>
                  </a:lnTo>
                  <a:lnTo>
                    <a:pt x="863836" y="20005"/>
                  </a:lnTo>
                  <a:lnTo>
                    <a:pt x="809139" y="29463"/>
                  </a:lnTo>
                  <a:lnTo>
                    <a:pt x="756990" y="40005"/>
                  </a:lnTo>
                  <a:lnTo>
                    <a:pt x="708209" y="51277"/>
                  </a:lnTo>
                  <a:lnTo>
                    <a:pt x="663611" y="62931"/>
                  </a:lnTo>
                  <a:lnTo>
                    <a:pt x="624015" y="74615"/>
                  </a:lnTo>
                  <a:lnTo>
                    <a:pt x="590238" y="8597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46798" y="3232530"/>
              <a:ext cx="1293495" cy="683895"/>
            </a:xfrm>
            <a:custGeom>
              <a:avLst/>
              <a:gdLst/>
              <a:ahLst/>
              <a:cxnLst/>
              <a:rect l="l" t="t" r="r" b="b"/>
              <a:pathLst>
                <a:path w="1293495" h="683895">
                  <a:moveTo>
                    <a:pt x="1293495" y="231140"/>
                  </a:moveTo>
                  <a:lnTo>
                    <a:pt x="1236980" y="75184"/>
                  </a:lnTo>
                  <a:lnTo>
                    <a:pt x="1228090" y="70993"/>
                  </a:lnTo>
                  <a:lnTo>
                    <a:pt x="700620" y="262102"/>
                  </a:lnTo>
                  <a:lnTo>
                    <a:pt x="605663" y="0"/>
                  </a:lnTo>
                  <a:lnTo>
                    <a:pt x="436753" y="61214"/>
                  </a:lnTo>
                  <a:lnTo>
                    <a:pt x="531609" y="323329"/>
                  </a:lnTo>
                  <a:lnTo>
                    <a:pt x="12065" y="511556"/>
                  </a:lnTo>
                  <a:lnTo>
                    <a:pt x="4191" y="514477"/>
                  </a:lnTo>
                  <a:lnTo>
                    <a:pt x="0" y="523367"/>
                  </a:lnTo>
                  <a:lnTo>
                    <a:pt x="56515" y="679361"/>
                  </a:lnTo>
                  <a:lnTo>
                    <a:pt x="65405" y="683552"/>
                  </a:lnTo>
                  <a:lnTo>
                    <a:pt x="1289304" y="240157"/>
                  </a:lnTo>
                  <a:lnTo>
                    <a:pt x="1293495" y="231140"/>
                  </a:lnTo>
                  <a:close/>
                </a:path>
              </a:pathLst>
            </a:custGeom>
            <a:solidFill>
              <a:srgbClr val="C0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596419" y="3436967"/>
              <a:ext cx="394335" cy="346075"/>
            </a:xfrm>
            <a:custGeom>
              <a:avLst/>
              <a:gdLst/>
              <a:ahLst/>
              <a:cxnLst/>
              <a:rect l="l" t="t" r="r" b="b"/>
              <a:pathLst>
                <a:path w="394334" h="346075">
                  <a:moveTo>
                    <a:pt x="293508" y="0"/>
                  </a:moveTo>
                  <a:lnTo>
                    <a:pt x="25485" y="93886"/>
                  </a:lnTo>
                  <a:lnTo>
                    <a:pt x="0" y="128069"/>
                  </a:lnTo>
                  <a:lnTo>
                    <a:pt x="2244" y="143162"/>
                  </a:lnTo>
                  <a:lnTo>
                    <a:pt x="66379" y="320200"/>
                  </a:lnTo>
                  <a:lnTo>
                    <a:pt x="74404" y="333369"/>
                  </a:lnTo>
                  <a:lnTo>
                    <a:pt x="86381" y="342108"/>
                  </a:lnTo>
                  <a:lnTo>
                    <a:pt x="100740" y="345703"/>
                  </a:lnTo>
                  <a:lnTo>
                    <a:pt x="115909" y="343441"/>
                  </a:lnTo>
                  <a:lnTo>
                    <a:pt x="368766" y="251747"/>
                  </a:lnTo>
                  <a:lnTo>
                    <a:pt x="381879" y="243796"/>
                  </a:lnTo>
                  <a:lnTo>
                    <a:pt x="390610" y="231856"/>
                  </a:lnTo>
                  <a:lnTo>
                    <a:pt x="394198" y="217511"/>
                  </a:lnTo>
                  <a:lnTo>
                    <a:pt x="391880" y="202344"/>
                  </a:lnTo>
                  <a:lnTo>
                    <a:pt x="327745" y="25306"/>
                  </a:lnTo>
                  <a:lnTo>
                    <a:pt x="319793" y="12267"/>
                  </a:lnTo>
                  <a:lnTo>
                    <a:pt x="307853" y="3573"/>
                  </a:lnTo>
                  <a:lnTo>
                    <a:pt x="293508" y="0"/>
                  </a:lnTo>
                  <a:close/>
                </a:path>
              </a:pathLst>
            </a:custGeom>
            <a:solidFill>
              <a:srgbClr val="0073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128885" y="2509074"/>
              <a:ext cx="833755" cy="833755"/>
            </a:xfrm>
            <a:custGeom>
              <a:avLst/>
              <a:gdLst/>
              <a:ahLst/>
              <a:cxnLst/>
              <a:rect l="l" t="t" r="r" b="b"/>
              <a:pathLst>
                <a:path w="833754" h="833754">
                  <a:moveTo>
                    <a:pt x="409484" y="0"/>
                  </a:moveTo>
                  <a:lnTo>
                    <a:pt x="363586" y="3386"/>
                  </a:lnTo>
                  <a:lnTo>
                    <a:pt x="318563" y="11755"/>
                  </a:lnTo>
                  <a:lnTo>
                    <a:pt x="274833" y="24956"/>
                  </a:lnTo>
                  <a:lnTo>
                    <a:pt x="232758" y="42837"/>
                  </a:lnTo>
                  <a:lnTo>
                    <a:pt x="192805" y="65249"/>
                  </a:lnTo>
                  <a:lnTo>
                    <a:pt x="155385" y="92039"/>
                  </a:lnTo>
                  <a:lnTo>
                    <a:pt x="120908" y="123057"/>
                  </a:lnTo>
                  <a:lnTo>
                    <a:pt x="89785" y="158152"/>
                  </a:lnTo>
                  <a:lnTo>
                    <a:pt x="62428" y="197172"/>
                  </a:lnTo>
                  <a:lnTo>
                    <a:pt x="39248" y="239967"/>
                  </a:lnTo>
                  <a:lnTo>
                    <a:pt x="21215" y="285188"/>
                  </a:lnTo>
                  <a:lnTo>
                    <a:pt x="8763" y="331202"/>
                  </a:lnTo>
                  <a:lnTo>
                    <a:pt x="1741" y="377594"/>
                  </a:lnTo>
                  <a:lnTo>
                    <a:pt x="0" y="423948"/>
                  </a:lnTo>
                  <a:lnTo>
                    <a:pt x="3389" y="469849"/>
                  </a:lnTo>
                  <a:lnTo>
                    <a:pt x="11759" y="514880"/>
                  </a:lnTo>
                  <a:lnTo>
                    <a:pt x="24961" y="558625"/>
                  </a:lnTo>
                  <a:lnTo>
                    <a:pt x="42843" y="600670"/>
                  </a:lnTo>
                  <a:lnTo>
                    <a:pt x="65255" y="640598"/>
                  </a:lnTo>
                  <a:lnTo>
                    <a:pt x="92049" y="677994"/>
                  </a:lnTo>
                  <a:lnTo>
                    <a:pt x="123074" y="712442"/>
                  </a:lnTo>
                  <a:lnTo>
                    <a:pt x="158180" y="743526"/>
                  </a:lnTo>
                  <a:lnTo>
                    <a:pt x="197217" y="770831"/>
                  </a:lnTo>
                  <a:lnTo>
                    <a:pt x="240035" y="793941"/>
                  </a:lnTo>
                  <a:lnTo>
                    <a:pt x="285251" y="812044"/>
                  </a:lnTo>
                  <a:lnTo>
                    <a:pt x="331254" y="824547"/>
                  </a:lnTo>
                  <a:lnTo>
                    <a:pt x="377632" y="831603"/>
                  </a:lnTo>
                  <a:lnTo>
                    <a:pt x="423974" y="833365"/>
                  </a:lnTo>
                  <a:lnTo>
                    <a:pt x="469870" y="829986"/>
                  </a:lnTo>
                  <a:lnTo>
                    <a:pt x="514908" y="821619"/>
                  </a:lnTo>
                  <a:lnTo>
                    <a:pt x="558678" y="808419"/>
                  </a:lnTo>
                  <a:lnTo>
                    <a:pt x="600712" y="790536"/>
                  </a:lnTo>
                  <a:lnTo>
                    <a:pt x="640647" y="768119"/>
                  </a:lnTo>
                  <a:lnTo>
                    <a:pt x="678063" y="741315"/>
                  </a:lnTo>
                  <a:lnTo>
                    <a:pt x="712540" y="710269"/>
                  </a:lnTo>
                  <a:lnTo>
                    <a:pt x="743657" y="675130"/>
                  </a:lnTo>
                  <a:lnTo>
                    <a:pt x="770996" y="636042"/>
                  </a:lnTo>
                  <a:lnTo>
                    <a:pt x="794136" y="593154"/>
                  </a:lnTo>
                  <a:lnTo>
                    <a:pt x="812193" y="547985"/>
                  </a:lnTo>
                  <a:lnTo>
                    <a:pt x="824662" y="502018"/>
                  </a:lnTo>
                  <a:lnTo>
                    <a:pt x="831695" y="455669"/>
                  </a:lnTo>
                  <a:lnTo>
                    <a:pt x="833443" y="409352"/>
                  </a:lnTo>
                  <a:lnTo>
                    <a:pt x="830057" y="363483"/>
                  </a:lnTo>
                  <a:lnTo>
                    <a:pt x="821688" y="318477"/>
                  </a:lnTo>
                  <a:lnTo>
                    <a:pt x="808487" y="274749"/>
                  </a:lnTo>
                  <a:lnTo>
                    <a:pt x="790605" y="232713"/>
                  </a:lnTo>
                  <a:lnTo>
                    <a:pt x="768194" y="192787"/>
                  </a:lnTo>
                  <a:lnTo>
                    <a:pt x="741403" y="155383"/>
                  </a:lnTo>
                  <a:lnTo>
                    <a:pt x="710385" y="120918"/>
                  </a:lnTo>
                  <a:lnTo>
                    <a:pt x="675291" y="89807"/>
                  </a:lnTo>
                  <a:lnTo>
                    <a:pt x="636271" y="62465"/>
                  </a:lnTo>
                  <a:lnTo>
                    <a:pt x="593476" y="39307"/>
                  </a:lnTo>
                  <a:lnTo>
                    <a:pt x="548253" y="21250"/>
                  </a:lnTo>
                  <a:lnTo>
                    <a:pt x="502235" y="8781"/>
                  </a:lnTo>
                  <a:lnTo>
                    <a:pt x="455840" y="1748"/>
                  </a:lnTo>
                  <a:lnTo>
                    <a:pt x="409484" y="0"/>
                  </a:lnTo>
                  <a:close/>
                </a:path>
              </a:pathLst>
            </a:custGeom>
            <a:solidFill>
              <a:srgbClr val="F8F0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43414" y="2700539"/>
              <a:ext cx="204525" cy="32739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109586" y="2496093"/>
              <a:ext cx="1334770" cy="1435100"/>
            </a:xfrm>
            <a:custGeom>
              <a:avLst/>
              <a:gdLst/>
              <a:ahLst/>
              <a:cxnLst/>
              <a:rect l="l" t="t" r="r" b="b"/>
              <a:pathLst>
                <a:path w="1334770" h="1435100">
                  <a:moveTo>
                    <a:pt x="521108" y="1117600"/>
                  </a:moveTo>
                  <a:lnTo>
                    <a:pt x="479044" y="1117600"/>
                  </a:lnTo>
                  <a:lnTo>
                    <a:pt x="527177" y="1257300"/>
                  </a:lnTo>
                  <a:lnTo>
                    <a:pt x="107696" y="1409700"/>
                  </a:lnTo>
                  <a:lnTo>
                    <a:pt x="96774" y="1409700"/>
                  </a:lnTo>
                  <a:lnTo>
                    <a:pt x="94980" y="1422400"/>
                  </a:lnTo>
                  <a:lnTo>
                    <a:pt x="96139" y="1422400"/>
                  </a:lnTo>
                  <a:lnTo>
                    <a:pt x="100077" y="1435100"/>
                  </a:lnTo>
                  <a:lnTo>
                    <a:pt x="120777" y="1435100"/>
                  </a:lnTo>
                  <a:lnTo>
                    <a:pt x="542163" y="1282700"/>
                  </a:lnTo>
                  <a:lnTo>
                    <a:pt x="681590" y="1282700"/>
                  </a:lnTo>
                  <a:lnTo>
                    <a:pt x="717713" y="1270000"/>
                  </a:lnTo>
                  <a:lnTo>
                    <a:pt x="575458" y="1270000"/>
                  </a:lnTo>
                  <a:lnTo>
                    <a:pt x="571500" y="1257300"/>
                  </a:lnTo>
                  <a:lnTo>
                    <a:pt x="521108" y="1117600"/>
                  </a:lnTo>
                  <a:close/>
                </a:path>
                <a:path w="1334770" h="1435100">
                  <a:moveTo>
                    <a:pt x="681590" y="1282700"/>
                  </a:moveTo>
                  <a:lnTo>
                    <a:pt x="542163" y="1282700"/>
                  </a:lnTo>
                  <a:lnTo>
                    <a:pt x="555285" y="1295400"/>
                  </a:lnTo>
                  <a:lnTo>
                    <a:pt x="571801" y="1308100"/>
                  </a:lnTo>
                  <a:lnTo>
                    <a:pt x="609346" y="1308100"/>
                  </a:lnTo>
                  <a:lnTo>
                    <a:pt x="681590" y="1282700"/>
                  </a:lnTo>
                  <a:close/>
                </a:path>
                <a:path w="1334770" h="1435100">
                  <a:moveTo>
                    <a:pt x="516128" y="863600"/>
                  </a:moveTo>
                  <a:lnTo>
                    <a:pt x="381382" y="863600"/>
                  </a:lnTo>
                  <a:lnTo>
                    <a:pt x="429019" y="876300"/>
                  </a:lnTo>
                  <a:lnTo>
                    <a:pt x="477266" y="876300"/>
                  </a:lnTo>
                  <a:lnTo>
                    <a:pt x="529590" y="1016000"/>
                  </a:lnTo>
                  <a:lnTo>
                    <a:pt x="505841" y="1028700"/>
                  </a:lnTo>
                  <a:lnTo>
                    <a:pt x="488977" y="1028700"/>
                  </a:lnTo>
                  <a:lnTo>
                    <a:pt x="476567" y="1041400"/>
                  </a:lnTo>
                  <a:lnTo>
                    <a:pt x="469300" y="1066800"/>
                  </a:lnTo>
                  <a:lnTo>
                    <a:pt x="467868" y="1079500"/>
                  </a:lnTo>
                  <a:lnTo>
                    <a:pt x="46482" y="1231900"/>
                  </a:lnTo>
                  <a:lnTo>
                    <a:pt x="39923" y="1244600"/>
                  </a:lnTo>
                  <a:lnTo>
                    <a:pt x="35544" y="1244600"/>
                  </a:lnTo>
                  <a:lnTo>
                    <a:pt x="33712" y="1257300"/>
                  </a:lnTo>
                  <a:lnTo>
                    <a:pt x="34798" y="1257300"/>
                  </a:lnTo>
                  <a:lnTo>
                    <a:pt x="38810" y="1270000"/>
                  </a:lnTo>
                  <a:lnTo>
                    <a:pt x="59563" y="1270000"/>
                  </a:lnTo>
                  <a:lnTo>
                    <a:pt x="479044" y="1117600"/>
                  </a:lnTo>
                  <a:lnTo>
                    <a:pt x="521108" y="1117600"/>
                  </a:lnTo>
                  <a:lnTo>
                    <a:pt x="507365" y="1079500"/>
                  </a:lnTo>
                  <a:lnTo>
                    <a:pt x="506206" y="1079500"/>
                  </a:lnTo>
                  <a:lnTo>
                    <a:pt x="508000" y="1066800"/>
                  </a:lnTo>
                  <a:lnTo>
                    <a:pt x="512365" y="1066800"/>
                  </a:lnTo>
                  <a:lnTo>
                    <a:pt x="518922" y="1054100"/>
                  </a:lnTo>
                  <a:lnTo>
                    <a:pt x="663411" y="1003300"/>
                  </a:lnTo>
                  <a:lnTo>
                    <a:pt x="565785" y="1003300"/>
                  </a:lnTo>
                  <a:lnTo>
                    <a:pt x="516128" y="863600"/>
                  </a:lnTo>
                  <a:close/>
                </a:path>
                <a:path w="1334770" h="1435100">
                  <a:moveTo>
                    <a:pt x="906551" y="965200"/>
                  </a:moveTo>
                  <a:lnTo>
                    <a:pt x="786542" y="965200"/>
                  </a:lnTo>
                  <a:lnTo>
                    <a:pt x="792531" y="977900"/>
                  </a:lnTo>
                  <a:lnTo>
                    <a:pt x="796544" y="977900"/>
                  </a:lnTo>
                  <a:lnTo>
                    <a:pt x="860679" y="1155700"/>
                  </a:lnTo>
                  <a:lnTo>
                    <a:pt x="861784" y="1168400"/>
                  </a:lnTo>
                  <a:lnTo>
                    <a:pt x="859996" y="1168400"/>
                  </a:lnTo>
                  <a:lnTo>
                    <a:pt x="855660" y="1181100"/>
                  </a:lnTo>
                  <a:lnTo>
                    <a:pt x="849122" y="1181100"/>
                  </a:lnTo>
                  <a:lnTo>
                    <a:pt x="596265" y="1270000"/>
                  </a:lnTo>
                  <a:lnTo>
                    <a:pt x="717713" y="1270000"/>
                  </a:lnTo>
                  <a:lnTo>
                    <a:pt x="862203" y="1219200"/>
                  </a:lnTo>
                  <a:lnTo>
                    <a:pt x="891428" y="1193800"/>
                  </a:lnTo>
                  <a:lnTo>
                    <a:pt x="900176" y="1155700"/>
                  </a:lnTo>
                  <a:lnTo>
                    <a:pt x="1005522" y="1117600"/>
                  </a:lnTo>
                  <a:lnTo>
                    <a:pt x="889000" y="1117600"/>
                  </a:lnTo>
                  <a:lnTo>
                    <a:pt x="840867" y="990600"/>
                  </a:lnTo>
                  <a:lnTo>
                    <a:pt x="906551" y="965200"/>
                  </a:lnTo>
                  <a:close/>
                </a:path>
                <a:path w="1334770" h="1435100">
                  <a:moveTo>
                    <a:pt x="1323181" y="965200"/>
                  </a:moveTo>
                  <a:lnTo>
                    <a:pt x="1308481" y="965200"/>
                  </a:lnTo>
                  <a:lnTo>
                    <a:pt x="889000" y="1117600"/>
                  </a:lnTo>
                  <a:lnTo>
                    <a:pt x="1005522" y="1117600"/>
                  </a:lnTo>
                  <a:lnTo>
                    <a:pt x="1321562" y="1003300"/>
                  </a:lnTo>
                  <a:lnTo>
                    <a:pt x="1328118" y="1003300"/>
                  </a:lnTo>
                  <a:lnTo>
                    <a:pt x="1332484" y="990600"/>
                  </a:lnTo>
                  <a:lnTo>
                    <a:pt x="1334277" y="990600"/>
                  </a:lnTo>
                  <a:lnTo>
                    <a:pt x="1333119" y="977900"/>
                  </a:lnTo>
                  <a:lnTo>
                    <a:pt x="1329126" y="977900"/>
                  </a:lnTo>
                  <a:lnTo>
                    <a:pt x="1323181" y="965200"/>
                  </a:lnTo>
                  <a:close/>
                </a:path>
                <a:path w="1334770" h="1435100">
                  <a:moveTo>
                    <a:pt x="687381" y="812800"/>
                  </a:moveTo>
                  <a:lnTo>
                    <a:pt x="649097" y="812800"/>
                  </a:lnTo>
                  <a:lnTo>
                    <a:pt x="698754" y="952500"/>
                  </a:lnTo>
                  <a:lnTo>
                    <a:pt x="565785" y="1003300"/>
                  </a:lnTo>
                  <a:lnTo>
                    <a:pt x="663411" y="1003300"/>
                  </a:lnTo>
                  <a:lnTo>
                    <a:pt x="771779" y="965200"/>
                  </a:lnTo>
                  <a:lnTo>
                    <a:pt x="906551" y="965200"/>
                  </a:lnTo>
                  <a:lnTo>
                    <a:pt x="939393" y="952500"/>
                  </a:lnTo>
                  <a:lnTo>
                    <a:pt x="825754" y="952500"/>
                  </a:lnTo>
                  <a:lnTo>
                    <a:pt x="812704" y="939800"/>
                  </a:lnTo>
                  <a:lnTo>
                    <a:pt x="734949" y="939800"/>
                  </a:lnTo>
                  <a:lnTo>
                    <a:pt x="687381" y="812800"/>
                  </a:lnTo>
                  <a:close/>
                </a:path>
                <a:path w="1334770" h="1435100">
                  <a:moveTo>
                    <a:pt x="1006760" y="889000"/>
                  </a:moveTo>
                  <a:lnTo>
                    <a:pt x="991997" y="889000"/>
                  </a:lnTo>
                  <a:lnTo>
                    <a:pt x="825754" y="952500"/>
                  </a:lnTo>
                  <a:lnTo>
                    <a:pt x="939393" y="952500"/>
                  </a:lnTo>
                  <a:lnTo>
                    <a:pt x="1005078" y="927100"/>
                  </a:lnTo>
                  <a:lnTo>
                    <a:pt x="1011689" y="927100"/>
                  </a:lnTo>
                  <a:lnTo>
                    <a:pt x="1016063" y="914400"/>
                  </a:lnTo>
                  <a:lnTo>
                    <a:pt x="1017865" y="914400"/>
                  </a:lnTo>
                  <a:lnTo>
                    <a:pt x="1016762" y="901700"/>
                  </a:lnTo>
                  <a:lnTo>
                    <a:pt x="1012749" y="901700"/>
                  </a:lnTo>
                  <a:lnTo>
                    <a:pt x="1006760" y="889000"/>
                  </a:lnTo>
                  <a:close/>
                </a:path>
                <a:path w="1334770" h="1435100">
                  <a:moveTo>
                    <a:pt x="796226" y="927100"/>
                  </a:moveTo>
                  <a:lnTo>
                    <a:pt x="758698" y="927100"/>
                  </a:lnTo>
                  <a:lnTo>
                    <a:pt x="734949" y="939800"/>
                  </a:lnTo>
                  <a:lnTo>
                    <a:pt x="812704" y="939800"/>
                  </a:lnTo>
                  <a:lnTo>
                    <a:pt x="796226" y="927100"/>
                  </a:lnTo>
                  <a:close/>
                </a:path>
                <a:path w="1334770" h="1435100">
                  <a:moveTo>
                    <a:pt x="1267892" y="800100"/>
                  </a:moveTo>
                  <a:lnTo>
                    <a:pt x="1247140" y="800100"/>
                  </a:lnTo>
                  <a:lnTo>
                    <a:pt x="1064514" y="863600"/>
                  </a:lnTo>
                  <a:lnTo>
                    <a:pt x="1058048" y="876300"/>
                  </a:lnTo>
                  <a:lnTo>
                    <a:pt x="1053750" y="876300"/>
                  </a:lnTo>
                  <a:lnTo>
                    <a:pt x="1051976" y="889000"/>
                  </a:lnTo>
                  <a:lnTo>
                    <a:pt x="1053084" y="889000"/>
                  </a:lnTo>
                  <a:lnTo>
                    <a:pt x="1057021" y="901700"/>
                  </a:lnTo>
                  <a:lnTo>
                    <a:pt x="1077595" y="901700"/>
                  </a:lnTo>
                  <a:lnTo>
                    <a:pt x="1260221" y="838200"/>
                  </a:lnTo>
                  <a:lnTo>
                    <a:pt x="1266779" y="838200"/>
                  </a:lnTo>
                  <a:lnTo>
                    <a:pt x="1271158" y="825500"/>
                  </a:lnTo>
                  <a:lnTo>
                    <a:pt x="1272990" y="812800"/>
                  </a:lnTo>
                  <a:lnTo>
                    <a:pt x="1271905" y="812800"/>
                  </a:lnTo>
                  <a:lnTo>
                    <a:pt x="1267892" y="800100"/>
                  </a:lnTo>
                  <a:close/>
                </a:path>
                <a:path w="1334770" h="1435100">
                  <a:moveTo>
                    <a:pt x="37187" y="419100"/>
                  </a:moveTo>
                  <a:lnTo>
                    <a:pt x="127" y="419100"/>
                  </a:lnTo>
                  <a:lnTo>
                    <a:pt x="0" y="431800"/>
                  </a:lnTo>
                  <a:lnTo>
                    <a:pt x="1283" y="469900"/>
                  </a:lnTo>
                  <a:lnTo>
                    <a:pt x="6080" y="508000"/>
                  </a:lnTo>
                  <a:lnTo>
                    <a:pt x="14376" y="546100"/>
                  </a:lnTo>
                  <a:lnTo>
                    <a:pt x="26162" y="584200"/>
                  </a:lnTo>
                  <a:lnTo>
                    <a:pt x="45799" y="635000"/>
                  </a:lnTo>
                  <a:lnTo>
                    <a:pt x="70028" y="673100"/>
                  </a:lnTo>
                  <a:lnTo>
                    <a:pt x="98450" y="711200"/>
                  </a:lnTo>
                  <a:lnTo>
                    <a:pt x="130668" y="749300"/>
                  </a:lnTo>
                  <a:lnTo>
                    <a:pt x="166284" y="774700"/>
                  </a:lnTo>
                  <a:lnTo>
                    <a:pt x="204898" y="800100"/>
                  </a:lnTo>
                  <a:lnTo>
                    <a:pt x="246113" y="825500"/>
                  </a:lnTo>
                  <a:lnTo>
                    <a:pt x="289531" y="850900"/>
                  </a:lnTo>
                  <a:lnTo>
                    <a:pt x="334754" y="863600"/>
                  </a:lnTo>
                  <a:lnTo>
                    <a:pt x="533342" y="863600"/>
                  </a:lnTo>
                  <a:lnTo>
                    <a:pt x="550497" y="850900"/>
                  </a:lnTo>
                  <a:lnTo>
                    <a:pt x="584581" y="850900"/>
                  </a:lnTo>
                  <a:lnTo>
                    <a:pt x="601341" y="838200"/>
                  </a:lnTo>
                  <a:lnTo>
                    <a:pt x="424846" y="838200"/>
                  </a:lnTo>
                  <a:lnTo>
                    <a:pt x="329711" y="812800"/>
                  </a:lnTo>
                  <a:lnTo>
                    <a:pt x="284480" y="800100"/>
                  </a:lnTo>
                  <a:lnTo>
                    <a:pt x="290449" y="787400"/>
                  </a:lnTo>
                  <a:lnTo>
                    <a:pt x="249682" y="787400"/>
                  </a:lnTo>
                  <a:lnTo>
                    <a:pt x="204154" y="762000"/>
                  </a:lnTo>
                  <a:lnTo>
                    <a:pt x="162673" y="723900"/>
                  </a:lnTo>
                  <a:lnTo>
                    <a:pt x="125936" y="685800"/>
                  </a:lnTo>
                  <a:lnTo>
                    <a:pt x="94636" y="635000"/>
                  </a:lnTo>
                  <a:lnTo>
                    <a:pt x="69469" y="584200"/>
                  </a:lnTo>
                  <a:lnTo>
                    <a:pt x="122174" y="571500"/>
                  </a:lnTo>
                  <a:lnTo>
                    <a:pt x="128656" y="571500"/>
                  </a:lnTo>
                  <a:lnTo>
                    <a:pt x="132984" y="558800"/>
                  </a:lnTo>
                  <a:lnTo>
                    <a:pt x="56388" y="558800"/>
                  </a:lnTo>
                  <a:lnTo>
                    <a:pt x="48323" y="520700"/>
                  </a:lnTo>
                  <a:lnTo>
                    <a:pt x="42640" y="495300"/>
                  </a:lnTo>
                  <a:lnTo>
                    <a:pt x="39385" y="457200"/>
                  </a:lnTo>
                  <a:lnTo>
                    <a:pt x="38608" y="431800"/>
                  </a:lnTo>
                  <a:lnTo>
                    <a:pt x="37187" y="419100"/>
                  </a:lnTo>
                  <a:close/>
                </a:path>
                <a:path w="1334770" h="1435100">
                  <a:moveTo>
                    <a:pt x="700469" y="88900"/>
                  </a:moveTo>
                  <a:lnTo>
                    <a:pt x="621030" y="88900"/>
                  </a:lnTo>
                  <a:lnTo>
                    <a:pt x="659503" y="101600"/>
                  </a:lnTo>
                  <a:lnTo>
                    <a:pt x="695268" y="139700"/>
                  </a:lnTo>
                  <a:lnTo>
                    <a:pt x="727900" y="165100"/>
                  </a:lnTo>
                  <a:lnTo>
                    <a:pt x="756976" y="203200"/>
                  </a:lnTo>
                  <a:lnTo>
                    <a:pt x="782073" y="241300"/>
                  </a:lnTo>
                  <a:lnTo>
                    <a:pt x="802767" y="279400"/>
                  </a:lnTo>
                  <a:lnTo>
                    <a:pt x="747776" y="304800"/>
                  </a:lnTo>
                  <a:lnTo>
                    <a:pt x="741217" y="304800"/>
                  </a:lnTo>
                  <a:lnTo>
                    <a:pt x="736838" y="317500"/>
                  </a:lnTo>
                  <a:lnTo>
                    <a:pt x="815975" y="317500"/>
                  </a:lnTo>
                  <a:lnTo>
                    <a:pt x="827205" y="368300"/>
                  </a:lnTo>
                  <a:lnTo>
                    <a:pt x="832833" y="406400"/>
                  </a:lnTo>
                  <a:lnTo>
                    <a:pt x="833056" y="457200"/>
                  </a:lnTo>
                  <a:lnTo>
                    <a:pt x="828072" y="495300"/>
                  </a:lnTo>
                  <a:lnTo>
                    <a:pt x="818079" y="546100"/>
                  </a:lnTo>
                  <a:lnTo>
                    <a:pt x="803275" y="584200"/>
                  </a:lnTo>
                  <a:lnTo>
                    <a:pt x="724423" y="584200"/>
                  </a:lnTo>
                  <a:lnTo>
                    <a:pt x="728223" y="596900"/>
                  </a:lnTo>
                  <a:lnTo>
                    <a:pt x="734441" y="596900"/>
                  </a:lnTo>
                  <a:lnTo>
                    <a:pt x="786765" y="622300"/>
                  </a:lnTo>
                  <a:lnTo>
                    <a:pt x="762070" y="660400"/>
                  </a:lnTo>
                  <a:lnTo>
                    <a:pt x="732592" y="698500"/>
                  </a:lnTo>
                  <a:lnTo>
                    <a:pt x="698563" y="736600"/>
                  </a:lnTo>
                  <a:lnTo>
                    <a:pt x="660216" y="762000"/>
                  </a:lnTo>
                  <a:lnTo>
                    <a:pt x="617784" y="787400"/>
                  </a:lnTo>
                  <a:lnTo>
                    <a:pt x="571500" y="812800"/>
                  </a:lnTo>
                  <a:lnTo>
                    <a:pt x="522775" y="825500"/>
                  </a:lnTo>
                  <a:lnTo>
                    <a:pt x="473719" y="825500"/>
                  </a:lnTo>
                  <a:lnTo>
                    <a:pt x="424846" y="838200"/>
                  </a:lnTo>
                  <a:lnTo>
                    <a:pt x="617696" y="838200"/>
                  </a:lnTo>
                  <a:lnTo>
                    <a:pt x="633622" y="825500"/>
                  </a:lnTo>
                  <a:lnTo>
                    <a:pt x="649097" y="812800"/>
                  </a:lnTo>
                  <a:lnTo>
                    <a:pt x="687381" y="812800"/>
                  </a:lnTo>
                  <a:lnTo>
                    <a:pt x="682625" y="800100"/>
                  </a:lnTo>
                  <a:lnTo>
                    <a:pt x="720702" y="762000"/>
                  </a:lnTo>
                  <a:lnTo>
                    <a:pt x="754933" y="736600"/>
                  </a:lnTo>
                  <a:lnTo>
                    <a:pt x="785137" y="698500"/>
                  </a:lnTo>
                  <a:lnTo>
                    <a:pt x="811134" y="660400"/>
                  </a:lnTo>
                  <a:lnTo>
                    <a:pt x="832745" y="609600"/>
                  </a:lnTo>
                  <a:lnTo>
                    <a:pt x="849788" y="571500"/>
                  </a:lnTo>
                  <a:lnTo>
                    <a:pt x="862085" y="520700"/>
                  </a:lnTo>
                  <a:lnTo>
                    <a:pt x="869456" y="482600"/>
                  </a:lnTo>
                  <a:lnTo>
                    <a:pt x="871720" y="431800"/>
                  </a:lnTo>
                  <a:lnTo>
                    <a:pt x="868697" y="381000"/>
                  </a:lnTo>
                  <a:lnTo>
                    <a:pt x="860208" y="330200"/>
                  </a:lnTo>
                  <a:lnTo>
                    <a:pt x="846074" y="292100"/>
                  </a:lnTo>
                  <a:lnTo>
                    <a:pt x="828320" y="241300"/>
                  </a:lnTo>
                  <a:lnTo>
                    <a:pt x="806293" y="203200"/>
                  </a:lnTo>
                  <a:lnTo>
                    <a:pt x="780355" y="165100"/>
                  </a:lnTo>
                  <a:lnTo>
                    <a:pt x="750871" y="139700"/>
                  </a:lnTo>
                  <a:lnTo>
                    <a:pt x="718208" y="101600"/>
                  </a:lnTo>
                  <a:lnTo>
                    <a:pt x="700469" y="88900"/>
                  </a:lnTo>
                  <a:close/>
                </a:path>
                <a:path w="1334770" h="1435100">
                  <a:moveTo>
                    <a:pt x="309102" y="736600"/>
                  </a:moveTo>
                  <a:lnTo>
                    <a:pt x="273431" y="736600"/>
                  </a:lnTo>
                  <a:lnTo>
                    <a:pt x="249682" y="787400"/>
                  </a:lnTo>
                  <a:lnTo>
                    <a:pt x="290449" y="787400"/>
                  </a:lnTo>
                  <a:lnTo>
                    <a:pt x="308356" y="749300"/>
                  </a:lnTo>
                  <a:lnTo>
                    <a:pt x="310211" y="749300"/>
                  </a:lnTo>
                  <a:lnTo>
                    <a:pt x="309102" y="736600"/>
                  </a:lnTo>
                  <a:close/>
                </a:path>
                <a:path w="1334770" h="1435100">
                  <a:moveTo>
                    <a:pt x="299085" y="723900"/>
                  </a:moveTo>
                  <a:lnTo>
                    <a:pt x="279781" y="723900"/>
                  </a:lnTo>
                  <a:lnTo>
                    <a:pt x="275717" y="736600"/>
                  </a:lnTo>
                  <a:lnTo>
                    <a:pt x="305302" y="736600"/>
                  </a:lnTo>
                  <a:lnTo>
                    <a:pt x="299085" y="723900"/>
                  </a:lnTo>
                  <a:close/>
                </a:path>
                <a:path w="1334770" h="1435100">
                  <a:moveTo>
                    <a:pt x="750570" y="558800"/>
                  </a:moveTo>
                  <a:lnTo>
                    <a:pt x="731266" y="558800"/>
                  </a:lnTo>
                  <a:lnTo>
                    <a:pt x="727329" y="571500"/>
                  </a:lnTo>
                  <a:lnTo>
                    <a:pt x="725170" y="571500"/>
                  </a:lnTo>
                  <a:lnTo>
                    <a:pt x="723314" y="584200"/>
                  </a:lnTo>
                  <a:lnTo>
                    <a:pt x="803275" y="584200"/>
                  </a:lnTo>
                  <a:lnTo>
                    <a:pt x="750570" y="558800"/>
                  </a:lnTo>
                  <a:close/>
                </a:path>
                <a:path w="1334770" h="1435100">
                  <a:moveTo>
                    <a:pt x="129667" y="533400"/>
                  </a:moveTo>
                  <a:lnTo>
                    <a:pt x="109093" y="533400"/>
                  </a:lnTo>
                  <a:lnTo>
                    <a:pt x="56388" y="558800"/>
                  </a:lnTo>
                  <a:lnTo>
                    <a:pt x="134764" y="558800"/>
                  </a:lnTo>
                  <a:lnTo>
                    <a:pt x="133604" y="546100"/>
                  </a:lnTo>
                  <a:lnTo>
                    <a:pt x="129667" y="533400"/>
                  </a:lnTo>
                  <a:close/>
                </a:path>
                <a:path w="1334770" h="1435100">
                  <a:moveTo>
                    <a:pt x="392938" y="203200"/>
                  </a:moveTo>
                  <a:lnTo>
                    <a:pt x="329088" y="203200"/>
                  </a:lnTo>
                  <a:lnTo>
                    <a:pt x="323857" y="215900"/>
                  </a:lnTo>
                  <a:lnTo>
                    <a:pt x="322199" y="228600"/>
                  </a:lnTo>
                  <a:lnTo>
                    <a:pt x="324485" y="393700"/>
                  </a:lnTo>
                  <a:lnTo>
                    <a:pt x="317496" y="406400"/>
                  </a:lnTo>
                  <a:lnTo>
                    <a:pt x="314578" y="431800"/>
                  </a:lnTo>
                  <a:lnTo>
                    <a:pt x="315948" y="457200"/>
                  </a:lnTo>
                  <a:lnTo>
                    <a:pt x="321818" y="482600"/>
                  </a:lnTo>
                  <a:lnTo>
                    <a:pt x="346985" y="520700"/>
                  </a:lnTo>
                  <a:lnTo>
                    <a:pt x="384667" y="546100"/>
                  </a:lnTo>
                  <a:lnTo>
                    <a:pt x="429849" y="558800"/>
                  </a:lnTo>
                  <a:lnTo>
                    <a:pt x="477520" y="546100"/>
                  </a:lnTo>
                  <a:lnTo>
                    <a:pt x="518697" y="520700"/>
                  </a:lnTo>
                  <a:lnTo>
                    <a:pt x="431790" y="520700"/>
                  </a:lnTo>
                  <a:lnTo>
                    <a:pt x="400891" y="508000"/>
                  </a:lnTo>
                  <a:lnTo>
                    <a:pt x="375159" y="495300"/>
                  </a:lnTo>
                  <a:lnTo>
                    <a:pt x="358013" y="469900"/>
                  </a:lnTo>
                  <a:lnTo>
                    <a:pt x="353200" y="431800"/>
                  </a:lnTo>
                  <a:lnTo>
                    <a:pt x="360949" y="406400"/>
                  </a:lnTo>
                  <a:lnTo>
                    <a:pt x="379676" y="381000"/>
                  </a:lnTo>
                  <a:lnTo>
                    <a:pt x="407797" y="355600"/>
                  </a:lnTo>
                  <a:lnTo>
                    <a:pt x="526653" y="355600"/>
                  </a:lnTo>
                  <a:lnTo>
                    <a:pt x="510125" y="342900"/>
                  </a:lnTo>
                  <a:lnTo>
                    <a:pt x="362204" y="342900"/>
                  </a:lnTo>
                  <a:lnTo>
                    <a:pt x="360680" y="228600"/>
                  </a:lnTo>
                  <a:lnTo>
                    <a:pt x="412572" y="228600"/>
                  </a:lnTo>
                  <a:lnTo>
                    <a:pt x="392938" y="203200"/>
                  </a:lnTo>
                  <a:close/>
                </a:path>
                <a:path w="1334770" h="1435100">
                  <a:moveTo>
                    <a:pt x="526653" y="355600"/>
                  </a:moveTo>
                  <a:lnTo>
                    <a:pt x="471297" y="355600"/>
                  </a:lnTo>
                  <a:lnTo>
                    <a:pt x="497058" y="381000"/>
                  </a:lnTo>
                  <a:lnTo>
                    <a:pt x="514223" y="406400"/>
                  </a:lnTo>
                  <a:lnTo>
                    <a:pt x="519088" y="444500"/>
                  </a:lnTo>
                  <a:lnTo>
                    <a:pt x="492577" y="495300"/>
                  </a:lnTo>
                  <a:lnTo>
                    <a:pt x="431790" y="520700"/>
                  </a:lnTo>
                  <a:lnTo>
                    <a:pt x="518697" y="520700"/>
                  </a:lnTo>
                  <a:lnTo>
                    <a:pt x="546147" y="482600"/>
                  </a:lnTo>
                  <a:lnTo>
                    <a:pt x="557476" y="444500"/>
                  </a:lnTo>
                  <a:lnTo>
                    <a:pt x="550291" y="393700"/>
                  </a:lnTo>
                  <a:lnTo>
                    <a:pt x="540204" y="368300"/>
                  </a:lnTo>
                  <a:lnTo>
                    <a:pt x="526653" y="355600"/>
                  </a:lnTo>
                  <a:close/>
                </a:path>
                <a:path w="1334770" h="1435100">
                  <a:moveTo>
                    <a:pt x="19685" y="406400"/>
                  </a:moveTo>
                  <a:lnTo>
                    <a:pt x="12700" y="406400"/>
                  </a:lnTo>
                  <a:lnTo>
                    <a:pt x="5334" y="419100"/>
                  </a:lnTo>
                  <a:lnTo>
                    <a:pt x="27106" y="419100"/>
                  </a:lnTo>
                  <a:lnTo>
                    <a:pt x="19685" y="406400"/>
                  </a:lnTo>
                  <a:close/>
                </a:path>
                <a:path w="1334770" h="1435100">
                  <a:moveTo>
                    <a:pt x="43815" y="368300"/>
                  </a:moveTo>
                  <a:lnTo>
                    <a:pt x="10287" y="368300"/>
                  </a:lnTo>
                  <a:lnTo>
                    <a:pt x="15581" y="381000"/>
                  </a:lnTo>
                  <a:lnTo>
                    <a:pt x="38989" y="381000"/>
                  </a:lnTo>
                  <a:lnTo>
                    <a:pt x="43815" y="368300"/>
                  </a:lnTo>
                  <a:close/>
                </a:path>
                <a:path w="1334770" h="1435100">
                  <a:moveTo>
                    <a:pt x="475873" y="0"/>
                  </a:moveTo>
                  <a:lnTo>
                    <a:pt x="386192" y="0"/>
                  </a:lnTo>
                  <a:lnTo>
                    <a:pt x="296926" y="25400"/>
                  </a:lnTo>
                  <a:lnTo>
                    <a:pt x="285877" y="25400"/>
                  </a:lnTo>
                  <a:lnTo>
                    <a:pt x="240435" y="50800"/>
                  </a:lnTo>
                  <a:lnTo>
                    <a:pt x="197549" y="76200"/>
                  </a:lnTo>
                  <a:lnTo>
                    <a:pt x="157677" y="101600"/>
                  </a:lnTo>
                  <a:lnTo>
                    <a:pt x="121276" y="139700"/>
                  </a:lnTo>
                  <a:lnTo>
                    <a:pt x="88804" y="177800"/>
                  </a:lnTo>
                  <a:lnTo>
                    <a:pt x="60720" y="215900"/>
                  </a:lnTo>
                  <a:lnTo>
                    <a:pt x="37480" y="266700"/>
                  </a:lnTo>
                  <a:lnTo>
                    <a:pt x="19542" y="304800"/>
                  </a:lnTo>
                  <a:lnTo>
                    <a:pt x="7366" y="355600"/>
                  </a:lnTo>
                  <a:lnTo>
                    <a:pt x="7373" y="368300"/>
                  </a:lnTo>
                  <a:lnTo>
                    <a:pt x="45085" y="368300"/>
                  </a:lnTo>
                  <a:lnTo>
                    <a:pt x="49339" y="342900"/>
                  </a:lnTo>
                  <a:lnTo>
                    <a:pt x="54641" y="330200"/>
                  </a:lnTo>
                  <a:lnTo>
                    <a:pt x="60944" y="304800"/>
                  </a:lnTo>
                  <a:lnTo>
                    <a:pt x="68199" y="292100"/>
                  </a:lnTo>
                  <a:lnTo>
                    <a:pt x="145526" y="292100"/>
                  </a:lnTo>
                  <a:lnTo>
                    <a:pt x="141726" y="279400"/>
                  </a:lnTo>
                  <a:lnTo>
                    <a:pt x="135509" y="279400"/>
                  </a:lnTo>
                  <a:lnTo>
                    <a:pt x="84455" y="254000"/>
                  </a:lnTo>
                  <a:lnTo>
                    <a:pt x="113159" y="203200"/>
                  </a:lnTo>
                  <a:lnTo>
                    <a:pt x="147818" y="165100"/>
                  </a:lnTo>
                  <a:lnTo>
                    <a:pt x="187837" y="127000"/>
                  </a:lnTo>
                  <a:lnTo>
                    <a:pt x="232616" y="88900"/>
                  </a:lnTo>
                  <a:lnTo>
                    <a:pt x="281559" y="63500"/>
                  </a:lnTo>
                  <a:lnTo>
                    <a:pt x="321538" y="63500"/>
                  </a:lnTo>
                  <a:lnTo>
                    <a:pt x="317627" y="50800"/>
                  </a:lnTo>
                  <a:lnTo>
                    <a:pt x="363416" y="50800"/>
                  </a:lnTo>
                  <a:lnTo>
                    <a:pt x="409325" y="38100"/>
                  </a:lnTo>
                  <a:lnTo>
                    <a:pt x="604784" y="38100"/>
                  </a:lnTo>
                  <a:lnTo>
                    <a:pt x="519956" y="12700"/>
                  </a:lnTo>
                  <a:lnTo>
                    <a:pt x="475873" y="0"/>
                  </a:lnTo>
                  <a:close/>
                </a:path>
                <a:path w="1334770" h="1435100">
                  <a:moveTo>
                    <a:pt x="412572" y="228600"/>
                  </a:moveTo>
                  <a:lnTo>
                    <a:pt x="362966" y="228600"/>
                  </a:lnTo>
                  <a:lnTo>
                    <a:pt x="431038" y="317500"/>
                  </a:lnTo>
                  <a:lnTo>
                    <a:pt x="394716" y="317500"/>
                  </a:lnTo>
                  <a:lnTo>
                    <a:pt x="385974" y="330200"/>
                  </a:lnTo>
                  <a:lnTo>
                    <a:pt x="369730" y="330200"/>
                  </a:lnTo>
                  <a:lnTo>
                    <a:pt x="362204" y="342900"/>
                  </a:lnTo>
                  <a:lnTo>
                    <a:pt x="510125" y="342900"/>
                  </a:lnTo>
                  <a:lnTo>
                    <a:pt x="491109" y="330200"/>
                  </a:lnTo>
                  <a:lnTo>
                    <a:pt x="412572" y="228600"/>
                  </a:lnTo>
                  <a:close/>
                </a:path>
                <a:path w="1334770" h="1435100">
                  <a:moveTo>
                    <a:pt x="815975" y="317500"/>
                  </a:moveTo>
                  <a:lnTo>
                    <a:pt x="735006" y="317500"/>
                  </a:lnTo>
                  <a:lnTo>
                    <a:pt x="736092" y="330200"/>
                  </a:lnTo>
                  <a:lnTo>
                    <a:pt x="740104" y="330200"/>
                  </a:lnTo>
                  <a:lnTo>
                    <a:pt x="746093" y="342900"/>
                  </a:lnTo>
                  <a:lnTo>
                    <a:pt x="760857" y="342900"/>
                  </a:lnTo>
                  <a:lnTo>
                    <a:pt x="815975" y="317500"/>
                  </a:lnTo>
                  <a:close/>
                </a:path>
                <a:path w="1334770" h="1435100">
                  <a:moveTo>
                    <a:pt x="146635" y="292100"/>
                  </a:moveTo>
                  <a:lnTo>
                    <a:pt x="68199" y="292100"/>
                  </a:lnTo>
                  <a:lnTo>
                    <a:pt x="119126" y="304800"/>
                  </a:lnTo>
                  <a:lnTo>
                    <a:pt x="123952" y="317500"/>
                  </a:lnTo>
                  <a:lnTo>
                    <a:pt x="129159" y="317500"/>
                  </a:lnTo>
                  <a:lnTo>
                    <a:pt x="133731" y="304800"/>
                  </a:lnTo>
                  <a:lnTo>
                    <a:pt x="144780" y="304800"/>
                  </a:lnTo>
                  <a:lnTo>
                    <a:pt x="146635" y="292100"/>
                  </a:lnTo>
                  <a:close/>
                </a:path>
                <a:path w="1334770" h="1435100">
                  <a:moveTo>
                    <a:pt x="372697" y="190500"/>
                  </a:moveTo>
                  <a:lnTo>
                    <a:pt x="348361" y="190500"/>
                  </a:lnTo>
                  <a:lnTo>
                    <a:pt x="337415" y="203200"/>
                  </a:lnTo>
                  <a:lnTo>
                    <a:pt x="383704" y="203200"/>
                  </a:lnTo>
                  <a:lnTo>
                    <a:pt x="372697" y="190500"/>
                  </a:lnTo>
                  <a:close/>
                </a:path>
                <a:path w="1334770" h="1435100">
                  <a:moveTo>
                    <a:pt x="590169" y="139700"/>
                  </a:moveTo>
                  <a:lnTo>
                    <a:pt x="564592" y="139700"/>
                  </a:lnTo>
                  <a:lnTo>
                    <a:pt x="570738" y="152400"/>
                  </a:lnTo>
                  <a:lnTo>
                    <a:pt x="585597" y="152400"/>
                  </a:lnTo>
                  <a:lnTo>
                    <a:pt x="590169" y="139700"/>
                  </a:lnTo>
                  <a:close/>
                </a:path>
                <a:path w="1334770" h="1435100">
                  <a:moveTo>
                    <a:pt x="332398" y="127000"/>
                  </a:moveTo>
                  <a:lnTo>
                    <a:pt x="305057" y="127000"/>
                  </a:lnTo>
                  <a:lnTo>
                    <a:pt x="311023" y="139700"/>
                  </a:lnTo>
                  <a:lnTo>
                    <a:pt x="325882" y="139700"/>
                  </a:lnTo>
                  <a:lnTo>
                    <a:pt x="332398" y="127000"/>
                  </a:lnTo>
                  <a:close/>
                </a:path>
                <a:path w="1334770" h="1435100">
                  <a:moveTo>
                    <a:pt x="604784" y="38100"/>
                  </a:moveTo>
                  <a:lnTo>
                    <a:pt x="499867" y="38100"/>
                  </a:lnTo>
                  <a:lnTo>
                    <a:pt x="543681" y="50800"/>
                  </a:lnTo>
                  <a:lnTo>
                    <a:pt x="585978" y="63500"/>
                  </a:lnTo>
                  <a:lnTo>
                    <a:pt x="561467" y="114300"/>
                  </a:lnTo>
                  <a:lnTo>
                    <a:pt x="559683" y="127000"/>
                  </a:lnTo>
                  <a:lnTo>
                    <a:pt x="560816" y="139700"/>
                  </a:lnTo>
                  <a:lnTo>
                    <a:pt x="596392" y="139700"/>
                  </a:lnTo>
                  <a:lnTo>
                    <a:pt x="621030" y="88900"/>
                  </a:lnTo>
                  <a:lnTo>
                    <a:pt x="700469" y="88900"/>
                  </a:lnTo>
                  <a:lnTo>
                    <a:pt x="682729" y="76200"/>
                  </a:lnTo>
                  <a:lnTo>
                    <a:pt x="644800" y="50800"/>
                  </a:lnTo>
                  <a:lnTo>
                    <a:pt x="604784" y="38100"/>
                  </a:lnTo>
                  <a:close/>
                </a:path>
                <a:path w="1334770" h="1435100">
                  <a:moveTo>
                    <a:pt x="321538" y="63500"/>
                  </a:moveTo>
                  <a:lnTo>
                    <a:pt x="281559" y="63500"/>
                  </a:lnTo>
                  <a:lnTo>
                    <a:pt x="301117" y="127000"/>
                  </a:lnTo>
                  <a:lnTo>
                    <a:pt x="336676" y="127000"/>
                  </a:lnTo>
                  <a:lnTo>
                    <a:pt x="338383" y="114300"/>
                  </a:lnTo>
                  <a:lnTo>
                    <a:pt x="337185" y="114300"/>
                  </a:lnTo>
                  <a:lnTo>
                    <a:pt x="321538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71515" y="1463039"/>
              <a:ext cx="1994915" cy="199491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30951" y="1504187"/>
              <a:ext cx="1880616" cy="18806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49" y="0"/>
            <a:ext cx="9182100" cy="302260"/>
            <a:chOff x="-19049" y="0"/>
            <a:chExt cx="9182100" cy="302260"/>
          </a:xfrm>
        </p:grpSpPr>
        <p:sp>
          <p:nvSpPr>
            <p:cNvPr id="3" name="object 3"/>
            <p:cNvSpPr/>
            <p:nvPr/>
          </p:nvSpPr>
          <p:spPr>
            <a:xfrm>
              <a:off x="7850886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0" y="263651"/>
                  </a:moveTo>
                  <a:lnTo>
                    <a:pt x="1293114" y="263651"/>
                  </a:lnTo>
                  <a:lnTo>
                    <a:pt x="129311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solidFill>
              <a:srgbClr val="157E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850886" y="245364"/>
              <a:ext cx="1293495" cy="38100"/>
            </a:xfrm>
            <a:custGeom>
              <a:avLst/>
              <a:gdLst/>
              <a:ahLst/>
              <a:cxnLst/>
              <a:rect l="l" t="t" r="r" b="b"/>
              <a:pathLst>
                <a:path w="1293495" h="38100">
                  <a:moveTo>
                    <a:pt x="0" y="38100"/>
                  </a:moveTo>
                  <a:lnTo>
                    <a:pt x="1293114" y="38100"/>
                  </a:lnTo>
                  <a:lnTo>
                    <a:pt x="1293114" y="0"/>
                  </a:lnTo>
                  <a:lnTo>
                    <a:pt x="0" y="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50886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1293114" y="0"/>
                  </a:moveTo>
                  <a:lnTo>
                    <a:pt x="0" y="0"/>
                  </a:lnTo>
                  <a:lnTo>
                    <a:pt x="0" y="26365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40246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1310640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40" y="263651"/>
                  </a:lnTo>
                  <a:lnTo>
                    <a:pt x="1310640" y="0"/>
                  </a:lnTo>
                  <a:close/>
                </a:path>
              </a:pathLst>
            </a:custGeom>
            <a:solidFill>
              <a:srgbClr val="49B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40246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0" y="263651"/>
                  </a:moveTo>
                  <a:lnTo>
                    <a:pt x="1310640" y="263651"/>
                  </a:lnTo>
                  <a:lnTo>
                    <a:pt x="1310640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28081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C0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28081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15917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0073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15917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05278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1310639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39" y="263651"/>
                  </a:lnTo>
                  <a:lnTo>
                    <a:pt x="1310639" y="0"/>
                  </a:lnTo>
                  <a:close/>
                </a:path>
              </a:pathLst>
            </a:custGeom>
            <a:solidFill>
              <a:srgbClr val="12AA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05278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0" y="263651"/>
                  </a:moveTo>
                  <a:lnTo>
                    <a:pt x="1310639" y="263651"/>
                  </a:lnTo>
                  <a:lnTo>
                    <a:pt x="1310639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93113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157B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93113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1293113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293113" y="263651"/>
                  </a:lnTo>
                  <a:lnTo>
                    <a:pt x="1293113" y="0"/>
                  </a:lnTo>
                  <a:close/>
                </a:path>
              </a:pathLst>
            </a:custGeom>
            <a:solidFill>
              <a:srgbClr val="F78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0" y="263651"/>
                  </a:moveTo>
                  <a:lnTo>
                    <a:pt x="1293113" y="263651"/>
                  </a:lnTo>
                  <a:lnTo>
                    <a:pt x="1293113" y="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093970" y="2337053"/>
            <a:ext cx="2472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50" dirty="0">
                <a:latin typeface="Tahoma"/>
                <a:cs typeface="Tahoma"/>
              </a:rPr>
              <a:t>EXAMPLE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81802" y="3654933"/>
            <a:ext cx="10934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10" dirty="0">
                <a:latin typeface="Trebuchet MS"/>
                <a:cs typeface="Trebuchet MS"/>
              </a:rPr>
              <a:t>Cont</a:t>
            </a:r>
            <a:r>
              <a:rPr sz="1600" dirty="0">
                <a:latin typeface="Trebuchet MS"/>
                <a:cs typeface="Trebuchet MS"/>
              </a:rPr>
              <a:t>o</a:t>
            </a:r>
            <a:r>
              <a:rPr sz="1600" spc="-5" dirty="0">
                <a:latin typeface="Trebuchet MS"/>
                <a:cs typeface="Trebuchet MS"/>
              </a:rPr>
              <a:t>h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Soal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5665089" y="750519"/>
            <a:ext cx="1327150" cy="1169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0" b="1" spc="380" dirty="0">
                <a:solidFill>
                  <a:srgbClr val="12AAC6"/>
                </a:solidFill>
                <a:latin typeface="Tahoma"/>
                <a:cs typeface="Tahoma"/>
              </a:rPr>
              <a:t>0</a:t>
            </a:r>
            <a:r>
              <a:rPr sz="7500" b="1" u="heavy" spc="305" dirty="0">
                <a:solidFill>
                  <a:srgbClr val="12AAC6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4</a:t>
            </a:r>
            <a:endParaRPr sz="75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83691" y="841247"/>
            <a:ext cx="3314700" cy="3592195"/>
            <a:chOff x="583691" y="841247"/>
            <a:chExt cx="3314700" cy="3592195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4311" y="2307336"/>
              <a:ext cx="2164080" cy="212597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3366" y="2347682"/>
              <a:ext cx="2050394" cy="201067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3691" y="1635251"/>
              <a:ext cx="1714500" cy="190804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62177" y="1693925"/>
              <a:ext cx="1562100" cy="1757680"/>
            </a:xfrm>
            <a:custGeom>
              <a:avLst/>
              <a:gdLst/>
              <a:ahLst/>
              <a:cxnLst/>
              <a:rect l="l" t="t" r="r" b="b"/>
              <a:pathLst>
                <a:path w="1562100" h="1757679">
                  <a:moveTo>
                    <a:pt x="1301749" y="0"/>
                  </a:moveTo>
                  <a:lnTo>
                    <a:pt x="260350" y="0"/>
                  </a:lnTo>
                  <a:lnTo>
                    <a:pt x="213551" y="4195"/>
                  </a:lnTo>
                  <a:lnTo>
                    <a:pt x="169504" y="16290"/>
                  </a:lnTo>
                  <a:lnTo>
                    <a:pt x="128945" y="35550"/>
                  </a:lnTo>
                  <a:lnTo>
                    <a:pt x="92608" y="61238"/>
                  </a:lnTo>
                  <a:lnTo>
                    <a:pt x="61230" y="92619"/>
                  </a:lnTo>
                  <a:lnTo>
                    <a:pt x="35544" y="128956"/>
                  </a:lnTo>
                  <a:lnTo>
                    <a:pt x="16287" y="169514"/>
                  </a:lnTo>
                  <a:lnTo>
                    <a:pt x="4194" y="213557"/>
                  </a:lnTo>
                  <a:lnTo>
                    <a:pt x="0" y="260350"/>
                  </a:lnTo>
                  <a:lnTo>
                    <a:pt x="0" y="1496822"/>
                  </a:lnTo>
                  <a:lnTo>
                    <a:pt x="4194" y="1543614"/>
                  </a:lnTo>
                  <a:lnTo>
                    <a:pt x="16287" y="1587657"/>
                  </a:lnTo>
                  <a:lnTo>
                    <a:pt x="35544" y="1628215"/>
                  </a:lnTo>
                  <a:lnTo>
                    <a:pt x="61230" y="1664552"/>
                  </a:lnTo>
                  <a:lnTo>
                    <a:pt x="92608" y="1695933"/>
                  </a:lnTo>
                  <a:lnTo>
                    <a:pt x="128945" y="1721621"/>
                  </a:lnTo>
                  <a:lnTo>
                    <a:pt x="169504" y="1740881"/>
                  </a:lnTo>
                  <a:lnTo>
                    <a:pt x="213551" y="1752976"/>
                  </a:lnTo>
                  <a:lnTo>
                    <a:pt x="260350" y="1757172"/>
                  </a:lnTo>
                  <a:lnTo>
                    <a:pt x="1301749" y="1757172"/>
                  </a:lnTo>
                  <a:lnTo>
                    <a:pt x="1348542" y="1752976"/>
                  </a:lnTo>
                  <a:lnTo>
                    <a:pt x="1392585" y="1740881"/>
                  </a:lnTo>
                  <a:lnTo>
                    <a:pt x="1433143" y="1721621"/>
                  </a:lnTo>
                  <a:lnTo>
                    <a:pt x="1469480" y="1695933"/>
                  </a:lnTo>
                  <a:lnTo>
                    <a:pt x="1500861" y="1664552"/>
                  </a:lnTo>
                  <a:lnTo>
                    <a:pt x="1526549" y="1628215"/>
                  </a:lnTo>
                  <a:lnTo>
                    <a:pt x="1545809" y="1587657"/>
                  </a:lnTo>
                  <a:lnTo>
                    <a:pt x="1557904" y="1543614"/>
                  </a:lnTo>
                  <a:lnTo>
                    <a:pt x="1562099" y="1496822"/>
                  </a:lnTo>
                  <a:lnTo>
                    <a:pt x="1562099" y="260350"/>
                  </a:lnTo>
                  <a:lnTo>
                    <a:pt x="1557904" y="213557"/>
                  </a:lnTo>
                  <a:lnTo>
                    <a:pt x="1545809" y="169514"/>
                  </a:lnTo>
                  <a:lnTo>
                    <a:pt x="1526549" y="128956"/>
                  </a:lnTo>
                  <a:lnTo>
                    <a:pt x="1500861" y="92619"/>
                  </a:lnTo>
                  <a:lnTo>
                    <a:pt x="1469480" y="61238"/>
                  </a:lnTo>
                  <a:lnTo>
                    <a:pt x="1433143" y="35550"/>
                  </a:lnTo>
                  <a:lnTo>
                    <a:pt x="1392585" y="16290"/>
                  </a:lnTo>
                  <a:lnTo>
                    <a:pt x="1348542" y="4195"/>
                  </a:lnTo>
                  <a:lnTo>
                    <a:pt x="13017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62177" y="1693925"/>
              <a:ext cx="1562100" cy="1757680"/>
            </a:xfrm>
            <a:custGeom>
              <a:avLst/>
              <a:gdLst/>
              <a:ahLst/>
              <a:cxnLst/>
              <a:rect l="l" t="t" r="r" b="b"/>
              <a:pathLst>
                <a:path w="1562100" h="1757679">
                  <a:moveTo>
                    <a:pt x="0" y="260350"/>
                  </a:moveTo>
                  <a:lnTo>
                    <a:pt x="4194" y="213557"/>
                  </a:lnTo>
                  <a:lnTo>
                    <a:pt x="16287" y="169514"/>
                  </a:lnTo>
                  <a:lnTo>
                    <a:pt x="35544" y="128956"/>
                  </a:lnTo>
                  <a:lnTo>
                    <a:pt x="61230" y="92619"/>
                  </a:lnTo>
                  <a:lnTo>
                    <a:pt x="92608" y="61238"/>
                  </a:lnTo>
                  <a:lnTo>
                    <a:pt x="128945" y="35550"/>
                  </a:lnTo>
                  <a:lnTo>
                    <a:pt x="169504" y="16290"/>
                  </a:lnTo>
                  <a:lnTo>
                    <a:pt x="213551" y="4195"/>
                  </a:lnTo>
                  <a:lnTo>
                    <a:pt x="260350" y="0"/>
                  </a:lnTo>
                  <a:lnTo>
                    <a:pt x="1301749" y="0"/>
                  </a:lnTo>
                  <a:lnTo>
                    <a:pt x="1348542" y="4195"/>
                  </a:lnTo>
                  <a:lnTo>
                    <a:pt x="1392585" y="16290"/>
                  </a:lnTo>
                  <a:lnTo>
                    <a:pt x="1433143" y="35550"/>
                  </a:lnTo>
                  <a:lnTo>
                    <a:pt x="1469480" y="61238"/>
                  </a:lnTo>
                  <a:lnTo>
                    <a:pt x="1500861" y="92619"/>
                  </a:lnTo>
                  <a:lnTo>
                    <a:pt x="1526549" y="128956"/>
                  </a:lnTo>
                  <a:lnTo>
                    <a:pt x="1545809" y="169514"/>
                  </a:lnTo>
                  <a:lnTo>
                    <a:pt x="1557904" y="213557"/>
                  </a:lnTo>
                  <a:lnTo>
                    <a:pt x="1562099" y="260350"/>
                  </a:lnTo>
                  <a:lnTo>
                    <a:pt x="1562099" y="1496822"/>
                  </a:lnTo>
                  <a:lnTo>
                    <a:pt x="1557904" y="1543614"/>
                  </a:lnTo>
                  <a:lnTo>
                    <a:pt x="1545809" y="1587657"/>
                  </a:lnTo>
                  <a:lnTo>
                    <a:pt x="1526549" y="1628215"/>
                  </a:lnTo>
                  <a:lnTo>
                    <a:pt x="1500861" y="1664552"/>
                  </a:lnTo>
                  <a:lnTo>
                    <a:pt x="1469480" y="1695933"/>
                  </a:lnTo>
                  <a:lnTo>
                    <a:pt x="1433143" y="1721621"/>
                  </a:lnTo>
                  <a:lnTo>
                    <a:pt x="1392585" y="1740881"/>
                  </a:lnTo>
                  <a:lnTo>
                    <a:pt x="1348542" y="1752976"/>
                  </a:lnTo>
                  <a:lnTo>
                    <a:pt x="1301749" y="1757172"/>
                  </a:lnTo>
                  <a:lnTo>
                    <a:pt x="260350" y="1757172"/>
                  </a:lnTo>
                  <a:lnTo>
                    <a:pt x="213551" y="1752976"/>
                  </a:lnTo>
                  <a:lnTo>
                    <a:pt x="169504" y="1740881"/>
                  </a:lnTo>
                  <a:lnTo>
                    <a:pt x="128945" y="1721621"/>
                  </a:lnTo>
                  <a:lnTo>
                    <a:pt x="92608" y="1695933"/>
                  </a:lnTo>
                  <a:lnTo>
                    <a:pt x="61230" y="1664552"/>
                  </a:lnTo>
                  <a:lnTo>
                    <a:pt x="35544" y="1628215"/>
                  </a:lnTo>
                  <a:lnTo>
                    <a:pt x="16287" y="1587657"/>
                  </a:lnTo>
                  <a:lnTo>
                    <a:pt x="4194" y="1543614"/>
                  </a:lnTo>
                  <a:lnTo>
                    <a:pt x="0" y="1496822"/>
                  </a:lnTo>
                  <a:lnTo>
                    <a:pt x="0" y="26035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8863" y="2182367"/>
              <a:ext cx="121919" cy="21335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26020" y="1915667"/>
              <a:ext cx="792480" cy="1221105"/>
            </a:xfrm>
            <a:custGeom>
              <a:avLst/>
              <a:gdLst/>
              <a:ahLst/>
              <a:cxnLst/>
              <a:rect l="l" t="t" r="r" b="b"/>
              <a:pathLst>
                <a:path w="792480" h="1221105">
                  <a:moveTo>
                    <a:pt x="713219" y="0"/>
                  </a:moveTo>
                  <a:lnTo>
                    <a:pt x="79171" y="0"/>
                  </a:lnTo>
                  <a:lnTo>
                    <a:pt x="48364" y="6238"/>
                  </a:lnTo>
                  <a:lnTo>
                    <a:pt x="23198" y="23241"/>
                  </a:lnTo>
                  <a:lnTo>
                    <a:pt x="6225" y="48434"/>
                  </a:lnTo>
                  <a:lnTo>
                    <a:pt x="0" y="79248"/>
                  </a:lnTo>
                  <a:lnTo>
                    <a:pt x="0" y="1220724"/>
                  </a:lnTo>
                  <a:lnTo>
                    <a:pt x="792467" y="1220724"/>
                  </a:lnTo>
                  <a:lnTo>
                    <a:pt x="792467" y="79248"/>
                  </a:lnTo>
                  <a:lnTo>
                    <a:pt x="786246" y="48434"/>
                  </a:lnTo>
                  <a:lnTo>
                    <a:pt x="769273" y="23240"/>
                  </a:lnTo>
                  <a:lnTo>
                    <a:pt x="744086" y="6238"/>
                  </a:lnTo>
                  <a:lnTo>
                    <a:pt x="713219" y="0"/>
                  </a:lnTo>
                  <a:close/>
                </a:path>
              </a:pathLst>
            </a:custGeom>
            <a:solidFill>
              <a:srgbClr val="F78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47927" y="2034539"/>
              <a:ext cx="550545" cy="361315"/>
            </a:xfrm>
            <a:custGeom>
              <a:avLst/>
              <a:gdLst/>
              <a:ahLst/>
              <a:cxnLst/>
              <a:rect l="l" t="t" r="r" b="b"/>
              <a:pathLst>
                <a:path w="550544" h="361314">
                  <a:moveTo>
                    <a:pt x="523747" y="0"/>
                  </a:moveTo>
                  <a:lnTo>
                    <a:pt x="26415" y="0"/>
                  </a:lnTo>
                  <a:lnTo>
                    <a:pt x="16137" y="2073"/>
                  </a:lnTo>
                  <a:lnTo>
                    <a:pt x="7740" y="7731"/>
                  </a:lnTo>
                  <a:lnTo>
                    <a:pt x="2077" y="16127"/>
                  </a:lnTo>
                  <a:lnTo>
                    <a:pt x="0" y="26416"/>
                  </a:lnTo>
                  <a:lnTo>
                    <a:pt x="0" y="334772"/>
                  </a:lnTo>
                  <a:lnTo>
                    <a:pt x="2077" y="345060"/>
                  </a:lnTo>
                  <a:lnTo>
                    <a:pt x="7740" y="353456"/>
                  </a:lnTo>
                  <a:lnTo>
                    <a:pt x="16137" y="359114"/>
                  </a:lnTo>
                  <a:lnTo>
                    <a:pt x="26415" y="361188"/>
                  </a:lnTo>
                  <a:lnTo>
                    <a:pt x="523747" y="361188"/>
                  </a:lnTo>
                  <a:lnTo>
                    <a:pt x="534036" y="359114"/>
                  </a:lnTo>
                  <a:lnTo>
                    <a:pt x="542432" y="353456"/>
                  </a:lnTo>
                  <a:lnTo>
                    <a:pt x="548090" y="345060"/>
                  </a:lnTo>
                  <a:lnTo>
                    <a:pt x="550163" y="334772"/>
                  </a:lnTo>
                  <a:lnTo>
                    <a:pt x="550163" y="26416"/>
                  </a:lnTo>
                  <a:lnTo>
                    <a:pt x="548090" y="16127"/>
                  </a:lnTo>
                  <a:lnTo>
                    <a:pt x="542432" y="7731"/>
                  </a:lnTo>
                  <a:lnTo>
                    <a:pt x="534036" y="2073"/>
                  </a:lnTo>
                  <a:lnTo>
                    <a:pt x="5237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82623" y="2237231"/>
              <a:ext cx="80772" cy="7924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86383" y="3136391"/>
              <a:ext cx="873760" cy="91440"/>
            </a:xfrm>
            <a:custGeom>
              <a:avLst/>
              <a:gdLst/>
              <a:ahLst/>
              <a:cxnLst/>
              <a:rect l="l" t="t" r="r" b="b"/>
              <a:pathLst>
                <a:path w="873760" h="91439">
                  <a:moveTo>
                    <a:pt x="833754" y="0"/>
                  </a:moveTo>
                  <a:lnTo>
                    <a:pt x="39496" y="0"/>
                  </a:lnTo>
                  <a:lnTo>
                    <a:pt x="24147" y="3075"/>
                  </a:lnTo>
                  <a:lnTo>
                    <a:pt x="11590" y="11461"/>
                  </a:lnTo>
                  <a:lnTo>
                    <a:pt x="3112" y="23895"/>
                  </a:lnTo>
                  <a:lnTo>
                    <a:pt x="0" y="39115"/>
                  </a:lnTo>
                  <a:lnTo>
                    <a:pt x="0" y="52324"/>
                  </a:lnTo>
                  <a:lnTo>
                    <a:pt x="3112" y="67544"/>
                  </a:lnTo>
                  <a:lnTo>
                    <a:pt x="11590" y="79978"/>
                  </a:lnTo>
                  <a:lnTo>
                    <a:pt x="24147" y="88364"/>
                  </a:lnTo>
                  <a:lnTo>
                    <a:pt x="39496" y="91439"/>
                  </a:lnTo>
                  <a:lnTo>
                    <a:pt x="833754" y="91439"/>
                  </a:lnTo>
                  <a:lnTo>
                    <a:pt x="849088" y="88364"/>
                  </a:lnTo>
                  <a:lnTo>
                    <a:pt x="861647" y="79978"/>
                  </a:lnTo>
                  <a:lnTo>
                    <a:pt x="870134" y="67544"/>
                  </a:lnTo>
                  <a:lnTo>
                    <a:pt x="873252" y="52324"/>
                  </a:lnTo>
                  <a:lnTo>
                    <a:pt x="873252" y="39115"/>
                  </a:lnTo>
                  <a:lnTo>
                    <a:pt x="870134" y="23895"/>
                  </a:lnTo>
                  <a:lnTo>
                    <a:pt x="861647" y="11461"/>
                  </a:lnTo>
                  <a:lnTo>
                    <a:pt x="849088" y="3075"/>
                  </a:lnTo>
                  <a:lnTo>
                    <a:pt x="833754" y="0"/>
                  </a:lnTo>
                  <a:close/>
                </a:path>
              </a:pathLst>
            </a:custGeom>
            <a:solidFill>
              <a:srgbClr val="157E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87295" y="2276855"/>
              <a:ext cx="111760" cy="280670"/>
            </a:xfrm>
            <a:custGeom>
              <a:avLst/>
              <a:gdLst/>
              <a:ahLst/>
              <a:cxnLst/>
              <a:rect l="l" t="t" r="r" b="b"/>
              <a:pathLst>
                <a:path w="111760" h="280669">
                  <a:moveTo>
                    <a:pt x="0" y="0"/>
                  </a:moveTo>
                  <a:lnTo>
                    <a:pt x="0" y="251460"/>
                  </a:lnTo>
                  <a:lnTo>
                    <a:pt x="2278" y="262735"/>
                  </a:lnTo>
                  <a:lnTo>
                    <a:pt x="8508" y="271938"/>
                  </a:lnTo>
                  <a:lnTo>
                    <a:pt x="17787" y="278141"/>
                  </a:lnTo>
                  <a:lnTo>
                    <a:pt x="29210" y="280416"/>
                  </a:lnTo>
                  <a:lnTo>
                    <a:pt x="82168" y="280416"/>
                  </a:lnTo>
                  <a:lnTo>
                    <a:pt x="93517" y="278141"/>
                  </a:lnTo>
                  <a:lnTo>
                    <a:pt x="102758" y="271938"/>
                  </a:lnTo>
                  <a:lnTo>
                    <a:pt x="108975" y="262735"/>
                  </a:lnTo>
                  <a:lnTo>
                    <a:pt x="111252" y="251460"/>
                  </a:lnTo>
                  <a:lnTo>
                    <a:pt x="111252" y="943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AA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63751" y="2563368"/>
              <a:ext cx="318770" cy="414655"/>
            </a:xfrm>
            <a:custGeom>
              <a:avLst/>
              <a:gdLst/>
              <a:ahLst/>
              <a:cxnLst/>
              <a:rect l="l" t="t" r="r" b="b"/>
              <a:pathLst>
                <a:path w="318769" h="414655">
                  <a:moveTo>
                    <a:pt x="163741" y="0"/>
                  </a:moveTo>
                  <a:lnTo>
                    <a:pt x="159257" y="0"/>
                  </a:lnTo>
                  <a:lnTo>
                    <a:pt x="154774" y="0"/>
                  </a:lnTo>
                  <a:lnTo>
                    <a:pt x="150279" y="1905"/>
                  </a:lnTo>
                  <a:lnTo>
                    <a:pt x="123320" y="34762"/>
                  </a:lnTo>
                  <a:lnTo>
                    <a:pt x="92465" y="75024"/>
                  </a:lnTo>
                  <a:lnTo>
                    <a:pt x="59628" y="121967"/>
                  </a:lnTo>
                  <a:lnTo>
                    <a:pt x="29886" y="171186"/>
                  </a:lnTo>
                  <a:lnTo>
                    <a:pt x="8317" y="218274"/>
                  </a:lnTo>
                  <a:lnTo>
                    <a:pt x="0" y="258825"/>
                  </a:lnTo>
                  <a:lnTo>
                    <a:pt x="8124" y="308083"/>
                  </a:lnTo>
                  <a:lnTo>
                    <a:pt x="30747" y="350830"/>
                  </a:lnTo>
                  <a:lnTo>
                    <a:pt x="65244" y="384519"/>
                  </a:lnTo>
                  <a:lnTo>
                    <a:pt x="108989" y="406601"/>
                  </a:lnTo>
                  <a:lnTo>
                    <a:pt x="159359" y="414527"/>
                  </a:lnTo>
                  <a:lnTo>
                    <a:pt x="209620" y="406601"/>
                  </a:lnTo>
                  <a:lnTo>
                    <a:pt x="253304" y="384519"/>
                  </a:lnTo>
                  <a:lnTo>
                    <a:pt x="287774" y="350830"/>
                  </a:lnTo>
                  <a:lnTo>
                    <a:pt x="310390" y="308083"/>
                  </a:lnTo>
                  <a:lnTo>
                    <a:pt x="318516" y="258825"/>
                  </a:lnTo>
                  <a:lnTo>
                    <a:pt x="310197" y="218283"/>
                  </a:lnTo>
                  <a:lnTo>
                    <a:pt x="288626" y="171214"/>
                  </a:lnTo>
                  <a:lnTo>
                    <a:pt x="258881" y="122015"/>
                  </a:lnTo>
                  <a:lnTo>
                    <a:pt x="226041" y="75080"/>
                  </a:lnTo>
                  <a:lnTo>
                    <a:pt x="195183" y="34806"/>
                  </a:lnTo>
                  <a:lnTo>
                    <a:pt x="168224" y="1905"/>
                  </a:lnTo>
                  <a:lnTo>
                    <a:pt x="163741" y="0"/>
                  </a:lnTo>
                  <a:close/>
                </a:path>
              </a:pathLst>
            </a:custGeom>
            <a:solidFill>
              <a:srgbClr val="C0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66571" y="1901444"/>
              <a:ext cx="1351915" cy="1346200"/>
            </a:xfrm>
            <a:custGeom>
              <a:avLst/>
              <a:gdLst/>
              <a:ahLst/>
              <a:cxnLst/>
              <a:rect l="l" t="t" r="r" b="b"/>
              <a:pathLst>
                <a:path w="1351914" h="1346200">
                  <a:moveTo>
                    <a:pt x="78491" y="990600"/>
                  </a:moveTo>
                  <a:lnTo>
                    <a:pt x="41893" y="990600"/>
                  </a:lnTo>
                  <a:lnTo>
                    <a:pt x="40335" y="1003300"/>
                  </a:lnTo>
                  <a:lnTo>
                    <a:pt x="40335" y="1219200"/>
                  </a:lnTo>
                  <a:lnTo>
                    <a:pt x="24147" y="1231900"/>
                  </a:lnTo>
                  <a:lnTo>
                    <a:pt x="11380" y="1244600"/>
                  </a:lnTo>
                  <a:lnTo>
                    <a:pt x="3007" y="1257300"/>
                  </a:lnTo>
                  <a:lnTo>
                    <a:pt x="0" y="1282700"/>
                  </a:lnTo>
                  <a:lnTo>
                    <a:pt x="0" y="1295400"/>
                  </a:lnTo>
                  <a:lnTo>
                    <a:pt x="4668" y="1320800"/>
                  </a:lnTo>
                  <a:lnTo>
                    <a:pt x="17395" y="1333500"/>
                  </a:lnTo>
                  <a:lnTo>
                    <a:pt x="36261" y="1346200"/>
                  </a:lnTo>
                  <a:lnTo>
                    <a:pt x="876804" y="1346200"/>
                  </a:lnTo>
                  <a:lnTo>
                    <a:pt x="895699" y="1333500"/>
                  </a:lnTo>
                  <a:lnTo>
                    <a:pt x="908450" y="1320800"/>
                  </a:lnTo>
                  <a:lnTo>
                    <a:pt x="910790" y="1308100"/>
                  </a:lnTo>
                  <a:lnTo>
                    <a:pt x="45491" y="1308100"/>
                  </a:lnTo>
                  <a:lnTo>
                    <a:pt x="41266" y="1295400"/>
                  </a:lnTo>
                  <a:lnTo>
                    <a:pt x="39712" y="1295400"/>
                  </a:lnTo>
                  <a:lnTo>
                    <a:pt x="39712" y="1282700"/>
                  </a:lnTo>
                  <a:lnTo>
                    <a:pt x="41266" y="1270000"/>
                  </a:lnTo>
                  <a:lnTo>
                    <a:pt x="45491" y="1270000"/>
                  </a:lnTo>
                  <a:lnTo>
                    <a:pt x="51735" y="1257300"/>
                  </a:lnTo>
                  <a:lnTo>
                    <a:pt x="910123" y="1257300"/>
                  </a:lnTo>
                  <a:lnTo>
                    <a:pt x="901747" y="1244600"/>
                  </a:lnTo>
                  <a:lnTo>
                    <a:pt x="888966" y="1231900"/>
                  </a:lnTo>
                  <a:lnTo>
                    <a:pt x="872744" y="1219200"/>
                  </a:lnTo>
                  <a:lnTo>
                    <a:pt x="80048" y="1219200"/>
                  </a:lnTo>
                  <a:lnTo>
                    <a:pt x="80048" y="1003300"/>
                  </a:lnTo>
                  <a:lnTo>
                    <a:pt x="78491" y="990600"/>
                  </a:lnTo>
                  <a:close/>
                </a:path>
                <a:path w="1351914" h="1346200">
                  <a:moveTo>
                    <a:pt x="910123" y="1257300"/>
                  </a:moveTo>
                  <a:lnTo>
                    <a:pt x="861470" y="1257300"/>
                  </a:lnTo>
                  <a:lnTo>
                    <a:pt x="867806" y="1270000"/>
                  </a:lnTo>
                  <a:lnTo>
                    <a:pt x="872071" y="1270000"/>
                  </a:lnTo>
                  <a:lnTo>
                    <a:pt x="873633" y="1282700"/>
                  </a:lnTo>
                  <a:lnTo>
                    <a:pt x="873633" y="1295400"/>
                  </a:lnTo>
                  <a:lnTo>
                    <a:pt x="872071" y="1295400"/>
                  </a:lnTo>
                  <a:lnTo>
                    <a:pt x="867806" y="1308100"/>
                  </a:lnTo>
                  <a:lnTo>
                    <a:pt x="910790" y="1308100"/>
                  </a:lnTo>
                  <a:lnTo>
                    <a:pt x="913129" y="1295400"/>
                  </a:lnTo>
                  <a:lnTo>
                    <a:pt x="913129" y="1282700"/>
                  </a:lnTo>
                  <a:lnTo>
                    <a:pt x="910123" y="1257300"/>
                  </a:lnTo>
                  <a:close/>
                </a:path>
                <a:path w="1351914" h="1346200">
                  <a:moveTo>
                    <a:pt x="850739" y="38100"/>
                  </a:moveTo>
                  <a:lnTo>
                    <a:pt x="773684" y="38100"/>
                  </a:lnTo>
                  <a:lnTo>
                    <a:pt x="796774" y="50800"/>
                  </a:lnTo>
                  <a:lnTo>
                    <a:pt x="815625" y="63500"/>
                  </a:lnTo>
                  <a:lnTo>
                    <a:pt x="828333" y="76200"/>
                  </a:lnTo>
                  <a:lnTo>
                    <a:pt x="832993" y="101600"/>
                  </a:lnTo>
                  <a:lnTo>
                    <a:pt x="832993" y="1219200"/>
                  </a:lnTo>
                  <a:lnTo>
                    <a:pt x="872744" y="1219200"/>
                  </a:lnTo>
                  <a:lnTo>
                    <a:pt x="872744" y="520700"/>
                  </a:lnTo>
                  <a:lnTo>
                    <a:pt x="926907" y="520700"/>
                  </a:lnTo>
                  <a:lnTo>
                    <a:pt x="940800" y="508000"/>
                  </a:lnTo>
                  <a:lnTo>
                    <a:pt x="950192" y="495300"/>
                  </a:lnTo>
                  <a:lnTo>
                    <a:pt x="953642" y="482600"/>
                  </a:lnTo>
                  <a:lnTo>
                    <a:pt x="872744" y="482600"/>
                  </a:lnTo>
                  <a:lnTo>
                    <a:pt x="872744" y="304800"/>
                  </a:lnTo>
                  <a:lnTo>
                    <a:pt x="953642" y="304800"/>
                  </a:lnTo>
                  <a:lnTo>
                    <a:pt x="950192" y="292100"/>
                  </a:lnTo>
                  <a:lnTo>
                    <a:pt x="940800" y="279400"/>
                  </a:lnTo>
                  <a:lnTo>
                    <a:pt x="926907" y="266700"/>
                  </a:lnTo>
                  <a:lnTo>
                    <a:pt x="872744" y="266700"/>
                  </a:lnTo>
                  <a:lnTo>
                    <a:pt x="872744" y="101600"/>
                  </a:lnTo>
                  <a:lnTo>
                    <a:pt x="864927" y="63500"/>
                  </a:lnTo>
                  <a:lnTo>
                    <a:pt x="850739" y="38100"/>
                  </a:lnTo>
                  <a:close/>
                </a:path>
                <a:path w="1351914" h="1346200">
                  <a:moveTo>
                    <a:pt x="1088347" y="419100"/>
                  </a:moveTo>
                  <a:lnTo>
                    <a:pt x="1030781" y="419100"/>
                  </a:lnTo>
                  <a:lnTo>
                    <a:pt x="1049639" y="431800"/>
                  </a:lnTo>
                  <a:lnTo>
                    <a:pt x="1062376" y="444500"/>
                  </a:lnTo>
                  <a:lnTo>
                    <a:pt x="1067054" y="469900"/>
                  </a:lnTo>
                  <a:lnTo>
                    <a:pt x="1067054" y="1104900"/>
                  </a:lnTo>
                  <a:lnTo>
                    <a:pt x="1076096" y="1143000"/>
                  </a:lnTo>
                  <a:lnTo>
                    <a:pt x="1100724" y="1181100"/>
                  </a:lnTo>
                  <a:lnTo>
                    <a:pt x="1137187" y="1206500"/>
                  </a:lnTo>
                  <a:lnTo>
                    <a:pt x="1181735" y="1219200"/>
                  </a:lnTo>
                  <a:lnTo>
                    <a:pt x="1226389" y="1206500"/>
                  </a:lnTo>
                  <a:lnTo>
                    <a:pt x="1262840" y="1181100"/>
                  </a:lnTo>
                  <a:lnTo>
                    <a:pt x="1181735" y="1181100"/>
                  </a:lnTo>
                  <a:lnTo>
                    <a:pt x="1152560" y="1168400"/>
                  </a:lnTo>
                  <a:lnTo>
                    <a:pt x="1128744" y="1155700"/>
                  </a:lnTo>
                  <a:lnTo>
                    <a:pt x="1112690" y="1130300"/>
                  </a:lnTo>
                  <a:lnTo>
                    <a:pt x="1106805" y="1104900"/>
                  </a:lnTo>
                  <a:lnTo>
                    <a:pt x="1106805" y="469900"/>
                  </a:lnTo>
                  <a:lnTo>
                    <a:pt x="1098988" y="431800"/>
                  </a:lnTo>
                  <a:lnTo>
                    <a:pt x="1088347" y="419100"/>
                  </a:lnTo>
                  <a:close/>
                </a:path>
                <a:path w="1351914" h="1346200">
                  <a:moveTo>
                    <a:pt x="1296416" y="685800"/>
                  </a:moveTo>
                  <a:lnTo>
                    <a:pt x="1256919" y="685800"/>
                  </a:lnTo>
                  <a:lnTo>
                    <a:pt x="1256919" y="1104900"/>
                  </a:lnTo>
                  <a:lnTo>
                    <a:pt x="1250993" y="1130300"/>
                  </a:lnTo>
                  <a:lnTo>
                    <a:pt x="1234852" y="1155700"/>
                  </a:lnTo>
                  <a:lnTo>
                    <a:pt x="1210948" y="1168400"/>
                  </a:lnTo>
                  <a:lnTo>
                    <a:pt x="1181735" y="1181100"/>
                  </a:lnTo>
                  <a:lnTo>
                    <a:pt x="1262840" y="1181100"/>
                  </a:lnTo>
                  <a:lnTo>
                    <a:pt x="1287408" y="1143000"/>
                  </a:lnTo>
                  <a:lnTo>
                    <a:pt x="1296416" y="1104900"/>
                  </a:lnTo>
                  <a:lnTo>
                    <a:pt x="1296416" y="685800"/>
                  </a:lnTo>
                  <a:close/>
                </a:path>
                <a:path w="1351914" h="1346200">
                  <a:moveTo>
                    <a:pt x="483895" y="660400"/>
                  </a:moveTo>
                  <a:lnTo>
                    <a:pt x="429196" y="660400"/>
                  </a:lnTo>
                  <a:lnTo>
                    <a:pt x="411763" y="685800"/>
                  </a:lnTo>
                  <a:lnTo>
                    <a:pt x="389720" y="711200"/>
                  </a:lnTo>
                  <a:lnTo>
                    <a:pt x="340271" y="774700"/>
                  </a:lnTo>
                  <a:lnTo>
                    <a:pt x="312616" y="825500"/>
                  </a:lnTo>
                  <a:lnTo>
                    <a:pt x="292960" y="863600"/>
                  </a:lnTo>
                  <a:lnTo>
                    <a:pt x="281224" y="901700"/>
                  </a:lnTo>
                  <a:lnTo>
                    <a:pt x="277329" y="927100"/>
                  </a:lnTo>
                  <a:lnTo>
                    <a:pt x="283748" y="977900"/>
                  </a:lnTo>
                  <a:lnTo>
                    <a:pt x="301853" y="1016000"/>
                  </a:lnTo>
                  <a:lnTo>
                    <a:pt x="329920" y="1054100"/>
                  </a:lnTo>
                  <a:lnTo>
                    <a:pt x="366226" y="1079500"/>
                  </a:lnTo>
                  <a:lnTo>
                    <a:pt x="409045" y="1092200"/>
                  </a:lnTo>
                  <a:lnTo>
                    <a:pt x="456653" y="1104900"/>
                  </a:lnTo>
                  <a:lnTo>
                    <a:pt x="504153" y="1092200"/>
                  </a:lnTo>
                  <a:lnTo>
                    <a:pt x="546907" y="1079500"/>
                  </a:lnTo>
                  <a:lnTo>
                    <a:pt x="565043" y="1066800"/>
                  </a:lnTo>
                  <a:lnTo>
                    <a:pt x="456653" y="1066800"/>
                  </a:lnTo>
                  <a:lnTo>
                    <a:pt x="412525" y="1054100"/>
                  </a:lnTo>
                  <a:lnTo>
                    <a:pt x="374198" y="1041400"/>
                  </a:lnTo>
                  <a:lnTo>
                    <a:pt x="343972" y="1003300"/>
                  </a:lnTo>
                  <a:lnTo>
                    <a:pt x="324149" y="965200"/>
                  </a:lnTo>
                  <a:lnTo>
                    <a:pt x="317030" y="927100"/>
                  </a:lnTo>
                  <a:lnTo>
                    <a:pt x="322634" y="901700"/>
                  </a:lnTo>
                  <a:lnTo>
                    <a:pt x="338067" y="863600"/>
                  </a:lnTo>
                  <a:lnTo>
                    <a:pt x="361257" y="825500"/>
                  </a:lnTo>
                  <a:lnTo>
                    <a:pt x="390133" y="774700"/>
                  </a:lnTo>
                  <a:lnTo>
                    <a:pt x="422622" y="736600"/>
                  </a:lnTo>
                  <a:lnTo>
                    <a:pt x="456653" y="685800"/>
                  </a:lnTo>
                  <a:lnTo>
                    <a:pt x="501321" y="685800"/>
                  </a:lnTo>
                  <a:lnTo>
                    <a:pt x="483895" y="660400"/>
                  </a:lnTo>
                  <a:close/>
                </a:path>
                <a:path w="1351914" h="1346200">
                  <a:moveTo>
                    <a:pt x="501321" y="685800"/>
                  </a:moveTo>
                  <a:lnTo>
                    <a:pt x="456653" y="685800"/>
                  </a:lnTo>
                  <a:lnTo>
                    <a:pt x="502620" y="749300"/>
                  </a:lnTo>
                  <a:lnTo>
                    <a:pt x="538407" y="800100"/>
                  </a:lnTo>
                  <a:lnTo>
                    <a:pt x="564827" y="838200"/>
                  </a:lnTo>
                  <a:lnTo>
                    <a:pt x="582693" y="876300"/>
                  </a:lnTo>
                  <a:lnTo>
                    <a:pt x="592817" y="901700"/>
                  </a:lnTo>
                  <a:lnTo>
                    <a:pt x="596011" y="927100"/>
                  </a:lnTo>
                  <a:lnTo>
                    <a:pt x="588897" y="965200"/>
                  </a:lnTo>
                  <a:lnTo>
                    <a:pt x="569096" y="1003300"/>
                  </a:lnTo>
                  <a:lnTo>
                    <a:pt x="538916" y="1041400"/>
                  </a:lnTo>
                  <a:lnTo>
                    <a:pt x="500666" y="1054100"/>
                  </a:lnTo>
                  <a:lnTo>
                    <a:pt x="456653" y="1066800"/>
                  </a:lnTo>
                  <a:lnTo>
                    <a:pt x="565043" y="1066800"/>
                  </a:lnTo>
                  <a:lnTo>
                    <a:pt x="583179" y="1054100"/>
                  </a:lnTo>
                  <a:lnTo>
                    <a:pt x="611235" y="1016000"/>
                  </a:lnTo>
                  <a:lnTo>
                    <a:pt x="629341" y="977900"/>
                  </a:lnTo>
                  <a:lnTo>
                    <a:pt x="635762" y="927100"/>
                  </a:lnTo>
                  <a:lnTo>
                    <a:pt x="631866" y="901700"/>
                  </a:lnTo>
                  <a:lnTo>
                    <a:pt x="620125" y="863600"/>
                  </a:lnTo>
                  <a:lnTo>
                    <a:pt x="600454" y="825500"/>
                  </a:lnTo>
                  <a:lnTo>
                    <a:pt x="572769" y="774700"/>
                  </a:lnTo>
                  <a:lnTo>
                    <a:pt x="547871" y="736600"/>
                  </a:lnTo>
                  <a:lnTo>
                    <a:pt x="523351" y="711200"/>
                  </a:lnTo>
                  <a:lnTo>
                    <a:pt x="501321" y="685800"/>
                  </a:lnTo>
                  <a:close/>
                </a:path>
                <a:path w="1351914" h="1346200">
                  <a:moveTo>
                    <a:pt x="67934" y="977900"/>
                  </a:moveTo>
                  <a:lnTo>
                    <a:pt x="52459" y="977900"/>
                  </a:lnTo>
                  <a:lnTo>
                    <a:pt x="46147" y="990600"/>
                  </a:lnTo>
                  <a:lnTo>
                    <a:pt x="74242" y="990600"/>
                  </a:lnTo>
                  <a:lnTo>
                    <a:pt x="67934" y="977900"/>
                  </a:lnTo>
                  <a:close/>
                </a:path>
                <a:path w="1351914" h="1346200">
                  <a:moveTo>
                    <a:pt x="78491" y="927100"/>
                  </a:moveTo>
                  <a:lnTo>
                    <a:pt x="41893" y="927100"/>
                  </a:lnTo>
                  <a:lnTo>
                    <a:pt x="46147" y="939800"/>
                  </a:lnTo>
                  <a:lnTo>
                    <a:pt x="74242" y="939800"/>
                  </a:lnTo>
                  <a:lnTo>
                    <a:pt x="78491" y="927100"/>
                  </a:lnTo>
                  <a:close/>
                </a:path>
                <a:path w="1351914" h="1346200">
                  <a:moveTo>
                    <a:pt x="773684" y="0"/>
                  </a:moveTo>
                  <a:lnTo>
                    <a:pt x="139407" y="0"/>
                  </a:lnTo>
                  <a:lnTo>
                    <a:pt x="100937" y="12700"/>
                  </a:lnTo>
                  <a:lnTo>
                    <a:pt x="69435" y="25400"/>
                  </a:lnTo>
                  <a:lnTo>
                    <a:pt x="48151" y="63500"/>
                  </a:lnTo>
                  <a:lnTo>
                    <a:pt x="40335" y="101600"/>
                  </a:lnTo>
                  <a:lnTo>
                    <a:pt x="40335" y="927100"/>
                  </a:lnTo>
                  <a:lnTo>
                    <a:pt x="80048" y="927100"/>
                  </a:lnTo>
                  <a:lnTo>
                    <a:pt x="80048" y="101600"/>
                  </a:lnTo>
                  <a:lnTo>
                    <a:pt x="84718" y="76200"/>
                  </a:lnTo>
                  <a:lnTo>
                    <a:pt x="97450" y="63500"/>
                  </a:lnTo>
                  <a:lnTo>
                    <a:pt x="116320" y="50800"/>
                  </a:lnTo>
                  <a:lnTo>
                    <a:pt x="139407" y="38100"/>
                  </a:lnTo>
                  <a:lnTo>
                    <a:pt x="850739" y="38100"/>
                  </a:lnTo>
                  <a:lnTo>
                    <a:pt x="843645" y="25400"/>
                  </a:lnTo>
                  <a:lnTo>
                    <a:pt x="812147" y="12700"/>
                  </a:lnTo>
                  <a:lnTo>
                    <a:pt x="773684" y="0"/>
                  </a:lnTo>
                  <a:close/>
                </a:path>
                <a:path w="1351914" h="1346200">
                  <a:moveTo>
                    <a:pt x="1321944" y="673100"/>
                  </a:moveTo>
                  <a:lnTo>
                    <a:pt x="1231443" y="673100"/>
                  </a:lnTo>
                  <a:lnTo>
                    <a:pt x="1250442" y="685800"/>
                  </a:lnTo>
                  <a:lnTo>
                    <a:pt x="1303020" y="685800"/>
                  </a:lnTo>
                  <a:lnTo>
                    <a:pt x="1321944" y="673100"/>
                  </a:lnTo>
                  <a:close/>
                </a:path>
                <a:path w="1351914" h="1346200">
                  <a:moveTo>
                    <a:pt x="1167130" y="317500"/>
                  </a:moveTo>
                  <a:lnTo>
                    <a:pt x="1139698" y="317500"/>
                  </a:lnTo>
                  <a:lnTo>
                    <a:pt x="1136409" y="330200"/>
                  </a:lnTo>
                  <a:lnTo>
                    <a:pt x="1136157" y="342900"/>
                  </a:lnTo>
                  <a:lnTo>
                    <a:pt x="1138787" y="342900"/>
                  </a:lnTo>
                  <a:lnTo>
                    <a:pt x="1144142" y="355600"/>
                  </a:lnTo>
                  <a:lnTo>
                    <a:pt x="1201547" y="393700"/>
                  </a:lnTo>
                  <a:lnTo>
                    <a:pt x="1201547" y="635000"/>
                  </a:lnTo>
                  <a:lnTo>
                    <a:pt x="1205400" y="647700"/>
                  </a:lnTo>
                  <a:lnTo>
                    <a:pt x="1215898" y="673100"/>
                  </a:lnTo>
                  <a:lnTo>
                    <a:pt x="1337452" y="673100"/>
                  </a:lnTo>
                  <a:lnTo>
                    <a:pt x="1347936" y="647700"/>
                  </a:lnTo>
                  <a:lnTo>
                    <a:pt x="1245361" y="647700"/>
                  </a:lnTo>
                  <a:lnTo>
                    <a:pt x="1241298" y="635000"/>
                  </a:lnTo>
                  <a:lnTo>
                    <a:pt x="1241298" y="596900"/>
                  </a:lnTo>
                  <a:lnTo>
                    <a:pt x="1284751" y="596900"/>
                  </a:lnTo>
                  <a:lnTo>
                    <a:pt x="1285779" y="584200"/>
                  </a:lnTo>
                  <a:lnTo>
                    <a:pt x="1283902" y="584200"/>
                  </a:lnTo>
                  <a:lnTo>
                    <a:pt x="1279144" y="571500"/>
                  </a:lnTo>
                  <a:lnTo>
                    <a:pt x="1241298" y="546100"/>
                  </a:lnTo>
                  <a:lnTo>
                    <a:pt x="1241298" y="419100"/>
                  </a:lnTo>
                  <a:lnTo>
                    <a:pt x="1311681" y="419100"/>
                  </a:lnTo>
                  <a:lnTo>
                    <a:pt x="1233042" y="368300"/>
                  </a:lnTo>
                  <a:lnTo>
                    <a:pt x="1167130" y="317500"/>
                  </a:lnTo>
                  <a:close/>
                </a:path>
                <a:path w="1351914" h="1346200">
                  <a:moveTo>
                    <a:pt x="471698" y="647700"/>
                  </a:moveTo>
                  <a:lnTo>
                    <a:pt x="441496" y="647700"/>
                  </a:lnTo>
                  <a:lnTo>
                    <a:pt x="434851" y="660400"/>
                  </a:lnTo>
                  <a:lnTo>
                    <a:pt x="478272" y="660400"/>
                  </a:lnTo>
                  <a:lnTo>
                    <a:pt x="471698" y="647700"/>
                  </a:lnTo>
                  <a:close/>
                </a:path>
                <a:path w="1351914" h="1346200">
                  <a:moveTo>
                    <a:pt x="1311681" y="419100"/>
                  </a:moveTo>
                  <a:lnTo>
                    <a:pt x="1241298" y="419100"/>
                  </a:lnTo>
                  <a:lnTo>
                    <a:pt x="1308227" y="469900"/>
                  </a:lnTo>
                  <a:lnTo>
                    <a:pt x="1312036" y="469900"/>
                  </a:lnTo>
                  <a:lnTo>
                    <a:pt x="1312036" y="635000"/>
                  </a:lnTo>
                  <a:lnTo>
                    <a:pt x="1312291" y="635000"/>
                  </a:lnTo>
                  <a:lnTo>
                    <a:pt x="1308100" y="647700"/>
                  </a:lnTo>
                  <a:lnTo>
                    <a:pt x="1347936" y="647700"/>
                  </a:lnTo>
                  <a:lnTo>
                    <a:pt x="1351788" y="635000"/>
                  </a:lnTo>
                  <a:lnTo>
                    <a:pt x="1351788" y="482600"/>
                  </a:lnTo>
                  <a:lnTo>
                    <a:pt x="1350396" y="469900"/>
                  </a:lnTo>
                  <a:lnTo>
                    <a:pt x="1346374" y="457200"/>
                  </a:lnTo>
                  <a:lnTo>
                    <a:pt x="1339947" y="444500"/>
                  </a:lnTo>
                  <a:lnTo>
                    <a:pt x="1331341" y="431800"/>
                  </a:lnTo>
                  <a:lnTo>
                    <a:pt x="1311681" y="419100"/>
                  </a:lnTo>
                  <a:close/>
                </a:path>
                <a:path w="1351914" h="1346200">
                  <a:moveTo>
                    <a:pt x="1280795" y="596900"/>
                  </a:moveTo>
                  <a:lnTo>
                    <a:pt x="1241298" y="596900"/>
                  </a:lnTo>
                  <a:lnTo>
                    <a:pt x="1252728" y="609600"/>
                  </a:lnTo>
                  <a:lnTo>
                    <a:pt x="1276858" y="609600"/>
                  </a:lnTo>
                  <a:lnTo>
                    <a:pt x="1280795" y="596900"/>
                  </a:lnTo>
                  <a:close/>
                </a:path>
                <a:path w="1351914" h="1346200">
                  <a:moveTo>
                    <a:pt x="737806" y="127000"/>
                  </a:moveTo>
                  <a:lnTo>
                    <a:pt x="175342" y="127000"/>
                  </a:lnTo>
                  <a:lnTo>
                    <a:pt x="165431" y="152400"/>
                  </a:lnTo>
                  <a:lnTo>
                    <a:pt x="161797" y="165100"/>
                  </a:lnTo>
                  <a:lnTo>
                    <a:pt x="161797" y="469900"/>
                  </a:lnTo>
                  <a:lnTo>
                    <a:pt x="165431" y="495300"/>
                  </a:lnTo>
                  <a:lnTo>
                    <a:pt x="175342" y="508000"/>
                  </a:lnTo>
                  <a:lnTo>
                    <a:pt x="190044" y="520700"/>
                  </a:lnTo>
                  <a:lnTo>
                    <a:pt x="553100" y="520700"/>
                  </a:lnTo>
                  <a:lnTo>
                    <a:pt x="557365" y="508000"/>
                  </a:lnTo>
                  <a:lnTo>
                    <a:pt x="558927" y="495300"/>
                  </a:lnTo>
                  <a:lnTo>
                    <a:pt x="557365" y="495300"/>
                  </a:lnTo>
                  <a:lnTo>
                    <a:pt x="553100" y="482600"/>
                  </a:lnTo>
                  <a:lnTo>
                    <a:pt x="201294" y="482600"/>
                  </a:lnTo>
                  <a:lnTo>
                    <a:pt x="201294" y="165100"/>
                  </a:lnTo>
                  <a:lnTo>
                    <a:pt x="751332" y="165100"/>
                  </a:lnTo>
                  <a:lnTo>
                    <a:pt x="747700" y="152400"/>
                  </a:lnTo>
                  <a:lnTo>
                    <a:pt x="737806" y="127000"/>
                  </a:lnTo>
                  <a:close/>
                </a:path>
                <a:path w="1351914" h="1346200">
                  <a:moveTo>
                    <a:pt x="751332" y="165100"/>
                  </a:moveTo>
                  <a:lnTo>
                    <a:pt x="711835" y="165100"/>
                  </a:lnTo>
                  <a:lnTo>
                    <a:pt x="711835" y="482600"/>
                  </a:lnTo>
                  <a:lnTo>
                    <a:pt x="604345" y="482600"/>
                  </a:lnTo>
                  <a:lnTo>
                    <a:pt x="600108" y="495300"/>
                  </a:lnTo>
                  <a:lnTo>
                    <a:pt x="598551" y="495300"/>
                  </a:lnTo>
                  <a:lnTo>
                    <a:pt x="600108" y="508000"/>
                  </a:lnTo>
                  <a:lnTo>
                    <a:pt x="604345" y="520700"/>
                  </a:lnTo>
                  <a:lnTo>
                    <a:pt x="723149" y="520700"/>
                  </a:lnTo>
                  <a:lnTo>
                    <a:pt x="737806" y="508000"/>
                  </a:lnTo>
                  <a:lnTo>
                    <a:pt x="747700" y="495300"/>
                  </a:lnTo>
                  <a:lnTo>
                    <a:pt x="751332" y="469900"/>
                  </a:lnTo>
                  <a:lnTo>
                    <a:pt x="751332" y="165100"/>
                  </a:lnTo>
                  <a:close/>
                </a:path>
                <a:path w="1351914" h="1346200">
                  <a:moveTo>
                    <a:pt x="953642" y="304800"/>
                  </a:moveTo>
                  <a:lnTo>
                    <a:pt x="913891" y="304800"/>
                  </a:lnTo>
                  <a:lnTo>
                    <a:pt x="913891" y="482600"/>
                  </a:lnTo>
                  <a:lnTo>
                    <a:pt x="953642" y="482600"/>
                  </a:lnTo>
                  <a:lnTo>
                    <a:pt x="953642" y="419100"/>
                  </a:lnTo>
                  <a:lnTo>
                    <a:pt x="1088347" y="419100"/>
                  </a:lnTo>
                  <a:lnTo>
                    <a:pt x="1077706" y="406400"/>
                  </a:lnTo>
                  <a:lnTo>
                    <a:pt x="1046208" y="381000"/>
                  </a:lnTo>
                  <a:lnTo>
                    <a:pt x="1007745" y="368300"/>
                  </a:lnTo>
                  <a:lnTo>
                    <a:pt x="953642" y="368300"/>
                  </a:lnTo>
                  <a:lnTo>
                    <a:pt x="953642" y="304800"/>
                  </a:lnTo>
                  <a:close/>
                </a:path>
                <a:path w="1351914" h="1346200">
                  <a:moveTo>
                    <a:pt x="456653" y="317500"/>
                  </a:moveTo>
                  <a:lnTo>
                    <a:pt x="433133" y="330200"/>
                  </a:lnTo>
                  <a:lnTo>
                    <a:pt x="413931" y="342900"/>
                  </a:lnTo>
                  <a:lnTo>
                    <a:pt x="400986" y="355600"/>
                  </a:lnTo>
                  <a:lnTo>
                    <a:pt x="396240" y="381000"/>
                  </a:lnTo>
                  <a:lnTo>
                    <a:pt x="400986" y="406400"/>
                  </a:lnTo>
                  <a:lnTo>
                    <a:pt x="413931" y="419100"/>
                  </a:lnTo>
                  <a:lnTo>
                    <a:pt x="433133" y="431800"/>
                  </a:lnTo>
                  <a:lnTo>
                    <a:pt x="456653" y="444500"/>
                  </a:lnTo>
                  <a:lnTo>
                    <a:pt x="480049" y="431800"/>
                  </a:lnTo>
                  <a:lnTo>
                    <a:pt x="499202" y="419100"/>
                  </a:lnTo>
                  <a:lnTo>
                    <a:pt x="512139" y="406400"/>
                  </a:lnTo>
                  <a:lnTo>
                    <a:pt x="448608" y="406400"/>
                  </a:lnTo>
                  <a:lnTo>
                    <a:pt x="442026" y="393700"/>
                  </a:lnTo>
                  <a:lnTo>
                    <a:pt x="437583" y="393700"/>
                  </a:lnTo>
                  <a:lnTo>
                    <a:pt x="435952" y="381000"/>
                  </a:lnTo>
                  <a:lnTo>
                    <a:pt x="437583" y="368300"/>
                  </a:lnTo>
                  <a:lnTo>
                    <a:pt x="514514" y="368300"/>
                  </a:lnTo>
                  <a:lnTo>
                    <a:pt x="512139" y="355600"/>
                  </a:lnTo>
                  <a:lnTo>
                    <a:pt x="499202" y="342900"/>
                  </a:lnTo>
                  <a:lnTo>
                    <a:pt x="480049" y="330200"/>
                  </a:lnTo>
                  <a:lnTo>
                    <a:pt x="456653" y="317500"/>
                  </a:lnTo>
                  <a:close/>
                </a:path>
                <a:path w="1351914" h="1346200">
                  <a:moveTo>
                    <a:pt x="514514" y="368300"/>
                  </a:moveTo>
                  <a:lnTo>
                    <a:pt x="475511" y="368300"/>
                  </a:lnTo>
                  <a:lnTo>
                    <a:pt x="477139" y="381000"/>
                  </a:lnTo>
                  <a:lnTo>
                    <a:pt x="475511" y="393700"/>
                  </a:lnTo>
                  <a:lnTo>
                    <a:pt x="471092" y="393700"/>
                  </a:lnTo>
                  <a:lnTo>
                    <a:pt x="464574" y="406400"/>
                  </a:lnTo>
                  <a:lnTo>
                    <a:pt x="512139" y="406400"/>
                  </a:lnTo>
                  <a:lnTo>
                    <a:pt x="516890" y="381000"/>
                  </a:lnTo>
                  <a:lnTo>
                    <a:pt x="514514" y="368300"/>
                  </a:lnTo>
                  <a:close/>
                </a:path>
                <a:path w="1351914" h="1346200">
                  <a:moveTo>
                    <a:pt x="330312" y="368300"/>
                  </a:moveTo>
                  <a:lnTo>
                    <a:pt x="262790" y="368300"/>
                  </a:lnTo>
                  <a:lnTo>
                    <a:pt x="270141" y="381000"/>
                  </a:lnTo>
                  <a:lnTo>
                    <a:pt x="325899" y="381000"/>
                  </a:lnTo>
                  <a:lnTo>
                    <a:pt x="330312" y="368300"/>
                  </a:lnTo>
                  <a:close/>
                </a:path>
                <a:path w="1351914" h="1346200">
                  <a:moveTo>
                    <a:pt x="650470" y="368300"/>
                  </a:moveTo>
                  <a:lnTo>
                    <a:pt x="582872" y="368300"/>
                  </a:lnTo>
                  <a:lnTo>
                    <a:pt x="587295" y="381000"/>
                  </a:lnTo>
                  <a:lnTo>
                    <a:pt x="643128" y="381000"/>
                  </a:lnTo>
                  <a:lnTo>
                    <a:pt x="650470" y="368300"/>
                  </a:lnTo>
                  <a:close/>
                </a:path>
                <a:path w="1351914" h="1346200">
                  <a:moveTo>
                    <a:pt x="332473" y="355600"/>
                  </a:moveTo>
                  <a:lnTo>
                    <a:pt x="254107" y="355600"/>
                  </a:lnTo>
                  <a:lnTo>
                    <a:pt x="257260" y="368300"/>
                  </a:lnTo>
                  <a:lnTo>
                    <a:pt x="332663" y="368300"/>
                  </a:lnTo>
                  <a:lnTo>
                    <a:pt x="332473" y="355600"/>
                  </a:lnTo>
                  <a:close/>
                </a:path>
                <a:path w="1351914" h="1346200">
                  <a:moveTo>
                    <a:pt x="659058" y="355600"/>
                  </a:moveTo>
                  <a:lnTo>
                    <a:pt x="580588" y="355600"/>
                  </a:lnTo>
                  <a:lnTo>
                    <a:pt x="580390" y="368300"/>
                  </a:lnTo>
                  <a:lnTo>
                    <a:pt x="655955" y="368300"/>
                  </a:lnTo>
                  <a:lnTo>
                    <a:pt x="659058" y="355600"/>
                  </a:lnTo>
                  <a:close/>
                </a:path>
                <a:path w="1351914" h="1346200">
                  <a:moveTo>
                    <a:pt x="276694" y="330200"/>
                  </a:moveTo>
                  <a:lnTo>
                    <a:pt x="263829" y="330200"/>
                  </a:lnTo>
                  <a:lnTo>
                    <a:pt x="255574" y="342900"/>
                  </a:lnTo>
                  <a:lnTo>
                    <a:pt x="253885" y="355600"/>
                  </a:lnTo>
                  <a:lnTo>
                    <a:pt x="329390" y="355600"/>
                  </a:lnTo>
                  <a:lnTo>
                    <a:pt x="323930" y="342900"/>
                  </a:lnTo>
                  <a:lnTo>
                    <a:pt x="316611" y="342900"/>
                  </a:lnTo>
                  <a:lnTo>
                    <a:pt x="276694" y="330200"/>
                  </a:lnTo>
                  <a:close/>
                </a:path>
                <a:path w="1351914" h="1346200">
                  <a:moveTo>
                    <a:pt x="656792" y="342900"/>
                  </a:moveTo>
                  <a:lnTo>
                    <a:pt x="589176" y="342900"/>
                  </a:lnTo>
                  <a:lnTo>
                    <a:pt x="583691" y="355600"/>
                  </a:lnTo>
                  <a:lnTo>
                    <a:pt x="659257" y="355600"/>
                  </a:lnTo>
                  <a:lnTo>
                    <a:pt x="656792" y="342900"/>
                  </a:lnTo>
                  <a:close/>
                </a:path>
                <a:path w="1351914" h="1346200">
                  <a:moveTo>
                    <a:pt x="639826" y="330200"/>
                  </a:moveTo>
                  <a:lnTo>
                    <a:pt x="636397" y="330200"/>
                  </a:lnTo>
                  <a:lnTo>
                    <a:pt x="596519" y="342900"/>
                  </a:lnTo>
                  <a:lnTo>
                    <a:pt x="646576" y="342900"/>
                  </a:lnTo>
                  <a:lnTo>
                    <a:pt x="639826" y="330200"/>
                  </a:lnTo>
                  <a:close/>
                </a:path>
                <a:path w="1351914" h="1346200">
                  <a:moveTo>
                    <a:pt x="348132" y="241300"/>
                  </a:moveTo>
                  <a:lnTo>
                    <a:pt x="324218" y="241300"/>
                  </a:lnTo>
                  <a:lnTo>
                    <a:pt x="319311" y="254000"/>
                  </a:lnTo>
                  <a:lnTo>
                    <a:pt x="317274" y="266700"/>
                  </a:lnTo>
                  <a:lnTo>
                    <a:pt x="318128" y="266700"/>
                  </a:lnTo>
                  <a:lnTo>
                    <a:pt x="321894" y="279400"/>
                  </a:lnTo>
                  <a:lnTo>
                    <a:pt x="351904" y="304800"/>
                  </a:lnTo>
                  <a:lnTo>
                    <a:pt x="357454" y="317500"/>
                  </a:lnTo>
                  <a:lnTo>
                    <a:pt x="367626" y="317500"/>
                  </a:lnTo>
                  <a:lnTo>
                    <a:pt x="372249" y="304800"/>
                  </a:lnTo>
                  <a:lnTo>
                    <a:pt x="380775" y="304800"/>
                  </a:lnTo>
                  <a:lnTo>
                    <a:pt x="382800" y="292100"/>
                  </a:lnTo>
                  <a:lnTo>
                    <a:pt x="381933" y="292100"/>
                  </a:lnTo>
                  <a:lnTo>
                    <a:pt x="378078" y="279400"/>
                  </a:lnTo>
                  <a:lnTo>
                    <a:pt x="352094" y="254000"/>
                  </a:lnTo>
                  <a:lnTo>
                    <a:pt x="348132" y="241300"/>
                  </a:lnTo>
                  <a:close/>
                </a:path>
                <a:path w="1351914" h="1346200">
                  <a:moveTo>
                    <a:pt x="561213" y="304800"/>
                  </a:moveTo>
                  <a:lnTo>
                    <a:pt x="540893" y="304800"/>
                  </a:lnTo>
                  <a:lnTo>
                    <a:pt x="545591" y="317500"/>
                  </a:lnTo>
                  <a:lnTo>
                    <a:pt x="555752" y="317500"/>
                  </a:lnTo>
                  <a:lnTo>
                    <a:pt x="561213" y="304800"/>
                  </a:lnTo>
                  <a:close/>
                </a:path>
                <a:path w="1351914" h="1346200">
                  <a:moveTo>
                    <a:pt x="589026" y="241300"/>
                  </a:moveTo>
                  <a:lnTo>
                    <a:pt x="564896" y="241300"/>
                  </a:lnTo>
                  <a:lnTo>
                    <a:pt x="560959" y="254000"/>
                  </a:lnTo>
                  <a:lnTo>
                    <a:pt x="535051" y="279400"/>
                  </a:lnTo>
                  <a:lnTo>
                    <a:pt x="531260" y="292100"/>
                  </a:lnTo>
                  <a:lnTo>
                    <a:pt x="530352" y="292100"/>
                  </a:lnTo>
                  <a:lnTo>
                    <a:pt x="532300" y="304800"/>
                  </a:lnTo>
                  <a:lnTo>
                    <a:pt x="565277" y="304800"/>
                  </a:lnTo>
                  <a:lnTo>
                    <a:pt x="591185" y="279400"/>
                  </a:lnTo>
                  <a:lnTo>
                    <a:pt x="594955" y="266700"/>
                  </a:lnTo>
                  <a:lnTo>
                    <a:pt x="595820" y="266700"/>
                  </a:lnTo>
                  <a:lnTo>
                    <a:pt x="593828" y="254000"/>
                  </a:lnTo>
                  <a:lnTo>
                    <a:pt x="589026" y="241300"/>
                  </a:lnTo>
                  <a:close/>
                </a:path>
                <a:path w="1351914" h="1346200">
                  <a:moveTo>
                    <a:pt x="464265" y="266700"/>
                  </a:moveTo>
                  <a:lnTo>
                    <a:pt x="448915" y="266700"/>
                  </a:lnTo>
                  <a:lnTo>
                    <a:pt x="456653" y="279400"/>
                  </a:lnTo>
                  <a:lnTo>
                    <a:pt x="464265" y="266700"/>
                  </a:lnTo>
                  <a:close/>
                </a:path>
                <a:path w="1351914" h="1346200">
                  <a:moveTo>
                    <a:pt x="474734" y="203200"/>
                  </a:moveTo>
                  <a:lnTo>
                    <a:pt x="438349" y="203200"/>
                  </a:lnTo>
                  <a:lnTo>
                    <a:pt x="436791" y="215900"/>
                  </a:lnTo>
                  <a:lnTo>
                    <a:pt x="436791" y="254000"/>
                  </a:lnTo>
                  <a:lnTo>
                    <a:pt x="438349" y="266700"/>
                  </a:lnTo>
                  <a:lnTo>
                    <a:pt x="474734" y="266700"/>
                  </a:lnTo>
                  <a:lnTo>
                    <a:pt x="476288" y="254000"/>
                  </a:lnTo>
                  <a:lnTo>
                    <a:pt x="476288" y="215900"/>
                  </a:lnTo>
                  <a:lnTo>
                    <a:pt x="474734" y="203200"/>
                  </a:lnTo>
                  <a:close/>
                </a:path>
                <a:path w="1351914" h="1346200">
                  <a:moveTo>
                    <a:pt x="464265" y="190500"/>
                  </a:moveTo>
                  <a:lnTo>
                    <a:pt x="448915" y="190500"/>
                  </a:lnTo>
                  <a:lnTo>
                    <a:pt x="442602" y="203200"/>
                  </a:lnTo>
                  <a:lnTo>
                    <a:pt x="470509" y="203200"/>
                  </a:lnTo>
                  <a:lnTo>
                    <a:pt x="464265" y="190500"/>
                  </a:lnTo>
                  <a:close/>
                </a:path>
                <a:path w="1351914" h="1346200">
                  <a:moveTo>
                    <a:pt x="705231" y="114300"/>
                  </a:moveTo>
                  <a:lnTo>
                    <a:pt x="208051" y="114300"/>
                  </a:lnTo>
                  <a:lnTo>
                    <a:pt x="190044" y="127000"/>
                  </a:lnTo>
                  <a:lnTo>
                    <a:pt x="723149" y="127000"/>
                  </a:lnTo>
                  <a:lnTo>
                    <a:pt x="705231" y="114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4331" y="841247"/>
              <a:ext cx="1909572" cy="190957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53767" y="882395"/>
              <a:ext cx="1795271" cy="1795271"/>
            </a:xfrm>
            <a:prstGeom prst="rect">
              <a:avLst/>
            </a:prstGeom>
          </p:spPr>
        </p:pic>
      </p:grpSp>
      <p:sp>
        <p:nvSpPr>
          <p:cNvPr id="37" name="object 37"/>
          <p:cNvSpPr/>
          <p:nvPr/>
        </p:nvSpPr>
        <p:spPr>
          <a:xfrm>
            <a:off x="6183629" y="3515105"/>
            <a:ext cx="341630" cy="0"/>
          </a:xfrm>
          <a:custGeom>
            <a:avLst/>
            <a:gdLst/>
            <a:ahLst/>
            <a:cxnLst/>
            <a:rect l="l" t="t" r="r" b="b"/>
            <a:pathLst>
              <a:path w="341629">
                <a:moveTo>
                  <a:pt x="0" y="0"/>
                </a:moveTo>
                <a:lnTo>
                  <a:pt x="341122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BA12AD-A6E2-716E-0505-52626403780B}"/>
              </a:ext>
            </a:extLst>
          </p:cNvPr>
          <p:cNvSpPr txBox="1"/>
          <p:nvPr/>
        </p:nvSpPr>
        <p:spPr>
          <a:xfrm>
            <a:off x="186940" y="715247"/>
            <a:ext cx="68889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b="1" dirty="0" err="1">
                <a:latin typeface="Nunito" pitchFamily="2" charset="0"/>
                <a:ea typeface="Nunito"/>
                <a:cs typeface="Nunito"/>
                <a:sym typeface="Nunito"/>
              </a:rPr>
              <a:t>Diketahui</a:t>
            </a:r>
            <a:r>
              <a:rPr lang="en-ID" sz="1400" b="1" dirty="0">
                <a:latin typeface="Nunito" pitchFamily="2" charset="0"/>
                <a:ea typeface="Nunito"/>
                <a:cs typeface="Nunito"/>
                <a:sym typeface="Nunito"/>
              </a:rPr>
              <a:t> data (D) = 1 </a:t>
            </a:r>
            <a:r>
              <a:rPr lang="id-ID" sz="1400" b="1" dirty="0">
                <a:latin typeface="Nunito" pitchFamily="2" charset="0"/>
                <a:ea typeface="Nunito"/>
                <a:cs typeface="Nunito"/>
                <a:sym typeface="Nunito"/>
              </a:rPr>
              <a:t>0 0 1 1</a:t>
            </a:r>
            <a:endParaRPr lang="en-ID" sz="1400" b="1" dirty="0">
              <a:latin typeface="Nunito" pitchFamily="2" charset="0"/>
              <a:ea typeface="Nunito"/>
              <a:cs typeface="Nunito"/>
              <a:sym typeface="Nunito"/>
            </a:endParaRPr>
          </a:p>
          <a:p>
            <a:r>
              <a:rPr lang="en-ID" sz="1400" b="1" dirty="0" err="1">
                <a:latin typeface="Nunito" pitchFamily="2" charset="0"/>
                <a:ea typeface="Nunito"/>
                <a:cs typeface="Nunito"/>
                <a:sym typeface="Nunito"/>
              </a:rPr>
              <a:t>Tentukan</a:t>
            </a:r>
            <a:r>
              <a:rPr lang="en-ID" sz="1400" b="1" dirty="0">
                <a:latin typeface="Nunito" pitchFamily="2" charset="0"/>
                <a:ea typeface="Nunito"/>
                <a:cs typeface="Nunito"/>
                <a:sym typeface="Nunito"/>
              </a:rPr>
              <a:t> convolution code </a:t>
            </a:r>
            <a:r>
              <a:rPr lang="id-ID" sz="1400" b="1" dirty="0">
                <a:latin typeface="Nunito" pitchFamily="2" charset="0"/>
                <a:ea typeface="Nunito"/>
                <a:cs typeface="Nunito"/>
                <a:sym typeface="Nunito"/>
              </a:rPr>
              <a:t>rate 1/3 dengan g1 (1,0,0) g2 (1,1,1) g3 (1,0,1)</a:t>
            </a:r>
            <a:endParaRPr lang="en-ID" sz="1400" b="1" dirty="0">
              <a:latin typeface="Nunito" pitchFamily="2" charset="0"/>
              <a:ea typeface="Nunito"/>
              <a:cs typeface="Nunito"/>
              <a:sym typeface="Nuni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194FA5-78D6-D730-79D8-BB03D892AC49}"/>
              </a:ext>
            </a:extLst>
          </p:cNvPr>
          <p:cNvSpPr txBox="1"/>
          <p:nvPr/>
        </p:nvSpPr>
        <p:spPr>
          <a:xfrm>
            <a:off x="532511" y="2160722"/>
            <a:ext cx="372335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Nunito" pitchFamily="2" charset="0"/>
                <a:cs typeface="Palanquin" panose="020B0004020203020204" pitchFamily="34" charset="0"/>
              </a:rPr>
              <a:t>n = output = </a:t>
            </a:r>
            <a:r>
              <a:rPr lang="id-ID" sz="1400" b="1" dirty="0">
                <a:latin typeface="Nunito" pitchFamily="2" charset="0"/>
                <a:cs typeface="Palanquin" panose="020B0004020203020204" pitchFamily="34" charset="0"/>
              </a:rPr>
              <a:t>3</a:t>
            </a:r>
          </a:p>
          <a:p>
            <a:pPr algn="just"/>
            <a:r>
              <a:rPr lang="id-ID" sz="1400" b="1" dirty="0">
                <a:latin typeface="Nunito" pitchFamily="2" charset="0"/>
                <a:cs typeface="Palanquin" panose="020B0004020203020204" pitchFamily="34" charset="0"/>
              </a:rPr>
              <a:t>k = input = 1</a:t>
            </a:r>
            <a:endParaRPr lang="en-US" sz="1400" b="1" dirty="0">
              <a:latin typeface="Nunito" pitchFamily="2" charset="0"/>
              <a:cs typeface="Palanquin" panose="020B0004020203020204" pitchFamily="34" charset="0"/>
            </a:endParaRPr>
          </a:p>
          <a:p>
            <a:pPr algn="just"/>
            <a:r>
              <a:rPr lang="en-US" sz="1400" b="1" dirty="0">
                <a:latin typeface="Nunito" pitchFamily="2" charset="0"/>
                <a:cs typeface="Palanquin" panose="020B0004020203020204" pitchFamily="34" charset="0"/>
              </a:rPr>
              <a:t>L = constraint length = 3</a:t>
            </a:r>
          </a:p>
          <a:p>
            <a:pPr algn="just"/>
            <a:r>
              <a:rPr lang="en-US" sz="1400" b="1" dirty="0">
                <a:latin typeface="Nunito" pitchFamily="2" charset="0"/>
                <a:cs typeface="Palanquin" panose="020B0004020203020204" pitchFamily="34" charset="0"/>
              </a:rPr>
              <a:t>r = rate = k/n = 1/3 </a:t>
            </a:r>
          </a:p>
          <a:p>
            <a:pPr algn="just"/>
            <a:endParaRPr lang="en-US" sz="1400" b="1" dirty="0">
              <a:latin typeface="Nunito" pitchFamily="2" charset="0"/>
              <a:cs typeface="Palanquin" panose="020B0004020203020204" pitchFamily="34" charset="0"/>
            </a:endParaRPr>
          </a:p>
          <a:p>
            <a:pPr algn="just"/>
            <a:r>
              <a:rPr lang="en-US" sz="1400" b="1" dirty="0">
                <a:latin typeface="Nunito" pitchFamily="2" charset="0"/>
                <a:cs typeface="Palanquin" panose="020B0004020203020204" pitchFamily="34" charset="0"/>
              </a:rPr>
              <a:t>g1 = (1,0,0) = v1</a:t>
            </a:r>
          </a:p>
          <a:p>
            <a:pPr algn="just"/>
            <a:r>
              <a:rPr lang="en-US" sz="1400" b="1" dirty="0">
                <a:latin typeface="Nunito" pitchFamily="2" charset="0"/>
                <a:cs typeface="Palanquin" panose="020B0004020203020204" pitchFamily="34" charset="0"/>
              </a:rPr>
              <a:t>g2 = (1,1,1) = v2</a:t>
            </a:r>
          </a:p>
          <a:p>
            <a:pPr algn="just"/>
            <a:r>
              <a:rPr lang="en-US" sz="1400" b="1" dirty="0">
                <a:latin typeface="Nunito" pitchFamily="2" charset="0"/>
                <a:cs typeface="Palanquin" panose="020B0004020203020204" pitchFamily="34" charset="0"/>
              </a:rPr>
              <a:t>g3 = (1,0,1) = v3</a:t>
            </a:r>
          </a:p>
          <a:p>
            <a:pPr algn="just"/>
            <a:endParaRPr lang="en-US" sz="1400" b="1" dirty="0">
              <a:latin typeface="Nunito" pitchFamily="2" charset="0"/>
              <a:cs typeface="Palanquin" panose="020B0004020203020204" pitchFamily="34" charset="0"/>
            </a:endParaRPr>
          </a:p>
          <a:p>
            <a:pPr algn="just"/>
            <a:r>
              <a:rPr lang="en-US" sz="1400" b="1" dirty="0" err="1">
                <a:latin typeface="Nunito" pitchFamily="2" charset="0"/>
                <a:cs typeface="Palanquin" panose="020B0004020203020204" pitchFamily="34" charset="0"/>
              </a:rPr>
              <a:t>Disini</a:t>
            </a:r>
            <a:r>
              <a:rPr lang="en-US" sz="1400" b="1" dirty="0">
                <a:latin typeface="Nunito" pitchFamily="2" charset="0"/>
                <a:cs typeface="Palanquin" panose="020B0004020203020204" pitchFamily="34" charset="0"/>
              </a:rPr>
              <a:t> </a:t>
            </a:r>
            <a:r>
              <a:rPr lang="en-US" sz="1400" b="1" dirty="0" err="1">
                <a:latin typeface="Nunito" pitchFamily="2" charset="0"/>
                <a:cs typeface="Palanquin" panose="020B0004020203020204" pitchFamily="34" charset="0"/>
              </a:rPr>
              <a:t>setiap</a:t>
            </a:r>
            <a:r>
              <a:rPr lang="en-US" sz="1400" b="1" dirty="0">
                <a:latin typeface="Nunito" pitchFamily="2" charset="0"/>
                <a:cs typeface="Palanquin" panose="020B0004020203020204" pitchFamily="34" charset="0"/>
              </a:rPr>
              <a:t> input 1 bit </a:t>
            </a:r>
            <a:r>
              <a:rPr lang="en-US" sz="1400" b="1" dirty="0" err="1">
                <a:latin typeface="Nunito" pitchFamily="2" charset="0"/>
                <a:cs typeface="Palanquin" panose="020B0004020203020204" pitchFamily="34" charset="0"/>
              </a:rPr>
              <a:t>akan</a:t>
            </a:r>
            <a:r>
              <a:rPr lang="en-US" sz="1400" b="1" dirty="0">
                <a:latin typeface="Nunito" pitchFamily="2" charset="0"/>
                <a:cs typeface="Palanquin" panose="020B0004020203020204" pitchFamily="34" charset="0"/>
              </a:rPr>
              <a:t> </a:t>
            </a:r>
            <a:r>
              <a:rPr lang="en-US" sz="1400" b="1" dirty="0" err="1">
                <a:latin typeface="Nunito" pitchFamily="2" charset="0"/>
                <a:cs typeface="Palanquin" panose="020B0004020203020204" pitchFamily="34" charset="0"/>
              </a:rPr>
              <a:t>menghasilkan</a:t>
            </a:r>
            <a:r>
              <a:rPr lang="en-US" sz="1400" b="1" dirty="0">
                <a:latin typeface="Nunito" pitchFamily="2" charset="0"/>
                <a:cs typeface="Palanquin" panose="020B0004020203020204" pitchFamily="34" charset="0"/>
              </a:rPr>
              <a:t> output 3 bit.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FFCD13-F7C7-D71C-84D7-D2449ADF3EF5}"/>
              </a:ext>
            </a:extLst>
          </p:cNvPr>
          <p:cNvSpPr txBox="1"/>
          <p:nvPr/>
        </p:nvSpPr>
        <p:spPr>
          <a:xfrm>
            <a:off x="532511" y="1740806"/>
            <a:ext cx="40291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Nunito" pitchFamily="2" charset="0"/>
                <a:cs typeface="Palanquin" panose="020B0004020203020204" pitchFamily="34" charset="0"/>
              </a:rPr>
              <a:t>Encoder (</a:t>
            </a:r>
            <a:r>
              <a:rPr lang="id-ID" sz="1400" b="1" dirty="0">
                <a:latin typeface="Nunito" pitchFamily="2" charset="0"/>
                <a:cs typeface="Palanquin" panose="020B0004020203020204" pitchFamily="34" charset="0"/>
              </a:rPr>
              <a:t>3</a:t>
            </a:r>
            <a:r>
              <a:rPr lang="en-US" sz="1400" b="1" dirty="0">
                <a:latin typeface="Nunito" pitchFamily="2" charset="0"/>
                <a:cs typeface="Palanquin" panose="020B0004020203020204" pitchFamily="34" charset="0"/>
              </a:rPr>
              <a:t>,1,3) = encoder (</a:t>
            </a:r>
            <a:r>
              <a:rPr lang="en-US" sz="1400" b="1" dirty="0" err="1">
                <a:latin typeface="Nunito" pitchFamily="2" charset="0"/>
                <a:cs typeface="Palanquin" panose="020B0004020203020204" pitchFamily="34" charset="0"/>
              </a:rPr>
              <a:t>n,k,L</a:t>
            </a:r>
            <a:r>
              <a:rPr lang="en-US" sz="1400" b="1" dirty="0">
                <a:latin typeface="Nunito" pitchFamily="2" charset="0"/>
                <a:cs typeface="Palanquin" panose="020B0004020203020204" pitchFamily="34" charset="0"/>
              </a:rPr>
              <a:t>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4183E11-FAF4-3438-1394-D6529A3A6E3B}"/>
              </a:ext>
            </a:extLst>
          </p:cNvPr>
          <p:cNvGrpSpPr/>
          <p:nvPr/>
        </p:nvGrpSpPr>
        <p:grpSpPr>
          <a:xfrm>
            <a:off x="0" y="1252664"/>
            <a:ext cx="609600" cy="523220"/>
            <a:chOff x="26812" y="1266658"/>
            <a:chExt cx="554310" cy="485660"/>
          </a:xfrm>
        </p:grpSpPr>
        <p:sp>
          <p:nvSpPr>
            <p:cNvPr id="9" name="Google Shape;1376;p61">
              <a:extLst>
                <a:ext uri="{FF2B5EF4-FFF2-40B4-BE49-F238E27FC236}">
                  <a16:creationId xmlns:a16="http://schemas.microsoft.com/office/drawing/2014/main" id="{C36C0EA6-AD29-9A25-BB26-9462298050AB}"/>
                </a:ext>
              </a:extLst>
            </p:cNvPr>
            <p:cNvSpPr/>
            <p:nvPr/>
          </p:nvSpPr>
          <p:spPr>
            <a:xfrm rot="-2461544">
              <a:off x="87016" y="1302321"/>
              <a:ext cx="494106" cy="449997"/>
            </a:xfrm>
            <a:custGeom>
              <a:avLst/>
              <a:gdLst/>
              <a:ahLst/>
              <a:cxnLst/>
              <a:rect l="l" t="t" r="r" b="b"/>
              <a:pathLst>
                <a:path w="36927" h="30664" extrusionOk="0">
                  <a:moveTo>
                    <a:pt x="19198" y="0"/>
                  </a:moveTo>
                  <a:cubicBezTo>
                    <a:pt x="17850" y="0"/>
                    <a:pt x="16505" y="119"/>
                    <a:pt x="15227" y="301"/>
                  </a:cubicBezTo>
                  <a:cubicBezTo>
                    <a:pt x="9390" y="1125"/>
                    <a:pt x="1081" y="3075"/>
                    <a:pt x="368" y="10115"/>
                  </a:cubicBezTo>
                  <a:cubicBezTo>
                    <a:pt x="0" y="13802"/>
                    <a:pt x="3230" y="18001"/>
                    <a:pt x="5625" y="20530"/>
                  </a:cubicBezTo>
                  <a:cubicBezTo>
                    <a:pt x="8822" y="23905"/>
                    <a:pt x="11774" y="27102"/>
                    <a:pt x="15951" y="29285"/>
                  </a:cubicBezTo>
                  <a:cubicBezTo>
                    <a:pt x="17796" y="30247"/>
                    <a:pt x="19900" y="30664"/>
                    <a:pt x="22026" y="30664"/>
                  </a:cubicBezTo>
                  <a:cubicBezTo>
                    <a:pt x="24674" y="30664"/>
                    <a:pt x="27357" y="30017"/>
                    <a:pt x="29619" y="28973"/>
                  </a:cubicBezTo>
                  <a:cubicBezTo>
                    <a:pt x="32649" y="27581"/>
                    <a:pt x="34498" y="24361"/>
                    <a:pt x="35511" y="21242"/>
                  </a:cubicBezTo>
                  <a:cubicBezTo>
                    <a:pt x="36926" y="16932"/>
                    <a:pt x="35456" y="12454"/>
                    <a:pt x="33027" y="8811"/>
                  </a:cubicBezTo>
                  <a:cubicBezTo>
                    <a:pt x="31680" y="6795"/>
                    <a:pt x="30076" y="4790"/>
                    <a:pt x="28338" y="3086"/>
                  </a:cubicBezTo>
                  <a:cubicBezTo>
                    <a:pt x="26923" y="1705"/>
                    <a:pt x="25163" y="880"/>
                    <a:pt x="23270" y="435"/>
                  </a:cubicBezTo>
                  <a:cubicBezTo>
                    <a:pt x="21957" y="125"/>
                    <a:pt x="20576" y="0"/>
                    <a:pt x="19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Google Shape;1378;p61">
              <a:extLst>
                <a:ext uri="{FF2B5EF4-FFF2-40B4-BE49-F238E27FC236}">
                  <a16:creationId xmlns:a16="http://schemas.microsoft.com/office/drawing/2014/main" id="{0F725455-EF34-9119-5FD3-80B9DF458EA5}"/>
                </a:ext>
              </a:extLst>
            </p:cNvPr>
            <p:cNvSpPr txBox="1"/>
            <p:nvPr/>
          </p:nvSpPr>
          <p:spPr>
            <a:xfrm>
              <a:off x="26812" y="1266658"/>
              <a:ext cx="485418" cy="45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00" b="1" dirty="0">
                  <a:latin typeface="Times New Roman" panose="02020603050405020304" pitchFamily="18" charset="0"/>
                  <a:ea typeface="Caveat"/>
                  <a:cs typeface="Times New Roman" panose="02020603050405020304" pitchFamily="18" charset="0"/>
                  <a:sym typeface="Caveat"/>
                </a:rPr>
                <a:t>1</a:t>
              </a:r>
              <a:r>
                <a:rPr lang="id-ID" sz="1400" b="1" dirty="0">
                  <a:latin typeface="Times New Roman" panose="02020603050405020304" pitchFamily="18" charset="0"/>
                  <a:ea typeface="Caveat"/>
                  <a:cs typeface="Times New Roman" panose="02020603050405020304" pitchFamily="18" charset="0"/>
                  <a:sym typeface="Caveat"/>
                </a:rPr>
                <a:t>.</a:t>
              </a:r>
              <a:endParaRPr sz="1400" b="1" dirty="0">
                <a:latin typeface="Times New Roman" panose="02020603050405020304" pitchFamily="18" charset="0"/>
                <a:ea typeface="Caveat"/>
                <a:cs typeface="Times New Roman" panose="02020603050405020304" pitchFamily="18" charset="0"/>
                <a:sym typeface="Caveat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B410E2B-0A4C-274E-4B75-76CB0DA3EDD2}"/>
              </a:ext>
            </a:extLst>
          </p:cNvPr>
          <p:cNvSpPr txBox="1"/>
          <p:nvPr/>
        </p:nvSpPr>
        <p:spPr>
          <a:xfrm>
            <a:off x="595795" y="1379595"/>
            <a:ext cx="2417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Nunito" pitchFamily="2" charset="0"/>
                <a:cs typeface="Palanquin" panose="020B0004020203020204" pitchFamily="34" charset="0"/>
              </a:rPr>
              <a:t>A</a:t>
            </a:r>
            <a:r>
              <a:rPr lang="id-ID" sz="1400" b="1" dirty="0">
                <a:latin typeface="Nunito" pitchFamily="2" charset="0"/>
                <a:cs typeface="Palanquin" panose="020B0004020203020204" pitchFamily="34" charset="0"/>
              </a:rPr>
              <a:t>nalisa Rangkaian</a:t>
            </a:r>
            <a:endParaRPr lang="en-US" sz="1400" b="1" dirty="0">
              <a:latin typeface="Nunito" pitchFamily="2" charset="0"/>
              <a:cs typeface="Palanquin" panose="020B0004020203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80A990-7156-D9B7-35BB-2E2D13901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386" y="1713083"/>
            <a:ext cx="2804413" cy="2104035"/>
          </a:xfrm>
          <a:prstGeom prst="rect">
            <a:avLst/>
          </a:prstGeom>
        </p:spPr>
      </p:pic>
      <p:sp>
        <p:nvSpPr>
          <p:cNvPr id="13" name="object 2">
            <a:extLst>
              <a:ext uri="{FF2B5EF4-FFF2-40B4-BE49-F238E27FC236}">
                <a16:creationId xmlns:a16="http://schemas.microsoft.com/office/drawing/2014/main" id="{CEB03178-8A90-A45B-8A28-CB406D3E29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76143" y="160038"/>
            <a:ext cx="2991714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2800" b="1" spc="55" dirty="0">
                <a:latin typeface="Tahoma"/>
                <a:cs typeface="Tahoma"/>
              </a:rPr>
              <a:t>CONTOH</a:t>
            </a:r>
            <a:r>
              <a:rPr sz="2800" b="1" spc="-245" dirty="0">
                <a:latin typeface="Tahoma"/>
                <a:cs typeface="Tahoma"/>
              </a:rPr>
              <a:t> </a:t>
            </a:r>
            <a:r>
              <a:rPr sz="2800" b="1" spc="70" dirty="0">
                <a:latin typeface="Tahoma"/>
                <a:cs typeface="Tahoma"/>
              </a:rPr>
              <a:t>SOAL</a:t>
            </a:r>
            <a:endParaRPr sz="28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9487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66;p61">
            <a:extLst>
              <a:ext uri="{FF2B5EF4-FFF2-40B4-BE49-F238E27FC236}">
                <a16:creationId xmlns:a16="http://schemas.microsoft.com/office/drawing/2014/main" id="{DD8F9B30-EEA4-CCF8-398B-E35A4AE03ED3}"/>
              </a:ext>
            </a:extLst>
          </p:cNvPr>
          <p:cNvSpPr txBox="1">
            <a:spLocks/>
          </p:cNvSpPr>
          <p:nvPr/>
        </p:nvSpPr>
        <p:spPr>
          <a:xfrm>
            <a:off x="589036" y="-38175"/>
            <a:ext cx="1815890" cy="49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pPr algn="l"/>
            <a:r>
              <a:rPr lang="en-ID" sz="1800" dirty="0">
                <a:solidFill>
                  <a:schemeClr val="tx1">
                    <a:lumMod val="50000"/>
                  </a:schemeClr>
                </a:solidFill>
              </a:rPr>
              <a:t>Buat </a:t>
            </a:r>
            <a:r>
              <a:rPr lang="en-ID" sz="1800" dirty="0" err="1">
                <a:solidFill>
                  <a:schemeClr val="tx1">
                    <a:lumMod val="50000"/>
                  </a:schemeClr>
                </a:solidFill>
              </a:rPr>
              <a:t>Tabel</a:t>
            </a:r>
            <a:r>
              <a:rPr lang="en-ID" sz="1800" dirty="0">
                <a:solidFill>
                  <a:schemeClr val="tx1">
                    <a:lumMod val="50000"/>
                  </a:schemeClr>
                </a:solidFill>
              </a:rPr>
              <a:t> State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9ECE42F-8C1E-8092-8BD0-0BB3C2B77758}"/>
              </a:ext>
            </a:extLst>
          </p:cNvPr>
          <p:cNvGrpSpPr/>
          <p:nvPr/>
        </p:nvGrpSpPr>
        <p:grpSpPr>
          <a:xfrm>
            <a:off x="76200" y="0"/>
            <a:ext cx="556604" cy="454362"/>
            <a:chOff x="26812" y="1266658"/>
            <a:chExt cx="554310" cy="485660"/>
          </a:xfrm>
        </p:grpSpPr>
        <p:sp>
          <p:nvSpPr>
            <p:cNvPr id="6" name="Google Shape;1376;p61">
              <a:extLst>
                <a:ext uri="{FF2B5EF4-FFF2-40B4-BE49-F238E27FC236}">
                  <a16:creationId xmlns:a16="http://schemas.microsoft.com/office/drawing/2014/main" id="{BC4DFB22-0037-2AFA-6ADD-D6CF0035F61E}"/>
                </a:ext>
              </a:extLst>
            </p:cNvPr>
            <p:cNvSpPr/>
            <p:nvPr/>
          </p:nvSpPr>
          <p:spPr>
            <a:xfrm rot="-2461544">
              <a:off x="87016" y="1302321"/>
              <a:ext cx="494106" cy="449997"/>
            </a:xfrm>
            <a:custGeom>
              <a:avLst/>
              <a:gdLst/>
              <a:ahLst/>
              <a:cxnLst/>
              <a:rect l="l" t="t" r="r" b="b"/>
              <a:pathLst>
                <a:path w="36927" h="30664" extrusionOk="0">
                  <a:moveTo>
                    <a:pt x="19198" y="0"/>
                  </a:moveTo>
                  <a:cubicBezTo>
                    <a:pt x="17850" y="0"/>
                    <a:pt x="16505" y="119"/>
                    <a:pt x="15227" y="301"/>
                  </a:cubicBezTo>
                  <a:cubicBezTo>
                    <a:pt x="9390" y="1125"/>
                    <a:pt x="1081" y="3075"/>
                    <a:pt x="368" y="10115"/>
                  </a:cubicBezTo>
                  <a:cubicBezTo>
                    <a:pt x="0" y="13802"/>
                    <a:pt x="3230" y="18001"/>
                    <a:pt x="5625" y="20530"/>
                  </a:cubicBezTo>
                  <a:cubicBezTo>
                    <a:pt x="8822" y="23905"/>
                    <a:pt x="11774" y="27102"/>
                    <a:pt x="15951" y="29285"/>
                  </a:cubicBezTo>
                  <a:cubicBezTo>
                    <a:pt x="17796" y="30247"/>
                    <a:pt x="19900" y="30664"/>
                    <a:pt x="22026" y="30664"/>
                  </a:cubicBezTo>
                  <a:cubicBezTo>
                    <a:pt x="24674" y="30664"/>
                    <a:pt x="27357" y="30017"/>
                    <a:pt x="29619" y="28973"/>
                  </a:cubicBezTo>
                  <a:cubicBezTo>
                    <a:pt x="32649" y="27581"/>
                    <a:pt x="34498" y="24361"/>
                    <a:pt x="35511" y="21242"/>
                  </a:cubicBezTo>
                  <a:cubicBezTo>
                    <a:pt x="36926" y="16932"/>
                    <a:pt x="35456" y="12454"/>
                    <a:pt x="33027" y="8811"/>
                  </a:cubicBezTo>
                  <a:cubicBezTo>
                    <a:pt x="31680" y="6795"/>
                    <a:pt x="30076" y="4790"/>
                    <a:pt x="28338" y="3086"/>
                  </a:cubicBezTo>
                  <a:cubicBezTo>
                    <a:pt x="26923" y="1705"/>
                    <a:pt x="25163" y="880"/>
                    <a:pt x="23270" y="435"/>
                  </a:cubicBezTo>
                  <a:cubicBezTo>
                    <a:pt x="21957" y="125"/>
                    <a:pt x="20576" y="0"/>
                    <a:pt x="19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Google Shape;1378;p61">
              <a:extLst>
                <a:ext uri="{FF2B5EF4-FFF2-40B4-BE49-F238E27FC236}">
                  <a16:creationId xmlns:a16="http://schemas.microsoft.com/office/drawing/2014/main" id="{F22026EF-FE52-DC2B-3DE9-A75E275D21E4}"/>
                </a:ext>
              </a:extLst>
            </p:cNvPr>
            <p:cNvSpPr txBox="1"/>
            <p:nvPr/>
          </p:nvSpPr>
          <p:spPr>
            <a:xfrm>
              <a:off x="26812" y="1266658"/>
              <a:ext cx="485418" cy="45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id-ID" b="1" dirty="0">
                  <a:latin typeface="Times New Roman" panose="02020603050405020304" pitchFamily="18" charset="0"/>
                  <a:ea typeface="Caveat"/>
                  <a:cs typeface="Times New Roman" panose="02020603050405020304" pitchFamily="18" charset="0"/>
                  <a:sym typeface="Caveat"/>
                </a:rPr>
                <a:t>2.</a:t>
              </a:r>
              <a:endParaRPr b="1" dirty="0">
                <a:latin typeface="Times New Roman" panose="02020603050405020304" pitchFamily="18" charset="0"/>
                <a:ea typeface="Caveat"/>
                <a:cs typeface="Times New Roman" panose="02020603050405020304" pitchFamily="18" charset="0"/>
                <a:sym typeface="Caveat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B23030B-BDE0-BCA4-5377-FAF8347A7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98" y="653442"/>
            <a:ext cx="2413365" cy="18106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A82225-7C18-A447-77EB-9CA52A616A22}"/>
                  </a:ext>
                </a:extLst>
              </p:cNvPr>
              <p:cNvSpPr txBox="1"/>
              <p:nvPr/>
            </p:nvSpPr>
            <p:spPr>
              <a:xfrm>
                <a:off x="290298" y="2552029"/>
                <a:ext cx="2006790" cy="1277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Aft>
                    <a:spcPts val="2100"/>
                  </a:spcAft>
                </a:pPr>
                <a:r>
                  <a:rPr lang="en-US" sz="1400" dirty="0">
                    <a:solidFill>
                      <a:srgbClr val="FF0000"/>
                    </a:solidFill>
                    <a:latin typeface="Nunito" pitchFamily="2" charset="0"/>
                    <a:cs typeface="Calibri" panose="020F0502020204030204" pitchFamily="34" charset="0"/>
                  </a:rPr>
                  <a:t>v1 = m</a:t>
                </a:r>
                <a:endParaRPr lang="id-ID" sz="1400" dirty="0">
                  <a:solidFill>
                    <a:srgbClr val="FF0000"/>
                  </a:solidFill>
                  <a:latin typeface="Nunito" pitchFamily="2" charset="0"/>
                  <a:cs typeface="Calibri" panose="020F0502020204030204" pitchFamily="34" charset="0"/>
                </a:endParaRPr>
              </a:p>
              <a:p>
                <a:pPr marL="285750" indent="-285750">
                  <a:spcAft>
                    <a:spcPts val="2100"/>
                  </a:spcAft>
                </a:pPr>
                <a:r>
                  <a:rPr lang="en-US" sz="1400" dirty="0">
                    <a:solidFill>
                      <a:srgbClr val="FF0000"/>
                    </a:solidFill>
                    <a:latin typeface="Nunito" pitchFamily="2" charset="0"/>
                    <a:cs typeface="Calibri" panose="020F0502020204030204" pitchFamily="34" charset="0"/>
                  </a:rPr>
                  <a:t>v2 = m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Palanquin" panose="020B0004020203020204" pitchFamily="34" charset="0"/>
                      </a:rPr>
                      <m:t>⊕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  <a:latin typeface="Nunito" pitchFamily="2" charset="0"/>
                    <a:cs typeface="Calibri" panose="020F0502020204030204" pitchFamily="34" charset="0"/>
                  </a:rPr>
                  <a:t>m1 </a:t>
                </a:r>
                <a14:m>
                  <m:oMath xmlns:m="http://schemas.openxmlformats.org/officeDocument/2006/math">
                    <m:r>
                      <a:rPr lang="en-US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Palanquin" panose="020B0004020203020204" pitchFamily="34" charset="0"/>
                      </a:rPr>
                      <m:t>⊕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  <a:latin typeface="Nunito" pitchFamily="2" charset="0"/>
                    <a:cs typeface="Calibri" panose="020F0502020204030204" pitchFamily="34" charset="0"/>
                  </a:rPr>
                  <a:t> m2</a:t>
                </a:r>
              </a:p>
              <a:p>
                <a:pPr marL="285750" indent="-285750">
                  <a:spcAft>
                    <a:spcPts val="2100"/>
                  </a:spcAft>
                </a:pPr>
                <a:r>
                  <a:rPr lang="en-US" sz="1400" dirty="0">
                    <a:solidFill>
                      <a:srgbClr val="FF0000"/>
                    </a:solidFill>
                    <a:latin typeface="Nunito" pitchFamily="2" charset="0"/>
                    <a:cs typeface="Calibri" panose="020F0502020204030204" pitchFamily="34" charset="0"/>
                  </a:rPr>
                  <a:t>v3 = m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Palanquin" panose="020B0004020203020204" pitchFamily="34" charset="0"/>
                      </a:rPr>
                      <m:t>⊕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  <a:latin typeface="Nunito" pitchFamily="2" charset="0"/>
                    <a:cs typeface="Calibri" panose="020F0502020204030204" pitchFamily="34" charset="0"/>
                  </a:rPr>
                  <a:t> m2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A82225-7C18-A447-77EB-9CA52A616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98" y="2552029"/>
                <a:ext cx="2006790" cy="1277273"/>
              </a:xfrm>
              <a:prstGeom prst="rect">
                <a:avLst/>
              </a:prstGeom>
              <a:blipFill>
                <a:blip r:embed="rId3"/>
                <a:stretch>
                  <a:fillRect l="-912" t="-957" b="-430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71">
            <a:extLst>
              <a:ext uri="{FF2B5EF4-FFF2-40B4-BE49-F238E27FC236}">
                <a16:creationId xmlns:a16="http://schemas.microsoft.com/office/drawing/2014/main" id="{6967A0BD-3A52-08D8-624A-F8136DF2D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135324"/>
              </p:ext>
            </p:extLst>
          </p:nvPr>
        </p:nvGraphicFramePr>
        <p:xfrm>
          <a:off x="3581400" y="243863"/>
          <a:ext cx="3676089" cy="3398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606">
                  <a:extLst>
                    <a:ext uri="{9D8B030D-6E8A-4147-A177-3AD203B41FA5}">
                      <a16:colId xmlns:a16="http://schemas.microsoft.com/office/drawing/2014/main" val="2061098925"/>
                    </a:ext>
                  </a:extLst>
                </a:gridCol>
                <a:gridCol w="472606">
                  <a:extLst>
                    <a:ext uri="{9D8B030D-6E8A-4147-A177-3AD203B41FA5}">
                      <a16:colId xmlns:a16="http://schemas.microsoft.com/office/drawing/2014/main" val="198569358"/>
                    </a:ext>
                  </a:extLst>
                </a:gridCol>
                <a:gridCol w="472606">
                  <a:extLst>
                    <a:ext uri="{9D8B030D-6E8A-4147-A177-3AD203B41FA5}">
                      <a16:colId xmlns:a16="http://schemas.microsoft.com/office/drawing/2014/main" val="2126628003"/>
                    </a:ext>
                  </a:extLst>
                </a:gridCol>
                <a:gridCol w="472606">
                  <a:extLst>
                    <a:ext uri="{9D8B030D-6E8A-4147-A177-3AD203B41FA5}">
                      <a16:colId xmlns:a16="http://schemas.microsoft.com/office/drawing/2014/main" val="3049190098"/>
                    </a:ext>
                  </a:extLst>
                </a:gridCol>
                <a:gridCol w="472606">
                  <a:extLst>
                    <a:ext uri="{9D8B030D-6E8A-4147-A177-3AD203B41FA5}">
                      <a16:colId xmlns:a16="http://schemas.microsoft.com/office/drawing/2014/main" val="601749121"/>
                    </a:ext>
                  </a:extLst>
                </a:gridCol>
                <a:gridCol w="472606">
                  <a:extLst>
                    <a:ext uri="{9D8B030D-6E8A-4147-A177-3AD203B41FA5}">
                      <a16:colId xmlns:a16="http://schemas.microsoft.com/office/drawing/2014/main" val="4151057395"/>
                    </a:ext>
                  </a:extLst>
                </a:gridCol>
                <a:gridCol w="840453">
                  <a:extLst>
                    <a:ext uri="{9D8B030D-6E8A-4147-A177-3AD203B41FA5}">
                      <a16:colId xmlns:a16="http://schemas.microsoft.com/office/drawing/2014/main" val="2076617826"/>
                    </a:ext>
                  </a:extLst>
                </a:gridCol>
              </a:tblGrid>
              <a:tr h="499716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Msg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d-ID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Current</a:t>
                      </a:r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state 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Output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Next state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657176"/>
                  </a:ext>
                </a:extLst>
              </a:tr>
              <a:tr h="499716">
                <a:tc vMerge="1"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msg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m1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m2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v1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v2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</a:rPr>
                        <a:t>V3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</a:rPr>
                        <a:t>m m1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88337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-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-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-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00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787484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10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058017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01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333686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00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284354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10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49536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algn="ctr"/>
                      <a:r>
                        <a:rPr lang="id-ID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11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903360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algn="ctr"/>
                      <a:r>
                        <a:rPr lang="id-ID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01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146602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algn="ctr"/>
                      <a:r>
                        <a:rPr lang="id-ID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  <a:latin typeface="Nunito" pitchFamily="2" charset="0"/>
                        </a:rPr>
                        <a:t>00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98797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D96AC27-60DB-48CE-F246-44C116292F7B}"/>
              </a:ext>
            </a:extLst>
          </p:cNvPr>
          <p:cNvSpPr txBox="1"/>
          <p:nvPr/>
        </p:nvSpPr>
        <p:spPr>
          <a:xfrm>
            <a:off x="3124200" y="3943350"/>
            <a:ext cx="4038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 b="1" dirty="0">
                <a:solidFill>
                  <a:schemeClr val="tx1">
                    <a:lumMod val="50000"/>
                  </a:schemeClr>
                </a:solidFill>
                <a:latin typeface="Nunito" pitchFamily="2" charset="0"/>
                <a:ea typeface="Nunito"/>
                <a:cs typeface="Nunito"/>
                <a:sym typeface="Nunito"/>
              </a:rPr>
              <a:t>Hasil output = </a:t>
            </a:r>
            <a:r>
              <a:rPr lang="en-ID" sz="1400" b="1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  <a:latin typeface="Nunito" pitchFamily="2" charset="0"/>
                <a:ea typeface="Nunito"/>
                <a:cs typeface="Nunito"/>
                <a:sym typeface="Nunito"/>
              </a:rPr>
              <a:t>111 010 011 111 101 001 011</a:t>
            </a:r>
          </a:p>
        </p:txBody>
      </p:sp>
    </p:spTree>
    <p:extLst>
      <p:ext uri="{BB962C8B-B14F-4D97-AF65-F5344CB8AC3E}">
        <p14:creationId xmlns:p14="http://schemas.microsoft.com/office/powerpoint/2010/main" val="2246311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66;p61">
            <a:extLst>
              <a:ext uri="{FF2B5EF4-FFF2-40B4-BE49-F238E27FC236}">
                <a16:creationId xmlns:a16="http://schemas.microsoft.com/office/drawing/2014/main" id="{C9427AE4-4468-08D9-B29B-EDFE5155F6F3}"/>
              </a:ext>
            </a:extLst>
          </p:cNvPr>
          <p:cNvSpPr txBox="1">
            <a:spLocks/>
          </p:cNvSpPr>
          <p:nvPr/>
        </p:nvSpPr>
        <p:spPr>
          <a:xfrm>
            <a:off x="619470" y="-95250"/>
            <a:ext cx="3279721" cy="710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pPr algn="l"/>
            <a:r>
              <a:rPr lang="id-ID" sz="1400" dirty="0">
                <a:solidFill>
                  <a:schemeClr val="tx1">
                    <a:lumMod val="50000"/>
                  </a:schemeClr>
                </a:solidFill>
              </a:rPr>
              <a:t>Penyederhanaan dengan State Diagram</a:t>
            </a:r>
            <a:endParaRPr lang="en-ID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1AA038E-6844-47EB-F718-CBFEE9C25BE8}"/>
              </a:ext>
            </a:extLst>
          </p:cNvPr>
          <p:cNvGrpSpPr/>
          <p:nvPr/>
        </p:nvGrpSpPr>
        <p:grpSpPr>
          <a:xfrm>
            <a:off x="152105" y="-7793"/>
            <a:ext cx="533695" cy="479694"/>
            <a:chOff x="26812" y="1266658"/>
            <a:chExt cx="554310" cy="485660"/>
          </a:xfrm>
        </p:grpSpPr>
        <p:sp>
          <p:nvSpPr>
            <p:cNvPr id="4" name="Google Shape;1376;p61">
              <a:extLst>
                <a:ext uri="{FF2B5EF4-FFF2-40B4-BE49-F238E27FC236}">
                  <a16:creationId xmlns:a16="http://schemas.microsoft.com/office/drawing/2014/main" id="{79FCF472-6F25-D5A5-7E6F-E0B11BBF2B3D}"/>
                </a:ext>
              </a:extLst>
            </p:cNvPr>
            <p:cNvSpPr/>
            <p:nvPr/>
          </p:nvSpPr>
          <p:spPr>
            <a:xfrm rot="-2461544">
              <a:off x="87016" y="1302321"/>
              <a:ext cx="494106" cy="449997"/>
            </a:xfrm>
            <a:custGeom>
              <a:avLst/>
              <a:gdLst/>
              <a:ahLst/>
              <a:cxnLst/>
              <a:rect l="l" t="t" r="r" b="b"/>
              <a:pathLst>
                <a:path w="36927" h="30664" extrusionOk="0">
                  <a:moveTo>
                    <a:pt x="19198" y="0"/>
                  </a:moveTo>
                  <a:cubicBezTo>
                    <a:pt x="17850" y="0"/>
                    <a:pt x="16505" y="119"/>
                    <a:pt x="15227" y="301"/>
                  </a:cubicBezTo>
                  <a:cubicBezTo>
                    <a:pt x="9390" y="1125"/>
                    <a:pt x="1081" y="3075"/>
                    <a:pt x="368" y="10115"/>
                  </a:cubicBezTo>
                  <a:cubicBezTo>
                    <a:pt x="0" y="13802"/>
                    <a:pt x="3230" y="18001"/>
                    <a:pt x="5625" y="20530"/>
                  </a:cubicBezTo>
                  <a:cubicBezTo>
                    <a:pt x="8822" y="23905"/>
                    <a:pt x="11774" y="27102"/>
                    <a:pt x="15951" y="29285"/>
                  </a:cubicBezTo>
                  <a:cubicBezTo>
                    <a:pt x="17796" y="30247"/>
                    <a:pt x="19900" y="30664"/>
                    <a:pt x="22026" y="30664"/>
                  </a:cubicBezTo>
                  <a:cubicBezTo>
                    <a:pt x="24674" y="30664"/>
                    <a:pt x="27357" y="30017"/>
                    <a:pt x="29619" y="28973"/>
                  </a:cubicBezTo>
                  <a:cubicBezTo>
                    <a:pt x="32649" y="27581"/>
                    <a:pt x="34498" y="24361"/>
                    <a:pt x="35511" y="21242"/>
                  </a:cubicBezTo>
                  <a:cubicBezTo>
                    <a:pt x="36926" y="16932"/>
                    <a:pt x="35456" y="12454"/>
                    <a:pt x="33027" y="8811"/>
                  </a:cubicBezTo>
                  <a:cubicBezTo>
                    <a:pt x="31680" y="6795"/>
                    <a:pt x="30076" y="4790"/>
                    <a:pt x="28338" y="3086"/>
                  </a:cubicBezTo>
                  <a:cubicBezTo>
                    <a:pt x="26923" y="1705"/>
                    <a:pt x="25163" y="880"/>
                    <a:pt x="23270" y="435"/>
                  </a:cubicBezTo>
                  <a:cubicBezTo>
                    <a:pt x="21957" y="125"/>
                    <a:pt x="20576" y="0"/>
                    <a:pt x="19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Google Shape;1378;p61">
              <a:extLst>
                <a:ext uri="{FF2B5EF4-FFF2-40B4-BE49-F238E27FC236}">
                  <a16:creationId xmlns:a16="http://schemas.microsoft.com/office/drawing/2014/main" id="{9E631F40-50DC-DAE7-6FB2-94E1FEB8A63A}"/>
                </a:ext>
              </a:extLst>
            </p:cNvPr>
            <p:cNvSpPr txBox="1"/>
            <p:nvPr/>
          </p:nvSpPr>
          <p:spPr>
            <a:xfrm>
              <a:off x="26812" y="1266658"/>
              <a:ext cx="485418" cy="45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1400" b="1" dirty="0">
                  <a:latin typeface="Times New Roman" panose="02020603050405020304" pitchFamily="18" charset="0"/>
                  <a:ea typeface="Caveat"/>
                  <a:cs typeface="Times New Roman" panose="02020603050405020304" pitchFamily="18" charset="0"/>
                  <a:sym typeface="Caveat"/>
                </a:rPr>
                <a:t>3</a:t>
              </a:r>
              <a:r>
                <a:rPr lang="id-ID" sz="1400" b="1" dirty="0">
                  <a:latin typeface="Times New Roman" panose="02020603050405020304" pitchFamily="18" charset="0"/>
                  <a:ea typeface="Caveat"/>
                  <a:cs typeface="Times New Roman" panose="02020603050405020304" pitchFamily="18" charset="0"/>
                  <a:sym typeface="Caveat"/>
                </a:rPr>
                <a:t>.</a:t>
              </a:r>
              <a:endParaRPr sz="1400" b="1" dirty="0">
                <a:latin typeface="Times New Roman" panose="02020603050405020304" pitchFamily="18" charset="0"/>
                <a:ea typeface="Caveat"/>
                <a:cs typeface="Times New Roman" panose="02020603050405020304" pitchFamily="18" charset="0"/>
                <a:sym typeface="Caveat"/>
              </a:endParaRP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073A36-D8A1-EA5D-5FA7-0AE2250AB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757548"/>
              </p:ext>
            </p:extLst>
          </p:nvPr>
        </p:nvGraphicFramePr>
        <p:xfrm>
          <a:off x="152104" y="548097"/>
          <a:ext cx="4648495" cy="27094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6401">
                  <a:extLst>
                    <a:ext uri="{9D8B030D-6E8A-4147-A177-3AD203B41FA5}">
                      <a16:colId xmlns:a16="http://schemas.microsoft.com/office/drawing/2014/main" val="446328320"/>
                    </a:ext>
                  </a:extLst>
                </a:gridCol>
                <a:gridCol w="520657">
                  <a:extLst>
                    <a:ext uri="{9D8B030D-6E8A-4147-A177-3AD203B41FA5}">
                      <a16:colId xmlns:a16="http://schemas.microsoft.com/office/drawing/2014/main" val="1188338568"/>
                    </a:ext>
                  </a:extLst>
                </a:gridCol>
                <a:gridCol w="508732">
                  <a:extLst>
                    <a:ext uri="{9D8B030D-6E8A-4147-A177-3AD203B41FA5}">
                      <a16:colId xmlns:a16="http://schemas.microsoft.com/office/drawing/2014/main" val="1604274543"/>
                    </a:ext>
                  </a:extLst>
                </a:gridCol>
                <a:gridCol w="484419">
                  <a:extLst>
                    <a:ext uri="{9D8B030D-6E8A-4147-A177-3AD203B41FA5}">
                      <a16:colId xmlns:a16="http://schemas.microsoft.com/office/drawing/2014/main" val="201769174"/>
                    </a:ext>
                  </a:extLst>
                </a:gridCol>
                <a:gridCol w="427396">
                  <a:extLst>
                    <a:ext uri="{9D8B030D-6E8A-4147-A177-3AD203B41FA5}">
                      <a16:colId xmlns:a16="http://schemas.microsoft.com/office/drawing/2014/main" val="2717380544"/>
                    </a:ext>
                  </a:extLst>
                </a:gridCol>
                <a:gridCol w="479139">
                  <a:extLst>
                    <a:ext uri="{9D8B030D-6E8A-4147-A177-3AD203B41FA5}">
                      <a16:colId xmlns:a16="http://schemas.microsoft.com/office/drawing/2014/main" val="2988889890"/>
                    </a:ext>
                  </a:extLst>
                </a:gridCol>
                <a:gridCol w="479139">
                  <a:extLst>
                    <a:ext uri="{9D8B030D-6E8A-4147-A177-3AD203B41FA5}">
                      <a16:colId xmlns:a16="http://schemas.microsoft.com/office/drawing/2014/main" val="1841396845"/>
                    </a:ext>
                  </a:extLst>
                </a:gridCol>
                <a:gridCol w="847777">
                  <a:extLst>
                    <a:ext uri="{9D8B030D-6E8A-4147-A177-3AD203B41FA5}">
                      <a16:colId xmlns:a16="http://schemas.microsoft.com/office/drawing/2014/main" val="1562545236"/>
                    </a:ext>
                  </a:extLst>
                </a:gridCol>
                <a:gridCol w="534835">
                  <a:extLst>
                    <a:ext uri="{9D8B030D-6E8A-4147-A177-3AD203B41FA5}">
                      <a16:colId xmlns:a16="http://schemas.microsoft.com/office/drawing/2014/main" val="1801060601"/>
                    </a:ext>
                  </a:extLst>
                </a:gridCol>
              </a:tblGrid>
              <a:tr h="198754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No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Current State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Input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Output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8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Next State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State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09196774"/>
                  </a:ext>
                </a:extLst>
              </a:tr>
              <a:tr h="2789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m1 m2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M</a:t>
                      </a: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sg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v1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v2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v3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m</a:t>
                      </a: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sg</a:t>
                      </a: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 m1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994174"/>
                  </a:ext>
                </a:extLst>
              </a:tr>
              <a:tr h="278967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1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a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00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00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661460"/>
                  </a:ext>
                </a:extLst>
              </a:tr>
              <a:tr h="2789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00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10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188360976"/>
                  </a:ext>
                </a:extLst>
              </a:tr>
              <a:tr h="278967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2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b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01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0</a:t>
                      </a: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0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053527406"/>
                  </a:ext>
                </a:extLst>
              </a:tr>
              <a:tr h="2789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01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1</a:t>
                      </a: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0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737335658"/>
                  </a:ext>
                </a:extLst>
              </a:tr>
              <a:tr h="278967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3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c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10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0</a:t>
                      </a: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1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039720675"/>
                  </a:ext>
                </a:extLst>
              </a:tr>
              <a:tr h="2789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10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11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294814079"/>
                  </a:ext>
                </a:extLst>
              </a:tr>
              <a:tr h="278967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4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d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11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01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664121112"/>
                  </a:ext>
                </a:extLst>
              </a:tr>
              <a:tr h="2789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11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11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71647602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791E59F-7CA1-54B6-D6F1-E723831D8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025805"/>
              </p:ext>
            </p:extLst>
          </p:nvPr>
        </p:nvGraphicFramePr>
        <p:xfrm>
          <a:off x="385787" y="3333750"/>
          <a:ext cx="1752600" cy="15240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32892">
                  <a:extLst>
                    <a:ext uri="{9D8B030D-6E8A-4147-A177-3AD203B41FA5}">
                      <a16:colId xmlns:a16="http://schemas.microsoft.com/office/drawing/2014/main" val="2319491231"/>
                    </a:ext>
                  </a:extLst>
                </a:gridCol>
                <a:gridCol w="532892">
                  <a:extLst>
                    <a:ext uri="{9D8B030D-6E8A-4147-A177-3AD203B41FA5}">
                      <a16:colId xmlns:a16="http://schemas.microsoft.com/office/drawing/2014/main" val="1496959569"/>
                    </a:ext>
                  </a:extLst>
                </a:gridCol>
                <a:gridCol w="686816">
                  <a:extLst>
                    <a:ext uri="{9D8B030D-6E8A-4147-A177-3AD203B41FA5}">
                      <a16:colId xmlns:a16="http://schemas.microsoft.com/office/drawing/2014/main" val="2362346003"/>
                    </a:ext>
                  </a:extLst>
                </a:gridCol>
              </a:tblGrid>
              <a:tr h="29238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m1</a:t>
                      </a:r>
                      <a:endParaRPr lang="en-ID" sz="14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m2</a:t>
                      </a:r>
                      <a:endParaRPr lang="en-ID" sz="14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state</a:t>
                      </a:r>
                      <a:endParaRPr lang="en-ID" sz="14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0750209"/>
                  </a:ext>
                </a:extLst>
              </a:tr>
              <a:tr h="29238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ID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ID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</a:t>
                      </a:r>
                      <a:endParaRPr lang="en-ID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8572516"/>
                  </a:ext>
                </a:extLst>
              </a:tr>
              <a:tr h="292381">
                <a:tc>
                  <a:txBody>
                    <a:bodyPr/>
                    <a:lstStyle/>
                    <a:p>
                      <a:pPr algn="ctr"/>
                      <a:r>
                        <a:rPr lang="id-ID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0</a:t>
                      </a:r>
                      <a:endParaRPr lang="en-ID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1</a:t>
                      </a:r>
                      <a:endParaRPr lang="en-ID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</a:t>
                      </a:r>
                      <a:endParaRPr lang="en-ID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8668120"/>
                  </a:ext>
                </a:extLst>
              </a:tr>
              <a:tr h="292381">
                <a:tc>
                  <a:txBody>
                    <a:bodyPr/>
                    <a:lstStyle/>
                    <a:p>
                      <a:pPr algn="ctr"/>
                      <a:r>
                        <a:rPr lang="id-ID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1</a:t>
                      </a:r>
                      <a:endParaRPr lang="en-ID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0</a:t>
                      </a:r>
                      <a:endParaRPr lang="en-ID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</a:t>
                      </a:r>
                      <a:endParaRPr lang="en-ID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5755875"/>
                  </a:ext>
                </a:extLst>
              </a:tr>
              <a:tr h="29238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ID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ID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</a:t>
                      </a:r>
                      <a:endParaRPr lang="en-ID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8427480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F681F1F0-8CE7-B7F5-D7A5-E9F86511BF56}"/>
              </a:ext>
            </a:extLst>
          </p:cNvPr>
          <p:cNvSpPr/>
          <p:nvPr/>
        </p:nvSpPr>
        <p:spPr>
          <a:xfrm>
            <a:off x="7380420" y="3636392"/>
            <a:ext cx="568219" cy="5039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400" dirty="0"/>
              <a:t>a</a:t>
            </a:r>
            <a:endParaRPr lang="en-ID" sz="14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910FE1-9ECA-CCDF-4DDB-D2B78F782C0D}"/>
              </a:ext>
            </a:extLst>
          </p:cNvPr>
          <p:cNvSpPr/>
          <p:nvPr/>
        </p:nvSpPr>
        <p:spPr>
          <a:xfrm>
            <a:off x="6333080" y="2482498"/>
            <a:ext cx="568219" cy="5039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400" dirty="0"/>
              <a:t>b</a:t>
            </a:r>
            <a:endParaRPr lang="en-ID" sz="14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408757A-F171-37C1-DB12-E248A787D06E}"/>
              </a:ext>
            </a:extLst>
          </p:cNvPr>
          <p:cNvSpPr/>
          <p:nvPr/>
        </p:nvSpPr>
        <p:spPr>
          <a:xfrm>
            <a:off x="8393381" y="2482498"/>
            <a:ext cx="568219" cy="5039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400" dirty="0"/>
              <a:t>c</a:t>
            </a:r>
            <a:endParaRPr lang="en-ID" sz="14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0F5DD7D-A97B-4915-0342-EFE18C800246}"/>
              </a:ext>
            </a:extLst>
          </p:cNvPr>
          <p:cNvSpPr/>
          <p:nvPr/>
        </p:nvSpPr>
        <p:spPr>
          <a:xfrm>
            <a:off x="7380420" y="1326178"/>
            <a:ext cx="568219" cy="5039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400" dirty="0"/>
              <a:t>d</a:t>
            </a:r>
            <a:endParaRPr lang="en-ID" sz="1400" dirty="0"/>
          </a:p>
        </p:txBody>
      </p:sp>
      <p:sp>
        <p:nvSpPr>
          <p:cNvPr id="12" name="Arrow: Curved Up 11">
            <a:extLst>
              <a:ext uri="{FF2B5EF4-FFF2-40B4-BE49-F238E27FC236}">
                <a16:creationId xmlns:a16="http://schemas.microsoft.com/office/drawing/2014/main" id="{0077EEB5-A61A-ADED-7C84-946261D54ACB}"/>
              </a:ext>
            </a:extLst>
          </p:cNvPr>
          <p:cNvSpPr/>
          <p:nvPr/>
        </p:nvSpPr>
        <p:spPr>
          <a:xfrm>
            <a:off x="7500412" y="4158907"/>
            <a:ext cx="329144" cy="277160"/>
          </a:xfrm>
          <a:prstGeom prst="curved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9FCABA-1E67-97D7-23FB-9039A9B2EA37}"/>
              </a:ext>
            </a:extLst>
          </p:cNvPr>
          <p:cNvSpPr txBox="1"/>
          <p:nvPr/>
        </p:nvSpPr>
        <p:spPr>
          <a:xfrm>
            <a:off x="8082593" y="3320702"/>
            <a:ext cx="10678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400" dirty="0">
                <a:highlight>
                  <a:srgbClr val="FFFF00"/>
                </a:highlight>
                <a:latin typeface="Nunito" pitchFamily="2" charset="0"/>
                <a:cs typeface="Calibri" panose="020F0502020204030204" pitchFamily="34" charset="0"/>
              </a:rPr>
              <a:t>1 </a:t>
            </a: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/ </a:t>
            </a:r>
            <a:r>
              <a:rPr lang="id-ID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1</a:t>
            </a:r>
            <a:r>
              <a:rPr lang="en-US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1</a:t>
            </a:r>
            <a:r>
              <a:rPr lang="id-ID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1</a:t>
            </a:r>
            <a:endParaRPr lang="en-ID" sz="1400" dirty="0">
              <a:highlight>
                <a:srgbClr val="00FFFF"/>
              </a:highlight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D071987-1336-ABDF-3872-E2E3DD2065AD}"/>
              </a:ext>
            </a:extLst>
          </p:cNvPr>
          <p:cNvCxnSpPr>
            <a:stCxn id="9" idx="5"/>
            <a:endCxn id="8" idx="1"/>
          </p:cNvCxnSpPr>
          <p:nvPr/>
        </p:nvCxnSpPr>
        <p:spPr>
          <a:xfrm>
            <a:off x="6818085" y="2912627"/>
            <a:ext cx="645549" cy="7975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4C42454-5D80-1D21-F35F-8BEA2A14B9B3}"/>
              </a:ext>
            </a:extLst>
          </p:cNvPr>
          <p:cNvCxnSpPr>
            <a:stCxn id="8" idx="7"/>
            <a:endCxn id="10" idx="3"/>
          </p:cNvCxnSpPr>
          <p:nvPr/>
        </p:nvCxnSpPr>
        <p:spPr>
          <a:xfrm flipV="1">
            <a:off x="7865425" y="2912627"/>
            <a:ext cx="611170" cy="7975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9C92F2C-7DAD-5FA1-9700-7492DC8DAD68}"/>
              </a:ext>
            </a:extLst>
          </p:cNvPr>
          <p:cNvSpPr txBox="1"/>
          <p:nvPr/>
        </p:nvSpPr>
        <p:spPr>
          <a:xfrm>
            <a:off x="6248400" y="3343580"/>
            <a:ext cx="9608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400" dirty="0">
                <a:highlight>
                  <a:srgbClr val="FFFF00"/>
                </a:highlight>
                <a:latin typeface="Nunito" pitchFamily="2" charset="0"/>
                <a:cs typeface="Calibri" panose="020F0502020204030204" pitchFamily="34" charset="0"/>
              </a:rPr>
              <a:t>0 </a:t>
            </a: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/ </a:t>
            </a:r>
            <a:r>
              <a:rPr lang="en-US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01</a:t>
            </a:r>
            <a:r>
              <a:rPr lang="id-ID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1</a:t>
            </a:r>
            <a:endParaRPr lang="en-ID" sz="1400" dirty="0">
              <a:highlight>
                <a:srgbClr val="00FFFF"/>
              </a:highlight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0E43E3-0051-84CD-CD9C-6664705DE161}"/>
              </a:ext>
            </a:extLst>
          </p:cNvPr>
          <p:cNvCxnSpPr>
            <a:stCxn id="9" idx="6"/>
            <a:endCxn id="10" idx="2"/>
          </p:cNvCxnSpPr>
          <p:nvPr/>
        </p:nvCxnSpPr>
        <p:spPr>
          <a:xfrm>
            <a:off x="6901299" y="2734462"/>
            <a:ext cx="14920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4129387-E6D3-3E21-F942-35E81618949F}"/>
              </a:ext>
            </a:extLst>
          </p:cNvPr>
          <p:cNvSpPr txBox="1"/>
          <p:nvPr/>
        </p:nvSpPr>
        <p:spPr>
          <a:xfrm>
            <a:off x="7239195" y="2786299"/>
            <a:ext cx="9570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400" dirty="0">
                <a:highlight>
                  <a:srgbClr val="FFFF00"/>
                </a:highlight>
                <a:latin typeface="Nunito" pitchFamily="2" charset="0"/>
                <a:cs typeface="Calibri" panose="020F0502020204030204" pitchFamily="34" charset="0"/>
              </a:rPr>
              <a:t>1 </a:t>
            </a: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/ </a:t>
            </a:r>
            <a:r>
              <a:rPr lang="en-US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10</a:t>
            </a:r>
            <a:r>
              <a:rPr lang="id-ID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0</a:t>
            </a:r>
            <a:endParaRPr lang="en-ID" sz="1400" dirty="0">
              <a:highlight>
                <a:srgbClr val="00FFFF"/>
              </a:highlight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2F226CC-5875-CD8C-5A3D-F0755BDD4E89}"/>
              </a:ext>
            </a:extLst>
          </p:cNvPr>
          <p:cNvCxnSpPr>
            <a:stCxn id="10" idx="1"/>
            <a:endCxn id="9" idx="7"/>
          </p:cNvCxnSpPr>
          <p:nvPr/>
        </p:nvCxnSpPr>
        <p:spPr>
          <a:xfrm flipH="1">
            <a:off x="6818085" y="2556297"/>
            <a:ext cx="16585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214212C-F11D-B8D4-7F28-8E93653B1C8F}"/>
              </a:ext>
            </a:extLst>
          </p:cNvPr>
          <p:cNvSpPr txBox="1"/>
          <p:nvPr/>
        </p:nvSpPr>
        <p:spPr>
          <a:xfrm>
            <a:off x="7298811" y="2164382"/>
            <a:ext cx="9570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400" dirty="0">
                <a:highlight>
                  <a:srgbClr val="FFFF00"/>
                </a:highlight>
                <a:latin typeface="Nunito" pitchFamily="2" charset="0"/>
                <a:cs typeface="Calibri" panose="020F0502020204030204" pitchFamily="34" charset="0"/>
              </a:rPr>
              <a:t>0 </a:t>
            </a: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/ </a:t>
            </a:r>
            <a:r>
              <a:rPr lang="en-US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01</a:t>
            </a:r>
            <a:r>
              <a:rPr lang="id-ID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0</a:t>
            </a:r>
            <a:endParaRPr lang="en-ID" sz="1400" dirty="0">
              <a:highlight>
                <a:srgbClr val="00FFFF"/>
              </a:highlight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352AD92-5A8D-AEB6-312F-CA7FA67731A0}"/>
              </a:ext>
            </a:extLst>
          </p:cNvPr>
          <p:cNvCxnSpPr>
            <a:stCxn id="10" idx="0"/>
            <a:endCxn id="11" idx="6"/>
          </p:cNvCxnSpPr>
          <p:nvPr/>
        </p:nvCxnSpPr>
        <p:spPr>
          <a:xfrm flipH="1" flipV="1">
            <a:off x="7948639" y="1578142"/>
            <a:ext cx="728852" cy="9043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0E0CE3B-346E-23DD-564D-2E40B3CA31C5}"/>
              </a:ext>
            </a:extLst>
          </p:cNvPr>
          <p:cNvSpPr txBox="1"/>
          <p:nvPr/>
        </p:nvSpPr>
        <p:spPr>
          <a:xfrm>
            <a:off x="8345593" y="1749045"/>
            <a:ext cx="9570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400" dirty="0">
                <a:highlight>
                  <a:srgbClr val="FFFF00"/>
                </a:highlight>
                <a:latin typeface="Nunito" pitchFamily="2" charset="0"/>
                <a:cs typeface="Calibri" panose="020F0502020204030204" pitchFamily="34" charset="0"/>
              </a:rPr>
              <a:t>1 </a:t>
            </a: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/ </a:t>
            </a:r>
            <a:r>
              <a:rPr lang="en-US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10</a:t>
            </a:r>
            <a:r>
              <a:rPr lang="id-ID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1</a:t>
            </a:r>
            <a:endParaRPr lang="en-ID" sz="1400" dirty="0">
              <a:highlight>
                <a:srgbClr val="00FFFF"/>
              </a:highlight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FBC3F5D-FBE6-95D4-FC61-040E0DB91CC8}"/>
              </a:ext>
            </a:extLst>
          </p:cNvPr>
          <p:cNvCxnSpPr>
            <a:stCxn id="11" idx="2"/>
            <a:endCxn id="9" idx="0"/>
          </p:cNvCxnSpPr>
          <p:nvPr/>
        </p:nvCxnSpPr>
        <p:spPr>
          <a:xfrm flipH="1">
            <a:off x="6617190" y="1578142"/>
            <a:ext cx="763230" cy="9043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B1FB520-215C-D230-91C2-96266A4A66D2}"/>
              </a:ext>
            </a:extLst>
          </p:cNvPr>
          <p:cNvSpPr txBox="1"/>
          <p:nvPr/>
        </p:nvSpPr>
        <p:spPr>
          <a:xfrm>
            <a:off x="6092346" y="1735409"/>
            <a:ext cx="9608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400" dirty="0">
                <a:highlight>
                  <a:srgbClr val="FFFF00"/>
                </a:highlight>
                <a:latin typeface="Nunito" pitchFamily="2" charset="0"/>
                <a:cs typeface="Calibri" panose="020F0502020204030204" pitchFamily="34" charset="0"/>
              </a:rPr>
              <a:t>0 </a:t>
            </a: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/ </a:t>
            </a:r>
            <a:r>
              <a:rPr lang="id-ID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0</a:t>
            </a:r>
            <a:r>
              <a:rPr lang="en-US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0</a:t>
            </a:r>
            <a:r>
              <a:rPr lang="id-ID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1</a:t>
            </a:r>
            <a:endParaRPr lang="en-ID" sz="1400" dirty="0">
              <a:highlight>
                <a:srgbClr val="00FFFF"/>
              </a:highlight>
            </a:endParaRPr>
          </a:p>
        </p:txBody>
      </p:sp>
      <p:sp>
        <p:nvSpPr>
          <p:cNvPr id="25" name="Arrow: Curved Down 24">
            <a:extLst>
              <a:ext uri="{FF2B5EF4-FFF2-40B4-BE49-F238E27FC236}">
                <a16:creationId xmlns:a16="http://schemas.microsoft.com/office/drawing/2014/main" id="{2157A653-C2E0-84AA-DE1C-8235E2FD9242}"/>
              </a:ext>
            </a:extLst>
          </p:cNvPr>
          <p:cNvSpPr/>
          <p:nvPr/>
        </p:nvSpPr>
        <p:spPr>
          <a:xfrm>
            <a:off x="7500412" y="1054301"/>
            <a:ext cx="329144" cy="276146"/>
          </a:xfrm>
          <a:prstGeom prst="curved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454546-F8ED-86D4-D607-13A536687662}"/>
              </a:ext>
            </a:extLst>
          </p:cNvPr>
          <p:cNvSpPr txBox="1"/>
          <p:nvPr/>
        </p:nvSpPr>
        <p:spPr>
          <a:xfrm>
            <a:off x="7252583" y="666750"/>
            <a:ext cx="9436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400" dirty="0">
                <a:highlight>
                  <a:srgbClr val="FFFF00"/>
                </a:highlight>
                <a:latin typeface="Nunito" pitchFamily="2" charset="0"/>
                <a:cs typeface="Calibri" panose="020F0502020204030204" pitchFamily="34" charset="0"/>
              </a:rPr>
              <a:t>1 </a:t>
            </a: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/ </a:t>
            </a:r>
            <a:r>
              <a:rPr lang="id-ID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1</a:t>
            </a:r>
            <a:r>
              <a:rPr lang="en-US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1</a:t>
            </a:r>
            <a:r>
              <a:rPr lang="id-ID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0</a:t>
            </a:r>
            <a:endParaRPr lang="en-ID" sz="1400" dirty="0">
              <a:highlight>
                <a:srgbClr val="00FFFF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C267AF1-09C5-9F29-68A1-201ECFCC3B63}"/>
                  </a:ext>
                </a:extLst>
              </p:cNvPr>
              <p:cNvSpPr txBox="1"/>
              <p:nvPr/>
            </p:nvSpPr>
            <p:spPr>
              <a:xfrm>
                <a:off x="4920591" y="233799"/>
                <a:ext cx="1852193" cy="1277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Aft>
                    <a:spcPts val="2100"/>
                  </a:spcAft>
                </a:pPr>
                <a:r>
                  <a:rPr lang="en-US" sz="14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v1 = m</a:t>
                </a:r>
                <a:endParaRPr lang="id-ID" sz="1400" dirty="0">
                  <a:solidFill>
                    <a:srgbClr val="0070C0"/>
                  </a:solidFill>
                  <a:latin typeface="Nunito" pitchFamily="2" charset="0"/>
                  <a:cs typeface="Calibri" panose="020F0502020204030204" pitchFamily="34" charset="0"/>
                </a:endParaRPr>
              </a:p>
              <a:p>
                <a:pPr marL="285750" indent="-285750">
                  <a:spcAft>
                    <a:spcPts val="2100"/>
                  </a:spcAft>
                </a:pPr>
                <a:r>
                  <a:rPr lang="en-US" sz="14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v2 = m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Palanquin" panose="020B0004020203020204" pitchFamily="34" charset="0"/>
                      </a:rPr>
                      <m:t>⊕</m:t>
                    </m:r>
                  </m:oMath>
                </a14:m>
                <a:r>
                  <a:rPr lang="en-US" sz="14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m1 </a:t>
                </a:r>
                <a14:m>
                  <m:oMath xmlns:m="http://schemas.openxmlformats.org/officeDocument/2006/math">
                    <m:r>
                      <a:rPr lang="en-US" sz="1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Palanquin" panose="020B0004020203020204" pitchFamily="34" charset="0"/>
                      </a:rPr>
                      <m:t>⊕</m:t>
                    </m:r>
                  </m:oMath>
                </a14:m>
                <a:r>
                  <a:rPr lang="en-US" sz="14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 m2</a:t>
                </a:r>
              </a:p>
              <a:p>
                <a:pPr marL="285750" indent="-285750">
                  <a:spcAft>
                    <a:spcPts val="2100"/>
                  </a:spcAft>
                </a:pPr>
                <a:r>
                  <a:rPr lang="en-US" sz="14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v3 = m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Palanquin" panose="020B0004020203020204" pitchFamily="34" charset="0"/>
                      </a:rPr>
                      <m:t>⊕</m:t>
                    </m:r>
                  </m:oMath>
                </a14:m>
                <a:r>
                  <a:rPr lang="en-US" sz="14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 m2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C267AF1-09C5-9F29-68A1-201ECFCC3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0591" y="233799"/>
                <a:ext cx="1852193" cy="1277273"/>
              </a:xfrm>
              <a:prstGeom prst="rect">
                <a:avLst/>
              </a:prstGeom>
              <a:blipFill>
                <a:blip r:embed="rId3"/>
                <a:stretch>
                  <a:fillRect l="-987" t="-476" b="-428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C883B5D2-6CDC-7CDB-32AA-7BD1DDC82658}"/>
              </a:ext>
            </a:extLst>
          </p:cNvPr>
          <p:cNvSpPr txBox="1"/>
          <p:nvPr/>
        </p:nvSpPr>
        <p:spPr>
          <a:xfrm>
            <a:off x="7311720" y="4504569"/>
            <a:ext cx="9312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400" dirty="0">
                <a:highlight>
                  <a:srgbClr val="FFFF00"/>
                </a:highlight>
                <a:latin typeface="Nunito" pitchFamily="2" charset="0"/>
                <a:cs typeface="Calibri" panose="020F0502020204030204" pitchFamily="34" charset="0"/>
              </a:rPr>
              <a:t>0 </a:t>
            </a: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/ </a:t>
            </a:r>
            <a:r>
              <a:rPr lang="id-ID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0</a:t>
            </a:r>
            <a:r>
              <a:rPr lang="en-US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0</a:t>
            </a:r>
            <a:r>
              <a:rPr lang="id-ID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0</a:t>
            </a:r>
            <a:endParaRPr lang="en-ID" sz="1400" dirty="0">
              <a:highlight>
                <a:srgbClr val="00FFFF"/>
              </a:highlight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F7A74F-D50A-0A2D-89D3-B82A067FF4BF}"/>
              </a:ext>
            </a:extLst>
          </p:cNvPr>
          <p:cNvSpPr txBox="1"/>
          <p:nvPr/>
        </p:nvSpPr>
        <p:spPr>
          <a:xfrm>
            <a:off x="3563838" y="4090992"/>
            <a:ext cx="16372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  <a:latin typeface="Nunito" pitchFamily="2" charset="0"/>
                <a:cs typeface="Palanquin" panose="020B0004020203020204" pitchFamily="34" charset="0"/>
              </a:rPr>
              <a:t>Jika msg 0</a:t>
            </a:r>
            <a:r>
              <a:rPr lang="id-ID" sz="1400" b="1" dirty="0">
                <a:solidFill>
                  <a:sysClr val="windowText" lastClr="000000"/>
                </a:solidFill>
                <a:latin typeface="Nunito" pitchFamily="2" charset="0"/>
                <a:cs typeface="Palanquin" panose="020B0004020203020204" pitchFamily="34" charset="0"/>
              </a:rPr>
              <a:t> :</a:t>
            </a:r>
            <a:r>
              <a:rPr lang="en-US" sz="1400" b="1" dirty="0">
                <a:solidFill>
                  <a:sysClr val="windowText" lastClr="000000"/>
                </a:solidFill>
                <a:latin typeface="Nunito" pitchFamily="2" charset="0"/>
                <a:cs typeface="Palanquin" panose="020B0004020203020204" pitchFamily="34" charset="0"/>
              </a:rPr>
              <a:t> 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AE1B34A-A41C-350C-B325-ACAB0BFB7505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5201049" y="4244881"/>
            <a:ext cx="599570" cy="191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3397E7D-FDB4-9C5F-32EF-52F0293312D8}"/>
              </a:ext>
            </a:extLst>
          </p:cNvPr>
          <p:cNvSpPr txBox="1"/>
          <p:nvPr/>
        </p:nvSpPr>
        <p:spPr>
          <a:xfrm>
            <a:off x="3563838" y="4456368"/>
            <a:ext cx="16372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  <a:latin typeface="Nunito" pitchFamily="2" charset="0"/>
                <a:cs typeface="Palanquin" panose="020B0004020203020204" pitchFamily="34" charset="0"/>
              </a:rPr>
              <a:t>Jika msg </a:t>
            </a:r>
            <a:r>
              <a:rPr lang="id-ID" sz="1400" b="1" dirty="0">
                <a:solidFill>
                  <a:sysClr val="windowText" lastClr="000000"/>
                </a:solidFill>
                <a:latin typeface="Nunito" pitchFamily="2" charset="0"/>
                <a:cs typeface="Palanquin" panose="020B0004020203020204" pitchFamily="34" charset="0"/>
              </a:rPr>
              <a:t>1 :</a:t>
            </a:r>
            <a:r>
              <a:rPr lang="en-US" sz="1400" b="1" dirty="0">
                <a:solidFill>
                  <a:sysClr val="windowText" lastClr="000000"/>
                </a:solidFill>
                <a:latin typeface="Nunito" pitchFamily="2" charset="0"/>
                <a:cs typeface="Palanquin" panose="020B0004020203020204" pitchFamily="34" charset="0"/>
              </a:rPr>
              <a:t> 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FDBF059-801E-22C2-AA6A-859610126273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5201049" y="4610257"/>
            <a:ext cx="59957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275B024-5532-2C7C-CB6D-A305F5A8B59F}"/>
              </a:ext>
            </a:extLst>
          </p:cNvPr>
          <p:cNvSpPr txBox="1"/>
          <p:nvPr/>
        </p:nvSpPr>
        <p:spPr>
          <a:xfrm>
            <a:off x="2323618" y="3257103"/>
            <a:ext cx="2482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100"/>
              </a:spcAft>
            </a:pP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Data input : 1001100</a:t>
            </a:r>
            <a:endParaRPr lang="en-US" sz="1400" dirty="0">
              <a:latin typeface="Nunito" pitchFamily="2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97136D-0E90-D4A0-08E5-21D1C80A9683}"/>
              </a:ext>
            </a:extLst>
          </p:cNvPr>
          <p:cNvSpPr txBox="1"/>
          <p:nvPr/>
        </p:nvSpPr>
        <p:spPr>
          <a:xfrm>
            <a:off x="2323618" y="3592720"/>
            <a:ext cx="43279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100"/>
              </a:spcAft>
            </a:pP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Output: </a:t>
            </a:r>
            <a:r>
              <a:rPr lang="id-ID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11</a:t>
            </a:r>
            <a:r>
              <a:rPr lang="en-US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1 010 011 111 101 001 011</a:t>
            </a:r>
          </a:p>
        </p:txBody>
      </p:sp>
    </p:spTree>
    <p:extLst>
      <p:ext uri="{BB962C8B-B14F-4D97-AF65-F5344CB8AC3E}">
        <p14:creationId xmlns:p14="http://schemas.microsoft.com/office/powerpoint/2010/main" val="1881173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5867C4C-8E7B-EDB6-6855-538682B2DF20}"/>
              </a:ext>
            </a:extLst>
          </p:cNvPr>
          <p:cNvGrpSpPr/>
          <p:nvPr/>
        </p:nvGrpSpPr>
        <p:grpSpPr>
          <a:xfrm>
            <a:off x="31143" y="57150"/>
            <a:ext cx="533401" cy="494435"/>
            <a:chOff x="26812" y="1266658"/>
            <a:chExt cx="554310" cy="485660"/>
          </a:xfrm>
        </p:grpSpPr>
        <p:sp>
          <p:nvSpPr>
            <p:cNvPr id="3" name="Google Shape;1376;p61">
              <a:extLst>
                <a:ext uri="{FF2B5EF4-FFF2-40B4-BE49-F238E27FC236}">
                  <a16:creationId xmlns:a16="http://schemas.microsoft.com/office/drawing/2014/main" id="{EE63171F-AF7B-A38A-7770-574B032CFE26}"/>
                </a:ext>
              </a:extLst>
            </p:cNvPr>
            <p:cNvSpPr/>
            <p:nvPr/>
          </p:nvSpPr>
          <p:spPr>
            <a:xfrm rot="-2461544">
              <a:off x="87016" y="1302321"/>
              <a:ext cx="494106" cy="449997"/>
            </a:xfrm>
            <a:custGeom>
              <a:avLst/>
              <a:gdLst/>
              <a:ahLst/>
              <a:cxnLst/>
              <a:rect l="l" t="t" r="r" b="b"/>
              <a:pathLst>
                <a:path w="36927" h="30664" extrusionOk="0">
                  <a:moveTo>
                    <a:pt x="19198" y="0"/>
                  </a:moveTo>
                  <a:cubicBezTo>
                    <a:pt x="17850" y="0"/>
                    <a:pt x="16505" y="119"/>
                    <a:pt x="15227" y="301"/>
                  </a:cubicBezTo>
                  <a:cubicBezTo>
                    <a:pt x="9390" y="1125"/>
                    <a:pt x="1081" y="3075"/>
                    <a:pt x="368" y="10115"/>
                  </a:cubicBezTo>
                  <a:cubicBezTo>
                    <a:pt x="0" y="13802"/>
                    <a:pt x="3230" y="18001"/>
                    <a:pt x="5625" y="20530"/>
                  </a:cubicBezTo>
                  <a:cubicBezTo>
                    <a:pt x="8822" y="23905"/>
                    <a:pt x="11774" y="27102"/>
                    <a:pt x="15951" y="29285"/>
                  </a:cubicBezTo>
                  <a:cubicBezTo>
                    <a:pt x="17796" y="30247"/>
                    <a:pt x="19900" y="30664"/>
                    <a:pt x="22026" y="30664"/>
                  </a:cubicBezTo>
                  <a:cubicBezTo>
                    <a:pt x="24674" y="30664"/>
                    <a:pt x="27357" y="30017"/>
                    <a:pt x="29619" y="28973"/>
                  </a:cubicBezTo>
                  <a:cubicBezTo>
                    <a:pt x="32649" y="27581"/>
                    <a:pt x="34498" y="24361"/>
                    <a:pt x="35511" y="21242"/>
                  </a:cubicBezTo>
                  <a:cubicBezTo>
                    <a:pt x="36926" y="16932"/>
                    <a:pt x="35456" y="12454"/>
                    <a:pt x="33027" y="8811"/>
                  </a:cubicBezTo>
                  <a:cubicBezTo>
                    <a:pt x="31680" y="6795"/>
                    <a:pt x="30076" y="4790"/>
                    <a:pt x="28338" y="3086"/>
                  </a:cubicBezTo>
                  <a:cubicBezTo>
                    <a:pt x="26923" y="1705"/>
                    <a:pt x="25163" y="880"/>
                    <a:pt x="23270" y="435"/>
                  </a:cubicBezTo>
                  <a:cubicBezTo>
                    <a:pt x="21957" y="125"/>
                    <a:pt x="20576" y="0"/>
                    <a:pt x="19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Google Shape;1378;p61">
              <a:extLst>
                <a:ext uri="{FF2B5EF4-FFF2-40B4-BE49-F238E27FC236}">
                  <a16:creationId xmlns:a16="http://schemas.microsoft.com/office/drawing/2014/main" id="{1E0E0E14-FD3A-C8D9-84D8-2D44B246927C}"/>
                </a:ext>
              </a:extLst>
            </p:cNvPr>
            <p:cNvSpPr txBox="1"/>
            <p:nvPr/>
          </p:nvSpPr>
          <p:spPr>
            <a:xfrm>
              <a:off x="26812" y="1266658"/>
              <a:ext cx="485418" cy="45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1400" b="1" dirty="0">
                  <a:latin typeface="Times New Roman" panose="02020603050405020304" pitchFamily="18" charset="0"/>
                  <a:ea typeface="Caveat"/>
                  <a:cs typeface="Times New Roman" panose="02020603050405020304" pitchFamily="18" charset="0"/>
                  <a:sym typeface="Caveat"/>
                </a:rPr>
                <a:t>4</a:t>
              </a:r>
              <a:r>
                <a:rPr lang="id-ID" sz="1400" b="1" dirty="0">
                  <a:latin typeface="Times New Roman" panose="02020603050405020304" pitchFamily="18" charset="0"/>
                  <a:ea typeface="Caveat"/>
                  <a:cs typeface="Times New Roman" panose="02020603050405020304" pitchFamily="18" charset="0"/>
                  <a:sym typeface="Caveat"/>
                </a:rPr>
                <a:t>.</a:t>
              </a:r>
              <a:endParaRPr sz="1400" b="1" dirty="0">
                <a:latin typeface="Times New Roman" panose="02020603050405020304" pitchFamily="18" charset="0"/>
                <a:ea typeface="Caveat"/>
                <a:cs typeface="Times New Roman" panose="02020603050405020304" pitchFamily="18" charset="0"/>
                <a:sym typeface="Caveat"/>
              </a:endParaRPr>
            </a:p>
          </p:txBody>
        </p:sp>
      </p:grpSp>
      <p:sp>
        <p:nvSpPr>
          <p:cNvPr id="5" name="Google Shape;1366;p61">
            <a:extLst>
              <a:ext uri="{FF2B5EF4-FFF2-40B4-BE49-F238E27FC236}">
                <a16:creationId xmlns:a16="http://schemas.microsoft.com/office/drawing/2014/main" id="{910862C9-C715-5B47-F225-5B4224F82DF9}"/>
              </a:ext>
            </a:extLst>
          </p:cNvPr>
          <p:cNvSpPr txBox="1">
            <a:spLocks/>
          </p:cNvSpPr>
          <p:nvPr/>
        </p:nvSpPr>
        <p:spPr>
          <a:xfrm>
            <a:off x="531629" y="25347"/>
            <a:ext cx="5406921" cy="62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pPr algn="l"/>
            <a:r>
              <a:rPr lang="id-ID" sz="1400" dirty="0">
                <a:solidFill>
                  <a:schemeClr val="tx1">
                    <a:lumMod val="50000"/>
                  </a:schemeClr>
                </a:solidFill>
              </a:rPr>
              <a:t>Penyederhanaan dengan </a:t>
            </a:r>
            <a:r>
              <a:rPr lang="en-ID" sz="1400" dirty="0">
                <a:solidFill>
                  <a:schemeClr val="tx1">
                    <a:lumMod val="50000"/>
                  </a:schemeClr>
                </a:solidFill>
              </a:rPr>
              <a:t>Trellis diagram</a:t>
            </a:r>
            <a:endParaRPr lang="en-ID" sz="1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BE8FC02-B9F3-051C-7C93-31357B8E9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954177"/>
              </p:ext>
            </p:extLst>
          </p:nvPr>
        </p:nvGraphicFramePr>
        <p:xfrm>
          <a:off x="33793" y="579989"/>
          <a:ext cx="4648495" cy="27094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6401">
                  <a:extLst>
                    <a:ext uri="{9D8B030D-6E8A-4147-A177-3AD203B41FA5}">
                      <a16:colId xmlns:a16="http://schemas.microsoft.com/office/drawing/2014/main" val="1647690537"/>
                    </a:ext>
                  </a:extLst>
                </a:gridCol>
                <a:gridCol w="520657">
                  <a:extLst>
                    <a:ext uri="{9D8B030D-6E8A-4147-A177-3AD203B41FA5}">
                      <a16:colId xmlns:a16="http://schemas.microsoft.com/office/drawing/2014/main" val="167985243"/>
                    </a:ext>
                  </a:extLst>
                </a:gridCol>
                <a:gridCol w="508732">
                  <a:extLst>
                    <a:ext uri="{9D8B030D-6E8A-4147-A177-3AD203B41FA5}">
                      <a16:colId xmlns:a16="http://schemas.microsoft.com/office/drawing/2014/main" val="1249906034"/>
                    </a:ext>
                  </a:extLst>
                </a:gridCol>
                <a:gridCol w="484419">
                  <a:extLst>
                    <a:ext uri="{9D8B030D-6E8A-4147-A177-3AD203B41FA5}">
                      <a16:colId xmlns:a16="http://schemas.microsoft.com/office/drawing/2014/main" val="1971637705"/>
                    </a:ext>
                  </a:extLst>
                </a:gridCol>
                <a:gridCol w="427396">
                  <a:extLst>
                    <a:ext uri="{9D8B030D-6E8A-4147-A177-3AD203B41FA5}">
                      <a16:colId xmlns:a16="http://schemas.microsoft.com/office/drawing/2014/main" val="1071325025"/>
                    </a:ext>
                  </a:extLst>
                </a:gridCol>
                <a:gridCol w="479139">
                  <a:extLst>
                    <a:ext uri="{9D8B030D-6E8A-4147-A177-3AD203B41FA5}">
                      <a16:colId xmlns:a16="http://schemas.microsoft.com/office/drawing/2014/main" val="1001826700"/>
                    </a:ext>
                  </a:extLst>
                </a:gridCol>
                <a:gridCol w="479139">
                  <a:extLst>
                    <a:ext uri="{9D8B030D-6E8A-4147-A177-3AD203B41FA5}">
                      <a16:colId xmlns:a16="http://schemas.microsoft.com/office/drawing/2014/main" val="1604652480"/>
                    </a:ext>
                  </a:extLst>
                </a:gridCol>
                <a:gridCol w="847777">
                  <a:extLst>
                    <a:ext uri="{9D8B030D-6E8A-4147-A177-3AD203B41FA5}">
                      <a16:colId xmlns:a16="http://schemas.microsoft.com/office/drawing/2014/main" val="814636044"/>
                    </a:ext>
                  </a:extLst>
                </a:gridCol>
                <a:gridCol w="534835">
                  <a:extLst>
                    <a:ext uri="{9D8B030D-6E8A-4147-A177-3AD203B41FA5}">
                      <a16:colId xmlns:a16="http://schemas.microsoft.com/office/drawing/2014/main" val="3111395764"/>
                    </a:ext>
                  </a:extLst>
                </a:gridCol>
              </a:tblGrid>
              <a:tr h="198754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No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Current State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Input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Output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8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Next State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State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79683382"/>
                  </a:ext>
                </a:extLst>
              </a:tr>
              <a:tr h="2789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m1 m2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M</a:t>
                      </a: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sg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v1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v2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v3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m</a:t>
                      </a: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sg</a:t>
                      </a: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 m1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38268"/>
                  </a:ext>
                </a:extLst>
              </a:tr>
              <a:tr h="278967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1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a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00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00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822343416"/>
                  </a:ext>
                </a:extLst>
              </a:tr>
              <a:tr h="2789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00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10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61382838"/>
                  </a:ext>
                </a:extLst>
              </a:tr>
              <a:tr h="278967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2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b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01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0</a:t>
                      </a: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0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649635338"/>
                  </a:ext>
                </a:extLst>
              </a:tr>
              <a:tr h="2789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01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1</a:t>
                      </a: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0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28062725"/>
                  </a:ext>
                </a:extLst>
              </a:tr>
              <a:tr h="278967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3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c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10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0</a:t>
                      </a: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1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25046188"/>
                  </a:ext>
                </a:extLst>
              </a:tr>
              <a:tr h="2789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10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11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037696843"/>
                  </a:ext>
                </a:extLst>
              </a:tr>
              <a:tr h="278967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4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d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11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01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758545289"/>
                  </a:ext>
                </a:extLst>
              </a:tr>
              <a:tr h="2789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11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11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283297713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8C3B46D0-B6C7-69CE-347B-D475110C4BEB}"/>
              </a:ext>
            </a:extLst>
          </p:cNvPr>
          <p:cNvGrpSpPr/>
          <p:nvPr/>
        </p:nvGrpSpPr>
        <p:grpSpPr>
          <a:xfrm>
            <a:off x="4419600" y="1657350"/>
            <a:ext cx="4905918" cy="3023710"/>
            <a:chOff x="6096000" y="2990908"/>
            <a:chExt cx="5874692" cy="34225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4A97AE4-36BB-4F6C-C3C3-8E1ABEBA4744}"/>
                </a:ext>
              </a:extLst>
            </p:cNvPr>
            <p:cNvGrpSpPr/>
            <p:nvPr/>
          </p:nvGrpSpPr>
          <p:grpSpPr>
            <a:xfrm>
              <a:off x="6096000" y="2990908"/>
              <a:ext cx="5874692" cy="3128349"/>
              <a:chOff x="-165168" y="1192137"/>
              <a:chExt cx="4610040" cy="2276114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AA8CDF9-0F1F-38D5-2069-59D03D4CB7FF}"/>
                  </a:ext>
                </a:extLst>
              </p:cNvPr>
              <p:cNvSpPr txBox="1"/>
              <p:nvPr/>
            </p:nvSpPr>
            <p:spPr>
              <a:xfrm>
                <a:off x="-131440" y="1343549"/>
                <a:ext cx="542261" cy="22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a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C45E277-5DEF-CCA3-59AB-26078B006EB8}"/>
                  </a:ext>
                </a:extLst>
              </p:cNvPr>
              <p:cNvSpPr txBox="1"/>
              <p:nvPr/>
            </p:nvSpPr>
            <p:spPr>
              <a:xfrm>
                <a:off x="-131441" y="1972405"/>
                <a:ext cx="542261" cy="22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b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3B6DD90-B464-8FAB-E979-01485FC26FA8}"/>
                  </a:ext>
                </a:extLst>
              </p:cNvPr>
              <p:cNvSpPr txBox="1"/>
              <p:nvPr/>
            </p:nvSpPr>
            <p:spPr>
              <a:xfrm>
                <a:off x="-131442" y="2601261"/>
                <a:ext cx="542261" cy="22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c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11C8999-83D7-BF17-0091-105B1A601CA7}"/>
                  </a:ext>
                </a:extLst>
              </p:cNvPr>
              <p:cNvSpPr txBox="1"/>
              <p:nvPr/>
            </p:nvSpPr>
            <p:spPr>
              <a:xfrm>
                <a:off x="-165168" y="3230117"/>
                <a:ext cx="542261" cy="22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d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A9CC719-12F0-5715-9D41-B53940B9565A}"/>
                  </a:ext>
                </a:extLst>
              </p:cNvPr>
              <p:cNvSpPr txBox="1"/>
              <p:nvPr/>
            </p:nvSpPr>
            <p:spPr>
              <a:xfrm>
                <a:off x="864390" y="1343549"/>
                <a:ext cx="477587" cy="22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a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781CDD8-60E1-5068-DEE0-B6D3000F5ABF}"/>
                  </a:ext>
                </a:extLst>
              </p:cNvPr>
              <p:cNvSpPr txBox="1"/>
              <p:nvPr/>
            </p:nvSpPr>
            <p:spPr>
              <a:xfrm>
                <a:off x="864389" y="1972405"/>
                <a:ext cx="477587" cy="22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b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11D6296-F255-24BE-1A30-DC011FB072C9}"/>
                  </a:ext>
                </a:extLst>
              </p:cNvPr>
              <p:cNvSpPr txBox="1"/>
              <p:nvPr/>
            </p:nvSpPr>
            <p:spPr>
              <a:xfrm>
                <a:off x="864388" y="2601261"/>
                <a:ext cx="477587" cy="22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c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E401265-D8EC-5C57-B6AF-D1FD1CCBFE38}"/>
                  </a:ext>
                </a:extLst>
              </p:cNvPr>
              <p:cNvSpPr txBox="1"/>
              <p:nvPr/>
            </p:nvSpPr>
            <p:spPr>
              <a:xfrm>
                <a:off x="830662" y="3230117"/>
                <a:ext cx="477587" cy="22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d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01D548E-2252-D4A0-0B10-B8B122E770DA}"/>
                  </a:ext>
                </a:extLst>
              </p:cNvPr>
              <p:cNvSpPr txBox="1"/>
              <p:nvPr/>
            </p:nvSpPr>
            <p:spPr>
              <a:xfrm>
                <a:off x="402941" y="1192137"/>
                <a:ext cx="519470" cy="22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d-ID" sz="1400" dirty="0">
                    <a:solidFill>
                      <a:sysClr val="windowText" lastClr="000000"/>
                    </a:solidFill>
                    <a:highlight>
                      <a:srgbClr val="00FFFF"/>
                    </a:highlight>
                    <a:latin typeface="Nunito" pitchFamily="2" charset="0"/>
                    <a:cs typeface="Palanquin" panose="020B0004020203020204" pitchFamily="34" charset="0"/>
                  </a:rPr>
                  <a:t>0</a:t>
                </a:r>
                <a:r>
                  <a:rPr lang="en-US" sz="1400" dirty="0">
                    <a:solidFill>
                      <a:sysClr val="windowText" lastClr="000000"/>
                    </a:solidFill>
                    <a:highlight>
                      <a:srgbClr val="00FFFF"/>
                    </a:highlight>
                    <a:latin typeface="Nunito" pitchFamily="2" charset="0"/>
                    <a:cs typeface="Palanquin" panose="020B0004020203020204" pitchFamily="34" charset="0"/>
                  </a:rPr>
                  <a:t>0</a:t>
                </a:r>
                <a:r>
                  <a:rPr lang="id-ID" sz="1400" dirty="0">
                    <a:solidFill>
                      <a:sysClr val="windowText" lastClr="000000"/>
                    </a:solidFill>
                    <a:highlight>
                      <a:srgbClr val="00FFFF"/>
                    </a:highlight>
                    <a:latin typeface="Nunito" pitchFamily="2" charset="0"/>
                    <a:cs typeface="Palanquin" panose="020B0004020203020204" pitchFamily="34" charset="0"/>
                  </a:rPr>
                  <a:t>0</a:t>
                </a:r>
                <a:endPara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06CBDD7-0093-197B-AAE7-84F28A1CD12F}"/>
                  </a:ext>
                </a:extLst>
              </p:cNvPr>
              <p:cNvSpPr txBox="1"/>
              <p:nvPr/>
            </p:nvSpPr>
            <p:spPr>
              <a:xfrm>
                <a:off x="1883457" y="1362834"/>
                <a:ext cx="477587" cy="22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a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388B1E5-A6DF-CA25-7773-43CD26CBA4F9}"/>
                  </a:ext>
                </a:extLst>
              </p:cNvPr>
              <p:cNvSpPr txBox="1"/>
              <p:nvPr/>
            </p:nvSpPr>
            <p:spPr>
              <a:xfrm>
                <a:off x="1883456" y="1962448"/>
                <a:ext cx="477587" cy="22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b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1DEC5B2-8AB9-9520-AC9D-4DC6464C1670}"/>
                  </a:ext>
                </a:extLst>
              </p:cNvPr>
              <p:cNvSpPr txBox="1"/>
              <p:nvPr/>
            </p:nvSpPr>
            <p:spPr>
              <a:xfrm>
                <a:off x="1883455" y="2591304"/>
                <a:ext cx="477587" cy="22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c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3F40EE3-04FD-C653-97F5-31F321E0B6EA}"/>
                  </a:ext>
                </a:extLst>
              </p:cNvPr>
              <p:cNvSpPr txBox="1"/>
              <p:nvPr/>
            </p:nvSpPr>
            <p:spPr>
              <a:xfrm>
                <a:off x="1844013" y="3244320"/>
                <a:ext cx="477587" cy="22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d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5EC3129-40B0-4C9E-1051-33BEB84ADBCB}"/>
                  </a:ext>
                </a:extLst>
              </p:cNvPr>
              <p:cNvSpPr txBox="1"/>
              <p:nvPr/>
            </p:nvSpPr>
            <p:spPr>
              <a:xfrm>
                <a:off x="2866512" y="1351919"/>
                <a:ext cx="477587" cy="22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a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34CF0E3-64BA-F2D0-BC0F-230488DA17AD}"/>
                  </a:ext>
                </a:extLst>
              </p:cNvPr>
              <p:cNvSpPr txBox="1"/>
              <p:nvPr/>
            </p:nvSpPr>
            <p:spPr>
              <a:xfrm>
                <a:off x="2901409" y="1999599"/>
                <a:ext cx="477587" cy="22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b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D04FC5C-F7E0-7088-5A92-D357A5263BDF}"/>
                  </a:ext>
                </a:extLst>
              </p:cNvPr>
              <p:cNvSpPr txBox="1"/>
              <p:nvPr/>
            </p:nvSpPr>
            <p:spPr>
              <a:xfrm>
                <a:off x="2866511" y="2578258"/>
                <a:ext cx="477587" cy="22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c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FED8BE9-7D0D-2159-C470-8A2C99653B0F}"/>
                  </a:ext>
                </a:extLst>
              </p:cNvPr>
              <p:cNvSpPr txBox="1"/>
              <p:nvPr/>
            </p:nvSpPr>
            <p:spPr>
              <a:xfrm>
                <a:off x="2866511" y="3230117"/>
                <a:ext cx="477587" cy="22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d</a:t>
                </a:r>
              </a:p>
            </p:txBody>
          </p: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6DF2E6D4-CA63-4F74-BFDB-6DB6104502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1872" y="1497437"/>
                <a:ext cx="661808" cy="1145279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</a:schemeClr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7108DEB-AA59-0225-28C6-1B1E3C856E93}"/>
                  </a:ext>
                </a:extLst>
              </p:cNvPr>
              <p:cNvSpPr txBox="1"/>
              <p:nvPr/>
            </p:nvSpPr>
            <p:spPr>
              <a:xfrm>
                <a:off x="995047" y="1598711"/>
                <a:ext cx="477587" cy="22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highlight>
                      <a:srgbClr val="FFFF00"/>
                    </a:highlight>
                    <a:latin typeface="Nunito" pitchFamily="2" charset="0"/>
                    <a:cs typeface="Palanquin" panose="020B0004020203020204" pitchFamily="34" charset="0"/>
                  </a:rPr>
                  <a:t>111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9FB6C610-530D-CE21-F4B2-A298062EC265}"/>
                  </a:ext>
                </a:extLst>
              </p:cNvPr>
              <p:cNvCxnSpPr>
                <a:cxnSpLocks/>
                <a:stCxn id="54" idx="3"/>
              </p:cNvCxnSpPr>
              <p:nvPr/>
            </p:nvCxnSpPr>
            <p:spPr>
              <a:xfrm flipV="1">
                <a:off x="1341975" y="2153822"/>
                <a:ext cx="680275" cy="559405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E14E3B0C-58C6-84D0-73CA-223716185FB6}"/>
                  </a:ext>
                </a:extLst>
              </p:cNvPr>
              <p:cNvSpPr txBox="1"/>
              <p:nvPr/>
            </p:nvSpPr>
            <p:spPr>
              <a:xfrm>
                <a:off x="1156295" y="2373999"/>
                <a:ext cx="477586" cy="2534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highlight>
                      <a:srgbClr val="00FFFF"/>
                    </a:highlight>
                    <a:latin typeface="Nunito" pitchFamily="2" charset="0"/>
                    <a:cs typeface="Palanquin" panose="020B0004020203020204" pitchFamily="34" charset="0"/>
                  </a:rPr>
                  <a:t>010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7352426-99D0-42A5-1CD7-3F82D6FF0C61}"/>
                  </a:ext>
                </a:extLst>
              </p:cNvPr>
              <p:cNvSpPr txBox="1"/>
              <p:nvPr/>
            </p:nvSpPr>
            <p:spPr>
              <a:xfrm>
                <a:off x="3920171" y="1347396"/>
                <a:ext cx="477587" cy="22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a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4C0CC16-FDCD-862B-A16C-6EFDA2CAE4A4}"/>
                  </a:ext>
                </a:extLst>
              </p:cNvPr>
              <p:cNvSpPr txBox="1"/>
              <p:nvPr/>
            </p:nvSpPr>
            <p:spPr>
              <a:xfrm>
                <a:off x="3967285" y="1971788"/>
                <a:ext cx="477587" cy="22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b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7256BF5-1ED6-A645-4793-E9529D068E2F}"/>
                  </a:ext>
                </a:extLst>
              </p:cNvPr>
              <p:cNvSpPr txBox="1"/>
              <p:nvPr/>
            </p:nvSpPr>
            <p:spPr>
              <a:xfrm>
                <a:off x="3967285" y="2601261"/>
                <a:ext cx="477587" cy="22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c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A5E514D-B757-D6C7-9A9B-4ACDADE572FF}"/>
                  </a:ext>
                </a:extLst>
              </p:cNvPr>
              <p:cNvSpPr txBox="1"/>
              <p:nvPr/>
            </p:nvSpPr>
            <p:spPr>
              <a:xfrm>
                <a:off x="3967285" y="3244320"/>
                <a:ext cx="477587" cy="22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d</a:t>
                </a:r>
              </a:p>
            </p:txBody>
          </p:sp>
        </p:grp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C4B2F84-0073-9C0A-34EF-831C2276A4DD}"/>
                </a:ext>
              </a:extLst>
            </p:cNvPr>
            <p:cNvCxnSpPr>
              <a:cxnSpLocks/>
              <a:stCxn id="48" idx="3"/>
              <a:endCxn id="52" idx="1"/>
            </p:cNvCxnSpPr>
            <p:nvPr/>
          </p:nvCxnSpPr>
          <p:spPr>
            <a:xfrm>
              <a:off x="6829997" y="3352901"/>
              <a:ext cx="5779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1400371-1526-846B-5BCE-62B4D70244F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060" y="3381462"/>
              <a:ext cx="690019" cy="1714947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EBBE3D7-2A9D-CDC7-2CBB-58CC1457B113}"/>
                </a:ext>
              </a:extLst>
            </p:cNvPr>
            <p:cNvSpPr txBox="1"/>
            <p:nvPr/>
          </p:nvSpPr>
          <p:spPr>
            <a:xfrm>
              <a:off x="6399001" y="3530130"/>
              <a:ext cx="64125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111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6575609-8B14-A5C5-9332-C5F0F57A6297}"/>
                </a:ext>
              </a:extLst>
            </p:cNvPr>
            <p:cNvCxnSpPr>
              <a:cxnSpLocks/>
            </p:cNvCxnSpPr>
            <p:nvPr/>
          </p:nvCxnSpPr>
          <p:spPr>
            <a:xfrm>
              <a:off x="8037885" y="3422024"/>
              <a:ext cx="7941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DB18A0-A187-214E-8C97-D49AB9E6595B}"/>
                </a:ext>
              </a:extLst>
            </p:cNvPr>
            <p:cNvSpPr txBox="1"/>
            <p:nvPr/>
          </p:nvSpPr>
          <p:spPr>
            <a:xfrm>
              <a:off x="8105849" y="3018366"/>
              <a:ext cx="6293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</a:t>
              </a:r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</a:t>
              </a:r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</a:t>
              </a:r>
              <a:endPara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D2FF403-40BC-3F31-AFBF-296844F7816C}"/>
                </a:ext>
              </a:extLst>
            </p:cNvPr>
            <p:cNvCxnSpPr>
              <a:cxnSpLocks/>
            </p:cNvCxnSpPr>
            <p:nvPr/>
          </p:nvCxnSpPr>
          <p:spPr>
            <a:xfrm>
              <a:off x="9264952" y="3428999"/>
              <a:ext cx="7941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2136AD1-C9ED-C815-A4E1-17357DDDAD11}"/>
                </a:ext>
              </a:extLst>
            </p:cNvPr>
            <p:cNvCxnSpPr>
              <a:cxnSpLocks/>
            </p:cNvCxnSpPr>
            <p:nvPr/>
          </p:nvCxnSpPr>
          <p:spPr>
            <a:xfrm>
              <a:off x="10567947" y="3410520"/>
              <a:ext cx="7941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719A2A1-2538-6FE2-4578-EAD7DFD11B18}"/>
                </a:ext>
              </a:extLst>
            </p:cNvPr>
            <p:cNvSpPr txBox="1"/>
            <p:nvPr/>
          </p:nvSpPr>
          <p:spPr>
            <a:xfrm>
              <a:off x="9301903" y="3010462"/>
              <a:ext cx="6619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</a:t>
              </a:r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</a:t>
              </a:r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</a:t>
              </a:r>
              <a:endPara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9C43F4B-B799-97F1-493C-D38B6DE7027C}"/>
                </a:ext>
              </a:extLst>
            </p:cNvPr>
            <p:cNvCxnSpPr>
              <a:cxnSpLocks/>
            </p:cNvCxnSpPr>
            <p:nvPr/>
          </p:nvCxnSpPr>
          <p:spPr>
            <a:xfrm>
              <a:off x="9273815" y="3422024"/>
              <a:ext cx="815107" cy="1562596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1D9FF7D-E8CE-DD05-791E-493BC16B2440}"/>
                </a:ext>
              </a:extLst>
            </p:cNvPr>
            <p:cNvCxnSpPr>
              <a:cxnSpLocks/>
            </p:cNvCxnSpPr>
            <p:nvPr/>
          </p:nvCxnSpPr>
          <p:spPr>
            <a:xfrm>
              <a:off x="10579702" y="3402557"/>
              <a:ext cx="898759" cy="1582063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1AD6108-228B-9BAF-FB1E-00C466FE1047}"/>
                </a:ext>
              </a:extLst>
            </p:cNvPr>
            <p:cNvSpPr txBox="1"/>
            <p:nvPr/>
          </p:nvSpPr>
          <p:spPr>
            <a:xfrm>
              <a:off x="8836156" y="3549809"/>
              <a:ext cx="64416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111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D4FD49C-A360-FDB2-DA06-7704B98BE057}"/>
                </a:ext>
              </a:extLst>
            </p:cNvPr>
            <p:cNvSpPr txBox="1"/>
            <p:nvPr/>
          </p:nvSpPr>
          <p:spPr>
            <a:xfrm>
              <a:off x="10169944" y="3571066"/>
              <a:ext cx="64132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111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51B2269-F07A-DC0B-649C-76D471F952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95764" y="4342007"/>
              <a:ext cx="866892" cy="815027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F0D0D9B-B12F-29C9-5D49-7DAC2F622F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55228" y="4400206"/>
              <a:ext cx="1023233" cy="748678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A7CAB6E-4D85-2D70-A319-8F20D87A5022}"/>
                </a:ext>
              </a:extLst>
            </p:cNvPr>
            <p:cNvSpPr txBox="1"/>
            <p:nvPr/>
          </p:nvSpPr>
          <p:spPr>
            <a:xfrm>
              <a:off x="9058844" y="4725944"/>
              <a:ext cx="630924" cy="348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010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0DD2C7D-8063-0F81-3B08-501DC512D40D}"/>
                </a:ext>
              </a:extLst>
            </p:cNvPr>
            <p:cNvSpPr txBox="1"/>
            <p:nvPr/>
          </p:nvSpPr>
          <p:spPr>
            <a:xfrm>
              <a:off x="10696037" y="4910238"/>
              <a:ext cx="640562" cy="348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010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EC2014F-AB56-E612-BF7A-8A17AB259752}"/>
                </a:ext>
              </a:extLst>
            </p:cNvPr>
            <p:cNvCxnSpPr>
              <a:cxnSpLocks/>
            </p:cNvCxnSpPr>
            <p:nvPr/>
          </p:nvCxnSpPr>
          <p:spPr>
            <a:xfrm>
              <a:off x="8051231" y="5123980"/>
              <a:ext cx="780798" cy="868035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3890CA1-317F-9427-5436-7AFCA278FAE4}"/>
                </a:ext>
              </a:extLst>
            </p:cNvPr>
            <p:cNvCxnSpPr>
              <a:cxnSpLocks/>
            </p:cNvCxnSpPr>
            <p:nvPr/>
          </p:nvCxnSpPr>
          <p:spPr>
            <a:xfrm>
              <a:off x="9328560" y="5157034"/>
              <a:ext cx="780798" cy="740593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A195496-D595-A2F0-5A5F-8B155A0F29BF}"/>
                </a:ext>
              </a:extLst>
            </p:cNvPr>
            <p:cNvCxnSpPr>
              <a:cxnSpLocks/>
            </p:cNvCxnSpPr>
            <p:nvPr/>
          </p:nvCxnSpPr>
          <p:spPr>
            <a:xfrm>
              <a:off x="10481543" y="5144927"/>
              <a:ext cx="996918" cy="752700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A901813-AECD-8F63-F0B7-AFDBF0359028}"/>
                </a:ext>
              </a:extLst>
            </p:cNvPr>
            <p:cNvSpPr txBox="1"/>
            <p:nvPr/>
          </p:nvSpPr>
          <p:spPr>
            <a:xfrm>
              <a:off x="7763791" y="5302334"/>
              <a:ext cx="607700" cy="348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1</a:t>
              </a:r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0D8126D-65D2-CF7E-EC8B-E24C8F028453}"/>
                </a:ext>
              </a:extLst>
            </p:cNvPr>
            <p:cNvSpPr txBox="1"/>
            <p:nvPr/>
          </p:nvSpPr>
          <p:spPr>
            <a:xfrm>
              <a:off x="8958562" y="5203852"/>
              <a:ext cx="674690" cy="348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1</a:t>
              </a:r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39C39F6-22C1-BEF3-09FB-9B0012C39A3D}"/>
                </a:ext>
              </a:extLst>
            </p:cNvPr>
            <p:cNvSpPr txBox="1"/>
            <p:nvPr/>
          </p:nvSpPr>
          <p:spPr>
            <a:xfrm>
              <a:off x="10286713" y="5333573"/>
              <a:ext cx="733194" cy="348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1</a:t>
              </a:r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87470DC-133C-D9D6-2459-7CBA0A91DF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828" y="3429602"/>
              <a:ext cx="866892" cy="815027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0033964-EA47-AC08-CED1-F14F95B4C8DF}"/>
                </a:ext>
              </a:extLst>
            </p:cNvPr>
            <p:cNvSpPr txBox="1"/>
            <p:nvPr/>
          </p:nvSpPr>
          <p:spPr>
            <a:xfrm>
              <a:off x="9721680" y="3591302"/>
              <a:ext cx="6214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011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2D0FD03-ED6B-FD65-09BB-F9BD48AC8D9F}"/>
                </a:ext>
              </a:extLst>
            </p:cNvPr>
            <p:cNvSpPr txBox="1"/>
            <p:nvPr/>
          </p:nvSpPr>
          <p:spPr>
            <a:xfrm>
              <a:off x="10674627" y="2990908"/>
              <a:ext cx="6619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</a:t>
              </a:r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</a:t>
              </a:r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</a:t>
              </a:r>
              <a:endPara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74E81E5-514C-D6A0-C408-BE583679E2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3191" y="3471421"/>
              <a:ext cx="866892" cy="815027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DF022AD-2E0E-F4A3-3F04-A61A4AF895ED}"/>
                </a:ext>
              </a:extLst>
            </p:cNvPr>
            <p:cNvSpPr txBox="1"/>
            <p:nvPr/>
          </p:nvSpPr>
          <p:spPr>
            <a:xfrm>
              <a:off x="11084211" y="3632976"/>
              <a:ext cx="70682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011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4A19999-08B8-54DF-70E8-331B2005B857}"/>
                </a:ext>
              </a:extLst>
            </p:cNvPr>
            <p:cNvCxnSpPr>
              <a:cxnSpLocks/>
            </p:cNvCxnSpPr>
            <p:nvPr/>
          </p:nvCxnSpPr>
          <p:spPr>
            <a:xfrm>
              <a:off x="9215595" y="4237801"/>
              <a:ext cx="854626" cy="708934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60983D5-E786-E0F9-6307-3E8F58E1DFAB}"/>
                </a:ext>
              </a:extLst>
            </p:cNvPr>
            <p:cNvSpPr txBox="1"/>
            <p:nvPr/>
          </p:nvSpPr>
          <p:spPr>
            <a:xfrm>
              <a:off x="8836156" y="4333844"/>
              <a:ext cx="60929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1</a:t>
              </a:r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00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5040F15B-1D12-0EB9-51F5-6D6865B29134}"/>
                </a:ext>
              </a:extLst>
            </p:cNvPr>
            <p:cNvCxnSpPr>
              <a:cxnSpLocks/>
            </p:cNvCxnSpPr>
            <p:nvPr/>
          </p:nvCxnSpPr>
          <p:spPr>
            <a:xfrm>
              <a:off x="10463478" y="4269521"/>
              <a:ext cx="1026737" cy="715099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6D0786A-725A-1E18-1778-322DCBFB8DD6}"/>
                </a:ext>
              </a:extLst>
            </p:cNvPr>
            <p:cNvSpPr txBox="1"/>
            <p:nvPr/>
          </p:nvSpPr>
          <p:spPr>
            <a:xfrm>
              <a:off x="10138894" y="4405584"/>
              <a:ext cx="6141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1</a:t>
              </a:r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00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1704C31-D5B8-E786-41A7-92CF990734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84318" y="4381726"/>
              <a:ext cx="1063379" cy="1550640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75A7ED2-B5B3-F7EB-6359-D937B7F06EA5}"/>
                </a:ext>
              </a:extLst>
            </p:cNvPr>
            <p:cNvSpPr txBox="1"/>
            <p:nvPr/>
          </p:nvSpPr>
          <p:spPr>
            <a:xfrm>
              <a:off x="8697586" y="5527124"/>
              <a:ext cx="658749" cy="348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</a:t>
              </a:r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9F854DC-4CB9-6DCA-4422-31E56C095B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03831" y="4441375"/>
              <a:ext cx="1063379" cy="1550640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D2C4F80-DF40-A88D-163F-B043D0FCAC06}"/>
                </a:ext>
              </a:extLst>
            </p:cNvPr>
            <p:cNvSpPr txBox="1"/>
            <p:nvPr/>
          </p:nvSpPr>
          <p:spPr>
            <a:xfrm>
              <a:off x="10027890" y="5550092"/>
              <a:ext cx="668148" cy="348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</a:t>
              </a:r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0FAE24CC-2972-11E3-999A-5E25210B54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4957" y="5932965"/>
              <a:ext cx="991286" cy="10722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58F804B-4A03-8E1D-0AC9-E248BCBC3AF1}"/>
                </a:ext>
              </a:extLst>
            </p:cNvPr>
            <p:cNvSpPr txBox="1"/>
            <p:nvPr/>
          </p:nvSpPr>
          <p:spPr>
            <a:xfrm>
              <a:off x="9138456" y="5935713"/>
              <a:ext cx="681872" cy="348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1</a:t>
              </a:r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1</a:t>
              </a:r>
              <a:r>
                <a:rPr lang="en-US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9CD1B643-87A6-92B7-9823-DA88FCA2C7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9877" y="5975960"/>
              <a:ext cx="991286" cy="10722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B118B9D-3792-56C9-2FD4-C868D677533D}"/>
                </a:ext>
              </a:extLst>
            </p:cNvPr>
            <p:cNvSpPr txBox="1"/>
            <p:nvPr/>
          </p:nvSpPr>
          <p:spPr>
            <a:xfrm>
              <a:off x="10474859" y="6065089"/>
              <a:ext cx="659427" cy="348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1</a:t>
              </a:r>
              <a:r>
                <a:rPr lang="en-US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10</a:t>
              </a:r>
            </a:p>
          </p:txBody>
        </p:sp>
      </p:grp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299DCB4-44C3-AA96-6481-4342B2D85D2F}"/>
              </a:ext>
            </a:extLst>
          </p:cNvPr>
          <p:cNvCxnSpPr>
            <a:cxnSpLocks/>
          </p:cNvCxnSpPr>
          <p:nvPr/>
        </p:nvCxnSpPr>
        <p:spPr>
          <a:xfrm>
            <a:off x="2020252" y="3790950"/>
            <a:ext cx="646748" cy="0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6E4B01C-81C0-8234-AFA0-09FBEFB6434A}"/>
              </a:ext>
            </a:extLst>
          </p:cNvPr>
          <p:cNvCxnSpPr>
            <a:cxnSpLocks/>
          </p:cNvCxnSpPr>
          <p:nvPr/>
        </p:nvCxnSpPr>
        <p:spPr>
          <a:xfrm>
            <a:off x="2025052" y="4126179"/>
            <a:ext cx="646748" cy="0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34E7A83-EED9-2F5F-5D82-49049080884E}"/>
              </a:ext>
            </a:extLst>
          </p:cNvPr>
          <p:cNvSpPr txBox="1"/>
          <p:nvPr/>
        </p:nvSpPr>
        <p:spPr>
          <a:xfrm>
            <a:off x="2421481" y="3648456"/>
            <a:ext cx="1616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  <a:latin typeface="Nunito" pitchFamily="2" charset="0"/>
                <a:cs typeface="Palanquin" panose="020B0004020203020204" pitchFamily="34" charset="0"/>
              </a:rPr>
              <a:t>Jika msg 0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0A7CFF9-3AAC-005E-8EA1-D108EB5AC62D}"/>
              </a:ext>
            </a:extLst>
          </p:cNvPr>
          <p:cNvSpPr txBox="1"/>
          <p:nvPr/>
        </p:nvSpPr>
        <p:spPr>
          <a:xfrm>
            <a:off x="2461673" y="3997051"/>
            <a:ext cx="14921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  <a:latin typeface="Nunito" pitchFamily="2" charset="0"/>
                <a:cs typeface="Palanquin" panose="020B0004020203020204" pitchFamily="34" charset="0"/>
              </a:rPr>
              <a:t>Jika msg 1</a:t>
            </a:r>
          </a:p>
        </p:txBody>
      </p:sp>
    </p:spTree>
    <p:extLst>
      <p:ext uri="{BB962C8B-B14F-4D97-AF65-F5344CB8AC3E}">
        <p14:creationId xmlns:p14="http://schemas.microsoft.com/office/powerpoint/2010/main" val="2956164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720138E-3230-DB25-FCB1-53BC021EE8AF}"/>
              </a:ext>
            </a:extLst>
          </p:cNvPr>
          <p:cNvGrpSpPr/>
          <p:nvPr/>
        </p:nvGrpSpPr>
        <p:grpSpPr>
          <a:xfrm>
            <a:off x="50461" y="209550"/>
            <a:ext cx="3806988" cy="2639412"/>
            <a:chOff x="-165168" y="1192137"/>
            <a:chExt cx="3544164" cy="228525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488ACE1-A3D3-41E5-CCEA-44F4F9A9213A}"/>
                </a:ext>
              </a:extLst>
            </p:cNvPr>
            <p:cNvSpPr txBox="1"/>
            <p:nvPr/>
          </p:nvSpPr>
          <p:spPr>
            <a:xfrm>
              <a:off x="-131440" y="1343549"/>
              <a:ext cx="542261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a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69402B-D918-7614-E64A-3865BF200A11}"/>
                </a:ext>
              </a:extLst>
            </p:cNvPr>
            <p:cNvSpPr txBox="1"/>
            <p:nvPr/>
          </p:nvSpPr>
          <p:spPr>
            <a:xfrm>
              <a:off x="-131441" y="1972405"/>
              <a:ext cx="542261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b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B85E561-89F4-C595-0F26-C5CDEC6D1668}"/>
                </a:ext>
              </a:extLst>
            </p:cNvPr>
            <p:cNvSpPr txBox="1"/>
            <p:nvPr/>
          </p:nvSpPr>
          <p:spPr>
            <a:xfrm>
              <a:off x="-131442" y="2601261"/>
              <a:ext cx="542261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c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D797749-20CA-0035-1715-5BACC5B919DD}"/>
                </a:ext>
              </a:extLst>
            </p:cNvPr>
            <p:cNvSpPr txBox="1"/>
            <p:nvPr/>
          </p:nvSpPr>
          <p:spPr>
            <a:xfrm>
              <a:off x="-165168" y="3230117"/>
              <a:ext cx="542261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637A773-2DF5-95F1-7D63-F68B93BD4FED}"/>
                </a:ext>
              </a:extLst>
            </p:cNvPr>
            <p:cNvSpPr txBox="1"/>
            <p:nvPr/>
          </p:nvSpPr>
          <p:spPr>
            <a:xfrm>
              <a:off x="864390" y="1343549"/>
              <a:ext cx="477587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a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ECF09C7-B8BB-B7AB-6498-63CA7C7D7945}"/>
                </a:ext>
              </a:extLst>
            </p:cNvPr>
            <p:cNvSpPr txBox="1"/>
            <p:nvPr/>
          </p:nvSpPr>
          <p:spPr>
            <a:xfrm>
              <a:off x="864389" y="1972405"/>
              <a:ext cx="477587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b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64CC146-D90A-6648-179F-1B86ADD28BB8}"/>
                </a:ext>
              </a:extLst>
            </p:cNvPr>
            <p:cNvSpPr txBox="1"/>
            <p:nvPr/>
          </p:nvSpPr>
          <p:spPr>
            <a:xfrm>
              <a:off x="864388" y="2601261"/>
              <a:ext cx="477587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c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98CF297-4F9C-D049-AB14-F14C9563B9DD}"/>
                </a:ext>
              </a:extLst>
            </p:cNvPr>
            <p:cNvSpPr txBox="1"/>
            <p:nvPr/>
          </p:nvSpPr>
          <p:spPr>
            <a:xfrm>
              <a:off x="830662" y="3230117"/>
              <a:ext cx="477587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B917092-888D-BD88-5572-958E25E9FF72}"/>
                </a:ext>
              </a:extLst>
            </p:cNvPr>
            <p:cNvSpPr txBox="1"/>
            <p:nvPr/>
          </p:nvSpPr>
          <p:spPr>
            <a:xfrm>
              <a:off x="402940" y="1192137"/>
              <a:ext cx="490240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</a:t>
              </a:r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</a:t>
              </a:r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</a:t>
              </a:r>
              <a:endPara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E1D4694-D371-D48F-27C8-8027F6CAE4D3}"/>
                </a:ext>
              </a:extLst>
            </p:cNvPr>
            <p:cNvSpPr txBox="1"/>
            <p:nvPr/>
          </p:nvSpPr>
          <p:spPr>
            <a:xfrm>
              <a:off x="1883457" y="1362834"/>
              <a:ext cx="477587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a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B8B2FA2-8C9F-939E-0D27-5626CFDC1ED3}"/>
                </a:ext>
              </a:extLst>
            </p:cNvPr>
            <p:cNvSpPr txBox="1"/>
            <p:nvPr/>
          </p:nvSpPr>
          <p:spPr>
            <a:xfrm>
              <a:off x="1883456" y="1962448"/>
              <a:ext cx="477587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25D90E1-188C-9A60-87A1-C6ACBDAE9999}"/>
                </a:ext>
              </a:extLst>
            </p:cNvPr>
            <p:cNvSpPr txBox="1"/>
            <p:nvPr/>
          </p:nvSpPr>
          <p:spPr>
            <a:xfrm>
              <a:off x="1883455" y="2591304"/>
              <a:ext cx="477587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c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CD07947-195A-1E0A-9635-D82207F4E471}"/>
                </a:ext>
              </a:extLst>
            </p:cNvPr>
            <p:cNvSpPr txBox="1"/>
            <p:nvPr/>
          </p:nvSpPr>
          <p:spPr>
            <a:xfrm>
              <a:off x="1844013" y="3244320"/>
              <a:ext cx="477587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d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BC14A79-6358-C84F-097A-520566118CAB}"/>
                </a:ext>
              </a:extLst>
            </p:cNvPr>
            <p:cNvSpPr txBox="1"/>
            <p:nvPr/>
          </p:nvSpPr>
          <p:spPr>
            <a:xfrm>
              <a:off x="2866512" y="1351919"/>
              <a:ext cx="477587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F7477CA-B2D9-38A8-5CE5-AC68906A4E9F}"/>
                </a:ext>
              </a:extLst>
            </p:cNvPr>
            <p:cNvSpPr txBox="1"/>
            <p:nvPr/>
          </p:nvSpPr>
          <p:spPr>
            <a:xfrm>
              <a:off x="2901409" y="1999599"/>
              <a:ext cx="477587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b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5CB41D-4B9C-75F2-B275-3E071763012A}"/>
                </a:ext>
              </a:extLst>
            </p:cNvPr>
            <p:cNvSpPr txBox="1"/>
            <p:nvPr/>
          </p:nvSpPr>
          <p:spPr>
            <a:xfrm>
              <a:off x="2866511" y="2578258"/>
              <a:ext cx="477587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c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C2DA3E2-8681-0CAE-D895-AB58593FBAF3}"/>
                </a:ext>
              </a:extLst>
            </p:cNvPr>
            <p:cNvSpPr txBox="1"/>
            <p:nvPr/>
          </p:nvSpPr>
          <p:spPr>
            <a:xfrm>
              <a:off x="2866511" y="3230117"/>
              <a:ext cx="477587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d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E6149CA-F9D2-2EF0-256B-A2C637B5FD3D}"/>
                </a:ext>
              </a:extLst>
            </p:cNvPr>
            <p:cNvCxnSpPr>
              <a:cxnSpLocks/>
            </p:cNvCxnSpPr>
            <p:nvPr/>
          </p:nvCxnSpPr>
          <p:spPr>
            <a:xfrm>
              <a:off x="1341872" y="1497437"/>
              <a:ext cx="661808" cy="1145279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233CF3B-511A-F1F3-B370-73AEEF2CA667}"/>
                </a:ext>
              </a:extLst>
            </p:cNvPr>
            <p:cNvSpPr txBox="1"/>
            <p:nvPr/>
          </p:nvSpPr>
          <p:spPr>
            <a:xfrm>
              <a:off x="994849" y="1598711"/>
              <a:ext cx="477785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111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CE06859-CA23-DD3D-EF69-8016B69261F8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1341975" y="2153822"/>
              <a:ext cx="680275" cy="563974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8FDFE83-6F3B-A5DF-183D-67888C120619}"/>
                </a:ext>
              </a:extLst>
            </p:cNvPr>
            <p:cNvSpPr txBox="1"/>
            <p:nvPr/>
          </p:nvSpPr>
          <p:spPr>
            <a:xfrm>
              <a:off x="1156295" y="2373999"/>
              <a:ext cx="468781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010</a:t>
              </a:r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A14D55F-3209-8F3C-E2BC-12F75F18D11B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669164" y="519023"/>
            <a:ext cx="4872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6E7D251-1F0F-7606-863E-0CD183CFF200}"/>
              </a:ext>
            </a:extLst>
          </p:cNvPr>
          <p:cNvCxnSpPr>
            <a:cxnSpLocks/>
          </p:cNvCxnSpPr>
          <p:nvPr/>
        </p:nvCxnSpPr>
        <p:spPr>
          <a:xfrm>
            <a:off x="729758" y="551138"/>
            <a:ext cx="636848" cy="1499934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A6E28B1-0A4A-7641-BE04-3F5C8F840E52}"/>
              </a:ext>
            </a:extLst>
          </p:cNvPr>
          <p:cNvSpPr txBox="1"/>
          <p:nvPr/>
        </p:nvSpPr>
        <p:spPr>
          <a:xfrm>
            <a:off x="310706" y="681166"/>
            <a:ext cx="514929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111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6BA4BA0-60ED-5B71-4200-A102539BC17C}"/>
              </a:ext>
            </a:extLst>
          </p:cNvPr>
          <p:cNvCxnSpPr>
            <a:cxnSpLocks/>
          </p:cNvCxnSpPr>
          <p:nvPr/>
        </p:nvCxnSpPr>
        <p:spPr>
          <a:xfrm>
            <a:off x="1835066" y="586614"/>
            <a:ext cx="6694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9AF8F61-1649-B450-D11D-4428AC873AA7}"/>
              </a:ext>
            </a:extLst>
          </p:cNvPr>
          <p:cNvSpPr txBox="1"/>
          <p:nvPr/>
        </p:nvSpPr>
        <p:spPr>
          <a:xfrm>
            <a:off x="1897462" y="233565"/>
            <a:ext cx="533340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r>
              <a: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r>
              <a:rPr lang="id-ID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endParaRPr lang="en-US" sz="1400" dirty="0">
              <a:solidFill>
                <a:sysClr val="windowText" lastClr="000000"/>
              </a:solidFill>
              <a:highlight>
                <a:srgbClr val="00FFFF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8364E55-A1A6-3556-E369-1E8BC7B72169}"/>
              </a:ext>
            </a:extLst>
          </p:cNvPr>
          <p:cNvCxnSpPr>
            <a:cxnSpLocks/>
          </p:cNvCxnSpPr>
          <p:nvPr/>
        </p:nvCxnSpPr>
        <p:spPr>
          <a:xfrm>
            <a:off x="2967579" y="592715"/>
            <a:ext cx="6694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1106538-2429-A2D7-FE00-4D6AB92E4565}"/>
              </a:ext>
            </a:extLst>
          </p:cNvPr>
          <p:cNvCxnSpPr>
            <a:cxnSpLocks/>
          </p:cNvCxnSpPr>
          <p:nvPr/>
        </p:nvCxnSpPr>
        <p:spPr>
          <a:xfrm>
            <a:off x="4170168" y="576553"/>
            <a:ext cx="6694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92B0A7C-FCE0-6DE3-99F2-D0A20E18B7C0}"/>
              </a:ext>
            </a:extLst>
          </p:cNvPr>
          <p:cNvSpPr txBox="1"/>
          <p:nvPr/>
        </p:nvSpPr>
        <p:spPr>
          <a:xfrm>
            <a:off x="3001314" y="226652"/>
            <a:ext cx="518637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r>
              <a: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r>
              <a:rPr lang="id-ID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endParaRPr lang="en-US" sz="1400" dirty="0">
              <a:solidFill>
                <a:sysClr val="windowText" lastClr="000000"/>
              </a:solidFill>
              <a:highlight>
                <a:srgbClr val="00FFFF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E7CD9F0-ABA8-F487-3930-5B22DE5C84FA}"/>
              </a:ext>
            </a:extLst>
          </p:cNvPr>
          <p:cNvCxnSpPr>
            <a:cxnSpLocks/>
          </p:cNvCxnSpPr>
          <p:nvPr/>
        </p:nvCxnSpPr>
        <p:spPr>
          <a:xfrm>
            <a:off x="2974128" y="586614"/>
            <a:ext cx="752297" cy="1366684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E8436B6-5E78-5195-F234-9ECF56634DAF}"/>
              </a:ext>
            </a:extLst>
          </p:cNvPr>
          <p:cNvCxnSpPr>
            <a:cxnSpLocks/>
          </p:cNvCxnSpPr>
          <p:nvPr/>
        </p:nvCxnSpPr>
        <p:spPr>
          <a:xfrm>
            <a:off x="4179387" y="569588"/>
            <a:ext cx="829503" cy="1383710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9CA1BC3-4EFC-6978-BEC4-4C1C1909EAD0}"/>
              </a:ext>
            </a:extLst>
          </p:cNvPr>
          <p:cNvSpPr txBox="1"/>
          <p:nvPr/>
        </p:nvSpPr>
        <p:spPr>
          <a:xfrm>
            <a:off x="2612812" y="698378"/>
            <a:ext cx="505182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111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779A99-5DBA-2427-9FA4-B41BC13A11D4}"/>
              </a:ext>
            </a:extLst>
          </p:cNvPr>
          <p:cNvSpPr txBox="1"/>
          <p:nvPr/>
        </p:nvSpPr>
        <p:spPr>
          <a:xfrm>
            <a:off x="3834937" y="716970"/>
            <a:ext cx="510917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111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630BD9C-D6B0-8050-44F4-AB1A5D82EC95}"/>
              </a:ext>
            </a:extLst>
          </p:cNvPr>
          <p:cNvCxnSpPr>
            <a:cxnSpLocks/>
          </p:cNvCxnSpPr>
          <p:nvPr/>
        </p:nvCxnSpPr>
        <p:spPr>
          <a:xfrm flipV="1">
            <a:off x="2994386" y="1391254"/>
            <a:ext cx="800092" cy="712842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8FE6640-956D-A92D-0364-9B9A643516F7}"/>
              </a:ext>
            </a:extLst>
          </p:cNvPr>
          <p:cNvCxnSpPr>
            <a:cxnSpLocks/>
          </p:cNvCxnSpPr>
          <p:nvPr/>
        </p:nvCxnSpPr>
        <p:spPr>
          <a:xfrm flipV="1">
            <a:off x="4064504" y="1442156"/>
            <a:ext cx="944385" cy="654812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AEF58BF-F665-1F35-91D8-7DC4EEAE14E9}"/>
              </a:ext>
            </a:extLst>
          </p:cNvPr>
          <p:cNvSpPr txBox="1"/>
          <p:nvPr/>
        </p:nvSpPr>
        <p:spPr>
          <a:xfrm>
            <a:off x="2776950" y="1727054"/>
            <a:ext cx="50354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EBE4C5-A579-35E5-B744-6CEFC23E01C5}"/>
              </a:ext>
            </a:extLst>
          </p:cNvPr>
          <p:cNvSpPr txBox="1"/>
          <p:nvPr/>
        </p:nvSpPr>
        <p:spPr>
          <a:xfrm>
            <a:off x="3815481" y="1755732"/>
            <a:ext cx="50354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010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3B61C58-B019-A0AF-7BA8-1049CC7F930F}"/>
              </a:ext>
            </a:extLst>
          </p:cNvPr>
          <p:cNvCxnSpPr>
            <a:cxnSpLocks/>
          </p:cNvCxnSpPr>
          <p:nvPr/>
        </p:nvCxnSpPr>
        <p:spPr>
          <a:xfrm>
            <a:off x="1845753" y="2075186"/>
            <a:ext cx="720632" cy="759204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1D61E80-161F-CA22-6C42-B7A3DFA53030}"/>
              </a:ext>
            </a:extLst>
          </p:cNvPr>
          <p:cNvCxnSpPr>
            <a:cxnSpLocks/>
          </p:cNvCxnSpPr>
          <p:nvPr/>
        </p:nvCxnSpPr>
        <p:spPr>
          <a:xfrm>
            <a:off x="3024654" y="2104096"/>
            <a:ext cx="720632" cy="647740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713D4D7-4026-B544-1F75-AACB52DDFE00}"/>
              </a:ext>
            </a:extLst>
          </p:cNvPr>
          <p:cNvCxnSpPr>
            <a:cxnSpLocks/>
          </p:cNvCxnSpPr>
          <p:nvPr/>
        </p:nvCxnSpPr>
        <p:spPr>
          <a:xfrm>
            <a:off x="4088792" y="2093507"/>
            <a:ext cx="920098" cy="658329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084F927-3DF7-1BAC-6F1A-1D96AD4DC93E}"/>
              </a:ext>
            </a:extLst>
          </p:cNvPr>
          <p:cNvSpPr txBox="1"/>
          <p:nvPr/>
        </p:nvSpPr>
        <p:spPr>
          <a:xfrm>
            <a:off x="1581689" y="2231179"/>
            <a:ext cx="50354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1</a:t>
            </a:r>
            <a:r>
              <a:rPr lang="id-ID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01</a:t>
            </a:r>
            <a:endParaRPr lang="en-US" sz="1400" dirty="0">
              <a:solidFill>
                <a:sysClr val="windowText" lastClr="000000"/>
              </a:solidFill>
              <a:highlight>
                <a:srgbClr val="FFFF00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8D16905-FAF8-E0CD-77A0-5F5A80AF2D31}"/>
              </a:ext>
            </a:extLst>
          </p:cNvPr>
          <p:cNvSpPr txBox="1"/>
          <p:nvPr/>
        </p:nvSpPr>
        <p:spPr>
          <a:xfrm>
            <a:off x="2684395" y="2145045"/>
            <a:ext cx="50354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1</a:t>
            </a:r>
            <a:r>
              <a:rPr lang="id-ID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01</a:t>
            </a:r>
            <a:endParaRPr lang="en-US" sz="1400" dirty="0">
              <a:solidFill>
                <a:sysClr val="windowText" lastClr="000000"/>
              </a:solidFill>
              <a:highlight>
                <a:srgbClr val="FFFF00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E56766-DE1C-EC34-19A8-0B5F001FADD5}"/>
              </a:ext>
            </a:extLst>
          </p:cNvPr>
          <p:cNvSpPr txBox="1"/>
          <p:nvPr/>
        </p:nvSpPr>
        <p:spPr>
          <a:xfrm>
            <a:off x="3910201" y="2258502"/>
            <a:ext cx="50354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1</a:t>
            </a:r>
            <a:r>
              <a:rPr lang="id-ID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01</a:t>
            </a:r>
            <a:endParaRPr lang="en-US" sz="1400" dirty="0">
              <a:solidFill>
                <a:sysClr val="windowText" lastClr="000000"/>
              </a:solidFill>
              <a:highlight>
                <a:srgbClr val="FFFF00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918371D-D5DC-2088-797E-7FCBE7FF4ACB}"/>
              </a:ext>
            </a:extLst>
          </p:cNvPr>
          <p:cNvCxnSpPr>
            <a:cxnSpLocks/>
          </p:cNvCxnSpPr>
          <p:nvPr/>
        </p:nvCxnSpPr>
        <p:spPr>
          <a:xfrm flipV="1">
            <a:off x="2893844" y="593242"/>
            <a:ext cx="800092" cy="712842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3946DBC-C944-053E-DBD7-9DBBB07E4E9F}"/>
              </a:ext>
            </a:extLst>
          </p:cNvPr>
          <p:cNvSpPr txBox="1"/>
          <p:nvPr/>
        </p:nvSpPr>
        <p:spPr>
          <a:xfrm>
            <a:off x="3379468" y="734669"/>
            <a:ext cx="50926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011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C9E831-E153-EE26-EB82-B36E08159E3A}"/>
              </a:ext>
            </a:extLst>
          </p:cNvPr>
          <p:cNvSpPr txBox="1"/>
          <p:nvPr/>
        </p:nvSpPr>
        <p:spPr>
          <a:xfrm>
            <a:off x="4268404" y="209550"/>
            <a:ext cx="577419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r>
              <a: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r>
              <a:rPr lang="id-ID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endParaRPr lang="en-US" sz="1400" dirty="0">
              <a:solidFill>
                <a:sysClr val="windowText" lastClr="000000"/>
              </a:solidFill>
              <a:highlight>
                <a:srgbClr val="00FFFF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42E7263-0DA7-78DD-146A-D799018CFB9F}"/>
              </a:ext>
            </a:extLst>
          </p:cNvPr>
          <p:cNvCxnSpPr>
            <a:cxnSpLocks/>
          </p:cNvCxnSpPr>
          <p:nvPr/>
        </p:nvCxnSpPr>
        <p:spPr>
          <a:xfrm flipV="1">
            <a:off x="4053395" y="629818"/>
            <a:ext cx="800092" cy="712842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B0DC565-E3C4-79C2-F9BD-822C1E124D9B}"/>
              </a:ext>
            </a:extLst>
          </p:cNvPr>
          <p:cNvSpPr txBox="1"/>
          <p:nvPr/>
        </p:nvSpPr>
        <p:spPr>
          <a:xfrm>
            <a:off x="4646287" y="771118"/>
            <a:ext cx="520244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011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15681D6-FEAE-7707-7764-2E47F482E9B9}"/>
              </a:ext>
            </a:extLst>
          </p:cNvPr>
          <p:cNvCxnSpPr>
            <a:cxnSpLocks/>
          </p:cNvCxnSpPr>
          <p:nvPr/>
        </p:nvCxnSpPr>
        <p:spPr>
          <a:xfrm>
            <a:off x="2920394" y="1300112"/>
            <a:ext cx="788771" cy="620051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1D820A09-3077-2ABB-87D6-7762E5CB86B4}"/>
              </a:ext>
            </a:extLst>
          </p:cNvPr>
          <p:cNvSpPr txBox="1"/>
          <p:nvPr/>
        </p:nvSpPr>
        <p:spPr>
          <a:xfrm>
            <a:off x="2568803" y="1384114"/>
            <a:ext cx="516010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1</a:t>
            </a:r>
            <a:r>
              <a:rPr lang="id-ID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00</a:t>
            </a:r>
            <a:endParaRPr lang="en-US" sz="1400" dirty="0">
              <a:solidFill>
                <a:sysClr val="windowText" lastClr="000000"/>
              </a:solidFill>
              <a:highlight>
                <a:srgbClr val="FFFF00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A994744-8508-DE87-3521-06FCC5477BCF}"/>
              </a:ext>
            </a:extLst>
          </p:cNvPr>
          <p:cNvCxnSpPr>
            <a:cxnSpLocks/>
          </p:cNvCxnSpPr>
          <p:nvPr/>
        </p:nvCxnSpPr>
        <p:spPr>
          <a:xfrm>
            <a:off x="4072119" y="1327856"/>
            <a:ext cx="947619" cy="625443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309F651-805F-6ED0-D32D-A6D83B3891EE}"/>
              </a:ext>
            </a:extLst>
          </p:cNvPr>
          <p:cNvSpPr txBox="1"/>
          <p:nvPr/>
        </p:nvSpPr>
        <p:spPr>
          <a:xfrm>
            <a:off x="3758432" y="1446860"/>
            <a:ext cx="53178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1</a:t>
            </a:r>
            <a:r>
              <a:rPr lang="id-ID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00</a:t>
            </a:r>
            <a:endParaRPr lang="en-US" sz="1400" dirty="0">
              <a:solidFill>
                <a:sysClr val="windowText" lastClr="000000"/>
              </a:solidFill>
              <a:highlight>
                <a:srgbClr val="FFFF00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6ED7409-8392-136F-04C5-5464BA119250}"/>
              </a:ext>
            </a:extLst>
          </p:cNvPr>
          <p:cNvCxnSpPr>
            <a:cxnSpLocks/>
          </p:cNvCxnSpPr>
          <p:nvPr/>
        </p:nvCxnSpPr>
        <p:spPr>
          <a:xfrm flipV="1">
            <a:off x="2799233" y="1425993"/>
            <a:ext cx="981438" cy="1356227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ED2C147-B48B-3722-033F-462F5C005ABB}"/>
              </a:ext>
            </a:extLst>
          </p:cNvPr>
          <p:cNvSpPr txBox="1"/>
          <p:nvPr/>
        </p:nvSpPr>
        <p:spPr>
          <a:xfrm>
            <a:off x="2443529" y="2427785"/>
            <a:ext cx="50354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r>
              <a:rPr lang="id-ID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01</a:t>
            </a:r>
            <a:endParaRPr lang="en-US" sz="1400" dirty="0">
              <a:solidFill>
                <a:sysClr val="windowText" lastClr="000000"/>
              </a:solidFill>
              <a:highlight>
                <a:srgbClr val="00FFFF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83A37B6-D405-6F71-8BF8-3A11C8FF015A}"/>
              </a:ext>
            </a:extLst>
          </p:cNvPr>
          <p:cNvCxnSpPr>
            <a:cxnSpLocks/>
          </p:cNvCxnSpPr>
          <p:nvPr/>
        </p:nvCxnSpPr>
        <p:spPr>
          <a:xfrm flipV="1">
            <a:off x="4017068" y="1478163"/>
            <a:ext cx="981438" cy="1356227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DC82A5E-E1C2-6F91-1ACD-84528D174685}"/>
              </a:ext>
            </a:extLst>
          </p:cNvPr>
          <p:cNvSpPr txBox="1"/>
          <p:nvPr/>
        </p:nvSpPr>
        <p:spPr>
          <a:xfrm>
            <a:off x="3671322" y="2447874"/>
            <a:ext cx="50354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r>
              <a: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r>
              <a:rPr lang="id-ID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1</a:t>
            </a:r>
            <a:endParaRPr lang="en-US" sz="1400" dirty="0">
              <a:solidFill>
                <a:sysClr val="windowText" lastClr="000000"/>
              </a:solidFill>
              <a:highlight>
                <a:srgbClr val="00FFFF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6DD730F-90D8-5A4F-5335-23D82B8AE75B}"/>
              </a:ext>
            </a:extLst>
          </p:cNvPr>
          <p:cNvCxnSpPr>
            <a:cxnSpLocks/>
          </p:cNvCxnSpPr>
          <p:nvPr/>
        </p:nvCxnSpPr>
        <p:spPr>
          <a:xfrm flipV="1">
            <a:off x="2820317" y="2778342"/>
            <a:ext cx="835577" cy="13411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6970D03-8700-7187-B930-3B8CA392B7B9}"/>
              </a:ext>
            </a:extLst>
          </p:cNvPr>
          <p:cNvSpPr txBox="1"/>
          <p:nvPr/>
        </p:nvSpPr>
        <p:spPr>
          <a:xfrm>
            <a:off x="2935701" y="2785149"/>
            <a:ext cx="50354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110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134BDCE-9D56-6D87-48E5-8B8C5D45EA1A}"/>
              </a:ext>
            </a:extLst>
          </p:cNvPr>
          <p:cNvCxnSpPr>
            <a:cxnSpLocks/>
          </p:cNvCxnSpPr>
          <p:nvPr/>
        </p:nvCxnSpPr>
        <p:spPr>
          <a:xfrm flipV="1">
            <a:off x="4052371" y="2815947"/>
            <a:ext cx="835577" cy="13411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C9CDE949-2595-0AB5-3599-02FD9D32C70E}"/>
              </a:ext>
            </a:extLst>
          </p:cNvPr>
          <p:cNvSpPr txBox="1"/>
          <p:nvPr/>
        </p:nvSpPr>
        <p:spPr>
          <a:xfrm>
            <a:off x="4180613" y="2892044"/>
            <a:ext cx="50354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110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377E676-A94A-8EAB-6972-F9839ECD1E90}"/>
              </a:ext>
            </a:extLst>
          </p:cNvPr>
          <p:cNvSpPr txBox="1"/>
          <p:nvPr/>
        </p:nvSpPr>
        <p:spPr>
          <a:xfrm>
            <a:off x="3652754" y="3422266"/>
            <a:ext cx="2092204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100"/>
              </a:spcAft>
            </a:pP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Data input : 1001100</a:t>
            </a:r>
            <a:endParaRPr lang="en-US" sz="1400" dirty="0">
              <a:latin typeface="Nunito" pitchFamily="2" charset="0"/>
              <a:cs typeface="Calibri" panose="020F0502020204030204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9E56435-2303-2CE0-CC77-4B0242340E85}"/>
              </a:ext>
            </a:extLst>
          </p:cNvPr>
          <p:cNvGrpSpPr/>
          <p:nvPr/>
        </p:nvGrpSpPr>
        <p:grpSpPr>
          <a:xfrm>
            <a:off x="4756529" y="221829"/>
            <a:ext cx="3830046" cy="2639412"/>
            <a:chOff x="-186635" y="1192137"/>
            <a:chExt cx="3565631" cy="2285252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66DBC98-D93F-A38D-F818-9E122CB5F2B1}"/>
                </a:ext>
              </a:extLst>
            </p:cNvPr>
            <p:cNvSpPr txBox="1"/>
            <p:nvPr/>
          </p:nvSpPr>
          <p:spPr>
            <a:xfrm>
              <a:off x="-186635" y="1343549"/>
              <a:ext cx="542261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a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3C9C8D7-67ED-C02C-BF05-A3ED67F44CCC}"/>
                </a:ext>
              </a:extLst>
            </p:cNvPr>
            <p:cNvSpPr txBox="1"/>
            <p:nvPr/>
          </p:nvSpPr>
          <p:spPr>
            <a:xfrm>
              <a:off x="-131441" y="1972405"/>
              <a:ext cx="542261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b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EA95FF1-FBE0-BB79-A842-19380E1D71B8}"/>
                </a:ext>
              </a:extLst>
            </p:cNvPr>
            <p:cNvSpPr txBox="1"/>
            <p:nvPr/>
          </p:nvSpPr>
          <p:spPr>
            <a:xfrm>
              <a:off x="-155097" y="2601261"/>
              <a:ext cx="542261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c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0C52F05-A94E-C899-32C7-592250E334CD}"/>
                </a:ext>
              </a:extLst>
            </p:cNvPr>
            <p:cNvSpPr txBox="1"/>
            <p:nvPr/>
          </p:nvSpPr>
          <p:spPr>
            <a:xfrm>
              <a:off x="-165168" y="3230117"/>
              <a:ext cx="542261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d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2EA184F-32AD-4B7E-B2D4-7683D276A8AA}"/>
                </a:ext>
              </a:extLst>
            </p:cNvPr>
            <p:cNvSpPr txBox="1"/>
            <p:nvPr/>
          </p:nvSpPr>
          <p:spPr>
            <a:xfrm>
              <a:off x="864390" y="1343549"/>
              <a:ext cx="477587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a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614DB24-239A-9A16-6545-8BDC9BE5A9E3}"/>
                </a:ext>
              </a:extLst>
            </p:cNvPr>
            <p:cNvSpPr txBox="1"/>
            <p:nvPr/>
          </p:nvSpPr>
          <p:spPr>
            <a:xfrm>
              <a:off x="864389" y="1972405"/>
              <a:ext cx="477587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b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FB77401-8B15-5B50-AD68-3DDFAB18249C}"/>
                </a:ext>
              </a:extLst>
            </p:cNvPr>
            <p:cNvSpPr txBox="1"/>
            <p:nvPr/>
          </p:nvSpPr>
          <p:spPr>
            <a:xfrm>
              <a:off x="864388" y="2601261"/>
              <a:ext cx="477587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c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21D0B7F-C482-2397-1D93-73684EAB87B7}"/>
                </a:ext>
              </a:extLst>
            </p:cNvPr>
            <p:cNvSpPr txBox="1"/>
            <p:nvPr/>
          </p:nvSpPr>
          <p:spPr>
            <a:xfrm>
              <a:off x="830662" y="3230117"/>
              <a:ext cx="477587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d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DEE70B4-0F79-02C5-FD63-7A29A3EE77F4}"/>
                </a:ext>
              </a:extLst>
            </p:cNvPr>
            <p:cNvSpPr txBox="1"/>
            <p:nvPr/>
          </p:nvSpPr>
          <p:spPr>
            <a:xfrm>
              <a:off x="402941" y="1192137"/>
              <a:ext cx="513721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</a:t>
              </a:r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</a:t>
              </a:r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</a:t>
              </a:r>
              <a:endPara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3A756A4-522F-CF76-52F8-259E1EBC215B}"/>
                </a:ext>
              </a:extLst>
            </p:cNvPr>
            <p:cNvSpPr txBox="1"/>
            <p:nvPr/>
          </p:nvSpPr>
          <p:spPr>
            <a:xfrm>
              <a:off x="1883457" y="1362834"/>
              <a:ext cx="477587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a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92E73EF-8385-E4A8-734B-BF3EEE02BBDC}"/>
                </a:ext>
              </a:extLst>
            </p:cNvPr>
            <p:cNvSpPr txBox="1"/>
            <p:nvPr/>
          </p:nvSpPr>
          <p:spPr>
            <a:xfrm>
              <a:off x="1883456" y="1962448"/>
              <a:ext cx="477587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b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79C7C33-433C-56CE-CDC0-562BF2CC9C68}"/>
                </a:ext>
              </a:extLst>
            </p:cNvPr>
            <p:cNvSpPr txBox="1"/>
            <p:nvPr/>
          </p:nvSpPr>
          <p:spPr>
            <a:xfrm>
              <a:off x="1883455" y="2591304"/>
              <a:ext cx="477587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c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4D6C1EA-A11A-8F45-08D0-2F5DC7BAF2DC}"/>
                </a:ext>
              </a:extLst>
            </p:cNvPr>
            <p:cNvSpPr txBox="1"/>
            <p:nvPr/>
          </p:nvSpPr>
          <p:spPr>
            <a:xfrm>
              <a:off x="1844013" y="3244320"/>
              <a:ext cx="477587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d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4753C4A-B80F-5710-5837-EEA2A2504411}"/>
                </a:ext>
              </a:extLst>
            </p:cNvPr>
            <p:cNvSpPr txBox="1"/>
            <p:nvPr/>
          </p:nvSpPr>
          <p:spPr>
            <a:xfrm>
              <a:off x="2866512" y="1351919"/>
              <a:ext cx="477587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a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025E8DF-C601-08FC-95EA-52122D778B78}"/>
                </a:ext>
              </a:extLst>
            </p:cNvPr>
            <p:cNvSpPr txBox="1"/>
            <p:nvPr/>
          </p:nvSpPr>
          <p:spPr>
            <a:xfrm>
              <a:off x="2901409" y="1999599"/>
              <a:ext cx="477587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b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A070A30-3F03-AEDF-5EE1-D545F0C539E4}"/>
                </a:ext>
              </a:extLst>
            </p:cNvPr>
            <p:cNvSpPr txBox="1"/>
            <p:nvPr/>
          </p:nvSpPr>
          <p:spPr>
            <a:xfrm>
              <a:off x="2866511" y="2578258"/>
              <a:ext cx="477587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c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336CBCD-EA1E-67AF-A015-606A2BA6FC2A}"/>
                </a:ext>
              </a:extLst>
            </p:cNvPr>
            <p:cNvSpPr txBox="1"/>
            <p:nvPr/>
          </p:nvSpPr>
          <p:spPr>
            <a:xfrm>
              <a:off x="2866511" y="3230117"/>
              <a:ext cx="477587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d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578FFE62-63E1-2469-E683-029C1B0B8523}"/>
                </a:ext>
              </a:extLst>
            </p:cNvPr>
            <p:cNvCxnSpPr>
              <a:cxnSpLocks/>
            </p:cNvCxnSpPr>
            <p:nvPr/>
          </p:nvCxnSpPr>
          <p:spPr>
            <a:xfrm>
              <a:off x="1341872" y="1497437"/>
              <a:ext cx="661808" cy="1145279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0265EDA-180F-5376-1872-0A68D732EC25}"/>
                </a:ext>
              </a:extLst>
            </p:cNvPr>
            <p:cNvSpPr txBox="1"/>
            <p:nvPr/>
          </p:nvSpPr>
          <p:spPr>
            <a:xfrm>
              <a:off x="995764" y="1598711"/>
              <a:ext cx="476870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111</a:t>
              </a:r>
            </a:p>
          </p:txBody>
        </p: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76EBFF57-2C78-87BB-014E-A1FAB87E8FEB}"/>
                </a:ext>
              </a:extLst>
            </p:cNvPr>
            <p:cNvCxnSpPr>
              <a:cxnSpLocks/>
              <a:stCxn id="71" idx="3"/>
            </p:cNvCxnSpPr>
            <p:nvPr/>
          </p:nvCxnSpPr>
          <p:spPr>
            <a:xfrm flipV="1">
              <a:off x="1341975" y="2153822"/>
              <a:ext cx="680275" cy="563974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9215106-949B-C057-8AB0-F0C61BB3EFDA}"/>
                </a:ext>
              </a:extLst>
            </p:cNvPr>
            <p:cNvSpPr txBox="1"/>
            <p:nvPr/>
          </p:nvSpPr>
          <p:spPr>
            <a:xfrm>
              <a:off x="1156295" y="2373999"/>
              <a:ext cx="468781" cy="2330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010</a:t>
              </a:r>
            </a:p>
          </p:txBody>
        </p:sp>
      </p:grp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CDFA9D3-866B-0DC7-69F4-FD6E3E29CA2D}"/>
              </a:ext>
            </a:extLst>
          </p:cNvPr>
          <p:cNvCxnSpPr>
            <a:cxnSpLocks/>
            <a:stCxn id="65" idx="3"/>
            <a:endCxn id="69" idx="1"/>
          </p:cNvCxnSpPr>
          <p:nvPr/>
        </p:nvCxnSpPr>
        <p:spPr>
          <a:xfrm>
            <a:off x="5339003" y="531301"/>
            <a:ext cx="5464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547CDC1-8A08-C053-8DF8-5BA40DCFBF55}"/>
              </a:ext>
            </a:extLst>
          </p:cNvPr>
          <p:cNvCxnSpPr>
            <a:cxnSpLocks/>
          </p:cNvCxnSpPr>
          <p:nvPr/>
        </p:nvCxnSpPr>
        <p:spPr>
          <a:xfrm>
            <a:off x="5470292" y="563417"/>
            <a:ext cx="636848" cy="1499934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B54ECAAF-E808-7891-5B9E-2B82706BA227}"/>
              </a:ext>
            </a:extLst>
          </p:cNvPr>
          <p:cNvSpPr txBox="1"/>
          <p:nvPr/>
        </p:nvSpPr>
        <p:spPr>
          <a:xfrm>
            <a:off x="5053346" y="693445"/>
            <a:ext cx="513003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111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E8DAD961-E44A-5D7E-ABBF-C3E23B177542}"/>
              </a:ext>
            </a:extLst>
          </p:cNvPr>
          <p:cNvCxnSpPr>
            <a:cxnSpLocks/>
          </p:cNvCxnSpPr>
          <p:nvPr/>
        </p:nvCxnSpPr>
        <p:spPr>
          <a:xfrm>
            <a:off x="6575600" y="598893"/>
            <a:ext cx="6694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6A534BDF-1126-58A2-E9F5-880651AB98DA}"/>
              </a:ext>
            </a:extLst>
          </p:cNvPr>
          <p:cNvSpPr txBox="1"/>
          <p:nvPr/>
        </p:nvSpPr>
        <p:spPr>
          <a:xfrm>
            <a:off x="6637926" y="245844"/>
            <a:ext cx="505016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r>
              <a: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r>
              <a:rPr lang="id-ID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endParaRPr lang="en-US" sz="1400" dirty="0">
              <a:solidFill>
                <a:sysClr val="windowText" lastClr="000000"/>
              </a:solidFill>
              <a:highlight>
                <a:srgbClr val="00FFFF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D967D96-701D-530B-908B-F66254BC67E2}"/>
              </a:ext>
            </a:extLst>
          </p:cNvPr>
          <p:cNvCxnSpPr>
            <a:cxnSpLocks/>
          </p:cNvCxnSpPr>
          <p:nvPr/>
        </p:nvCxnSpPr>
        <p:spPr>
          <a:xfrm>
            <a:off x="7708113" y="604994"/>
            <a:ext cx="6694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262A9BA1-75E9-6711-AA21-E7EE42601A40}"/>
              </a:ext>
            </a:extLst>
          </p:cNvPr>
          <p:cNvSpPr txBox="1"/>
          <p:nvPr/>
        </p:nvSpPr>
        <p:spPr>
          <a:xfrm>
            <a:off x="7741876" y="238931"/>
            <a:ext cx="53011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r>
              <a: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r>
              <a:rPr lang="id-ID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endParaRPr lang="en-US" sz="1400" dirty="0">
              <a:solidFill>
                <a:sysClr val="windowText" lastClr="000000"/>
              </a:solidFill>
              <a:highlight>
                <a:srgbClr val="00FFFF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CE2EA05-351C-2C46-2581-186490A0D089}"/>
              </a:ext>
            </a:extLst>
          </p:cNvPr>
          <p:cNvCxnSpPr>
            <a:cxnSpLocks/>
          </p:cNvCxnSpPr>
          <p:nvPr/>
        </p:nvCxnSpPr>
        <p:spPr>
          <a:xfrm>
            <a:off x="7714662" y="598893"/>
            <a:ext cx="752297" cy="1366684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FB5EC77F-C35C-FDEF-D750-2960F2DFE539}"/>
              </a:ext>
            </a:extLst>
          </p:cNvPr>
          <p:cNvSpPr txBox="1"/>
          <p:nvPr/>
        </p:nvSpPr>
        <p:spPr>
          <a:xfrm>
            <a:off x="7341620" y="710657"/>
            <a:ext cx="51591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111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6F576725-088A-4061-A358-F95E18843232}"/>
              </a:ext>
            </a:extLst>
          </p:cNvPr>
          <p:cNvCxnSpPr>
            <a:cxnSpLocks/>
          </p:cNvCxnSpPr>
          <p:nvPr/>
        </p:nvCxnSpPr>
        <p:spPr>
          <a:xfrm flipV="1">
            <a:off x="7734920" y="1403532"/>
            <a:ext cx="800092" cy="712842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FC94CBAD-3C4F-4F41-459F-116F82C03679}"/>
              </a:ext>
            </a:extLst>
          </p:cNvPr>
          <p:cNvSpPr txBox="1"/>
          <p:nvPr/>
        </p:nvSpPr>
        <p:spPr>
          <a:xfrm>
            <a:off x="7517484" y="1739333"/>
            <a:ext cx="50354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010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1A2982A9-6A03-EA4E-FB73-DBD845C237A8}"/>
              </a:ext>
            </a:extLst>
          </p:cNvPr>
          <p:cNvCxnSpPr>
            <a:cxnSpLocks/>
          </p:cNvCxnSpPr>
          <p:nvPr/>
        </p:nvCxnSpPr>
        <p:spPr>
          <a:xfrm>
            <a:off x="6586287" y="2087465"/>
            <a:ext cx="720632" cy="759204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DC95F48F-316E-2D93-4A2D-06419679AEBD}"/>
              </a:ext>
            </a:extLst>
          </p:cNvPr>
          <p:cNvCxnSpPr>
            <a:cxnSpLocks/>
          </p:cNvCxnSpPr>
          <p:nvPr/>
        </p:nvCxnSpPr>
        <p:spPr>
          <a:xfrm>
            <a:off x="7765188" y="2116375"/>
            <a:ext cx="720632" cy="647740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73703C77-D5CF-38FC-2DD5-2322AD65FC8A}"/>
              </a:ext>
            </a:extLst>
          </p:cNvPr>
          <p:cNvSpPr txBox="1"/>
          <p:nvPr/>
        </p:nvSpPr>
        <p:spPr>
          <a:xfrm>
            <a:off x="6191847" y="2128632"/>
            <a:ext cx="50354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1</a:t>
            </a:r>
            <a:r>
              <a:rPr lang="id-ID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01</a:t>
            </a:r>
            <a:endParaRPr lang="en-US" sz="1400" dirty="0">
              <a:solidFill>
                <a:sysClr val="windowText" lastClr="000000"/>
              </a:solidFill>
              <a:highlight>
                <a:srgbClr val="FFFF00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3BE9859-CE64-D21D-68D4-C5D633C8EC89}"/>
              </a:ext>
            </a:extLst>
          </p:cNvPr>
          <p:cNvSpPr txBox="1"/>
          <p:nvPr/>
        </p:nvSpPr>
        <p:spPr>
          <a:xfrm>
            <a:off x="7424929" y="2157324"/>
            <a:ext cx="50354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1</a:t>
            </a:r>
            <a:r>
              <a:rPr lang="id-ID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01</a:t>
            </a:r>
            <a:endParaRPr lang="en-US" sz="1400" dirty="0">
              <a:solidFill>
                <a:sysClr val="windowText" lastClr="000000"/>
              </a:solidFill>
              <a:highlight>
                <a:srgbClr val="FFFF00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66EBC7A-A895-3A4D-A9D2-5904FC74D4C9}"/>
              </a:ext>
            </a:extLst>
          </p:cNvPr>
          <p:cNvCxnSpPr>
            <a:cxnSpLocks/>
          </p:cNvCxnSpPr>
          <p:nvPr/>
        </p:nvCxnSpPr>
        <p:spPr>
          <a:xfrm flipV="1">
            <a:off x="7634378" y="605521"/>
            <a:ext cx="800092" cy="712842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8515C276-F764-B09E-F476-6BE1701C8F4A}"/>
              </a:ext>
            </a:extLst>
          </p:cNvPr>
          <p:cNvSpPr txBox="1"/>
          <p:nvPr/>
        </p:nvSpPr>
        <p:spPr>
          <a:xfrm>
            <a:off x="8187199" y="746948"/>
            <a:ext cx="511080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011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EA93EC3F-F651-F635-8F14-76848E676793}"/>
              </a:ext>
            </a:extLst>
          </p:cNvPr>
          <p:cNvCxnSpPr>
            <a:cxnSpLocks/>
          </p:cNvCxnSpPr>
          <p:nvPr/>
        </p:nvCxnSpPr>
        <p:spPr>
          <a:xfrm>
            <a:off x="7660928" y="1312391"/>
            <a:ext cx="788771" cy="620051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588DEF11-283A-B708-FAC7-ED43623EF7AF}"/>
              </a:ext>
            </a:extLst>
          </p:cNvPr>
          <p:cNvSpPr txBox="1"/>
          <p:nvPr/>
        </p:nvSpPr>
        <p:spPr>
          <a:xfrm>
            <a:off x="7297208" y="1396393"/>
            <a:ext cx="527111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1</a:t>
            </a:r>
            <a:r>
              <a:rPr lang="id-ID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00</a:t>
            </a:r>
            <a:endParaRPr lang="en-US" sz="1400" dirty="0">
              <a:solidFill>
                <a:sysClr val="windowText" lastClr="000000"/>
              </a:solidFill>
              <a:highlight>
                <a:srgbClr val="FFFF00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0C38EBF9-37CC-875A-3551-82933C519C35}"/>
              </a:ext>
            </a:extLst>
          </p:cNvPr>
          <p:cNvCxnSpPr>
            <a:cxnSpLocks/>
          </p:cNvCxnSpPr>
          <p:nvPr/>
        </p:nvCxnSpPr>
        <p:spPr>
          <a:xfrm flipV="1">
            <a:off x="7539767" y="1438272"/>
            <a:ext cx="981438" cy="1356227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99171AEE-9459-0DC3-E846-A5EAD34F8E83}"/>
              </a:ext>
            </a:extLst>
          </p:cNvPr>
          <p:cNvSpPr txBox="1"/>
          <p:nvPr/>
        </p:nvSpPr>
        <p:spPr>
          <a:xfrm>
            <a:off x="7184063" y="2440064"/>
            <a:ext cx="50354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r>
              <a: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r>
              <a:rPr lang="id-ID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1</a:t>
            </a:r>
            <a:endParaRPr lang="en-US" sz="1400" dirty="0">
              <a:solidFill>
                <a:sysClr val="windowText" lastClr="000000"/>
              </a:solidFill>
              <a:highlight>
                <a:srgbClr val="00FFFF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D20D40A-980A-390E-090C-758651E93A91}"/>
              </a:ext>
            </a:extLst>
          </p:cNvPr>
          <p:cNvSpPr txBox="1"/>
          <p:nvPr/>
        </p:nvSpPr>
        <p:spPr>
          <a:xfrm>
            <a:off x="8411855" y="2460152"/>
            <a:ext cx="50354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r>
              <a: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r>
              <a:rPr lang="id-ID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1</a:t>
            </a:r>
            <a:endParaRPr lang="en-US" sz="1400" dirty="0">
              <a:solidFill>
                <a:sysClr val="windowText" lastClr="000000"/>
              </a:solidFill>
              <a:highlight>
                <a:srgbClr val="00FFFF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7B31E8EF-E9DC-25FC-7844-DB39E52E21E4}"/>
              </a:ext>
            </a:extLst>
          </p:cNvPr>
          <p:cNvCxnSpPr>
            <a:cxnSpLocks/>
          </p:cNvCxnSpPr>
          <p:nvPr/>
        </p:nvCxnSpPr>
        <p:spPr>
          <a:xfrm flipV="1">
            <a:off x="7560851" y="2790621"/>
            <a:ext cx="835577" cy="13411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136CA676-7409-78D3-9F9F-15CAA65FA49C}"/>
              </a:ext>
            </a:extLst>
          </p:cNvPr>
          <p:cNvSpPr txBox="1"/>
          <p:nvPr/>
        </p:nvSpPr>
        <p:spPr>
          <a:xfrm>
            <a:off x="7676235" y="2797428"/>
            <a:ext cx="50354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11</a:t>
            </a:r>
            <a:r>
              <a:rPr lang="id-ID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endParaRPr lang="en-US" sz="1400" dirty="0">
              <a:solidFill>
                <a:sysClr val="windowText" lastClr="000000"/>
              </a:solidFill>
              <a:highlight>
                <a:srgbClr val="FFFF00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290512A-6F42-913E-3D67-34BDBDA7EB54}"/>
              </a:ext>
            </a:extLst>
          </p:cNvPr>
          <p:cNvCxnSpPr>
            <a:cxnSpLocks/>
          </p:cNvCxnSpPr>
          <p:nvPr/>
        </p:nvCxnSpPr>
        <p:spPr>
          <a:xfrm flipV="1">
            <a:off x="5217589" y="1369070"/>
            <a:ext cx="800092" cy="712842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B0943006-B1FA-CBD9-97F4-8BF5BA6EF019}"/>
              </a:ext>
            </a:extLst>
          </p:cNvPr>
          <p:cNvSpPr txBox="1"/>
          <p:nvPr/>
        </p:nvSpPr>
        <p:spPr>
          <a:xfrm>
            <a:off x="4982664" y="1657743"/>
            <a:ext cx="50354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010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4AB8469E-3C53-40F0-7C69-E1A4AE4389F8}"/>
              </a:ext>
            </a:extLst>
          </p:cNvPr>
          <p:cNvCxnSpPr>
            <a:cxnSpLocks/>
          </p:cNvCxnSpPr>
          <p:nvPr/>
        </p:nvCxnSpPr>
        <p:spPr>
          <a:xfrm>
            <a:off x="5250953" y="2060642"/>
            <a:ext cx="810935" cy="690169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AC7E354B-DA10-DE55-8F5F-E8B1F49DD675}"/>
              </a:ext>
            </a:extLst>
          </p:cNvPr>
          <p:cNvSpPr txBox="1"/>
          <p:nvPr/>
        </p:nvSpPr>
        <p:spPr>
          <a:xfrm>
            <a:off x="4996642" y="2207129"/>
            <a:ext cx="50354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1</a:t>
            </a:r>
            <a:r>
              <a:rPr lang="id-ID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01</a:t>
            </a:r>
            <a:endParaRPr lang="en-US" sz="1400" dirty="0">
              <a:solidFill>
                <a:sysClr val="windowText" lastClr="000000"/>
              </a:solidFill>
              <a:highlight>
                <a:srgbClr val="FFFF00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854BE88A-A43D-695F-E80C-BA29AD3CAD6A}"/>
              </a:ext>
            </a:extLst>
          </p:cNvPr>
          <p:cNvCxnSpPr>
            <a:cxnSpLocks/>
          </p:cNvCxnSpPr>
          <p:nvPr/>
        </p:nvCxnSpPr>
        <p:spPr>
          <a:xfrm flipV="1">
            <a:off x="5195426" y="2783031"/>
            <a:ext cx="835577" cy="13411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ECE7D092-6C86-94DE-ADC1-56518C124063}"/>
              </a:ext>
            </a:extLst>
          </p:cNvPr>
          <p:cNvSpPr txBox="1"/>
          <p:nvPr/>
        </p:nvSpPr>
        <p:spPr>
          <a:xfrm>
            <a:off x="5195845" y="2860129"/>
            <a:ext cx="50354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11</a:t>
            </a:r>
            <a:r>
              <a:rPr lang="id-ID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endParaRPr lang="en-US" sz="1400" dirty="0">
              <a:solidFill>
                <a:sysClr val="windowText" lastClr="000000"/>
              </a:solidFill>
              <a:highlight>
                <a:srgbClr val="FFFF00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6062AB5B-3BB2-98E7-FEB8-50872BCA480F}"/>
              </a:ext>
            </a:extLst>
          </p:cNvPr>
          <p:cNvCxnSpPr>
            <a:cxnSpLocks/>
          </p:cNvCxnSpPr>
          <p:nvPr/>
        </p:nvCxnSpPr>
        <p:spPr>
          <a:xfrm flipV="1">
            <a:off x="6356810" y="2836974"/>
            <a:ext cx="835577" cy="13411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DA5E1545-3B79-4EF7-1526-CF51BF8ECF5A}"/>
              </a:ext>
            </a:extLst>
          </p:cNvPr>
          <p:cNvCxnSpPr>
            <a:cxnSpLocks/>
          </p:cNvCxnSpPr>
          <p:nvPr/>
        </p:nvCxnSpPr>
        <p:spPr>
          <a:xfrm flipV="1">
            <a:off x="5252438" y="576553"/>
            <a:ext cx="800092" cy="712842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68FFE3B6-D404-7494-35B3-EFAE1B0C1D86}"/>
              </a:ext>
            </a:extLst>
          </p:cNvPr>
          <p:cNvSpPr txBox="1"/>
          <p:nvPr/>
        </p:nvSpPr>
        <p:spPr>
          <a:xfrm>
            <a:off x="5745407" y="771118"/>
            <a:ext cx="52000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011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6B948C0F-25DA-114E-6ADD-DE834FF0501B}"/>
              </a:ext>
            </a:extLst>
          </p:cNvPr>
          <p:cNvCxnSpPr>
            <a:cxnSpLocks/>
          </p:cNvCxnSpPr>
          <p:nvPr/>
        </p:nvCxnSpPr>
        <p:spPr>
          <a:xfrm>
            <a:off x="5277603" y="1292637"/>
            <a:ext cx="774812" cy="702965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C44D29DF-6523-08AF-1CDF-0567D0B2B271}"/>
              </a:ext>
            </a:extLst>
          </p:cNvPr>
          <p:cNvSpPr txBox="1"/>
          <p:nvPr/>
        </p:nvSpPr>
        <p:spPr>
          <a:xfrm>
            <a:off x="4961382" y="1384114"/>
            <a:ext cx="526729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1</a:t>
            </a:r>
            <a:r>
              <a:rPr lang="id-ID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00</a:t>
            </a:r>
            <a:endParaRPr lang="en-US" sz="1400" dirty="0">
              <a:solidFill>
                <a:sysClr val="windowText" lastClr="000000"/>
              </a:solidFill>
              <a:highlight>
                <a:srgbClr val="FFFF00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6C6D103B-3EFC-11E8-EDDC-3A7D00151EDD}"/>
              </a:ext>
            </a:extLst>
          </p:cNvPr>
          <p:cNvCxnSpPr>
            <a:cxnSpLocks/>
          </p:cNvCxnSpPr>
          <p:nvPr/>
        </p:nvCxnSpPr>
        <p:spPr>
          <a:xfrm flipV="1">
            <a:off x="6452093" y="586748"/>
            <a:ext cx="800092" cy="712842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1DD57AC6-E713-1CAF-AA8C-1F2FE0B96AB1}"/>
              </a:ext>
            </a:extLst>
          </p:cNvPr>
          <p:cNvSpPr txBox="1"/>
          <p:nvPr/>
        </p:nvSpPr>
        <p:spPr>
          <a:xfrm>
            <a:off x="6952477" y="763854"/>
            <a:ext cx="529296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011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42693250-C33E-4806-438B-6CCFC71A5214}"/>
              </a:ext>
            </a:extLst>
          </p:cNvPr>
          <p:cNvCxnSpPr>
            <a:cxnSpLocks/>
          </p:cNvCxnSpPr>
          <p:nvPr/>
        </p:nvCxnSpPr>
        <p:spPr>
          <a:xfrm>
            <a:off x="6475432" y="1312391"/>
            <a:ext cx="793942" cy="607772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C0F03C29-1DAE-4528-7ADF-28869A7FC8F9}"/>
              </a:ext>
            </a:extLst>
          </p:cNvPr>
          <p:cNvSpPr txBox="1"/>
          <p:nvPr/>
        </p:nvSpPr>
        <p:spPr>
          <a:xfrm>
            <a:off x="6138983" y="1402753"/>
            <a:ext cx="51088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1</a:t>
            </a:r>
            <a:r>
              <a:rPr lang="id-ID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00</a:t>
            </a:r>
            <a:endParaRPr lang="en-US" sz="1400" dirty="0">
              <a:solidFill>
                <a:sysClr val="windowText" lastClr="000000"/>
              </a:solidFill>
              <a:highlight>
                <a:srgbClr val="FFFF00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51FC6AB-B393-60A1-2E9C-88075123FDDB}"/>
              </a:ext>
            </a:extLst>
          </p:cNvPr>
          <p:cNvSpPr txBox="1"/>
          <p:nvPr/>
        </p:nvSpPr>
        <p:spPr>
          <a:xfrm>
            <a:off x="3683202" y="3826561"/>
            <a:ext cx="3736383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100"/>
              </a:spcAft>
            </a:pP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Output: </a:t>
            </a:r>
            <a:r>
              <a:rPr lang="id-ID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11</a:t>
            </a:r>
            <a:r>
              <a:rPr lang="en-US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1</a:t>
            </a:r>
            <a:r>
              <a:rPr lang="id-ID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  </a:t>
            </a:r>
            <a:r>
              <a:rPr lang="en-US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0</a:t>
            </a:r>
            <a:r>
              <a:rPr lang="id-ID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10 </a:t>
            </a:r>
            <a:r>
              <a:rPr lang="en-US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0</a:t>
            </a:r>
            <a:r>
              <a:rPr lang="id-ID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11 </a:t>
            </a:r>
            <a:r>
              <a:rPr lang="en-US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1</a:t>
            </a:r>
            <a:r>
              <a:rPr lang="id-ID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11 </a:t>
            </a:r>
            <a:r>
              <a:rPr lang="en-US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1</a:t>
            </a:r>
            <a:r>
              <a:rPr lang="id-ID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01 </a:t>
            </a:r>
            <a:r>
              <a:rPr lang="en-US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0</a:t>
            </a:r>
            <a:r>
              <a:rPr lang="id-ID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01 </a:t>
            </a:r>
            <a:r>
              <a:rPr lang="en-US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0</a:t>
            </a:r>
            <a:r>
              <a:rPr lang="id-ID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11</a:t>
            </a:r>
            <a:endParaRPr lang="en-US" sz="1400" dirty="0">
              <a:highlight>
                <a:srgbClr val="00FF00"/>
              </a:highlight>
              <a:latin typeface="Nunito" pitchFamily="2" charset="0"/>
              <a:cs typeface="Calibri" panose="020F0502020204030204" pitchFamily="34" charset="0"/>
            </a:endParaRP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A17FF21D-A034-6BCD-6300-A4D61F6837C1}"/>
              </a:ext>
            </a:extLst>
          </p:cNvPr>
          <p:cNvCxnSpPr>
            <a:cxnSpLocks/>
          </p:cNvCxnSpPr>
          <p:nvPr/>
        </p:nvCxnSpPr>
        <p:spPr>
          <a:xfrm flipV="1">
            <a:off x="6364507" y="1395609"/>
            <a:ext cx="981438" cy="1356227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AD71814B-EE3F-EA4F-D455-B1147FB45A09}"/>
              </a:ext>
            </a:extLst>
          </p:cNvPr>
          <p:cNvSpPr txBox="1"/>
          <p:nvPr/>
        </p:nvSpPr>
        <p:spPr>
          <a:xfrm>
            <a:off x="6009221" y="2448606"/>
            <a:ext cx="50354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r>
              <a: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r>
              <a:rPr lang="id-ID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1</a:t>
            </a:r>
            <a:endParaRPr lang="en-US" sz="1400" dirty="0">
              <a:solidFill>
                <a:sysClr val="windowText" lastClr="000000"/>
              </a:solidFill>
              <a:highlight>
                <a:srgbClr val="00FFFF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963E527-A8DF-B518-2967-3925463CE825}"/>
              </a:ext>
            </a:extLst>
          </p:cNvPr>
          <p:cNvSpPr txBox="1"/>
          <p:nvPr/>
        </p:nvSpPr>
        <p:spPr>
          <a:xfrm>
            <a:off x="6495504" y="2920496"/>
            <a:ext cx="50354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11</a:t>
            </a:r>
            <a:r>
              <a:rPr lang="id-ID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endParaRPr lang="en-US" sz="1400" dirty="0">
              <a:solidFill>
                <a:sysClr val="windowText" lastClr="000000"/>
              </a:solidFill>
              <a:highlight>
                <a:srgbClr val="FFFF00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80873FFA-B414-8832-D864-354E17DF2861}"/>
              </a:ext>
            </a:extLst>
          </p:cNvPr>
          <p:cNvCxnSpPr>
            <a:cxnSpLocks/>
          </p:cNvCxnSpPr>
          <p:nvPr/>
        </p:nvCxnSpPr>
        <p:spPr>
          <a:xfrm>
            <a:off x="210173" y="3385930"/>
            <a:ext cx="545158" cy="0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7679BDF5-2D4E-DAB3-7EBC-2645D6931239}"/>
              </a:ext>
            </a:extLst>
          </p:cNvPr>
          <p:cNvCxnSpPr>
            <a:cxnSpLocks/>
          </p:cNvCxnSpPr>
          <p:nvPr/>
        </p:nvCxnSpPr>
        <p:spPr>
          <a:xfrm>
            <a:off x="210173" y="3690818"/>
            <a:ext cx="545158" cy="0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36C9A611-EAD7-1F85-8F36-8060E9E72943}"/>
              </a:ext>
            </a:extLst>
          </p:cNvPr>
          <p:cNvSpPr txBox="1"/>
          <p:nvPr/>
        </p:nvSpPr>
        <p:spPr>
          <a:xfrm>
            <a:off x="780143" y="3275125"/>
            <a:ext cx="1362928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  <a:latin typeface="Nunito" pitchFamily="2" charset="0"/>
                <a:cs typeface="Palanquin" panose="020B0004020203020204" pitchFamily="34" charset="0"/>
              </a:rPr>
              <a:t>Jika msg 0 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805CE47B-53FA-6937-35D5-88B3194F79E1}"/>
              </a:ext>
            </a:extLst>
          </p:cNvPr>
          <p:cNvSpPr txBox="1"/>
          <p:nvPr/>
        </p:nvSpPr>
        <p:spPr>
          <a:xfrm>
            <a:off x="816982" y="3580015"/>
            <a:ext cx="1257797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  <a:latin typeface="Nunito" pitchFamily="2" charset="0"/>
                <a:cs typeface="Palanquin" panose="020B0004020203020204" pitchFamily="34" charset="0"/>
              </a:rPr>
              <a:t>Jika msg 1</a:t>
            </a: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5A60FFBC-D139-6B2C-4D1A-AF1F1ACC1D27}"/>
              </a:ext>
            </a:extLst>
          </p:cNvPr>
          <p:cNvCxnSpPr>
            <a:cxnSpLocks/>
          </p:cNvCxnSpPr>
          <p:nvPr/>
        </p:nvCxnSpPr>
        <p:spPr>
          <a:xfrm>
            <a:off x="822362" y="626445"/>
            <a:ext cx="620005" cy="13691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1682A8A2-843D-F32B-725D-618479268B7F}"/>
              </a:ext>
            </a:extLst>
          </p:cNvPr>
          <p:cNvCxnSpPr>
            <a:cxnSpLocks/>
          </p:cNvCxnSpPr>
          <p:nvPr/>
        </p:nvCxnSpPr>
        <p:spPr>
          <a:xfrm flipV="1">
            <a:off x="1769979" y="1301104"/>
            <a:ext cx="785154" cy="689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BB32D50E-6DE5-E05E-CA16-B9FF0D204C2A}"/>
              </a:ext>
            </a:extLst>
          </p:cNvPr>
          <p:cNvCxnSpPr>
            <a:cxnSpLocks/>
          </p:cNvCxnSpPr>
          <p:nvPr/>
        </p:nvCxnSpPr>
        <p:spPr>
          <a:xfrm flipV="1">
            <a:off x="2825088" y="639994"/>
            <a:ext cx="652270" cy="6113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AF58E647-78D1-6A8B-DBED-F722B5101963}"/>
              </a:ext>
            </a:extLst>
          </p:cNvPr>
          <p:cNvCxnSpPr>
            <a:cxnSpLocks/>
          </p:cNvCxnSpPr>
          <p:nvPr/>
        </p:nvCxnSpPr>
        <p:spPr>
          <a:xfrm>
            <a:off x="4385149" y="636406"/>
            <a:ext cx="711886" cy="12808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32084914-FCD0-F102-C4F5-92D25E27C4F1}"/>
              </a:ext>
            </a:extLst>
          </p:cNvPr>
          <p:cNvCxnSpPr>
            <a:cxnSpLocks/>
            <a:endCxn id="127" idx="1"/>
          </p:cNvCxnSpPr>
          <p:nvPr/>
        </p:nvCxnSpPr>
        <p:spPr>
          <a:xfrm>
            <a:off x="5387179" y="2078394"/>
            <a:ext cx="672045" cy="5990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FBA88ECF-C5B2-97AE-E651-25D50C357DCC}"/>
              </a:ext>
            </a:extLst>
          </p:cNvPr>
          <p:cNvCxnSpPr>
            <a:cxnSpLocks/>
          </p:cNvCxnSpPr>
          <p:nvPr/>
        </p:nvCxnSpPr>
        <p:spPr>
          <a:xfrm flipV="1">
            <a:off x="6398146" y="1470789"/>
            <a:ext cx="1011707" cy="13589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32656D80-6B13-EE07-C4FA-1E1BF008834C}"/>
              </a:ext>
            </a:extLst>
          </p:cNvPr>
          <p:cNvCxnSpPr>
            <a:cxnSpLocks/>
          </p:cNvCxnSpPr>
          <p:nvPr/>
        </p:nvCxnSpPr>
        <p:spPr>
          <a:xfrm flipV="1">
            <a:off x="7622494" y="643316"/>
            <a:ext cx="626428" cy="5272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83330D33-125B-D781-2657-2D96336EB2EB}"/>
              </a:ext>
            </a:extLst>
          </p:cNvPr>
          <p:cNvCxnSpPr>
            <a:cxnSpLocks/>
          </p:cNvCxnSpPr>
          <p:nvPr/>
        </p:nvCxnSpPr>
        <p:spPr>
          <a:xfrm flipV="1">
            <a:off x="5181265" y="1393315"/>
            <a:ext cx="981438" cy="1356227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9B4CF1DD-8CF4-C704-58FB-51D3540C6836}"/>
              </a:ext>
            </a:extLst>
          </p:cNvPr>
          <p:cNvSpPr txBox="1"/>
          <p:nvPr/>
        </p:nvSpPr>
        <p:spPr>
          <a:xfrm>
            <a:off x="5216680" y="2496227"/>
            <a:ext cx="503545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r>
              <a: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r>
              <a:rPr lang="id-ID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rPr>
              <a:t>1</a:t>
            </a:r>
            <a:endParaRPr lang="en-US" sz="1400" dirty="0">
              <a:solidFill>
                <a:sysClr val="windowText" lastClr="000000"/>
              </a:solidFill>
              <a:highlight>
                <a:srgbClr val="00FFFF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254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041B56-2091-9EE8-614A-63C880023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07099"/>
            <a:ext cx="2438400" cy="441255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ADB457B-4161-231F-732B-9EADBF860242}"/>
              </a:ext>
            </a:extLst>
          </p:cNvPr>
          <p:cNvGrpSpPr/>
          <p:nvPr/>
        </p:nvGrpSpPr>
        <p:grpSpPr>
          <a:xfrm>
            <a:off x="35119" y="533"/>
            <a:ext cx="498282" cy="437617"/>
            <a:chOff x="26812" y="1266658"/>
            <a:chExt cx="554310" cy="485660"/>
          </a:xfrm>
        </p:grpSpPr>
        <p:sp>
          <p:nvSpPr>
            <p:cNvPr id="7" name="Google Shape;1376;p61">
              <a:extLst>
                <a:ext uri="{FF2B5EF4-FFF2-40B4-BE49-F238E27FC236}">
                  <a16:creationId xmlns:a16="http://schemas.microsoft.com/office/drawing/2014/main" id="{5C258B4E-CD01-E1C4-0051-8A6013D7E658}"/>
                </a:ext>
              </a:extLst>
            </p:cNvPr>
            <p:cNvSpPr/>
            <p:nvPr/>
          </p:nvSpPr>
          <p:spPr>
            <a:xfrm rot="-2461544">
              <a:off x="87016" y="1302321"/>
              <a:ext cx="494106" cy="449997"/>
            </a:xfrm>
            <a:custGeom>
              <a:avLst/>
              <a:gdLst/>
              <a:ahLst/>
              <a:cxnLst/>
              <a:rect l="l" t="t" r="r" b="b"/>
              <a:pathLst>
                <a:path w="36927" h="30664" extrusionOk="0">
                  <a:moveTo>
                    <a:pt x="19198" y="0"/>
                  </a:moveTo>
                  <a:cubicBezTo>
                    <a:pt x="17850" y="0"/>
                    <a:pt x="16505" y="119"/>
                    <a:pt x="15227" y="301"/>
                  </a:cubicBezTo>
                  <a:cubicBezTo>
                    <a:pt x="9390" y="1125"/>
                    <a:pt x="1081" y="3075"/>
                    <a:pt x="368" y="10115"/>
                  </a:cubicBezTo>
                  <a:cubicBezTo>
                    <a:pt x="0" y="13802"/>
                    <a:pt x="3230" y="18001"/>
                    <a:pt x="5625" y="20530"/>
                  </a:cubicBezTo>
                  <a:cubicBezTo>
                    <a:pt x="8822" y="23905"/>
                    <a:pt x="11774" y="27102"/>
                    <a:pt x="15951" y="29285"/>
                  </a:cubicBezTo>
                  <a:cubicBezTo>
                    <a:pt x="17796" y="30247"/>
                    <a:pt x="19900" y="30664"/>
                    <a:pt x="22026" y="30664"/>
                  </a:cubicBezTo>
                  <a:cubicBezTo>
                    <a:pt x="24674" y="30664"/>
                    <a:pt x="27357" y="30017"/>
                    <a:pt x="29619" y="28973"/>
                  </a:cubicBezTo>
                  <a:cubicBezTo>
                    <a:pt x="32649" y="27581"/>
                    <a:pt x="34498" y="24361"/>
                    <a:pt x="35511" y="21242"/>
                  </a:cubicBezTo>
                  <a:cubicBezTo>
                    <a:pt x="36926" y="16932"/>
                    <a:pt x="35456" y="12454"/>
                    <a:pt x="33027" y="8811"/>
                  </a:cubicBezTo>
                  <a:cubicBezTo>
                    <a:pt x="31680" y="6795"/>
                    <a:pt x="30076" y="4790"/>
                    <a:pt x="28338" y="3086"/>
                  </a:cubicBezTo>
                  <a:cubicBezTo>
                    <a:pt x="26923" y="1705"/>
                    <a:pt x="25163" y="880"/>
                    <a:pt x="23270" y="435"/>
                  </a:cubicBezTo>
                  <a:cubicBezTo>
                    <a:pt x="21957" y="125"/>
                    <a:pt x="20576" y="0"/>
                    <a:pt x="19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Google Shape;1378;p61">
              <a:extLst>
                <a:ext uri="{FF2B5EF4-FFF2-40B4-BE49-F238E27FC236}">
                  <a16:creationId xmlns:a16="http://schemas.microsoft.com/office/drawing/2014/main" id="{7482910B-E138-4986-6F7F-3727910D3A36}"/>
                </a:ext>
              </a:extLst>
            </p:cNvPr>
            <p:cNvSpPr txBox="1"/>
            <p:nvPr/>
          </p:nvSpPr>
          <p:spPr>
            <a:xfrm>
              <a:off x="26812" y="1266658"/>
              <a:ext cx="485418" cy="45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id-ID" sz="1400" b="1" dirty="0">
                  <a:latin typeface="Times New Roman" panose="02020603050405020304" pitchFamily="18" charset="0"/>
                  <a:ea typeface="Caveat"/>
                  <a:cs typeface="Times New Roman" panose="02020603050405020304" pitchFamily="18" charset="0"/>
                  <a:sym typeface="Caveat"/>
                </a:rPr>
                <a:t>5.</a:t>
              </a:r>
              <a:endParaRPr sz="1400" b="1" dirty="0">
                <a:latin typeface="Times New Roman" panose="02020603050405020304" pitchFamily="18" charset="0"/>
                <a:ea typeface="Caveat"/>
                <a:cs typeface="Times New Roman" panose="02020603050405020304" pitchFamily="18" charset="0"/>
                <a:sym typeface="Caveat"/>
              </a:endParaRPr>
            </a:p>
          </p:txBody>
        </p:sp>
      </p:grpSp>
      <p:sp>
        <p:nvSpPr>
          <p:cNvPr id="9" name="Google Shape;1366;p61">
            <a:extLst>
              <a:ext uri="{FF2B5EF4-FFF2-40B4-BE49-F238E27FC236}">
                <a16:creationId xmlns:a16="http://schemas.microsoft.com/office/drawing/2014/main" id="{73FEB862-01B5-BE61-2538-7EA9FEFAE1B7}"/>
              </a:ext>
            </a:extLst>
          </p:cNvPr>
          <p:cNvSpPr txBox="1">
            <a:spLocks/>
          </p:cNvSpPr>
          <p:nvPr/>
        </p:nvSpPr>
        <p:spPr>
          <a:xfrm>
            <a:off x="457200" y="-95250"/>
            <a:ext cx="3379430" cy="62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pPr algn="l"/>
            <a:r>
              <a:rPr lang="id-ID" sz="1400" dirty="0">
                <a:solidFill>
                  <a:schemeClr val="tx1">
                    <a:lumMod val="50000"/>
                  </a:schemeClr>
                </a:solidFill>
              </a:rPr>
              <a:t>Penyederhanaan dengan Tree</a:t>
            </a:r>
            <a:r>
              <a:rPr lang="en-ID" sz="1400" dirty="0">
                <a:solidFill>
                  <a:schemeClr val="tx1">
                    <a:lumMod val="50000"/>
                  </a:schemeClr>
                </a:solidFill>
              </a:rPr>
              <a:t> diagram</a:t>
            </a:r>
            <a:endParaRPr lang="en-ID" sz="14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5C9A0E7-0239-1523-B783-EDECD64A8C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624691"/>
              </p:ext>
            </p:extLst>
          </p:nvPr>
        </p:nvGraphicFramePr>
        <p:xfrm>
          <a:off x="3505200" y="407099"/>
          <a:ext cx="4648495" cy="27094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6401">
                  <a:extLst>
                    <a:ext uri="{9D8B030D-6E8A-4147-A177-3AD203B41FA5}">
                      <a16:colId xmlns:a16="http://schemas.microsoft.com/office/drawing/2014/main" val="2578992300"/>
                    </a:ext>
                  </a:extLst>
                </a:gridCol>
                <a:gridCol w="520657">
                  <a:extLst>
                    <a:ext uri="{9D8B030D-6E8A-4147-A177-3AD203B41FA5}">
                      <a16:colId xmlns:a16="http://schemas.microsoft.com/office/drawing/2014/main" val="2574441826"/>
                    </a:ext>
                  </a:extLst>
                </a:gridCol>
                <a:gridCol w="508732">
                  <a:extLst>
                    <a:ext uri="{9D8B030D-6E8A-4147-A177-3AD203B41FA5}">
                      <a16:colId xmlns:a16="http://schemas.microsoft.com/office/drawing/2014/main" val="394531382"/>
                    </a:ext>
                  </a:extLst>
                </a:gridCol>
                <a:gridCol w="484419">
                  <a:extLst>
                    <a:ext uri="{9D8B030D-6E8A-4147-A177-3AD203B41FA5}">
                      <a16:colId xmlns:a16="http://schemas.microsoft.com/office/drawing/2014/main" val="794729468"/>
                    </a:ext>
                  </a:extLst>
                </a:gridCol>
                <a:gridCol w="427396">
                  <a:extLst>
                    <a:ext uri="{9D8B030D-6E8A-4147-A177-3AD203B41FA5}">
                      <a16:colId xmlns:a16="http://schemas.microsoft.com/office/drawing/2014/main" val="2878657577"/>
                    </a:ext>
                  </a:extLst>
                </a:gridCol>
                <a:gridCol w="479139">
                  <a:extLst>
                    <a:ext uri="{9D8B030D-6E8A-4147-A177-3AD203B41FA5}">
                      <a16:colId xmlns:a16="http://schemas.microsoft.com/office/drawing/2014/main" val="1909845314"/>
                    </a:ext>
                  </a:extLst>
                </a:gridCol>
                <a:gridCol w="479139">
                  <a:extLst>
                    <a:ext uri="{9D8B030D-6E8A-4147-A177-3AD203B41FA5}">
                      <a16:colId xmlns:a16="http://schemas.microsoft.com/office/drawing/2014/main" val="718815334"/>
                    </a:ext>
                  </a:extLst>
                </a:gridCol>
                <a:gridCol w="847777">
                  <a:extLst>
                    <a:ext uri="{9D8B030D-6E8A-4147-A177-3AD203B41FA5}">
                      <a16:colId xmlns:a16="http://schemas.microsoft.com/office/drawing/2014/main" val="1244414320"/>
                    </a:ext>
                  </a:extLst>
                </a:gridCol>
                <a:gridCol w="534835">
                  <a:extLst>
                    <a:ext uri="{9D8B030D-6E8A-4147-A177-3AD203B41FA5}">
                      <a16:colId xmlns:a16="http://schemas.microsoft.com/office/drawing/2014/main" val="3905765374"/>
                    </a:ext>
                  </a:extLst>
                </a:gridCol>
              </a:tblGrid>
              <a:tr h="198754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No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Current State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Input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Output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8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Next State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State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0719719"/>
                  </a:ext>
                </a:extLst>
              </a:tr>
              <a:tr h="2789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m1 m2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M</a:t>
                      </a: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sg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v1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v2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v3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m</a:t>
                      </a: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sg</a:t>
                      </a: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 m1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9849748"/>
                  </a:ext>
                </a:extLst>
              </a:tr>
              <a:tr h="278967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1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a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00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00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251844360"/>
                  </a:ext>
                </a:extLst>
              </a:tr>
              <a:tr h="2789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00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10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483959165"/>
                  </a:ext>
                </a:extLst>
              </a:tr>
              <a:tr h="278967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2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b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01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0</a:t>
                      </a: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0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280341026"/>
                  </a:ext>
                </a:extLst>
              </a:tr>
              <a:tr h="2789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01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1</a:t>
                      </a: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0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336475698"/>
                  </a:ext>
                </a:extLst>
              </a:tr>
              <a:tr h="278967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3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c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10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0</a:t>
                      </a: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1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894025500"/>
                  </a:ext>
                </a:extLst>
              </a:tr>
              <a:tr h="2789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10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</a:rPr>
                        <a:t>11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118425590"/>
                  </a:ext>
                </a:extLst>
              </a:tr>
              <a:tr h="278967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4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d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11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01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294038424"/>
                  </a:ext>
                </a:extLst>
              </a:tr>
              <a:tr h="2789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veat" panose="00000500000000000000"/>
                        </a:rPr>
                        <a:t>11</a:t>
                      </a:r>
                      <a:endParaRPr lang="en-US" sz="12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veat" panose="00000500000000000000"/>
                        </a:rPr>
                        <a:t>11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2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2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57239528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4FB090B-E1F7-C492-2FA9-A8D9430E7FF3}"/>
              </a:ext>
            </a:extLst>
          </p:cNvPr>
          <p:cNvSpPr txBox="1"/>
          <p:nvPr/>
        </p:nvSpPr>
        <p:spPr>
          <a:xfrm>
            <a:off x="3652754" y="3422266"/>
            <a:ext cx="2092204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100"/>
              </a:spcAft>
            </a:pP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Data input : 1001100</a:t>
            </a:r>
            <a:endParaRPr lang="en-US" sz="1400" dirty="0">
              <a:latin typeface="Nunito" pitchFamily="2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A6D97E-09D8-4ACB-F550-20F2833519B5}"/>
              </a:ext>
            </a:extLst>
          </p:cNvPr>
          <p:cNvSpPr txBox="1"/>
          <p:nvPr/>
        </p:nvSpPr>
        <p:spPr>
          <a:xfrm>
            <a:off x="3652754" y="3862570"/>
            <a:ext cx="3736383" cy="26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100"/>
              </a:spcAft>
            </a:pP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Output: </a:t>
            </a:r>
            <a:r>
              <a:rPr lang="id-ID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11</a:t>
            </a:r>
            <a:r>
              <a:rPr lang="en-US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1</a:t>
            </a:r>
            <a:r>
              <a:rPr lang="id-ID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  </a:t>
            </a:r>
            <a:r>
              <a:rPr lang="en-US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0</a:t>
            </a:r>
            <a:r>
              <a:rPr lang="id-ID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10 </a:t>
            </a:r>
            <a:r>
              <a:rPr lang="en-US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0</a:t>
            </a:r>
            <a:r>
              <a:rPr lang="id-ID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11 </a:t>
            </a:r>
            <a:r>
              <a:rPr lang="en-US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1</a:t>
            </a:r>
            <a:r>
              <a:rPr lang="id-ID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11 </a:t>
            </a:r>
            <a:r>
              <a:rPr lang="en-US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1</a:t>
            </a:r>
            <a:r>
              <a:rPr lang="id-ID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01 </a:t>
            </a:r>
            <a:r>
              <a:rPr lang="en-US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0</a:t>
            </a:r>
            <a:r>
              <a:rPr lang="id-ID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01 </a:t>
            </a:r>
            <a:r>
              <a:rPr lang="en-US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0</a:t>
            </a:r>
            <a:r>
              <a:rPr lang="id-ID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11</a:t>
            </a:r>
            <a:endParaRPr lang="en-US" sz="1400" dirty="0">
              <a:highlight>
                <a:srgbClr val="00FF00"/>
              </a:highlight>
              <a:latin typeface="Nunito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675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28575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8F0DF"/>
          </a:solidFill>
        </p:spPr>
        <p:txBody>
          <a:bodyPr wrap="square" lIns="0" tIns="0" rIns="0" bIns="0" rtlCol="0"/>
          <a:lstStyle/>
          <a:p>
            <a:endParaRPr sz="1400"/>
          </a:p>
        </p:txBody>
      </p:sp>
      <p:grpSp>
        <p:nvGrpSpPr>
          <p:cNvPr id="3" name="object 3"/>
          <p:cNvGrpSpPr/>
          <p:nvPr/>
        </p:nvGrpSpPr>
        <p:grpSpPr>
          <a:xfrm>
            <a:off x="-19049" y="4861559"/>
            <a:ext cx="9182100" cy="302260"/>
            <a:chOff x="-19049" y="4861559"/>
            <a:chExt cx="9182100" cy="302260"/>
          </a:xfrm>
        </p:grpSpPr>
        <p:sp>
          <p:nvSpPr>
            <p:cNvPr id="4" name="object 4"/>
            <p:cNvSpPr/>
            <p:nvPr/>
          </p:nvSpPr>
          <p:spPr>
            <a:xfrm>
              <a:off x="7850886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1293114" y="262888"/>
                  </a:moveTo>
                  <a:lnTo>
                    <a:pt x="1293114" y="0"/>
                  </a:lnTo>
                  <a:lnTo>
                    <a:pt x="0" y="0"/>
                  </a:lnTo>
                  <a:lnTo>
                    <a:pt x="0" y="262888"/>
                  </a:lnTo>
                  <a:lnTo>
                    <a:pt x="1293114" y="262888"/>
                  </a:lnTo>
                  <a:close/>
                </a:path>
              </a:pathLst>
            </a:custGeom>
            <a:solidFill>
              <a:srgbClr val="157E73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5" name="object 5"/>
            <p:cNvSpPr/>
            <p:nvPr/>
          </p:nvSpPr>
          <p:spPr>
            <a:xfrm>
              <a:off x="7850886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1293114" y="0"/>
                  </a:moveTo>
                  <a:lnTo>
                    <a:pt x="0" y="0"/>
                  </a:lnTo>
                  <a:lnTo>
                    <a:pt x="0" y="26288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6" name="object 6"/>
            <p:cNvSpPr/>
            <p:nvPr/>
          </p:nvSpPr>
          <p:spPr>
            <a:xfrm>
              <a:off x="6540246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1310640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40" y="263651"/>
                  </a:lnTo>
                  <a:lnTo>
                    <a:pt x="1310640" y="0"/>
                  </a:lnTo>
                  <a:close/>
                </a:path>
              </a:pathLst>
            </a:custGeom>
            <a:solidFill>
              <a:srgbClr val="49BA85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7" name="object 7"/>
            <p:cNvSpPr/>
            <p:nvPr/>
          </p:nvSpPr>
          <p:spPr>
            <a:xfrm>
              <a:off x="6540246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0" y="263651"/>
                  </a:moveTo>
                  <a:lnTo>
                    <a:pt x="1310640" y="263651"/>
                  </a:lnTo>
                  <a:lnTo>
                    <a:pt x="1310640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8" name="object 8"/>
            <p:cNvSpPr/>
            <p:nvPr/>
          </p:nvSpPr>
          <p:spPr>
            <a:xfrm>
              <a:off x="5228081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C0D782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9" name="object 9"/>
            <p:cNvSpPr/>
            <p:nvPr/>
          </p:nvSpPr>
          <p:spPr>
            <a:xfrm>
              <a:off x="5228081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915917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00739F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3915917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2605278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1310639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39" y="263651"/>
                  </a:lnTo>
                  <a:lnTo>
                    <a:pt x="1310639" y="0"/>
                  </a:lnTo>
                  <a:close/>
                </a:path>
              </a:pathLst>
            </a:custGeom>
            <a:solidFill>
              <a:srgbClr val="12AAC6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2605278" y="4880609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0" y="263651"/>
                  </a:moveTo>
                  <a:lnTo>
                    <a:pt x="1310639" y="263651"/>
                  </a:lnTo>
                  <a:lnTo>
                    <a:pt x="1310639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1293113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157B85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1293113" y="4880609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0" y="262888"/>
                  </a:moveTo>
                  <a:lnTo>
                    <a:pt x="1293113" y="262888"/>
                  </a:lnTo>
                  <a:lnTo>
                    <a:pt x="1293113" y="0"/>
                  </a:lnTo>
                  <a:lnTo>
                    <a:pt x="0" y="0"/>
                  </a:lnTo>
                  <a:lnTo>
                    <a:pt x="0" y="262888"/>
                  </a:lnTo>
                  <a:close/>
                </a:path>
              </a:pathLst>
            </a:custGeom>
            <a:solidFill>
              <a:srgbClr val="F78562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4880609"/>
              <a:ext cx="1293495" cy="262890"/>
            </a:xfrm>
            <a:custGeom>
              <a:avLst/>
              <a:gdLst/>
              <a:ahLst/>
              <a:cxnLst/>
              <a:rect l="l" t="t" r="r" b="b"/>
              <a:pathLst>
                <a:path w="1293495" h="262889">
                  <a:moveTo>
                    <a:pt x="1293113" y="262888"/>
                  </a:moveTo>
                  <a:lnTo>
                    <a:pt x="1293113" y="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379137" y="59856"/>
            <a:ext cx="606171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1600" b="1" spc="55" dirty="0">
                <a:latin typeface="Tahoma"/>
                <a:cs typeface="Tahoma"/>
              </a:rPr>
              <a:t>CONTOH</a:t>
            </a:r>
            <a:r>
              <a:rPr sz="1600" b="1" spc="-215" dirty="0">
                <a:latin typeface="Tahoma"/>
                <a:cs typeface="Tahoma"/>
              </a:rPr>
              <a:t> </a:t>
            </a:r>
            <a:r>
              <a:rPr sz="1600" b="1" spc="75" dirty="0">
                <a:latin typeface="Tahoma"/>
                <a:cs typeface="Tahoma"/>
              </a:rPr>
              <a:t>SOAL</a:t>
            </a:r>
            <a:r>
              <a:rPr sz="1600" b="1" spc="-245" dirty="0">
                <a:latin typeface="Tahoma"/>
                <a:cs typeface="Tahoma"/>
              </a:rPr>
              <a:t> </a:t>
            </a:r>
            <a:r>
              <a:rPr sz="1600" b="1" spc="-125" dirty="0">
                <a:latin typeface="Tahoma"/>
                <a:cs typeface="Tahoma"/>
              </a:rPr>
              <a:t>POLINOMIAL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6276" y="337820"/>
            <a:ext cx="2467610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070C0"/>
                </a:solidFill>
                <a:latin typeface="Arial"/>
                <a:cs typeface="Arial"/>
              </a:rPr>
              <a:t>Diketahui</a:t>
            </a:r>
            <a:r>
              <a:rPr sz="1400" b="1" spc="-3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0070C0"/>
                </a:solidFill>
                <a:latin typeface="Arial"/>
                <a:cs typeface="Arial"/>
              </a:rPr>
              <a:t>data</a:t>
            </a:r>
            <a:r>
              <a:rPr sz="1400" b="1" spc="-3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0070C0"/>
                </a:solidFill>
                <a:latin typeface="Arial"/>
                <a:cs typeface="Arial"/>
              </a:rPr>
              <a:t>(D)</a:t>
            </a:r>
            <a:r>
              <a:rPr sz="1400" b="1" spc="-3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0070C0"/>
                </a:solidFill>
                <a:latin typeface="Arial"/>
                <a:cs typeface="Arial"/>
              </a:rPr>
              <a:t>=</a:t>
            </a:r>
            <a:r>
              <a:rPr sz="1400" b="1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0070C0"/>
                </a:solidFill>
                <a:latin typeface="Arial"/>
                <a:cs typeface="Arial"/>
              </a:rPr>
              <a:t>1</a:t>
            </a:r>
            <a:r>
              <a:rPr sz="1400" b="1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0070C0"/>
                </a:solidFill>
                <a:latin typeface="Arial"/>
                <a:cs typeface="Arial"/>
              </a:rPr>
              <a:t>0</a:t>
            </a:r>
            <a:r>
              <a:rPr sz="1400" b="1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0070C0"/>
                </a:solidFill>
                <a:latin typeface="Arial"/>
                <a:cs typeface="Arial"/>
              </a:rPr>
              <a:t>0</a:t>
            </a:r>
            <a:r>
              <a:rPr sz="1400" b="1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0070C0"/>
                </a:solidFill>
                <a:latin typeface="Arial"/>
                <a:cs typeface="Arial"/>
              </a:rPr>
              <a:t>1</a:t>
            </a:r>
            <a:r>
              <a:rPr sz="1400" b="1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0070C0"/>
                </a:solidFill>
                <a:latin typeface="Arial"/>
                <a:cs typeface="Arial"/>
              </a:rPr>
              <a:t>1</a:t>
            </a:r>
            <a:endParaRPr sz="1400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ID" sz="1400" b="1" dirty="0">
                <a:solidFill>
                  <a:srgbClr val="0070C0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g(1) = {1 0 </a:t>
            </a:r>
            <a:r>
              <a:rPr lang="id-ID" sz="1400" b="1" dirty="0">
                <a:solidFill>
                  <a:srgbClr val="0070C0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0</a:t>
            </a:r>
            <a:r>
              <a:rPr lang="en-ID" sz="1400" b="1" dirty="0">
                <a:solidFill>
                  <a:srgbClr val="0070C0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}</a:t>
            </a:r>
          </a:p>
          <a:p>
            <a:r>
              <a:rPr lang="en-ID" sz="1400" b="1" dirty="0">
                <a:solidFill>
                  <a:srgbClr val="0070C0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g(2) = {1 1 </a:t>
            </a:r>
            <a:r>
              <a:rPr lang="id-ID" sz="1400" b="1" dirty="0">
                <a:solidFill>
                  <a:srgbClr val="0070C0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1</a:t>
            </a:r>
            <a:r>
              <a:rPr lang="en-ID" sz="1400" b="1" dirty="0">
                <a:solidFill>
                  <a:srgbClr val="0070C0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}</a:t>
            </a:r>
            <a:endParaRPr lang="id-ID" sz="1400" b="1" dirty="0">
              <a:solidFill>
                <a:srgbClr val="0070C0"/>
              </a:solidFill>
              <a:latin typeface="Times New Roman" panose="02020603050405020304" pitchFamily="18" charset="0"/>
              <a:ea typeface="Nunito"/>
              <a:cs typeface="Times New Roman" panose="02020603050405020304" pitchFamily="18" charset="0"/>
              <a:sym typeface="Nunito"/>
            </a:endParaRPr>
          </a:p>
          <a:p>
            <a:r>
              <a:rPr lang="id-ID" sz="1400" b="1" dirty="0">
                <a:solidFill>
                  <a:srgbClr val="0070C0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g(3) = {1 0 1}</a:t>
            </a:r>
            <a:endParaRPr lang="en-ID" sz="1400" b="1" dirty="0">
              <a:solidFill>
                <a:srgbClr val="0070C0"/>
              </a:solidFill>
              <a:latin typeface="Times New Roman" panose="02020603050405020304" pitchFamily="18" charset="0"/>
              <a:ea typeface="Nunito"/>
              <a:cs typeface="Times New Roman" panose="02020603050405020304" pitchFamily="18" charset="0"/>
              <a:sym typeface="Nunito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CE856E1-73BC-C8EB-1D20-158E6AA47867}"/>
              </a:ext>
            </a:extLst>
          </p:cNvPr>
          <p:cNvGrpSpPr/>
          <p:nvPr/>
        </p:nvGrpSpPr>
        <p:grpSpPr>
          <a:xfrm>
            <a:off x="80373" y="1398341"/>
            <a:ext cx="739080" cy="647547"/>
            <a:chOff x="26812" y="1266658"/>
            <a:chExt cx="554310" cy="485660"/>
          </a:xfrm>
        </p:grpSpPr>
        <p:sp>
          <p:nvSpPr>
            <p:cNvPr id="44" name="Google Shape;1376;p61">
              <a:extLst>
                <a:ext uri="{FF2B5EF4-FFF2-40B4-BE49-F238E27FC236}">
                  <a16:creationId xmlns:a16="http://schemas.microsoft.com/office/drawing/2014/main" id="{4DD99A78-03DD-A903-286A-713D5B83DDBC}"/>
                </a:ext>
              </a:extLst>
            </p:cNvPr>
            <p:cNvSpPr/>
            <p:nvPr/>
          </p:nvSpPr>
          <p:spPr>
            <a:xfrm rot="-2461544">
              <a:off x="87016" y="1302321"/>
              <a:ext cx="494106" cy="449997"/>
            </a:xfrm>
            <a:custGeom>
              <a:avLst/>
              <a:gdLst/>
              <a:ahLst/>
              <a:cxnLst/>
              <a:rect l="l" t="t" r="r" b="b"/>
              <a:pathLst>
                <a:path w="36927" h="30664" extrusionOk="0">
                  <a:moveTo>
                    <a:pt x="19198" y="0"/>
                  </a:moveTo>
                  <a:cubicBezTo>
                    <a:pt x="17850" y="0"/>
                    <a:pt x="16505" y="119"/>
                    <a:pt x="15227" y="301"/>
                  </a:cubicBezTo>
                  <a:cubicBezTo>
                    <a:pt x="9390" y="1125"/>
                    <a:pt x="1081" y="3075"/>
                    <a:pt x="368" y="10115"/>
                  </a:cubicBezTo>
                  <a:cubicBezTo>
                    <a:pt x="0" y="13802"/>
                    <a:pt x="3230" y="18001"/>
                    <a:pt x="5625" y="20530"/>
                  </a:cubicBezTo>
                  <a:cubicBezTo>
                    <a:pt x="8822" y="23905"/>
                    <a:pt x="11774" y="27102"/>
                    <a:pt x="15951" y="29285"/>
                  </a:cubicBezTo>
                  <a:cubicBezTo>
                    <a:pt x="17796" y="30247"/>
                    <a:pt x="19900" y="30664"/>
                    <a:pt x="22026" y="30664"/>
                  </a:cubicBezTo>
                  <a:cubicBezTo>
                    <a:pt x="24674" y="30664"/>
                    <a:pt x="27357" y="30017"/>
                    <a:pt x="29619" y="28973"/>
                  </a:cubicBezTo>
                  <a:cubicBezTo>
                    <a:pt x="32649" y="27581"/>
                    <a:pt x="34498" y="24361"/>
                    <a:pt x="35511" y="21242"/>
                  </a:cubicBezTo>
                  <a:cubicBezTo>
                    <a:pt x="36926" y="16932"/>
                    <a:pt x="35456" y="12454"/>
                    <a:pt x="33027" y="8811"/>
                  </a:cubicBezTo>
                  <a:cubicBezTo>
                    <a:pt x="31680" y="6795"/>
                    <a:pt x="30076" y="4790"/>
                    <a:pt x="28338" y="3086"/>
                  </a:cubicBezTo>
                  <a:cubicBezTo>
                    <a:pt x="26923" y="1705"/>
                    <a:pt x="25163" y="880"/>
                    <a:pt x="23270" y="435"/>
                  </a:cubicBezTo>
                  <a:cubicBezTo>
                    <a:pt x="21957" y="125"/>
                    <a:pt x="20576" y="0"/>
                    <a:pt x="19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Google Shape;1378;p61">
              <a:extLst>
                <a:ext uri="{FF2B5EF4-FFF2-40B4-BE49-F238E27FC236}">
                  <a16:creationId xmlns:a16="http://schemas.microsoft.com/office/drawing/2014/main" id="{53993A68-C975-86BA-2F16-8FE7A160E7CC}"/>
                </a:ext>
              </a:extLst>
            </p:cNvPr>
            <p:cNvSpPr txBox="1"/>
            <p:nvPr/>
          </p:nvSpPr>
          <p:spPr>
            <a:xfrm>
              <a:off x="26812" y="1266658"/>
              <a:ext cx="485418" cy="45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00" b="1" dirty="0">
                  <a:latin typeface="Times New Roman" panose="02020603050405020304" pitchFamily="18" charset="0"/>
                  <a:ea typeface="Caveat"/>
                  <a:cs typeface="Times New Roman" panose="02020603050405020304" pitchFamily="18" charset="0"/>
                  <a:sym typeface="Caveat"/>
                </a:rPr>
                <a:t>1</a:t>
              </a:r>
              <a:endParaRPr sz="1400" b="1" dirty="0">
                <a:latin typeface="Times New Roman" panose="02020603050405020304" pitchFamily="18" charset="0"/>
                <a:ea typeface="Caveat"/>
                <a:cs typeface="Times New Roman" panose="02020603050405020304" pitchFamily="18" charset="0"/>
                <a:sym typeface="Caveat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20F7C4D7-AE43-DCEE-CE2E-A2FB2E2BFF20}"/>
              </a:ext>
            </a:extLst>
          </p:cNvPr>
          <p:cNvSpPr txBox="1"/>
          <p:nvPr/>
        </p:nvSpPr>
        <p:spPr>
          <a:xfrm>
            <a:off x="806380" y="1545758"/>
            <a:ext cx="36750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Kalikan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(d)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g(1)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37FFCA3-2A05-9876-DA01-B862647F3ABB}"/>
              </a:ext>
            </a:extLst>
          </p:cNvPr>
          <p:cNvGrpSpPr/>
          <p:nvPr/>
        </p:nvGrpSpPr>
        <p:grpSpPr>
          <a:xfrm>
            <a:off x="1177149" y="1794580"/>
            <a:ext cx="2030236" cy="531183"/>
            <a:chOff x="3323088" y="1862622"/>
            <a:chExt cx="1522676" cy="398387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6AEA3CD-FC54-D36F-1204-71AA45B2F10A}"/>
                </a:ext>
              </a:extLst>
            </p:cNvPr>
            <p:cNvSpPr txBox="1"/>
            <p:nvPr/>
          </p:nvSpPr>
          <p:spPr>
            <a:xfrm>
              <a:off x="3596852" y="1862622"/>
              <a:ext cx="1248912" cy="3924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id-ID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1 0 0 1 1</a:t>
              </a:r>
              <a:endPara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/>
              <a:r>
                <a:rPr lang="id-ID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1 0 0</a:t>
              </a:r>
              <a:endPara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AC8A5FC-6914-72F0-E984-4C00C5250006}"/>
                </a:ext>
              </a:extLst>
            </p:cNvPr>
            <p:cNvCxnSpPr>
              <a:cxnSpLocks/>
            </p:cNvCxnSpPr>
            <p:nvPr/>
          </p:nvCxnSpPr>
          <p:spPr>
            <a:xfrm>
              <a:off x="3323088" y="2261009"/>
              <a:ext cx="9763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F9F87F5-2DC3-027E-53FB-83C036D43B3B}"/>
                </a:ext>
              </a:extLst>
            </p:cNvPr>
            <p:cNvSpPr txBox="1"/>
            <p:nvPr/>
          </p:nvSpPr>
          <p:spPr>
            <a:xfrm>
              <a:off x="4166751" y="1964662"/>
              <a:ext cx="222370" cy="2308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7F1B22BA-B894-7F81-E34F-5AF0864B769A}"/>
              </a:ext>
            </a:extLst>
          </p:cNvPr>
          <p:cNvSpPr txBox="1"/>
          <p:nvPr/>
        </p:nvSpPr>
        <p:spPr>
          <a:xfrm>
            <a:off x="1564503" y="2284020"/>
            <a:ext cx="14693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0 0 0 0 0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CEBD75-D7B9-B3A0-7385-83373C913D56}"/>
              </a:ext>
            </a:extLst>
          </p:cNvPr>
          <p:cNvSpPr txBox="1"/>
          <p:nvPr/>
        </p:nvSpPr>
        <p:spPr>
          <a:xfrm>
            <a:off x="1237595" y="2708791"/>
            <a:ext cx="12231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1 1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08B6AF-4A32-E2B2-DF37-794FB78F38BF}"/>
              </a:ext>
            </a:extLst>
          </p:cNvPr>
          <p:cNvCxnSpPr>
            <a:cxnSpLocks/>
          </p:cNvCxnSpPr>
          <p:nvPr/>
        </p:nvCxnSpPr>
        <p:spPr>
          <a:xfrm>
            <a:off x="624870" y="2971616"/>
            <a:ext cx="193128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B5C486F-45E6-8716-0BD5-6F24371CFB8B}"/>
              </a:ext>
            </a:extLst>
          </p:cNvPr>
          <p:cNvSpPr txBox="1"/>
          <p:nvPr/>
        </p:nvSpPr>
        <p:spPr>
          <a:xfrm>
            <a:off x="1282366" y="2939286"/>
            <a:ext cx="1463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1 0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2385D3-E881-7205-5C2D-9C2D0F69A653}"/>
              </a:ext>
            </a:extLst>
          </p:cNvPr>
          <p:cNvSpPr txBox="1"/>
          <p:nvPr/>
        </p:nvSpPr>
        <p:spPr>
          <a:xfrm>
            <a:off x="590859" y="3210168"/>
            <a:ext cx="22939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C(1) =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1 0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6CE695B-BC98-9E72-6958-890D066FC3BA}"/>
                  </a:ext>
                </a:extLst>
              </p:cNvPr>
              <p:cNvSpPr txBox="1"/>
              <p:nvPr/>
            </p:nvSpPr>
            <p:spPr>
              <a:xfrm>
                <a:off x="2227481" y="2686617"/>
                <a:ext cx="4679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Palanquin" panose="020B0004020203020204" pitchFamily="34" charset="0"/>
                        </a:rPr>
                        <m:t>⊕</m:t>
                      </m:r>
                    </m:oMath>
                  </m:oMathPara>
                </a14:m>
                <a:endParaRPr lang="en-ID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6CE695B-BC98-9E72-6958-890D066FC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7481" y="2686617"/>
                <a:ext cx="467949" cy="307777"/>
              </a:xfrm>
              <a:prstGeom prst="rect">
                <a:avLst/>
              </a:prstGeom>
              <a:blipFill>
                <a:blip r:embed="rId2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ACECB82F-DC11-FB21-CC36-8AD45CF29283}"/>
              </a:ext>
            </a:extLst>
          </p:cNvPr>
          <p:cNvSpPr txBox="1"/>
          <p:nvPr/>
        </p:nvSpPr>
        <p:spPr>
          <a:xfrm>
            <a:off x="3917231" y="1108807"/>
            <a:ext cx="33599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Kalikan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(d)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g(2)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E93E8F5-7FE7-E2B2-5C78-16DEB823F7C5}"/>
              </a:ext>
            </a:extLst>
          </p:cNvPr>
          <p:cNvGrpSpPr/>
          <p:nvPr/>
        </p:nvGrpSpPr>
        <p:grpSpPr>
          <a:xfrm>
            <a:off x="3215303" y="970539"/>
            <a:ext cx="739080" cy="647547"/>
            <a:chOff x="3097290" y="732841"/>
            <a:chExt cx="554310" cy="485660"/>
          </a:xfrm>
        </p:grpSpPr>
        <p:sp>
          <p:nvSpPr>
            <p:cNvPr id="59" name="Google Shape;1376;p61">
              <a:extLst>
                <a:ext uri="{FF2B5EF4-FFF2-40B4-BE49-F238E27FC236}">
                  <a16:creationId xmlns:a16="http://schemas.microsoft.com/office/drawing/2014/main" id="{9B70D2C9-4ED5-7A23-F225-AEAEF82872A8}"/>
                </a:ext>
              </a:extLst>
            </p:cNvPr>
            <p:cNvSpPr/>
            <p:nvPr/>
          </p:nvSpPr>
          <p:spPr>
            <a:xfrm rot="-2461544">
              <a:off x="3157494" y="768504"/>
              <a:ext cx="494106" cy="449997"/>
            </a:xfrm>
            <a:custGeom>
              <a:avLst/>
              <a:gdLst/>
              <a:ahLst/>
              <a:cxnLst/>
              <a:rect l="l" t="t" r="r" b="b"/>
              <a:pathLst>
                <a:path w="36927" h="30664" extrusionOk="0">
                  <a:moveTo>
                    <a:pt x="19198" y="0"/>
                  </a:moveTo>
                  <a:cubicBezTo>
                    <a:pt x="17850" y="0"/>
                    <a:pt x="16505" y="119"/>
                    <a:pt x="15227" y="301"/>
                  </a:cubicBezTo>
                  <a:cubicBezTo>
                    <a:pt x="9390" y="1125"/>
                    <a:pt x="1081" y="3075"/>
                    <a:pt x="368" y="10115"/>
                  </a:cubicBezTo>
                  <a:cubicBezTo>
                    <a:pt x="0" y="13802"/>
                    <a:pt x="3230" y="18001"/>
                    <a:pt x="5625" y="20530"/>
                  </a:cubicBezTo>
                  <a:cubicBezTo>
                    <a:pt x="8822" y="23905"/>
                    <a:pt x="11774" y="27102"/>
                    <a:pt x="15951" y="29285"/>
                  </a:cubicBezTo>
                  <a:cubicBezTo>
                    <a:pt x="17796" y="30247"/>
                    <a:pt x="19900" y="30664"/>
                    <a:pt x="22026" y="30664"/>
                  </a:cubicBezTo>
                  <a:cubicBezTo>
                    <a:pt x="24674" y="30664"/>
                    <a:pt x="27357" y="30017"/>
                    <a:pt x="29619" y="28973"/>
                  </a:cubicBezTo>
                  <a:cubicBezTo>
                    <a:pt x="32649" y="27581"/>
                    <a:pt x="34498" y="24361"/>
                    <a:pt x="35511" y="21242"/>
                  </a:cubicBezTo>
                  <a:cubicBezTo>
                    <a:pt x="36926" y="16932"/>
                    <a:pt x="35456" y="12454"/>
                    <a:pt x="33027" y="8811"/>
                  </a:cubicBezTo>
                  <a:cubicBezTo>
                    <a:pt x="31680" y="6795"/>
                    <a:pt x="30076" y="4790"/>
                    <a:pt x="28338" y="3086"/>
                  </a:cubicBezTo>
                  <a:cubicBezTo>
                    <a:pt x="26923" y="1705"/>
                    <a:pt x="25163" y="880"/>
                    <a:pt x="23270" y="435"/>
                  </a:cubicBezTo>
                  <a:cubicBezTo>
                    <a:pt x="21957" y="125"/>
                    <a:pt x="20576" y="0"/>
                    <a:pt x="19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Google Shape;1378;p61">
              <a:extLst>
                <a:ext uri="{FF2B5EF4-FFF2-40B4-BE49-F238E27FC236}">
                  <a16:creationId xmlns:a16="http://schemas.microsoft.com/office/drawing/2014/main" id="{3A28C201-EB64-2AA8-A0AE-349BA0E0CB20}"/>
                </a:ext>
              </a:extLst>
            </p:cNvPr>
            <p:cNvSpPr txBox="1"/>
            <p:nvPr/>
          </p:nvSpPr>
          <p:spPr>
            <a:xfrm>
              <a:off x="3097290" y="732841"/>
              <a:ext cx="485418" cy="45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00" b="1" dirty="0">
                  <a:latin typeface="Times New Roman" panose="02020603050405020304" pitchFamily="18" charset="0"/>
                  <a:ea typeface="Caveat"/>
                  <a:cs typeface="Times New Roman" panose="02020603050405020304" pitchFamily="18" charset="0"/>
                  <a:sym typeface="Caveat"/>
                </a:rPr>
                <a:t>2</a:t>
              </a:r>
              <a:r>
                <a:rPr lang="id-ID" sz="1400" b="1" dirty="0">
                  <a:latin typeface="Times New Roman" panose="02020603050405020304" pitchFamily="18" charset="0"/>
                  <a:ea typeface="Caveat"/>
                  <a:cs typeface="Times New Roman" panose="02020603050405020304" pitchFamily="18" charset="0"/>
                  <a:sym typeface="Caveat"/>
                </a:rPr>
                <a:t>.</a:t>
              </a:r>
              <a:endParaRPr sz="1400" b="1" dirty="0">
                <a:latin typeface="Times New Roman" panose="02020603050405020304" pitchFamily="18" charset="0"/>
                <a:ea typeface="Caveat"/>
                <a:cs typeface="Times New Roman" panose="02020603050405020304" pitchFamily="18" charset="0"/>
                <a:sym typeface="Caveat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B1B108BF-31E3-0D60-563D-B6A9741FE661}"/>
              </a:ext>
            </a:extLst>
          </p:cNvPr>
          <p:cNvSpPr txBox="1"/>
          <p:nvPr/>
        </p:nvSpPr>
        <p:spPr>
          <a:xfrm>
            <a:off x="6634316" y="1807922"/>
            <a:ext cx="33930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Kalikan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(d)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g(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3EB72C9-3884-5A70-396D-0B931D9A4797}"/>
              </a:ext>
            </a:extLst>
          </p:cNvPr>
          <p:cNvGrpSpPr/>
          <p:nvPr/>
        </p:nvGrpSpPr>
        <p:grpSpPr>
          <a:xfrm>
            <a:off x="5827609" y="1684008"/>
            <a:ext cx="739080" cy="647547"/>
            <a:chOff x="3097290" y="732841"/>
            <a:chExt cx="554310" cy="485660"/>
          </a:xfrm>
        </p:grpSpPr>
        <p:sp>
          <p:nvSpPr>
            <p:cNvPr id="63" name="Google Shape;1376;p61">
              <a:extLst>
                <a:ext uri="{FF2B5EF4-FFF2-40B4-BE49-F238E27FC236}">
                  <a16:creationId xmlns:a16="http://schemas.microsoft.com/office/drawing/2014/main" id="{4D7696B7-92F8-FFB8-B40D-DA0856685565}"/>
                </a:ext>
              </a:extLst>
            </p:cNvPr>
            <p:cNvSpPr/>
            <p:nvPr/>
          </p:nvSpPr>
          <p:spPr>
            <a:xfrm rot="-2461544">
              <a:off x="3157494" y="768504"/>
              <a:ext cx="494106" cy="449997"/>
            </a:xfrm>
            <a:custGeom>
              <a:avLst/>
              <a:gdLst/>
              <a:ahLst/>
              <a:cxnLst/>
              <a:rect l="l" t="t" r="r" b="b"/>
              <a:pathLst>
                <a:path w="36927" h="30664" extrusionOk="0">
                  <a:moveTo>
                    <a:pt x="19198" y="0"/>
                  </a:moveTo>
                  <a:cubicBezTo>
                    <a:pt x="17850" y="0"/>
                    <a:pt x="16505" y="119"/>
                    <a:pt x="15227" y="301"/>
                  </a:cubicBezTo>
                  <a:cubicBezTo>
                    <a:pt x="9390" y="1125"/>
                    <a:pt x="1081" y="3075"/>
                    <a:pt x="368" y="10115"/>
                  </a:cubicBezTo>
                  <a:cubicBezTo>
                    <a:pt x="0" y="13802"/>
                    <a:pt x="3230" y="18001"/>
                    <a:pt x="5625" y="20530"/>
                  </a:cubicBezTo>
                  <a:cubicBezTo>
                    <a:pt x="8822" y="23905"/>
                    <a:pt x="11774" y="27102"/>
                    <a:pt x="15951" y="29285"/>
                  </a:cubicBezTo>
                  <a:cubicBezTo>
                    <a:pt x="17796" y="30247"/>
                    <a:pt x="19900" y="30664"/>
                    <a:pt x="22026" y="30664"/>
                  </a:cubicBezTo>
                  <a:cubicBezTo>
                    <a:pt x="24674" y="30664"/>
                    <a:pt x="27357" y="30017"/>
                    <a:pt x="29619" y="28973"/>
                  </a:cubicBezTo>
                  <a:cubicBezTo>
                    <a:pt x="32649" y="27581"/>
                    <a:pt x="34498" y="24361"/>
                    <a:pt x="35511" y="21242"/>
                  </a:cubicBezTo>
                  <a:cubicBezTo>
                    <a:pt x="36926" y="16932"/>
                    <a:pt x="35456" y="12454"/>
                    <a:pt x="33027" y="8811"/>
                  </a:cubicBezTo>
                  <a:cubicBezTo>
                    <a:pt x="31680" y="6795"/>
                    <a:pt x="30076" y="4790"/>
                    <a:pt x="28338" y="3086"/>
                  </a:cubicBezTo>
                  <a:cubicBezTo>
                    <a:pt x="26923" y="1705"/>
                    <a:pt x="25163" y="880"/>
                    <a:pt x="23270" y="435"/>
                  </a:cubicBezTo>
                  <a:cubicBezTo>
                    <a:pt x="21957" y="125"/>
                    <a:pt x="20576" y="0"/>
                    <a:pt x="19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Google Shape;1378;p61">
              <a:extLst>
                <a:ext uri="{FF2B5EF4-FFF2-40B4-BE49-F238E27FC236}">
                  <a16:creationId xmlns:a16="http://schemas.microsoft.com/office/drawing/2014/main" id="{94AC97F7-A2E4-0173-9657-A9A802BBD992}"/>
                </a:ext>
              </a:extLst>
            </p:cNvPr>
            <p:cNvSpPr txBox="1"/>
            <p:nvPr/>
          </p:nvSpPr>
          <p:spPr>
            <a:xfrm>
              <a:off x="3097290" y="732841"/>
              <a:ext cx="485418" cy="45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00" b="1" dirty="0">
                  <a:latin typeface="Times New Roman" panose="02020603050405020304" pitchFamily="18" charset="0"/>
                  <a:ea typeface="Caveat"/>
                  <a:cs typeface="Times New Roman" panose="02020603050405020304" pitchFamily="18" charset="0"/>
                  <a:sym typeface="Caveat"/>
                </a:rPr>
                <a:t>3</a:t>
              </a:r>
              <a:endParaRPr sz="1400" b="1" dirty="0">
                <a:latin typeface="Times New Roman" panose="02020603050405020304" pitchFamily="18" charset="0"/>
                <a:ea typeface="Caveat"/>
                <a:cs typeface="Times New Roman" panose="02020603050405020304" pitchFamily="18" charset="0"/>
                <a:sym typeface="Caveat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02C0D30E-6C5A-EDF6-93EB-E28DFC03F763}"/>
              </a:ext>
            </a:extLst>
          </p:cNvPr>
          <p:cNvSpPr txBox="1"/>
          <p:nvPr/>
        </p:nvSpPr>
        <p:spPr>
          <a:xfrm>
            <a:off x="1419121" y="2494294"/>
            <a:ext cx="11529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0 0 0 0 0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DC5561A-16D2-97F1-E599-F81859C782F9}"/>
              </a:ext>
            </a:extLst>
          </p:cNvPr>
          <p:cNvGrpSpPr/>
          <p:nvPr/>
        </p:nvGrpSpPr>
        <p:grpSpPr>
          <a:xfrm>
            <a:off x="4038313" y="1362922"/>
            <a:ext cx="1957493" cy="532352"/>
            <a:chOff x="3323088" y="1861745"/>
            <a:chExt cx="1468119" cy="399264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0E27F3D-4D6C-37A4-B5D6-4BEE2EE4AD91}"/>
                </a:ext>
              </a:extLst>
            </p:cNvPr>
            <p:cNvSpPr txBox="1"/>
            <p:nvPr/>
          </p:nvSpPr>
          <p:spPr>
            <a:xfrm>
              <a:off x="3542295" y="1861745"/>
              <a:ext cx="1248912" cy="3924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id-ID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1 0 0 1 1</a:t>
              </a:r>
              <a:endPara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/>
              <a:r>
                <a:rPr lang="id-ID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1 1 1</a:t>
              </a:r>
              <a:endPara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C661280-0109-7725-B85E-148F4EED101A}"/>
                </a:ext>
              </a:extLst>
            </p:cNvPr>
            <p:cNvCxnSpPr>
              <a:cxnSpLocks/>
            </p:cNvCxnSpPr>
            <p:nvPr/>
          </p:nvCxnSpPr>
          <p:spPr>
            <a:xfrm>
              <a:off x="3323088" y="2261009"/>
              <a:ext cx="9763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BD3356A-0B59-9FB9-047A-E83BD2B9A145}"/>
                </a:ext>
              </a:extLst>
            </p:cNvPr>
            <p:cNvSpPr txBox="1"/>
            <p:nvPr/>
          </p:nvSpPr>
          <p:spPr>
            <a:xfrm>
              <a:off x="4166751" y="1964662"/>
              <a:ext cx="222370" cy="2308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5B382A31-0BA2-7B7C-84E8-746F353F6649}"/>
              </a:ext>
            </a:extLst>
          </p:cNvPr>
          <p:cNvSpPr txBox="1"/>
          <p:nvPr/>
        </p:nvSpPr>
        <p:spPr>
          <a:xfrm>
            <a:off x="4125823" y="2249261"/>
            <a:ext cx="12177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1 1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9517014-8C36-06C9-56AD-55B4D220E9AB}"/>
              </a:ext>
            </a:extLst>
          </p:cNvPr>
          <p:cNvCxnSpPr>
            <a:cxnSpLocks/>
          </p:cNvCxnSpPr>
          <p:nvPr/>
        </p:nvCxnSpPr>
        <p:spPr>
          <a:xfrm>
            <a:off x="3444351" y="2535687"/>
            <a:ext cx="193128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7E3B7BC-FF66-5725-DB11-8EDF4343E0F5}"/>
              </a:ext>
            </a:extLst>
          </p:cNvPr>
          <p:cNvSpPr txBox="1"/>
          <p:nvPr/>
        </p:nvSpPr>
        <p:spPr>
          <a:xfrm>
            <a:off x="4185781" y="2497225"/>
            <a:ext cx="1463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1 1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314FB0D-2D6D-9B20-0DB3-EDD0DC8508BB}"/>
              </a:ext>
            </a:extLst>
          </p:cNvPr>
          <p:cNvSpPr txBox="1"/>
          <p:nvPr/>
        </p:nvSpPr>
        <p:spPr>
          <a:xfrm>
            <a:off x="3355124" y="2812360"/>
            <a:ext cx="22939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C(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1 1 1 1 0 0 1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0F3B95F-89F5-F53A-4AB9-DD55A002240B}"/>
                  </a:ext>
                </a:extLst>
              </p:cNvPr>
              <p:cNvSpPr txBox="1"/>
              <p:nvPr/>
            </p:nvSpPr>
            <p:spPr>
              <a:xfrm>
                <a:off x="5096770" y="2258886"/>
                <a:ext cx="4679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Palanquin" panose="020B0004020203020204" pitchFamily="34" charset="0"/>
                        </a:rPr>
                        <m:t>⊕</m:t>
                      </m:r>
                    </m:oMath>
                  </m:oMathPara>
                </a14:m>
                <a:endParaRPr lang="en-ID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0F3B95F-89F5-F53A-4AB9-DD55A0022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770" y="2258886"/>
                <a:ext cx="467949" cy="307777"/>
              </a:xfrm>
              <a:prstGeom prst="rect">
                <a:avLst/>
              </a:prstGeom>
              <a:blipFill>
                <a:blip r:embed="rId2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E1615F3D-DBF0-E394-6B69-59CD115AAD48}"/>
              </a:ext>
            </a:extLst>
          </p:cNvPr>
          <p:cNvSpPr txBox="1"/>
          <p:nvPr/>
        </p:nvSpPr>
        <p:spPr>
          <a:xfrm>
            <a:off x="4409993" y="1867744"/>
            <a:ext cx="12177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1 1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B13CDB0-7351-CF5D-76FC-B41C5D44BCB8}"/>
              </a:ext>
            </a:extLst>
          </p:cNvPr>
          <p:cNvSpPr txBox="1"/>
          <p:nvPr/>
        </p:nvSpPr>
        <p:spPr>
          <a:xfrm>
            <a:off x="4257259" y="2072514"/>
            <a:ext cx="12177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1 1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4E7F672-730D-960B-414F-7272ABB41281}"/>
              </a:ext>
            </a:extLst>
          </p:cNvPr>
          <p:cNvGrpSpPr/>
          <p:nvPr/>
        </p:nvGrpSpPr>
        <p:grpSpPr>
          <a:xfrm>
            <a:off x="7357862" y="2279580"/>
            <a:ext cx="1917573" cy="532843"/>
            <a:chOff x="3323088" y="1861377"/>
            <a:chExt cx="1438179" cy="399632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1BD6D5B-035D-8AF1-A851-6CF83672A689}"/>
                </a:ext>
              </a:extLst>
            </p:cNvPr>
            <p:cNvSpPr txBox="1"/>
            <p:nvPr/>
          </p:nvSpPr>
          <p:spPr>
            <a:xfrm>
              <a:off x="3512355" y="1861377"/>
              <a:ext cx="1248912" cy="3924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id-ID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1 0 0 1 1</a:t>
              </a:r>
              <a:endPara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/>
              <a:r>
                <a:rPr lang="id-ID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1 0 1</a:t>
              </a:r>
              <a:endPara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848FFFF3-0B2D-9A57-A049-58A248E0C2E4}"/>
                </a:ext>
              </a:extLst>
            </p:cNvPr>
            <p:cNvCxnSpPr>
              <a:cxnSpLocks/>
            </p:cNvCxnSpPr>
            <p:nvPr/>
          </p:nvCxnSpPr>
          <p:spPr>
            <a:xfrm>
              <a:off x="3323088" y="2261009"/>
              <a:ext cx="9763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8962532-7A54-E37E-F469-3C897E450D68}"/>
                </a:ext>
              </a:extLst>
            </p:cNvPr>
            <p:cNvSpPr txBox="1"/>
            <p:nvPr/>
          </p:nvSpPr>
          <p:spPr>
            <a:xfrm>
              <a:off x="4166751" y="1964662"/>
              <a:ext cx="222370" cy="2308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D1C1EC35-2B40-70DD-7A4E-F39FDF526BF6}"/>
              </a:ext>
            </a:extLst>
          </p:cNvPr>
          <p:cNvSpPr txBox="1"/>
          <p:nvPr/>
        </p:nvSpPr>
        <p:spPr>
          <a:xfrm>
            <a:off x="7451263" y="3277653"/>
            <a:ext cx="12177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1 1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1744104-A14B-9BEA-99B3-C3ED6D7BD1CC}"/>
              </a:ext>
            </a:extLst>
          </p:cNvPr>
          <p:cNvCxnSpPr>
            <a:cxnSpLocks/>
          </p:cNvCxnSpPr>
          <p:nvPr/>
        </p:nvCxnSpPr>
        <p:spPr>
          <a:xfrm>
            <a:off x="6759237" y="3585430"/>
            <a:ext cx="193128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6F3645C7-7F79-EA22-5E1C-8A5C3155F0EA}"/>
              </a:ext>
            </a:extLst>
          </p:cNvPr>
          <p:cNvSpPr txBox="1"/>
          <p:nvPr/>
        </p:nvSpPr>
        <p:spPr>
          <a:xfrm>
            <a:off x="7494815" y="3586355"/>
            <a:ext cx="1463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1 0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AE2550B-A677-9C60-9B7F-F5EB29F6D4F0}"/>
              </a:ext>
            </a:extLst>
          </p:cNvPr>
          <p:cNvSpPr txBox="1"/>
          <p:nvPr/>
        </p:nvSpPr>
        <p:spPr>
          <a:xfrm>
            <a:off x="6648597" y="3875435"/>
            <a:ext cx="22939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C(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1 0 1 1 1 1 1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F7219D2-8696-8F23-5A04-0FC51C1BE57A}"/>
                  </a:ext>
                </a:extLst>
              </p:cNvPr>
              <p:cNvSpPr txBox="1"/>
              <p:nvPr/>
            </p:nvSpPr>
            <p:spPr>
              <a:xfrm>
                <a:off x="8589300" y="3013585"/>
                <a:ext cx="4679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Palanquin" panose="020B0004020203020204" pitchFamily="34" charset="0"/>
                        </a:rPr>
                        <m:t>⊕</m:t>
                      </m:r>
                    </m:oMath>
                  </m:oMathPara>
                </a14:m>
                <a:endParaRPr lang="en-ID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F7219D2-8696-8F23-5A04-0FC51C1BE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9300" y="3013585"/>
                <a:ext cx="467949" cy="307777"/>
              </a:xfrm>
              <a:prstGeom prst="rect">
                <a:avLst/>
              </a:prstGeom>
              <a:blipFill>
                <a:blip r:embed="rId3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>
            <a:extLst>
              <a:ext uri="{FF2B5EF4-FFF2-40B4-BE49-F238E27FC236}">
                <a16:creationId xmlns:a16="http://schemas.microsoft.com/office/drawing/2014/main" id="{549866B3-5346-E301-E6D7-27812C7D53C8}"/>
              </a:ext>
            </a:extLst>
          </p:cNvPr>
          <p:cNvSpPr txBox="1"/>
          <p:nvPr/>
        </p:nvSpPr>
        <p:spPr>
          <a:xfrm>
            <a:off x="7724879" y="2772721"/>
            <a:ext cx="12177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1 1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FD5C536-9098-C5F3-4F71-6B0F742513C9}"/>
              </a:ext>
            </a:extLst>
          </p:cNvPr>
          <p:cNvSpPr txBox="1"/>
          <p:nvPr/>
        </p:nvSpPr>
        <p:spPr>
          <a:xfrm>
            <a:off x="7588599" y="2986374"/>
            <a:ext cx="12177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0 0 0 0 0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500"/>
                            </p:stCondLst>
                            <p:childTnLst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54" grpId="0"/>
      <p:bldP spid="55" grpId="0"/>
      <p:bldP spid="56" grpId="0"/>
      <p:bldP spid="57" grpId="0"/>
      <p:bldP spid="61" grpId="0"/>
      <p:bldP spid="65" grpId="0"/>
      <p:bldP spid="70" grpId="0"/>
      <p:bldP spid="72" grpId="0"/>
      <p:bldP spid="73" grpId="0"/>
      <p:bldP spid="74" grpId="0"/>
      <p:bldP spid="75" grpId="0"/>
      <p:bldP spid="76" grpId="0"/>
      <p:bldP spid="81" grpId="0"/>
      <p:bldP spid="83" grpId="0"/>
      <p:bldP spid="84" grpId="0"/>
      <p:bldP spid="85" grpId="0"/>
      <p:bldP spid="86" grpId="0"/>
      <p:bldP spid="8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CC3E6B6-2ED9-6610-E3D1-1768D78D5E2D}"/>
              </a:ext>
            </a:extLst>
          </p:cNvPr>
          <p:cNvGrpSpPr/>
          <p:nvPr/>
        </p:nvGrpSpPr>
        <p:grpSpPr>
          <a:xfrm>
            <a:off x="1225833" y="309854"/>
            <a:ext cx="739080" cy="647547"/>
            <a:chOff x="3097290" y="732841"/>
            <a:chExt cx="554310" cy="485660"/>
          </a:xfrm>
        </p:grpSpPr>
        <p:sp>
          <p:nvSpPr>
            <p:cNvPr id="5" name="Google Shape;1376;p61">
              <a:extLst>
                <a:ext uri="{FF2B5EF4-FFF2-40B4-BE49-F238E27FC236}">
                  <a16:creationId xmlns:a16="http://schemas.microsoft.com/office/drawing/2014/main" id="{99D00429-64B1-2457-E53B-F1380A09F871}"/>
                </a:ext>
              </a:extLst>
            </p:cNvPr>
            <p:cNvSpPr/>
            <p:nvPr/>
          </p:nvSpPr>
          <p:spPr>
            <a:xfrm rot="-2461544">
              <a:off x="3157494" y="768504"/>
              <a:ext cx="494106" cy="449997"/>
            </a:xfrm>
            <a:custGeom>
              <a:avLst/>
              <a:gdLst/>
              <a:ahLst/>
              <a:cxnLst/>
              <a:rect l="l" t="t" r="r" b="b"/>
              <a:pathLst>
                <a:path w="36927" h="30664" extrusionOk="0">
                  <a:moveTo>
                    <a:pt x="19198" y="0"/>
                  </a:moveTo>
                  <a:cubicBezTo>
                    <a:pt x="17850" y="0"/>
                    <a:pt x="16505" y="119"/>
                    <a:pt x="15227" y="301"/>
                  </a:cubicBezTo>
                  <a:cubicBezTo>
                    <a:pt x="9390" y="1125"/>
                    <a:pt x="1081" y="3075"/>
                    <a:pt x="368" y="10115"/>
                  </a:cubicBezTo>
                  <a:cubicBezTo>
                    <a:pt x="0" y="13802"/>
                    <a:pt x="3230" y="18001"/>
                    <a:pt x="5625" y="20530"/>
                  </a:cubicBezTo>
                  <a:cubicBezTo>
                    <a:pt x="8822" y="23905"/>
                    <a:pt x="11774" y="27102"/>
                    <a:pt x="15951" y="29285"/>
                  </a:cubicBezTo>
                  <a:cubicBezTo>
                    <a:pt x="17796" y="30247"/>
                    <a:pt x="19900" y="30664"/>
                    <a:pt x="22026" y="30664"/>
                  </a:cubicBezTo>
                  <a:cubicBezTo>
                    <a:pt x="24674" y="30664"/>
                    <a:pt x="27357" y="30017"/>
                    <a:pt x="29619" y="28973"/>
                  </a:cubicBezTo>
                  <a:cubicBezTo>
                    <a:pt x="32649" y="27581"/>
                    <a:pt x="34498" y="24361"/>
                    <a:pt x="35511" y="21242"/>
                  </a:cubicBezTo>
                  <a:cubicBezTo>
                    <a:pt x="36926" y="16932"/>
                    <a:pt x="35456" y="12454"/>
                    <a:pt x="33027" y="8811"/>
                  </a:cubicBezTo>
                  <a:cubicBezTo>
                    <a:pt x="31680" y="6795"/>
                    <a:pt x="30076" y="4790"/>
                    <a:pt x="28338" y="3086"/>
                  </a:cubicBezTo>
                  <a:cubicBezTo>
                    <a:pt x="26923" y="1705"/>
                    <a:pt x="25163" y="880"/>
                    <a:pt x="23270" y="435"/>
                  </a:cubicBezTo>
                  <a:cubicBezTo>
                    <a:pt x="21957" y="125"/>
                    <a:pt x="20576" y="0"/>
                    <a:pt x="19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00" b="1">
                <a:latin typeface="Nunito" pitchFamily="2" charset="0"/>
              </a:endParaRPr>
            </a:p>
          </p:txBody>
        </p:sp>
        <p:sp>
          <p:nvSpPr>
            <p:cNvPr id="6" name="Google Shape;1378;p61">
              <a:extLst>
                <a:ext uri="{FF2B5EF4-FFF2-40B4-BE49-F238E27FC236}">
                  <a16:creationId xmlns:a16="http://schemas.microsoft.com/office/drawing/2014/main" id="{F080B30E-A8CD-2669-04E6-0AB2948036F4}"/>
                </a:ext>
              </a:extLst>
            </p:cNvPr>
            <p:cNvSpPr txBox="1"/>
            <p:nvPr/>
          </p:nvSpPr>
          <p:spPr>
            <a:xfrm>
              <a:off x="3097290" y="732841"/>
              <a:ext cx="485418" cy="45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id-ID" sz="1400" b="1" dirty="0">
                  <a:latin typeface="Nunito" pitchFamily="2" charset="0"/>
                  <a:ea typeface="Caveat"/>
                  <a:cs typeface="Caveat"/>
                  <a:sym typeface="Caveat"/>
                </a:rPr>
                <a:t>4.</a:t>
              </a:r>
              <a:endParaRPr sz="1400" b="1" dirty="0">
                <a:latin typeface="Nunito" pitchFamily="2" charset="0"/>
                <a:ea typeface="Caveat"/>
                <a:cs typeface="Caveat"/>
                <a:sym typeface="Caveat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52A3FA9-2811-43E5-E914-2F81E8343121}"/>
              </a:ext>
            </a:extLst>
          </p:cNvPr>
          <p:cNvSpPr txBox="1"/>
          <p:nvPr/>
        </p:nvSpPr>
        <p:spPr>
          <a:xfrm>
            <a:off x="1873057" y="2252016"/>
            <a:ext cx="42355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Nunito" pitchFamily="2" charset="0"/>
                <a:cs typeface="Palanquin" panose="020B0004020203020204" pitchFamily="34" charset="0"/>
              </a:rPr>
              <a:t>Convolution code output </a:t>
            </a:r>
          </a:p>
          <a:p>
            <a:pPr algn="just"/>
            <a:r>
              <a:rPr lang="en-US" sz="1400" b="1" dirty="0">
                <a:latin typeface="Nunito" pitchFamily="2" charset="0"/>
                <a:cs typeface="Palanquin" panose="020B0004020203020204" pitchFamily="34" charset="0"/>
              </a:rPr>
              <a:t>= 11</a:t>
            </a:r>
            <a:r>
              <a:rPr lang="id-ID" sz="1400" b="1" dirty="0">
                <a:latin typeface="Nunito" pitchFamily="2" charset="0"/>
                <a:cs typeface="Palanquin" panose="020B0004020203020204" pitchFamily="34" charset="0"/>
              </a:rPr>
              <a:t>1</a:t>
            </a:r>
            <a:r>
              <a:rPr lang="en-US" sz="1400" b="1" dirty="0">
                <a:latin typeface="Nunito" pitchFamily="2" charset="0"/>
                <a:cs typeface="Palanquin" panose="020B0004020203020204" pitchFamily="34" charset="0"/>
              </a:rPr>
              <a:t> </a:t>
            </a:r>
            <a:r>
              <a:rPr lang="id-ID" sz="1400" b="1" dirty="0">
                <a:latin typeface="Nunito" pitchFamily="2" charset="0"/>
                <a:cs typeface="Palanquin" panose="020B0004020203020204" pitchFamily="34" charset="0"/>
              </a:rPr>
              <a:t>010 011 111 101 001 011</a:t>
            </a:r>
            <a:endParaRPr lang="en-US" sz="1400" b="1" dirty="0">
              <a:latin typeface="Nunito" pitchFamily="2" charset="0"/>
              <a:cs typeface="Palanquin" panose="020B00040202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B5A6A0-256B-3839-EC4E-78402232B785}"/>
              </a:ext>
            </a:extLst>
          </p:cNvPr>
          <p:cNvSpPr txBox="1"/>
          <p:nvPr/>
        </p:nvSpPr>
        <p:spPr>
          <a:xfrm>
            <a:off x="2002441" y="423739"/>
            <a:ext cx="38317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 err="1">
                <a:latin typeface="Nunito" pitchFamily="2" charset="0"/>
                <a:cs typeface="Palanquin" panose="020B0004020203020204" pitchFamily="34" charset="0"/>
              </a:rPr>
              <a:t>Pasangkan</a:t>
            </a:r>
            <a:r>
              <a:rPr lang="en-US" sz="1400" b="1" dirty="0">
                <a:latin typeface="Nunito" pitchFamily="2" charset="0"/>
                <a:cs typeface="Palanquin" panose="020B0004020203020204" pitchFamily="34" charset="0"/>
              </a:rPr>
              <a:t> C(1)</a:t>
            </a:r>
            <a:r>
              <a:rPr lang="id-ID" sz="1400" b="1" dirty="0">
                <a:latin typeface="Nunito" pitchFamily="2" charset="0"/>
                <a:cs typeface="Palanquin" panose="020B0004020203020204" pitchFamily="34" charset="0"/>
              </a:rPr>
              <a:t>, </a:t>
            </a:r>
            <a:r>
              <a:rPr lang="en-US" sz="1400" b="1" dirty="0">
                <a:latin typeface="Nunito" pitchFamily="2" charset="0"/>
                <a:cs typeface="Palanquin" panose="020B0004020203020204" pitchFamily="34" charset="0"/>
              </a:rPr>
              <a:t>C(2)</a:t>
            </a:r>
            <a:r>
              <a:rPr lang="id-ID" sz="1400" b="1" dirty="0">
                <a:latin typeface="Nunito" pitchFamily="2" charset="0"/>
                <a:cs typeface="Palanquin" panose="020B0004020203020204" pitchFamily="34" charset="0"/>
              </a:rPr>
              <a:t> dan C(3)</a:t>
            </a:r>
            <a:endParaRPr lang="en-US" sz="1400" b="1" dirty="0">
              <a:latin typeface="Nunito" pitchFamily="2" charset="0"/>
              <a:cs typeface="Palanquin" panose="020B0004020203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270C78-71A0-30F5-5F06-F7BC016A0299}"/>
              </a:ext>
            </a:extLst>
          </p:cNvPr>
          <p:cNvSpPr txBox="1"/>
          <p:nvPr/>
        </p:nvSpPr>
        <p:spPr>
          <a:xfrm>
            <a:off x="2080935" y="911454"/>
            <a:ext cx="22939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C(1) =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1 0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03F7B3-8900-9080-1504-0D35D9189CE5}"/>
              </a:ext>
            </a:extLst>
          </p:cNvPr>
          <p:cNvSpPr txBox="1"/>
          <p:nvPr/>
        </p:nvSpPr>
        <p:spPr>
          <a:xfrm>
            <a:off x="2080935" y="1267711"/>
            <a:ext cx="22939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C(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1 1 1 1 0 0 1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98A5DF-3E2F-8F5B-CA2B-E00409F00043}"/>
              </a:ext>
            </a:extLst>
          </p:cNvPr>
          <p:cNvSpPr txBox="1"/>
          <p:nvPr/>
        </p:nvSpPr>
        <p:spPr>
          <a:xfrm>
            <a:off x="2080934" y="1635530"/>
            <a:ext cx="22939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C(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1 0 1 1 1 1 1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534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6143" y="179361"/>
            <a:ext cx="2991714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2800" b="1" spc="55" dirty="0">
                <a:latin typeface="Tahoma"/>
                <a:cs typeface="Tahoma"/>
              </a:rPr>
              <a:t>CONTOH</a:t>
            </a:r>
            <a:r>
              <a:rPr sz="2800" b="1" spc="-245" dirty="0">
                <a:latin typeface="Tahoma"/>
                <a:cs typeface="Tahoma"/>
              </a:rPr>
              <a:t> </a:t>
            </a:r>
            <a:r>
              <a:rPr sz="2800" b="1" spc="70" dirty="0">
                <a:latin typeface="Tahoma"/>
                <a:cs typeface="Tahoma"/>
              </a:rPr>
              <a:t>SOAL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4954" y="3087370"/>
            <a:ext cx="2635250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algn="just">
              <a:lnSpc>
                <a:spcPct val="100000"/>
              </a:lnSpc>
              <a:spcBef>
                <a:spcPts val="100"/>
              </a:spcBef>
            </a:pPr>
            <a:r>
              <a:rPr sz="1400" b="1" spc="5" dirty="0">
                <a:latin typeface="Arial"/>
                <a:cs typeface="Arial"/>
              </a:rPr>
              <a:t>r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20" dirty="0">
                <a:latin typeface="Arial"/>
                <a:cs typeface="Arial"/>
              </a:rPr>
              <a:t>=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10" dirty="0">
                <a:latin typeface="Arial"/>
                <a:cs typeface="Arial"/>
              </a:rPr>
              <a:t>rate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spc="20" dirty="0">
                <a:latin typeface="Arial"/>
                <a:cs typeface="Arial"/>
              </a:rPr>
              <a:t>=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k/n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spc="20" dirty="0">
                <a:latin typeface="Arial"/>
                <a:cs typeface="Arial"/>
              </a:rPr>
              <a:t>=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55" dirty="0">
                <a:latin typeface="Arial"/>
                <a:cs typeface="Arial"/>
              </a:rPr>
              <a:t>1/2</a:t>
            </a:r>
            <a:endParaRPr sz="14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endParaRPr sz="1400" b="1" spc="-1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1400" b="1" spc="-10" dirty="0" err="1">
                <a:latin typeface="Arial"/>
                <a:cs typeface="Arial"/>
              </a:rPr>
              <a:t>artinya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65" dirty="0">
                <a:latin typeface="Arial"/>
                <a:cs typeface="Arial"/>
              </a:rPr>
              <a:t>1</a:t>
            </a:r>
            <a:r>
              <a:rPr sz="1400" b="1" spc="70" dirty="0">
                <a:latin typeface="Arial"/>
                <a:cs typeface="Arial"/>
              </a:rPr>
              <a:t> </a:t>
            </a:r>
            <a:r>
              <a:rPr sz="1400" b="1" spc="10" dirty="0">
                <a:latin typeface="Arial"/>
                <a:cs typeface="Arial"/>
              </a:rPr>
              <a:t>bit</a:t>
            </a:r>
            <a:r>
              <a:rPr sz="1400" b="1" spc="15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input,</a:t>
            </a:r>
            <a:r>
              <a:rPr sz="1400" b="1" spc="350" dirty="0">
                <a:latin typeface="Arial"/>
                <a:cs typeface="Arial"/>
              </a:rPr>
              <a:t> </a:t>
            </a:r>
            <a:r>
              <a:rPr sz="1400" b="1" spc="-40" dirty="0">
                <a:latin typeface="Arial"/>
                <a:cs typeface="Arial"/>
              </a:rPr>
              <a:t>encoder 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spc="-30" dirty="0">
                <a:latin typeface="Arial"/>
                <a:cs typeface="Arial"/>
              </a:rPr>
              <a:t>menyiapkan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60" dirty="0">
                <a:latin typeface="Arial"/>
                <a:cs typeface="Arial"/>
              </a:rPr>
              <a:t>2</a:t>
            </a:r>
            <a:r>
              <a:rPr sz="1400" b="1" spc="65" dirty="0">
                <a:latin typeface="Arial"/>
                <a:cs typeface="Arial"/>
              </a:rPr>
              <a:t> </a:t>
            </a:r>
            <a:r>
              <a:rPr sz="1400" b="1" spc="5" dirty="0">
                <a:latin typeface="Arial"/>
                <a:cs typeface="Arial"/>
              </a:rPr>
              <a:t>bit</a:t>
            </a:r>
            <a:r>
              <a:rPr sz="1400" b="1" spc="1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output. </a:t>
            </a:r>
            <a:r>
              <a:rPr sz="1400" b="1" spc="-375" dirty="0">
                <a:latin typeface="Arial"/>
                <a:cs typeface="Arial"/>
              </a:rPr>
              <a:t> </a:t>
            </a:r>
            <a:r>
              <a:rPr sz="1400" b="1" spc="-50" dirty="0">
                <a:latin typeface="Arial"/>
                <a:cs typeface="Arial"/>
              </a:rPr>
              <a:t>Encoder </a:t>
            </a:r>
            <a:r>
              <a:rPr sz="1400" b="1" spc="-40" dirty="0">
                <a:latin typeface="Arial"/>
                <a:cs typeface="Arial"/>
              </a:rPr>
              <a:t>memproses </a:t>
            </a:r>
            <a:r>
              <a:rPr sz="1400" b="1" spc="60" dirty="0">
                <a:latin typeface="Arial"/>
                <a:cs typeface="Arial"/>
              </a:rPr>
              <a:t>1 </a:t>
            </a:r>
            <a:r>
              <a:rPr sz="1400" b="1" spc="5" dirty="0">
                <a:latin typeface="Arial"/>
                <a:cs typeface="Arial"/>
              </a:rPr>
              <a:t>bit </a:t>
            </a:r>
            <a:r>
              <a:rPr sz="1400" b="1" spc="30" dirty="0">
                <a:latin typeface="Arial"/>
                <a:cs typeface="Arial"/>
              </a:rPr>
              <a:t>at </a:t>
            </a:r>
            <a:r>
              <a:rPr sz="1400" b="1" spc="-15" dirty="0">
                <a:latin typeface="Arial"/>
                <a:cs typeface="Arial"/>
              </a:rPr>
              <a:t>a 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time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954" y="1061466"/>
            <a:ext cx="6816090" cy="2017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" dirty="0">
                <a:solidFill>
                  <a:srgbClr val="49BA85"/>
                </a:solidFill>
                <a:latin typeface="Arial"/>
                <a:cs typeface="Arial"/>
              </a:rPr>
              <a:t>Diketahui</a:t>
            </a:r>
            <a:r>
              <a:rPr sz="1600" b="1" spc="20" dirty="0">
                <a:solidFill>
                  <a:srgbClr val="49BA85"/>
                </a:solidFill>
                <a:latin typeface="Arial"/>
                <a:cs typeface="Arial"/>
              </a:rPr>
              <a:t> </a:t>
            </a:r>
            <a:r>
              <a:rPr sz="1600" b="1" spc="5" dirty="0">
                <a:solidFill>
                  <a:srgbClr val="49BA85"/>
                </a:solidFill>
                <a:latin typeface="Arial"/>
                <a:cs typeface="Arial"/>
              </a:rPr>
              <a:t>data</a:t>
            </a:r>
            <a:r>
              <a:rPr sz="1600" b="1" spc="-5" dirty="0">
                <a:solidFill>
                  <a:srgbClr val="49BA85"/>
                </a:solidFill>
                <a:latin typeface="Arial"/>
                <a:cs typeface="Arial"/>
              </a:rPr>
              <a:t> </a:t>
            </a:r>
            <a:r>
              <a:rPr sz="1600" b="1" spc="45" dirty="0">
                <a:solidFill>
                  <a:srgbClr val="49BA85"/>
                </a:solidFill>
                <a:latin typeface="Arial"/>
                <a:cs typeface="Arial"/>
              </a:rPr>
              <a:t>(D)</a:t>
            </a:r>
            <a:r>
              <a:rPr sz="1600" b="1" spc="-5" dirty="0">
                <a:solidFill>
                  <a:srgbClr val="49BA85"/>
                </a:solidFill>
                <a:latin typeface="Arial"/>
                <a:cs typeface="Arial"/>
              </a:rPr>
              <a:t> </a:t>
            </a:r>
            <a:r>
              <a:rPr sz="1600" b="1" spc="20" dirty="0">
                <a:solidFill>
                  <a:srgbClr val="49BA85"/>
                </a:solidFill>
                <a:latin typeface="Arial"/>
                <a:cs typeface="Arial"/>
              </a:rPr>
              <a:t>=</a:t>
            </a:r>
            <a:r>
              <a:rPr sz="1600" b="1" spc="-5" dirty="0">
                <a:solidFill>
                  <a:srgbClr val="49BA85"/>
                </a:solidFill>
                <a:latin typeface="Arial"/>
                <a:cs typeface="Arial"/>
              </a:rPr>
              <a:t> </a:t>
            </a:r>
            <a:r>
              <a:rPr sz="1600" b="1" spc="65" dirty="0">
                <a:solidFill>
                  <a:srgbClr val="49BA85"/>
                </a:solidFill>
                <a:latin typeface="Arial"/>
                <a:cs typeface="Arial"/>
              </a:rPr>
              <a:t>1</a:t>
            </a:r>
            <a:r>
              <a:rPr sz="1600" b="1" spc="-25" dirty="0">
                <a:solidFill>
                  <a:srgbClr val="49BA85"/>
                </a:solidFill>
                <a:latin typeface="Arial"/>
                <a:cs typeface="Arial"/>
              </a:rPr>
              <a:t> </a:t>
            </a:r>
            <a:r>
              <a:rPr sz="1600" b="1" spc="65" dirty="0">
                <a:solidFill>
                  <a:srgbClr val="49BA85"/>
                </a:solidFill>
                <a:latin typeface="Arial"/>
                <a:cs typeface="Arial"/>
              </a:rPr>
              <a:t>0</a:t>
            </a:r>
            <a:r>
              <a:rPr sz="1600" b="1" spc="-5" dirty="0">
                <a:solidFill>
                  <a:srgbClr val="49BA85"/>
                </a:solidFill>
                <a:latin typeface="Arial"/>
                <a:cs typeface="Arial"/>
              </a:rPr>
              <a:t> </a:t>
            </a:r>
            <a:r>
              <a:rPr sz="1600" b="1" spc="65" dirty="0">
                <a:solidFill>
                  <a:srgbClr val="49BA85"/>
                </a:solidFill>
                <a:latin typeface="Arial"/>
                <a:cs typeface="Arial"/>
              </a:rPr>
              <a:t>0</a:t>
            </a:r>
            <a:r>
              <a:rPr sz="1600" b="1" spc="-5" dirty="0">
                <a:solidFill>
                  <a:srgbClr val="49BA85"/>
                </a:solidFill>
                <a:latin typeface="Arial"/>
                <a:cs typeface="Arial"/>
              </a:rPr>
              <a:t> </a:t>
            </a:r>
            <a:r>
              <a:rPr sz="1600" b="1" spc="65" dirty="0">
                <a:solidFill>
                  <a:srgbClr val="49BA85"/>
                </a:solidFill>
                <a:latin typeface="Arial"/>
                <a:cs typeface="Arial"/>
              </a:rPr>
              <a:t>1</a:t>
            </a:r>
            <a:r>
              <a:rPr sz="1600" b="1" spc="-20" dirty="0">
                <a:solidFill>
                  <a:srgbClr val="49BA85"/>
                </a:solidFill>
                <a:latin typeface="Arial"/>
                <a:cs typeface="Arial"/>
              </a:rPr>
              <a:t> </a:t>
            </a:r>
            <a:r>
              <a:rPr sz="1600" b="1" spc="65" dirty="0">
                <a:solidFill>
                  <a:srgbClr val="49BA85"/>
                </a:solidFill>
                <a:latin typeface="Arial"/>
                <a:cs typeface="Arial"/>
              </a:rPr>
              <a:t>1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spc="-20" dirty="0">
                <a:solidFill>
                  <a:srgbClr val="49BA85"/>
                </a:solidFill>
                <a:latin typeface="Arial"/>
                <a:cs typeface="Arial"/>
              </a:rPr>
              <a:t>Tentukan</a:t>
            </a:r>
            <a:r>
              <a:rPr sz="1600" b="1" spc="15" dirty="0">
                <a:solidFill>
                  <a:srgbClr val="49BA85"/>
                </a:solidFill>
                <a:latin typeface="Arial"/>
                <a:cs typeface="Arial"/>
              </a:rPr>
              <a:t> </a:t>
            </a:r>
            <a:r>
              <a:rPr sz="1600" b="1" spc="-40" dirty="0">
                <a:solidFill>
                  <a:srgbClr val="49BA85"/>
                </a:solidFill>
                <a:latin typeface="Arial"/>
                <a:cs typeface="Arial"/>
              </a:rPr>
              <a:t>convolution</a:t>
            </a:r>
            <a:r>
              <a:rPr sz="1600" b="1" spc="10" dirty="0">
                <a:solidFill>
                  <a:srgbClr val="49BA85"/>
                </a:solidFill>
                <a:latin typeface="Arial"/>
                <a:cs typeface="Arial"/>
              </a:rPr>
              <a:t> </a:t>
            </a:r>
            <a:r>
              <a:rPr sz="1600" b="1" spc="-60" dirty="0">
                <a:solidFill>
                  <a:srgbClr val="49BA85"/>
                </a:solidFill>
                <a:latin typeface="Arial"/>
                <a:cs typeface="Arial"/>
              </a:rPr>
              <a:t>code</a:t>
            </a:r>
            <a:r>
              <a:rPr sz="1600" b="1" spc="5" dirty="0">
                <a:solidFill>
                  <a:srgbClr val="49BA85"/>
                </a:solidFill>
                <a:latin typeface="Arial"/>
                <a:cs typeface="Arial"/>
              </a:rPr>
              <a:t> </a:t>
            </a:r>
            <a:r>
              <a:rPr sz="1600" b="1" spc="-35" dirty="0">
                <a:solidFill>
                  <a:srgbClr val="49BA85"/>
                </a:solidFill>
                <a:latin typeface="Arial"/>
                <a:cs typeface="Arial"/>
              </a:rPr>
              <a:t>jika</a:t>
            </a:r>
            <a:r>
              <a:rPr sz="1600" b="1" spc="20" dirty="0">
                <a:solidFill>
                  <a:srgbClr val="49BA85"/>
                </a:solidFill>
                <a:latin typeface="Arial"/>
                <a:cs typeface="Arial"/>
              </a:rPr>
              <a:t> </a:t>
            </a:r>
            <a:r>
              <a:rPr sz="1600" b="1" spc="-35" dirty="0">
                <a:solidFill>
                  <a:srgbClr val="49BA85"/>
                </a:solidFill>
                <a:latin typeface="Arial"/>
                <a:cs typeface="Arial"/>
              </a:rPr>
              <a:t>menggunakan</a:t>
            </a:r>
            <a:r>
              <a:rPr sz="1600" b="1" spc="30" dirty="0">
                <a:solidFill>
                  <a:srgbClr val="49BA85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49BA85"/>
                </a:solidFill>
                <a:latin typeface="Arial"/>
                <a:cs typeface="Arial"/>
              </a:rPr>
              <a:t>rangkaian</a:t>
            </a:r>
            <a:r>
              <a:rPr sz="1600" b="1" spc="25" dirty="0">
                <a:solidFill>
                  <a:srgbClr val="49BA85"/>
                </a:solidFill>
                <a:latin typeface="Arial"/>
                <a:cs typeface="Arial"/>
              </a:rPr>
              <a:t> </a:t>
            </a:r>
            <a:r>
              <a:rPr sz="1600" b="1" spc="-45" dirty="0">
                <a:solidFill>
                  <a:srgbClr val="49BA85"/>
                </a:solidFill>
                <a:latin typeface="Arial"/>
                <a:cs typeface="Arial"/>
              </a:rPr>
              <a:t>encoder</a:t>
            </a:r>
            <a:r>
              <a:rPr sz="1600" b="1" spc="-5" dirty="0">
                <a:solidFill>
                  <a:srgbClr val="49BA85"/>
                </a:solidFill>
                <a:latin typeface="Arial"/>
                <a:cs typeface="Arial"/>
              </a:rPr>
              <a:t> </a:t>
            </a:r>
            <a:r>
              <a:rPr sz="1600" b="1" spc="25" dirty="0">
                <a:solidFill>
                  <a:srgbClr val="49BA85"/>
                </a:solidFill>
                <a:latin typeface="Arial"/>
                <a:cs typeface="Arial"/>
              </a:rPr>
              <a:t>(2,1,3)</a:t>
            </a:r>
            <a:endParaRPr sz="1600" dirty="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935"/>
              </a:spcBef>
            </a:pPr>
            <a:endParaRPr sz="1400" b="1" spc="-50" dirty="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935"/>
              </a:spcBef>
            </a:pPr>
            <a:r>
              <a:rPr sz="1400" b="1" spc="-50" dirty="0">
                <a:latin typeface="Arial"/>
                <a:cs typeface="Arial"/>
              </a:rPr>
              <a:t>Encoder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spc="20" dirty="0">
                <a:latin typeface="Arial"/>
                <a:cs typeface="Arial"/>
              </a:rPr>
              <a:t>(2,1,3)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spc="20" dirty="0">
                <a:latin typeface="Arial"/>
                <a:cs typeface="Arial"/>
              </a:rPr>
              <a:t>=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40" dirty="0">
                <a:latin typeface="Arial"/>
                <a:cs typeface="Arial"/>
              </a:rPr>
              <a:t>encoder</a:t>
            </a:r>
            <a:r>
              <a:rPr sz="1400" b="1" spc="5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(n,k,L)</a:t>
            </a:r>
            <a:endParaRPr sz="1400" dirty="0">
              <a:latin typeface="Arial"/>
              <a:cs typeface="Arial"/>
            </a:endParaRPr>
          </a:p>
          <a:p>
            <a:pPr marL="15240" marR="5624830">
              <a:lnSpc>
                <a:spcPct val="100000"/>
              </a:lnSpc>
              <a:spcBef>
                <a:spcPts val="1620"/>
              </a:spcBef>
            </a:pPr>
            <a:r>
              <a:rPr sz="1400" b="1" spc="-30" dirty="0">
                <a:latin typeface="Arial"/>
                <a:cs typeface="Arial"/>
              </a:rPr>
              <a:t>k</a:t>
            </a:r>
            <a:r>
              <a:rPr sz="1400" b="1" spc="50" dirty="0">
                <a:latin typeface="Arial"/>
                <a:cs typeface="Arial"/>
              </a:rPr>
              <a:t> </a:t>
            </a:r>
            <a:r>
              <a:rPr sz="1400" b="1" spc="20" dirty="0">
                <a:latin typeface="Arial"/>
                <a:cs typeface="Arial"/>
              </a:rPr>
              <a:t>=</a:t>
            </a:r>
            <a:r>
              <a:rPr sz="1400" b="1" spc="5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input</a:t>
            </a:r>
            <a:r>
              <a:rPr sz="1400" b="1" spc="50" dirty="0">
                <a:latin typeface="Arial"/>
                <a:cs typeface="Arial"/>
              </a:rPr>
              <a:t> </a:t>
            </a:r>
            <a:r>
              <a:rPr sz="1400" b="1" spc="20" dirty="0">
                <a:latin typeface="Arial"/>
                <a:cs typeface="Arial"/>
              </a:rPr>
              <a:t>=</a:t>
            </a:r>
            <a:r>
              <a:rPr sz="1400" b="1" spc="45" dirty="0">
                <a:latin typeface="Arial"/>
                <a:cs typeface="Arial"/>
              </a:rPr>
              <a:t> </a:t>
            </a:r>
            <a:r>
              <a:rPr sz="1400" b="1" spc="60" dirty="0">
                <a:latin typeface="Arial"/>
                <a:cs typeface="Arial"/>
              </a:rPr>
              <a:t>1 </a:t>
            </a:r>
            <a:r>
              <a:rPr sz="1400" b="1" spc="65" dirty="0">
                <a:latin typeface="Arial"/>
                <a:cs typeface="Arial"/>
              </a:rPr>
              <a:t> </a:t>
            </a:r>
            <a:r>
              <a:rPr sz="1400" b="1" spc="-35" dirty="0">
                <a:latin typeface="Arial"/>
                <a:cs typeface="Arial"/>
              </a:rPr>
              <a:t>n </a:t>
            </a:r>
            <a:r>
              <a:rPr sz="1400" b="1" spc="20" dirty="0">
                <a:latin typeface="Arial"/>
                <a:cs typeface="Arial"/>
              </a:rPr>
              <a:t>=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output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spc="20" dirty="0">
                <a:latin typeface="Arial"/>
                <a:cs typeface="Arial"/>
              </a:rPr>
              <a:t>=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60" dirty="0">
                <a:latin typeface="Arial"/>
                <a:cs typeface="Arial"/>
              </a:rPr>
              <a:t>2</a:t>
            </a:r>
            <a:endParaRPr sz="1400" dirty="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</a:pPr>
            <a:r>
              <a:rPr sz="1400" b="1" spc="-70" dirty="0">
                <a:latin typeface="Arial"/>
                <a:cs typeface="Arial"/>
              </a:rPr>
              <a:t>L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20" dirty="0">
                <a:latin typeface="Arial"/>
                <a:cs typeface="Arial"/>
              </a:rPr>
              <a:t>=</a:t>
            </a:r>
            <a:r>
              <a:rPr sz="1400" b="1" spc="-25" dirty="0">
                <a:latin typeface="Arial"/>
                <a:cs typeface="Arial"/>
              </a:rPr>
              <a:t> constraint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length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20" dirty="0">
                <a:latin typeface="Arial"/>
                <a:cs typeface="Arial"/>
              </a:rPr>
              <a:t>=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60" dirty="0">
                <a:latin typeface="Arial"/>
                <a:cs typeface="Arial"/>
              </a:rPr>
              <a:t>3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14900" y="2322576"/>
            <a:ext cx="3533140" cy="1417320"/>
            <a:chOff x="4914900" y="2322576"/>
            <a:chExt cx="3533140" cy="14173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4900" y="2322576"/>
              <a:ext cx="3532632" cy="141732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263896" y="2953511"/>
              <a:ext cx="3183890" cy="558165"/>
            </a:xfrm>
            <a:custGeom>
              <a:avLst/>
              <a:gdLst/>
              <a:ahLst/>
              <a:cxnLst/>
              <a:rect l="l" t="t" r="r" b="b"/>
              <a:pathLst>
                <a:path w="3183890" h="558164">
                  <a:moveTo>
                    <a:pt x="242316" y="10668"/>
                  </a:moveTo>
                  <a:lnTo>
                    <a:pt x="0" y="10668"/>
                  </a:lnTo>
                  <a:lnTo>
                    <a:pt x="0" y="242316"/>
                  </a:lnTo>
                  <a:lnTo>
                    <a:pt x="242316" y="242316"/>
                  </a:lnTo>
                  <a:lnTo>
                    <a:pt x="242316" y="10668"/>
                  </a:lnTo>
                  <a:close/>
                </a:path>
                <a:path w="3183890" h="558164">
                  <a:moveTo>
                    <a:pt x="673608" y="0"/>
                  </a:moveTo>
                  <a:lnTo>
                    <a:pt x="431292" y="0"/>
                  </a:lnTo>
                  <a:lnTo>
                    <a:pt x="431292" y="231648"/>
                  </a:lnTo>
                  <a:lnTo>
                    <a:pt x="673608" y="231648"/>
                  </a:lnTo>
                  <a:lnTo>
                    <a:pt x="673608" y="0"/>
                  </a:lnTo>
                  <a:close/>
                </a:path>
                <a:path w="3183890" h="558164">
                  <a:moveTo>
                    <a:pt x="3183636" y="307848"/>
                  </a:moveTo>
                  <a:lnTo>
                    <a:pt x="2270760" y="307848"/>
                  </a:lnTo>
                  <a:lnTo>
                    <a:pt x="2270760" y="557784"/>
                  </a:lnTo>
                  <a:lnTo>
                    <a:pt x="3183636" y="557784"/>
                  </a:lnTo>
                  <a:lnTo>
                    <a:pt x="3183636" y="3078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418457" y="2936494"/>
            <a:ext cx="4533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0739F"/>
                </a:solidFill>
                <a:latin typeface="Arial"/>
                <a:cs typeface="Arial"/>
              </a:rPr>
              <a:t>in</a:t>
            </a:r>
            <a:r>
              <a:rPr sz="1400" b="1" spc="-45" dirty="0">
                <a:solidFill>
                  <a:srgbClr val="00739F"/>
                </a:solidFill>
                <a:latin typeface="Arial"/>
                <a:cs typeface="Arial"/>
              </a:rPr>
              <a:t>p</a:t>
            </a:r>
            <a:r>
              <a:rPr sz="1400" b="1" spc="15" dirty="0">
                <a:solidFill>
                  <a:srgbClr val="00739F"/>
                </a:solidFill>
                <a:latin typeface="Arial"/>
                <a:cs typeface="Arial"/>
              </a:rPr>
              <a:t>ut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25690" y="2431796"/>
            <a:ext cx="7334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00739F"/>
                </a:solidFill>
                <a:latin typeface="Arial"/>
                <a:cs typeface="Arial"/>
              </a:rPr>
              <a:t>output</a:t>
            </a:r>
            <a:r>
              <a:rPr sz="1400" b="1" spc="-70" dirty="0">
                <a:solidFill>
                  <a:srgbClr val="00739F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00739F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25690" y="3415665"/>
            <a:ext cx="7334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00739F"/>
                </a:solidFill>
                <a:latin typeface="Arial"/>
                <a:cs typeface="Arial"/>
              </a:rPr>
              <a:t>output</a:t>
            </a:r>
            <a:r>
              <a:rPr sz="1400" b="1" spc="-70" dirty="0">
                <a:solidFill>
                  <a:srgbClr val="00739F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00739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77688" y="3183000"/>
            <a:ext cx="824230" cy="805815"/>
          </a:xfrm>
          <a:custGeom>
            <a:avLst/>
            <a:gdLst/>
            <a:ahLst/>
            <a:cxnLst/>
            <a:rect l="l" t="t" r="r" b="b"/>
            <a:pathLst>
              <a:path w="824229" h="805814">
                <a:moveTo>
                  <a:pt x="326136" y="720712"/>
                </a:moveTo>
                <a:lnTo>
                  <a:pt x="299529" y="731113"/>
                </a:lnTo>
                <a:lnTo>
                  <a:pt x="17780" y="10160"/>
                </a:lnTo>
                <a:lnTo>
                  <a:pt x="0" y="17018"/>
                </a:lnTo>
                <a:lnTo>
                  <a:pt x="281762" y="738060"/>
                </a:lnTo>
                <a:lnTo>
                  <a:pt x="255143" y="748449"/>
                </a:lnTo>
                <a:lnTo>
                  <a:pt x="318389" y="805548"/>
                </a:lnTo>
                <a:lnTo>
                  <a:pt x="323469" y="749871"/>
                </a:lnTo>
                <a:lnTo>
                  <a:pt x="326136" y="720712"/>
                </a:lnTo>
                <a:close/>
              </a:path>
              <a:path w="824229" h="805814">
                <a:moveTo>
                  <a:pt x="478282" y="728700"/>
                </a:moveTo>
                <a:lnTo>
                  <a:pt x="449707" y="728700"/>
                </a:lnTo>
                <a:lnTo>
                  <a:pt x="449707" y="2921"/>
                </a:lnTo>
                <a:lnTo>
                  <a:pt x="430657" y="2921"/>
                </a:lnTo>
                <a:lnTo>
                  <a:pt x="430657" y="728700"/>
                </a:lnTo>
                <a:lnTo>
                  <a:pt x="402082" y="728700"/>
                </a:lnTo>
                <a:lnTo>
                  <a:pt x="440182" y="804900"/>
                </a:lnTo>
                <a:lnTo>
                  <a:pt x="471932" y="741400"/>
                </a:lnTo>
                <a:lnTo>
                  <a:pt x="478282" y="728700"/>
                </a:lnTo>
                <a:close/>
              </a:path>
              <a:path w="824229" h="805814">
                <a:moveTo>
                  <a:pt x="823976" y="5842"/>
                </a:moveTo>
                <a:lnTo>
                  <a:pt x="805815" y="0"/>
                </a:lnTo>
                <a:lnTo>
                  <a:pt x="574560" y="729411"/>
                </a:lnTo>
                <a:lnTo>
                  <a:pt x="547243" y="720750"/>
                </a:lnTo>
                <a:lnTo>
                  <a:pt x="560578" y="804900"/>
                </a:lnTo>
                <a:lnTo>
                  <a:pt x="616508" y="747255"/>
                </a:lnTo>
                <a:lnTo>
                  <a:pt x="619887" y="743775"/>
                </a:lnTo>
                <a:lnTo>
                  <a:pt x="592721" y="735177"/>
                </a:lnTo>
                <a:lnTo>
                  <a:pt x="823976" y="5842"/>
                </a:lnTo>
                <a:close/>
              </a:path>
            </a:pathLst>
          </a:custGeom>
          <a:solidFill>
            <a:srgbClr val="0073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057394" y="3985361"/>
            <a:ext cx="14801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00739F"/>
                </a:solidFill>
                <a:latin typeface="Arial"/>
                <a:cs typeface="Arial"/>
              </a:rPr>
              <a:t>Constraint</a:t>
            </a:r>
            <a:r>
              <a:rPr sz="1400" b="1" spc="-50" dirty="0">
                <a:solidFill>
                  <a:srgbClr val="00739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739F"/>
                </a:solidFill>
                <a:latin typeface="Arial"/>
                <a:cs typeface="Arial"/>
              </a:rPr>
              <a:t>length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7BDB819-7ECA-53B4-5871-B9708C330F14}"/>
              </a:ext>
            </a:extLst>
          </p:cNvPr>
          <p:cNvGrpSpPr/>
          <p:nvPr/>
        </p:nvGrpSpPr>
        <p:grpSpPr>
          <a:xfrm>
            <a:off x="70469" y="1547585"/>
            <a:ext cx="573029" cy="490765"/>
            <a:chOff x="26812" y="1266658"/>
            <a:chExt cx="554310" cy="485660"/>
          </a:xfrm>
        </p:grpSpPr>
        <p:sp>
          <p:nvSpPr>
            <p:cNvPr id="14" name="Google Shape;1376;p61">
              <a:extLst>
                <a:ext uri="{FF2B5EF4-FFF2-40B4-BE49-F238E27FC236}">
                  <a16:creationId xmlns:a16="http://schemas.microsoft.com/office/drawing/2014/main" id="{5139F1EF-39B8-CA9E-A877-6A2EACCA310F}"/>
                </a:ext>
              </a:extLst>
            </p:cNvPr>
            <p:cNvSpPr/>
            <p:nvPr/>
          </p:nvSpPr>
          <p:spPr>
            <a:xfrm rot="-2461544">
              <a:off x="87016" y="1302321"/>
              <a:ext cx="494106" cy="449997"/>
            </a:xfrm>
            <a:custGeom>
              <a:avLst/>
              <a:gdLst/>
              <a:ahLst/>
              <a:cxnLst/>
              <a:rect l="l" t="t" r="r" b="b"/>
              <a:pathLst>
                <a:path w="36927" h="30664" extrusionOk="0">
                  <a:moveTo>
                    <a:pt x="19198" y="0"/>
                  </a:moveTo>
                  <a:cubicBezTo>
                    <a:pt x="17850" y="0"/>
                    <a:pt x="16505" y="119"/>
                    <a:pt x="15227" y="301"/>
                  </a:cubicBezTo>
                  <a:cubicBezTo>
                    <a:pt x="9390" y="1125"/>
                    <a:pt x="1081" y="3075"/>
                    <a:pt x="368" y="10115"/>
                  </a:cubicBezTo>
                  <a:cubicBezTo>
                    <a:pt x="0" y="13802"/>
                    <a:pt x="3230" y="18001"/>
                    <a:pt x="5625" y="20530"/>
                  </a:cubicBezTo>
                  <a:cubicBezTo>
                    <a:pt x="8822" y="23905"/>
                    <a:pt x="11774" y="27102"/>
                    <a:pt x="15951" y="29285"/>
                  </a:cubicBezTo>
                  <a:cubicBezTo>
                    <a:pt x="17796" y="30247"/>
                    <a:pt x="19900" y="30664"/>
                    <a:pt x="22026" y="30664"/>
                  </a:cubicBezTo>
                  <a:cubicBezTo>
                    <a:pt x="24674" y="30664"/>
                    <a:pt x="27357" y="30017"/>
                    <a:pt x="29619" y="28973"/>
                  </a:cubicBezTo>
                  <a:cubicBezTo>
                    <a:pt x="32649" y="27581"/>
                    <a:pt x="34498" y="24361"/>
                    <a:pt x="35511" y="21242"/>
                  </a:cubicBezTo>
                  <a:cubicBezTo>
                    <a:pt x="36926" y="16932"/>
                    <a:pt x="35456" y="12454"/>
                    <a:pt x="33027" y="8811"/>
                  </a:cubicBezTo>
                  <a:cubicBezTo>
                    <a:pt x="31680" y="6795"/>
                    <a:pt x="30076" y="4790"/>
                    <a:pt x="28338" y="3086"/>
                  </a:cubicBezTo>
                  <a:cubicBezTo>
                    <a:pt x="26923" y="1705"/>
                    <a:pt x="25163" y="880"/>
                    <a:pt x="23270" y="435"/>
                  </a:cubicBezTo>
                  <a:cubicBezTo>
                    <a:pt x="21957" y="125"/>
                    <a:pt x="20576" y="0"/>
                    <a:pt x="19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Google Shape;1378;p61">
              <a:extLst>
                <a:ext uri="{FF2B5EF4-FFF2-40B4-BE49-F238E27FC236}">
                  <a16:creationId xmlns:a16="http://schemas.microsoft.com/office/drawing/2014/main" id="{766BE26C-0D85-CFD9-E31A-6964A761ABEF}"/>
                </a:ext>
              </a:extLst>
            </p:cNvPr>
            <p:cNvSpPr txBox="1"/>
            <p:nvPr/>
          </p:nvSpPr>
          <p:spPr>
            <a:xfrm>
              <a:off x="26812" y="1266658"/>
              <a:ext cx="485418" cy="45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00" b="1" dirty="0">
                  <a:latin typeface="Times New Roman" panose="02020603050405020304" pitchFamily="18" charset="0"/>
                  <a:ea typeface="Caveat"/>
                  <a:cs typeface="Times New Roman" panose="02020603050405020304" pitchFamily="18" charset="0"/>
                  <a:sym typeface="Caveat"/>
                </a:rPr>
                <a:t>1</a:t>
              </a:r>
              <a:endParaRPr sz="1400" b="1" dirty="0">
                <a:latin typeface="Times New Roman" panose="02020603050405020304" pitchFamily="18" charset="0"/>
                <a:ea typeface="Caveat"/>
                <a:cs typeface="Times New Roman" panose="02020603050405020304" pitchFamily="18" charset="0"/>
                <a:sym typeface="Caveat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E16E720-8F0E-B776-0868-BCC3CD4F2A8D}"/>
              </a:ext>
            </a:extLst>
          </p:cNvPr>
          <p:cNvSpPr txBox="1"/>
          <p:nvPr/>
        </p:nvSpPr>
        <p:spPr>
          <a:xfrm>
            <a:off x="792444" y="1656020"/>
            <a:ext cx="18745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Nunito" pitchFamily="2" charset="0"/>
                <a:cs typeface="Palanquin" panose="020B0004020203020204" pitchFamily="34" charset="0"/>
              </a:rPr>
              <a:t>A</a:t>
            </a:r>
            <a:r>
              <a:rPr lang="id-ID" sz="1400" b="1" dirty="0">
                <a:latin typeface="Nunito" pitchFamily="2" charset="0"/>
                <a:cs typeface="Palanquin" panose="020B0004020203020204" pitchFamily="34" charset="0"/>
              </a:rPr>
              <a:t>nalisa Rangkaian</a:t>
            </a:r>
            <a:endParaRPr lang="en-US" sz="1400" b="1" dirty="0">
              <a:latin typeface="Nunito" pitchFamily="2" charset="0"/>
              <a:cs typeface="Palanquin" panose="020B0004020203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6B2C3AE-95CB-1E9E-CC81-C7F773656CF0}"/>
              </a:ext>
            </a:extLst>
          </p:cNvPr>
          <p:cNvGrpSpPr/>
          <p:nvPr/>
        </p:nvGrpSpPr>
        <p:grpSpPr>
          <a:xfrm>
            <a:off x="1597271" y="2781485"/>
            <a:ext cx="2966417" cy="1138332"/>
            <a:chOff x="866177" y="1562254"/>
            <a:chExt cx="3865553" cy="1522793"/>
          </a:xfrm>
        </p:grpSpPr>
        <p:pic>
          <p:nvPicPr>
            <p:cNvPr id="163" name="Picture 162" descr="Diagram&#10;&#10;Description automatically generated">
              <a:extLst>
                <a:ext uri="{FF2B5EF4-FFF2-40B4-BE49-F238E27FC236}">
                  <a16:creationId xmlns:a16="http://schemas.microsoft.com/office/drawing/2014/main" id="{C58BDB79-A5CD-7148-C4F1-98E1D0FEC7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4996" t="25450" r="23127" b="52213"/>
            <a:stretch/>
          </p:blipFill>
          <p:spPr>
            <a:xfrm>
              <a:off x="866177" y="1562254"/>
              <a:ext cx="3865553" cy="1522793"/>
            </a:xfrm>
            <a:prstGeom prst="rect">
              <a:avLst/>
            </a:prstGeom>
          </p:spPr>
        </p:pic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0A2E0175-A3D0-4121-08AB-E77D084BF9E0}"/>
                </a:ext>
              </a:extLst>
            </p:cNvPr>
            <p:cNvSpPr/>
            <p:nvPr/>
          </p:nvSpPr>
          <p:spPr>
            <a:xfrm>
              <a:off x="1247888" y="2251972"/>
              <a:ext cx="265711" cy="248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400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B38A9552-AE99-77FE-09FC-3482BC173278}"/>
                </a:ext>
              </a:extLst>
            </p:cNvPr>
            <p:cNvSpPr/>
            <p:nvPr/>
          </p:nvSpPr>
          <p:spPr>
            <a:xfrm>
              <a:off x="1719422" y="2241214"/>
              <a:ext cx="265711" cy="248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400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BA9C656D-C5FF-F3B0-E97F-83D5E889035E}"/>
                </a:ext>
              </a:extLst>
            </p:cNvPr>
            <p:cNvSpPr/>
            <p:nvPr/>
          </p:nvSpPr>
          <p:spPr>
            <a:xfrm>
              <a:off x="3732895" y="2571749"/>
              <a:ext cx="998835" cy="268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400"/>
            </a:p>
          </p:txBody>
        </p:sp>
      </p:grpSp>
      <p:sp>
        <p:nvSpPr>
          <p:cNvPr id="100" name="Google Shape;1366;p61">
            <a:extLst>
              <a:ext uri="{FF2B5EF4-FFF2-40B4-BE49-F238E27FC236}">
                <a16:creationId xmlns:a16="http://schemas.microsoft.com/office/drawing/2014/main" id="{7B6147EF-0049-842F-8EAF-76099F3EE7FC}"/>
              </a:ext>
            </a:extLst>
          </p:cNvPr>
          <p:cNvSpPr txBox="1">
            <a:spLocks/>
          </p:cNvSpPr>
          <p:nvPr/>
        </p:nvSpPr>
        <p:spPr>
          <a:xfrm>
            <a:off x="684648" y="-35568"/>
            <a:ext cx="1931508" cy="710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pPr algn="l"/>
            <a:r>
              <a:rPr lang="en-ID" sz="1400" dirty="0">
                <a:solidFill>
                  <a:schemeClr val="tx1">
                    <a:lumMod val="50000"/>
                  </a:schemeClr>
                </a:solidFill>
              </a:rPr>
              <a:t>Buat </a:t>
            </a:r>
            <a:r>
              <a:rPr lang="en-ID" sz="1400" dirty="0" err="1">
                <a:solidFill>
                  <a:schemeClr val="tx1">
                    <a:lumMod val="50000"/>
                  </a:schemeClr>
                </a:solidFill>
              </a:rPr>
              <a:t>Tabel</a:t>
            </a:r>
            <a:r>
              <a:rPr lang="en-ID" sz="1400" dirty="0">
                <a:solidFill>
                  <a:schemeClr val="tx1">
                    <a:lumMod val="50000"/>
                  </a:schemeClr>
                </a:solidFill>
              </a:rPr>
              <a:t> State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8229678-DA82-D165-E1F6-D6AADB003D2D}"/>
              </a:ext>
            </a:extLst>
          </p:cNvPr>
          <p:cNvGrpSpPr/>
          <p:nvPr/>
        </p:nvGrpSpPr>
        <p:grpSpPr>
          <a:xfrm>
            <a:off x="100809" y="19915"/>
            <a:ext cx="584991" cy="570635"/>
            <a:chOff x="26812" y="1266658"/>
            <a:chExt cx="554310" cy="485660"/>
          </a:xfrm>
        </p:grpSpPr>
        <p:sp>
          <p:nvSpPr>
            <p:cNvPr id="102" name="Google Shape;1376;p61">
              <a:extLst>
                <a:ext uri="{FF2B5EF4-FFF2-40B4-BE49-F238E27FC236}">
                  <a16:creationId xmlns:a16="http://schemas.microsoft.com/office/drawing/2014/main" id="{D70A0F22-7685-9A03-A2B0-C5BA3450678D}"/>
                </a:ext>
              </a:extLst>
            </p:cNvPr>
            <p:cNvSpPr/>
            <p:nvPr/>
          </p:nvSpPr>
          <p:spPr>
            <a:xfrm rot="-2461544">
              <a:off x="87016" y="1302321"/>
              <a:ext cx="494106" cy="449997"/>
            </a:xfrm>
            <a:custGeom>
              <a:avLst/>
              <a:gdLst/>
              <a:ahLst/>
              <a:cxnLst/>
              <a:rect l="l" t="t" r="r" b="b"/>
              <a:pathLst>
                <a:path w="36927" h="30664" extrusionOk="0">
                  <a:moveTo>
                    <a:pt x="19198" y="0"/>
                  </a:moveTo>
                  <a:cubicBezTo>
                    <a:pt x="17850" y="0"/>
                    <a:pt x="16505" y="119"/>
                    <a:pt x="15227" y="301"/>
                  </a:cubicBezTo>
                  <a:cubicBezTo>
                    <a:pt x="9390" y="1125"/>
                    <a:pt x="1081" y="3075"/>
                    <a:pt x="368" y="10115"/>
                  </a:cubicBezTo>
                  <a:cubicBezTo>
                    <a:pt x="0" y="13802"/>
                    <a:pt x="3230" y="18001"/>
                    <a:pt x="5625" y="20530"/>
                  </a:cubicBezTo>
                  <a:cubicBezTo>
                    <a:pt x="8822" y="23905"/>
                    <a:pt x="11774" y="27102"/>
                    <a:pt x="15951" y="29285"/>
                  </a:cubicBezTo>
                  <a:cubicBezTo>
                    <a:pt x="17796" y="30247"/>
                    <a:pt x="19900" y="30664"/>
                    <a:pt x="22026" y="30664"/>
                  </a:cubicBezTo>
                  <a:cubicBezTo>
                    <a:pt x="24674" y="30664"/>
                    <a:pt x="27357" y="30017"/>
                    <a:pt x="29619" y="28973"/>
                  </a:cubicBezTo>
                  <a:cubicBezTo>
                    <a:pt x="32649" y="27581"/>
                    <a:pt x="34498" y="24361"/>
                    <a:pt x="35511" y="21242"/>
                  </a:cubicBezTo>
                  <a:cubicBezTo>
                    <a:pt x="36926" y="16932"/>
                    <a:pt x="35456" y="12454"/>
                    <a:pt x="33027" y="8811"/>
                  </a:cubicBezTo>
                  <a:cubicBezTo>
                    <a:pt x="31680" y="6795"/>
                    <a:pt x="30076" y="4790"/>
                    <a:pt x="28338" y="3086"/>
                  </a:cubicBezTo>
                  <a:cubicBezTo>
                    <a:pt x="26923" y="1705"/>
                    <a:pt x="25163" y="880"/>
                    <a:pt x="23270" y="435"/>
                  </a:cubicBezTo>
                  <a:cubicBezTo>
                    <a:pt x="21957" y="125"/>
                    <a:pt x="20576" y="0"/>
                    <a:pt x="19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Google Shape;1378;p61">
              <a:extLst>
                <a:ext uri="{FF2B5EF4-FFF2-40B4-BE49-F238E27FC236}">
                  <a16:creationId xmlns:a16="http://schemas.microsoft.com/office/drawing/2014/main" id="{ED311651-0472-E462-10A5-BF7C095F19C6}"/>
                </a:ext>
              </a:extLst>
            </p:cNvPr>
            <p:cNvSpPr txBox="1"/>
            <p:nvPr/>
          </p:nvSpPr>
          <p:spPr>
            <a:xfrm>
              <a:off x="26812" y="1266658"/>
              <a:ext cx="485418" cy="45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id-ID" sz="1400" b="1" dirty="0">
                  <a:latin typeface="Times New Roman" panose="02020603050405020304" pitchFamily="18" charset="0"/>
                  <a:ea typeface="Caveat"/>
                  <a:cs typeface="Times New Roman" panose="02020603050405020304" pitchFamily="18" charset="0"/>
                  <a:sym typeface="Caveat"/>
                </a:rPr>
                <a:t>2.</a:t>
              </a:r>
              <a:endParaRPr sz="1400" b="1" dirty="0">
                <a:latin typeface="Times New Roman" panose="02020603050405020304" pitchFamily="18" charset="0"/>
                <a:ea typeface="Caveat"/>
                <a:cs typeface="Times New Roman" panose="02020603050405020304" pitchFamily="18" charset="0"/>
                <a:sym typeface="Caveat"/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19A1F63-928B-E6A3-D36D-B08BF0082C2F}"/>
              </a:ext>
            </a:extLst>
          </p:cNvPr>
          <p:cNvGrpSpPr/>
          <p:nvPr/>
        </p:nvGrpSpPr>
        <p:grpSpPr>
          <a:xfrm>
            <a:off x="151543" y="810007"/>
            <a:ext cx="557761" cy="529609"/>
            <a:chOff x="26812" y="1266658"/>
            <a:chExt cx="554310" cy="485660"/>
          </a:xfrm>
        </p:grpSpPr>
        <p:sp>
          <p:nvSpPr>
            <p:cNvPr id="105" name="Google Shape;1376;p61">
              <a:extLst>
                <a:ext uri="{FF2B5EF4-FFF2-40B4-BE49-F238E27FC236}">
                  <a16:creationId xmlns:a16="http://schemas.microsoft.com/office/drawing/2014/main" id="{34074F98-324C-CC24-97AA-D745DA9CA52B}"/>
                </a:ext>
              </a:extLst>
            </p:cNvPr>
            <p:cNvSpPr/>
            <p:nvPr/>
          </p:nvSpPr>
          <p:spPr>
            <a:xfrm rot="-2461544">
              <a:off x="87016" y="1302321"/>
              <a:ext cx="494106" cy="449997"/>
            </a:xfrm>
            <a:custGeom>
              <a:avLst/>
              <a:gdLst/>
              <a:ahLst/>
              <a:cxnLst/>
              <a:rect l="l" t="t" r="r" b="b"/>
              <a:pathLst>
                <a:path w="36927" h="30664" extrusionOk="0">
                  <a:moveTo>
                    <a:pt x="19198" y="0"/>
                  </a:moveTo>
                  <a:cubicBezTo>
                    <a:pt x="17850" y="0"/>
                    <a:pt x="16505" y="119"/>
                    <a:pt x="15227" y="301"/>
                  </a:cubicBezTo>
                  <a:cubicBezTo>
                    <a:pt x="9390" y="1125"/>
                    <a:pt x="1081" y="3075"/>
                    <a:pt x="368" y="10115"/>
                  </a:cubicBezTo>
                  <a:cubicBezTo>
                    <a:pt x="0" y="13802"/>
                    <a:pt x="3230" y="18001"/>
                    <a:pt x="5625" y="20530"/>
                  </a:cubicBezTo>
                  <a:cubicBezTo>
                    <a:pt x="8822" y="23905"/>
                    <a:pt x="11774" y="27102"/>
                    <a:pt x="15951" y="29285"/>
                  </a:cubicBezTo>
                  <a:cubicBezTo>
                    <a:pt x="17796" y="30247"/>
                    <a:pt x="19900" y="30664"/>
                    <a:pt x="22026" y="30664"/>
                  </a:cubicBezTo>
                  <a:cubicBezTo>
                    <a:pt x="24674" y="30664"/>
                    <a:pt x="27357" y="30017"/>
                    <a:pt x="29619" y="28973"/>
                  </a:cubicBezTo>
                  <a:cubicBezTo>
                    <a:pt x="32649" y="27581"/>
                    <a:pt x="34498" y="24361"/>
                    <a:pt x="35511" y="21242"/>
                  </a:cubicBezTo>
                  <a:cubicBezTo>
                    <a:pt x="36926" y="16932"/>
                    <a:pt x="35456" y="12454"/>
                    <a:pt x="33027" y="8811"/>
                  </a:cubicBezTo>
                  <a:cubicBezTo>
                    <a:pt x="31680" y="6795"/>
                    <a:pt x="30076" y="4790"/>
                    <a:pt x="28338" y="3086"/>
                  </a:cubicBezTo>
                  <a:cubicBezTo>
                    <a:pt x="26923" y="1705"/>
                    <a:pt x="25163" y="880"/>
                    <a:pt x="23270" y="435"/>
                  </a:cubicBezTo>
                  <a:cubicBezTo>
                    <a:pt x="21957" y="125"/>
                    <a:pt x="20576" y="0"/>
                    <a:pt x="19198" y="0"/>
                  </a:cubicBezTo>
                  <a:close/>
                </a:path>
              </a:pathLst>
            </a:custGeom>
            <a:solidFill>
              <a:srgbClr val="DACF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0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106" name="Google Shape;1378;p61">
              <a:extLst>
                <a:ext uri="{FF2B5EF4-FFF2-40B4-BE49-F238E27FC236}">
                  <a16:creationId xmlns:a16="http://schemas.microsoft.com/office/drawing/2014/main" id="{9D9CEB6F-6780-E158-0DF7-DF9838B5EFAD}"/>
                </a:ext>
              </a:extLst>
            </p:cNvPr>
            <p:cNvSpPr txBox="1"/>
            <p:nvPr/>
          </p:nvSpPr>
          <p:spPr>
            <a:xfrm>
              <a:off x="26812" y="1266658"/>
              <a:ext cx="485418" cy="45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00" b="1" dirty="0">
                  <a:solidFill>
                    <a:schemeClr val="dk1"/>
                  </a:solidFill>
                  <a:latin typeface="Caveat"/>
                  <a:ea typeface="Caveat"/>
                  <a:cs typeface="Caveat"/>
                  <a:sym typeface="Caveat"/>
                </a:rPr>
                <a:t>1</a:t>
              </a:r>
              <a:r>
                <a:rPr lang="id-ID" sz="1400" b="1" dirty="0">
                  <a:solidFill>
                    <a:schemeClr val="dk1"/>
                  </a:solidFill>
                  <a:latin typeface="Caveat"/>
                  <a:ea typeface="Caveat"/>
                  <a:cs typeface="Caveat"/>
                  <a:sym typeface="Caveat"/>
                </a:rPr>
                <a:t>.</a:t>
              </a:r>
              <a:endParaRPr sz="1400" b="1" dirty="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F8C48CA-1796-5C4E-301B-9303966ACCFF}"/>
              </a:ext>
            </a:extLst>
          </p:cNvPr>
          <p:cNvGrpSpPr/>
          <p:nvPr/>
        </p:nvGrpSpPr>
        <p:grpSpPr>
          <a:xfrm>
            <a:off x="1597273" y="412725"/>
            <a:ext cx="2966417" cy="1138332"/>
            <a:chOff x="866177" y="1562254"/>
            <a:chExt cx="3865553" cy="1522793"/>
          </a:xfrm>
        </p:grpSpPr>
        <p:pic>
          <p:nvPicPr>
            <p:cNvPr id="108" name="Picture 107" descr="Diagram&#10;&#10;Description automatically generated">
              <a:extLst>
                <a:ext uri="{FF2B5EF4-FFF2-40B4-BE49-F238E27FC236}">
                  <a16:creationId xmlns:a16="http://schemas.microsoft.com/office/drawing/2014/main" id="{DD19F452-E92C-77D5-7F9E-B12A2B9134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4996" t="25450" r="23127" b="52213"/>
            <a:stretch/>
          </p:blipFill>
          <p:spPr>
            <a:xfrm>
              <a:off x="866177" y="1562254"/>
              <a:ext cx="3865553" cy="1522793"/>
            </a:xfrm>
            <a:prstGeom prst="rect">
              <a:avLst/>
            </a:prstGeom>
          </p:spPr>
        </p:pic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202E4B17-3448-0CD2-36A7-4EB329031829}"/>
                </a:ext>
              </a:extLst>
            </p:cNvPr>
            <p:cNvSpPr/>
            <p:nvPr/>
          </p:nvSpPr>
          <p:spPr>
            <a:xfrm>
              <a:off x="1247888" y="2251972"/>
              <a:ext cx="265711" cy="248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400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1D8987F-9E4E-DFEF-41C1-00398F38D18F}"/>
                </a:ext>
              </a:extLst>
            </p:cNvPr>
            <p:cNvSpPr/>
            <p:nvPr/>
          </p:nvSpPr>
          <p:spPr>
            <a:xfrm>
              <a:off x="1719422" y="2241214"/>
              <a:ext cx="265711" cy="248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400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5696A59-D7DB-24F7-368E-54F4A4176A99}"/>
                </a:ext>
              </a:extLst>
            </p:cNvPr>
            <p:cNvSpPr/>
            <p:nvPr/>
          </p:nvSpPr>
          <p:spPr>
            <a:xfrm>
              <a:off x="3732895" y="2571749"/>
              <a:ext cx="998835" cy="268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400"/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3D2B0125-92F8-B566-A843-39E8549AF099}"/>
              </a:ext>
            </a:extLst>
          </p:cNvPr>
          <p:cNvSpPr txBox="1"/>
          <p:nvPr/>
        </p:nvSpPr>
        <p:spPr>
          <a:xfrm>
            <a:off x="689648" y="969609"/>
            <a:ext cx="11020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rgbClr val="FF0000"/>
                </a:solidFill>
                <a:latin typeface="Nunito" pitchFamily="2" charset="0"/>
                <a:cs typeface="Palanquin" panose="020B0004020203020204" pitchFamily="34" charset="0"/>
              </a:rPr>
              <a:t>1 1 0 0 1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AFDD3B8-5487-2DF5-42E4-2D094769446A}"/>
              </a:ext>
            </a:extLst>
          </p:cNvPr>
          <p:cNvSpPr txBox="1"/>
          <p:nvPr/>
        </p:nvSpPr>
        <p:spPr>
          <a:xfrm>
            <a:off x="1861885" y="874215"/>
            <a:ext cx="3542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Nunito" pitchFamily="2" charset="0"/>
                <a:cs typeface="Palanquin" panose="020B0004020203020204" pitchFamily="34" charset="0"/>
              </a:rPr>
              <a:t>0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2D36FA8-C003-F9DA-4582-17D02B10064A}"/>
              </a:ext>
            </a:extLst>
          </p:cNvPr>
          <p:cNvSpPr txBox="1"/>
          <p:nvPr/>
        </p:nvSpPr>
        <p:spPr>
          <a:xfrm>
            <a:off x="2235025" y="874214"/>
            <a:ext cx="3542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Nunito" pitchFamily="2" charset="0"/>
                <a:cs typeface="Palanquin" panose="020B0004020203020204" pitchFamily="34" charset="0"/>
              </a:rPr>
              <a:t>0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E5CB8EA-F99B-7BF2-C2E2-D9BFF5DA996B}"/>
              </a:ext>
            </a:extLst>
          </p:cNvPr>
          <p:cNvSpPr txBox="1"/>
          <p:nvPr/>
        </p:nvSpPr>
        <p:spPr>
          <a:xfrm>
            <a:off x="2603706" y="874213"/>
            <a:ext cx="3542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Nunito" pitchFamily="2" charset="0"/>
                <a:cs typeface="Palanquin" panose="020B0004020203020204" pitchFamily="34" charset="0"/>
              </a:rPr>
              <a:t>0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B3BC9000-B36F-5FAB-503F-BDC6BEBB85B1}"/>
              </a:ext>
            </a:extLst>
          </p:cNvPr>
          <p:cNvGrpSpPr/>
          <p:nvPr/>
        </p:nvGrpSpPr>
        <p:grpSpPr>
          <a:xfrm>
            <a:off x="4743898" y="322046"/>
            <a:ext cx="1762103" cy="423933"/>
            <a:chOff x="1443070" y="2923240"/>
            <a:chExt cx="1870286" cy="377238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DDA170FD-2B1C-24C3-C0CB-183735B01B05}"/>
                </a:ext>
              </a:extLst>
            </p:cNvPr>
            <p:cNvSpPr/>
            <p:nvPr/>
          </p:nvSpPr>
          <p:spPr>
            <a:xfrm>
              <a:off x="1443070" y="2923241"/>
              <a:ext cx="623944" cy="37723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400">
                <a:latin typeface="Nunito" pitchFamily="2" charset="0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CEEB416-0312-60C0-A1DC-31A3F0A83F4F}"/>
                </a:ext>
              </a:extLst>
            </p:cNvPr>
            <p:cNvSpPr/>
            <p:nvPr/>
          </p:nvSpPr>
          <p:spPr>
            <a:xfrm>
              <a:off x="2067014" y="2923241"/>
              <a:ext cx="623944" cy="37723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400">
                <a:latin typeface="Nunito" pitchFamily="2" charset="0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CFBDB9D3-21DE-6083-C0C6-7E2663947697}"/>
                </a:ext>
              </a:extLst>
            </p:cNvPr>
            <p:cNvSpPr/>
            <p:nvPr/>
          </p:nvSpPr>
          <p:spPr>
            <a:xfrm>
              <a:off x="2689412" y="2923240"/>
              <a:ext cx="623944" cy="37723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400">
                <a:latin typeface="Nunito" pitchFamily="2" charset="0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9DAD6FAF-6BDE-5FF9-EEDF-6973EC3A6312}"/>
              </a:ext>
            </a:extLst>
          </p:cNvPr>
          <p:cNvSpPr txBox="1"/>
          <p:nvPr/>
        </p:nvSpPr>
        <p:spPr>
          <a:xfrm>
            <a:off x="4773500" y="367066"/>
            <a:ext cx="6204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Nunito" pitchFamily="2" charset="0"/>
                <a:cs typeface="Palanquin" panose="020B0004020203020204" pitchFamily="34" charset="0"/>
              </a:rPr>
              <a:t>msg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2017514-0777-6CA1-E074-0D04A81EB9FF}"/>
              </a:ext>
            </a:extLst>
          </p:cNvPr>
          <p:cNvSpPr txBox="1"/>
          <p:nvPr/>
        </p:nvSpPr>
        <p:spPr>
          <a:xfrm>
            <a:off x="5312525" y="396172"/>
            <a:ext cx="6204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Nunito" pitchFamily="2" charset="0"/>
                <a:cs typeface="Palanquin" panose="020B0004020203020204" pitchFamily="34" charset="0"/>
              </a:rPr>
              <a:t>m1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9164FF3-9719-7CB2-FE6A-5D0949581A5A}"/>
              </a:ext>
            </a:extLst>
          </p:cNvPr>
          <p:cNvSpPr txBox="1"/>
          <p:nvPr/>
        </p:nvSpPr>
        <p:spPr>
          <a:xfrm>
            <a:off x="5899572" y="380887"/>
            <a:ext cx="5916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Nunito" pitchFamily="2" charset="0"/>
                <a:cs typeface="Palanquin" panose="020B0004020203020204" pitchFamily="34" charset="0"/>
              </a:rPr>
              <a:t>m2</a:t>
            </a:r>
          </a:p>
        </p:txBody>
      </p:sp>
      <p:cxnSp>
        <p:nvCxnSpPr>
          <p:cNvPr id="123" name="Connector: Curved 122">
            <a:extLst>
              <a:ext uri="{FF2B5EF4-FFF2-40B4-BE49-F238E27FC236}">
                <a16:creationId xmlns:a16="http://schemas.microsoft.com/office/drawing/2014/main" id="{518F29AD-9775-7B91-EB8C-B9B1753247CB}"/>
              </a:ext>
            </a:extLst>
          </p:cNvPr>
          <p:cNvCxnSpPr>
            <a:cxnSpLocks/>
          </p:cNvCxnSpPr>
          <p:nvPr/>
        </p:nvCxnSpPr>
        <p:spPr>
          <a:xfrm flipV="1">
            <a:off x="2915151" y="577461"/>
            <a:ext cx="1762103" cy="444741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0D52AD66-DCAE-4FF2-1B25-F9FE814123E9}"/>
              </a:ext>
            </a:extLst>
          </p:cNvPr>
          <p:cNvGrpSpPr/>
          <p:nvPr/>
        </p:nvGrpSpPr>
        <p:grpSpPr>
          <a:xfrm>
            <a:off x="144302" y="1789071"/>
            <a:ext cx="565457" cy="588069"/>
            <a:chOff x="26812" y="1266658"/>
            <a:chExt cx="554310" cy="485660"/>
          </a:xfrm>
        </p:grpSpPr>
        <p:sp>
          <p:nvSpPr>
            <p:cNvPr id="125" name="Google Shape;1376;p61">
              <a:extLst>
                <a:ext uri="{FF2B5EF4-FFF2-40B4-BE49-F238E27FC236}">
                  <a16:creationId xmlns:a16="http://schemas.microsoft.com/office/drawing/2014/main" id="{250C9594-E9E6-FA53-92E0-79630169FBEF}"/>
                </a:ext>
              </a:extLst>
            </p:cNvPr>
            <p:cNvSpPr/>
            <p:nvPr/>
          </p:nvSpPr>
          <p:spPr>
            <a:xfrm rot="-2461544">
              <a:off x="87016" y="1302321"/>
              <a:ext cx="494106" cy="449997"/>
            </a:xfrm>
            <a:custGeom>
              <a:avLst/>
              <a:gdLst/>
              <a:ahLst/>
              <a:cxnLst/>
              <a:rect l="l" t="t" r="r" b="b"/>
              <a:pathLst>
                <a:path w="36927" h="30664" extrusionOk="0">
                  <a:moveTo>
                    <a:pt x="19198" y="0"/>
                  </a:moveTo>
                  <a:cubicBezTo>
                    <a:pt x="17850" y="0"/>
                    <a:pt x="16505" y="119"/>
                    <a:pt x="15227" y="301"/>
                  </a:cubicBezTo>
                  <a:cubicBezTo>
                    <a:pt x="9390" y="1125"/>
                    <a:pt x="1081" y="3075"/>
                    <a:pt x="368" y="10115"/>
                  </a:cubicBezTo>
                  <a:cubicBezTo>
                    <a:pt x="0" y="13802"/>
                    <a:pt x="3230" y="18001"/>
                    <a:pt x="5625" y="20530"/>
                  </a:cubicBezTo>
                  <a:cubicBezTo>
                    <a:pt x="8822" y="23905"/>
                    <a:pt x="11774" y="27102"/>
                    <a:pt x="15951" y="29285"/>
                  </a:cubicBezTo>
                  <a:cubicBezTo>
                    <a:pt x="17796" y="30247"/>
                    <a:pt x="19900" y="30664"/>
                    <a:pt x="22026" y="30664"/>
                  </a:cubicBezTo>
                  <a:cubicBezTo>
                    <a:pt x="24674" y="30664"/>
                    <a:pt x="27357" y="30017"/>
                    <a:pt x="29619" y="28973"/>
                  </a:cubicBezTo>
                  <a:cubicBezTo>
                    <a:pt x="32649" y="27581"/>
                    <a:pt x="34498" y="24361"/>
                    <a:pt x="35511" y="21242"/>
                  </a:cubicBezTo>
                  <a:cubicBezTo>
                    <a:pt x="36926" y="16932"/>
                    <a:pt x="35456" y="12454"/>
                    <a:pt x="33027" y="8811"/>
                  </a:cubicBezTo>
                  <a:cubicBezTo>
                    <a:pt x="31680" y="6795"/>
                    <a:pt x="30076" y="4790"/>
                    <a:pt x="28338" y="3086"/>
                  </a:cubicBezTo>
                  <a:cubicBezTo>
                    <a:pt x="26923" y="1705"/>
                    <a:pt x="25163" y="880"/>
                    <a:pt x="23270" y="435"/>
                  </a:cubicBezTo>
                  <a:cubicBezTo>
                    <a:pt x="21957" y="125"/>
                    <a:pt x="20576" y="0"/>
                    <a:pt x="19198" y="0"/>
                  </a:cubicBezTo>
                  <a:close/>
                </a:path>
              </a:pathLst>
            </a:custGeom>
            <a:solidFill>
              <a:srgbClr val="DACF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0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126" name="Google Shape;1378;p61">
              <a:extLst>
                <a:ext uri="{FF2B5EF4-FFF2-40B4-BE49-F238E27FC236}">
                  <a16:creationId xmlns:a16="http://schemas.microsoft.com/office/drawing/2014/main" id="{0A509DB0-B728-7EB4-DC8D-9342453E0830}"/>
                </a:ext>
              </a:extLst>
            </p:cNvPr>
            <p:cNvSpPr txBox="1"/>
            <p:nvPr/>
          </p:nvSpPr>
          <p:spPr>
            <a:xfrm>
              <a:off x="26812" y="1266658"/>
              <a:ext cx="485418" cy="45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id-ID" sz="1400" b="1" dirty="0">
                  <a:solidFill>
                    <a:schemeClr val="dk1"/>
                  </a:solidFill>
                  <a:latin typeface="Caveat"/>
                  <a:ea typeface="Caveat"/>
                  <a:cs typeface="Caveat"/>
                  <a:sym typeface="Caveat"/>
                </a:rPr>
                <a:t>2.</a:t>
              </a:r>
              <a:endParaRPr sz="1400" b="1" dirty="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endParaRPr>
            </a:p>
          </p:txBody>
        </p: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B27971F2-47AD-EF0F-6622-1DAA72C3B40B}"/>
              </a:ext>
            </a:extLst>
          </p:cNvPr>
          <p:cNvSpPr txBox="1"/>
          <p:nvPr/>
        </p:nvSpPr>
        <p:spPr>
          <a:xfrm>
            <a:off x="769997" y="1977014"/>
            <a:ext cx="9309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rgbClr val="FF0000"/>
                </a:solidFill>
                <a:latin typeface="Nunito" pitchFamily="2" charset="0"/>
                <a:cs typeface="Palanquin" panose="020B0004020203020204" pitchFamily="34" charset="0"/>
              </a:rPr>
              <a:t>1 1 0 0  </a:t>
            </a: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C8565338-9ED9-C9FF-9D6E-FE160916F85A}"/>
              </a:ext>
            </a:extLst>
          </p:cNvPr>
          <p:cNvGrpSpPr/>
          <p:nvPr/>
        </p:nvGrpSpPr>
        <p:grpSpPr>
          <a:xfrm>
            <a:off x="183295" y="3136937"/>
            <a:ext cx="643404" cy="600091"/>
            <a:chOff x="26812" y="1266658"/>
            <a:chExt cx="554310" cy="485660"/>
          </a:xfrm>
        </p:grpSpPr>
        <p:sp>
          <p:nvSpPr>
            <p:cNvPr id="137" name="Google Shape;1376;p61">
              <a:extLst>
                <a:ext uri="{FF2B5EF4-FFF2-40B4-BE49-F238E27FC236}">
                  <a16:creationId xmlns:a16="http://schemas.microsoft.com/office/drawing/2014/main" id="{E978B9A5-9700-1ADB-ACD3-DA97308A1714}"/>
                </a:ext>
              </a:extLst>
            </p:cNvPr>
            <p:cNvSpPr/>
            <p:nvPr/>
          </p:nvSpPr>
          <p:spPr>
            <a:xfrm rot="-2461544">
              <a:off x="87016" y="1302321"/>
              <a:ext cx="494106" cy="449997"/>
            </a:xfrm>
            <a:custGeom>
              <a:avLst/>
              <a:gdLst/>
              <a:ahLst/>
              <a:cxnLst/>
              <a:rect l="l" t="t" r="r" b="b"/>
              <a:pathLst>
                <a:path w="36927" h="30664" extrusionOk="0">
                  <a:moveTo>
                    <a:pt x="19198" y="0"/>
                  </a:moveTo>
                  <a:cubicBezTo>
                    <a:pt x="17850" y="0"/>
                    <a:pt x="16505" y="119"/>
                    <a:pt x="15227" y="301"/>
                  </a:cubicBezTo>
                  <a:cubicBezTo>
                    <a:pt x="9390" y="1125"/>
                    <a:pt x="1081" y="3075"/>
                    <a:pt x="368" y="10115"/>
                  </a:cubicBezTo>
                  <a:cubicBezTo>
                    <a:pt x="0" y="13802"/>
                    <a:pt x="3230" y="18001"/>
                    <a:pt x="5625" y="20530"/>
                  </a:cubicBezTo>
                  <a:cubicBezTo>
                    <a:pt x="8822" y="23905"/>
                    <a:pt x="11774" y="27102"/>
                    <a:pt x="15951" y="29285"/>
                  </a:cubicBezTo>
                  <a:cubicBezTo>
                    <a:pt x="17796" y="30247"/>
                    <a:pt x="19900" y="30664"/>
                    <a:pt x="22026" y="30664"/>
                  </a:cubicBezTo>
                  <a:cubicBezTo>
                    <a:pt x="24674" y="30664"/>
                    <a:pt x="27357" y="30017"/>
                    <a:pt x="29619" y="28973"/>
                  </a:cubicBezTo>
                  <a:cubicBezTo>
                    <a:pt x="32649" y="27581"/>
                    <a:pt x="34498" y="24361"/>
                    <a:pt x="35511" y="21242"/>
                  </a:cubicBezTo>
                  <a:cubicBezTo>
                    <a:pt x="36926" y="16932"/>
                    <a:pt x="35456" y="12454"/>
                    <a:pt x="33027" y="8811"/>
                  </a:cubicBezTo>
                  <a:cubicBezTo>
                    <a:pt x="31680" y="6795"/>
                    <a:pt x="30076" y="4790"/>
                    <a:pt x="28338" y="3086"/>
                  </a:cubicBezTo>
                  <a:cubicBezTo>
                    <a:pt x="26923" y="1705"/>
                    <a:pt x="25163" y="880"/>
                    <a:pt x="23270" y="435"/>
                  </a:cubicBezTo>
                  <a:cubicBezTo>
                    <a:pt x="21957" y="125"/>
                    <a:pt x="20576" y="0"/>
                    <a:pt x="19198" y="0"/>
                  </a:cubicBezTo>
                  <a:close/>
                </a:path>
              </a:pathLst>
            </a:custGeom>
            <a:solidFill>
              <a:srgbClr val="DACF9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0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138" name="Google Shape;1378;p61">
              <a:extLst>
                <a:ext uri="{FF2B5EF4-FFF2-40B4-BE49-F238E27FC236}">
                  <a16:creationId xmlns:a16="http://schemas.microsoft.com/office/drawing/2014/main" id="{2B665186-AFA9-99DF-968B-B23152BB4AA5}"/>
                </a:ext>
              </a:extLst>
            </p:cNvPr>
            <p:cNvSpPr txBox="1"/>
            <p:nvPr/>
          </p:nvSpPr>
          <p:spPr>
            <a:xfrm>
              <a:off x="26812" y="1266658"/>
              <a:ext cx="485418" cy="45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id-ID" sz="1400" b="1" dirty="0">
                  <a:solidFill>
                    <a:schemeClr val="dk1"/>
                  </a:solidFill>
                  <a:latin typeface="Caveat"/>
                  <a:ea typeface="Caveat"/>
                  <a:cs typeface="Caveat"/>
                  <a:sym typeface="Caveat"/>
                </a:rPr>
                <a:t>3.</a:t>
              </a:r>
              <a:endParaRPr sz="1400" b="1" dirty="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endParaRPr>
            </a:p>
          </p:txBody>
        </p: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B69814E2-545C-B169-45F2-AA9F98DDC31D}"/>
              </a:ext>
            </a:extLst>
          </p:cNvPr>
          <p:cNvSpPr txBox="1"/>
          <p:nvPr/>
        </p:nvSpPr>
        <p:spPr>
          <a:xfrm>
            <a:off x="894510" y="3306036"/>
            <a:ext cx="788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rgbClr val="FF0000"/>
                </a:solidFill>
                <a:latin typeface="Nunito" pitchFamily="2" charset="0"/>
                <a:cs typeface="Palanquin" panose="020B0004020203020204" pitchFamily="34" charset="0"/>
              </a:rPr>
              <a:t>1 1 0  </a:t>
            </a:r>
          </a:p>
        </p:txBody>
      </p:sp>
      <p:graphicFrame>
        <p:nvGraphicFramePr>
          <p:cNvPr id="148" name="Table 147">
            <a:extLst>
              <a:ext uri="{FF2B5EF4-FFF2-40B4-BE49-F238E27FC236}">
                <a16:creationId xmlns:a16="http://schemas.microsoft.com/office/drawing/2014/main" id="{1CF336AF-C071-0E06-34F7-028BB1387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801495"/>
              </p:ext>
            </p:extLst>
          </p:nvPr>
        </p:nvGraphicFramePr>
        <p:xfrm>
          <a:off x="4648200" y="895180"/>
          <a:ext cx="1577328" cy="1920240"/>
        </p:xfrm>
        <a:graphic>
          <a:graphicData uri="http://schemas.openxmlformats.org/drawingml/2006/table">
            <a:tbl>
              <a:tblPr firstRow="1" bandRow="1"/>
              <a:tblGrid>
                <a:gridCol w="443799">
                  <a:extLst>
                    <a:ext uri="{9D8B030D-6E8A-4147-A177-3AD203B41FA5}">
                      <a16:colId xmlns:a16="http://schemas.microsoft.com/office/drawing/2014/main" val="3621188743"/>
                    </a:ext>
                  </a:extLst>
                </a:gridCol>
                <a:gridCol w="373263">
                  <a:extLst>
                    <a:ext uri="{9D8B030D-6E8A-4147-A177-3AD203B41FA5}">
                      <a16:colId xmlns:a16="http://schemas.microsoft.com/office/drawing/2014/main" val="250592656"/>
                    </a:ext>
                  </a:extLst>
                </a:gridCol>
                <a:gridCol w="760266">
                  <a:extLst>
                    <a:ext uri="{9D8B030D-6E8A-4147-A177-3AD203B41FA5}">
                      <a16:colId xmlns:a16="http://schemas.microsoft.com/office/drawing/2014/main" val="3132167638"/>
                    </a:ext>
                  </a:extLst>
                </a:gridCol>
              </a:tblGrid>
              <a:tr h="212581"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Tabel</a:t>
                      </a:r>
                      <a:r>
                        <a:rPr lang="en-US" sz="1200" dirty="0"/>
                        <a:t> XOR</a:t>
                      </a:r>
                      <a:endParaRPr lang="en-ID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D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8967668"/>
                  </a:ext>
                </a:extLst>
              </a:tr>
              <a:tr h="212581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Input</a:t>
                      </a:r>
                      <a:endParaRPr lang="en-ID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Output</a:t>
                      </a:r>
                      <a:endParaRPr lang="en-ID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5656743"/>
                  </a:ext>
                </a:extLst>
              </a:tr>
              <a:tr h="21258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</a:t>
                      </a:r>
                      <a:endParaRPr lang="en-ID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</a:t>
                      </a:r>
                      <a:endParaRPr lang="en-ID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450974"/>
                  </a:ext>
                </a:extLst>
              </a:tr>
              <a:tr h="21258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  <a:endParaRPr lang="en-ID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  <a:endParaRPr lang="en-ID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  <a:endParaRPr lang="en-ID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5991635"/>
                  </a:ext>
                </a:extLst>
              </a:tr>
              <a:tr h="21258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  <a:endParaRPr lang="en-ID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ID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ID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4737314"/>
                  </a:ext>
                </a:extLst>
              </a:tr>
              <a:tr h="21258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ID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  <a:endParaRPr lang="en-ID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ID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7441513"/>
                  </a:ext>
                </a:extLst>
              </a:tr>
              <a:tr h="21258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ID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ID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  <a:endParaRPr lang="en-ID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303384"/>
                  </a:ext>
                </a:extLst>
              </a:tr>
            </a:tbl>
          </a:graphicData>
        </a:graphic>
      </p:graphicFrame>
      <p:sp>
        <p:nvSpPr>
          <p:cNvPr id="150" name="TextBox 149">
            <a:extLst>
              <a:ext uri="{FF2B5EF4-FFF2-40B4-BE49-F238E27FC236}">
                <a16:creationId xmlns:a16="http://schemas.microsoft.com/office/drawing/2014/main" id="{2E3DF53D-4D59-07E4-4B9E-282D74FC6F15}"/>
              </a:ext>
            </a:extLst>
          </p:cNvPr>
          <p:cNvSpPr txBox="1"/>
          <p:nvPr/>
        </p:nvSpPr>
        <p:spPr>
          <a:xfrm>
            <a:off x="3638193" y="529772"/>
            <a:ext cx="5825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d-ID" sz="1400" dirty="0">
                <a:latin typeface="Nunito" pitchFamily="2" charset="0"/>
                <a:cs typeface="Palanquin" panose="020B0004020203020204" pitchFamily="34" charset="0"/>
              </a:rPr>
              <a:t>C1</a:t>
            </a:r>
            <a:endParaRPr lang="en-US" sz="1400" dirty="0">
              <a:latin typeface="Nunito" pitchFamily="2" charset="0"/>
              <a:cs typeface="Palanquin" panose="020B0004020203020204" pitchFamily="34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7B98C8DD-F323-D2EE-B706-C25662B168EE}"/>
              </a:ext>
            </a:extLst>
          </p:cNvPr>
          <p:cNvSpPr txBox="1"/>
          <p:nvPr/>
        </p:nvSpPr>
        <p:spPr>
          <a:xfrm>
            <a:off x="3597868" y="1235532"/>
            <a:ext cx="5825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d-ID" sz="1400" dirty="0">
                <a:latin typeface="Nunito" pitchFamily="2" charset="0"/>
                <a:cs typeface="Palanquin" panose="020B0004020203020204" pitchFamily="34" charset="0"/>
              </a:rPr>
              <a:t>C2</a:t>
            </a:r>
            <a:endParaRPr lang="en-US" sz="1400" dirty="0">
              <a:latin typeface="Nunito" pitchFamily="2" charset="0"/>
              <a:cs typeface="Palanquin" panose="020B0004020203020204" pitchFamily="34" charset="0"/>
            </a:endParaRP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13825C00-9630-57EB-393B-FAA23A6938F0}"/>
              </a:ext>
            </a:extLst>
          </p:cNvPr>
          <p:cNvGrpSpPr/>
          <p:nvPr/>
        </p:nvGrpSpPr>
        <p:grpSpPr>
          <a:xfrm>
            <a:off x="1597271" y="1581150"/>
            <a:ext cx="2966417" cy="1138332"/>
            <a:chOff x="866177" y="1562254"/>
            <a:chExt cx="3865553" cy="1522793"/>
          </a:xfrm>
        </p:grpSpPr>
        <p:pic>
          <p:nvPicPr>
            <p:cNvPr id="158" name="Picture 157" descr="Diagram&#10;&#10;Description automatically generated">
              <a:extLst>
                <a:ext uri="{FF2B5EF4-FFF2-40B4-BE49-F238E27FC236}">
                  <a16:creationId xmlns:a16="http://schemas.microsoft.com/office/drawing/2014/main" id="{C1870CAC-25BD-E5DA-59C4-463E42DF53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4996" t="25450" r="23127" b="52213"/>
            <a:stretch/>
          </p:blipFill>
          <p:spPr>
            <a:xfrm>
              <a:off x="866177" y="1562254"/>
              <a:ext cx="3865553" cy="1522793"/>
            </a:xfrm>
            <a:prstGeom prst="rect">
              <a:avLst/>
            </a:prstGeom>
          </p:spPr>
        </p:pic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D4C09BAC-94CB-4F76-62B1-C2E7D6A65903}"/>
                </a:ext>
              </a:extLst>
            </p:cNvPr>
            <p:cNvSpPr/>
            <p:nvPr/>
          </p:nvSpPr>
          <p:spPr>
            <a:xfrm>
              <a:off x="1247888" y="2251972"/>
              <a:ext cx="265711" cy="248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400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A39805C3-46D0-4C84-B144-A570D6BF9EFB}"/>
                </a:ext>
              </a:extLst>
            </p:cNvPr>
            <p:cNvSpPr/>
            <p:nvPr/>
          </p:nvSpPr>
          <p:spPr>
            <a:xfrm>
              <a:off x="1719422" y="2241214"/>
              <a:ext cx="265711" cy="248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400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022A0E13-2C4E-E0C4-0B2C-3117E4CA48B9}"/>
                </a:ext>
              </a:extLst>
            </p:cNvPr>
            <p:cNvSpPr/>
            <p:nvPr/>
          </p:nvSpPr>
          <p:spPr>
            <a:xfrm>
              <a:off x="3732895" y="2571749"/>
              <a:ext cx="998835" cy="268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400"/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89BA721E-DA8A-F291-DBE8-338BB8D31331}"/>
              </a:ext>
            </a:extLst>
          </p:cNvPr>
          <p:cNvSpPr txBox="1"/>
          <p:nvPr/>
        </p:nvSpPr>
        <p:spPr>
          <a:xfrm>
            <a:off x="1855967" y="2027637"/>
            <a:ext cx="3542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d-ID" sz="1400" dirty="0">
                <a:solidFill>
                  <a:srgbClr val="FF0000"/>
                </a:solidFill>
                <a:latin typeface="Nunito" pitchFamily="2" charset="0"/>
                <a:cs typeface="Palanquin" panose="020B0004020203020204" pitchFamily="34" charset="0"/>
              </a:rPr>
              <a:t>1</a:t>
            </a:r>
            <a:endParaRPr lang="en-US" sz="1400" dirty="0">
              <a:solidFill>
                <a:srgbClr val="FF0000"/>
              </a:solidFill>
              <a:latin typeface="Nunito" pitchFamily="2" charset="0"/>
              <a:cs typeface="Palanquin" panose="020B0004020203020204" pitchFamily="34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3BEAA30-0702-11C2-ADCB-D00AEE403F10}"/>
              </a:ext>
            </a:extLst>
          </p:cNvPr>
          <p:cNvSpPr txBox="1"/>
          <p:nvPr/>
        </p:nvSpPr>
        <p:spPr>
          <a:xfrm>
            <a:off x="2227259" y="2044858"/>
            <a:ext cx="3542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Nunito" pitchFamily="2" charset="0"/>
                <a:cs typeface="Palanquin" panose="020B0004020203020204" pitchFamily="34" charset="0"/>
              </a:rPr>
              <a:t>0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41FE2C2-DF73-1F76-CA3C-7DD7D182A5C9}"/>
              </a:ext>
            </a:extLst>
          </p:cNvPr>
          <p:cNvSpPr txBox="1"/>
          <p:nvPr/>
        </p:nvSpPr>
        <p:spPr>
          <a:xfrm>
            <a:off x="2566244" y="2049324"/>
            <a:ext cx="3542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Nunito" pitchFamily="2" charset="0"/>
                <a:cs typeface="Palanquin" panose="020B0004020203020204" pitchFamily="34" charset="0"/>
              </a:rPr>
              <a:t>0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807C67B-8B90-A13C-875A-EA2CDBD198FB}"/>
              </a:ext>
            </a:extLst>
          </p:cNvPr>
          <p:cNvSpPr txBox="1"/>
          <p:nvPr/>
        </p:nvSpPr>
        <p:spPr>
          <a:xfrm>
            <a:off x="3629822" y="1686414"/>
            <a:ext cx="3542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d-ID" sz="1400" dirty="0"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1</a:t>
            </a:r>
            <a:endParaRPr lang="en-US" sz="1400" dirty="0">
              <a:highlight>
                <a:srgbClr val="FFFF00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1BB0494-8160-1EFC-5626-920278B80491}"/>
              </a:ext>
            </a:extLst>
          </p:cNvPr>
          <p:cNvSpPr txBox="1"/>
          <p:nvPr/>
        </p:nvSpPr>
        <p:spPr>
          <a:xfrm>
            <a:off x="3629822" y="2428609"/>
            <a:ext cx="3542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d-ID" sz="1400" dirty="0"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1</a:t>
            </a:r>
            <a:endParaRPr lang="en-US" sz="1400" dirty="0">
              <a:highlight>
                <a:srgbClr val="FFFF00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8CE2C10-EDE7-DB3B-17B6-67612F65AD6E}"/>
              </a:ext>
            </a:extLst>
          </p:cNvPr>
          <p:cNvSpPr txBox="1"/>
          <p:nvPr/>
        </p:nvSpPr>
        <p:spPr>
          <a:xfrm>
            <a:off x="3575197" y="2829160"/>
            <a:ext cx="3542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d-ID" sz="1400" dirty="0"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1</a:t>
            </a:r>
            <a:endParaRPr lang="en-US" sz="1400" dirty="0">
              <a:highlight>
                <a:srgbClr val="FFFF00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41C008E-EAA4-F6E6-E5E5-CF009A364623}"/>
              </a:ext>
            </a:extLst>
          </p:cNvPr>
          <p:cNvSpPr txBox="1"/>
          <p:nvPr/>
        </p:nvSpPr>
        <p:spPr>
          <a:xfrm>
            <a:off x="3586580" y="3635573"/>
            <a:ext cx="3542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d-ID" sz="1400" dirty="0"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rPr>
              <a:t>0</a:t>
            </a:r>
            <a:endParaRPr lang="en-US" sz="1400" dirty="0">
              <a:highlight>
                <a:srgbClr val="FFFF00"/>
              </a:highlight>
              <a:latin typeface="Nunito" pitchFamily="2" charset="0"/>
              <a:cs typeface="Palanquin" panose="020B0004020203020204" pitchFamily="34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063A280-6B75-9519-DFC1-A32D90980FB5}"/>
              </a:ext>
            </a:extLst>
          </p:cNvPr>
          <p:cNvSpPr txBox="1"/>
          <p:nvPr/>
        </p:nvSpPr>
        <p:spPr>
          <a:xfrm>
            <a:off x="1863268" y="3235911"/>
            <a:ext cx="3542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rgbClr val="FF0000"/>
                </a:solidFill>
                <a:latin typeface="Nunito" pitchFamily="2" charset="0"/>
                <a:cs typeface="Palanquin" panose="020B0004020203020204" pitchFamily="34" charset="0"/>
              </a:rPr>
              <a:t>0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15BE8DA-A375-85E8-2D2C-204EA2993732}"/>
              </a:ext>
            </a:extLst>
          </p:cNvPr>
          <p:cNvSpPr txBox="1"/>
          <p:nvPr/>
        </p:nvSpPr>
        <p:spPr>
          <a:xfrm>
            <a:off x="2246617" y="3245078"/>
            <a:ext cx="3542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d-ID" sz="1400" dirty="0">
                <a:solidFill>
                  <a:srgbClr val="FF0000"/>
                </a:solidFill>
                <a:latin typeface="Nunito" pitchFamily="2" charset="0"/>
                <a:cs typeface="Palanquin" panose="020B0004020203020204" pitchFamily="34" charset="0"/>
              </a:rPr>
              <a:t>1</a:t>
            </a:r>
            <a:endParaRPr lang="en-US" sz="1400" dirty="0">
              <a:solidFill>
                <a:srgbClr val="FF0000"/>
              </a:solidFill>
              <a:latin typeface="Nunito" pitchFamily="2" charset="0"/>
              <a:cs typeface="Palanquin" panose="020B0004020203020204" pitchFamily="34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E7ABAA49-01AF-0A89-9FC2-936F169DC2C1}"/>
              </a:ext>
            </a:extLst>
          </p:cNvPr>
          <p:cNvSpPr txBox="1"/>
          <p:nvPr/>
        </p:nvSpPr>
        <p:spPr>
          <a:xfrm>
            <a:off x="2597016" y="3245078"/>
            <a:ext cx="3542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Nunito" pitchFamily="2" charset="0"/>
                <a:cs typeface="Palanquin" panose="020B0004020203020204" pitchFamily="34" charset="0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3CDED28D-7511-0BF8-B724-9701A36D2CC8}"/>
                  </a:ext>
                </a:extLst>
              </p:cNvPr>
              <p:cNvSpPr txBox="1"/>
              <p:nvPr/>
            </p:nvSpPr>
            <p:spPr>
              <a:xfrm>
                <a:off x="6680777" y="115287"/>
                <a:ext cx="1711630" cy="7309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Aft>
                    <a:spcPts val="2100"/>
                  </a:spcAft>
                </a:pPr>
                <a:r>
                  <a:rPr lang="id-ID" sz="12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c</a:t>
                </a:r>
                <a:r>
                  <a:rPr lang="en-US" sz="12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1 = m</a:t>
                </a:r>
                <a:r>
                  <a:rPr lang="id-ID" sz="12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sg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Palanquin" panose="020B0004020203020204" pitchFamily="34" charset="0"/>
                      </a:rPr>
                      <m:t>⊕</m:t>
                    </m:r>
                  </m:oMath>
                </a14:m>
                <a:r>
                  <a:rPr lang="id-ID" sz="12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m1</a:t>
                </a:r>
                <a14:m>
                  <m:oMath xmlns:m="http://schemas.openxmlformats.org/officeDocument/2006/math">
                    <m:r>
                      <a:rPr lang="en-US" sz="1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Palanquin" panose="020B0004020203020204" pitchFamily="34" charset="0"/>
                      </a:rPr>
                      <m:t>⊕</m:t>
                    </m:r>
                  </m:oMath>
                </a14:m>
                <a:r>
                  <a:rPr lang="id-ID" sz="12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m2</a:t>
                </a:r>
                <a:r>
                  <a:rPr lang="en-US" sz="12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 </a:t>
                </a:r>
                <a:endParaRPr lang="id-ID" sz="1200" dirty="0">
                  <a:solidFill>
                    <a:srgbClr val="0070C0"/>
                  </a:solidFill>
                  <a:latin typeface="Nunito" pitchFamily="2" charset="0"/>
                  <a:cs typeface="Calibri" panose="020F0502020204030204" pitchFamily="34" charset="0"/>
                </a:endParaRPr>
              </a:p>
              <a:p>
                <a:pPr marL="285750" indent="-285750">
                  <a:spcAft>
                    <a:spcPts val="2100"/>
                  </a:spcAft>
                </a:pPr>
                <a:r>
                  <a:rPr lang="id-ID" sz="12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c</a:t>
                </a:r>
                <a:r>
                  <a:rPr lang="en-US" sz="12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2 = m</a:t>
                </a:r>
                <a:r>
                  <a:rPr lang="id-ID" sz="12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sg</a:t>
                </a:r>
                <a:r>
                  <a:rPr lang="en-US" sz="12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Palanquin" panose="020B0004020203020204" pitchFamily="34" charset="0"/>
                      </a:rPr>
                      <m:t>⊕</m:t>
                    </m:r>
                  </m:oMath>
                </a14:m>
                <a:r>
                  <a:rPr lang="en-US" sz="12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m2</a:t>
                </a:r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3CDED28D-7511-0BF8-B724-9701A36D2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777" y="115287"/>
                <a:ext cx="1711630" cy="730969"/>
              </a:xfrm>
              <a:prstGeom prst="rect">
                <a:avLst/>
              </a:prstGeom>
              <a:blipFill>
                <a:blip r:embed="rId3"/>
                <a:stretch>
                  <a:fillRect l="-356" b="-583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TextBox 167">
            <a:extLst>
              <a:ext uri="{FF2B5EF4-FFF2-40B4-BE49-F238E27FC236}">
                <a16:creationId xmlns:a16="http://schemas.microsoft.com/office/drawing/2014/main" id="{DF885C20-A269-3CD5-8411-9A2E356FDD57}"/>
              </a:ext>
            </a:extLst>
          </p:cNvPr>
          <p:cNvSpPr txBox="1"/>
          <p:nvPr/>
        </p:nvSpPr>
        <p:spPr>
          <a:xfrm>
            <a:off x="47417" y="4186394"/>
            <a:ext cx="44535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 b="1" dirty="0">
                <a:solidFill>
                  <a:schemeClr val="tx1">
                    <a:lumMod val="50000"/>
                  </a:schemeClr>
                </a:solidFill>
                <a:latin typeface="Nunito" pitchFamily="2" charset="0"/>
                <a:ea typeface="Nunito"/>
                <a:cs typeface="Nunito"/>
                <a:sym typeface="Nunito"/>
              </a:rPr>
              <a:t>Hasil output = </a:t>
            </a:r>
            <a:r>
              <a:rPr lang="en-ID" sz="1400" b="1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  <a:latin typeface="Nunito" pitchFamily="2" charset="0"/>
                <a:ea typeface="Nunito"/>
                <a:cs typeface="Nunito"/>
                <a:sym typeface="Nunito"/>
              </a:rPr>
              <a:t>11 10 11 11 01</a:t>
            </a:r>
            <a:r>
              <a:rPr lang="id-ID" sz="1400" b="1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  <a:latin typeface="Nunito" pitchFamily="2" charset="0"/>
                <a:ea typeface="Nunito"/>
                <a:cs typeface="Nunito"/>
                <a:sym typeface="Nunito"/>
              </a:rPr>
              <a:t> 01 11</a:t>
            </a:r>
            <a:endParaRPr lang="en-ID" sz="1400" b="1" dirty="0">
              <a:solidFill>
                <a:schemeClr val="tx1">
                  <a:lumMod val="50000"/>
                </a:schemeClr>
              </a:solidFill>
              <a:highlight>
                <a:srgbClr val="FFFF00"/>
              </a:highlight>
              <a:latin typeface="Nunito" pitchFamily="2" charset="0"/>
              <a:ea typeface="Nunito"/>
              <a:cs typeface="Nunito"/>
              <a:sym typeface="Nunito"/>
            </a:endParaRPr>
          </a:p>
        </p:txBody>
      </p:sp>
      <p:graphicFrame>
        <p:nvGraphicFramePr>
          <p:cNvPr id="169" name="Table 168">
            <a:extLst>
              <a:ext uri="{FF2B5EF4-FFF2-40B4-BE49-F238E27FC236}">
                <a16:creationId xmlns:a16="http://schemas.microsoft.com/office/drawing/2014/main" id="{925A0ECF-4D96-E39F-34FF-58543E769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643722"/>
              </p:ext>
            </p:extLst>
          </p:nvPr>
        </p:nvGraphicFramePr>
        <p:xfrm>
          <a:off x="6367393" y="997924"/>
          <a:ext cx="2729190" cy="370840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545838">
                  <a:extLst>
                    <a:ext uri="{9D8B030D-6E8A-4147-A177-3AD203B41FA5}">
                      <a16:colId xmlns:a16="http://schemas.microsoft.com/office/drawing/2014/main" val="3501429920"/>
                    </a:ext>
                  </a:extLst>
                </a:gridCol>
                <a:gridCol w="545838">
                  <a:extLst>
                    <a:ext uri="{9D8B030D-6E8A-4147-A177-3AD203B41FA5}">
                      <a16:colId xmlns:a16="http://schemas.microsoft.com/office/drawing/2014/main" val="1608147699"/>
                    </a:ext>
                  </a:extLst>
                </a:gridCol>
                <a:gridCol w="545838">
                  <a:extLst>
                    <a:ext uri="{9D8B030D-6E8A-4147-A177-3AD203B41FA5}">
                      <a16:colId xmlns:a16="http://schemas.microsoft.com/office/drawing/2014/main" val="240119633"/>
                    </a:ext>
                  </a:extLst>
                </a:gridCol>
                <a:gridCol w="545838">
                  <a:extLst>
                    <a:ext uri="{9D8B030D-6E8A-4147-A177-3AD203B41FA5}">
                      <a16:colId xmlns:a16="http://schemas.microsoft.com/office/drawing/2014/main" val="4146134951"/>
                    </a:ext>
                  </a:extLst>
                </a:gridCol>
                <a:gridCol w="545838">
                  <a:extLst>
                    <a:ext uri="{9D8B030D-6E8A-4147-A177-3AD203B41FA5}">
                      <a16:colId xmlns:a16="http://schemas.microsoft.com/office/drawing/2014/main" val="15084727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msg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d-ID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Current</a:t>
                      </a:r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state 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Output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0364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Nunito" pitchFamily="2" charset="0"/>
                        </a:rPr>
                        <a:t>msg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m1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m2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c2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575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76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015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492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442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38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020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74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endParaRPr lang="en-ID" sz="1200" b="0" dirty="0">
                        <a:solidFill>
                          <a:schemeClr val="tx1">
                            <a:lumMod val="50000"/>
                          </a:schemeClr>
                        </a:solidFill>
                        <a:highlight>
                          <a:srgbClr val="FFFF00"/>
                        </a:highlight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470190"/>
                  </a:ext>
                </a:extLst>
              </a:tr>
            </a:tbl>
          </a:graphicData>
        </a:graphic>
      </p:graphicFrame>
      <p:sp>
        <p:nvSpPr>
          <p:cNvPr id="170" name="TextBox 169">
            <a:extLst>
              <a:ext uri="{FF2B5EF4-FFF2-40B4-BE49-F238E27FC236}">
                <a16:creationId xmlns:a16="http://schemas.microsoft.com/office/drawing/2014/main" id="{68E61F58-3BA1-E311-52F8-3DA145CF2397}"/>
              </a:ext>
            </a:extLst>
          </p:cNvPr>
          <p:cNvSpPr txBox="1"/>
          <p:nvPr/>
        </p:nvSpPr>
        <p:spPr>
          <a:xfrm>
            <a:off x="3808016" y="3996849"/>
            <a:ext cx="27208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 err="1">
                <a:solidFill>
                  <a:schemeClr val="tx1"/>
                </a:solidFill>
                <a:latin typeface="Nunito" pitchFamily="2" charset="0"/>
                <a:cs typeface="Palanquin" panose="020B0004020203020204" pitchFamily="34" charset="0"/>
              </a:rPr>
              <a:t>Keterangan</a:t>
            </a:r>
            <a:r>
              <a:rPr lang="en-US" sz="1200" dirty="0">
                <a:solidFill>
                  <a:schemeClr val="tx1"/>
                </a:solidFill>
                <a:latin typeface="Nunito" pitchFamily="2" charset="0"/>
                <a:cs typeface="Palanquin" panose="020B0004020203020204" pitchFamily="34" charset="0"/>
              </a:rPr>
              <a:t>: 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Nunito" pitchFamily="2" charset="0"/>
                <a:cs typeface="Palanquin" panose="020B0004020203020204" pitchFamily="34" charset="0"/>
              </a:rPr>
              <a:t>msg = message / register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Nunito" pitchFamily="2" charset="0"/>
                <a:cs typeface="Palanquin" panose="020B0004020203020204" pitchFamily="34" charset="0"/>
              </a:rPr>
              <a:t>m1 dan m2 = </a:t>
            </a:r>
            <a:r>
              <a:rPr lang="id-ID" sz="1200" dirty="0">
                <a:solidFill>
                  <a:schemeClr val="tx1"/>
                </a:solidFill>
                <a:latin typeface="Nunito" pitchFamily="2" charset="0"/>
                <a:cs typeface="Palanquin" panose="020B0004020203020204" pitchFamily="34" charset="0"/>
              </a:rPr>
              <a:t>current state /</a:t>
            </a:r>
            <a:r>
              <a:rPr lang="en-US" sz="1200" dirty="0">
                <a:solidFill>
                  <a:schemeClr val="tx1"/>
                </a:solidFill>
                <a:latin typeface="Nunito" pitchFamily="2" charset="0"/>
                <a:cs typeface="Palanquin" panose="020B0004020203020204" pitchFamily="34" charset="0"/>
              </a:rPr>
              <a:t>register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Nunito" pitchFamily="2" charset="0"/>
                <a:cs typeface="Palanquin" panose="020B0004020203020204" pitchFamily="34" charset="0"/>
              </a:rPr>
              <a:t>c1 dan c2 = output</a:t>
            </a:r>
            <a:endParaRPr lang="id-ID" sz="1200" dirty="0">
              <a:solidFill>
                <a:schemeClr val="tx1"/>
              </a:solidFill>
              <a:latin typeface="Nunito" pitchFamily="2" charset="0"/>
              <a:cs typeface="Palanquin" panose="020B0004020203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66;p61">
            <a:extLst>
              <a:ext uri="{FF2B5EF4-FFF2-40B4-BE49-F238E27FC236}">
                <a16:creationId xmlns:a16="http://schemas.microsoft.com/office/drawing/2014/main" id="{ED95869E-41E2-F5B4-8F1F-66932EA17685}"/>
              </a:ext>
            </a:extLst>
          </p:cNvPr>
          <p:cNvSpPr txBox="1">
            <a:spLocks/>
          </p:cNvSpPr>
          <p:nvPr/>
        </p:nvSpPr>
        <p:spPr>
          <a:xfrm>
            <a:off x="633187" y="-63766"/>
            <a:ext cx="1931508" cy="710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pPr algn="l"/>
            <a:r>
              <a:rPr lang="id-ID" sz="1400" dirty="0">
                <a:solidFill>
                  <a:schemeClr val="tx1">
                    <a:lumMod val="50000"/>
                  </a:schemeClr>
                </a:solidFill>
              </a:rPr>
              <a:t>Mengkodekan</a:t>
            </a:r>
            <a:endParaRPr lang="en-ID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2D7F2EC-1F67-5DA6-09A9-E76D29166CB3}"/>
              </a:ext>
            </a:extLst>
          </p:cNvPr>
          <p:cNvGrpSpPr/>
          <p:nvPr/>
        </p:nvGrpSpPr>
        <p:grpSpPr>
          <a:xfrm>
            <a:off x="152105" y="19915"/>
            <a:ext cx="533695" cy="494435"/>
            <a:chOff x="26812" y="1266658"/>
            <a:chExt cx="554310" cy="485660"/>
          </a:xfrm>
        </p:grpSpPr>
        <p:sp>
          <p:nvSpPr>
            <p:cNvPr id="6" name="Google Shape;1376;p61">
              <a:extLst>
                <a:ext uri="{FF2B5EF4-FFF2-40B4-BE49-F238E27FC236}">
                  <a16:creationId xmlns:a16="http://schemas.microsoft.com/office/drawing/2014/main" id="{C61CAFA2-0157-698C-0314-9863548DC0CE}"/>
                </a:ext>
              </a:extLst>
            </p:cNvPr>
            <p:cNvSpPr/>
            <p:nvPr/>
          </p:nvSpPr>
          <p:spPr>
            <a:xfrm rot="-2461544">
              <a:off x="87016" y="1302321"/>
              <a:ext cx="494106" cy="449997"/>
            </a:xfrm>
            <a:custGeom>
              <a:avLst/>
              <a:gdLst/>
              <a:ahLst/>
              <a:cxnLst/>
              <a:rect l="l" t="t" r="r" b="b"/>
              <a:pathLst>
                <a:path w="36927" h="30664" extrusionOk="0">
                  <a:moveTo>
                    <a:pt x="19198" y="0"/>
                  </a:moveTo>
                  <a:cubicBezTo>
                    <a:pt x="17850" y="0"/>
                    <a:pt x="16505" y="119"/>
                    <a:pt x="15227" y="301"/>
                  </a:cubicBezTo>
                  <a:cubicBezTo>
                    <a:pt x="9390" y="1125"/>
                    <a:pt x="1081" y="3075"/>
                    <a:pt x="368" y="10115"/>
                  </a:cubicBezTo>
                  <a:cubicBezTo>
                    <a:pt x="0" y="13802"/>
                    <a:pt x="3230" y="18001"/>
                    <a:pt x="5625" y="20530"/>
                  </a:cubicBezTo>
                  <a:cubicBezTo>
                    <a:pt x="8822" y="23905"/>
                    <a:pt x="11774" y="27102"/>
                    <a:pt x="15951" y="29285"/>
                  </a:cubicBezTo>
                  <a:cubicBezTo>
                    <a:pt x="17796" y="30247"/>
                    <a:pt x="19900" y="30664"/>
                    <a:pt x="22026" y="30664"/>
                  </a:cubicBezTo>
                  <a:cubicBezTo>
                    <a:pt x="24674" y="30664"/>
                    <a:pt x="27357" y="30017"/>
                    <a:pt x="29619" y="28973"/>
                  </a:cubicBezTo>
                  <a:cubicBezTo>
                    <a:pt x="32649" y="27581"/>
                    <a:pt x="34498" y="24361"/>
                    <a:pt x="35511" y="21242"/>
                  </a:cubicBezTo>
                  <a:cubicBezTo>
                    <a:pt x="36926" y="16932"/>
                    <a:pt x="35456" y="12454"/>
                    <a:pt x="33027" y="8811"/>
                  </a:cubicBezTo>
                  <a:cubicBezTo>
                    <a:pt x="31680" y="6795"/>
                    <a:pt x="30076" y="4790"/>
                    <a:pt x="28338" y="3086"/>
                  </a:cubicBezTo>
                  <a:cubicBezTo>
                    <a:pt x="26923" y="1705"/>
                    <a:pt x="25163" y="880"/>
                    <a:pt x="23270" y="435"/>
                  </a:cubicBezTo>
                  <a:cubicBezTo>
                    <a:pt x="21957" y="125"/>
                    <a:pt x="20576" y="0"/>
                    <a:pt x="19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Google Shape;1378;p61">
              <a:extLst>
                <a:ext uri="{FF2B5EF4-FFF2-40B4-BE49-F238E27FC236}">
                  <a16:creationId xmlns:a16="http://schemas.microsoft.com/office/drawing/2014/main" id="{35DA9A02-3690-0B4A-5DEE-D17F1310D2E0}"/>
                </a:ext>
              </a:extLst>
            </p:cNvPr>
            <p:cNvSpPr txBox="1"/>
            <p:nvPr/>
          </p:nvSpPr>
          <p:spPr>
            <a:xfrm>
              <a:off x="26812" y="1266658"/>
              <a:ext cx="485418" cy="45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id-ID" sz="1400" b="1" dirty="0">
                  <a:latin typeface="Times New Roman" panose="02020603050405020304" pitchFamily="18" charset="0"/>
                  <a:ea typeface="Caveat"/>
                  <a:cs typeface="Times New Roman" panose="02020603050405020304" pitchFamily="18" charset="0"/>
                  <a:sym typeface="Caveat"/>
                </a:rPr>
                <a:t>3.</a:t>
              </a:r>
              <a:endParaRPr sz="1400" b="1" dirty="0">
                <a:latin typeface="Times New Roman" panose="02020603050405020304" pitchFamily="18" charset="0"/>
                <a:ea typeface="Caveat"/>
                <a:cs typeface="Times New Roman" panose="02020603050405020304" pitchFamily="18" charset="0"/>
                <a:sym typeface="Caveat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9CBEDB0-9139-30E9-293C-602460F669DB}"/>
              </a:ext>
            </a:extLst>
          </p:cNvPr>
          <p:cNvGrpSpPr/>
          <p:nvPr/>
        </p:nvGrpSpPr>
        <p:grpSpPr>
          <a:xfrm>
            <a:off x="228600" y="666753"/>
            <a:ext cx="3276600" cy="1295397"/>
            <a:chOff x="866177" y="1562254"/>
            <a:chExt cx="3865553" cy="1522793"/>
          </a:xfrm>
        </p:grpSpPr>
        <p:pic>
          <p:nvPicPr>
            <p:cNvPr id="9" name="Picture 8" descr="Diagram&#10;&#10;Description automatically generated">
              <a:extLst>
                <a:ext uri="{FF2B5EF4-FFF2-40B4-BE49-F238E27FC236}">
                  <a16:creationId xmlns:a16="http://schemas.microsoft.com/office/drawing/2014/main" id="{6C5FE94D-2DD1-A8D4-74EB-91A9E351A2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4996" t="25450" r="23127" b="52213"/>
            <a:stretch/>
          </p:blipFill>
          <p:spPr>
            <a:xfrm>
              <a:off x="866177" y="1562254"/>
              <a:ext cx="3865553" cy="152279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1C2AF06-FAC5-1974-5461-680F2513C61C}"/>
                </a:ext>
              </a:extLst>
            </p:cNvPr>
            <p:cNvSpPr/>
            <p:nvPr/>
          </p:nvSpPr>
          <p:spPr>
            <a:xfrm>
              <a:off x="1247888" y="2251972"/>
              <a:ext cx="265711" cy="248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4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5BDD9D-6EB8-D1DE-7748-67158FCFF7D9}"/>
                </a:ext>
              </a:extLst>
            </p:cNvPr>
            <p:cNvSpPr/>
            <p:nvPr/>
          </p:nvSpPr>
          <p:spPr>
            <a:xfrm>
              <a:off x="1719422" y="2241214"/>
              <a:ext cx="265711" cy="248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4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858B693-16F6-1F8B-4C0A-B7CB8B4CD818}"/>
                </a:ext>
              </a:extLst>
            </p:cNvPr>
            <p:cNvSpPr/>
            <p:nvPr/>
          </p:nvSpPr>
          <p:spPr>
            <a:xfrm>
              <a:off x="3732895" y="2571749"/>
              <a:ext cx="998835" cy="268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400"/>
            </a:p>
          </p:txBody>
        </p:sp>
      </p:grp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5EDBA2BC-B0B1-E724-8BB4-BC1902625B79}"/>
              </a:ext>
            </a:extLst>
          </p:cNvPr>
          <p:cNvCxnSpPr>
            <a:cxnSpLocks/>
          </p:cNvCxnSpPr>
          <p:nvPr/>
        </p:nvCxnSpPr>
        <p:spPr>
          <a:xfrm rot="5400000">
            <a:off x="527352" y="1631337"/>
            <a:ext cx="667410" cy="455740"/>
          </a:xfrm>
          <a:prstGeom prst="curvedConnector3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C2444F6-8AF6-8F7D-7BF1-F5816F88A14C}"/>
              </a:ext>
            </a:extLst>
          </p:cNvPr>
          <p:cNvGrpSpPr/>
          <p:nvPr/>
        </p:nvGrpSpPr>
        <p:grpSpPr>
          <a:xfrm>
            <a:off x="233318" y="2246589"/>
            <a:ext cx="2077176" cy="408016"/>
            <a:chOff x="1443070" y="2923240"/>
            <a:chExt cx="1870286" cy="37723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0CC31F-3558-B1D3-48B8-DBD4E23128A9}"/>
                </a:ext>
              </a:extLst>
            </p:cNvPr>
            <p:cNvSpPr/>
            <p:nvPr/>
          </p:nvSpPr>
          <p:spPr>
            <a:xfrm>
              <a:off x="1443070" y="2923241"/>
              <a:ext cx="623944" cy="37723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400">
                <a:latin typeface="Nunito" pitchFamily="2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726C4FE-5EE2-8A17-1E37-18854DBC80DB}"/>
                </a:ext>
              </a:extLst>
            </p:cNvPr>
            <p:cNvSpPr/>
            <p:nvPr/>
          </p:nvSpPr>
          <p:spPr>
            <a:xfrm>
              <a:off x="2067014" y="2923241"/>
              <a:ext cx="623944" cy="37723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400">
                <a:latin typeface="Nunito" pitchFamily="2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648BB9D-876A-6860-85D8-1C18CE4C68D6}"/>
                </a:ext>
              </a:extLst>
            </p:cNvPr>
            <p:cNvSpPr/>
            <p:nvPr/>
          </p:nvSpPr>
          <p:spPr>
            <a:xfrm>
              <a:off x="2689412" y="2923240"/>
              <a:ext cx="623944" cy="37723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400">
                <a:latin typeface="Nunito" pitchFamily="2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553E7ED-2B66-5A8C-1B83-0FD38AACEE3E}"/>
              </a:ext>
            </a:extLst>
          </p:cNvPr>
          <p:cNvSpPr txBox="1"/>
          <p:nvPr/>
        </p:nvSpPr>
        <p:spPr>
          <a:xfrm>
            <a:off x="248211" y="2246589"/>
            <a:ext cx="6868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Nunito" pitchFamily="2" charset="0"/>
                <a:cs typeface="Palanquin" panose="020B0004020203020204" pitchFamily="34" charset="0"/>
              </a:rPr>
              <a:t>msg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845D37-8157-2575-E55C-87995103D813}"/>
              </a:ext>
            </a:extLst>
          </p:cNvPr>
          <p:cNvSpPr txBox="1"/>
          <p:nvPr/>
        </p:nvSpPr>
        <p:spPr>
          <a:xfrm>
            <a:off x="857262" y="2254495"/>
            <a:ext cx="6239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Nunito" pitchFamily="2" charset="0"/>
                <a:cs typeface="Palanquin" panose="020B0004020203020204" pitchFamily="34" charset="0"/>
              </a:rPr>
              <a:t>m1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259C86-5545-DD6F-2041-3465663A953E}"/>
              </a:ext>
            </a:extLst>
          </p:cNvPr>
          <p:cNvSpPr txBox="1"/>
          <p:nvPr/>
        </p:nvSpPr>
        <p:spPr>
          <a:xfrm>
            <a:off x="1489962" y="2254495"/>
            <a:ext cx="5949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Nunito" pitchFamily="2" charset="0"/>
                <a:cs typeface="Palanquin" panose="020B0004020203020204" pitchFamily="34" charset="0"/>
              </a:rPr>
              <a:t>m2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C109A6-814E-06DD-7893-0536F6D93C8C}"/>
              </a:ext>
            </a:extLst>
          </p:cNvPr>
          <p:cNvSpPr txBox="1"/>
          <p:nvPr/>
        </p:nvSpPr>
        <p:spPr>
          <a:xfrm>
            <a:off x="152105" y="2855536"/>
            <a:ext cx="297492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Nunito" pitchFamily="2" charset="0"/>
                <a:cs typeface="Palanquin" panose="020B0004020203020204" pitchFamily="34" charset="0"/>
              </a:rPr>
              <a:t>m1 dan m2 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  <a:latin typeface="Nunito" pitchFamily="2" charset="0"/>
                <a:cs typeface="Palanquin" panose="020B0004020203020204" pitchFamily="34" charset="0"/>
              </a:rPr>
              <a:t>merupakan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Nunito" pitchFamily="2" charset="0"/>
                <a:cs typeface="Palanquin" panose="020B0004020203020204" pitchFamily="34" charset="0"/>
              </a:rPr>
              <a:t> state yang</a:t>
            </a:r>
            <a:r>
              <a:rPr lang="id-ID" sz="1400" dirty="0">
                <a:solidFill>
                  <a:schemeClr val="tx1">
                    <a:lumMod val="50000"/>
                  </a:schemeClr>
                </a:solidFill>
                <a:latin typeface="Nunito" pitchFamily="2" charset="0"/>
                <a:cs typeface="Palanquin" panose="020B0004020203020204" pitchFamily="34" charset="0"/>
              </a:rPr>
              <a:t> digunakan pada encoder .</a:t>
            </a:r>
          </a:p>
          <a:p>
            <a:r>
              <a:rPr lang="en-US" sz="1400" dirty="0" err="1">
                <a:solidFill>
                  <a:schemeClr val="tx1">
                    <a:lumMod val="50000"/>
                  </a:schemeClr>
                </a:solidFill>
                <a:latin typeface="Nunito" pitchFamily="2" charset="0"/>
                <a:cs typeface="Palanquin" panose="020B0004020203020204" pitchFamily="34" charset="0"/>
              </a:rPr>
              <a:t>Maka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Nunito" pitchFamily="2" charset="0"/>
                <a:cs typeface="Palanquin" panose="020B000402020302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  <a:latin typeface="Nunito" pitchFamily="2" charset="0"/>
                <a:cs typeface="Palanquin" panose="020B0004020203020204" pitchFamily="34" charset="0"/>
              </a:rPr>
              <a:t>jumlah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Nunito" pitchFamily="2" charset="0"/>
                <a:cs typeface="Palanquin" panose="020B0004020203020204" pitchFamily="34" charset="0"/>
              </a:rPr>
              <a:t> state = 2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5286FC6-2D66-1B3C-FB37-BB228B2F7F70}"/>
                  </a:ext>
                </a:extLst>
              </p:cNvPr>
              <p:cNvSpPr txBox="1"/>
              <p:nvPr/>
            </p:nvSpPr>
            <p:spPr>
              <a:xfrm>
                <a:off x="3675026" y="557818"/>
                <a:ext cx="4630774" cy="745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400" dirty="0">
                    <a:solidFill>
                      <a:schemeClr val="tx1">
                        <a:lumMod val="50000"/>
                      </a:schemeClr>
                    </a:solidFill>
                    <a:latin typeface="Nunito" pitchFamily="2" charset="0"/>
                    <a:cs typeface="Palanquin" panose="020B0004020203020204" pitchFamily="34" charset="0"/>
                  </a:rPr>
                  <a:t>Jika </a:t>
                </a:r>
                <a:r>
                  <a:rPr lang="en-US" sz="1400" dirty="0" err="1">
                    <a:solidFill>
                      <a:schemeClr val="tx1">
                        <a:lumMod val="50000"/>
                      </a:schemeClr>
                    </a:solidFill>
                    <a:latin typeface="Nunito" pitchFamily="2" charset="0"/>
                    <a:cs typeface="Palanquin" panose="020B0004020203020204" pitchFamily="34" charset="0"/>
                  </a:rPr>
                  <a:t>jumlah</a:t>
                </a:r>
                <a:r>
                  <a:rPr lang="en-US" sz="1400" dirty="0">
                    <a:solidFill>
                      <a:schemeClr val="tx1">
                        <a:lumMod val="50000"/>
                      </a:schemeClr>
                    </a:solidFill>
                    <a:latin typeface="Nunito" pitchFamily="2" charset="0"/>
                    <a:cs typeface="Palanquin" panose="020B0004020203020204" pitchFamily="34" charset="0"/>
                  </a:rPr>
                  <a:t> state = 2 </a:t>
                </a:r>
              </a:p>
              <a:p>
                <a:pPr algn="just"/>
                <a:r>
                  <a:rPr lang="en-US" sz="1400" dirty="0" err="1">
                    <a:solidFill>
                      <a:schemeClr val="tx1">
                        <a:lumMod val="50000"/>
                      </a:schemeClr>
                    </a:solidFill>
                    <a:latin typeface="Nunito" pitchFamily="2" charset="0"/>
                    <a:cs typeface="Palanquin" panose="020B0004020203020204" pitchFamily="34" charset="0"/>
                  </a:rPr>
                  <a:t>Maka</a:t>
                </a:r>
                <a:r>
                  <a:rPr lang="en-US" sz="1400" dirty="0">
                    <a:solidFill>
                      <a:schemeClr val="tx1">
                        <a:lumMod val="50000"/>
                      </a:schemeClr>
                    </a:solidFill>
                    <a:latin typeface="Nunito" pitchFamily="2" charset="0"/>
                    <a:cs typeface="Palanquin" panose="020B00040202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tx1">
                        <a:lumMod val="50000"/>
                      </a:schemeClr>
                    </a:solidFill>
                    <a:latin typeface="Nunito" pitchFamily="2" charset="0"/>
                    <a:cs typeface="Palanquin" panose="020B0004020203020204" pitchFamily="34" charset="0"/>
                  </a:rPr>
                  <a:t>kemungkinan</a:t>
                </a:r>
                <a:r>
                  <a:rPr lang="en-US" sz="1400" dirty="0">
                    <a:solidFill>
                      <a:schemeClr val="tx1">
                        <a:lumMod val="50000"/>
                      </a:schemeClr>
                    </a:solidFill>
                    <a:latin typeface="Nunito" pitchFamily="2" charset="0"/>
                    <a:cs typeface="Palanquin" panose="020B0004020203020204" pitchFamily="34" charset="0"/>
                  </a:rPr>
                  <a:t> yang </a:t>
                </a:r>
                <a:r>
                  <a:rPr lang="en-US" sz="1400" dirty="0" err="1">
                    <a:solidFill>
                      <a:schemeClr val="tx1">
                        <a:lumMod val="50000"/>
                      </a:schemeClr>
                    </a:solidFill>
                    <a:latin typeface="Nunito" pitchFamily="2" charset="0"/>
                    <a:cs typeface="Palanquin" panose="020B0004020203020204" pitchFamily="34" charset="0"/>
                  </a:rPr>
                  <a:t>dapat</a:t>
                </a:r>
                <a:r>
                  <a:rPr lang="en-US" sz="1400" dirty="0">
                    <a:solidFill>
                      <a:schemeClr val="tx1">
                        <a:lumMod val="50000"/>
                      </a:schemeClr>
                    </a:solidFill>
                    <a:latin typeface="Nunito" pitchFamily="2" charset="0"/>
                    <a:cs typeface="Palanquin" panose="020B00040202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tx1">
                        <a:lumMod val="50000"/>
                      </a:schemeClr>
                    </a:solidFill>
                    <a:latin typeface="Nunito" pitchFamily="2" charset="0"/>
                    <a:cs typeface="Palanquin" panose="020B0004020203020204" pitchFamily="34" charset="0"/>
                  </a:rPr>
                  <a:t>dimasukkan</a:t>
                </a:r>
                <a:r>
                  <a:rPr lang="en-US" sz="1400" dirty="0">
                    <a:solidFill>
                      <a:schemeClr val="tx1">
                        <a:lumMod val="50000"/>
                      </a:schemeClr>
                    </a:solidFill>
                    <a:latin typeface="Nunito" pitchFamily="2" charset="0"/>
                    <a:cs typeface="Palanquin" panose="020B00040202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tx1">
                        <a:lumMod val="50000"/>
                      </a:schemeClr>
                    </a:solidFill>
                    <a:latin typeface="Nunito" pitchFamily="2" charset="0"/>
                    <a:cs typeface="Palanquin" panose="020B0004020203020204" pitchFamily="34" charset="0"/>
                  </a:rPr>
                  <a:t>ke</a:t>
                </a:r>
                <a:r>
                  <a:rPr lang="en-US" sz="1400" dirty="0">
                    <a:solidFill>
                      <a:schemeClr val="tx1">
                        <a:lumMod val="50000"/>
                      </a:schemeClr>
                    </a:solidFill>
                    <a:latin typeface="Nunito" pitchFamily="2" charset="0"/>
                    <a:cs typeface="Palanquin" panose="020B0004020203020204" pitchFamily="34" charset="0"/>
                  </a:rPr>
                  <a:t> state table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Palanquin" panose="020B0004020203020204" pitchFamily="34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Palanquin" panose="020B0004020203020204" pitchFamily="34" charset="0"/>
                          </a:rPr>
                          <m:t>2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Palanquin" panose="020B0004020203020204" pitchFamily="34" charset="0"/>
                          </a:rPr>
                          <m:t>𝑗𝑢𝑚𝑙𝑎h</m:t>
                        </m:r>
                        <m:r>
                          <a:rPr lang="en-US" sz="1400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Palanquin" panose="020B0004020203020204" pitchFamily="34" charset="0"/>
                          </a:rPr>
                          <m:t> </m:t>
                        </m:r>
                        <m:r>
                          <a:rPr lang="en-US" sz="1400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Palanquin" panose="020B0004020203020204" pitchFamily="34" charset="0"/>
                          </a:rPr>
                          <m:t>𝑠𝑡𝑎𝑡𝑒</m:t>
                        </m:r>
                      </m:sup>
                    </m:sSup>
                    <m:r>
                      <a:rPr lang="en-US" sz="1400" b="0" i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Palanquin" panose="020B0004020203020204" pitchFamily="34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>
                        <a:lumMod val="50000"/>
                      </a:schemeClr>
                    </a:solidFill>
                    <a:latin typeface="Nunito" pitchFamily="2" charset="0"/>
                    <a:cs typeface="Palanquin" panose="020B0004020203020204" pitchFamily="34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Palanquin" panose="020B0004020203020204" pitchFamily="34" charset="0"/>
                          </a:rPr>
                        </m:ctrlPr>
                      </m:sSupPr>
                      <m:e>
                        <m:r>
                          <a:rPr lang="en-US" sz="1400" i="1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Palanquin" panose="020B0004020203020204" pitchFamily="34" charset="0"/>
                          </a:rPr>
                          <m:t>2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Palanquin" panose="020B0004020203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>
                        <a:lumMod val="50000"/>
                      </a:schemeClr>
                    </a:solidFill>
                    <a:latin typeface="Nunito" pitchFamily="2" charset="0"/>
                    <a:cs typeface="Palanquin" panose="020B0004020203020204" pitchFamily="34" charset="0"/>
                  </a:rPr>
                  <a:t> = 4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5286FC6-2D66-1B3C-FB37-BB228B2F7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026" y="557818"/>
                <a:ext cx="4630774" cy="745589"/>
              </a:xfrm>
              <a:prstGeom prst="rect">
                <a:avLst/>
              </a:prstGeom>
              <a:blipFill>
                <a:blip r:embed="rId3"/>
                <a:stretch>
                  <a:fillRect l="-395" t="-1639" r="-263" b="-819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E8CCB34C-8546-3827-E3F1-6BCC83409445}"/>
              </a:ext>
            </a:extLst>
          </p:cNvPr>
          <p:cNvSpPr txBox="1"/>
          <p:nvPr/>
        </p:nvSpPr>
        <p:spPr>
          <a:xfrm>
            <a:off x="3675026" y="1371613"/>
            <a:ext cx="37270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 err="1">
                <a:solidFill>
                  <a:schemeClr val="tx1">
                    <a:lumMod val="50000"/>
                  </a:schemeClr>
                </a:solidFill>
                <a:latin typeface="Nunito" pitchFamily="2" charset="0"/>
                <a:cs typeface="Palanquin" panose="020B0004020203020204" pitchFamily="34" charset="0"/>
              </a:rPr>
              <a:t>Kemungkinan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Nunito" pitchFamily="2" charset="0"/>
                <a:cs typeface="Palanquin" panose="020B0004020203020204" pitchFamily="34" charset="0"/>
              </a:rPr>
              <a:t> bit pada state table 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  <a:latin typeface="Nunito" pitchFamily="2" charset="0"/>
                <a:cs typeface="Palanquin" panose="020B0004020203020204" pitchFamily="34" charset="0"/>
              </a:rPr>
              <a:t>yaitu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Nunito" pitchFamily="2" charset="0"/>
                <a:cs typeface="Palanquin" panose="020B0004020203020204" pitchFamily="34" charset="0"/>
              </a:rPr>
              <a:t>: </a:t>
            </a:r>
          </a:p>
        </p:txBody>
      </p:sp>
      <p:graphicFrame>
        <p:nvGraphicFramePr>
          <p:cNvPr id="24" name="Table 12">
            <a:extLst>
              <a:ext uri="{FF2B5EF4-FFF2-40B4-BE49-F238E27FC236}">
                <a16:creationId xmlns:a16="http://schemas.microsoft.com/office/drawing/2014/main" id="{241B922B-25D6-D8C3-21F4-F07D6144C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911701"/>
              </p:ext>
            </p:extLst>
          </p:nvPr>
        </p:nvGraphicFramePr>
        <p:xfrm>
          <a:off x="4876800" y="1859207"/>
          <a:ext cx="2058238" cy="2258208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625824">
                  <a:extLst>
                    <a:ext uri="{9D8B030D-6E8A-4147-A177-3AD203B41FA5}">
                      <a16:colId xmlns:a16="http://schemas.microsoft.com/office/drawing/2014/main" val="2609505472"/>
                    </a:ext>
                  </a:extLst>
                </a:gridCol>
                <a:gridCol w="625824">
                  <a:extLst>
                    <a:ext uri="{9D8B030D-6E8A-4147-A177-3AD203B41FA5}">
                      <a16:colId xmlns:a16="http://schemas.microsoft.com/office/drawing/2014/main" val="3161737209"/>
                    </a:ext>
                  </a:extLst>
                </a:gridCol>
                <a:gridCol w="806590">
                  <a:extLst>
                    <a:ext uri="{9D8B030D-6E8A-4147-A177-3AD203B41FA5}">
                      <a16:colId xmlns:a16="http://schemas.microsoft.com/office/drawing/2014/main" val="3452412692"/>
                    </a:ext>
                  </a:extLst>
                </a:gridCol>
              </a:tblGrid>
              <a:tr h="68070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m1</a:t>
                      </a:r>
                      <a:endParaRPr lang="en-ID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m2</a:t>
                      </a:r>
                      <a:endParaRPr lang="en-ID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state</a:t>
                      </a:r>
                      <a:endParaRPr lang="en-ID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73730"/>
                  </a:ext>
                </a:extLst>
              </a:tr>
              <a:tr h="39437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ID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ID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</a:t>
                      </a:r>
                      <a:endParaRPr lang="en-ID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728996"/>
                  </a:ext>
                </a:extLst>
              </a:tr>
              <a:tr h="394376"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ID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ID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</a:t>
                      </a:r>
                      <a:endParaRPr lang="en-ID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7525005"/>
                  </a:ext>
                </a:extLst>
              </a:tr>
              <a:tr h="394376"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ID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ID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</a:t>
                      </a:r>
                      <a:endParaRPr lang="en-ID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1990876"/>
                  </a:ext>
                </a:extLst>
              </a:tr>
              <a:tr h="39437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ID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ID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</a:t>
                      </a:r>
                      <a:endParaRPr lang="en-ID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3075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5032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1366;p61">
            <a:extLst>
              <a:ext uri="{FF2B5EF4-FFF2-40B4-BE49-F238E27FC236}">
                <a16:creationId xmlns:a16="http://schemas.microsoft.com/office/drawing/2014/main" id="{918A2011-279C-9136-7932-926BCD939F5B}"/>
              </a:ext>
            </a:extLst>
          </p:cNvPr>
          <p:cNvSpPr txBox="1">
            <a:spLocks/>
          </p:cNvSpPr>
          <p:nvPr/>
        </p:nvSpPr>
        <p:spPr>
          <a:xfrm>
            <a:off x="609600" y="12258"/>
            <a:ext cx="3606940" cy="54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pPr algn="l"/>
            <a:r>
              <a:rPr lang="id-ID" sz="1400" dirty="0">
                <a:solidFill>
                  <a:schemeClr val="tx1">
                    <a:lumMod val="50000"/>
                  </a:schemeClr>
                </a:solidFill>
              </a:rPr>
              <a:t>Penyederhanaan dengan State Diagram</a:t>
            </a:r>
            <a:endParaRPr lang="en-ID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613418F-5CAA-A1D3-FDF4-288DF0CD6FC2}"/>
              </a:ext>
            </a:extLst>
          </p:cNvPr>
          <p:cNvGrpSpPr/>
          <p:nvPr/>
        </p:nvGrpSpPr>
        <p:grpSpPr>
          <a:xfrm>
            <a:off x="152105" y="19916"/>
            <a:ext cx="457495" cy="494434"/>
            <a:chOff x="26812" y="1266658"/>
            <a:chExt cx="554310" cy="485660"/>
          </a:xfrm>
        </p:grpSpPr>
        <p:sp>
          <p:nvSpPr>
            <p:cNvPr id="37" name="Google Shape;1376;p61">
              <a:extLst>
                <a:ext uri="{FF2B5EF4-FFF2-40B4-BE49-F238E27FC236}">
                  <a16:creationId xmlns:a16="http://schemas.microsoft.com/office/drawing/2014/main" id="{2EC09474-1A3A-75CB-5DA3-B9E19B772FD5}"/>
                </a:ext>
              </a:extLst>
            </p:cNvPr>
            <p:cNvSpPr/>
            <p:nvPr/>
          </p:nvSpPr>
          <p:spPr>
            <a:xfrm rot="-2461544">
              <a:off x="87016" y="1302321"/>
              <a:ext cx="494106" cy="449997"/>
            </a:xfrm>
            <a:custGeom>
              <a:avLst/>
              <a:gdLst/>
              <a:ahLst/>
              <a:cxnLst/>
              <a:rect l="l" t="t" r="r" b="b"/>
              <a:pathLst>
                <a:path w="36927" h="30664" extrusionOk="0">
                  <a:moveTo>
                    <a:pt x="19198" y="0"/>
                  </a:moveTo>
                  <a:cubicBezTo>
                    <a:pt x="17850" y="0"/>
                    <a:pt x="16505" y="119"/>
                    <a:pt x="15227" y="301"/>
                  </a:cubicBezTo>
                  <a:cubicBezTo>
                    <a:pt x="9390" y="1125"/>
                    <a:pt x="1081" y="3075"/>
                    <a:pt x="368" y="10115"/>
                  </a:cubicBezTo>
                  <a:cubicBezTo>
                    <a:pt x="0" y="13802"/>
                    <a:pt x="3230" y="18001"/>
                    <a:pt x="5625" y="20530"/>
                  </a:cubicBezTo>
                  <a:cubicBezTo>
                    <a:pt x="8822" y="23905"/>
                    <a:pt x="11774" y="27102"/>
                    <a:pt x="15951" y="29285"/>
                  </a:cubicBezTo>
                  <a:cubicBezTo>
                    <a:pt x="17796" y="30247"/>
                    <a:pt x="19900" y="30664"/>
                    <a:pt x="22026" y="30664"/>
                  </a:cubicBezTo>
                  <a:cubicBezTo>
                    <a:pt x="24674" y="30664"/>
                    <a:pt x="27357" y="30017"/>
                    <a:pt x="29619" y="28973"/>
                  </a:cubicBezTo>
                  <a:cubicBezTo>
                    <a:pt x="32649" y="27581"/>
                    <a:pt x="34498" y="24361"/>
                    <a:pt x="35511" y="21242"/>
                  </a:cubicBezTo>
                  <a:cubicBezTo>
                    <a:pt x="36926" y="16932"/>
                    <a:pt x="35456" y="12454"/>
                    <a:pt x="33027" y="8811"/>
                  </a:cubicBezTo>
                  <a:cubicBezTo>
                    <a:pt x="31680" y="6795"/>
                    <a:pt x="30076" y="4790"/>
                    <a:pt x="28338" y="3086"/>
                  </a:cubicBezTo>
                  <a:cubicBezTo>
                    <a:pt x="26923" y="1705"/>
                    <a:pt x="25163" y="880"/>
                    <a:pt x="23270" y="435"/>
                  </a:cubicBezTo>
                  <a:cubicBezTo>
                    <a:pt x="21957" y="125"/>
                    <a:pt x="20576" y="0"/>
                    <a:pt x="19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Google Shape;1378;p61">
              <a:extLst>
                <a:ext uri="{FF2B5EF4-FFF2-40B4-BE49-F238E27FC236}">
                  <a16:creationId xmlns:a16="http://schemas.microsoft.com/office/drawing/2014/main" id="{7DC93A8B-D1B6-8D79-A7B8-44011F36D53E}"/>
                </a:ext>
              </a:extLst>
            </p:cNvPr>
            <p:cNvSpPr txBox="1"/>
            <p:nvPr/>
          </p:nvSpPr>
          <p:spPr>
            <a:xfrm>
              <a:off x="26812" y="1266658"/>
              <a:ext cx="485418" cy="45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id-ID" sz="1400" b="1" dirty="0">
                  <a:latin typeface="Times New Roman" panose="02020603050405020304" pitchFamily="18" charset="0"/>
                  <a:ea typeface="Caveat"/>
                  <a:cs typeface="Times New Roman" panose="02020603050405020304" pitchFamily="18" charset="0"/>
                  <a:sym typeface="Caveat"/>
                </a:rPr>
                <a:t>4.</a:t>
              </a:r>
              <a:endParaRPr sz="1400" b="1" dirty="0">
                <a:latin typeface="Times New Roman" panose="02020603050405020304" pitchFamily="18" charset="0"/>
                <a:ea typeface="Caveat"/>
                <a:cs typeface="Times New Roman" panose="02020603050405020304" pitchFamily="18" charset="0"/>
                <a:sym typeface="Caveat"/>
              </a:endParaRPr>
            </a:p>
          </p:txBody>
        </p:sp>
      </p:grp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5ECA8A9E-51DE-457C-09D4-D69083C6E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971720"/>
              </p:ext>
            </p:extLst>
          </p:nvPr>
        </p:nvGraphicFramePr>
        <p:xfrm>
          <a:off x="76200" y="520321"/>
          <a:ext cx="5252930" cy="25086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1627">
                  <a:extLst>
                    <a:ext uri="{9D8B030D-6E8A-4147-A177-3AD203B41FA5}">
                      <a16:colId xmlns:a16="http://schemas.microsoft.com/office/drawing/2014/main" val="446328320"/>
                    </a:ext>
                  </a:extLst>
                </a:gridCol>
                <a:gridCol w="655973">
                  <a:extLst>
                    <a:ext uri="{9D8B030D-6E8A-4147-A177-3AD203B41FA5}">
                      <a16:colId xmlns:a16="http://schemas.microsoft.com/office/drawing/2014/main" val="1188338568"/>
                    </a:ext>
                  </a:extLst>
                </a:gridCol>
                <a:gridCol w="640944">
                  <a:extLst>
                    <a:ext uri="{9D8B030D-6E8A-4147-A177-3AD203B41FA5}">
                      <a16:colId xmlns:a16="http://schemas.microsoft.com/office/drawing/2014/main" val="1604274543"/>
                    </a:ext>
                  </a:extLst>
                </a:gridCol>
                <a:gridCol w="610314">
                  <a:extLst>
                    <a:ext uri="{9D8B030D-6E8A-4147-A177-3AD203B41FA5}">
                      <a16:colId xmlns:a16="http://schemas.microsoft.com/office/drawing/2014/main" val="201769174"/>
                    </a:ext>
                  </a:extLst>
                </a:gridCol>
                <a:gridCol w="538471">
                  <a:extLst>
                    <a:ext uri="{9D8B030D-6E8A-4147-A177-3AD203B41FA5}">
                      <a16:colId xmlns:a16="http://schemas.microsoft.com/office/drawing/2014/main" val="2717380544"/>
                    </a:ext>
                  </a:extLst>
                </a:gridCol>
                <a:gridCol w="603662">
                  <a:extLst>
                    <a:ext uri="{9D8B030D-6E8A-4147-A177-3AD203B41FA5}">
                      <a16:colId xmlns:a16="http://schemas.microsoft.com/office/drawing/2014/main" val="2988889890"/>
                    </a:ext>
                  </a:extLst>
                </a:gridCol>
                <a:gridCol w="1068106">
                  <a:extLst>
                    <a:ext uri="{9D8B030D-6E8A-4147-A177-3AD203B41FA5}">
                      <a16:colId xmlns:a16="http://schemas.microsoft.com/office/drawing/2014/main" val="1562545236"/>
                    </a:ext>
                  </a:extLst>
                </a:gridCol>
                <a:gridCol w="673833">
                  <a:extLst>
                    <a:ext uri="{9D8B030D-6E8A-4147-A177-3AD203B41FA5}">
                      <a16:colId xmlns:a16="http://schemas.microsoft.com/office/drawing/2014/main" val="1801060601"/>
                    </a:ext>
                  </a:extLst>
                </a:gridCol>
              </a:tblGrid>
              <a:tr h="312549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No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Current State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Input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Output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Next State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State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09196774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m1 m2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m</a:t>
                      </a: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sg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c</a:t>
                      </a: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c</a:t>
                      </a: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2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m</a:t>
                      </a: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sg</a:t>
                      </a: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 m1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994174"/>
                  </a:ext>
                </a:extLst>
              </a:tr>
              <a:tr h="24593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1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a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00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00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661460"/>
                  </a:ext>
                </a:extLst>
              </a:tr>
              <a:tr h="2459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00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10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188360976"/>
                  </a:ext>
                </a:extLst>
              </a:tr>
              <a:tr h="24593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2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b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01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0</a:t>
                      </a: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053527406"/>
                  </a:ext>
                </a:extLst>
              </a:tr>
              <a:tr h="2459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01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1</a:t>
                      </a: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737335658"/>
                  </a:ext>
                </a:extLst>
              </a:tr>
              <a:tr h="24593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3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c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10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0</a:t>
                      </a: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039720675"/>
                  </a:ext>
                </a:extLst>
              </a:tr>
              <a:tr h="2459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10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11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294814079"/>
                  </a:ext>
                </a:extLst>
              </a:tr>
              <a:tr h="24593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4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d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11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01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664121112"/>
                  </a:ext>
                </a:extLst>
              </a:tr>
              <a:tr h="2459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11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11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716476020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0AFD4B2E-C2D0-8A18-7D5E-80999D1516FC}"/>
              </a:ext>
            </a:extLst>
          </p:cNvPr>
          <p:cNvSpPr txBox="1"/>
          <p:nvPr/>
        </p:nvSpPr>
        <p:spPr>
          <a:xfrm>
            <a:off x="3529124" y="3919939"/>
            <a:ext cx="11558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  <a:latin typeface="Nunito" pitchFamily="2" charset="0"/>
                <a:cs typeface="Palanquin" panose="020B0004020203020204" pitchFamily="34" charset="0"/>
              </a:rPr>
              <a:t>Jika msg 0</a:t>
            </a:r>
            <a:r>
              <a:rPr lang="id-ID" sz="1400" b="1" dirty="0">
                <a:solidFill>
                  <a:sysClr val="windowText" lastClr="000000"/>
                </a:solidFill>
                <a:latin typeface="Nunito" pitchFamily="2" charset="0"/>
                <a:cs typeface="Palanquin" panose="020B0004020203020204" pitchFamily="34" charset="0"/>
              </a:rPr>
              <a:t> :</a:t>
            </a:r>
            <a:r>
              <a:rPr lang="en-US" sz="1400" b="1" dirty="0">
                <a:solidFill>
                  <a:sysClr val="windowText" lastClr="000000"/>
                </a:solidFill>
                <a:latin typeface="Nunito" pitchFamily="2" charset="0"/>
                <a:cs typeface="Palanquin" panose="020B0004020203020204" pitchFamily="34" charset="0"/>
              </a:rPr>
              <a:t> 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549C6CD-1653-8CB3-8637-2F55B680E379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4684997" y="4073288"/>
            <a:ext cx="439457" cy="5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E2D9D15-B072-8E73-A5DB-40E357EA8D93}"/>
              </a:ext>
            </a:extLst>
          </p:cNvPr>
          <p:cNvSpPr txBox="1"/>
          <p:nvPr/>
        </p:nvSpPr>
        <p:spPr>
          <a:xfrm>
            <a:off x="3529124" y="4285315"/>
            <a:ext cx="11558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  <a:latin typeface="Nunito" pitchFamily="2" charset="0"/>
                <a:cs typeface="Palanquin" panose="020B0004020203020204" pitchFamily="34" charset="0"/>
              </a:rPr>
              <a:t>Jika msg </a:t>
            </a:r>
            <a:r>
              <a:rPr lang="id-ID" sz="1400" b="1" dirty="0">
                <a:solidFill>
                  <a:sysClr val="windowText" lastClr="000000"/>
                </a:solidFill>
                <a:latin typeface="Nunito" pitchFamily="2" charset="0"/>
                <a:cs typeface="Palanquin" panose="020B0004020203020204" pitchFamily="34" charset="0"/>
              </a:rPr>
              <a:t>1 :</a:t>
            </a:r>
            <a:r>
              <a:rPr lang="en-US" sz="1400" b="1" dirty="0">
                <a:solidFill>
                  <a:sysClr val="windowText" lastClr="000000"/>
                </a:solidFill>
                <a:latin typeface="Nunito" pitchFamily="2" charset="0"/>
                <a:cs typeface="Palanquin" panose="020B0004020203020204" pitchFamily="34" charset="0"/>
              </a:rPr>
              <a:t> 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B0B35F9-0F55-0D2F-0D34-A2E0374065B4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4684997" y="4439204"/>
            <a:ext cx="439457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DE662AE-6D79-A16B-E6A0-A5E10679DC99}"/>
              </a:ext>
            </a:extLst>
          </p:cNvPr>
          <p:cNvSpPr txBox="1"/>
          <p:nvPr/>
        </p:nvSpPr>
        <p:spPr>
          <a:xfrm>
            <a:off x="2075644" y="3103963"/>
            <a:ext cx="20314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100"/>
              </a:spcAft>
            </a:pP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Data input : 1001100</a:t>
            </a:r>
            <a:endParaRPr lang="en-US" sz="1400" dirty="0">
              <a:latin typeface="Nunito" pitchFamily="2" charset="0"/>
              <a:cs typeface="Calibri" panose="020F050202020403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882892-5EC7-7E2A-D727-1083CFF04D1F}"/>
              </a:ext>
            </a:extLst>
          </p:cNvPr>
          <p:cNvSpPr txBox="1"/>
          <p:nvPr/>
        </p:nvSpPr>
        <p:spPr>
          <a:xfrm>
            <a:off x="2062588" y="3524394"/>
            <a:ext cx="2827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100"/>
              </a:spcAft>
            </a:pP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Output: </a:t>
            </a:r>
            <a:r>
              <a:rPr lang="id-ID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11  10 11 11 01 01 11</a:t>
            </a:r>
            <a:endParaRPr lang="en-US" sz="1400" dirty="0">
              <a:highlight>
                <a:srgbClr val="00FFFF"/>
              </a:highlight>
              <a:latin typeface="Nunito" pitchFamily="2" charset="0"/>
              <a:cs typeface="Calibri" panose="020F0502020204030204" pitchFamily="34" charset="0"/>
            </a:endParaRPr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CC89826A-767E-6C5D-9F77-E40D98B6FB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120901"/>
              </p:ext>
            </p:extLst>
          </p:nvPr>
        </p:nvGraphicFramePr>
        <p:xfrm>
          <a:off x="228600" y="3155998"/>
          <a:ext cx="1752600" cy="15240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32892">
                  <a:extLst>
                    <a:ext uri="{9D8B030D-6E8A-4147-A177-3AD203B41FA5}">
                      <a16:colId xmlns:a16="http://schemas.microsoft.com/office/drawing/2014/main" val="1019738587"/>
                    </a:ext>
                  </a:extLst>
                </a:gridCol>
                <a:gridCol w="532892">
                  <a:extLst>
                    <a:ext uri="{9D8B030D-6E8A-4147-A177-3AD203B41FA5}">
                      <a16:colId xmlns:a16="http://schemas.microsoft.com/office/drawing/2014/main" val="132116639"/>
                    </a:ext>
                  </a:extLst>
                </a:gridCol>
                <a:gridCol w="686816">
                  <a:extLst>
                    <a:ext uri="{9D8B030D-6E8A-4147-A177-3AD203B41FA5}">
                      <a16:colId xmlns:a16="http://schemas.microsoft.com/office/drawing/2014/main" val="2036153491"/>
                    </a:ext>
                  </a:extLst>
                </a:gridCol>
              </a:tblGrid>
              <a:tr h="29238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m1</a:t>
                      </a:r>
                      <a:endParaRPr lang="en-ID" sz="14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m2</a:t>
                      </a:r>
                      <a:endParaRPr lang="en-ID" sz="14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state</a:t>
                      </a:r>
                      <a:endParaRPr lang="en-ID" sz="14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4317896"/>
                  </a:ext>
                </a:extLst>
              </a:tr>
              <a:tr h="29238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ID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ID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</a:t>
                      </a:r>
                      <a:endParaRPr lang="en-ID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1554546"/>
                  </a:ext>
                </a:extLst>
              </a:tr>
              <a:tr h="292381">
                <a:tc>
                  <a:txBody>
                    <a:bodyPr/>
                    <a:lstStyle/>
                    <a:p>
                      <a:pPr algn="ctr"/>
                      <a:r>
                        <a:rPr lang="id-ID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ID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ID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</a:t>
                      </a:r>
                      <a:endParaRPr lang="en-ID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894737"/>
                  </a:ext>
                </a:extLst>
              </a:tr>
              <a:tr h="292381">
                <a:tc>
                  <a:txBody>
                    <a:bodyPr/>
                    <a:lstStyle/>
                    <a:p>
                      <a:pPr algn="ctr"/>
                      <a:r>
                        <a:rPr lang="id-ID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ID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ID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</a:t>
                      </a:r>
                      <a:endParaRPr lang="en-ID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0974306"/>
                  </a:ext>
                </a:extLst>
              </a:tr>
              <a:tr h="29238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ID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ID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</a:t>
                      </a:r>
                      <a:endParaRPr lang="en-ID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778817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CFF2907-9C51-83E9-6753-8BED1EDD56EA}"/>
                  </a:ext>
                </a:extLst>
              </p:cNvPr>
              <p:cNvSpPr txBox="1"/>
              <p:nvPr/>
            </p:nvSpPr>
            <p:spPr>
              <a:xfrm>
                <a:off x="5562329" y="-27824"/>
                <a:ext cx="1887450" cy="7925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Aft>
                    <a:spcPts val="2100"/>
                  </a:spcAft>
                </a:pPr>
                <a:r>
                  <a:rPr lang="id-ID" sz="14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c</a:t>
                </a:r>
                <a:r>
                  <a:rPr lang="en-US" sz="14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1 = m</a:t>
                </a:r>
                <a:r>
                  <a:rPr lang="id-ID" sz="14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sg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Palanquin" panose="020B0004020203020204" pitchFamily="34" charset="0"/>
                      </a:rPr>
                      <m:t>⊕</m:t>
                    </m:r>
                  </m:oMath>
                </a14:m>
                <a:r>
                  <a:rPr lang="id-ID" sz="14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m1</a:t>
                </a:r>
                <a14:m>
                  <m:oMath xmlns:m="http://schemas.openxmlformats.org/officeDocument/2006/math">
                    <m:r>
                      <a:rPr lang="en-US" sz="1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Palanquin" panose="020B0004020203020204" pitchFamily="34" charset="0"/>
                      </a:rPr>
                      <m:t>⊕</m:t>
                    </m:r>
                  </m:oMath>
                </a14:m>
                <a:r>
                  <a:rPr lang="id-ID" sz="14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m2</a:t>
                </a:r>
                <a:r>
                  <a:rPr lang="en-US" sz="14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 </a:t>
                </a:r>
                <a:endParaRPr lang="id-ID" sz="1400" dirty="0">
                  <a:solidFill>
                    <a:srgbClr val="0070C0"/>
                  </a:solidFill>
                  <a:latin typeface="Nunito" pitchFamily="2" charset="0"/>
                  <a:cs typeface="Calibri" panose="020F0502020204030204" pitchFamily="34" charset="0"/>
                </a:endParaRPr>
              </a:p>
              <a:p>
                <a:pPr marL="285750" indent="-285750">
                  <a:spcAft>
                    <a:spcPts val="2100"/>
                  </a:spcAft>
                </a:pPr>
                <a:r>
                  <a:rPr lang="id-ID" sz="14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c</a:t>
                </a:r>
                <a:r>
                  <a:rPr lang="en-US" sz="14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2 = m</a:t>
                </a:r>
                <a:r>
                  <a:rPr lang="id-ID" sz="14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sg</a:t>
                </a:r>
                <a:r>
                  <a:rPr lang="en-US" sz="14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Palanquin" panose="020B0004020203020204" pitchFamily="34" charset="0"/>
                      </a:rPr>
                      <m:t>⊕</m:t>
                    </m:r>
                  </m:oMath>
                </a14:m>
                <a:r>
                  <a:rPr lang="en-US" sz="1400" dirty="0">
                    <a:solidFill>
                      <a:srgbClr val="0070C0"/>
                    </a:solidFill>
                    <a:latin typeface="Nunito" pitchFamily="2" charset="0"/>
                    <a:cs typeface="Calibri" panose="020F0502020204030204" pitchFamily="34" charset="0"/>
                  </a:rPr>
                  <a:t> m2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CFF2907-9C51-83E9-6753-8BED1EDD5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329" y="-27824"/>
                <a:ext cx="1887450" cy="792525"/>
              </a:xfrm>
              <a:prstGeom prst="rect">
                <a:avLst/>
              </a:prstGeom>
              <a:blipFill>
                <a:blip r:embed="rId2"/>
                <a:stretch>
                  <a:fillRect l="-968" t="-769" b="-769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Oval 53">
            <a:extLst>
              <a:ext uri="{FF2B5EF4-FFF2-40B4-BE49-F238E27FC236}">
                <a16:creationId xmlns:a16="http://schemas.microsoft.com/office/drawing/2014/main" id="{7EEDF640-6A78-A36F-F1F7-ADA23BD97427}"/>
              </a:ext>
            </a:extLst>
          </p:cNvPr>
          <p:cNvSpPr/>
          <p:nvPr/>
        </p:nvSpPr>
        <p:spPr>
          <a:xfrm>
            <a:off x="7366882" y="3571266"/>
            <a:ext cx="566058" cy="5225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400" dirty="0"/>
              <a:t>a</a:t>
            </a:r>
            <a:endParaRPr lang="en-ID" sz="140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0F362D52-5F36-099F-93B8-E07F79A6BE89}"/>
              </a:ext>
            </a:extLst>
          </p:cNvPr>
          <p:cNvSpPr/>
          <p:nvPr/>
        </p:nvSpPr>
        <p:spPr>
          <a:xfrm>
            <a:off x="6319542" y="2417372"/>
            <a:ext cx="566058" cy="5225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400" dirty="0"/>
              <a:t>b</a:t>
            </a:r>
            <a:endParaRPr lang="en-ID" sz="140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CF2D259-6FFF-EE58-6AE8-F14A61C7130B}"/>
              </a:ext>
            </a:extLst>
          </p:cNvPr>
          <p:cNvSpPr/>
          <p:nvPr/>
        </p:nvSpPr>
        <p:spPr>
          <a:xfrm>
            <a:off x="8379843" y="2417372"/>
            <a:ext cx="566058" cy="5225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400" dirty="0"/>
              <a:t>c</a:t>
            </a:r>
            <a:endParaRPr lang="en-ID" sz="140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61DEC56-B8F6-E605-44FA-B2EE6DD0B33B}"/>
              </a:ext>
            </a:extLst>
          </p:cNvPr>
          <p:cNvSpPr/>
          <p:nvPr/>
        </p:nvSpPr>
        <p:spPr>
          <a:xfrm>
            <a:off x="7366882" y="1261052"/>
            <a:ext cx="566058" cy="5225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400" dirty="0"/>
              <a:t>d</a:t>
            </a:r>
            <a:endParaRPr lang="en-ID" sz="1400" dirty="0"/>
          </a:p>
        </p:txBody>
      </p:sp>
      <p:sp>
        <p:nvSpPr>
          <p:cNvPr id="58" name="Arrow: Curved Up 57">
            <a:extLst>
              <a:ext uri="{FF2B5EF4-FFF2-40B4-BE49-F238E27FC236}">
                <a16:creationId xmlns:a16="http://schemas.microsoft.com/office/drawing/2014/main" id="{B8C71577-04AB-5264-18FC-3BEA65AD855A}"/>
              </a:ext>
            </a:extLst>
          </p:cNvPr>
          <p:cNvSpPr/>
          <p:nvPr/>
        </p:nvSpPr>
        <p:spPr>
          <a:xfrm>
            <a:off x="7485965" y="4093780"/>
            <a:ext cx="327892" cy="287383"/>
          </a:xfrm>
          <a:prstGeom prst="curved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FCF4B99-54BC-920C-A4FE-5CABAD7CB0BE}"/>
              </a:ext>
            </a:extLst>
          </p:cNvPr>
          <p:cNvSpPr txBox="1"/>
          <p:nvPr/>
        </p:nvSpPr>
        <p:spPr>
          <a:xfrm>
            <a:off x="7249316" y="4471537"/>
            <a:ext cx="8011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400" dirty="0">
                <a:highlight>
                  <a:srgbClr val="FFFF00"/>
                </a:highlight>
                <a:latin typeface="Nunito" pitchFamily="2" charset="0"/>
                <a:cs typeface="Calibri" panose="020F0502020204030204" pitchFamily="34" charset="0"/>
              </a:rPr>
              <a:t>0 </a:t>
            </a: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/ </a:t>
            </a:r>
            <a:r>
              <a:rPr lang="id-ID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00</a:t>
            </a:r>
            <a:endParaRPr lang="en-ID" sz="1400" dirty="0">
              <a:highlight>
                <a:srgbClr val="00FFFF"/>
              </a:highlight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7F9F676-AD6C-E5D3-BBE8-E435120D152C}"/>
              </a:ext>
            </a:extLst>
          </p:cNvPr>
          <p:cNvSpPr txBox="1"/>
          <p:nvPr/>
        </p:nvSpPr>
        <p:spPr>
          <a:xfrm>
            <a:off x="8070956" y="3255576"/>
            <a:ext cx="8011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400" dirty="0">
                <a:highlight>
                  <a:srgbClr val="FFFF00"/>
                </a:highlight>
                <a:latin typeface="Nunito" pitchFamily="2" charset="0"/>
                <a:cs typeface="Calibri" panose="020F0502020204030204" pitchFamily="34" charset="0"/>
              </a:rPr>
              <a:t>1 </a:t>
            </a: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/ </a:t>
            </a:r>
            <a:r>
              <a:rPr lang="id-ID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11</a:t>
            </a:r>
            <a:endParaRPr lang="en-ID" sz="1400" dirty="0">
              <a:highlight>
                <a:srgbClr val="00FFFF"/>
              </a:highlight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9EB4226-58A1-E882-3230-A057926B5331}"/>
              </a:ext>
            </a:extLst>
          </p:cNvPr>
          <p:cNvCxnSpPr>
            <a:stCxn id="55" idx="5"/>
            <a:endCxn id="54" idx="1"/>
          </p:cNvCxnSpPr>
          <p:nvPr/>
        </p:nvCxnSpPr>
        <p:spPr>
          <a:xfrm>
            <a:off x="6802703" y="2863366"/>
            <a:ext cx="647076" cy="7844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192806A-D267-B355-0733-CD614678B235}"/>
              </a:ext>
            </a:extLst>
          </p:cNvPr>
          <p:cNvCxnSpPr>
            <a:stCxn id="54" idx="7"/>
            <a:endCxn id="56" idx="3"/>
          </p:cNvCxnSpPr>
          <p:nvPr/>
        </p:nvCxnSpPr>
        <p:spPr>
          <a:xfrm flipV="1">
            <a:off x="7850043" y="2863366"/>
            <a:ext cx="612697" cy="7844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86E3235B-EB52-A9FA-20F4-14D43D65CDA9}"/>
              </a:ext>
            </a:extLst>
          </p:cNvPr>
          <p:cNvSpPr txBox="1"/>
          <p:nvPr/>
        </p:nvSpPr>
        <p:spPr>
          <a:xfrm>
            <a:off x="6392410" y="3278454"/>
            <a:ext cx="8011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400" dirty="0">
                <a:highlight>
                  <a:srgbClr val="FFFF00"/>
                </a:highlight>
                <a:latin typeface="Nunito" pitchFamily="2" charset="0"/>
                <a:cs typeface="Calibri" panose="020F0502020204030204" pitchFamily="34" charset="0"/>
              </a:rPr>
              <a:t>0 </a:t>
            </a: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/ </a:t>
            </a:r>
            <a:r>
              <a:rPr lang="id-ID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11</a:t>
            </a:r>
            <a:endParaRPr lang="en-ID" sz="1400" dirty="0">
              <a:highlight>
                <a:srgbClr val="00FFFF"/>
              </a:highlight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0E2E56F-1AF1-D25E-6DC6-DA8CB5BE73E7}"/>
              </a:ext>
            </a:extLst>
          </p:cNvPr>
          <p:cNvCxnSpPr>
            <a:stCxn id="55" idx="6"/>
            <a:endCxn id="56" idx="2"/>
          </p:cNvCxnSpPr>
          <p:nvPr/>
        </p:nvCxnSpPr>
        <p:spPr>
          <a:xfrm>
            <a:off x="6885600" y="2678629"/>
            <a:ext cx="14942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28E5012-2A13-7E77-47A3-64838DD96121}"/>
              </a:ext>
            </a:extLst>
          </p:cNvPr>
          <p:cNvSpPr txBox="1"/>
          <p:nvPr/>
        </p:nvSpPr>
        <p:spPr>
          <a:xfrm>
            <a:off x="7227136" y="2721173"/>
            <a:ext cx="8011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400" dirty="0">
                <a:highlight>
                  <a:srgbClr val="FFFF00"/>
                </a:highlight>
                <a:latin typeface="Nunito" pitchFamily="2" charset="0"/>
                <a:cs typeface="Calibri" panose="020F0502020204030204" pitchFamily="34" charset="0"/>
              </a:rPr>
              <a:t>1 </a:t>
            </a: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/ </a:t>
            </a:r>
            <a:r>
              <a:rPr lang="id-ID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00</a:t>
            </a:r>
            <a:endParaRPr lang="en-ID" sz="1400" dirty="0">
              <a:highlight>
                <a:srgbClr val="00FFFF"/>
              </a:highlight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4E04D20-CABA-501D-A859-D7E648CB947F}"/>
              </a:ext>
            </a:extLst>
          </p:cNvPr>
          <p:cNvCxnSpPr>
            <a:stCxn id="56" idx="1"/>
            <a:endCxn id="55" idx="7"/>
          </p:cNvCxnSpPr>
          <p:nvPr/>
        </p:nvCxnSpPr>
        <p:spPr>
          <a:xfrm flipH="1">
            <a:off x="6802703" y="2493892"/>
            <a:ext cx="166003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CB04CE1-7CB6-98B4-2F2B-15D546C0E508}"/>
              </a:ext>
            </a:extLst>
          </p:cNvPr>
          <p:cNvSpPr txBox="1"/>
          <p:nvPr/>
        </p:nvSpPr>
        <p:spPr>
          <a:xfrm>
            <a:off x="7286752" y="2099256"/>
            <a:ext cx="8011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400" dirty="0">
                <a:highlight>
                  <a:srgbClr val="FFFF00"/>
                </a:highlight>
                <a:latin typeface="Nunito" pitchFamily="2" charset="0"/>
                <a:cs typeface="Calibri" panose="020F0502020204030204" pitchFamily="34" charset="0"/>
              </a:rPr>
              <a:t>0 </a:t>
            </a: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/ </a:t>
            </a:r>
            <a:r>
              <a:rPr lang="id-ID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10</a:t>
            </a:r>
            <a:endParaRPr lang="en-ID" sz="1400" dirty="0">
              <a:highlight>
                <a:srgbClr val="00FFFF"/>
              </a:highlight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53AB315-D406-A2F9-AF2B-B0C0D2A8D6AB}"/>
              </a:ext>
            </a:extLst>
          </p:cNvPr>
          <p:cNvCxnSpPr>
            <a:stCxn id="56" idx="0"/>
            <a:endCxn id="57" idx="6"/>
          </p:cNvCxnSpPr>
          <p:nvPr/>
        </p:nvCxnSpPr>
        <p:spPr>
          <a:xfrm flipH="1" flipV="1">
            <a:off x="7932940" y="1522309"/>
            <a:ext cx="729932" cy="8950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7A1D387C-AE0F-9058-BC08-E82566DF30CB}"/>
              </a:ext>
            </a:extLst>
          </p:cNvPr>
          <p:cNvSpPr txBox="1"/>
          <p:nvPr/>
        </p:nvSpPr>
        <p:spPr>
          <a:xfrm>
            <a:off x="8333534" y="1683919"/>
            <a:ext cx="8011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400" dirty="0">
                <a:highlight>
                  <a:srgbClr val="FFFF00"/>
                </a:highlight>
                <a:latin typeface="Nunito" pitchFamily="2" charset="0"/>
                <a:cs typeface="Calibri" panose="020F0502020204030204" pitchFamily="34" charset="0"/>
              </a:rPr>
              <a:t>1 </a:t>
            </a: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/ </a:t>
            </a:r>
            <a:r>
              <a:rPr lang="id-ID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01</a:t>
            </a:r>
            <a:endParaRPr lang="en-ID" sz="1400" dirty="0">
              <a:highlight>
                <a:srgbClr val="00FFFF"/>
              </a:highlight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082F5E8-6F22-D2DB-B7ED-5B281013E158}"/>
              </a:ext>
            </a:extLst>
          </p:cNvPr>
          <p:cNvCxnSpPr>
            <a:stCxn id="57" idx="2"/>
            <a:endCxn id="55" idx="0"/>
          </p:cNvCxnSpPr>
          <p:nvPr/>
        </p:nvCxnSpPr>
        <p:spPr>
          <a:xfrm flipH="1">
            <a:off x="6602571" y="1522309"/>
            <a:ext cx="764311" cy="8950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7666A96F-0811-C577-944F-02ACE7483CFA}"/>
              </a:ext>
            </a:extLst>
          </p:cNvPr>
          <p:cNvSpPr txBox="1"/>
          <p:nvPr/>
        </p:nvSpPr>
        <p:spPr>
          <a:xfrm>
            <a:off x="6022995" y="2377582"/>
            <a:ext cx="8011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400" dirty="0">
                <a:highlight>
                  <a:srgbClr val="FFFF00"/>
                </a:highlight>
                <a:latin typeface="Nunito" pitchFamily="2" charset="0"/>
                <a:cs typeface="Calibri" panose="020F0502020204030204" pitchFamily="34" charset="0"/>
              </a:rPr>
              <a:t>0 </a:t>
            </a: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/ </a:t>
            </a:r>
            <a:r>
              <a:rPr lang="id-ID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01</a:t>
            </a:r>
            <a:endParaRPr lang="en-ID" sz="1400" dirty="0">
              <a:highlight>
                <a:srgbClr val="00FFFF"/>
              </a:highlight>
            </a:endParaRPr>
          </a:p>
        </p:txBody>
      </p:sp>
      <p:sp>
        <p:nvSpPr>
          <p:cNvPr id="72" name="Arrow: Curved Down 71">
            <a:extLst>
              <a:ext uri="{FF2B5EF4-FFF2-40B4-BE49-F238E27FC236}">
                <a16:creationId xmlns:a16="http://schemas.microsoft.com/office/drawing/2014/main" id="{D99036B4-0A4B-B9D3-B3FB-C9C48215F76B}"/>
              </a:ext>
            </a:extLst>
          </p:cNvPr>
          <p:cNvSpPr/>
          <p:nvPr/>
        </p:nvSpPr>
        <p:spPr>
          <a:xfrm>
            <a:off x="7485965" y="989174"/>
            <a:ext cx="327892" cy="286331"/>
          </a:xfrm>
          <a:prstGeom prst="curved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>
              <a:solidFill>
                <a:schemeClr val="tx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A649487-C21A-8FD8-5FD4-12C3D56A2DD1}"/>
              </a:ext>
            </a:extLst>
          </p:cNvPr>
          <p:cNvSpPr txBox="1"/>
          <p:nvPr/>
        </p:nvSpPr>
        <p:spPr>
          <a:xfrm>
            <a:off x="7249316" y="601614"/>
            <a:ext cx="8011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400" dirty="0">
                <a:highlight>
                  <a:srgbClr val="FFFF00"/>
                </a:highlight>
                <a:latin typeface="Nunito" pitchFamily="2" charset="0"/>
                <a:cs typeface="Calibri" panose="020F0502020204030204" pitchFamily="34" charset="0"/>
              </a:rPr>
              <a:t>1 </a:t>
            </a: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/ </a:t>
            </a:r>
            <a:r>
              <a:rPr lang="id-ID" sz="1400" dirty="0">
                <a:highlight>
                  <a:srgbClr val="00FFFF"/>
                </a:highlight>
                <a:latin typeface="Nunito" pitchFamily="2" charset="0"/>
                <a:cs typeface="Calibri" panose="020F0502020204030204" pitchFamily="34" charset="0"/>
              </a:rPr>
              <a:t>10</a:t>
            </a:r>
            <a:endParaRPr lang="en-ID" sz="1400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391851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CF7F0EB-4C72-88BD-55F3-C4C93D5CF766}"/>
              </a:ext>
            </a:extLst>
          </p:cNvPr>
          <p:cNvGrpSpPr/>
          <p:nvPr/>
        </p:nvGrpSpPr>
        <p:grpSpPr>
          <a:xfrm>
            <a:off x="-29656" y="13457"/>
            <a:ext cx="510185" cy="494435"/>
            <a:chOff x="26812" y="1266658"/>
            <a:chExt cx="554310" cy="485660"/>
          </a:xfrm>
        </p:grpSpPr>
        <p:sp>
          <p:nvSpPr>
            <p:cNvPr id="3" name="Google Shape;1376;p61">
              <a:extLst>
                <a:ext uri="{FF2B5EF4-FFF2-40B4-BE49-F238E27FC236}">
                  <a16:creationId xmlns:a16="http://schemas.microsoft.com/office/drawing/2014/main" id="{137A3AFF-5958-BB31-CC21-93A8C36FA62E}"/>
                </a:ext>
              </a:extLst>
            </p:cNvPr>
            <p:cNvSpPr/>
            <p:nvPr/>
          </p:nvSpPr>
          <p:spPr>
            <a:xfrm rot="-2461544">
              <a:off x="87016" y="1302321"/>
              <a:ext cx="494106" cy="449997"/>
            </a:xfrm>
            <a:custGeom>
              <a:avLst/>
              <a:gdLst/>
              <a:ahLst/>
              <a:cxnLst/>
              <a:rect l="l" t="t" r="r" b="b"/>
              <a:pathLst>
                <a:path w="36927" h="30664" extrusionOk="0">
                  <a:moveTo>
                    <a:pt x="19198" y="0"/>
                  </a:moveTo>
                  <a:cubicBezTo>
                    <a:pt x="17850" y="0"/>
                    <a:pt x="16505" y="119"/>
                    <a:pt x="15227" y="301"/>
                  </a:cubicBezTo>
                  <a:cubicBezTo>
                    <a:pt x="9390" y="1125"/>
                    <a:pt x="1081" y="3075"/>
                    <a:pt x="368" y="10115"/>
                  </a:cubicBezTo>
                  <a:cubicBezTo>
                    <a:pt x="0" y="13802"/>
                    <a:pt x="3230" y="18001"/>
                    <a:pt x="5625" y="20530"/>
                  </a:cubicBezTo>
                  <a:cubicBezTo>
                    <a:pt x="8822" y="23905"/>
                    <a:pt x="11774" y="27102"/>
                    <a:pt x="15951" y="29285"/>
                  </a:cubicBezTo>
                  <a:cubicBezTo>
                    <a:pt x="17796" y="30247"/>
                    <a:pt x="19900" y="30664"/>
                    <a:pt x="22026" y="30664"/>
                  </a:cubicBezTo>
                  <a:cubicBezTo>
                    <a:pt x="24674" y="30664"/>
                    <a:pt x="27357" y="30017"/>
                    <a:pt x="29619" y="28973"/>
                  </a:cubicBezTo>
                  <a:cubicBezTo>
                    <a:pt x="32649" y="27581"/>
                    <a:pt x="34498" y="24361"/>
                    <a:pt x="35511" y="21242"/>
                  </a:cubicBezTo>
                  <a:cubicBezTo>
                    <a:pt x="36926" y="16932"/>
                    <a:pt x="35456" y="12454"/>
                    <a:pt x="33027" y="8811"/>
                  </a:cubicBezTo>
                  <a:cubicBezTo>
                    <a:pt x="31680" y="6795"/>
                    <a:pt x="30076" y="4790"/>
                    <a:pt x="28338" y="3086"/>
                  </a:cubicBezTo>
                  <a:cubicBezTo>
                    <a:pt x="26923" y="1705"/>
                    <a:pt x="25163" y="880"/>
                    <a:pt x="23270" y="435"/>
                  </a:cubicBezTo>
                  <a:cubicBezTo>
                    <a:pt x="21957" y="125"/>
                    <a:pt x="20576" y="0"/>
                    <a:pt x="19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Google Shape;1378;p61">
              <a:extLst>
                <a:ext uri="{FF2B5EF4-FFF2-40B4-BE49-F238E27FC236}">
                  <a16:creationId xmlns:a16="http://schemas.microsoft.com/office/drawing/2014/main" id="{27CA1E11-1F61-B00C-6355-2CC6B87D6EB2}"/>
                </a:ext>
              </a:extLst>
            </p:cNvPr>
            <p:cNvSpPr txBox="1"/>
            <p:nvPr/>
          </p:nvSpPr>
          <p:spPr>
            <a:xfrm>
              <a:off x="26812" y="1266658"/>
              <a:ext cx="485418" cy="45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id-ID" sz="1400" b="1" dirty="0">
                  <a:latin typeface="Times New Roman" panose="02020603050405020304" pitchFamily="18" charset="0"/>
                  <a:ea typeface="Caveat"/>
                  <a:cs typeface="Times New Roman" panose="02020603050405020304" pitchFamily="18" charset="0"/>
                  <a:sym typeface="Caveat"/>
                </a:rPr>
                <a:t>5.</a:t>
              </a:r>
              <a:endParaRPr sz="1400" b="1" dirty="0">
                <a:latin typeface="Times New Roman" panose="02020603050405020304" pitchFamily="18" charset="0"/>
                <a:ea typeface="Caveat"/>
                <a:cs typeface="Times New Roman" panose="02020603050405020304" pitchFamily="18" charset="0"/>
                <a:sym typeface="Caveat"/>
              </a:endParaRPr>
            </a:p>
          </p:txBody>
        </p:sp>
      </p:grpSp>
      <p:sp>
        <p:nvSpPr>
          <p:cNvPr id="5" name="Google Shape;1366;p61">
            <a:extLst>
              <a:ext uri="{FF2B5EF4-FFF2-40B4-BE49-F238E27FC236}">
                <a16:creationId xmlns:a16="http://schemas.microsoft.com/office/drawing/2014/main" id="{609B9D1E-984D-5538-DAFD-3B7A3BA1A6E5}"/>
              </a:ext>
            </a:extLst>
          </p:cNvPr>
          <p:cNvSpPr txBox="1">
            <a:spLocks/>
          </p:cNvSpPr>
          <p:nvPr/>
        </p:nvSpPr>
        <p:spPr>
          <a:xfrm>
            <a:off x="473452" y="-28085"/>
            <a:ext cx="4022348" cy="542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pPr algn="l"/>
            <a:r>
              <a:rPr lang="id-ID" sz="1400" dirty="0">
                <a:solidFill>
                  <a:schemeClr val="tx1">
                    <a:lumMod val="50000"/>
                  </a:schemeClr>
                </a:solidFill>
              </a:rPr>
              <a:t>Penyederhanaan dengan </a:t>
            </a:r>
            <a:r>
              <a:rPr lang="en-ID" sz="1400" dirty="0">
                <a:solidFill>
                  <a:schemeClr val="tx1">
                    <a:lumMod val="50000"/>
                  </a:schemeClr>
                </a:solidFill>
              </a:rPr>
              <a:t>Trellis diagram</a:t>
            </a:r>
            <a:endParaRPr lang="en-ID" sz="1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B6024E-ED5C-9387-CAD2-056C385F8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436703"/>
              </p:ext>
            </p:extLst>
          </p:nvPr>
        </p:nvGraphicFramePr>
        <p:xfrm>
          <a:off x="66423" y="528227"/>
          <a:ext cx="4429379" cy="26425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9254">
                  <a:extLst>
                    <a:ext uri="{9D8B030D-6E8A-4147-A177-3AD203B41FA5}">
                      <a16:colId xmlns:a16="http://schemas.microsoft.com/office/drawing/2014/main" val="4128758361"/>
                    </a:ext>
                  </a:extLst>
                </a:gridCol>
                <a:gridCol w="553130">
                  <a:extLst>
                    <a:ext uri="{9D8B030D-6E8A-4147-A177-3AD203B41FA5}">
                      <a16:colId xmlns:a16="http://schemas.microsoft.com/office/drawing/2014/main" val="4164268518"/>
                    </a:ext>
                  </a:extLst>
                </a:gridCol>
                <a:gridCol w="540457">
                  <a:extLst>
                    <a:ext uri="{9D8B030D-6E8A-4147-A177-3AD203B41FA5}">
                      <a16:colId xmlns:a16="http://schemas.microsoft.com/office/drawing/2014/main" val="3732986289"/>
                    </a:ext>
                  </a:extLst>
                </a:gridCol>
                <a:gridCol w="514629">
                  <a:extLst>
                    <a:ext uri="{9D8B030D-6E8A-4147-A177-3AD203B41FA5}">
                      <a16:colId xmlns:a16="http://schemas.microsoft.com/office/drawing/2014/main" val="3940827243"/>
                    </a:ext>
                  </a:extLst>
                </a:gridCol>
                <a:gridCol w="454050">
                  <a:extLst>
                    <a:ext uri="{9D8B030D-6E8A-4147-A177-3AD203B41FA5}">
                      <a16:colId xmlns:a16="http://schemas.microsoft.com/office/drawing/2014/main" val="3792314425"/>
                    </a:ext>
                  </a:extLst>
                </a:gridCol>
                <a:gridCol w="509020">
                  <a:extLst>
                    <a:ext uri="{9D8B030D-6E8A-4147-A177-3AD203B41FA5}">
                      <a16:colId xmlns:a16="http://schemas.microsoft.com/office/drawing/2014/main" val="532951911"/>
                    </a:ext>
                  </a:extLst>
                </a:gridCol>
                <a:gridCol w="900649">
                  <a:extLst>
                    <a:ext uri="{9D8B030D-6E8A-4147-A177-3AD203B41FA5}">
                      <a16:colId xmlns:a16="http://schemas.microsoft.com/office/drawing/2014/main" val="3895182693"/>
                    </a:ext>
                  </a:extLst>
                </a:gridCol>
                <a:gridCol w="568190">
                  <a:extLst>
                    <a:ext uri="{9D8B030D-6E8A-4147-A177-3AD203B41FA5}">
                      <a16:colId xmlns:a16="http://schemas.microsoft.com/office/drawing/2014/main" val="3810437219"/>
                    </a:ext>
                  </a:extLst>
                </a:gridCol>
              </a:tblGrid>
              <a:tr h="312549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No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Current State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Input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Output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Next State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State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3253552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m1 m2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m</a:t>
                      </a: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sg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c</a:t>
                      </a: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c</a:t>
                      </a: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2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m</a:t>
                      </a: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sg</a:t>
                      </a: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 m1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189296"/>
                  </a:ext>
                </a:extLst>
              </a:tr>
              <a:tr h="24593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1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a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00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00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15992127"/>
                  </a:ext>
                </a:extLst>
              </a:tr>
              <a:tr h="2459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00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10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99496756"/>
                  </a:ext>
                </a:extLst>
              </a:tr>
              <a:tr h="24593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2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b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01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0</a:t>
                      </a: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18104661"/>
                  </a:ext>
                </a:extLst>
              </a:tr>
              <a:tr h="2459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01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1</a:t>
                      </a: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584341266"/>
                  </a:ext>
                </a:extLst>
              </a:tr>
              <a:tr h="24593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3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c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10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0</a:t>
                      </a: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50447878"/>
                  </a:ext>
                </a:extLst>
              </a:tr>
              <a:tr h="2459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10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11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732488836"/>
                  </a:ext>
                </a:extLst>
              </a:tr>
              <a:tr h="24593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4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d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11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01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137616150"/>
                  </a:ext>
                </a:extLst>
              </a:tr>
              <a:tr h="2459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11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11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980313697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9E813B-45C9-800E-F127-B0FF7C70731B}"/>
              </a:ext>
            </a:extLst>
          </p:cNvPr>
          <p:cNvCxnSpPr>
            <a:cxnSpLocks/>
          </p:cNvCxnSpPr>
          <p:nvPr/>
        </p:nvCxnSpPr>
        <p:spPr>
          <a:xfrm>
            <a:off x="1258252" y="3714750"/>
            <a:ext cx="646748" cy="0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8308156-863E-7AED-4738-4B311EF86F55}"/>
              </a:ext>
            </a:extLst>
          </p:cNvPr>
          <p:cNvCxnSpPr>
            <a:cxnSpLocks/>
          </p:cNvCxnSpPr>
          <p:nvPr/>
        </p:nvCxnSpPr>
        <p:spPr>
          <a:xfrm>
            <a:off x="1219200" y="4070037"/>
            <a:ext cx="646748" cy="0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46D39E6-0E9C-6CB5-60C8-7F2D70915D3E}"/>
              </a:ext>
            </a:extLst>
          </p:cNvPr>
          <p:cNvSpPr txBox="1"/>
          <p:nvPr/>
        </p:nvSpPr>
        <p:spPr>
          <a:xfrm>
            <a:off x="1600200" y="3562350"/>
            <a:ext cx="1616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  <a:latin typeface="Nunito" pitchFamily="2" charset="0"/>
                <a:cs typeface="Palanquin" panose="020B0004020203020204" pitchFamily="34" charset="0"/>
              </a:rPr>
              <a:t>Jika msg 0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B95AB1-BE72-1BED-C9A6-879FFE71AC7B}"/>
              </a:ext>
            </a:extLst>
          </p:cNvPr>
          <p:cNvSpPr txBox="1"/>
          <p:nvPr/>
        </p:nvSpPr>
        <p:spPr>
          <a:xfrm>
            <a:off x="1632012" y="3943350"/>
            <a:ext cx="14921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  <a:latin typeface="Nunito" pitchFamily="2" charset="0"/>
                <a:cs typeface="Palanquin" panose="020B0004020203020204" pitchFamily="34" charset="0"/>
              </a:rPr>
              <a:t>Jika msg 1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95EE372-0589-78A4-3F5A-F04FFE14A506}"/>
              </a:ext>
            </a:extLst>
          </p:cNvPr>
          <p:cNvGrpSpPr/>
          <p:nvPr/>
        </p:nvGrpSpPr>
        <p:grpSpPr>
          <a:xfrm>
            <a:off x="4495800" y="1885950"/>
            <a:ext cx="4581777" cy="2970785"/>
            <a:chOff x="4495800" y="1481932"/>
            <a:chExt cx="5874692" cy="337480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209C694-DA38-BE40-E875-8AE98155A353}"/>
                </a:ext>
              </a:extLst>
            </p:cNvPr>
            <p:cNvGrpSpPr/>
            <p:nvPr/>
          </p:nvGrpSpPr>
          <p:grpSpPr>
            <a:xfrm>
              <a:off x="4495800" y="1481932"/>
              <a:ext cx="5874692" cy="3159126"/>
              <a:chOff x="-165168" y="1192137"/>
              <a:chExt cx="4610040" cy="2298507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660FE1-34C7-76F8-7C2E-764EC0219D77}"/>
                  </a:ext>
                </a:extLst>
              </p:cNvPr>
              <p:cNvSpPr txBox="1"/>
              <p:nvPr/>
            </p:nvSpPr>
            <p:spPr>
              <a:xfrm>
                <a:off x="-131440" y="1343549"/>
                <a:ext cx="542261" cy="246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a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EEE1C3-1498-3850-AD18-D3E25A9246A6}"/>
                  </a:ext>
                </a:extLst>
              </p:cNvPr>
              <p:cNvSpPr txBox="1"/>
              <p:nvPr/>
            </p:nvSpPr>
            <p:spPr>
              <a:xfrm>
                <a:off x="-131441" y="1972405"/>
                <a:ext cx="542261" cy="246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b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77114B4-D5B1-B919-311C-3BC2F8498372}"/>
                  </a:ext>
                </a:extLst>
              </p:cNvPr>
              <p:cNvSpPr txBox="1"/>
              <p:nvPr/>
            </p:nvSpPr>
            <p:spPr>
              <a:xfrm>
                <a:off x="-131442" y="2601261"/>
                <a:ext cx="542261" cy="246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c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00B8A9-E640-3CB8-638C-D231501EEAB6}"/>
                  </a:ext>
                </a:extLst>
              </p:cNvPr>
              <p:cNvSpPr txBox="1"/>
              <p:nvPr/>
            </p:nvSpPr>
            <p:spPr>
              <a:xfrm>
                <a:off x="-165168" y="3230117"/>
                <a:ext cx="542261" cy="246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d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52265ED-AD36-1535-3C6F-553CBD8A7DB9}"/>
                  </a:ext>
                </a:extLst>
              </p:cNvPr>
              <p:cNvSpPr txBox="1"/>
              <p:nvPr/>
            </p:nvSpPr>
            <p:spPr>
              <a:xfrm>
                <a:off x="864390" y="1343549"/>
                <a:ext cx="477587" cy="246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a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C00C6EE-D67F-EC78-C4C9-D1428B89CF42}"/>
                  </a:ext>
                </a:extLst>
              </p:cNvPr>
              <p:cNvSpPr txBox="1"/>
              <p:nvPr/>
            </p:nvSpPr>
            <p:spPr>
              <a:xfrm>
                <a:off x="864389" y="1972405"/>
                <a:ext cx="477587" cy="246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b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31BB956-CDBB-BB6D-E1E8-7D5F242B250C}"/>
                  </a:ext>
                </a:extLst>
              </p:cNvPr>
              <p:cNvSpPr txBox="1"/>
              <p:nvPr/>
            </p:nvSpPr>
            <p:spPr>
              <a:xfrm>
                <a:off x="864388" y="2601261"/>
                <a:ext cx="477587" cy="246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c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74A1967-354C-20B9-C3AA-AAA59632675E}"/>
                  </a:ext>
                </a:extLst>
              </p:cNvPr>
              <p:cNvSpPr txBox="1"/>
              <p:nvPr/>
            </p:nvSpPr>
            <p:spPr>
              <a:xfrm>
                <a:off x="830662" y="3230117"/>
                <a:ext cx="477587" cy="246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d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8A0E35-620B-8934-B1CA-50EA258706CB}"/>
                  </a:ext>
                </a:extLst>
              </p:cNvPr>
              <p:cNvSpPr txBox="1"/>
              <p:nvPr/>
            </p:nvSpPr>
            <p:spPr>
              <a:xfrm>
                <a:off x="402941" y="1192137"/>
                <a:ext cx="455758" cy="22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d-ID" sz="1400" dirty="0">
                    <a:solidFill>
                      <a:sysClr val="windowText" lastClr="000000"/>
                    </a:solidFill>
                    <a:highlight>
                      <a:srgbClr val="00FFFF"/>
                    </a:highlight>
                    <a:latin typeface="Nunito" pitchFamily="2" charset="0"/>
                    <a:cs typeface="Palanquin" panose="020B0004020203020204" pitchFamily="34" charset="0"/>
                  </a:rPr>
                  <a:t>00</a:t>
                </a:r>
                <a:endPara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51DBF32-A2A3-7ABA-D04E-65AB16FF3B74}"/>
                  </a:ext>
                </a:extLst>
              </p:cNvPr>
              <p:cNvSpPr txBox="1"/>
              <p:nvPr/>
            </p:nvSpPr>
            <p:spPr>
              <a:xfrm>
                <a:off x="1883457" y="1362834"/>
                <a:ext cx="477587" cy="246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a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DC55EDD-B5D7-DEA7-9054-BA4F137368D1}"/>
                  </a:ext>
                </a:extLst>
              </p:cNvPr>
              <p:cNvSpPr txBox="1"/>
              <p:nvPr/>
            </p:nvSpPr>
            <p:spPr>
              <a:xfrm>
                <a:off x="1883456" y="1962448"/>
                <a:ext cx="477587" cy="246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b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A7D3530-0660-3E59-0824-56C5A2304F87}"/>
                  </a:ext>
                </a:extLst>
              </p:cNvPr>
              <p:cNvSpPr txBox="1"/>
              <p:nvPr/>
            </p:nvSpPr>
            <p:spPr>
              <a:xfrm>
                <a:off x="1883455" y="2591304"/>
                <a:ext cx="477587" cy="246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c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DF574EC-979D-FA23-9148-D60AFA7B1A45}"/>
                  </a:ext>
                </a:extLst>
              </p:cNvPr>
              <p:cNvSpPr txBox="1"/>
              <p:nvPr/>
            </p:nvSpPr>
            <p:spPr>
              <a:xfrm>
                <a:off x="1844013" y="3244320"/>
                <a:ext cx="477587" cy="246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d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80E5102-2379-2203-E5A2-F0E3E5D7BCD3}"/>
                  </a:ext>
                </a:extLst>
              </p:cNvPr>
              <p:cNvSpPr txBox="1"/>
              <p:nvPr/>
            </p:nvSpPr>
            <p:spPr>
              <a:xfrm>
                <a:off x="2866512" y="1351919"/>
                <a:ext cx="477587" cy="246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a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9C2F17E-A5BE-5877-2FB0-059C652F21E5}"/>
                  </a:ext>
                </a:extLst>
              </p:cNvPr>
              <p:cNvSpPr txBox="1"/>
              <p:nvPr/>
            </p:nvSpPr>
            <p:spPr>
              <a:xfrm>
                <a:off x="2901409" y="1999599"/>
                <a:ext cx="477587" cy="246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b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373C2B5-B206-A5E8-A3B4-6733F56813C4}"/>
                  </a:ext>
                </a:extLst>
              </p:cNvPr>
              <p:cNvSpPr txBox="1"/>
              <p:nvPr/>
            </p:nvSpPr>
            <p:spPr>
              <a:xfrm>
                <a:off x="2866511" y="2578258"/>
                <a:ext cx="477587" cy="246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c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FD47783-0613-65ED-0311-E9E776F09294}"/>
                  </a:ext>
                </a:extLst>
              </p:cNvPr>
              <p:cNvSpPr txBox="1"/>
              <p:nvPr/>
            </p:nvSpPr>
            <p:spPr>
              <a:xfrm>
                <a:off x="2866511" y="3230117"/>
                <a:ext cx="477587" cy="246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d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BB28FB8-B1C6-5FF3-D8A5-0653AA0F29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1872" y="1497437"/>
                <a:ext cx="661808" cy="1145279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</a:schemeClr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1AE8257-F198-5B7C-211B-D1E743520F98}"/>
                  </a:ext>
                </a:extLst>
              </p:cNvPr>
              <p:cNvSpPr txBox="1"/>
              <p:nvPr/>
            </p:nvSpPr>
            <p:spPr>
              <a:xfrm>
                <a:off x="1077325" y="1598712"/>
                <a:ext cx="477587" cy="254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highlight>
                      <a:srgbClr val="FFFF00"/>
                    </a:highlight>
                    <a:latin typeface="Nunito" pitchFamily="2" charset="0"/>
                    <a:cs typeface="Palanquin" panose="020B0004020203020204" pitchFamily="34" charset="0"/>
                  </a:rPr>
                  <a:t>11</a:t>
                </a:r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A261EF46-2B6A-E094-5B1D-651E41D36528}"/>
                  </a:ext>
                </a:extLst>
              </p:cNvPr>
              <p:cNvCxnSpPr>
                <a:cxnSpLocks/>
                <a:stCxn id="18" idx="3"/>
              </p:cNvCxnSpPr>
              <p:nvPr/>
            </p:nvCxnSpPr>
            <p:spPr>
              <a:xfrm flipV="1">
                <a:off x="1341975" y="2153822"/>
                <a:ext cx="680275" cy="570601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D063EE2-DCF4-1332-2544-D4D2C1BF84ED}"/>
                  </a:ext>
                </a:extLst>
              </p:cNvPr>
              <p:cNvSpPr txBox="1"/>
              <p:nvPr/>
            </p:nvSpPr>
            <p:spPr>
              <a:xfrm>
                <a:off x="1156295" y="2373999"/>
                <a:ext cx="468781" cy="223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highlight>
                      <a:srgbClr val="00FFFF"/>
                    </a:highlight>
                    <a:latin typeface="Nunito" pitchFamily="2" charset="0"/>
                    <a:cs typeface="Palanquin" panose="020B0004020203020204" pitchFamily="34" charset="0"/>
                  </a:rPr>
                  <a:t>10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4B9A880-6086-4835-BA7B-27E36A6C7642}"/>
                  </a:ext>
                </a:extLst>
              </p:cNvPr>
              <p:cNvSpPr txBox="1"/>
              <p:nvPr/>
            </p:nvSpPr>
            <p:spPr>
              <a:xfrm>
                <a:off x="3920171" y="1347396"/>
                <a:ext cx="477587" cy="246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a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E098487-2422-D499-15A0-D32338F19D6B}"/>
                  </a:ext>
                </a:extLst>
              </p:cNvPr>
              <p:cNvSpPr txBox="1"/>
              <p:nvPr/>
            </p:nvSpPr>
            <p:spPr>
              <a:xfrm>
                <a:off x="3967285" y="1971788"/>
                <a:ext cx="477587" cy="246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b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770EE1B-317D-B4A9-67F9-01E139911A66}"/>
                  </a:ext>
                </a:extLst>
              </p:cNvPr>
              <p:cNvSpPr txBox="1"/>
              <p:nvPr/>
            </p:nvSpPr>
            <p:spPr>
              <a:xfrm>
                <a:off x="3967285" y="2601261"/>
                <a:ext cx="477587" cy="246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c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FD85949-4783-7468-9655-CB2C3DB7DF88}"/>
                  </a:ext>
                </a:extLst>
              </p:cNvPr>
              <p:cNvSpPr txBox="1"/>
              <p:nvPr/>
            </p:nvSpPr>
            <p:spPr>
              <a:xfrm>
                <a:off x="3967285" y="3244320"/>
                <a:ext cx="477587" cy="246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d</a:t>
                </a:r>
              </a:p>
            </p:txBody>
          </p:sp>
        </p:grp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AC3F881-D589-4797-0970-70E3704D0F15}"/>
                </a:ext>
              </a:extLst>
            </p:cNvPr>
            <p:cNvCxnSpPr>
              <a:cxnSpLocks/>
              <a:stCxn id="12" idx="3"/>
              <a:endCxn id="16" idx="1"/>
            </p:cNvCxnSpPr>
            <p:nvPr/>
          </p:nvCxnSpPr>
          <p:spPr>
            <a:xfrm>
              <a:off x="5229797" y="1859313"/>
              <a:ext cx="5779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947DD2F3-26E4-5EFB-B752-753DB8255782}"/>
                </a:ext>
              </a:extLst>
            </p:cNvPr>
            <p:cNvCxnSpPr>
              <a:cxnSpLocks/>
            </p:cNvCxnSpPr>
            <p:nvPr/>
          </p:nvCxnSpPr>
          <p:spPr>
            <a:xfrm>
              <a:off x="5241860" y="1872486"/>
              <a:ext cx="690019" cy="1714947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72AAEF1-19DE-A7F0-58EA-371FD0C1FB3A}"/>
                </a:ext>
              </a:extLst>
            </p:cNvPr>
            <p:cNvSpPr txBox="1"/>
            <p:nvPr/>
          </p:nvSpPr>
          <p:spPr>
            <a:xfrm>
              <a:off x="4893597" y="2021155"/>
              <a:ext cx="539639" cy="3496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11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1786A23-93B7-3EF4-87FE-7E345218B062}"/>
                </a:ext>
              </a:extLst>
            </p:cNvPr>
            <p:cNvCxnSpPr>
              <a:cxnSpLocks/>
            </p:cNvCxnSpPr>
            <p:nvPr/>
          </p:nvCxnSpPr>
          <p:spPr>
            <a:xfrm>
              <a:off x="6437685" y="1913048"/>
              <a:ext cx="7941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E29B334-F6C7-C602-CF4B-22B9145C4C88}"/>
                </a:ext>
              </a:extLst>
            </p:cNvPr>
            <p:cNvSpPr txBox="1"/>
            <p:nvPr/>
          </p:nvSpPr>
          <p:spPr>
            <a:xfrm>
              <a:off x="6505649" y="1509390"/>
              <a:ext cx="58078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00</a:t>
              </a:r>
              <a:endPara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6DF70F8-B2E7-03F5-BAA6-CB5ADC08483E}"/>
                </a:ext>
              </a:extLst>
            </p:cNvPr>
            <p:cNvCxnSpPr>
              <a:cxnSpLocks/>
            </p:cNvCxnSpPr>
            <p:nvPr/>
          </p:nvCxnSpPr>
          <p:spPr>
            <a:xfrm>
              <a:off x="7664752" y="1920023"/>
              <a:ext cx="7941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3B6B36EF-BCDB-DC37-85CE-78FE9B77844C}"/>
                </a:ext>
              </a:extLst>
            </p:cNvPr>
            <p:cNvCxnSpPr>
              <a:cxnSpLocks/>
            </p:cNvCxnSpPr>
            <p:nvPr/>
          </p:nvCxnSpPr>
          <p:spPr>
            <a:xfrm>
              <a:off x="8967747" y="1901544"/>
              <a:ext cx="7941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05478FD-ED72-A55E-95C3-D39D459F5EE3}"/>
                </a:ext>
              </a:extLst>
            </p:cNvPr>
            <p:cNvSpPr txBox="1"/>
            <p:nvPr/>
          </p:nvSpPr>
          <p:spPr>
            <a:xfrm>
              <a:off x="7701703" y="1501486"/>
              <a:ext cx="58078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00</a:t>
              </a:r>
              <a:endPara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FF6D0A2E-3F3B-CF01-335D-83CD3C547586}"/>
                </a:ext>
              </a:extLst>
            </p:cNvPr>
            <p:cNvCxnSpPr>
              <a:cxnSpLocks/>
            </p:cNvCxnSpPr>
            <p:nvPr/>
          </p:nvCxnSpPr>
          <p:spPr>
            <a:xfrm>
              <a:off x="7673615" y="1913048"/>
              <a:ext cx="815107" cy="1562596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B467275E-7B36-93A9-F3C1-42EABE77DDC7}"/>
                </a:ext>
              </a:extLst>
            </p:cNvPr>
            <p:cNvCxnSpPr>
              <a:cxnSpLocks/>
            </p:cNvCxnSpPr>
            <p:nvPr/>
          </p:nvCxnSpPr>
          <p:spPr>
            <a:xfrm>
              <a:off x="8979502" y="1893581"/>
              <a:ext cx="898759" cy="1582063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CD28A09-F141-0BAD-982B-E92CC741BEBC}"/>
                </a:ext>
              </a:extLst>
            </p:cNvPr>
            <p:cNvSpPr txBox="1"/>
            <p:nvPr/>
          </p:nvSpPr>
          <p:spPr>
            <a:xfrm>
              <a:off x="7376369" y="2040833"/>
              <a:ext cx="605601" cy="3496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11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AA80D9F-F368-55E2-7A38-CB834CE49F34}"/>
                </a:ext>
              </a:extLst>
            </p:cNvPr>
            <p:cNvSpPr txBox="1"/>
            <p:nvPr/>
          </p:nvSpPr>
          <p:spPr>
            <a:xfrm>
              <a:off x="8707321" y="2062090"/>
              <a:ext cx="576572" cy="3496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11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580CB1FB-D1E7-4A3A-042E-310513AF0A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5564" y="2833031"/>
              <a:ext cx="866892" cy="815027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2FB8BBEC-DA27-140B-192F-34D1E92B2F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5028" y="2891230"/>
              <a:ext cx="1023233" cy="748678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A77C26C-6C49-F98F-D0BA-BB65F1AB9E93}"/>
                </a:ext>
              </a:extLst>
            </p:cNvPr>
            <p:cNvSpPr txBox="1"/>
            <p:nvPr/>
          </p:nvSpPr>
          <p:spPr>
            <a:xfrm>
              <a:off x="7458645" y="3216968"/>
              <a:ext cx="5973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10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54556CD-C6AD-5613-19CC-CA3B1B91B5C8}"/>
                </a:ext>
              </a:extLst>
            </p:cNvPr>
            <p:cNvSpPr txBox="1"/>
            <p:nvPr/>
          </p:nvSpPr>
          <p:spPr>
            <a:xfrm>
              <a:off x="9424914" y="3454779"/>
              <a:ext cx="5973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10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BBCCE205-B09B-DB28-3CC3-F456356D2F71}"/>
                </a:ext>
              </a:extLst>
            </p:cNvPr>
            <p:cNvCxnSpPr>
              <a:cxnSpLocks/>
            </p:cNvCxnSpPr>
            <p:nvPr/>
          </p:nvCxnSpPr>
          <p:spPr>
            <a:xfrm>
              <a:off x="6451031" y="3615004"/>
              <a:ext cx="780798" cy="868035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DF2CA60C-5F4A-0A37-C3FA-2B4C8DC0B3EC}"/>
                </a:ext>
              </a:extLst>
            </p:cNvPr>
            <p:cNvCxnSpPr>
              <a:cxnSpLocks/>
            </p:cNvCxnSpPr>
            <p:nvPr/>
          </p:nvCxnSpPr>
          <p:spPr>
            <a:xfrm>
              <a:off x="7728360" y="3648058"/>
              <a:ext cx="780798" cy="740593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C91C9855-87BA-CA42-4D15-9DCE5039CA65}"/>
                </a:ext>
              </a:extLst>
            </p:cNvPr>
            <p:cNvCxnSpPr>
              <a:cxnSpLocks/>
            </p:cNvCxnSpPr>
            <p:nvPr/>
          </p:nvCxnSpPr>
          <p:spPr>
            <a:xfrm>
              <a:off x="8881343" y="3635951"/>
              <a:ext cx="996918" cy="752700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142485B-DBF3-6EBC-80B9-ADA7D78141CF}"/>
                </a:ext>
              </a:extLst>
            </p:cNvPr>
            <p:cNvSpPr txBox="1"/>
            <p:nvPr/>
          </p:nvSpPr>
          <p:spPr>
            <a:xfrm>
              <a:off x="6163591" y="3793358"/>
              <a:ext cx="5973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9AB7867-FC2A-FBD6-8F88-2ACDCBD84725}"/>
                </a:ext>
              </a:extLst>
            </p:cNvPr>
            <p:cNvSpPr txBox="1"/>
            <p:nvPr/>
          </p:nvSpPr>
          <p:spPr>
            <a:xfrm>
              <a:off x="7358363" y="3694877"/>
              <a:ext cx="5973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7C7FBC9-D99B-0FB3-64AB-D733CA5AA57A}"/>
                </a:ext>
              </a:extLst>
            </p:cNvPr>
            <p:cNvSpPr txBox="1"/>
            <p:nvPr/>
          </p:nvSpPr>
          <p:spPr>
            <a:xfrm>
              <a:off x="8686513" y="3824598"/>
              <a:ext cx="5973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AA183E9E-2863-3869-14B1-79753086AC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6628" y="1920626"/>
              <a:ext cx="866892" cy="815027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9CB01CC-306A-8D1C-56CC-06BCA6277C07}"/>
                </a:ext>
              </a:extLst>
            </p:cNvPr>
            <p:cNvSpPr txBox="1"/>
            <p:nvPr/>
          </p:nvSpPr>
          <p:spPr>
            <a:xfrm>
              <a:off x="8121481" y="2082326"/>
              <a:ext cx="585839" cy="3496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11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BFC2C19-DF2A-5171-9C5B-D7B81C981866}"/>
                </a:ext>
              </a:extLst>
            </p:cNvPr>
            <p:cNvSpPr txBox="1"/>
            <p:nvPr/>
          </p:nvSpPr>
          <p:spPr>
            <a:xfrm>
              <a:off x="9074427" y="1481932"/>
              <a:ext cx="58078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00</a:t>
              </a:r>
              <a:endPara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79148109-0EAF-0C5A-F36F-1C07C9FC51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42991" y="1962445"/>
              <a:ext cx="866892" cy="815027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E711CD6-2639-A17E-0DBE-58F7F8D3BE44}"/>
                </a:ext>
              </a:extLst>
            </p:cNvPr>
            <p:cNvSpPr txBox="1"/>
            <p:nvPr/>
          </p:nvSpPr>
          <p:spPr>
            <a:xfrm>
              <a:off x="9484011" y="2124000"/>
              <a:ext cx="530760" cy="3496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11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65F0527A-7073-AB85-468B-9B571BF337B0}"/>
                </a:ext>
              </a:extLst>
            </p:cNvPr>
            <p:cNvCxnSpPr>
              <a:cxnSpLocks/>
            </p:cNvCxnSpPr>
            <p:nvPr/>
          </p:nvCxnSpPr>
          <p:spPr>
            <a:xfrm>
              <a:off x="7615395" y="2728825"/>
              <a:ext cx="854626" cy="708934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75A85B5-7E1C-937E-144C-F5AC8B7C2E62}"/>
                </a:ext>
              </a:extLst>
            </p:cNvPr>
            <p:cNvSpPr txBox="1"/>
            <p:nvPr/>
          </p:nvSpPr>
          <p:spPr>
            <a:xfrm>
              <a:off x="7341502" y="2824868"/>
              <a:ext cx="625801" cy="3496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00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2A53BF40-436F-4284-EF93-F5C5E611BACE}"/>
                </a:ext>
              </a:extLst>
            </p:cNvPr>
            <p:cNvCxnSpPr>
              <a:cxnSpLocks/>
            </p:cNvCxnSpPr>
            <p:nvPr/>
          </p:nvCxnSpPr>
          <p:spPr>
            <a:xfrm>
              <a:off x="8863278" y="2760545"/>
              <a:ext cx="1026737" cy="715099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1F7C377-9700-9549-E052-4B7707A59F4D}"/>
                </a:ext>
              </a:extLst>
            </p:cNvPr>
            <p:cNvSpPr txBox="1"/>
            <p:nvPr/>
          </p:nvSpPr>
          <p:spPr>
            <a:xfrm>
              <a:off x="8649127" y="2896608"/>
              <a:ext cx="597380" cy="3466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00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566030A3-2629-E2D8-87EA-989CBE9558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84118" y="2872750"/>
              <a:ext cx="1063379" cy="1550640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0D41645-5C89-F0A0-CCEF-34702A06F08B}"/>
                </a:ext>
              </a:extLst>
            </p:cNvPr>
            <p:cNvSpPr txBox="1"/>
            <p:nvPr/>
          </p:nvSpPr>
          <p:spPr>
            <a:xfrm>
              <a:off x="7097387" y="4018148"/>
              <a:ext cx="5973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91BF4FB1-7244-0CDC-44A3-183424C23A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3631" y="2932399"/>
              <a:ext cx="1063379" cy="1550640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CCFB58C-AD95-CF2B-F3A1-B24352561315}"/>
                </a:ext>
              </a:extLst>
            </p:cNvPr>
            <p:cNvSpPr txBox="1"/>
            <p:nvPr/>
          </p:nvSpPr>
          <p:spPr>
            <a:xfrm>
              <a:off x="8427689" y="4041116"/>
              <a:ext cx="5973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7F117AFE-2491-1C08-8D84-8D03271A1F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04757" y="4423989"/>
              <a:ext cx="991286" cy="10722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F0451AF-62B4-D0A9-72AF-A02F61D07BF5}"/>
                </a:ext>
              </a:extLst>
            </p:cNvPr>
            <p:cNvSpPr txBox="1"/>
            <p:nvPr/>
          </p:nvSpPr>
          <p:spPr>
            <a:xfrm>
              <a:off x="7630651" y="4426739"/>
              <a:ext cx="5973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CA27E7DF-0B71-48B3-A2C2-3310E03672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39677" y="4466984"/>
              <a:ext cx="991286" cy="10722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2A70FB5-057E-A0DA-5E96-A2431EBF37B0}"/>
                </a:ext>
              </a:extLst>
            </p:cNvPr>
            <p:cNvSpPr txBox="1"/>
            <p:nvPr/>
          </p:nvSpPr>
          <p:spPr>
            <a:xfrm>
              <a:off x="8979502" y="4548958"/>
              <a:ext cx="5973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84978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6" name="Group 415">
            <a:extLst>
              <a:ext uri="{FF2B5EF4-FFF2-40B4-BE49-F238E27FC236}">
                <a16:creationId xmlns:a16="http://schemas.microsoft.com/office/drawing/2014/main" id="{6DEC469F-6A6E-3F25-A7FC-66B4B58B24E5}"/>
              </a:ext>
            </a:extLst>
          </p:cNvPr>
          <p:cNvGrpSpPr/>
          <p:nvPr/>
        </p:nvGrpSpPr>
        <p:grpSpPr>
          <a:xfrm>
            <a:off x="457200" y="361950"/>
            <a:ext cx="8105849" cy="3989858"/>
            <a:chOff x="199951" y="334492"/>
            <a:chExt cx="9665595" cy="4483006"/>
          </a:xfrm>
        </p:grpSpPr>
        <p:grpSp>
          <p:nvGrpSpPr>
            <p:cNvPr id="278" name="Group 277">
              <a:extLst>
                <a:ext uri="{FF2B5EF4-FFF2-40B4-BE49-F238E27FC236}">
                  <a16:creationId xmlns:a16="http://schemas.microsoft.com/office/drawing/2014/main" id="{374ED3CA-EB7C-E17F-FFC3-C14F7FFB9FC5}"/>
                </a:ext>
              </a:extLst>
            </p:cNvPr>
            <p:cNvGrpSpPr/>
            <p:nvPr/>
          </p:nvGrpSpPr>
          <p:grpSpPr>
            <a:xfrm>
              <a:off x="199951" y="334492"/>
              <a:ext cx="4516419" cy="3202824"/>
              <a:chOff x="-165168" y="1192137"/>
              <a:chExt cx="3544164" cy="2330300"/>
            </a:xfrm>
          </p:grpSpPr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4666572D-C784-C21B-762C-15422C415174}"/>
                  </a:ext>
                </a:extLst>
              </p:cNvPr>
              <p:cNvSpPr txBox="1"/>
              <p:nvPr/>
            </p:nvSpPr>
            <p:spPr>
              <a:xfrm>
                <a:off x="-131440" y="1343549"/>
                <a:ext cx="542261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a</a:t>
                </a:r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C3CBD218-7CF7-23AE-30B6-3C863BA73BD7}"/>
                  </a:ext>
                </a:extLst>
              </p:cNvPr>
              <p:cNvSpPr txBox="1"/>
              <p:nvPr/>
            </p:nvSpPr>
            <p:spPr>
              <a:xfrm>
                <a:off x="-131441" y="1972405"/>
                <a:ext cx="542261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b</a:t>
                </a:r>
              </a:p>
            </p:txBody>
          </p: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C28CE086-2D31-B67E-E8ED-766D0FEEC250}"/>
                  </a:ext>
                </a:extLst>
              </p:cNvPr>
              <p:cNvSpPr txBox="1"/>
              <p:nvPr/>
            </p:nvSpPr>
            <p:spPr>
              <a:xfrm>
                <a:off x="-131442" y="2601261"/>
                <a:ext cx="542261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c</a:t>
                </a:r>
              </a:p>
            </p:txBody>
          </p: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8D0A855A-5DDF-6D6D-40F4-0CD7539460B5}"/>
                  </a:ext>
                </a:extLst>
              </p:cNvPr>
              <p:cNvSpPr txBox="1"/>
              <p:nvPr/>
            </p:nvSpPr>
            <p:spPr>
              <a:xfrm>
                <a:off x="-165168" y="3230117"/>
                <a:ext cx="542261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d</a:t>
                </a:r>
              </a:p>
            </p:txBody>
          </p:sp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AD86110E-49B2-E1C2-AD2F-473355DEDE73}"/>
                  </a:ext>
                </a:extLst>
              </p:cNvPr>
              <p:cNvSpPr txBox="1"/>
              <p:nvPr/>
            </p:nvSpPr>
            <p:spPr>
              <a:xfrm>
                <a:off x="864390" y="1343549"/>
                <a:ext cx="477587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a</a:t>
                </a:r>
              </a:p>
            </p:txBody>
          </p:sp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9DEBA24A-CF0E-2F58-FF7C-F601EDE114D1}"/>
                  </a:ext>
                </a:extLst>
              </p:cNvPr>
              <p:cNvSpPr txBox="1"/>
              <p:nvPr/>
            </p:nvSpPr>
            <p:spPr>
              <a:xfrm>
                <a:off x="864389" y="1972405"/>
                <a:ext cx="477587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b</a:t>
                </a: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A2450941-47B3-3FBB-2AFD-24F7252CDA3A}"/>
                  </a:ext>
                </a:extLst>
              </p:cNvPr>
              <p:cNvSpPr txBox="1"/>
              <p:nvPr/>
            </p:nvSpPr>
            <p:spPr>
              <a:xfrm>
                <a:off x="864388" y="2601261"/>
                <a:ext cx="477587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c</a:t>
                </a:r>
              </a:p>
            </p:txBody>
          </p:sp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B5EA6D46-E62F-98B9-4BC4-C9AC7DF6516A}"/>
                  </a:ext>
                </a:extLst>
              </p:cNvPr>
              <p:cNvSpPr txBox="1"/>
              <p:nvPr/>
            </p:nvSpPr>
            <p:spPr>
              <a:xfrm>
                <a:off x="830662" y="3230117"/>
                <a:ext cx="477587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d</a:t>
                </a:r>
              </a:p>
            </p:txBody>
          </p: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6B088C29-ADAB-F8DB-4F14-EC2A4A21F562}"/>
                  </a:ext>
                </a:extLst>
              </p:cNvPr>
              <p:cNvSpPr txBox="1"/>
              <p:nvPr/>
            </p:nvSpPr>
            <p:spPr>
              <a:xfrm>
                <a:off x="402941" y="1192137"/>
                <a:ext cx="455758" cy="252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d-ID" sz="1400" dirty="0">
                    <a:solidFill>
                      <a:sysClr val="windowText" lastClr="000000"/>
                    </a:solidFill>
                    <a:highlight>
                      <a:srgbClr val="00FFFF"/>
                    </a:highlight>
                    <a:latin typeface="Nunito" pitchFamily="2" charset="0"/>
                    <a:cs typeface="Palanquin" panose="020B0004020203020204" pitchFamily="34" charset="0"/>
                  </a:rPr>
                  <a:t>00</a:t>
                </a:r>
                <a:endPara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endParaRPr>
              </a:p>
            </p:txBody>
          </p:sp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752A3F96-821E-7460-1F08-0790196D017B}"/>
                  </a:ext>
                </a:extLst>
              </p:cNvPr>
              <p:cNvSpPr txBox="1"/>
              <p:nvPr/>
            </p:nvSpPr>
            <p:spPr>
              <a:xfrm>
                <a:off x="1883457" y="1362834"/>
                <a:ext cx="477587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a</a:t>
                </a:r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E42D4B68-54F4-50C6-7839-96DEC8F6EC6F}"/>
                  </a:ext>
                </a:extLst>
              </p:cNvPr>
              <p:cNvSpPr txBox="1"/>
              <p:nvPr/>
            </p:nvSpPr>
            <p:spPr>
              <a:xfrm>
                <a:off x="1883456" y="1962448"/>
                <a:ext cx="477587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b</a:t>
                </a:r>
              </a:p>
            </p:txBody>
          </p:sp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098B394C-5519-51EB-E3DD-A9DB23EFF13E}"/>
                  </a:ext>
                </a:extLst>
              </p:cNvPr>
              <p:cNvSpPr txBox="1"/>
              <p:nvPr/>
            </p:nvSpPr>
            <p:spPr>
              <a:xfrm>
                <a:off x="1883455" y="2591304"/>
                <a:ext cx="477587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c</a:t>
                </a:r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95DD776D-0267-D35A-580A-5EC60E76A2BA}"/>
                  </a:ext>
                </a:extLst>
              </p:cNvPr>
              <p:cNvSpPr txBox="1"/>
              <p:nvPr/>
            </p:nvSpPr>
            <p:spPr>
              <a:xfrm>
                <a:off x="1844013" y="3244320"/>
                <a:ext cx="477587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d</a:t>
                </a:r>
              </a:p>
            </p:txBody>
          </p:sp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E2709520-6306-A0B1-F4B1-2BCAA59D68F2}"/>
                  </a:ext>
                </a:extLst>
              </p:cNvPr>
              <p:cNvSpPr txBox="1"/>
              <p:nvPr/>
            </p:nvSpPr>
            <p:spPr>
              <a:xfrm>
                <a:off x="2866512" y="1351919"/>
                <a:ext cx="477587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a</a:t>
                </a:r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D264898B-CA38-6DDD-6828-3508246EA53E}"/>
                  </a:ext>
                </a:extLst>
              </p:cNvPr>
              <p:cNvSpPr txBox="1"/>
              <p:nvPr/>
            </p:nvSpPr>
            <p:spPr>
              <a:xfrm>
                <a:off x="2901409" y="1999599"/>
                <a:ext cx="477587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b</a:t>
                </a:r>
              </a:p>
            </p:txBody>
          </p:sp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FD924A5C-3509-F25F-3DC1-3F5FFF5A3E23}"/>
                  </a:ext>
                </a:extLst>
              </p:cNvPr>
              <p:cNvSpPr txBox="1"/>
              <p:nvPr/>
            </p:nvSpPr>
            <p:spPr>
              <a:xfrm>
                <a:off x="2866511" y="2578258"/>
                <a:ext cx="477587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c</a:t>
                </a: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DA33E01F-CBBA-A375-F673-E99FA92FD0E2}"/>
                  </a:ext>
                </a:extLst>
              </p:cNvPr>
              <p:cNvSpPr txBox="1"/>
              <p:nvPr/>
            </p:nvSpPr>
            <p:spPr>
              <a:xfrm>
                <a:off x="2866511" y="3230117"/>
                <a:ext cx="477587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d</a:t>
                </a:r>
              </a:p>
            </p:txBody>
          </p:sp>
          <p:cxnSp>
            <p:nvCxnSpPr>
              <p:cNvPr id="296" name="Straight Arrow Connector 295">
                <a:extLst>
                  <a:ext uri="{FF2B5EF4-FFF2-40B4-BE49-F238E27FC236}">
                    <a16:creationId xmlns:a16="http://schemas.microsoft.com/office/drawing/2014/main" id="{9B2CEA7E-3F4A-C560-AD0A-B529F7FEC6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1872" y="1497437"/>
                <a:ext cx="661808" cy="1145279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</a:schemeClr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37B4A186-4A91-8B54-65CD-30918B3F5C1B}"/>
                  </a:ext>
                </a:extLst>
              </p:cNvPr>
              <p:cNvSpPr txBox="1"/>
              <p:nvPr/>
            </p:nvSpPr>
            <p:spPr>
              <a:xfrm>
                <a:off x="1077325" y="1598711"/>
                <a:ext cx="395309" cy="2528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highlight>
                      <a:srgbClr val="FFFF00"/>
                    </a:highlight>
                    <a:latin typeface="Nunito" pitchFamily="2" charset="0"/>
                    <a:cs typeface="Palanquin" panose="020B0004020203020204" pitchFamily="34" charset="0"/>
                  </a:rPr>
                  <a:t>11</a:t>
                </a:r>
              </a:p>
            </p:txBody>
          </p:sp>
          <p:cxnSp>
            <p:nvCxnSpPr>
              <p:cNvPr id="298" name="Straight Arrow Connector 297">
                <a:extLst>
                  <a:ext uri="{FF2B5EF4-FFF2-40B4-BE49-F238E27FC236}">
                    <a16:creationId xmlns:a16="http://schemas.microsoft.com/office/drawing/2014/main" id="{1A0023A1-CBA6-BB57-4752-EE6B9984CBFF}"/>
                  </a:ext>
                </a:extLst>
              </p:cNvPr>
              <p:cNvCxnSpPr>
                <a:cxnSpLocks/>
                <a:stCxn id="285" idx="3"/>
              </p:cNvCxnSpPr>
              <p:nvPr/>
            </p:nvCxnSpPr>
            <p:spPr>
              <a:xfrm flipV="1">
                <a:off x="1341975" y="2153822"/>
                <a:ext cx="680275" cy="586497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8FE15D31-9340-EE70-5F87-0D514090A31C}"/>
                  </a:ext>
                </a:extLst>
              </p:cNvPr>
              <p:cNvSpPr txBox="1"/>
              <p:nvPr/>
            </p:nvSpPr>
            <p:spPr>
              <a:xfrm>
                <a:off x="1156295" y="2373999"/>
                <a:ext cx="468781" cy="2528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highlight>
                      <a:srgbClr val="00FFFF"/>
                    </a:highlight>
                    <a:latin typeface="Nunito" pitchFamily="2" charset="0"/>
                    <a:cs typeface="Palanquin" panose="020B0004020203020204" pitchFamily="34" charset="0"/>
                  </a:rPr>
                  <a:t>10</a:t>
                </a:r>
              </a:p>
            </p:txBody>
          </p:sp>
        </p:grpSp>
        <p:cxnSp>
          <p:nvCxnSpPr>
            <p:cNvPr id="300" name="Straight Arrow Connector 299">
              <a:extLst>
                <a:ext uri="{FF2B5EF4-FFF2-40B4-BE49-F238E27FC236}">
                  <a16:creationId xmlns:a16="http://schemas.microsoft.com/office/drawing/2014/main" id="{140343DD-6B50-75EF-D92C-A0277A2064D3}"/>
                </a:ext>
              </a:extLst>
            </p:cNvPr>
            <p:cNvCxnSpPr>
              <a:cxnSpLocks/>
              <a:stCxn id="279" idx="3"/>
              <a:endCxn id="283" idx="1"/>
            </p:cNvCxnSpPr>
            <p:nvPr/>
          </p:nvCxnSpPr>
          <p:spPr>
            <a:xfrm>
              <a:off x="933948" y="733723"/>
              <a:ext cx="5779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1" name="Straight Arrow Connector 300">
              <a:extLst>
                <a:ext uri="{FF2B5EF4-FFF2-40B4-BE49-F238E27FC236}">
                  <a16:creationId xmlns:a16="http://schemas.microsoft.com/office/drawing/2014/main" id="{97890234-E735-83F6-541B-2BE2D9268474}"/>
                </a:ext>
              </a:extLst>
            </p:cNvPr>
            <p:cNvCxnSpPr>
              <a:cxnSpLocks/>
            </p:cNvCxnSpPr>
            <p:nvPr/>
          </p:nvCxnSpPr>
          <p:spPr>
            <a:xfrm>
              <a:off x="946011" y="725046"/>
              <a:ext cx="690019" cy="1714947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id="{34B9C370-1278-D726-EB7C-C33385C49A74}"/>
                </a:ext>
              </a:extLst>
            </p:cNvPr>
            <p:cNvSpPr txBox="1"/>
            <p:nvPr/>
          </p:nvSpPr>
          <p:spPr>
            <a:xfrm>
              <a:off x="597748" y="873714"/>
              <a:ext cx="503752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11</a:t>
              </a:r>
            </a:p>
          </p:txBody>
        </p:sp>
        <p:cxnSp>
          <p:nvCxnSpPr>
            <p:cNvPr id="303" name="Straight Arrow Connector 302">
              <a:extLst>
                <a:ext uri="{FF2B5EF4-FFF2-40B4-BE49-F238E27FC236}">
                  <a16:creationId xmlns:a16="http://schemas.microsoft.com/office/drawing/2014/main" id="{7D9C3811-370D-E63B-49D9-A66F7B97D525}"/>
                </a:ext>
              </a:extLst>
            </p:cNvPr>
            <p:cNvCxnSpPr>
              <a:cxnSpLocks/>
            </p:cNvCxnSpPr>
            <p:nvPr/>
          </p:nvCxnSpPr>
          <p:spPr>
            <a:xfrm>
              <a:off x="2141836" y="765608"/>
              <a:ext cx="7941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E94AFA8C-032E-6C67-1296-44CD83829634}"/>
                </a:ext>
              </a:extLst>
            </p:cNvPr>
            <p:cNvSpPr txBox="1"/>
            <p:nvPr/>
          </p:nvSpPr>
          <p:spPr>
            <a:xfrm>
              <a:off x="2209800" y="361950"/>
              <a:ext cx="580784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00</a:t>
              </a:r>
              <a:endPara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305" name="Straight Arrow Connector 304">
              <a:extLst>
                <a:ext uri="{FF2B5EF4-FFF2-40B4-BE49-F238E27FC236}">
                  <a16:creationId xmlns:a16="http://schemas.microsoft.com/office/drawing/2014/main" id="{3F0DCDA4-F77C-98F1-7843-4D8A3B39AF82}"/>
                </a:ext>
              </a:extLst>
            </p:cNvPr>
            <p:cNvCxnSpPr>
              <a:cxnSpLocks/>
            </p:cNvCxnSpPr>
            <p:nvPr/>
          </p:nvCxnSpPr>
          <p:spPr>
            <a:xfrm>
              <a:off x="3368903" y="772583"/>
              <a:ext cx="7941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6" name="Straight Arrow Connector 305">
              <a:extLst>
                <a:ext uri="{FF2B5EF4-FFF2-40B4-BE49-F238E27FC236}">
                  <a16:creationId xmlns:a16="http://schemas.microsoft.com/office/drawing/2014/main" id="{24186316-D99E-AEB0-943D-BAC3B18EA7A1}"/>
                </a:ext>
              </a:extLst>
            </p:cNvPr>
            <p:cNvCxnSpPr>
              <a:cxnSpLocks/>
            </p:cNvCxnSpPr>
            <p:nvPr/>
          </p:nvCxnSpPr>
          <p:spPr>
            <a:xfrm>
              <a:off x="4671898" y="754104"/>
              <a:ext cx="7941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7B230229-7B59-7D6F-D35F-1181E94D85B4}"/>
                </a:ext>
              </a:extLst>
            </p:cNvPr>
            <p:cNvSpPr txBox="1"/>
            <p:nvPr/>
          </p:nvSpPr>
          <p:spPr>
            <a:xfrm>
              <a:off x="3405854" y="354046"/>
              <a:ext cx="580784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00</a:t>
              </a:r>
              <a:endPara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308" name="Straight Arrow Connector 307">
              <a:extLst>
                <a:ext uri="{FF2B5EF4-FFF2-40B4-BE49-F238E27FC236}">
                  <a16:creationId xmlns:a16="http://schemas.microsoft.com/office/drawing/2014/main" id="{D00D4F6C-C192-AC7F-32A1-2B2A89F6B1CC}"/>
                </a:ext>
              </a:extLst>
            </p:cNvPr>
            <p:cNvCxnSpPr>
              <a:cxnSpLocks/>
            </p:cNvCxnSpPr>
            <p:nvPr/>
          </p:nvCxnSpPr>
          <p:spPr>
            <a:xfrm>
              <a:off x="3377766" y="765608"/>
              <a:ext cx="815107" cy="1562596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Arrow Connector 308">
              <a:extLst>
                <a:ext uri="{FF2B5EF4-FFF2-40B4-BE49-F238E27FC236}">
                  <a16:creationId xmlns:a16="http://schemas.microsoft.com/office/drawing/2014/main" id="{FE577891-54B0-8138-8178-160506985DB2}"/>
                </a:ext>
              </a:extLst>
            </p:cNvPr>
            <p:cNvCxnSpPr>
              <a:cxnSpLocks/>
            </p:cNvCxnSpPr>
            <p:nvPr/>
          </p:nvCxnSpPr>
          <p:spPr>
            <a:xfrm>
              <a:off x="4683653" y="746141"/>
              <a:ext cx="898759" cy="1582063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28EDEEA9-7C66-F2F5-50DD-FD127D95CB6C}"/>
                </a:ext>
              </a:extLst>
            </p:cNvPr>
            <p:cNvSpPr txBox="1"/>
            <p:nvPr/>
          </p:nvSpPr>
          <p:spPr>
            <a:xfrm>
              <a:off x="3080520" y="893393"/>
              <a:ext cx="503752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11</a:t>
              </a:r>
            </a:p>
          </p:txBody>
        </p: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40413494-CC53-9693-2640-C0E5FBF1C7A0}"/>
                </a:ext>
              </a:extLst>
            </p:cNvPr>
            <p:cNvSpPr txBox="1"/>
            <p:nvPr/>
          </p:nvSpPr>
          <p:spPr>
            <a:xfrm>
              <a:off x="4411471" y="914650"/>
              <a:ext cx="503752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11</a:t>
              </a:r>
            </a:p>
          </p:txBody>
        </p:sp>
        <p:cxnSp>
          <p:nvCxnSpPr>
            <p:cNvPr id="312" name="Straight Arrow Connector 311">
              <a:extLst>
                <a:ext uri="{FF2B5EF4-FFF2-40B4-BE49-F238E27FC236}">
                  <a16:creationId xmlns:a16="http://schemas.microsoft.com/office/drawing/2014/main" id="{E2526825-2217-3141-EEC4-032D2609AA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9715" y="1685591"/>
              <a:ext cx="866892" cy="815027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Arrow Connector 312">
              <a:extLst>
                <a:ext uri="{FF2B5EF4-FFF2-40B4-BE49-F238E27FC236}">
                  <a16:creationId xmlns:a16="http://schemas.microsoft.com/office/drawing/2014/main" id="{076E3FD1-C4C2-4B42-370D-603F178A60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9179" y="1743790"/>
              <a:ext cx="1023233" cy="748678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34ED46FF-597C-E1CE-C8FA-8D6EC898C23B}"/>
                </a:ext>
              </a:extLst>
            </p:cNvPr>
            <p:cNvSpPr txBox="1"/>
            <p:nvPr/>
          </p:nvSpPr>
          <p:spPr>
            <a:xfrm>
              <a:off x="3162796" y="2069528"/>
              <a:ext cx="597379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10</a:t>
              </a: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7F057DDB-BD51-127E-B55B-207AED20CCB9}"/>
                </a:ext>
              </a:extLst>
            </p:cNvPr>
            <p:cNvSpPr txBox="1"/>
            <p:nvPr/>
          </p:nvSpPr>
          <p:spPr>
            <a:xfrm>
              <a:off x="4288035" y="2102316"/>
              <a:ext cx="597379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10</a:t>
              </a:r>
            </a:p>
          </p:txBody>
        </p:sp>
        <p:cxnSp>
          <p:nvCxnSpPr>
            <p:cNvPr id="316" name="Straight Arrow Connector 315">
              <a:extLst>
                <a:ext uri="{FF2B5EF4-FFF2-40B4-BE49-F238E27FC236}">
                  <a16:creationId xmlns:a16="http://schemas.microsoft.com/office/drawing/2014/main" id="{2876040C-4331-E1F9-2061-7439E0F963DC}"/>
                </a:ext>
              </a:extLst>
            </p:cNvPr>
            <p:cNvCxnSpPr>
              <a:cxnSpLocks/>
            </p:cNvCxnSpPr>
            <p:nvPr/>
          </p:nvCxnSpPr>
          <p:spPr>
            <a:xfrm>
              <a:off x="2155182" y="2467564"/>
              <a:ext cx="780798" cy="868035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Arrow Connector 316">
              <a:extLst>
                <a:ext uri="{FF2B5EF4-FFF2-40B4-BE49-F238E27FC236}">
                  <a16:creationId xmlns:a16="http://schemas.microsoft.com/office/drawing/2014/main" id="{BD0146FD-0D15-F9BF-419C-60785F09798F}"/>
                </a:ext>
              </a:extLst>
            </p:cNvPr>
            <p:cNvCxnSpPr>
              <a:cxnSpLocks/>
            </p:cNvCxnSpPr>
            <p:nvPr/>
          </p:nvCxnSpPr>
          <p:spPr>
            <a:xfrm>
              <a:off x="3432511" y="2500618"/>
              <a:ext cx="780798" cy="740593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Arrow Connector 317">
              <a:extLst>
                <a:ext uri="{FF2B5EF4-FFF2-40B4-BE49-F238E27FC236}">
                  <a16:creationId xmlns:a16="http://schemas.microsoft.com/office/drawing/2014/main" id="{797F738C-C4DB-B2EB-6C94-C5E166DD3AD6}"/>
                </a:ext>
              </a:extLst>
            </p:cNvPr>
            <p:cNvCxnSpPr>
              <a:cxnSpLocks/>
            </p:cNvCxnSpPr>
            <p:nvPr/>
          </p:nvCxnSpPr>
          <p:spPr>
            <a:xfrm>
              <a:off x="4585494" y="2488511"/>
              <a:ext cx="996918" cy="752700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39D38EC4-7114-F963-F91B-FD1FA60A808B}"/>
                </a:ext>
              </a:extLst>
            </p:cNvPr>
            <p:cNvSpPr txBox="1"/>
            <p:nvPr/>
          </p:nvSpPr>
          <p:spPr>
            <a:xfrm>
              <a:off x="1867743" y="2645918"/>
              <a:ext cx="597379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7984E849-8CE4-130F-F162-8EC082EC635D}"/>
                </a:ext>
              </a:extLst>
            </p:cNvPr>
            <p:cNvSpPr txBox="1"/>
            <p:nvPr/>
          </p:nvSpPr>
          <p:spPr>
            <a:xfrm>
              <a:off x="3062515" y="2547437"/>
              <a:ext cx="597379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4D08270F-6861-96E8-C8CC-EDC1FE3A8A87}"/>
                </a:ext>
              </a:extLst>
            </p:cNvPr>
            <p:cNvSpPr txBox="1"/>
            <p:nvPr/>
          </p:nvSpPr>
          <p:spPr>
            <a:xfrm>
              <a:off x="4390664" y="2677158"/>
              <a:ext cx="597379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322" name="Straight Arrow Connector 321">
              <a:extLst>
                <a:ext uri="{FF2B5EF4-FFF2-40B4-BE49-F238E27FC236}">
                  <a16:creationId xmlns:a16="http://schemas.microsoft.com/office/drawing/2014/main" id="{E897F534-B8BE-D7CE-0E6A-0044223C6E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0779" y="773186"/>
              <a:ext cx="866892" cy="815027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095A72C0-5031-8BBA-6E44-2A253E3AFB66}"/>
                </a:ext>
              </a:extLst>
            </p:cNvPr>
            <p:cNvSpPr txBox="1"/>
            <p:nvPr/>
          </p:nvSpPr>
          <p:spPr>
            <a:xfrm>
              <a:off x="3825632" y="934886"/>
              <a:ext cx="503752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11</a:t>
              </a:r>
            </a:p>
          </p:txBody>
        </p:sp>
        <p:sp>
          <p:nvSpPr>
            <p:cNvPr id="324" name="TextBox 323">
              <a:extLst>
                <a:ext uri="{FF2B5EF4-FFF2-40B4-BE49-F238E27FC236}">
                  <a16:creationId xmlns:a16="http://schemas.microsoft.com/office/drawing/2014/main" id="{6E09AA71-A34D-FE6B-6D0D-1E021321A152}"/>
                </a:ext>
              </a:extLst>
            </p:cNvPr>
            <p:cNvSpPr txBox="1"/>
            <p:nvPr/>
          </p:nvSpPr>
          <p:spPr>
            <a:xfrm>
              <a:off x="4778578" y="334492"/>
              <a:ext cx="580784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00</a:t>
              </a:r>
              <a:endPara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325" name="Straight Arrow Connector 324">
              <a:extLst>
                <a:ext uri="{FF2B5EF4-FFF2-40B4-BE49-F238E27FC236}">
                  <a16:creationId xmlns:a16="http://schemas.microsoft.com/office/drawing/2014/main" id="{50925A4C-8DBF-A9B6-D81F-24411EE0F7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7142" y="815005"/>
              <a:ext cx="866892" cy="815027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A011C2BA-943D-9A76-472D-9C1791FF594F}"/>
                </a:ext>
              </a:extLst>
            </p:cNvPr>
            <p:cNvSpPr txBox="1"/>
            <p:nvPr/>
          </p:nvSpPr>
          <p:spPr>
            <a:xfrm>
              <a:off x="5188162" y="976560"/>
              <a:ext cx="503752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11</a:t>
              </a:r>
            </a:p>
          </p:txBody>
        </p:sp>
        <p:cxnSp>
          <p:nvCxnSpPr>
            <p:cNvPr id="327" name="Straight Arrow Connector 326">
              <a:extLst>
                <a:ext uri="{FF2B5EF4-FFF2-40B4-BE49-F238E27FC236}">
                  <a16:creationId xmlns:a16="http://schemas.microsoft.com/office/drawing/2014/main" id="{C9B7CC9D-6226-7953-021C-A6CB40518D58}"/>
                </a:ext>
              </a:extLst>
            </p:cNvPr>
            <p:cNvCxnSpPr>
              <a:cxnSpLocks/>
            </p:cNvCxnSpPr>
            <p:nvPr/>
          </p:nvCxnSpPr>
          <p:spPr>
            <a:xfrm>
              <a:off x="3319546" y="1581385"/>
              <a:ext cx="854626" cy="708934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90AA463E-263B-F4F7-A3DE-E2A74F02A37F}"/>
                </a:ext>
              </a:extLst>
            </p:cNvPr>
            <p:cNvSpPr txBox="1"/>
            <p:nvPr/>
          </p:nvSpPr>
          <p:spPr>
            <a:xfrm>
              <a:off x="3045654" y="1677428"/>
              <a:ext cx="503752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00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329" name="Straight Arrow Connector 328">
              <a:extLst>
                <a:ext uri="{FF2B5EF4-FFF2-40B4-BE49-F238E27FC236}">
                  <a16:creationId xmlns:a16="http://schemas.microsoft.com/office/drawing/2014/main" id="{970A84C5-B45E-7992-EE16-08C9EFE7C06D}"/>
                </a:ext>
              </a:extLst>
            </p:cNvPr>
            <p:cNvCxnSpPr>
              <a:cxnSpLocks/>
            </p:cNvCxnSpPr>
            <p:nvPr/>
          </p:nvCxnSpPr>
          <p:spPr>
            <a:xfrm>
              <a:off x="4567429" y="1613105"/>
              <a:ext cx="1026737" cy="715099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5B92B4D4-2A5E-DEA5-9D36-20300F0673DB}"/>
                </a:ext>
              </a:extLst>
            </p:cNvPr>
            <p:cNvSpPr txBox="1"/>
            <p:nvPr/>
          </p:nvSpPr>
          <p:spPr>
            <a:xfrm>
              <a:off x="4353278" y="1749168"/>
              <a:ext cx="503752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00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331" name="Straight Arrow Connector 330">
              <a:extLst>
                <a:ext uri="{FF2B5EF4-FFF2-40B4-BE49-F238E27FC236}">
                  <a16:creationId xmlns:a16="http://schemas.microsoft.com/office/drawing/2014/main" id="{23937DDA-FB77-AA9C-940B-60106531C2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8269" y="1725310"/>
              <a:ext cx="1063379" cy="1550640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7D292830-2E28-02D2-F922-300728FC78A4}"/>
                </a:ext>
              </a:extLst>
            </p:cNvPr>
            <p:cNvSpPr txBox="1"/>
            <p:nvPr/>
          </p:nvSpPr>
          <p:spPr>
            <a:xfrm>
              <a:off x="2801538" y="2870708"/>
              <a:ext cx="597379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333" name="Straight Arrow Connector 332">
              <a:extLst>
                <a:ext uri="{FF2B5EF4-FFF2-40B4-BE49-F238E27FC236}">
                  <a16:creationId xmlns:a16="http://schemas.microsoft.com/office/drawing/2014/main" id="{9916ED74-C000-0386-7733-4E1C32B824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7782" y="1784959"/>
              <a:ext cx="1063379" cy="1550640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6644F735-5F97-4944-5665-4C9A3AC5A6BF}"/>
                </a:ext>
              </a:extLst>
            </p:cNvPr>
            <p:cNvSpPr txBox="1"/>
            <p:nvPr/>
          </p:nvSpPr>
          <p:spPr>
            <a:xfrm>
              <a:off x="4131840" y="2893676"/>
              <a:ext cx="597379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335" name="Straight Arrow Connector 334">
              <a:extLst>
                <a:ext uri="{FF2B5EF4-FFF2-40B4-BE49-F238E27FC236}">
                  <a16:creationId xmlns:a16="http://schemas.microsoft.com/office/drawing/2014/main" id="{272CC1D4-CCF8-4F7E-0C2B-883E4AE24B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08908" y="3276549"/>
              <a:ext cx="991286" cy="10722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B1FCD73A-DD0B-E00B-9443-450C6E93D01D}"/>
                </a:ext>
              </a:extLst>
            </p:cNvPr>
            <p:cNvSpPr txBox="1"/>
            <p:nvPr/>
          </p:nvSpPr>
          <p:spPr>
            <a:xfrm>
              <a:off x="3334802" y="3279299"/>
              <a:ext cx="597379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337" name="Straight Arrow Connector 336">
              <a:extLst>
                <a:ext uri="{FF2B5EF4-FFF2-40B4-BE49-F238E27FC236}">
                  <a16:creationId xmlns:a16="http://schemas.microsoft.com/office/drawing/2014/main" id="{AEEA6762-C4AB-F6A9-97BB-9E1AF59DB0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3828" y="3319544"/>
              <a:ext cx="991286" cy="10722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id="{96D335D8-394E-C2BB-88A1-FBDB3EE0A62A}"/>
                </a:ext>
              </a:extLst>
            </p:cNvPr>
            <p:cNvSpPr txBox="1"/>
            <p:nvPr/>
          </p:nvSpPr>
          <p:spPr>
            <a:xfrm>
              <a:off x="4683653" y="3401518"/>
              <a:ext cx="597379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201E4E3E-0643-510E-C1F2-5E55CE3EB1FA}"/>
                </a:ext>
              </a:extLst>
            </p:cNvPr>
            <p:cNvSpPr txBox="1"/>
            <p:nvPr/>
          </p:nvSpPr>
          <p:spPr>
            <a:xfrm>
              <a:off x="4107528" y="4007747"/>
              <a:ext cx="2800318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Aft>
                  <a:spcPts val="2100"/>
                </a:spcAft>
              </a:pPr>
              <a:r>
                <a:rPr lang="id-ID" sz="1400" dirty="0">
                  <a:latin typeface="Nunito" pitchFamily="2" charset="0"/>
                  <a:cs typeface="Calibri" panose="020F0502020204030204" pitchFamily="34" charset="0"/>
                </a:rPr>
                <a:t>Data input : 1001100</a:t>
              </a:r>
              <a:endParaRPr lang="en-US" sz="1400" dirty="0">
                <a:latin typeface="Nunito" pitchFamily="2" charset="0"/>
                <a:cs typeface="Calibri" panose="020F0502020204030204" pitchFamily="34" charset="0"/>
              </a:endParaRPr>
            </a:p>
          </p:txBody>
        </p:sp>
        <p:grpSp>
          <p:nvGrpSpPr>
            <p:cNvPr id="340" name="Group 339">
              <a:extLst>
                <a:ext uri="{FF2B5EF4-FFF2-40B4-BE49-F238E27FC236}">
                  <a16:creationId xmlns:a16="http://schemas.microsoft.com/office/drawing/2014/main" id="{D49D4B1C-7516-2F1F-B374-F91256D37D20}"/>
                </a:ext>
              </a:extLst>
            </p:cNvPr>
            <p:cNvGrpSpPr/>
            <p:nvPr/>
          </p:nvGrpSpPr>
          <p:grpSpPr>
            <a:xfrm>
              <a:off x="5298873" y="348531"/>
              <a:ext cx="4543775" cy="3202824"/>
              <a:chOff x="-186635" y="1192137"/>
              <a:chExt cx="3565631" cy="2330300"/>
            </a:xfrm>
          </p:grpSpPr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43AE0AB1-F21B-5424-0B9B-1FF913363DDE}"/>
                  </a:ext>
                </a:extLst>
              </p:cNvPr>
              <p:cNvSpPr txBox="1"/>
              <p:nvPr/>
            </p:nvSpPr>
            <p:spPr>
              <a:xfrm>
                <a:off x="-186635" y="1343549"/>
                <a:ext cx="542261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a</a:t>
                </a:r>
              </a:p>
            </p:txBody>
          </p:sp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6D9E73A0-7B86-6A2B-C70E-DDF0F52B842B}"/>
                  </a:ext>
                </a:extLst>
              </p:cNvPr>
              <p:cNvSpPr txBox="1"/>
              <p:nvPr/>
            </p:nvSpPr>
            <p:spPr>
              <a:xfrm>
                <a:off x="-131441" y="1972405"/>
                <a:ext cx="542261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b</a:t>
                </a:r>
              </a:p>
            </p:txBody>
          </p:sp>
          <p:sp>
            <p:nvSpPr>
              <p:cNvPr id="343" name="TextBox 342">
                <a:extLst>
                  <a:ext uri="{FF2B5EF4-FFF2-40B4-BE49-F238E27FC236}">
                    <a16:creationId xmlns:a16="http://schemas.microsoft.com/office/drawing/2014/main" id="{BFC80975-F9A1-DDEA-346D-4A7D98A2B636}"/>
                  </a:ext>
                </a:extLst>
              </p:cNvPr>
              <p:cNvSpPr txBox="1"/>
              <p:nvPr/>
            </p:nvSpPr>
            <p:spPr>
              <a:xfrm>
                <a:off x="-155097" y="2601261"/>
                <a:ext cx="542261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c</a:t>
                </a:r>
              </a:p>
            </p:txBody>
          </p:sp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5DD7FEA2-4692-1D3F-FE8B-760C77998BC8}"/>
                  </a:ext>
                </a:extLst>
              </p:cNvPr>
              <p:cNvSpPr txBox="1"/>
              <p:nvPr/>
            </p:nvSpPr>
            <p:spPr>
              <a:xfrm>
                <a:off x="-165168" y="3230117"/>
                <a:ext cx="542261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d</a:t>
                </a:r>
              </a:p>
            </p:txBody>
          </p:sp>
          <p:sp>
            <p:nvSpPr>
              <p:cNvPr id="345" name="TextBox 344">
                <a:extLst>
                  <a:ext uri="{FF2B5EF4-FFF2-40B4-BE49-F238E27FC236}">
                    <a16:creationId xmlns:a16="http://schemas.microsoft.com/office/drawing/2014/main" id="{E1DD96E2-EAEF-0C0F-8FD9-E3ECD40BC6EA}"/>
                  </a:ext>
                </a:extLst>
              </p:cNvPr>
              <p:cNvSpPr txBox="1"/>
              <p:nvPr/>
            </p:nvSpPr>
            <p:spPr>
              <a:xfrm>
                <a:off x="864390" y="1343549"/>
                <a:ext cx="477587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a</a:t>
                </a:r>
              </a:p>
            </p:txBody>
          </p:sp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BDBC60E6-6FC9-4073-941C-AC5118F3318A}"/>
                  </a:ext>
                </a:extLst>
              </p:cNvPr>
              <p:cNvSpPr txBox="1"/>
              <p:nvPr/>
            </p:nvSpPr>
            <p:spPr>
              <a:xfrm>
                <a:off x="864389" y="1972405"/>
                <a:ext cx="477587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b</a:t>
                </a:r>
              </a:p>
            </p:txBody>
          </p:sp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89AC65AC-AF82-897D-6992-ABFFF2C8BEF5}"/>
                  </a:ext>
                </a:extLst>
              </p:cNvPr>
              <p:cNvSpPr txBox="1"/>
              <p:nvPr/>
            </p:nvSpPr>
            <p:spPr>
              <a:xfrm>
                <a:off x="864388" y="2601261"/>
                <a:ext cx="477587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c</a:t>
                </a:r>
              </a:p>
            </p:txBody>
          </p:sp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E014F8AC-DFFC-3EAC-2A20-6A8CCDA95F93}"/>
                  </a:ext>
                </a:extLst>
              </p:cNvPr>
              <p:cNvSpPr txBox="1"/>
              <p:nvPr/>
            </p:nvSpPr>
            <p:spPr>
              <a:xfrm>
                <a:off x="830662" y="3230117"/>
                <a:ext cx="477587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d</a:t>
                </a:r>
              </a:p>
            </p:txBody>
          </p:sp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C2A5C0E5-3D30-BC4F-B394-C91AC4238B97}"/>
                  </a:ext>
                </a:extLst>
              </p:cNvPr>
              <p:cNvSpPr txBox="1"/>
              <p:nvPr/>
            </p:nvSpPr>
            <p:spPr>
              <a:xfrm>
                <a:off x="402941" y="1192137"/>
                <a:ext cx="455758" cy="252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d-ID" sz="1400" dirty="0">
                    <a:solidFill>
                      <a:sysClr val="windowText" lastClr="000000"/>
                    </a:solidFill>
                    <a:highlight>
                      <a:srgbClr val="00FFFF"/>
                    </a:highlight>
                    <a:latin typeface="Nunito" pitchFamily="2" charset="0"/>
                    <a:cs typeface="Palanquin" panose="020B0004020203020204" pitchFamily="34" charset="0"/>
                  </a:rPr>
                  <a:t>00</a:t>
                </a:r>
                <a:endPara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endParaRPr>
              </a:p>
            </p:txBody>
          </p:sp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57165788-4B9D-94F4-8A62-A322722397E2}"/>
                  </a:ext>
                </a:extLst>
              </p:cNvPr>
              <p:cNvSpPr txBox="1"/>
              <p:nvPr/>
            </p:nvSpPr>
            <p:spPr>
              <a:xfrm>
                <a:off x="1883457" y="1362834"/>
                <a:ext cx="477587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a</a:t>
                </a:r>
              </a:p>
            </p:txBody>
          </p:sp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1DB47910-9444-F484-9E47-131248C62432}"/>
                  </a:ext>
                </a:extLst>
              </p:cNvPr>
              <p:cNvSpPr txBox="1"/>
              <p:nvPr/>
            </p:nvSpPr>
            <p:spPr>
              <a:xfrm>
                <a:off x="1883456" y="1962448"/>
                <a:ext cx="477587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b</a:t>
                </a:r>
              </a:p>
            </p:txBody>
          </p:sp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3551A7C4-F283-B660-99F7-DFA911CFCE12}"/>
                  </a:ext>
                </a:extLst>
              </p:cNvPr>
              <p:cNvSpPr txBox="1"/>
              <p:nvPr/>
            </p:nvSpPr>
            <p:spPr>
              <a:xfrm>
                <a:off x="1883455" y="2591304"/>
                <a:ext cx="477587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c</a:t>
                </a:r>
              </a:p>
            </p:txBody>
          </p:sp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5FCC1227-4ED8-3231-FDC1-313FF09BC560}"/>
                  </a:ext>
                </a:extLst>
              </p:cNvPr>
              <p:cNvSpPr txBox="1"/>
              <p:nvPr/>
            </p:nvSpPr>
            <p:spPr>
              <a:xfrm>
                <a:off x="1844013" y="3244320"/>
                <a:ext cx="477587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d</a:t>
                </a:r>
              </a:p>
            </p:txBody>
          </p:sp>
          <p:sp>
            <p:nvSpPr>
              <p:cNvPr id="354" name="TextBox 353">
                <a:extLst>
                  <a:ext uri="{FF2B5EF4-FFF2-40B4-BE49-F238E27FC236}">
                    <a16:creationId xmlns:a16="http://schemas.microsoft.com/office/drawing/2014/main" id="{D4B0CCEA-12FF-1085-546C-514D3BF63A72}"/>
                  </a:ext>
                </a:extLst>
              </p:cNvPr>
              <p:cNvSpPr txBox="1"/>
              <p:nvPr/>
            </p:nvSpPr>
            <p:spPr>
              <a:xfrm>
                <a:off x="2866512" y="1351919"/>
                <a:ext cx="477587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a</a:t>
                </a:r>
              </a:p>
            </p:txBody>
          </p:sp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767CB78E-2260-F580-F8FE-3104A62D06FE}"/>
                  </a:ext>
                </a:extLst>
              </p:cNvPr>
              <p:cNvSpPr txBox="1"/>
              <p:nvPr/>
            </p:nvSpPr>
            <p:spPr>
              <a:xfrm>
                <a:off x="2901409" y="1999599"/>
                <a:ext cx="477587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b</a:t>
                </a:r>
              </a:p>
            </p:txBody>
          </p:sp>
          <p:sp>
            <p:nvSpPr>
              <p:cNvPr id="356" name="TextBox 355">
                <a:extLst>
                  <a:ext uri="{FF2B5EF4-FFF2-40B4-BE49-F238E27FC236}">
                    <a16:creationId xmlns:a16="http://schemas.microsoft.com/office/drawing/2014/main" id="{485F9C6D-243C-72C0-E20D-75B614CA88FB}"/>
                  </a:ext>
                </a:extLst>
              </p:cNvPr>
              <p:cNvSpPr txBox="1"/>
              <p:nvPr/>
            </p:nvSpPr>
            <p:spPr>
              <a:xfrm>
                <a:off x="2866511" y="2578258"/>
                <a:ext cx="477587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c</a:t>
                </a:r>
              </a:p>
            </p:txBody>
          </p:sp>
          <p:sp>
            <p:nvSpPr>
              <p:cNvPr id="357" name="TextBox 356">
                <a:extLst>
                  <a:ext uri="{FF2B5EF4-FFF2-40B4-BE49-F238E27FC236}">
                    <a16:creationId xmlns:a16="http://schemas.microsoft.com/office/drawing/2014/main" id="{09693FAE-06E6-5C67-F37B-A35F50D6A578}"/>
                  </a:ext>
                </a:extLst>
              </p:cNvPr>
              <p:cNvSpPr txBox="1"/>
              <p:nvPr/>
            </p:nvSpPr>
            <p:spPr>
              <a:xfrm>
                <a:off x="2866511" y="3230117"/>
                <a:ext cx="477587" cy="2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Nunito" pitchFamily="2" charset="0"/>
                    <a:cs typeface="Palanquin" panose="020B0004020203020204" pitchFamily="34" charset="0"/>
                  </a:rPr>
                  <a:t>d</a:t>
                </a:r>
              </a:p>
            </p:txBody>
          </p:sp>
          <p:cxnSp>
            <p:nvCxnSpPr>
              <p:cNvPr id="358" name="Straight Arrow Connector 357">
                <a:extLst>
                  <a:ext uri="{FF2B5EF4-FFF2-40B4-BE49-F238E27FC236}">
                    <a16:creationId xmlns:a16="http://schemas.microsoft.com/office/drawing/2014/main" id="{F4E908FF-CBEE-DC70-056D-118EE06513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1872" y="1497437"/>
                <a:ext cx="661808" cy="1145279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</a:schemeClr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9" name="TextBox 358">
                <a:extLst>
                  <a:ext uri="{FF2B5EF4-FFF2-40B4-BE49-F238E27FC236}">
                    <a16:creationId xmlns:a16="http://schemas.microsoft.com/office/drawing/2014/main" id="{7C7DC7B2-840F-CC75-ECCB-4B8E456D31F6}"/>
                  </a:ext>
                </a:extLst>
              </p:cNvPr>
              <p:cNvSpPr txBox="1"/>
              <p:nvPr/>
            </p:nvSpPr>
            <p:spPr>
              <a:xfrm>
                <a:off x="1077325" y="1598711"/>
                <a:ext cx="395309" cy="2528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highlight>
                      <a:srgbClr val="FFFF00"/>
                    </a:highlight>
                    <a:latin typeface="Nunito" pitchFamily="2" charset="0"/>
                    <a:cs typeface="Palanquin" panose="020B0004020203020204" pitchFamily="34" charset="0"/>
                  </a:rPr>
                  <a:t>11</a:t>
                </a:r>
              </a:p>
            </p:txBody>
          </p:sp>
          <p:cxnSp>
            <p:nvCxnSpPr>
              <p:cNvPr id="360" name="Straight Arrow Connector 359">
                <a:extLst>
                  <a:ext uri="{FF2B5EF4-FFF2-40B4-BE49-F238E27FC236}">
                    <a16:creationId xmlns:a16="http://schemas.microsoft.com/office/drawing/2014/main" id="{063EDD4F-0D14-1061-7AD9-AE8893B7728F}"/>
                  </a:ext>
                </a:extLst>
              </p:cNvPr>
              <p:cNvCxnSpPr>
                <a:cxnSpLocks/>
                <a:stCxn id="347" idx="3"/>
              </p:cNvCxnSpPr>
              <p:nvPr/>
            </p:nvCxnSpPr>
            <p:spPr>
              <a:xfrm flipV="1">
                <a:off x="1341975" y="2153822"/>
                <a:ext cx="680275" cy="586497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1" name="TextBox 360">
                <a:extLst>
                  <a:ext uri="{FF2B5EF4-FFF2-40B4-BE49-F238E27FC236}">
                    <a16:creationId xmlns:a16="http://schemas.microsoft.com/office/drawing/2014/main" id="{64523126-F7D9-9831-6275-4CA7E8366206}"/>
                  </a:ext>
                </a:extLst>
              </p:cNvPr>
              <p:cNvSpPr txBox="1"/>
              <p:nvPr/>
            </p:nvSpPr>
            <p:spPr>
              <a:xfrm>
                <a:off x="1156295" y="2373999"/>
                <a:ext cx="468781" cy="2528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highlight>
                      <a:srgbClr val="00FFFF"/>
                    </a:highlight>
                    <a:latin typeface="Nunito" pitchFamily="2" charset="0"/>
                    <a:cs typeface="Palanquin" panose="020B0004020203020204" pitchFamily="34" charset="0"/>
                  </a:rPr>
                  <a:t>10</a:t>
                </a:r>
              </a:p>
            </p:txBody>
          </p:sp>
        </p:grpSp>
        <p:cxnSp>
          <p:nvCxnSpPr>
            <p:cNvPr id="362" name="Straight Arrow Connector 361">
              <a:extLst>
                <a:ext uri="{FF2B5EF4-FFF2-40B4-BE49-F238E27FC236}">
                  <a16:creationId xmlns:a16="http://schemas.microsoft.com/office/drawing/2014/main" id="{DD1A6E72-DE59-1266-FEF7-B97893A19A75}"/>
                </a:ext>
              </a:extLst>
            </p:cNvPr>
            <p:cNvCxnSpPr>
              <a:cxnSpLocks/>
              <a:stCxn id="341" idx="3"/>
              <a:endCxn id="345" idx="1"/>
            </p:cNvCxnSpPr>
            <p:nvPr/>
          </p:nvCxnSpPr>
          <p:spPr>
            <a:xfrm>
              <a:off x="5989890" y="747762"/>
              <a:ext cx="6483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63" name="Straight Arrow Connector 362">
              <a:extLst>
                <a:ext uri="{FF2B5EF4-FFF2-40B4-BE49-F238E27FC236}">
                  <a16:creationId xmlns:a16="http://schemas.microsoft.com/office/drawing/2014/main" id="{CA3D11E4-872E-AAA8-E291-6904267987A2}"/>
                </a:ext>
              </a:extLst>
            </p:cNvPr>
            <p:cNvCxnSpPr>
              <a:cxnSpLocks/>
            </p:cNvCxnSpPr>
            <p:nvPr/>
          </p:nvCxnSpPr>
          <p:spPr>
            <a:xfrm>
              <a:off x="6082337" y="739085"/>
              <a:ext cx="690019" cy="1714947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AEE10EA9-D7D7-4004-E4EB-575E5F602845}"/>
                </a:ext>
              </a:extLst>
            </p:cNvPr>
            <p:cNvSpPr txBox="1"/>
            <p:nvPr/>
          </p:nvSpPr>
          <p:spPr>
            <a:xfrm>
              <a:off x="5734074" y="887753"/>
              <a:ext cx="503752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11</a:t>
              </a:r>
            </a:p>
          </p:txBody>
        </p:sp>
        <p:cxnSp>
          <p:nvCxnSpPr>
            <p:cNvPr id="365" name="Straight Arrow Connector 364">
              <a:extLst>
                <a:ext uri="{FF2B5EF4-FFF2-40B4-BE49-F238E27FC236}">
                  <a16:creationId xmlns:a16="http://schemas.microsoft.com/office/drawing/2014/main" id="{B6A1D9F6-E8EE-B51F-0198-1A98F5F220C7}"/>
                </a:ext>
              </a:extLst>
            </p:cNvPr>
            <p:cNvCxnSpPr>
              <a:cxnSpLocks/>
            </p:cNvCxnSpPr>
            <p:nvPr/>
          </p:nvCxnSpPr>
          <p:spPr>
            <a:xfrm>
              <a:off x="7278162" y="779647"/>
              <a:ext cx="7941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46555441-FF92-49C1-10EB-D0F53F483EAC}"/>
                </a:ext>
              </a:extLst>
            </p:cNvPr>
            <p:cNvSpPr txBox="1"/>
            <p:nvPr/>
          </p:nvSpPr>
          <p:spPr>
            <a:xfrm>
              <a:off x="7346126" y="375989"/>
              <a:ext cx="580784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00</a:t>
              </a:r>
              <a:endPara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2D48B975-3F6E-A8E2-CDCC-86911549F7BC}"/>
                </a:ext>
              </a:extLst>
            </p:cNvPr>
            <p:cNvCxnSpPr>
              <a:cxnSpLocks/>
            </p:cNvCxnSpPr>
            <p:nvPr/>
          </p:nvCxnSpPr>
          <p:spPr>
            <a:xfrm>
              <a:off x="8505229" y="786622"/>
              <a:ext cx="7941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703EC31C-FB1C-4944-4163-C6EC50AAC6AB}"/>
                </a:ext>
              </a:extLst>
            </p:cNvPr>
            <p:cNvSpPr txBox="1"/>
            <p:nvPr/>
          </p:nvSpPr>
          <p:spPr>
            <a:xfrm>
              <a:off x="8542179" y="368085"/>
              <a:ext cx="580784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00</a:t>
              </a:r>
              <a:endPara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369" name="Straight Arrow Connector 368">
              <a:extLst>
                <a:ext uri="{FF2B5EF4-FFF2-40B4-BE49-F238E27FC236}">
                  <a16:creationId xmlns:a16="http://schemas.microsoft.com/office/drawing/2014/main" id="{5B24B611-2A8E-3D01-5956-6A42086F001E}"/>
                </a:ext>
              </a:extLst>
            </p:cNvPr>
            <p:cNvCxnSpPr>
              <a:cxnSpLocks/>
            </p:cNvCxnSpPr>
            <p:nvPr/>
          </p:nvCxnSpPr>
          <p:spPr>
            <a:xfrm>
              <a:off x="8514092" y="779647"/>
              <a:ext cx="815107" cy="1562596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BFE91BB9-4ECA-3974-22C1-DE06042DF9B1}"/>
                </a:ext>
              </a:extLst>
            </p:cNvPr>
            <p:cNvSpPr txBox="1"/>
            <p:nvPr/>
          </p:nvSpPr>
          <p:spPr>
            <a:xfrm>
              <a:off x="8216846" y="907431"/>
              <a:ext cx="503752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11</a:t>
              </a:r>
            </a:p>
          </p:txBody>
        </p:sp>
        <p:cxnSp>
          <p:nvCxnSpPr>
            <p:cNvPr id="371" name="Straight Arrow Connector 370">
              <a:extLst>
                <a:ext uri="{FF2B5EF4-FFF2-40B4-BE49-F238E27FC236}">
                  <a16:creationId xmlns:a16="http://schemas.microsoft.com/office/drawing/2014/main" id="{CC1A4B55-326E-5AA2-371A-AA5256E28E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6041" y="1699630"/>
              <a:ext cx="866892" cy="815027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id="{B6D6DE45-1FA4-5FCE-87C9-22DF52F8D91A}"/>
                </a:ext>
              </a:extLst>
            </p:cNvPr>
            <p:cNvSpPr txBox="1"/>
            <p:nvPr/>
          </p:nvSpPr>
          <p:spPr>
            <a:xfrm>
              <a:off x="8299122" y="2083567"/>
              <a:ext cx="597379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10</a:t>
              </a:r>
            </a:p>
          </p:txBody>
        </p:sp>
        <p:cxnSp>
          <p:nvCxnSpPr>
            <p:cNvPr id="373" name="Straight Arrow Connector 372">
              <a:extLst>
                <a:ext uri="{FF2B5EF4-FFF2-40B4-BE49-F238E27FC236}">
                  <a16:creationId xmlns:a16="http://schemas.microsoft.com/office/drawing/2014/main" id="{95E0B13D-E5C5-83A2-FC42-1B575390A6F1}"/>
                </a:ext>
              </a:extLst>
            </p:cNvPr>
            <p:cNvCxnSpPr>
              <a:cxnSpLocks/>
            </p:cNvCxnSpPr>
            <p:nvPr/>
          </p:nvCxnSpPr>
          <p:spPr>
            <a:xfrm>
              <a:off x="7291508" y="2481603"/>
              <a:ext cx="780798" cy="868035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Arrow Connector 373">
              <a:extLst>
                <a:ext uri="{FF2B5EF4-FFF2-40B4-BE49-F238E27FC236}">
                  <a16:creationId xmlns:a16="http://schemas.microsoft.com/office/drawing/2014/main" id="{193E23CC-E075-5074-B40B-CEFF61AA8CB4}"/>
                </a:ext>
              </a:extLst>
            </p:cNvPr>
            <p:cNvCxnSpPr>
              <a:cxnSpLocks/>
            </p:cNvCxnSpPr>
            <p:nvPr/>
          </p:nvCxnSpPr>
          <p:spPr>
            <a:xfrm>
              <a:off x="8568837" y="2514657"/>
              <a:ext cx="780798" cy="740593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9734DD75-3BD5-E8FF-485E-CE8CBD3B3996}"/>
                </a:ext>
              </a:extLst>
            </p:cNvPr>
            <p:cNvSpPr txBox="1"/>
            <p:nvPr/>
          </p:nvSpPr>
          <p:spPr>
            <a:xfrm>
              <a:off x="6862807" y="2528671"/>
              <a:ext cx="597379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1F308D5F-F89D-ABC6-E3CD-8F29FF311EF9}"/>
                </a:ext>
              </a:extLst>
            </p:cNvPr>
            <p:cNvSpPr txBox="1"/>
            <p:nvPr/>
          </p:nvSpPr>
          <p:spPr>
            <a:xfrm>
              <a:off x="8198840" y="2561476"/>
              <a:ext cx="597379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4789ADDA-BBD4-3CA5-2081-86145CFB6B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7105" y="787225"/>
              <a:ext cx="866892" cy="815027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id="{84198CE8-D3DE-B664-BB2B-AF39A2166B48}"/>
                </a:ext>
              </a:extLst>
            </p:cNvPr>
            <p:cNvSpPr txBox="1"/>
            <p:nvPr/>
          </p:nvSpPr>
          <p:spPr>
            <a:xfrm>
              <a:off x="9024734" y="948925"/>
              <a:ext cx="503752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11</a:t>
              </a:r>
            </a:p>
          </p:txBody>
        </p: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7536E3E3-F7B8-8C31-6273-2DCA18D1EBDC}"/>
                </a:ext>
              </a:extLst>
            </p:cNvPr>
            <p:cNvCxnSpPr>
              <a:cxnSpLocks/>
            </p:cNvCxnSpPr>
            <p:nvPr/>
          </p:nvCxnSpPr>
          <p:spPr>
            <a:xfrm>
              <a:off x="8455872" y="1595424"/>
              <a:ext cx="854626" cy="708934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0088EB26-DCD1-4DFE-9367-EC6BBEB90F89}"/>
                </a:ext>
              </a:extLst>
            </p:cNvPr>
            <p:cNvSpPr txBox="1"/>
            <p:nvPr/>
          </p:nvSpPr>
          <p:spPr>
            <a:xfrm>
              <a:off x="8181980" y="1691467"/>
              <a:ext cx="503752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00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381" name="Straight Arrow Connector 380">
              <a:extLst>
                <a:ext uri="{FF2B5EF4-FFF2-40B4-BE49-F238E27FC236}">
                  <a16:creationId xmlns:a16="http://schemas.microsoft.com/office/drawing/2014/main" id="{025EFF3E-1A67-8367-3FE9-AC29D74FA0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4595" y="1739349"/>
              <a:ext cx="1063379" cy="1550640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DD83E1A-E8BE-3260-88AD-BADC84B4F180}"/>
                </a:ext>
              </a:extLst>
            </p:cNvPr>
            <p:cNvSpPr txBox="1"/>
            <p:nvPr/>
          </p:nvSpPr>
          <p:spPr>
            <a:xfrm>
              <a:off x="7937863" y="2884748"/>
              <a:ext cx="597379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AB515AAA-6E5A-8D3B-EAAC-DAD1521FD654}"/>
                </a:ext>
              </a:extLst>
            </p:cNvPr>
            <p:cNvSpPr txBox="1"/>
            <p:nvPr/>
          </p:nvSpPr>
          <p:spPr>
            <a:xfrm>
              <a:off x="9268167" y="2907715"/>
              <a:ext cx="597379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384" name="Straight Arrow Connector 383">
              <a:extLst>
                <a:ext uri="{FF2B5EF4-FFF2-40B4-BE49-F238E27FC236}">
                  <a16:creationId xmlns:a16="http://schemas.microsoft.com/office/drawing/2014/main" id="{9CF20BC4-15BD-4021-9163-54E23BB72F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45234" y="3290588"/>
              <a:ext cx="991286" cy="10722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7C53E3B1-5A20-D28C-FE3E-3253BAA41315}"/>
                </a:ext>
              </a:extLst>
            </p:cNvPr>
            <p:cNvSpPr txBox="1"/>
            <p:nvPr/>
          </p:nvSpPr>
          <p:spPr>
            <a:xfrm>
              <a:off x="8471128" y="3293338"/>
              <a:ext cx="597379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386" name="Straight Arrow Connector 385">
              <a:extLst>
                <a:ext uri="{FF2B5EF4-FFF2-40B4-BE49-F238E27FC236}">
                  <a16:creationId xmlns:a16="http://schemas.microsoft.com/office/drawing/2014/main" id="{7C46A66D-EED8-3B95-3392-EA78189AB3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8536" y="1660228"/>
              <a:ext cx="866892" cy="815027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id="{DFAB6C85-63D5-842A-DB4D-6FA8996CCF33}"/>
                </a:ext>
              </a:extLst>
            </p:cNvPr>
            <p:cNvSpPr txBox="1"/>
            <p:nvPr/>
          </p:nvSpPr>
          <p:spPr>
            <a:xfrm>
              <a:off x="5552668" y="1990281"/>
              <a:ext cx="597379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10</a:t>
              </a:r>
            </a:p>
          </p:txBody>
        </p:sp>
        <p:cxnSp>
          <p:nvCxnSpPr>
            <p:cNvPr id="388" name="Straight Arrow Connector 387">
              <a:extLst>
                <a:ext uri="{FF2B5EF4-FFF2-40B4-BE49-F238E27FC236}">
                  <a16:creationId xmlns:a16="http://schemas.microsoft.com/office/drawing/2014/main" id="{FFA70A13-965E-1FA8-1AE6-9682B7E22F5A}"/>
                </a:ext>
              </a:extLst>
            </p:cNvPr>
            <p:cNvCxnSpPr>
              <a:cxnSpLocks/>
            </p:cNvCxnSpPr>
            <p:nvPr/>
          </p:nvCxnSpPr>
          <p:spPr>
            <a:xfrm>
              <a:off x="5844685" y="2450935"/>
              <a:ext cx="878641" cy="789104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id="{6B239A7E-FA35-EA82-8065-8F015E069FE4}"/>
                </a:ext>
              </a:extLst>
            </p:cNvPr>
            <p:cNvSpPr txBox="1"/>
            <p:nvPr/>
          </p:nvSpPr>
          <p:spPr>
            <a:xfrm>
              <a:off x="5567813" y="2618421"/>
              <a:ext cx="597379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390" name="Straight Arrow Connector 389">
              <a:extLst>
                <a:ext uri="{FF2B5EF4-FFF2-40B4-BE49-F238E27FC236}">
                  <a16:creationId xmlns:a16="http://schemas.microsoft.com/office/drawing/2014/main" id="{5C6C7A45-B3A7-91EE-4C7C-AFD044EA06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82317" y="3281910"/>
              <a:ext cx="991286" cy="10722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181673E6-9826-B59E-9C8A-18BF34B447F6}"/>
                </a:ext>
              </a:extLst>
            </p:cNvPr>
            <p:cNvSpPr txBox="1"/>
            <p:nvPr/>
          </p:nvSpPr>
          <p:spPr>
            <a:xfrm>
              <a:off x="5783647" y="3365028"/>
              <a:ext cx="597379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392" name="Straight Arrow Connector 391">
              <a:extLst>
                <a:ext uri="{FF2B5EF4-FFF2-40B4-BE49-F238E27FC236}">
                  <a16:creationId xmlns:a16="http://schemas.microsoft.com/office/drawing/2014/main" id="{5AA29870-94CC-F79E-7E3F-3F1C0097E6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40667" y="3343585"/>
              <a:ext cx="991286" cy="10722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Arrow Connector 392">
              <a:extLst>
                <a:ext uri="{FF2B5EF4-FFF2-40B4-BE49-F238E27FC236}">
                  <a16:creationId xmlns:a16="http://schemas.microsoft.com/office/drawing/2014/main" id="{7A4BCA29-7CB8-46B6-66AF-1E1EF1680F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46295" y="754104"/>
              <a:ext cx="866892" cy="815027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974E8696-680E-9C5F-BBDE-9AD7994CF01A}"/>
                </a:ext>
              </a:extLst>
            </p:cNvPr>
            <p:cNvSpPr txBox="1"/>
            <p:nvPr/>
          </p:nvSpPr>
          <p:spPr>
            <a:xfrm>
              <a:off x="6379050" y="976560"/>
              <a:ext cx="503752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11</a:t>
              </a:r>
            </a:p>
          </p:txBody>
        </p:sp>
        <p:cxnSp>
          <p:nvCxnSpPr>
            <p:cNvPr id="395" name="Straight Arrow Connector 394">
              <a:extLst>
                <a:ext uri="{FF2B5EF4-FFF2-40B4-BE49-F238E27FC236}">
                  <a16:creationId xmlns:a16="http://schemas.microsoft.com/office/drawing/2014/main" id="{229DE7A7-E37B-256F-6434-F3B51724D270}"/>
                </a:ext>
              </a:extLst>
            </p:cNvPr>
            <p:cNvCxnSpPr>
              <a:cxnSpLocks/>
            </p:cNvCxnSpPr>
            <p:nvPr/>
          </p:nvCxnSpPr>
          <p:spPr>
            <a:xfrm>
              <a:off x="5873561" y="1572838"/>
              <a:ext cx="839502" cy="803734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CFDA98F2-3957-A754-A645-3FA2A15F4948}"/>
                </a:ext>
              </a:extLst>
            </p:cNvPr>
            <p:cNvSpPr txBox="1"/>
            <p:nvPr/>
          </p:nvSpPr>
          <p:spPr>
            <a:xfrm>
              <a:off x="5650680" y="1677428"/>
              <a:ext cx="503752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00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397" name="Straight Arrow Connector 396">
              <a:extLst>
                <a:ext uri="{FF2B5EF4-FFF2-40B4-BE49-F238E27FC236}">
                  <a16:creationId xmlns:a16="http://schemas.microsoft.com/office/drawing/2014/main" id="{6B8913D9-7898-E388-CB14-34AB058B87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46110" y="765761"/>
              <a:ext cx="866892" cy="815027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TextBox 397">
              <a:extLst>
                <a:ext uri="{FF2B5EF4-FFF2-40B4-BE49-F238E27FC236}">
                  <a16:creationId xmlns:a16="http://schemas.microsoft.com/office/drawing/2014/main" id="{B05AD5CB-9CFE-FFC8-78E6-4AD002525C65}"/>
                </a:ext>
              </a:extLst>
            </p:cNvPr>
            <p:cNvSpPr txBox="1"/>
            <p:nvPr/>
          </p:nvSpPr>
          <p:spPr>
            <a:xfrm>
              <a:off x="7686875" y="968255"/>
              <a:ext cx="503752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11</a:t>
              </a:r>
            </a:p>
          </p:txBody>
        </p:sp>
        <p:cxnSp>
          <p:nvCxnSpPr>
            <p:cNvPr id="399" name="Straight Arrow Connector 398">
              <a:extLst>
                <a:ext uri="{FF2B5EF4-FFF2-40B4-BE49-F238E27FC236}">
                  <a16:creationId xmlns:a16="http://schemas.microsoft.com/office/drawing/2014/main" id="{623A6AB6-CA35-04AD-3EF3-C4A185DA12EA}"/>
                </a:ext>
              </a:extLst>
            </p:cNvPr>
            <p:cNvCxnSpPr>
              <a:cxnSpLocks/>
            </p:cNvCxnSpPr>
            <p:nvPr/>
          </p:nvCxnSpPr>
          <p:spPr>
            <a:xfrm>
              <a:off x="7171398" y="1595424"/>
              <a:ext cx="860229" cy="694895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52909BB6-D7CF-13F5-0A08-759D55AF36CD}"/>
                </a:ext>
              </a:extLst>
            </p:cNvPr>
            <p:cNvSpPr txBox="1"/>
            <p:nvPr/>
          </p:nvSpPr>
          <p:spPr>
            <a:xfrm>
              <a:off x="6907846" y="1698739"/>
              <a:ext cx="503752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00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sp>
          <p:nvSpPr>
            <p:cNvPr id="401" name="TextBox 400">
              <a:extLst>
                <a:ext uri="{FF2B5EF4-FFF2-40B4-BE49-F238E27FC236}">
                  <a16:creationId xmlns:a16="http://schemas.microsoft.com/office/drawing/2014/main" id="{8D9E94C5-26BF-F712-9255-7B00957CE3D2}"/>
                </a:ext>
              </a:extLst>
            </p:cNvPr>
            <p:cNvSpPr txBox="1"/>
            <p:nvPr/>
          </p:nvSpPr>
          <p:spPr>
            <a:xfrm>
              <a:off x="4136180" y="4469996"/>
              <a:ext cx="3653015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Aft>
                  <a:spcPts val="2100"/>
                </a:spcAft>
              </a:pPr>
              <a:r>
                <a:rPr lang="id-ID" sz="1400" dirty="0">
                  <a:latin typeface="Nunito" pitchFamily="2" charset="0"/>
                  <a:cs typeface="Calibri" panose="020F0502020204030204" pitchFamily="34" charset="0"/>
                </a:rPr>
                <a:t>Output: </a:t>
              </a:r>
              <a:r>
                <a:rPr lang="id-ID" sz="1400" dirty="0">
                  <a:highlight>
                    <a:srgbClr val="00FF00"/>
                  </a:highlight>
                  <a:latin typeface="Nunito" pitchFamily="2" charset="0"/>
                  <a:cs typeface="Calibri" panose="020F0502020204030204" pitchFamily="34" charset="0"/>
                </a:rPr>
                <a:t>11  10 11 11 01 01 11</a:t>
              </a:r>
              <a:endParaRPr lang="en-US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endParaRPr>
            </a:p>
          </p:txBody>
        </p:sp>
        <p:cxnSp>
          <p:nvCxnSpPr>
            <p:cNvPr id="402" name="Straight Arrow Connector 401">
              <a:extLst>
                <a:ext uri="{FF2B5EF4-FFF2-40B4-BE49-F238E27FC236}">
                  <a16:creationId xmlns:a16="http://schemas.microsoft.com/office/drawing/2014/main" id="{BA078073-FA39-A60F-A8B3-A4F90551BC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1211" y="1690571"/>
              <a:ext cx="1063379" cy="1550640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3" name="TextBox 402">
              <a:extLst>
                <a:ext uri="{FF2B5EF4-FFF2-40B4-BE49-F238E27FC236}">
                  <a16:creationId xmlns:a16="http://schemas.microsoft.com/office/drawing/2014/main" id="{61707E5E-6A50-2C0E-A270-0CDA164A582B}"/>
                </a:ext>
              </a:extLst>
            </p:cNvPr>
            <p:cNvSpPr txBox="1"/>
            <p:nvPr/>
          </p:nvSpPr>
          <p:spPr>
            <a:xfrm>
              <a:off x="6664933" y="2894513"/>
              <a:ext cx="597379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00FFFF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00FFFF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A493874F-445F-DC9B-0044-8BC4E320CA76}"/>
                </a:ext>
              </a:extLst>
            </p:cNvPr>
            <p:cNvSpPr txBox="1"/>
            <p:nvPr/>
          </p:nvSpPr>
          <p:spPr>
            <a:xfrm>
              <a:off x="7191816" y="3434048"/>
              <a:ext cx="597379" cy="347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1400" dirty="0">
                  <a:solidFill>
                    <a:sysClr val="windowText" lastClr="000000"/>
                  </a:solidFill>
                  <a:highlight>
                    <a:srgbClr val="FFFF00"/>
                  </a:highlight>
                  <a:latin typeface="Nunito" pitchFamily="2" charset="0"/>
                  <a:cs typeface="Palanquin" panose="020B0004020203020204" pitchFamily="34" charset="0"/>
                </a:rPr>
                <a:t>01</a:t>
              </a:r>
              <a:endParaRPr lang="en-US" sz="14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Nunito" pitchFamily="2" charset="0"/>
                <a:cs typeface="Palanquin" panose="020B0004020203020204" pitchFamily="34" charset="0"/>
              </a:endParaRPr>
            </a:p>
          </p:txBody>
        </p:sp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CAFBDEFE-A98C-64DE-0B3B-DE9ECBF1C338}"/>
                </a:ext>
              </a:extLst>
            </p:cNvPr>
            <p:cNvCxnSpPr>
              <a:cxnSpLocks/>
            </p:cNvCxnSpPr>
            <p:nvPr/>
          </p:nvCxnSpPr>
          <p:spPr>
            <a:xfrm>
              <a:off x="381607" y="3966201"/>
              <a:ext cx="646748" cy="0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91038498-59C6-2745-7DAD-EE95D531678F}"/>
                </a:ext>
              </a:extLst>
            </p:cNvPr>
            <p:cNvCxnSpPr>
              <a:cxnSpLocks/>
            </p:cNvCxnSpPr>
            <p:nvPr/>
          </p:nvCxnSpPr>
          <p:spPr>
            <a:xfrm>
              <a:off x="381607" y="4314795"/>
              <a:ext cx="646748" cy="0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6942D70E-37B6-1F31-36CE-EF8EC0419DAC}"/>
                </a:ext>
              </a:extLst>
            </p:cNvPr>
            <p:cNvSpPr txBox="1"/>
            <p:nvPr/>
          </p:nvSpPr>
          <p:spPr>
            <a:xfrm>
              <a:off x="997006" y="3839513"/>
              <a:ext cx="1616909" cy="3822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Jika msg 0 </a:t>
              </a:r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557CFA2A-FDE9-7F33-BE22-35CC9DCB5FD5}"/>
                </a:ext>
              </a:extLst>
            </p:cNvPr>
            <p:cNvSpPr txBox="1"/>
            <p:nvPr/>
          </p:nvSpPr>
          <p:spPr>
            <a:xfrm>
              <a:off x="1037198" y="4188108"/>
              <a:ext cx="1492188" cy="3822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ysClr val="windowText" lastClr="000000"/>
                  </a:solidFill>
                  <a:latin typeface="Nunito" pitchFamily="2" charset="0"/>
                  <a:cs typeface="Palanquin" panose="020B0004020203020204" pitchFamily="34" charset="0"/>
                </a:rPr>
                <a:t>Jika msg 1</a:t>
              </a:r>
            </a:p>
          </p:txBody>
        </p:sp>
        <p:cxnSp>
          <p:nvCxnSpPr>
            <p:cNvPr id="409" name="Straight Arrow Connector 408">
              <a:extLst>
                <a:ext uri="{FF2B5EF4-FFF2-40B4-BE49-F238E27FC236}">
                  <a16:creationId xmlns:a16="http://schemas.microsoft.com/office/drawing/2014/main" id="{26D16806-D37C-368C-1D91-9350DE558185}"/>
                </a:ext>
              </a:extLst>
            </p:cNvPr>
            <p:cNvCxnSpPr>
              <a:cxnSpLocks/>
            </p:cNvCxnSpPr>
            <p:nvPr/>
          </p:nvCxnSpPr>
          <p:spPr>
            <a:xfrm>
              <a:off x="1046347" y="811148"/>
              <a:ext cx="671770" cy="156542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10" name="Straight Arrow Connector 409">
              <a:extLst>
                <a:ext uri="{FF2B5EF4-FFF2-40B4-BE49-F238E27FC236}">
                  <a16:creationId xmlns:a16="http://schemas.microsoft.com/office/drawing/2014/main" id="{F2897FC9-FFA2-5359-AF44-9D23EB5C14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3081" y="1582519"/>
              <a:ext cx="850707" cy="78845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11" name="Straight Arrow Connector 410">
              <a:extLst>
                <a:ext uri="{FF2B5EF4-FFF2-40B4-BE49-F238E27FC236}">
                  <a16:creationId xmlns:a16="http://schemas.microsoft.com/office/drawing/2014/main" id="{816655CB-9A8F-467A-96FA-7A329C13C2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6282" y="826640"/>
              <a:ext cx="706729" cy="69901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12" name="Straight Arrow Connector 411">
              <a:extLst>
                <a:ext uri="{FF2B5EF4-FFF2-40B4-BE49-F238E27FC236}">
                  <a16:creationId xmlns:a16="http://schemas.microsoft.com/office/drawing/2014/main" id="{A1331D98-0F1D-0616-6547-480CD4041B40}"/>
                </a:ext>
              </a:extLst>
            </p:cNvPr>
            <p:cNvCxnSpPr>
              <a:cxnSpLocks/>
            </p:cNvCxnSpPr>
            <p:nvPr/>
          </p:nvCxnSpPr>
          <p:spPr>
            <a:xfrm>
              <a:off x="4906595" y="822537"/>
              <a:ext cx="771322" cy="146444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13" name="Straight Arrow Connector 412">
              <a:extLst>
                <a:ext uri="{FF2B5EF4-FFF2-40B4-BE49-F238E27FC236}">
                  <a16:creationId xmlns:a16="http://schemas.microsoft.com/office/drawing/2014/main" id="{552B5139-F9DE-C78A-8435-426D5E4FB0C2}"/>
                </a:ext>
              </a:extLst>
            </p:cNvPr>
            <p:cNvCxnSpPr>
              <a:cxnSpLocks/>
              <a:endCxn id="403" idx="1"/>
            </p:cNvCxnSpPr>
            <p:nvPr/>
          </p:nvCxnSpPr>
          <p:spPr>
            <a:xfrm>
              <a:off x="5992285" y="2471232"/>
              <a:ext cx="672648" cy="59703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14" name="Straight Arrow Connector 413">
              <a:extLst>
                <a:ext uri="{FF2B5EF4-FFF2-40B4-BE49-F238E27FC236}">
                  <a16:creationId xmlns:a16="http://schemas.microsoft.com/office/drawing/2014/main" id="{D3E2052B-A1CA-E916-EBED-FD7A79EFD6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7659" y="1776528"/>
              <a:ext cx="1096175" cy="155373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15" name="Straight Arrow Connector 414">
              <a:extLst>
                <a:ext uri="{FF2B5EF4-FFF2-40B4-BE49-F238E27FC236}">
                  <a16:creationId xmlns:a16="http://schemas.microsoft.com/office/drawing/2014/main" id="{C4DD13B8-16AC-0F59-A928-15EC970A66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14229" y="830438"/>
              <a:ext cx="678729" cy="60284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396955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85F8C9-5520-B2D9-AE2F-8C4B45C1C241}"/>
              </a:ext>
            </a:extLst>
          </p:cNvPr>
          <p:cNvGrpSpPr/>
          <p:nvPr/>
        </p:nvGrpSpPr>
        <p:grpSpPr>
          <a:xfrm>
            <a:off x="35119" y="533"/>
            <a:ext cx="498282" cy="437617"/>
            <a:chOff x="26812" y="1266658"/>
            <a:chExt cx="554310" cy="485660"/>
          </a:xfrm>
        </p:grpSpPr>
        <p:sp>
          <p:nvSpPr>
            <p:cNvPr id="3" name="Google Shape;1376;p61">
              <a:extLst>
                <a:ext uri="{FF2B5EF4-FFF2-40B4-BE49-F238E27FC236}">
                  <a16:creationId xmlns:a16="http://schemas.microsoft.com/office/drawing/2014/main" id="{56DDDAE0-7653-4543-7C94-83A7DFC0E323}"/>
                </a:ext>
              </a:extLst>
            </p:cNvPr>
            <p:cNvSpPr/>
            <p:nvPr/>
          </p:nvSpPr>
          <p:spPr>
            <a:xfrm rot="-2461544">
              <a:off x="87016" y="1302321"/>
              <a:ext cx="494106" cy="449997"/>
            </a:xfrm>
            <a:custGeom>
              <a:avLst/>
              <a:gdLst/>
              <a:ahLst/>
              <a:cxnLst/>
              <a:rect l="l" t="t" r="r" b="b"/>
              <a:pathLst>
                <a:path w="36927" h="30664" extrusionOk="0">
                  <a:moveTo>
                    <a:pt x="19198" y="0"/>
                  </a:moveTo>
                  <a:cubicBezTo>
                    <a:pt x="17850" y="0"/>
                    <a:pt x="16505" y="119"/>
                    <a:pt x="15227" y="301"/>
                  </a:cubicBezTo>
                  <a:cubicBezTo>
                    <a:pt x="9390" y="1125"/>
                    <a:pt x="1081" y="3075"/>
                    <a:pt x="368" y="10115"/>
                  </a:cubicBezTo>
                  <a:cubicBezTo>
                    <a:pt x="0" y="13802"/>
                    <a:pt x="3230" y="18001"/>
                    <a:pt x="5625" y="20530"/>
                  </a:cubicBezTo>
                  <a:cubicBezTo>
                    <a:pt x="8822" y="23905"/>
                    <a:pt x="11774" y="27102"/>
                    <a:pt x="15951" y="29285"/>
                  </a:cubicBezTo>
                  <a:cubicBezTo>
                    <a:pt x="17796" y="30247"/>
                    <a:pt x="19900" y="30664"/>
                    <a:pt x="22026" y="30664"/>
                  </a:cubicBezTo>
                  <a:cubicBezTo>
                    <a:pt x="24674" y="30664"/>
                    <a:pt x="27357" y="30017"/>
                    <a:pt x="29619" y="28973"/>
                  </a:cubicBezTo>
                  <a:cubicBezTo>
                    <a:pt x="32649" y="27581"/>
                    <a:pt x="34498" y="24361"/>
                    <a:pt x="35511" y="21242"/>
                  </a:cubicBezTo>
                  <a:cubicBezTo>
                    <a:pt x="36926" y="16932"/>
                    <a:pt x="35456" y="12454"/>
                    <a:pt x="33027" y="8811"/>
                  </a:cubicBezTo>
                  <a:cubicBezTo>
                    <a:pt x="31680" y="6795"/>
                    <a:pt x="30076" y="4790"/>
                    <a:pt x="28338" y="3086"/>
                  </a:cubicBezTo>
                  <a:cubicBezTo>
                    <a:pt x="26923" y="1705"/>
                    <a:pt x="25163" y="880"/>
                    <a:pt x="23270" y="435"/>
                  </a:cubicBezTo>
                  <a:cubicBezTo>
                    <a:pt x="21957" y="125"/>
                    <a:pt x="20576" y="0"/>
                    <a:pt x="19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Google Shape;1378;p61">
              <a:extLst>
                <a:ext uri="{FF2B5EF4-FFF2-40B4-BE49-F238E27FC236}">
                  <a16:creationId xmlns:a16="http://schemas.microsoft.com/office/drawing/2014/main" id="{916A14AC-D19B-6C11-27C1-083BF72F6085}"/>
                </a:ext>
              </a:extLst>
            </p:cNvPr>
            <p:cNvSpPr txBox="1"/>
            <p:nvPr/>
          </p:nvSpPr>
          <p:spPr>
            <a:xfrm>
              <a:off x="26812" y="1266658"/>
              <a:ext cx="485418" cy="45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id-ID" sz="1400" b="1" dirty="0">
                  <a:latin typeface="Times New Roman" panose="02020603050405020304" pitchFamily="18" charset="0"/>
                  <a:ea typeface="Caveat"/>
                  <a:cs typeface="Times New Roman" panose="02020603050405020304" pitchFamily="18" charset="0"/>
                  <a:sym typeface="Caveat"/>
                </a:rPr>
                <a:t>6.</a:t>
              </a:r>
              <a:endParaRPr sz="1400" b="1" dirty="0">
                <a:latin typeface="Times New Roman" panose="02020603050405020304" pitchFamily="18" charset="0"/>
                <a:ea typeface="Caveat"/>
                <a:cs typeface="Times New Roman" panose="02020603050405020304" pitchFamily="18" charset="0"/>
                <a:sym typeface="Caveat"/>
              </a:endParaRPr>
            </a:p>
          </p:txBody>
        </p:sp>
      </p:grpSp>
      <p:sp>
        <p:nvSpPr>
          <p:cNvPr id="5" name="Google Shape;1366;p61">
            <a:extLst>
              <a:ext uri="{FF2B5EF4-FFF2-40B4-BE49-F238E27FC236}">
                <a16:creationId xmlns:a16="http://schemas.microsoft.com/office/drawing/2014/main" id="{C952C03C-B320-B8F0-2A56-8D692A0DA577}"/>
              </a:ext>
            </a:extLst>
          </p:cNvPr>
          <p:cNvSpPr txBox="1">
            <a:spLocks/>
          </p:cNvSpPr>
          <p:nvPr/>
        </p:nvSpPr>
        <p:spPr>
          <a:xfrm>
            <a:off x="457200" y="-95250"/>
            <a:ext cx="3379430" cy="62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veat"/>
              <a:buNone/>
              <a:defRPr sz="4400" b="0" i="0" u="none" strike="noStrike" cap="none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pPr algn="l"/>
            <a:r>
              <a:rPr lang="id-ID" sz="1400" dirty="0">
                <a:solidFill>
                  <a:schemeClr val="tx1">
                    <a:lumMod val="50000"/>
                  </a:schemeClr>
                </a:solidFill>
              </a:rPr>
              <a:t>Penyederhanaan dengan Tree</a:t>
            </a:r>
            <a:r>
              <a:rPr lang="en-ID" sz="1400" dirty="0">
                <a:solidFill>
                  <a:schemeClr val="tx1">
                    <a:lumMod val="50000"/>
                  </a:schemeClr>
                </a:solidFill>
              </a:rPr>
              <a:t> diagram</a:t>
            </a:r>
            <a:endParaRPr lang="en-ID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643366-9A6D-E562-E625-DCCC8EC50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8" y="285750"/>
            <a:ext cx="2784282" cy="457200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EDEBA6C-55C0-50A6-16B2-E9FBF4F14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97186"/>
              </p:ext>
            </p:extLst>
          </p:nvPr>
        </p:nvGraphicFramePr>
        <p:xfrm>
          <a:off x="3433870" y="397988"/>
          <a:ext cx="5252930" cy="25086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1627">
                  <a:extLst>
                    <a:ext uri="{9D8B030D-6E8A-4147-A177-3AD203B41FA5}">
                      <a16:colId xmlns:a16="http://schemas.microsoft.com/office/drawing/2014/main" val="3923627193"/>
                    </a:ext>
                  </a:extLst>
                </a:gridCol>
                <a:gridCol w="655973">
                  <a:extLst>
                    <a:ext uri="{9D8B030D-6E8A-4147-A177-3AD203B41FA5}">
                      <a16:colId xmlns:a16="http://schemas.microsoft.com/office/drawing/2014/main" val="2768610287"/>
                    </a:ext>
                  </a:extLst>
                </a:gridCol>
                <a:gridCol w="640944">
                  <a:extLst>
                    <a:ext uri="{9D8B030D-6E8A-4147-A177-3AD203B41FA5}">
                      <a16:colId xmlns:a16="http://schemas.microsoft.com/office/drawing/2014/main" val="701011692"/>
                    </a:ext>
                  </a:extLst>
                </a:gridCol>
                <a:gridCol w="610314">
                  <a:extLst>
                    <a:ext uri="{9D8B030D-6E8A-4147-A177-3AD203B41FA5}">
                      <a16:colId xmlns:a16="http://schemas.microsoft.com/office/drawing/2014/main" val="2027705024"/>
                    </a:ext>
                  </a:extLst>
                </a:gridCol>
                <a:gridCol w="538471">
                  <a:extLst>
                    <a:ext uri="{9D8B030D-6E8A-4147-A177-3AD203B41FA5}">
                      <a16:colId xmlns:a16="http://schemas.microsoft.com/office/drawing/2014/main" val="2525094357"/>
                    </a:ext>
                  </a:extLst>
                </a:gridCol>
                <a:gridCol w="603662">
                  <a:extLst>
                    <a:ext uri="{9D8B030D-6E8A-4147-A177-3AD203B41FA5}">
                      <a16:colId xmlns:a16="http://schemas.microsoft.com/office/drawing/2014/main" val="1966137907"/>
                    </a:ext>
                  </a:extLst>
                </a:gridCol>
                <a:gridCol w="1068106">
                  <a:extLst>
                    <a:ext uri="{9D8B030D-6E8A-4147-A177-3AD203B41FA5}">
                      <a16:colId xmlns:a16="http://schemas.microsoft.com/office/drawing/2014/main" val="1376080559"/>
                    </a:ext>
                  </a:extLst>
                </a:gridCol>
                <a:gridCol w="673833">
                  <a:extLst>
                    <a:ext uri="{9D8B030D-6E8A-4147-A177-3AD203B41FA5}">
                      <a16:colId xmlns:a16="http://schemas.microsoft.com/office/drawing/2014/main" val="165786117"/>
                    </a:ext>
                  </a:extLst>
                </a:gridCol>
              </a:tblGrid>
              <a:tr h="312549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No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Current State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Input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Output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Next State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State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14075323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m1 m2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m</a:t>
                      </a: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sg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c</a:t>
                      </a: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c</a:t>
                      </a: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2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m</a:t>
                      </a: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sg</a:t>
                      </a: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 m1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445044"/>
                  </a:ext>
                </a:extLst>
              </a:tr>
              <a:tr h="24593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1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a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00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00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612576229"/>
                  </a:ext>
                </a:extLst>
              </a:tr>
              <a:tr h="2459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00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10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434405002"/>
                  </a:ext>
                </a:extLst>
              </a:tr>
              <a:tr h="24593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2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b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01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0</a:t>
                      </a: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786527176"/>
                  </a:ext>
                </a:extLst>
              </a:tr>
              <a:tr h="2459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01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1</a:t>
                      </a: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06992917"/>
                  </a:ext>
                </a:extLst>
              </a:tr>
              <a:tr h="24593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3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c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10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0</a:t>
                      </a: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077133566"/>
                  </a:ext>
                </a:extLst>
              </a:tr>
              <a:tr h="2459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10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</a:rPr>
                        <a:t>11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553640413"/>
                  </a:ext>
                </a:extLst>
              </a:tr>
              <a:tr h="24593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4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d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11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01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229138315"/>
                  </a:ext>
                </a:extLst>
              </a:tr>
              <a:tr h="2459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veat" panose="00000500000000000000"/>
                        </a:rPr>
                        <a:t>11</a:t>
                      </a:r>
                      <a:endParaRPr lang="en-US" sz="140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1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highlight>
                            <a:srgbClr val="00FFFF"/>
                          </a:highlight>
                          <a:latin typeface="Caveat" panose="00000500000000000000"/>
                        </a:rPr>
                        <a:t>0</a:t>
                      </a:r>
                      <a:endParaRPr lang="en-US" sz="1400" dirty="0">
                        <a:effectLst/>
                        <a:highlight>
                          <a:srgbClr val="00FFFF"/>
                        </a:highlight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veat" panose="00000500000000000000"/>
                        </a:rPr>
                        <a:t>11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d-ID" sz="1400" dirty="0">
                          <a:effectLst/>
                          <a:latin typeface="Caveat" panose="0000050000000000000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1400" dirty="0">
                        <a:effectLst/>
                        <a:latin typeface="Caveat" panose="0000050000000000000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27000548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1C06D4E-FF00-8B77-24DF-5EF965C5E87F}"/>
              </a:ext>
            </a:extLst>
          </p:cNvPr>
          <p:cNvSpPr txBox="1"/>
          <p:nvPr/>
        </p:nvSpPr>
        <p:spPr>
          <a:xfrm>
            <a:off x="3439171" y="3100100"/>
            <a:ext cx="2482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100"/>
              </a:spcAft>
            </a:pP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Data input : 1001100</a:t>
            </a:r>
            <a:endParaRPr lang="en-US" sz="1400" dirty="0">
              <a:latin typeface="Nunito" pitchFamily="2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3CBCED-4563-95AC-CAAB-B76225AE0A4A}"/>
              </a:ext>
            </a:extLst>
          </p:cNvPr>
          <p:cNvSpPr txBox="1"/>
          <p:nvPr/>
        </p:nvSpPr>
        <p:spPr>
          <a:xfrm>
            <a:off x="3467823" y="3562350"/>
            <a:ext cx="3454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100"/>
              </a:spcAft>
            </a:pPr>
            <a:r>
              <a:rPr lang="id-ID" sz="1400" dirty="0">
                <a:latin typeface="Nunito" pitchFamily="2" charset="0"/>
                <a:cs typeface="Calibri" panose="020F0502020204030204" pitchFamily="34" charset="0"/>
              </a:rPr>
              <a:t>Output: </a:t>
            </a:r>
            <a:r>
              <a:rPr lang="id-ID" sz="1400" dirty="0">
                <a:highlight>
                  <a:srgbClr val="00FF00"/>
                </a:highlight>
                <a:latin typeface="Nunito" pitchFamily="2" charset="0"/>
                <a:cs typeface="Calibri" panose="020F0502020204030204" pitchFamily="34" charset="0"/>
              </a:rPr>
              <a:t>11  10 11 11 01 01 11</a:t>
            </a:r>
            <a:endParaRPr lang="en-US" sz="1400" dirty="0">
              <a:highlight>
                <a:srgbClr val="00FF00"/>
              </a:highlight>
              <a:latin typeface="Nunito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9648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49" y="0"/>
            <a:ext cx="9182100" cy="302260"/>
            <a:chOff x="-19049" y="0"/>
            <a:chExt cx="9182100" cy="302260"/>
          </a:xfrm>
        </p:grpSpPr>
        <p:sp>
          <p:nvSpPr>
            <p:cNvPr id="3" name="object 3"/>
            <p:cNvSpPr/>
            <p:nvPr/>
          </p:nvSpPr>
          <p:spPr>
            <a:xfrm>
              <a:off x="7850886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0" y="263651"/>
                  </a:moveTo>
                  <a:lnTo>
                    <a:pt x="1293114" y="263651"/>
                  </a:lnTo>
                  <a:lnTo>
                    <a:pt x="129311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solidFill>
              <a:srgbClr val="157E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850886" y="245364"/>
              <a:ext cx="1293495" cy="38100"/>
            </a:xfrm>
            <a:custGeom>
              <a:avLst/>
              <a:gdLst/>
              <a:ahLst/>
              <a:cxnLst/>
              <a:rect l="l" t="t" r="r" b="b"/>
              <a:pathLst>
                <a:path w="1293495" h="38100">
                  <a:moveTo>
                    <a:pt x="0" y="38100"/>
                  </a:moveTo>
                  <a:lnTo>
                    <a:pt x="1293114" y="38100"/>
                  </a:lnTo>
                  <a:lnTo>
                    <a:pt x="1293114" y="0"/>
                  </a:lnTo>
                  <a:lnTo>
                    <a:pt x="0" y="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50886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1293114" y="0"/>
                  </a:moveTo>
                  <a:lnTo>
                    <a:pt x="0" y="0"/>
                  </a:lnTo>
                  <a:lnTo>
                    <a:pt x="0" y="26365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40246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1310640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40" y="263651"/>
                  </a:lnTo>
                  <a:lnTo>
                    <a:pt x="1310640" y="0"/>
                  </a:lnTo>
                  <a:close/>
                </a:path>
              </a:pathLst>
            </a:custGeom>
            <a:solidFill>
              <a:srgbClr val="49B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40246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0" y="263651"/>
                  </a:moveTo>
                  <a:lnTo>
                    <a:pt x="1310640" y="263651"/>
                  </a:lnTo>
                  <a:lnTo>
                    <a:pt x="1310640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28081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C0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28081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15917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0073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15917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05278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1310639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39" y="263651"/>
                  </a:lnTo>
                  <a:lnTo>
                    <a:pt x="1310639" y="0"/>
                  </a:lnTo>
                  <a:close/>
                </a:path>
              </a:pathLst>
            </a:custGeom>
            <a:solidFill>
              <a:srgbClr val="12AA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05278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0" y="263651"/>
                  </a:moveTo>
                  <a:lnTo>
                    <a:pt x="1310639" y="263651"/>
                  </a:lnTo>
                  <a:lnTo>
                    <a:pt x="1310639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93113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157B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93113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1293113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293113" y="263651"/>
                  </a:lnTo>
                  <a:lnTo>
                    <a:pt x="1293113" y="0"/>
                  </a:lnTo>
                  <a:close/>
                </a:path>
              </a:pathLst>
            </a:custGeom>
            <a:solidFill>
              <a:srgbClr val="F78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0" y="263651"/>
                  </a:moveTo>
                  <a:lnTo>
                    <a:pt x="1293113" y="263651"/>
                  </a:lnTo>
                  <a:lnTo>
                    <a:pt x="1293113" y="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791972" y="1515237"/>
            <a:ext cx="4513580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1469390" algn="l"/>
                <a:tab pos="2716530" algn="l"/>
              </a:tabLst>
            </a:pPr>
            <a:r>
              <a:rPr sz="2600" spc="-40" dirty="0">
                <a:latin typeface="Trebuchet MS"/>
                <a:cs typeface="Trebuchet MS"/>
              </a:rPr>
              <a:t>“SEL</a:t>
            </a:r>
            <a:r>
              <a:rPr sz="2600" spc="-60" dirty="0">
                <a:latin typeface="Trebuchet MS"/>
                <a:cs typeface="Trebuchet MS"/>
              </a:rPr>
              <a:t>E</a:t>
            </a:r>
            <a:r>
              <a:rPr sz="2600" spc="40" dirty="0">
                <a:latin typeface="Trebuchet MS"/>
                <a:cs typeface="Trebuchet MS"/>
              </a:rPr>
              <a:t>SAI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125" dirty="0">
                <a:latin typeface="Trebuchet MS"/>
                <a:cs typeface="Trebuchet MS"/>
              </a:rPr>
              <a:t>S</a:t>
            </a:r>
            <a:r>
              <a:rPr sz="2600" spc="160" dirty="0">
                <a:latin typeface="Trebuchet MS"/>
                <a:cs typeface="Trebuchet MS"/>
              </a:rPr>
              <a:t>U</a:t>
            </a:r>
            <a:r>
              <a:rPr sz="2600" spc="270" dirty="0">
                <a:latin typeface="Trebuchet MS"/>
                <a:cs typeface="Trebuchet MS"/>
              </a:rPr>
              <a:t>D</a:t>
            </a:r>
            <a:r>
              <a:rPr sz="2600" spc="70" dirty="0">
                <a:latin typeface="Trebuchet MS"/>
                <a:cs typeface="Trebuchet MS"/>
              </a:rPr>
              <a:t>AH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P</a:t>
            </a:r>
            <a:r>
              <a:rPr sz="2600" spc="-45" dirty="0">
                <a:latin typeface="Trebuchet MS"/>
                <a:cs typeface="Trebuchet MS"/>
              </a:rPr>
              <a:t>R</a:t>
            </a:r>
            <a:r>
              <a:rPr sz="2600" spc="85" dirty="0">
                <a:latin typeface="Trebuchet MS"/>
                <a:cs typeface="Trebuchet MS"/>
              </a:rPr>
              <a:t>ES</a:t>
            </a:r>
            <a:r>
              <a:rPr sz="2600" spc="75" dirty="0">
                <a:latin typeface="Trebuchet MS"/>
                <a:cs typeface="Trebuchet MS"/>
              </a:rPr>
              <a:t>E</a:t>
            </a:r>
            <a:r>
              <a:rPr sz="2600" spc="55" dirty="0">
                <a:latin typeface="Trebuchet MS"/>
                <a:cs typeface="Trebuchet MS"/>
              </a:rPr>
              <a:t>NTA</a:t>
            </a:r>
            <a:r>
              <a:rPr sz="2600" spc="35" dirty="0">
                <a:latin typeface="Trebuchet MS"/>
                <a:cs typeface="Trebuchet MS"/>
              </a:rPr>
              <a:t>S</a:t>
            </a:r>
            <a:r>
              <a:rPr sz="2600" spc="-50" dirty="0">
                <a:latin typeface="Trebuchet MS"/>
                <a:cs typeface="Trebuchet MS"/>
              </a:rPr>
              <a:t>I  </a:t>
            </a:r>
            <a:r>
              <a:rPr sz="2600" spc="-10" dirty="0">
                <a:latin typeface="Trebuchet MS"/>
                <a:cs typeface="Trebuchet MS"/>
              </a:rPr>
              <a:t>KITA</a:t>
            </a:r>
            <a:r>
              <a:rPr sz="2600" spc="280" dirty="0">
                <a:latin typeface="Trebuchet MS"/>
                <a:cs typeface="Trebuchet MS"/>
              </a:rPr>
              <a:t> </a:t>
            </a:r>
            <a:r>
              <a:rPr sz="2600" spc="20" dirty="0">
                <a:latin typeface="Trebuchet MS"/>
                <a:cs typeface="Trebuchet MS"/>
              </a:rPr>
              <a:t>HARI</a:t>
            </a:r>
            <a:r>
              <a:rPr sz="2600" spc="285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INI,</a:t>
            </a:r>
            <a:r>
              <a:rPr sz="2600" spc="280" dirty="0">
                <a:latin typeface="Trebuchet MS"/>
                <a:cs typeface="Trebuchet MS"/>
              </a:rPr>
              <a:t> </a:t>
            </a:r>
            <a:r>
              <a:rPr sz="2600" spc="5" dirty="0">
                <a:latin typeface="Trebuchet MS"/>
                <a:cs typeface="Trebuchet MS"/>
              </a:rPr>
              <a:t>SEPERTI</a:t>
            </a:r>
            <a:r>
              <a:rPr sz="2600" spc="265" dirty="0">
                <a:latin typeface="Trebuchet MS"/>
                <a:cs typeface="Trebuchet MS"/>
              </a:rPr>
              <a:t> </a:t>
            </a:r>
            <a:r>
              <a:rPr sz="2600" spc="165" dirty="0">
                <a:latin typeface="Trebuchet MS"/>
                <a:cs typeface="Trebuchet MS"/>
              </a:rPr>
              <a:t>KAMU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1972" y="2308098"/>
            <a:ext cx="451358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8075" algn="l"/>
                <a:tab pos="2062480" algn="l"/>
                <a:tab pos="3330575" algn="l"/>
              </a:tabLst>
            </a:pPr>
            <a:r>
              <a:rPr sz="2600" spc="150" dirty="0">
                <a:latin typeface="Trebuchet MS"/>
                <a:cs typeface="Trebuchet MS"/>
              </a:rPr>
              <a:t>DAN	</a:t>
            </a:r>
            <a:r>
              <a:rPr sz="2600" spc="90" dirty="0">
                <a:latin typeface="Trebuchet MS"/>
                <a:cs typeface="Trebuchet MS"/>
              </a:rPr>
              <a:t>DIA	</a:t>
            </a:r>
            <a:r>
              <a:rPr sz="2600" spc="40" dirty="0">
                <a:latin typeface="Trebuchet MS"/>
                <a:cs typeface="Trebuchet MS"/>
              </a:rPr>
              <a:t>YANG	</a:t>
            </a:r>
            <a:r>
              <a:rPr sz="2600" spc="45" dirty="0">
                <a:latin typeface="Trebuchet MS"/>
                <a:cs typeface="Trebuchet MS"/>
              </a:rPr>
              <a:t>SELESAI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1972" y="2471491"/>
            <a:ext cx="3870325" cy="1186180"/>
          </a:xfrm>
          <a:prstGeom prst="rect">
            <a:avLst/>
          </a:prstGeom>
        </p:spPr>
        <p:txBody>
          <a:bodyPr vert="horz" wrap="square" lIns="0" tIns="245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35"/>
              </a:spcBef>
            </a:pPr>
            <a:r>
              <a:rPr sz="2600" spc="-15" dirty="0">
                <a:latin typeface="Trebuchet MS"/>
                <a:cs typeface="Trebuchet MS"/>
              </a:rPr>
              <a:t>T</a:t>
            </a:r>
            <a:r>
              <a:rPr sz="2600" spc="-35" dirty="0">
                <a:latin typeface="Trebuchet MS"/>
                <a:cs typeface="Trebuchet MS"/>
              </a:rPr>
              <a:t>A</a:t>
            </a:r>
            <a:r>
              <a:rPr sz="2600" spc="50" dirty="0">
                <a:latin typeface="Trebuchet MS"/>
                <a:cs typeface="Trebuchet MS"/>
              </a:rPr>
              <a:t>NPA</a:t>
            </a:r>
            <a:r>
              <a:rPr sz="2600" spc="-180" dirty="0">
                <a:latin typeface="Trebuchet MS"/>
                <a:cs typeface="Trebuchet MS"/>
              </a:rPr>
              <a:t> </a:t>
            </a:r>
            <a:r>
              <a:rPr sz="2600" spc="15" dirty="0">
                <a:latin typeface="Trebuchet MS"/>
                <a:cs typeface="Trebuchet MS"/>
              </a:rPr>
              <a:t>P</a:t>
            </a:r>
            <a:r>
              <a:rPr sz="2600" dirty="0">
                <a:latin typeface="Trebuchet MS"/>
                <a:cs typeface="Trebuchet MS"/>
              </a:rPr>
              <a:t>E</a:t>
            </a:r>
            <a:r>
              <a:rPr sz="2600" spc="-15" dirty="0">
                <a:latin typeface="Trebuchet MS"/>
                <a:cs typeface="Trebuchet MS"/>
              </a:rPr>
              <a:t>R</a:t>
            </a:r>
            <a:r>
              <a:rPr sz="2600" spc="95" dirty="0">
                <a:latin typeface="Trebuchet MS"/>
                <a:cs typeface="Trebuchet MS"/>
              </a:rPr>
              <a:t>NAH</a:t>
            </a:r>
            <a:r>
              <a:rPr sz="2600" spc="-185" dirty="0">
                <a:latin typeface="Trebuchet MS"/>
                <a:cs typeface="Trebuchet MS"/>
              </a:rPr>
              <a:t> </a:t>
            </a:r>
            <a:r>
              <a:rPr sz="2600" spc="270" dirty="0">
                <a:latin typeface="Trebuchet MS"/>
                <a:cs typeface="Trebuchet MS"/>
              </a:rPr>
              <a:t>D</a:t>
            </a:r>
            <a:r>
              <a:rPr sz="2600" spc="155" dirty="0">
                <a:latin typeface="Trebuchet MS"/>
                <a:cs typeface="Trebuchet MS"/>
              </a:rPr>
              <a:t>IM</a:t>
            </a:r>
            <a:r>
              <a:rPr sz="2600" spc="190" dirty="0">
                <a:latin typeface="Trebuchet MS"/>
                <a:cs typeface="Trebuchet MS"/>
              </a:rPr>
              <a:t>U</a:t>
            </a:r>
            <a:r>
              <a:rPr sz="2600" spc="-5" dirty="0">
                <a:latin typeface="Trebuchet MS"/>
                <a:cs typeface="Trebuchet MS"/>
              </a:rPr>
              <a:t>LAI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440" dirty="0">
                <a:latin typeface="Trebuchet MS"/>
                <a:cs typeface="Trebuchet MS"/>
              </a:rPr>
              <a:t>”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200" b="1" spc="25" dirty="0">
                <a:latin typeface="Tahoma"/>
                <a:cs typeface="Tahoma"/>
              </a:rPr>
              <a:t>—SOMEONE</a:t>
            </a:r>
            <a:r>
              <a:rPr sz="2200" b="1" spc="-125" dirty="0">
                <a:latin typeface="Tahoma"/>
                <a:cs typeface="Tahoma"/>
              </a:rPr>
              <a:t> </a:t>
            </a:r>
            <a:r>
              <a:rPr sz="2200" b="1" spc="35" dirty="0">
                <a:latin typeface="Tahoma"/>
                <a:cs typeface="Tahoma"/>
              </a:rPr>
              <a:t>FAMOUS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260847" y="1170432"/>
            <a:ext cx="3558540" cy="2915920"/>
            <a:chOff x="5260847" y="1170432"/>
            <a:chExt cx="3558540" cy="291592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0847" y="2258580"/>
              <a:ext cx="1664207" cy="166420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20283" y="2299716"/>
              <a:ext cx="1549908" cy="154990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22263" y="1170432"/>
              <a:ext cx="1932432" cy="187299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81608" y="1211234"/>
              <a:ext cx="1818697" cy="175844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68311" y="1988819"/>
              <a:ext cx="1751076" cy="209702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147561" y="2048050"/>
              <a:ext cx="1598930" cy="1944370"/>
            </a:xfrm>
            <a:custGeom>
              <a:avLst/>
              <a:gdLst/>
              <a:ahLst/>
              <a:cxnLst/>
              <a:rect l="l" t="t" r="r" b="b"/>
              <a:pathLst>
                <a:path w="1598929" h="1944370">
                  <a:moveTo>
                    <a:pt x="531899" y="0"/>
                  </a:moveTo>
                  <a:lnTo>
                    <a:pt x="483390" y="5269"/>
                  </a:lnTo>
                  <a:lnTo>
                    <a:pt x="437967" y="20886"/>
                  </a:lnTo>
                  <a:lnTo>
                    <a:pt x="397212" y="45883"/>
                  </a:lnTo>
                  <a:lnTo>
                    <a:pt x="362706" y="79290"/>
                  </a:lnTo>
                  <a:lnTo>
                    <a:pt x="336030" y="120140"/>
                  </a:lnTo>
                  <a:lnTo>
                    <a:pt x="318768" y="167464"/>
                  </a:lnTo>
                  <a:lnTo>
                    <a:pt x="6094" y="1471373"/>
                  </a:lnTo>
                  <a:lnTo>
                    <a:pt x="0" y="1521386"/>
                  </a:lnTo>
                  <a:lnTo>
                    <a:pt x="5235" y="1569895"/>
                  </a:lnTo>
                  <a:lnTo>
                    <a:pt x="20830" y="1615318"/>
                  </a:lnTo>
                  <a:lnTo>
                    <a:pt x="45813" y="1656073"/>
                  </a:lnTo>
                  <a:lnTo>
                    <a:pt x="79213" y="1690579"/>
                  </a:lnTo>
                  <a:lnTo>
                    <a:pt x="120061" y="1717255"/>
                  </a:lnTo>
                  <a:lnTo>
                    <a:pt x="167384" y="1734517"/>
                  </a:lnTo>
                  <a:lnTo>
                    <a:pt x="1016506" y="1938136"/>
                  </a:lnTo>
                  <a:lnTo>
                    <a:pt x="1066519" y="1944203"/>
                  </a:lnTo>
                  <a:lnTo>
                    <a:pt x="1115031" y="1938950"/>
                  </a:lnTo>
                  <a:lnTo>
                    <a:pt x="1160461" y="1923345"/>
                  </a:lnTo>
                  <a:lnTo>
                    <a:pt x="1201230" y="1898360"/>
                  </a:lnTo>
                  <a:lnTo>
                    <a:pt x="1235759" y="1864962"/>
                  </a:lnTo>
                  <a:lnTo>
                    <a:pt x="1262468" y="1824121"/>
                  </a:lnTo>
                  <a:lnTo>
                    <a:pt x="1279777" y="1776808"/>
                  </a:lnTo>
                  <a:lnTo>
                    <a:pt x="1592451" y="472899"/>
                  </a:lnTo>
                  <a:lnTo>
                    <a:pt x="1598499" y="422886"/>
                  </a:lnTo>
                  <a:lnTo>
                    <a:pt x="1593229" y="374377"/>
                  </a:lnTo>
                  <a:lnTo>
                    <a:pt x="1577612" y="328954"/>
                  </a:lnTo>
                  <a:lnTo>
                    <a:pt x="1552615" y="288199"/>
                  </a:lnTo>
                  <a:lnTo>
                    <a:pt x="1519208" y="253693"/>
                  </a:lnTo>
                  <a:lnTo>
                    <a:pt x="1478358" y="227017"/>
                  </a:lnTo>
                  <a:lnTo>
                    <a:pt x="1431034" y="209755"/>
                  </a:lnTo>
                  <a:lnTo>
                    <a:pt x="581912" y="6047"/>
                  </a:lnTo>
                  <a:lnTo>
                    <a:pt x="5318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147561" y="2048050"/>
              <a:ext cx="1598930" cy="1944370"/>
            </a:xfrm>
            <a:custGeom>
              <a:avLst/>
              <a:gdLst/>
              <a:ahLst/>
              <a:cxnLst/>
              <a:rect l="l" t="t" r="r" b="b"/>
              <a:pathLst>
                <a:path w="1598929" h="1944370">
                  <a:moveTo>
                    <a:pt x="318768" y="167464"/>
                  </a:moveTo>
                  <a:lnTo>
                    <a:pt x="336030" y="120140"/>
                  </a:lnTo>
                  <a:lnTo>
                    <a:pt x="362706" y="79290"/>
                  </a:lnTo>
                  <a:lnTo>
                    <a:pt x="397212" y="45883"/>
                  </a:lnTo>
                  <a:lnTo>
                    <a:pt x="437967" y="20886"/>
                  </a:lnTo>
                  <a:lnTo>
                    <a:pt x="483390" y="5269"/>
                  </a:lnTo>
                  <a:lnTo>
                    <a:pt x="531899" y="0"/>
                  </a:lnTo>
                  <a:lnTo>
                    <a:pt x="581912" y="6047"/>
                  </a:lnTo>
                  <a:lnTo>
                    <a:pt x="1431034" y="209755"/>
                  </a:lnTo>
                  <a:lnTo>
                    <a:pt x="1478358" y="227017"/>
                  </a:lnTo>
                  <a:lnTo>
                    <a:pt x="1519208" y="253693"/>
                  </a:lnTo>
                  <a:lnTo>
                    <a:pt x="1552615" y="288199"/>
                  </a:lnTo>
                  <a:lnTo>
                    <a:pt x="1577612" y="328954"/>
                  </a:lnTo>
                  <a:lnTo>
                    <a:pt x="1593229" y="374377"/>
                  </a:lnTo>
                  <a:lnTo>
                    <a:pt x="1598499" y="422886"/>
                  </a:lnTo>
                  <a:lnTo>
                    <a:pt x="1592451" y="472899"/>
                  </a:lnTo>
                  <a:lnTo>
                    <a:pt x="1279777" y="1776808"/>
                  </a:lnTo>
                  <a:lnTo>
                    <a:pt x="1262468" y="1824121"/>
                  </a:lnTo>
                  <a:lnTo>
                    <a:pt x="1235759" y="1864962"/>
                  </a:lnTo>
                  <a:lnTo>
                    <a:pt x="1201230" y="1898360"/>
                  </a:lnTo>
                  <a:lnTo>
                    <a:pt x="1160461" y="1923345"/>
                  </a:lnTo>
                  <a:lnTo>
                    <a:pt x="1115031" y="1938950"/>
                  </a:lnTo>
                  <a:lnTo>
                    <a:pt x="1066519" y="1944203"/>
                  </a:lnTo>
                  <a:lnTo>
                    <a:pt x="1016506" y="1938136"/>
                  </a:lnTo>
                  <a:lnTo>
                    <a:pt x="167384" y="1734517"/>
                  </a:lnTo>
                  <a:lnTo>
                    <a:pt x="120061" y="1717255"/>
                  </a:lnTo>
                  <a:lnTo>
                    <a:pt x="79213" y="1690579"/>
                  </a:lnTo>
                  <a:lnTo>
                    <a:pt x="45813" y="1656073"/>
                  </a:lnTo>
                  <a:lnTo>
                    <a:pt x="20830" y="1615318"/>
                  </a:lnTo>
                  <a:lnTo>
                    <a:pt x="5235" y="1569895"/>
                  </a:lnTo>
                  <a:lnTo>
                    <a:pt x="0" y="1521386"/>
                  </a:lnTo>
                  <a:lnTo>
                    <a:pt x="6094" y="1471373"/>
                  </a:lnTo>
                  <a:lnTo>
                    <a:pt x="318768" y="16746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65694" y="2616835"/>
              <a:ext cx="972819" cy="1113155"/>
            </a:xfrm>
            <a:custGeom>
              <a:avLst/>
              <a:gdLst/>
              <a:ahLst/>
              <a:cxnLst/>
              <a:rect l="l" t="t" r="r" b="b"/>
              <a:pathLst>
                <a:path w="972820" h="1113154">
                  <a:moveTo>
                    <a:pt x="134874" y="0"/>
                  </a:moveTo>
                  <a:lnTo>
                    <a:pt x="0" y="872616"/>
                  </a:lnTo>
                  <a:lnTo>
                    <a:pt x="1391" y="913026"/>
                  </a:lnTo>
                  <a:lnTo>
                    <a:pt x="16938" y="948912"/>
                  </a:lnTo>
                  <a:lnTo>
                    <a:pt x="44273" y="976844"/>
                  </a:lnTo>
                  <a:lnTo>
                    <a:pt x="81025" y="993393"/>
                  </a:lnTo>
                  <a:lnTo>
                    <a:pt x="569976" y="1110742"/>
                  </a:lnTo>
                  <a:lnTo>
                    <a:pt x="610304" y="1112615"/>
                  </a:lnTo>
                  <a:lnTo>
                    <a:pt x="647334" y="1100105"/>
                  </a:lnTo>
                  <a:lnTo>
                    <a:pt x="677435" y="1075166"/>
                  </a:lnTo>
                  <a:lnTo>
                    <a:pt x="696976" y="1039748"/>
                  </a:lnTo>
                  <a:lnTo>
                    <a:pt x="972565" y="200913"/>
                  </a:lnTo>
                  <a:lnTo>
                    <a:pt x="134874" y="0"/>
                  </a:lnTo>
                  <a:close/>
                </a:path>
              </a:pathLst>
            </a:custGeom>
            <a:solidFill>
              <a:srgbClr val="C0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78979" y="2311120"/>
              <a:ext cx="902969" cy="508634"/>
            </a:xfrm>
            <a:custGeom>
              <a:avLst/>
              <a:gdLst/>
              <a:ahLst/>
              <a:cxnLst/>
              <a:rect l="l" t="t" r="r" b="b"/>
              <a:pathLst>
                <a:path w="902970" h="508635">
                  <a:moveTo>
                    <a:pt x="902779" y="433920"/>
                  </a:moveTo>
                  <a:lnTo>
                    <a:pt x="899896" y="426212"/>
                  </a:lnTo>
                  <a:lnTo>
                    <a:pt x="894334" y="420179"/>
                  </a:lnTo>
                  <a:lnTo>
                    <a:pt x="886587" y="416585"/>
                  </a:lnTo>
                  <a:lnTo>
                    <a:pt x="841502" y="405790"/>
                  </a:lnTo>
                  <a:lnTo>
                    <a:pt x="828167" y="191668"/>
                  </a:lnTo>
                  <a:lnTo>
                    <a:pt x="809307" y="144995"/>
                  </a:lnTo>
                  <a:lnTo>
                    <a:pt x="766445" y="118516"/>
                  </a:lnTo>
                  <a:lnTo>
                    <a:pt x="759701" y="116903"/>
                  </a:lnTo>
                  <a:lnTo>
                    <a:pt x="759701" y="386168"/>
                  </a:lnTo>
                  <a:lnTo>
                    <a:pt x="164998" y="243573"/>
                  </a:lnTo>
                  <a:lnTo>
                    <a:pt x="255651" y="90576"/>
                  </a:lnTo>
                  <a:lnTo>
                    <a:pt x="259080" y="84353"/>
                  </a:lnTo>
                  <a:lnTo>
                    <a:pt x="266192" y="81432"/>
                  </a:lnTo>
                  <a:lnTo>
                    <a:pt x="743077" y="195732"/>
                  </a:lnTo>
                  <a:lnTo>
                    <a:pt x="748030" y="201574"/>
                  </a:lnTo>
                  <a:lnTo>
                    <a:pt x="748284" y="208813"/>
                  </a:lnTo>
                  <a:lnTo>
                    <a:pt x="759701" y="386168"/>
                  </a:lnTo>
                  <a:lnTo>
                    <a:pt x="759701" y="116903"/>
                  </a:lnTo>
                  <a:lnTo>
                    <a:pt x="280416" y="1930"/>
                  </a:lnTo>
                  <a:lnTo>
                    <a:pt x="254596" y="0"/>
                  </a:lnTo>
                  <a:lnTo>
                    <a:pt x="230136" y="6057"/>
                  </a:lnTo>
                  <a:lnTo>
                    <a:pt x="208737" y="19367"/>
                  </a:lnTo>
                  <a:lnTo>
                    <a:pt x="192151" y="39141"/>
                  </a:lnTo>
                  <a:lnTo>
                    <a:pt x="83185" y="223926"/>
                  </a:lnTo>
                  <a:lnTo>
                    <a:pt x="100622" y="228130"/>
                  </a:lnTo>
                  <a:lnTo>
                    <a:pt x="38100" y="213131"/>
                  </a:lnTo>
                  <a:lnTo>
                    <a:pt x="254" y="278536"/>
                  </a:lnTo>
                  <a:lnTo>
                    <a:pt x="0" y="287020"/>
                  </a:lnTo>
                  <a:lnTo>
                    <a:pt x="2895" y="294728"/>
                  </a:lnTo>
                  <a:lnTo>
                    <a:pt x="8445" y="300824"/>
                  </a:lnTo>
                  <a:lnTo>
                    <a:pt x="16129" y="304444"/>
                  </a:lnTo>
                  <a:lnTo>
                    <a:pt x="864743" y="507898"/>
                  </a:lnTo>
                  <a:lnTo>
                    <a:pt x="873213" y="508228"/>
                  </a:lnTo>
                  <a:lnTo>
                    <a:pt x="880935" y="505345"/>
                  </a:lnTo>
                  <a:lnTo>
                    <a:pt x="887031" y="499783"/>
                  </a:lnTo>
                  <a:lnTo>
                    <a:pt x="890651" y="492023"/>
                  </a:lnTo>
                  <a:lnTo>
                    <a:pt x="902462" y="442493"/>
                  </a:lnTo>
                  <a:lnTo>
                    <a:pt x="902779" y="433920"/>
                  </a:lnTo>
                  <a:close/>
                </a:path>
              </a:pathLst>
            </a:custGeom>
            <a:solidFill>
              <a:srgbClr val="49B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43951" y="2392552"/>
              <a:ext cx="594995" cy="304800"/>
            </a:xfrm>
            <a:custGeom>
              <a:avLst/>
              <a:gdLst/>
              <a:ahLst/>
              <a:cxnLst/>
              <a:rect l="l" t="t" r="r" b="b"/>
              <a:pathLst>
                <a:path w="594995" h="304800">
                  <a:moveTo>
                    <a:pt x="101219" y="0"/>
                  </a:moveTo>
                  <a:lnTo>
                    <a:pt x="94106" y="2921"/>
                  </a:lnTo>
                  <a:lnTo>
                    <a:pt x="90677" y="9144"/>
                  </a:lnTo>
                  <a:lnTo>
                    <a:pt x="0" y="162179"/>
                  </a:lnTo>
                  <a:lnTo>
                    <a:pt x="594741" y="304800"/>
                  </a:lnTo>
                  <a:lnTo>
                    <a:pt x="583311" y="127381"/>
                  </a:lnTo>
                  <a:lnTo>
                    <a:pt x="583056" y="120142"/>
                  </a:lnTo>
                  <a:lnTo>
                    <a:pt x="578103" y="114300"/>
                  </a:lnTo>
                  <a:lnTo>
                    <a:pt x="108076" y="1651"/>
                  </a:lnTo>
                  <a:lnTo>
                    <a:pt x="101219" y="0"/>
                  </a:lnTo>
                  <a:close/>
                </a:path>
              </a:pathLst>
            </a:custGeom>
            <a:solidFill>
              <a:srgbClr val="157E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262483" y="2299529"/>
              <a:ext cx="1239520" cy="1511300"/>
            </a:xfrm>
            <a:custGeom>
              <a:avLst/>
              <a:gdLst/>
              <a:ahLst/>
              <a:cxnLst/>
              <a:rect l="l" t="t" r="r" b="b"/>
              <a:pathLst>
                <a:path w="1239520" h="1511300">
                  <a:moveTo>
                    <a:pt x="601610" y="0"/>
                  </a:moveTo>
                  <a:lnTo>
                    <a:pt x="538793" y="0"/>
                  </a:lnTo>
                  <a:lnTo>
                    <a:pt x="512153" y="25400"/>
                  </a:lnTo>
                  <a:lnTo>
                    <a:pt x="491501" y="50800"/>
                  </a:lnTo>
                  <a:lnTo>
                    <a:pt x="390028" y="215900"/>
                  </a:lnTo>
                  <a:lnTo>
                    <a:pt x="327814" y="215900"/>
                  </a:lnTo>
                  <a:lnTo>
                    <a:pt x="316021" y="228600"/>
                  </a:lnTo>
                  <a:lnTo>
                    <a:pt x="309002" y="241300"/>
                  </a:lnTo>
                  <a:lnTo>
                    <a:pt x="297191" y="292100"/>
                  </a:lnTo>
                  <a:lnTo>
                    <a:pt x="296195" y="304800"/>
                  </a:lnTo>
                  <a:lnTo>
                    <a:pt x="299319" y="317500"/>
                  </a:lnTo>
                  <a:lnTo>
                    <a:pt x="306014" y="330200"/>
                  </a:lnTo>
                  <a:lnTo>
                    <a:pt x="315733" y="342900"/>
                  </a:lnTo>
                  <a:lnTo>
                    <a:pt x="183399" y="1193800"/>
                  </a:lnTo>
                  <a:lnTo>
                    <a:pt x="181927" y="1219200"/>
                  </a:lnTo>
                  <a:lnTo>
                    <a:pt x="184193" y="1231900"/>
                  </a:lnTo>
                  <a:lnTo>
                    <a:pt x="189936" y="1257300"/>
                  </a:lnTo>
                  <a:lnTo>
                    <a:pt x="198893" y="1270000"/>
                  </a:lnTo>
                  <a:lnTo>
                    <a:pt x="15251" y="1270000"/>
                  </a:lnTo>
                  <a:lnTo>
                    <a:pt x="1032902" y="1511300"/>
                  </a:lnTo>
                  <a:lnTo>
                    <a:pt x="1053816" y="1511300"/>
                  </a:lnTo>
                  <a:lnTo>
                    <a:pt x="1057159" y="1498600"/>
                  </a:lnTo>
                  <a:lnTo>
                    <a:pt x="1057479" y="1498600"/>
                  </a:lnTo>
                  <a:lnTo>
                    <a:pt x="1054762" y="1485900"/>
                  </a:lnTo>
                  <a:lnTo>
                    <a:pt x="1049498" y="1485900"/>
                  </a:lnTo>
                  <a:lnTo>
                    <a:pt x="1042173" y="1473200"/>
                  </a:lnTo>
                  <a:lnTo>
                    <a:pt x="867929" y="1435100"/>
                  </a:lnTo>
                  <a:lnTo>
                    <a:pt x="884555" y="1422400"/>
                  </a:lnTo>
                  <a:lnTo>
                    <a:pt x="784871" y="1422400"/>
                  </a:lnTo>
                  <a:lnTo>
                    <a:pt x="783432" y="1409700"/>
                  </a:lnTo>
                  <a:lnTo>
                    <a:pt x="743215" y="1409700"/>
                  </a:lnTo>
                  <a:lnTo>
                    <a:pt x="323607" y="1308100"/>
                  </a:lnTo>
                  <a:lnTo>
                    <a:pt x="331778" y="1295400"/>
                  </a:lnTo>
                  <a:lnTo>
                    <a:pt x="282078" y="1295400"/>
                  </a:lnTo>
                  <a:lnTo>
                    <a:pt x="255135" y="1282700"/>
                  </a:lnTo>
                  <a:lnTo>
                    <a:pt x="235215" y="1257300"/>
                  </a:lnTo>
                  <a:lnTo>
                    <a:pt x="223964" y="1231900"/>
                  </a:lnTo>
                  <a:lnTo>
                    <a:pt x="223023" y="1193800"/>
                  </a:lnTo>
                  <a:lnTo>
                    <a:pt x="354722" y="342900"/>
                  </a:lnTo>
                  <a:lnTo>
                    <a:pt x="496542" y="342900"/>
                  </a:lnTo>
                  <a:lnTo>
                    <a:pt x="337450" y="304800"/>
                  </a:lnTo>
                  <a:lnTo>
                    <a:pt x="336434" y="304800"/>
                  </a:lnTo>
                  <a:lnTo>
                    <a:pt x="348245" y="254000"/>
                  </a:lnTo>
                  <a:lnTo>
                    <a:pt x="512710" y="254000"/>
                  </a:lnTo>
                  <a:lnTo>
                    <a:pt x="520229" y="241300"/>
                  </a:lnTo>
                  <a:lnTo>
                    <a:pt x="471816" y="241300"/>
                  </a:lnTo>
                  <a:lnTo>
                    <a:pt x="430922" y="228600"/>
                  </a:lnTo>
                  <a:lnTo>
                    <a:pt x="526045" y="63500"/>
                  </a:lnTo>
                  <a:lnTo>
                    <a:pt x="538527" y="50800"/>
                  </a:lnTo>
                  <a:lnTo>
                    <a:pt x="554557" y="38100"/>
                  </a:lnTo>
                  <a:lnTo>
                    <a:pt x="763620" y="38100"/>
                  </a:lnTo>
                  <a:lnTo>
                    <a:pt x="601610" y="0"/>
                  </a:lnTo>
                  <a:close/>
                </a:path>
                <a:path w="1239520" h="1511300">
                  <a:moveTo>
                    <a:pt x="1061573" y="914400"/>
                  </a:moveTo>
                  <a:lnTo>
                    <a:pt x="1024520" y="914400"/>
                  </a:lnTo>
                  <a:lnTo>
                    <a:pt x="881137" y="1358900"/>
                  </a:lnTo>
                  <a:lnTo>
                    <a:pt x="866257" y="1384300"/>
                  </a:lnTo>
                  <a:lnTo>
                    <a:pt x="843530" y="1409700"/>
                  </a:lnTo>
                  <a:lnTo>
                    <a:pt x="815540" y="1409700"/>
                  </a:lnTo>
                  <a:lnTo>
                    <a:pt x="784871" y="1422400"/>
                  </a:lnTo>
                  <a:lnTo>
                    <a:pt x="884555" y="1422400"/>
                  </a:lnTo>
                  <a:lnTo>
                    <a:pt x="898917" y="1409700"/>
                  </a:lnTo>
                  <a:lnTo>
                    <a:pt x="910613" y="1384300"/>
                  </a:lnTo>
                  <a:lnTo>
                    <a:pt x="919237" y="1371600"/>
                  </a:lnTo>
                  <a:lnTo>
                    <a:pt x="1062747" y="927100"/>
                  </a:lnTo>
                  <a:lnTo>
                    <a:pt x="1063672" y="927100"/>
                  </a:lnTo>
                  <a:lnTo>
                    <a:pt x="1061573" y="914400"/>
                  </a:lnTo>
                  <a:close/>
                </a:path>
                <a:path w="1239520" h="1511300">
                  <a:moveTo>
                    <a:pt x="765694" y="1295400"/>
                  </a:moveTo>
                  <a:lnTo>
                    <a:pt x="743037" y="1295400"/>
                  </a:lnTo>
                  <a:lnTo>
                    <a:pt x="737151" y="1308100"/>
                  </a:lnTo>
                  <a:lnTo>
                    <a:pt x="733599" y="1308100"/>
                  </a:lnTo>
                  <a:lnTo>
                    <a:pt x="732928" y="1320800"/>
                  </a:lnTo>
                  <a:lnTo>
                    <a:pt x="743215" y="1409700"/>
                  </a:lnTo>
                  <a:lnTo>
                    <a:pt x="783432" y="1409700"/>
                  </a:lnTo>
                  <a:lnTo>
                    <a:pt x="771917" y="1308100"/>
                  </a:lnTo>
                  <a:lnTo>
                    <a:pt x="765694" y="1295400"/>
                  </a:lnTo>
                  <a:close/>
                </a:path>
                <a:path w="1239520" h="1511300">
                  <a:moveTo>
                    <a:pt x="372594" y="1206500"/>
                  </a:moveTo>
                  <a:lnTo>
                    <a:pt x="339101" y="1206500"/>
                  </a:lnTo>
                  <a:lnTo>
                    <a:pt x="282078" y="1295400"/>
                  </a:lnTo>
                  <a:lnTo>
                    <a:pt x="331778" y="1295400"/>
                  </a:lnTo>
                  <a:lnTo>
                    <a:pt x="372629" y="1231900"/>
                  </a:lnTo>
                  <a:lnTo>
                    <a:pt x="375666" y="1219200"/>
                  </a:lnTo>
                  <a:lnTo>
                    <a:pt x="372594" y="1206500"/>
                  </a:lnTo>
                  <a:close/>
                </a:path>
                <a:path w="1239520" h="1511300">
                  <a:moveTo>
                    <a:pt x="24522" y="1231900"/>
                  </a:moveTo>
                  <a:lnTo>
                    <a:pt x="9346" y="1231900"/>
                  </a:lnTo>
                  <a:lnTo>
                    <a:pt x="3663" y="1244600"/>
                  </a:lnTo>
                  <a:lnTo>
                    <a:pt x="265" y="1244600"/>
                  </a:lnTo>
                  <a:lnTo>
                    <a:pt x="0" y="1257300"/>
                  </a:lnTo>
                  <a:lnTo>
                    <a:pt x="2710" y="1270000"/>
                  </a:lnTo>
                  <a:lnTo>
                    <a:pt x="198893" y="1270000"/>
                  </a:lnTo>
                  <a:lnTo>
                    <a:pt x="24522" y="1231900"/>
                  </a:lnTo>
                  <a:close/>
                </a:path>
                <a:path w="1239520" h="1511300">
                  <a:moveTo>
                    <a:pt x="352436" y="1193800"/>
                  </a:moveTo>
                  <a:lnTo>
                    <a:pt x="343927" y="1206500"/>
                  </a:lnTo>
                  <a:lnTo>
                    <a:pt x="360437" y="1206500"/>
                  </a:lnTo>
                  <a:lnTo>
                    <a:pt x="352436" y="1193800"/>
                  </a:lnTo>
                  <a:close/>
                </a:path>
                <a:path w="1239520" h="1511300">
                  <a:moveTo>
                    <a:pt x="447178" y="812800"/>
                  </a:moveTo>
                  <a:lnTo>
                    <a:pt x="405395" y="812800"/>
                  </a:lnTo>
                  <a:lnTo>
                    <a:pt x="393671" y="850900"/>
                  </a:lnTo>
                  <a:lnTo>
                    <a:pt x="389748" y="901700"/>
                  </a:lnTo>
                  <a:lnTo>
                    <a:pt x="393185" y="939800"/>
                  </a:lnTo>
                  <a:lnTo>
                    <a:pt x="403538" y="977900"/>
                  </a:lnTo>
                  <a:lnTo>
                    <a:pt x="420366" y="1016000"/>
                  </a:lnTo>
                  <a:lnTo>
                    <a:pt x="443224" y="1054100"/>
                  </a:lnTo>
                  <a:lnTo>
                    <a:pt x="471671" y="1092200"/>
                  </a:lnTo>
                  <a:lnTo>
                    <a:pt x="505264" y="1117600"/>
                  </a:lnTo>
                  <a:lnTo>
                    <a:pt x="543560" y="1130300"/>
                  </a:lnTo>
                  <a:lnTo>
                    <a:pt x="586116" y="1155700"/>
                  </a:lnTo>
                  <a:lnTo>
                    <a:pt x="688003" y="1155700"/>
                  </a:lnTo>
                  <a:lnTo>
                    <a:pt x="736389" y="1143000"/>
                  </a:lnTo>
                  <a:lnTo>
                    <a:pt x="781282" y="1117600"/>
                  </a:lnTo>
                  <a:lnTo>
                    <a:pt x="647455" y="1117600"/>
                  </a:lnTo>
                  <a:lnTo>
                    <a:pt x="595641" y="1104900"/>
                  </a:lnTo>
                  <a:lnTo>
                    <a:pt x="549653" y="1092200"/>
                  </a:lnTo>
                  <a:lnTo>
                    <a:pt x="510079" y="1066800"/>
                  </a:lnTo>
                  <a:lnTo>
                    <a:pt x="477631" y="1041400"/>
                  </a:lnTo>
                  <a:lnTo>
                    <a:pt x="453020" y="1003300"/>
                  </a:lnTo>
                  <a:lnTo>
                    <a:pt x="436958" y="952500"/>
                  </a:lnTo>
                  <a:lnTo>
                    <a:pt x="430156" y="914400"/>
                  </a:lnTo>
                  <a:lnTo>
                    <a:pt x="433326" y="863600"/>
                  </a:lnTo>
                  <a:lnTo>
                    <a:pt x="447178" y="812800"/>
                  </a:lnTo>
                  <a:close/>
                </a:path>
                <a:path w="1239520" h="1511300">
                  <a:moveTo>
                    <a:pt x="850530" y="1016000"/>
                  </a:moveTo>
                  <a:lnTo>
                    <a:pt x="827289" y="1016000"/>
                  </a:lnTo>
                  <a:lnTo>
                    <a:pt x="822463" y="1028700"/>
                  </a:lnTo>
                  <a:lnTo>
                    <a:pt x="787413" y="1066800"/>
                  </a:lnTo>
                  <a:lnTo>
                    <a:pt x="745274" y="1092200"/>
                  </a:lnTo>
                  <a:lnTo>
                    <a:pt x="697977" y="1104900"/>
                  </a:lnTo>
                  <a:lnTo>
                    <a:pt x="647455" y="1117600"/>
                  </a:lnTo>
                  <a:lnTo>
                    <a:pt x="781282" y="1117600"/>
                  </a:lnTo>
                  <a:lnTo>
                    <a:pt x="821343" y="1092200"/>
                  </a:lnTo>
                  <a:lnTo>
                    <a:pt x="855229" y="1054100"/>
                  </a:lnTo>
                  <a:lnTo>
                    <a:pt x="858496" y="1041400"/>
                  </a:lnTo>
                  <a:lnTo>
                    <a:pt x="858690" y="1028700"/>
                  </a:lnTo>
                  <a:lnTo>
                    <a:pt x="855979" y="1028700"/>
                  </a:lnTo>
                  <a:lnTo>
                    <a:pt x="850530" y="1016000"/>
                  </a:lnTo>
                  <a:close/>
                </a:path>
                <a:path w="1239520" h="1511300">
                  <a:moveTo>
                    <a:pt x="814589" y="863600"/>
                  </a:moveTo>
                  <a:lnTo>
                    <a:pt x="781327" y="863600"/>
                  </a:lnTo>
                  <a:lnTo>
                    <a:pt x="778966" y="876300"/>
                  </a:lnTo>
                  <a:lnTo>
                    <a:pt x="779557" y="876300"/>
                  </a:lnTo>
                  <a:lnTo>
                    <a:pt x="783220" y="889000"/>
                  </a:lnTo>
                  <a:lnTo>
                    <a:pt x="859039" y="977900"/>
                  </a:lnTo>
                  <a:lnTo>
                    <a:pt x="863103" y="990600"/>
                  </a:lnTo>
                  <a:lnTo>
                    <a:pt x="879994" y="990600"/>
                  </a:lnTo>
                  <a:lnTo>
                    <a:pt x="961063" y="927100"/>
                  </a:lnTo>
                  <a:lnTo>
                    <a:pt x="861198" y="927100"/>
                  </a:lnTo>
                  <a:lnTo>
                    <a:pt x="814589" y="863600"/>
                  </a:lnTo>
                  <a:close/>
                </a:path>
                <a:path w="1239520" h="1511300">
                  <a:moveTo>
                    <a:pt x="789805" y="685800"/>
                  </a:moveTo>
                  <a:lnTo>
                    <a:pt x="696352" y="685800"/>
                  </a:lnTo>
                  <a:lnTo>
                    <a:pt x="739401" y="711200"/>
                  </a:lnTo>
                  <a:lnTo>
                    <a:pt x="777164" y="723900"/>
                  </a:lnTo>
                  <a:lnTo>
                    <a:pt x="808913" y="762000"/>
                  </a:lnTo>
                  <a:lnTo>
                    <a:pt x="833920" y="800100"/>
                  </a:lnTo>
                  <a:lnTo>
                    <a:pt x="851455" y="838200"/>
                  </a:lnTo>
                  <a:lnTo>
                    <a:pt x="860791" y="876300"/>
                  </a:lnTo>
                  <a:lnTo>
                    <a:pt x="861198" y="927100"/>
                  </a:lnTo>
                  <a:lnTo>
                    <a:pt x="961063" y="927100"/>
                  </a:lnTo>
                  <a:lnTo>
                    <a:pt x="977276" y="914400"/>
                  </a:lnTo>
                  <a:lnTo>
                    <a:pt x="901711" y="914400"/>
                  </a:lnTo>
                  <a:lnTo>
                    <a:pt x="900917" y="876300"/>
                  </a:lnTo>
                  <a:lnTo>
                    <a:pt x="892238" y="825500"/>
                  </a:lnTo>
                  <a:lnTo>
                    <a:pt x="876231" y="787400"/>
                  </a:lnTo>
                  <a:lnTo>
                    <a:pt x="853451" y="749300"/>
                  </a:lnTo>
                  <a:lnTo>
                    <a:pt x="824457" y="711200"/>
                  </a:lnTo>
                  <a:lnTo>
                    <a:pt x="789805" y="685800"/>
                  </a:lnTo>
                  <a:close/>
                </a:path>
                <a:path w="1239520" h="1511300">
                  <a:moveTo>
                    <a:pt x="980578" y="876300"/>
                  </a:moveTo>
                  <a:lnTo>
                    <a:pt x="957464" y="876300"/>
                  </a:lnTo>
                  <a:lnTo>
                    <a:pt x="901711" y="914400"/>
                  </a:lnTo>
                  <a:lnTo>
                    <a:pt x="977276" y="914400"/>
                  </a:lnTo>
                  <a:lnTo>
                    <a:pt x="982472" y="901700"/>
                  </a:lnTo>
                  <a:lnTo>
                    <a:pt x="984833" y="901700"/>
                  </a:lnTo>
                  <a:lnTo>
                    <a:pt x="984242" y="889000"/>
                  </a:lnTo>
                  <a:lnTo>
                    <a:pt x="980578" y="876300"/>
                  </a:lnTo>
                  <a:close/>
                </a:path>
                <a:path w="1239520" h="1511300">
                  <a:moveTo>
                    <a:pt x="1049920" y="901700"/>
                  </a:moveTo>
                  <a:lnTo>
                    <a:pt x="1040612" y="901700"/>
                  </a:lnTo>
                  <a:lnTo>
                    <a:pt x="1033744" y="914400"/>
                  </a:lnTo>
                  <a:lnTo>
                    <a:pt x="1056854" y="914400"/>
                  </a:lnTo>
                  <a:lnTo>
                    <a:pt x="1049920" y="901700"/>
                  </a:lnTo>
                  <a:close/>
                </a:path>
                <a:path w="1239520" h="1511300">
                  <a:moveTo>
                    <a:pt x="512601" y="889000"/>
                  </a:moveTo>
                  <a:lnTo>
                    <a:pt x="482230" y="889000"/>
                  </a:lnTo>
                  <a:lnTo>
                    <a:pt x="487310" y="901700"/>
                  </a:lnTo>
                  <a:lnTo>
                    <a:pt x="506106" y="901700"/>
                  </a:lnTo>
                  <a:lnTo>
                    <a:pt x="512601" y="889000"/>
                  </a:lnTo>
                  <a:close/>
                </a:path>
                <a:path w="1239520" h="1511300">
                  <a:moveTo>
                    <a:pt x="491628" y="812800"/>
                  </a:moveTo>
                  <a:lnTo>
                    <a:pt x="447178" y="812800"/>
                  </a:lnTo>
                  <a:lnTo>
                    <a:pt x="479563" y="889000"/>
                  </a:lnTo>
                  <a:lnTo>
                    <a:pt x="516632" y="889000"/>
                  </a:lnTo>
                  <a:lnTo>
                    <a:pt x="517876" y="876300"/>
                  </a:lnTo>
                  <a:lnTo>
                    <a:pt x="516012" y="863600"/>
                  </a:lnTo>
                  <a:lnTo>
                    <a:pt x="491628" y="812800"/>
                  </a:lnTo>
                  <a:close/>
                </a:path>
                <a:path w="1239520" h="1511300">
                  <a:moveTo>
                    <a:pt x="1082548" y="863600"/>
                  </a:moveTo>
                  <a:lnTo>
                    <a:pt x="1049063" y="863600"/>
                  </a:lnTo>
                  <a:lnTo>
                    <a:pt x="1053766" y="876300"/>
                  </a:lnTo>
                  <a:lnTo>
                    <a:pt x="1076876" y="876300"/>
                  </a:lnTo>
                  <a:lnTo>
                    <a:pt x="1082548" y="863600"/>
                  </a:lnTo>
                  <a:close/>
                </a:path>
                <a:path w="1239520" h="1511300">
                  <a:moveTo>
                    <a:pt x="807858" y="850900"/>
                  </a:moveTo>
                  <a:lnTo>
                    <a:pt x="791475" y="850900"/>
                  </a:lnTo>
                  <a:lnTo>
                    <a:pt x="786522" y="863600"/>
                  </a:lnTo>
                  <a:lnTo>
                    <a:pt x="811795" y="863600"/>
                  </a:lnTo>
                  <a:lnTo>
                    <a:pt x="807858" y="850900"/>
                  </a:lnTo>
                  <a:close/>
                </a:path>
                <a:path w="1239520" h="1511300">
                  <a:moveTo>
                    <a:pt x="803540" y="317500"/>
                  </a:moveTo>
                  <a:lnTo>
                    <a:pt x="788316" y="317500"/>
                  </a:lnTo>
                  <a:lnTo>
                    <a:pt x="782627" y="330200"/>
                  </a:lnTo>
                  <a:lnTo>
                    <a:pt x="779283" y="330200"/>
                  </a:lnTo>
                  <a:lnTo>
                    <a:pt x="779018" y="342900"/>
                  </a:lnTo>
                  <a:lnTo>
                    <a:pt x="781728" y="342900"/>
                  </a:lnTo>
                  <a:lnTo>
                    <a:pt x="786963" y="355600"/>
                  </a:lnTo>
                  <a:lnTo>
                    <a:pt x="794269" y="355600"/>
                  </a:lnTo>
                  <a:lnTo>
                    <a:pt x="1198510" y="457200"/>
                  </a:lnTo>
                  <a:lnTo>
                    <a:pt x="1199399" y="457200"/>
                  </a:lnTo>
                  <a:lnTo>
                    <a:pt x="1187461" y="508000"/>
                  </a:lnTo>
                  <a:lnTo>
                    <a:pt x="1003692" y="508000"/>
                  </a:lnTo>
                  <a:lnTo>
                    <a:pt x="1149742" y="533400"/>
                  </a:lnTo>
                  <a:lnTo>
                    <a:pt x="1048015" y="850900"/>
                  </a:lnTo>
                  <a:lnTo>
                    <a:pt x="1046980" y="863600"/>
                  </a:lnTo>
                  <a:lnTo>
                    <a:pt x="1086242" y="863600"/>
                  </a:lnTo>
                  <a:lnTo>
                    <a:pt x="1189747" y="546100"/>
                  </a:lnTo>
                  <a:lnTo>
                    <a:pt x="1202255" y="546100"/>
                  </a:lnTo>
                  <a:lnTo>
                    <a:pt x="1213131" y="533400"/>
                  </a:lnTo>
                  <a:lnTo>
                    <a:pt x="1221555" y="520700"/>
                  </a:lnTo>
                  <a:lnTo>
                    <a:pt x="1226704" y="520700"/>
                  </a:lnTo>
                  <a:lnTo>
                    <a:pt x="1238642" y="469900"/>
                  </a:lnTo>
                  <a:lnTo>
                    <a:pt x="1239214" y="444500"/>
                  </a:lnTo>
                  <a:lnTo>
                    <a:pt x="1233594" y="431800"/>
                  </a:lnTo>
                  <a:lnTo>
                    <a:pt x="1222783" y="419100"/>
                  </a:lnTo>
                  <a:lnTo>
                    <a:pt x="1207781" y="419100"/>
                  </a:lnTo>
                  <a:lnTo>
                    <a:pt x="1177174" y="406400"/>
                  </a:lnTo>
                  <a:lnTo>
                    <a:pt x="1176389" y="393700"/>
                  </a:lnTo>
                  <a:lnTo>
                    <a:pt x="1095259" y="393700"/>
                  </a:lnTo>
                  <a:lnTo>
                    <a:pt x="1094468" y="381000"/>
                  </a:lnTo>
                  <a:lnTo>
                    <a:pt x="1054365" y="381000"/>
                  </a:lnTo>
                  <a:lnTo>
                    <a:pt x="803540" y="317500"/>
                  </a:lnTo>
                  <a:close/>
                </a:path>
                <a:path w="1239520" h="1511300">
                  <a:moveTo>
                    <a:pt x="460259" y="749300"/>
                  </a:moveTo>
                  <a:lnTo>
                    <a:pt x="440447" y="749300"/>
                  </a:lnTo>
                  <a:lnTo>
                    <a:pt x="333005" y="800100"/>
                  </a:lnTo>
                  <a:lnTo>
                    <a:pt x="326507" y="800100"/>
                  </a:lnTo>
                  <a:lnTo>
                    <a:pt x="322449" y="812800"/>
                  </a:lnTo>
                  <a:lnTo>
                    <a:pt x="321129" y="825500"/>
                  </a:lnTo>
                  <a:lnTo>
                    <a:pt x="322845" y="825500"/>
                  </a:lnTo>
                  <a:lnTo>
                    <a:pt x="325639" y="838200"/>
                  </a:lnTo>
                  <a:lnTo>
                    <a:pt x="349642" y="838200"/>
                  </a:lnTo>
                  <a:lnTo>
                    <a:pt x="405395" y="812800"/>
                  </a:lnTo>
                  <a:lnTo>
                    <a:pt x="491628" y="812800"/>
                  </a:lnTo>
                  <a:lnTo>
                    <a:pt x="467244" y="762000"/>
                  </a:lnTo>
                  <a:lnTo>
                    <a:pt x="463307" y="762000"/>
                  </a:lnTo>
                  <a:lnTo>
                    <a:pt x="460259" y="749300"/>
                  </a:lnTo>
                  <a:close/>
                </a:path>
                <a:path w="1239520" h="1511300">
                  <a:moveTo>
                    <a:pt x="705750" y="647700"/>
                  </a:moveTo>
                  <a:lnTo>
                    <a:pt x="615975" y="647700"/>
                  </a:lnTo>
                  <a:lnTo>
                    <a:pt x="572275" y="660400"/>
                  </a:lnTo>
                  <a:lnTo>
                    <a:pt x="530637" y="673100"/>
                  </a:lnTo>
                  <a:lnTo>
                    <a:pt x="492009" y="698500"/>
                  </a:lnTo>
                  <a:lnTo>
                    <a:pt x="486658" y="698500"/>
                  </a:lnTo>
                  <a:lnTo>
                    <a:pt x="484056" y="711200"/>
                  </a:lnTo>
                  <a:lnTo>
                    <a:pt x="484383" y="711200"/>
                  </a:lnTo>
                  <a:lnTo>
                    <a:pt x="487818" y="723900"/>
                  </a:lnTo>
                  <a:lnTo>
                    <a:pt x="490866" y="723900"/>
                  </a:lnTo>
                  <a:lnTo>
                    <a:pt x="494930" y="736600"/>
                  </a:lnTo>
                  <a:lnTo>
                    <a:pt x="511059" y="736600"/>
                  </a:lnTo>
                  <a:lnTo>
                    <a:pt x="516012" y="723900"/>
                  </a:lnTo>
                  <a:lnTo>
                    <a:pt x="557210" y="698500"/>
                  </a:lnTo>
                  <a:lnTo>
                    <a:pt x="602039" y="685800"/>
                  </a:lnTo>
                  <a:lnTo>
                    <a:pt x="789805" y="685800"/>
                  </a:lnTo>
                  <a:lnTo>
                    <a:pt x="750050" y="660400"/>
                  </a:lnTo>
                  <a:lnTo>
                    <a:pt x="705750" y="647700"/>
                  </a:lnTo>
                  <a:close/>
                </a:path>
                <a:path w="1239520" h="1511300">
                  <a:moveTo>
                    <a:pt x="708663" y="393700"/>
                  </a:moveTo>
                  <a:lnTo>
                    <a:pt x="542428" y="393700"/>
                  </a:lnTo>
                  <a:lnTo>
                    <a:pt x="962036" y="495300"/>
                  </a:lnTo>
                  <a:lnTo>
                    <a:pt x="913141" y="571500"/>
                  </a:lnTo>
                  <a:lnTo>
                    <a:pt x="910085" y="571500"/>
                  </a:lnTo>
                  <a:lnTo>
                    <a:pt x="910125" y="584200"/>
                  </a:lnTo>
                  <a:lnTo>
                    <a:pt x="913070" y="584200"/>
                  </a:lnTo>
                  <a:lnTo>
                    <a:pt x="918729" y="596900"/>
                  </a:lnTo>
                  <a:lnTo>
                    <a:pt x="941716" y="596900"/>
                  </a:lnTo>
                  <a:lnTo>
                    <a:pt x="946542" y="584200"/>
                  </a:lnTo>
                  <a:lnTo>
                    <a:pt x="1003692" y="508000"/>
                  </a:lnTo>
                  <a:lnTo>
                    <a:pt x="1185937" y="508000"/>
                  </a:lnTo>
                  <a:lnTo>
                    <a:pt x="708663" y="393700"/>
                  </a:lnTo>
                  <a:close/>
                </a:path>
                <a:path w="1239520" h="1511300">
                  <a:moveTo>
                    <a:pt x="542607" y="495300"/>
                  </a:moveTo>
                  <a:lnTo>
                    <a:pt x="520076" y="495300"/>
                  </a:lnTo>
                  <a:lnTo>
                    <a:pt x="528077" y="508000"/>
                  </a:lnTo>
                  <a:lnTo>
                    <a:pt x="534935" y="508000"/>
                  </a:lnTo>
                  <a:lnTo>
                    <a:pt x="542607" y="495300"/>
                  </a:lnTo>
                  <a:close/>
                </a:path>
                <a:path w="1239520" h="1511300">
                  <a:moveTo>
                    <a:pt x="496542" y="342900"/>
                  </a:moveTo>
                  <a:lnTo>
                    <a:pt x="354722" y="342900"/>
                  </a:lnTo>
                  <a:lnTo>
                    <a:pt x="500899" y="381000"/>
                  </a:lnTo>
                  <a:lnTo>
                    <a:pt x="512710" y="482600"/>
                  </a:lnTo>
                  <a:lnTo>
                    <a:pt x="513726" y="495300"/>
                  </a:lnTo>
                  <a:lnTo>
                    <a:pt x="552045" y="495300"/>
                  </a:lnTo>
                  <a:lnTo>
                    <a:pt x="552715" y="482600"/>
                  </a:lnTo>
                  <a:lnTo>
                    <a:pt x="542428" y="393700"/>
                  </a:lnTo>
                  <a:lnTo>
                    <a:pt x="708663" y="393700"/>
                  </a:lnTo>
                  <a:lnTo>
                    <a:pt x="496542" y="342900"/>
                  </a:lnTo>
                  <a:close/>
                </a:path>
                <a:path w="1239520" h="1511300">
                  <a:moveTo>
                    <a:pt x="763620" y="38100"/>
                  </a:moveTo>
                  <a:lnTo>
                    <a:pt x="592212" y="38100"/>
                  </a:lnTo>
                  <a:lnTo>
                    <a:pt x="1078241" y="152400"/>
                  </a:lnTo>
                  <a:lnTo>
                    <a:pt x="1096144" y="165100"/>
                  </a:lnTo>
                  <a:lnTo>
                    <a:pt x="1110404" y="177800"/>
                  </a:lnTo>
                  <a:lnTo>
                    <a:pt x="1120140" y="190500"/>
                  </a:lnTo>
                  <a:lnTo>
                    <a:pt x="1124469" y="215900"/>
                  </a:lnTo>
                  <a:lnTo>
                    <a:pt x="1136153" y="393700"/>
                  </a:lnTo>
                  <a:lnTo>
                    <a:pt x="1176389" y="393700"/>
                  </a:lnTo>
                  <a:lnTo>
                    <a:pt x="1164601" y="203200"/>
                  </a:lnTo>
                  <a:lnTo>
                    <a:pt x="1141265" y="152400"/>
                  </a:lnTo>
                  <a:lnTo>
                    <a:pt x="1087639" y="114300"/>
                  </a:lnTo>
                  <a:lnTo>
                    <a:pt x="763620" y="38100"/>
                  </a:lnTo>
                  <a:close/>
                </a:path>
                <a:path w="1239520" h="1511300">
                  <a:moveTo>
                    <a:pt x="800097" y="127000"/>
                  </a:moveTo>
                  <a:lnTo>
                    <a:pt x="587894" y="127000"/>
                  </a:lnTo>
                  <a:lnTo>
                    <a:pt x="1045094" y="228600"/>
                  </a:lnTo>
                  <a:lnTo>
                    <a:pt x="1054365" y="381000"/>
                  </a:lnTo>
                  <a:lnTo>
                    <a:pt x="1094468" y="381000"/>
                  </a:lnTo>
                  <a:lnTo>
                    <a:pt x="1084972" y="228600"/>
                  </a:lnTo>
                  <a:lnTo>
                    <a:pt x="1082399" y="215900"/>
                  </a:lnTo>
                  <a:lnTo>
                    <a:pt x="1076575" y="203200"/>
                  </a:lnTo>
                  <a:lnTo>
                    <a:pt x="1068060" y="203200"/>
                  </a:lnTo>
                  <a:lnTo>
                    <a:pt x="1057413" y="190500"/>
                  </a:lnTo>
                  <a:lnTo>
                    <a:pt x="800097" y="127000"/>
                  </a:lnTo>
                  <a:close/>
                </a:path>
                <a:path w="1239520" h="1511300">
                  <a:moveTo>
                    <a:pt x="512710" y="254000"/>
                  </a:moveTo>
                  <a:lnTo>
                    <a:pt x="349896" y="254000"/>
                  </a:lnTo>
                  <a:lnTo>
                    <a:pt x="715910" y="342900"/>
                  </a:lnTo>
                  <a:lnTo>
                    <a:pt x="723951" y="342900"/>
                  </a:lnTo>
                  <a:lnTo>
                    <a:pt x="731182" y="330200"/>
                  </a:lnTo>
                  <a:lnTo>
                    <a:pt x="736842" y="330200"/>
                  </a:lnTo>
                  <a:lnTo>
                    <a:pt x="740167" y="317500"/>
                  </a:lnTo>
                  <a:lnTo>
                    <a:pt x="740489" y="317500"/>
                  </a:lnTo>
                  <a:lnTo>
                    <a:pt x="737786" y="304800"/>
                  </a:lnTo>
                  <a:lnTo>
                    <a:pt x="725308" y="304800"/>
                  </a:lnTo>
                  <a:lnTo>
                    <a:pt x="512710" y="254000"/>
                  </a:lnTo>
                  <a:close/>
                </a:path>
                <a:path w="1239520" h="1511300">
                  <a:moveTo>
                    <a:pt x="594244" y="76200"/>
                  </a:moveTo>
                  <a:lnTo>
                    <a:pt x="582733" y="76200"/>
                  </a:lnTo>
                  <a:lnTo>
                    <a:pt x="571781" y="88900"/>
                  </a:lnTo>
                  <a:lnTo>
                    <a:pt x="562187" y="88900"/>
                  </a:lnTo>
                  <a:lnTo>
                    <a:pt x="554747" y="101600"/>
                  </a:lnTo>
                  <a:lnTo>
                    <a:pt x="471816" y="241300"/>
                  </a:lnTo>
                  <a:lnTo>
                    <a:pt x="520229" y="241300"/>
                  </a:lnTo>
                  <a:lnTo>
                    <a:pt x="587894" y="127000"/>
                  </a:lnTo>
                  <a:lnTo>
                    <a:pt x="800097" y="127000"/>
                  </a:lnTo>
                  <a:lnTo>
                    <a:pt x="594244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49" y="0"/>
            <a:ext cx="9182100" cy="302260"/>
            <a:chOff x="-19049" y="0"/>
            <a:chExt cx="9182100" cy="302260"/>
          </a:xfrm>
        </p:grpSpPr>
        <p:sp>
          <p:nvSpPr>
            <p:cNvPr id="3" name="object 3"/>
            <p:cNvSpPr/>
            <p:nvPr/>
          </p:nvSpPr>
          <p:spPr>
            <a:xfrm>
              <a:off x="7850886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0" y="263651"/>
                  </a:moveTo>
                  <a:lnTo>
                    <a:pt x="1293114" y="263651"/>
                  </a:lnTo>
                  <a:lnTo>
                    <a:pt x="129311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solidFill>
              <a:srgbClr val="157E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850886" y="245364"/>
              <a:ext cx="1293495" cy="38100"/>
            </a:xfrm>
            <a:custGeom>
              <a:avLst/>
              <a:gdLst/>
              <a:ahLst/>
              <a:cxnLst/>
              <a:rect l="l" t="t" r="r" b="b"/>
              <a:pathLst>
                <a:path w="1293495" h="38100">
                  <a:moveTo>
                    <a:pt x="0" y="38100"/>
                  </a:moveTo>
                  <a:lnTo>
                    <a:pt x="1293114" y="38100"/>
                  </a:lnTo>
                  <a:lnTo>
                    <a:pt x="1293114" y="0"/>
                  </a:lnTo>
                  <a:lnTo>
                    <a:pt x="0" y="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50886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1293114" y="0"/>
                  </a:moveTo>
                  <a:lnTo>
                    <a:pt x="0" y="0"/>
                  </a:lnTo>
                  <a:lnTo>
                    <a:pt x="0" y="26365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40246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1310640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40" y="263651"/>
                  </a:lnTo>
                  <a:lnTo>
                    <a:pt x="1310640" y="0"/>
                  </a:lnTo>
                  <a:close/>
                </a:path>
              </a:pathLst>
            </a:custGeom>
            <a:solidFill>
              <a:srgbClr val="49B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40246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40" h="264160">
                  <a:moveTo>
                    <a:pt x="0" y="263651"/>
                  </a:moveTo>
                  <a:lnTo>
                    <a:pt x="1310640" y="263651"/>
                  </a:lnTo>
                  <a:lnTo>
                    <a:pt x="1310640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28081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C0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28081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15917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0073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15917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05278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1310639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0639" y="263651"/>
                  </a:lnTo>
                  <a:lnTo>
                    <a:pt x="1310639" y="0"/>
                  </a:lnTo>
                  <a:close/>
                </a:path>
              </a:pathLst>
            </a:custGeom>
            <a:solidFill>
              <a:srgbClr val="12AA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05278" y="761"/>
              <a:ext cx="1310640" cy="264160"/>
            </a:xfrm>
            <a:custGeom>
              <a:avLst/>
              <a:gdLst/>
              <a:ahLst/>
              <a:cxnLst/>
              <a:rect l="l" t="t" r="r" b="b"/>
              <a:pathLst>
                <a:path w="1310639" h="264160">
                  <a:moveTo>
                    <a:pt x="0" y="263651"/>
                  </a:moveTo>
                  <a:lnTo>
                    <a:pt x="1310639" y="263651"/>
                  </a:lnTo>
                  <a:lnTo>
                    <a:pt x="1310639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93113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1312164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12164" y="263651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157B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93113" y="761"/>
              <a:ext cx="1312545" cy="264160"/>
            </a:xfrm>
            <a:custGeom>
              <a:avLst/>
              <a:gdLst/>
              <a:ahLst/>
              <a:cxnLst/>
              <a:rect l="l" t="t" r="r" b="b"/>
              <a:pathLst>
                <a:path w="1312545" h="264160">
                  <a:moveTo>
                    <a:pt x="0" y="263651"/>
                  </a:moveTo>
                  <a:lnTo>
                    <a:pt x="1312164" y="263651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1293113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293113" y="263651"/>
                  </a:lnTo>
                  <a:lnTo>
                    <a:pt x="1293113" y="0"/>
                  </a:lnTo>
                  <a:close/>
                </a:path>
              </a:pathLst>
            </a:custGeom>
            <a:solidFill>
              <a:srgbClr val="F78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761"/>
              <a:ext cx="1293495" cy="264160"/>
            </a:xfrm>
            <a:custGeom>
              <a:avLst/>
              <a:gdLst/>
              <a:ahLst/>
              <a:cxnLst/>
              <a:rect l="l" t="t" r="r" b="b"/>
              <a:pathLst>
                <a:path w="1293495" h="264160">
                  <a:moveTo>
                    <a:pt x="0" y="263651"/>
                  </a:moveTo>
                  <a:lnTo>
                    <a:pt x="1293113" y="263651"/>
                  </a:lnTo>
                  <a:lnTo>
                    <a:pt x="1293113" y="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2784094" y="1449146"/>
            <a:ext cx="357124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200" b="1" spc="-165" dirty="0">
                <a:latin typeface="Tahoma"/>
                <a:cs typeface="Tahoma"/>
              </a:rPr>
              <a:t>TERIMA</a:t>
            </a:r>
            <a:endParaRPr sz="7200">
              <a:latin typeface="Tahoma"/>
              <a:cs typeface="Tahoma"/>
            </a:endParaRPr>
          </a:p>
          <a:p>
            <a:pPr marL="6350" algn="ctr">
              <a:lnSpc>
                <a:spcPct val="100000"/>
              </a:lnSpc>
              <a:spcBef>
                <a:spcPts val="5"/>
              </a:spcBef>
            </a:pPr>
            <a:r>
              <a:rPr sz="7200" b="1" spc="-204" dirty="0">
                <a:solidFill>
                  <a:srgbClr val="12AAC6"/>
                </a:solidFill>
                <a:latin typeface="Tahoma"/>
                <a:cs typeface="Tahoma"/>
              </a:rPr>
              <a:t>KA</a:t>
            </a:r>
            <a:r>
              <a:rPr sz="7200" b="1" u="heavy" spc="-204" dirty="0">
                <a:solidFill>
                  <a:srgbClr val="12AAC6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</a:t>
            </a:r>
            <a:r>
              <a:rPr sz="7200" b="1" spc="-204" dirty="0">
                <a:solidFill>
                  <a:srgbClr val="12AAC6"/>
                </a:solidFill>
                <a:latin typeface="Tahoma"/>
                <a:cs typeface="Tahoma"/>
              </a:rPr>
              <a:t>IH</a:t>
            </a:r>
            <a:endParaRPr sz="72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9060" y="1444752"/>
            <a:ext cx="1931035" cy="2103120"/>
            <a:chOff x="99060" y="1444752"/>
            <a:chExt cx="1931035" cy="210312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" y="1444752"/>
              <a:ext cx="1930908" cy="210312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77586" y="1504007"/>
              <a:ext cx="1778635" cy="1951355"/>
            </a:xfrm>
            <a:custGeom>
              <a:avLst/>
              <a:gdLst/>
              <a:ahLst/>
              <a:cxnLst/>
              <a:rect l="l" t="t" r="r" b="b"/>
              <a:pathLst>
                <a:path w="1778635" h="1951354">
                  <a:moveTo>
                    <a:pt x="1117490" y="0"/>
                  </a:moveTo>
                  <a:lnTo>
                    <a:pt x="1071612" y="2798"/>
                  </a:lnTo>
                  <a:lnTo>
                    <a:pt x="1025853" y="15039"/>
                  </a:lnTo>
                  <a:lnTo>
                    <a:pt x="151013" y="345874"/>
                  </a:lnTo>
                  <a:lnTo>
                    <a:pt x="108612" y="366997"/>
                  </a:lnTo>
                  <a:lnTo>
                    <a:pt x="72375" y="395267"/>
                  </a:lnTo>
                  <a:lnTo>
                    <a:pt x="42848" y="429476"/>
                  </a:lnTo>
                  <a:lnTo>
                    <a:pt x="20579" y="468413"/>
                  </a:lnTo>
                  <a:lnTo>
                    <a:pt x="6114" y="510869"/>
                  </a:lnTo>
                  <a:lnTo>
                    <a:pt x="0" y="555632"/>
                  </a:lnTo>
                  <a:lnTo>
                    <a:pt x="2782" y="601495"/>
                  </a:lnTo>
                  <a:lnTo>
                    <a:pt x="15009" y="647245"/>
                  </a:lnTo>
                  <a:lnTo>
                    <a:pt x="450885" y="1799770"/>
                  </a:lnTo>
                  <a:lnTo>
                    <a:pt x="471999" y="1842166"/>
                  </a:lnTo>
                  <a:lnTo>
                    <a:pt x="500271" y="1878405"/>
                  </a:lnTo>
                  <a:lnTo>
                    <a:pt x="534487" y="1907938"/>
                  </a:lnTo>
                  <a:lnTo>
                    <a:pt x="573437" y="1930215"/>
                  </a:lnTo>
                  <a:lnTo>
                    <a:pt x="615908" y="1944688"/>
                  </a:lnTo>
                  <a:lnTo>
                    <a:pt x="660687" y="1950807"/>
                  </a:lnTo>
                  <a:lnTo>
                    <a:pt x="706561" y="1948023"/>
                  </a:lnTo>
                  <a:lnTo>
                    <a:pt x="752320" y="1935787"/>
                  </a:lnTo>
                  <a:lnTo>
                    <a:pt x="1627210" y="1604952"/>
                  </a:lnTo>
                  <a:lnTo>
                    <a:pt x="1669601" y="1583824"/>
                  </a:lnTo>
                  <a:lnTo>
                    <a:pt x="1705827" y="1555539"/>
                  </a:lnTo>
                  <a:lnTo>
                    <a:pt x="1735344" y="1521310"/>
                  </a:lnTo>
                  <a:lnTo>
                    <a:pt x="1757607" y="1482349"/>
                  </a:lnTo>
                  <a:lnTo>
                    <a:pt x="1772072" y="1439871"/>
                  </a:lnTo>
                  <a:lnTo>
                    <a:pt x="1778193" y="1395087"/>
                  </a:lnTo>
                  <a:lnTo>
                    <a:pt x="1775427" y="1349210"/>
                  </a:lnTo>
                  <a:lnTo>
                    <a:pt x="1763227" y="1303454"/>
                  </a:lnTo>
                  <a:lnTo>
                    <a:pt x="1327236" y="150929"/>
                  </a:lnTo>
                  <a:lnTo>
                    <a:pt x="1306150" y="108539"/>
                  </a:lnTo>
                  <a:lnTo>
                    <a:pt x="1277897" y="72314"/>
                  </a:lnTo>
                  <a:lnTo>
                    <a:pt x="1243689" y="42802"/>
                  </a:lnTo>
                  <a:lnTo>
                    <a:pt x="1204743" y="20548"/>
                  </a:lnTo>
                  <a:lnTo>
                    <a:pt x="1162272" y="6098"/>
                  </a:lnTo>
                  <a:lnTo>
                    <a:pt x="11174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7586" y="1504007"/>
              <a:ext cx="1778635" cy="1951355"/>
            </a:xfrm>
            <a:custGeom>
              <a:avLst/>
              <a:gdLst/>
              <a:ahLst/>
              <a:cxnLst/>
              <a:rect l="l" t="t" r="r" b="b"/>
              <a:pathLst>
                <a:path w="1778635" h="1951354">
                  <a:moveTo>
                    <a:pt x="15009" y="647245"/>
                  </a:moveTo>
                  <a:lnTo>
                    <a:pt x="2782" y="601495"/>
                  </a:lnTo>
                  <a:lnTo>
                    <a:pt x="0" y="555632"/>
                  </a:lnTo>
                  <a:lnTo>
                    <a:pt x="6114" y="510869"/>
                  </a:lnTo>
                  <a:lnTo>
                    <a:pt x="20579" y="468413"/>
                  </a:lnTo>
                  <a:lnTo>
                    <a:pt x="42848" y="429476"/>
                  </a:lnTo>
                  <a:lnTo>
                    <a:pt x="72375" y="395267"/>
                  </a:lnTo>
                  <a:lnTo>
                    <a:pt x="108612" y="366997"/>
                  </a:lnTo>
                  <a:lnTo>
                    <a:pt x="151013" y="345874"/>
                  </a:lnTo>
                  <a:lnTo>
                    <a:pt x="1025853" y="15039"/>
                  </a:lnTo>
                  <a:lnTo>
                    <a:pt x="1071612" y="2798"/>
                  </a:lnTo>
                  <a:lnTo>
                    <a:pt x="1117490" y="0"/>
                  </a:lnTo>
                  <a:lnTo>
                    <a:pt x="1162272" y="6098"/>
                  </a:lnTo>
                  <a:lnTo>
                    <a:pt x="1204743" y="20548"/>
                  </a:lnTo>
                  <a:lnTo>
                    <a:pt x="1243689" y="42802"/>
                  </a:lnTo>
                  <a:lnTo>
                    <a:pt x="1277897" y="72314"/>
                  </a:lnTo>
                  <a:lnTo>
                    <a:pt x="1306150" y="108539"/>
                  </a:lnTo>
                  <a:lnTo>
                    <a:pt x="1327236" y="150929"/>
                  </a:lnTo>
                  <a:lnTo>
                    <a:pt x="1763227" y="1303454"/>
                  </a:lnTo>
                  <a:lnTo>
                    <a:pt x="1775427" y="1349210"/>
                  </a:lnTo>
                  <a:lnTo>
                    <a:pt x="1778193" y="1395087"/>
                  </a:lnTo>
                  <a:lnTo>
                    <a:pt x="1772072" y="1439871"/>
                  </a:lnTo>
                  <a:lnTo>
                    <a:pt x="1757607" y="1482349"/>
                  </a:lnTo>
                  <a:lnTo>
                    <a:pt x="1735344" y="1521310"/>
                  </a:lnTo>
                  <a:lnTo>
                    <a:pt x="1705827" y="1555539"/>
                  </a:lnTo>
                  <a:lnTo>
                    <a:pt x="1669601" y="1583824"/>
                  </a:lnTo>
                  <a:lnTo>
                    <a:pt x="1627210" y="1604952"/>
                  </a:lnTo>
                  <a:lnTo>
                    <a:pt x="752320" y="1935787"/>
                  </a:lnTo>
                  <a:lnTo>
                    <a:pt x="706561" y="1948023"/>
                  </a:lnTo>
                  <a:lnTo>
                    <a:pt x="660687" y="1950807"/>
                  </a:lnTo>
                  <a:lnTo>
                    <a:pt x="615908" y="1944688"/>
                  </a:lnTo>
                  <a:lnTo>
                    <a:pt x="573437" y="1930215"/>
                  </a:lnTo>
                  <a:lnTo>
                    <a:pt x="534487" y="1907938"/>
                  </a:lnTo>
                  <a:lnTo>
                    <a:pt x="500271" y="1878405"/>
                  </a:lnTo>
                  <a:lnTo>
                    <a:pt x="471999" y="1842166"/>
                  </a:lnTo>
                  <a:lnTo>
                    <a:pt x="450885" y="1799770"/>
                  </a:lnTo>
                  <a:lnTo>
                    <a:pt x="15009" y="64724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2485" y="2101850"/>
              <a:ext cx="207645" cy="203200"/>
            </a:xfrm>
            <a:custGeom>
              <a:avLst/>
              <a:gdLst/>
              <a:ahLst/>
              <a:cxnLst/>
              <a:rect l="l" t="t" r="r" b="b"/>
              <a:pathLst>
                <a:path w="207645" h="203200">
                  <a:moveTo>
                    <a:pt x="62268" y="0"/>
                  </a:moveTo>
                  <a:lnTo>
                    <a:pt x="0" y="138049"/>
                  </a:lnTo>
                  <a:lnTo>
                    <a:pt x="144856" y="203200"/>
                  </a:lnTo>
                  <a:lnTo>
                    <a:pt x="207124" y="65277"/>
                  </a:lnTo>
                  <a:lnTo>
                    <a:pt x="62268" y="0"/>
                  </a:lnTo>
                  <a:close/>
                </a:path>
              </a:pathLst>
            </a:custGeom>
            <a:solidFill>
              <a:srgbClr val="12AA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9710" y="1831560"/>
              <a:ext cx="1167765" cy="1357630"/>
            </a:xfrm>
            <a:custGeom>
              <a:avLst/>
              <a:gdLst/>
              <a:ahLst/>
              <a:cxnLst/>
              <a:rect l="l" t="t" r="r" b="b"/>
              <a:pathLst>
                <a:path w="1167764" h="1357630">
                  <a:moveTo>
                    <a:pt x="746393" y="0"/>
                  </a:moveTo>
                  <a:lnTo>
                    <a:pt x="187267" y="205138"/>
                  </a:lnTo>
                  <a:lnTo>
                    <a:pt x="153320" y="231195"/>
                  </a:lnTo>
                  <a:lnTo>
                    <a:pt x="6800" y="546133"/>
                  </a:lnTo>
                  <a:lnTo>
                    <a:pt x="0" y="574772"/>
                  </a:lnTo>
                  <a:lnTo>
                    <a:pt x="953" y="589424"/>
                  </a:lnTo>
                  <a:lnTo>
                    <a:pt x="271608" y="1309149"/>
                  </a:lnTo>
                  <a:lnTo>
                    <a:pt x="310648" y="1350726"/>
                  </a:lnTo>
                  <a:lnTo>
                    <a:pt x="338445" y="1357316"/>
                  </a:lnTo>
                  <a:lnTo>
                    <a:pt x="367633" y="1352583"/>
                  </a:lnTo>
                  <a:lnTo>
                    <a:pt x="1119295" y="1068230"/>
                  </a:lnTo>
                  <a:lnTo>
                    <a:pt x="1144403" y="1052478"/>
                  </a:lnTo>
                  <a:lnTo>
                    <a:pt x="1160903" y="1029178"/>
                  </a:lnTo>
                  <a:lnTo>
                    <a:pt x="1167426" y="1001400"/>
                  </a:lnTo>
                  <a:lnTo>
                    <a:pt x="1162602" y="972218"/>
                  </a:lnTo>
                  <a:lnTo>
                    <a:pt x="942066" y="389143"/>
                  </a:lnTo>
                  <a:lnTo>
                    <a:pt x="376955" y="389143"/>
                  </a:lnTo>
                  <a:lnTo>
                    <a:pt x="349826" y="382764"/>
                  </a:lnTo>
                  <a:lnTo>
                    <a:pt x="327075" y="366692"/>
                  </a:lnTo>
                  <a:lnTo>
                    <a:pt x="311727" y="342298"/>
                  </a:lnTo>
                  <a:lnTo>
                    <a:pt x="307054" y="313755"/>
                  </a:lnTo>
                  <a:lnTo>
                    <a:pt x="313431" y="286545"/>
                  </a:lnTo>
                  <a:lnTo>
                    <a:pt x="329506" y="263717"/>
                  </a:lnTo>
                  <a:lnTo>
                    <a:pt x="353929" y="248318"/>
                  </a:lnTo>
                  <a:lnTo>
                    <a:pt x="649331" y="136558"/>
                  </a:lnTo>
                  <a:lnTo>
                    <a:pt x="677936" y="131917"/>
                  </a:lnTo>
                  <a:lnTo>
                    <a:pt x="844775" y="131917"/>
                  </a:lnTo>
                  <a:lnTo>
                    <a:pt x="813098" y="48166"/>
                  </a:lnTo>
                  <a:lnTo>
                    <a:pt x="797435" y="23094"/>
                  </a:lnTo>
                  <a:lnTo>
                    <a:pt x="774188" y="6558"/>
                  </a:lnTo>
                  <a:lnTo>
                    <a:pt x="746393" y="0"/>
                  </a:lnTo>
                  <a:close/>
                </a:path>
                <a:path w="1167764" h="1357630">
                  <a:moveTo>
                    <a:pt x="844775" y="131917"/>
                  </a:moveTo>
                  <a:lnTo>
                    <a:pt x="677936" y="131917"/>
                  </a:lnTo>
                  <a:lnTo>
                    <a:pt x="705148" y="138384"/>
                  </a:lnTo>
                  <a:lnTo>
                    <a:pt x="727931" y="154543"/>
                  </a:lnTo>
                  <a:lnTo>
                    <a:pt x="743248" y="178976"/>
                  </a:lnTo>
                  <a:lnTo>
                    <a:pt x="747925" y="207482"/>
                  </a:lnTo>
                  <a:lnTo>
                    <a:pt x="741518" y="234618"/>
                  </a:lnTo>
                  <a:lnTo>
                    <a:pt x="725371" y="257397"/>
                  </a:lnTo>
                  <a:lnTo>
                    <a:pt x="700830" y="272829"/>
                  </a:lnTo>
                  <a:lnTo>
                    <a:pt x="405441" y="384462"/>
                  </a:lnTo>
                  <a:lnTo>
                    <a:pt x="376955" y="389143"/>
                  </a:lnTo>
                  <a:lnTo>
                    <a:pt x="942066" y="389143"/>
                  </a:lnTo>
                  <a:lnTo>
                    <a:pt x="844775" y="131917"/>
                  </a:lnTo>
                  <a:close/>
                </a:path>
              </a:pathLst>
            </a:custGeom>
            <a:solidFill>
              <a:srgbClr val="0073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24516" y="2023633"/>
              <a:ext cx="185420" cy="256540"/>
            </a:xfrm>
            <a:custGeom>
              <a:avLst/>
              <a:gdLst/>
              <a:ahLst/>
              <a:cxnLst/>
              <a:rect l="l" t="t" r="r" b="b"/>
              <a:pathLst>
                <a:path w="185420" h="256539">
                  <a:moveTo>
                    <a:pt x="110699" y="0"/>
                  </a:moveTo>
                  <a:lnTo>
                    <a:pt x="75901" y="21955"/>
                  </a:lnTo>
                  <a:lnTo>
                    <a:pt x="3282" y="182610"/>
                  </a:lnTo>
                  <a:lnTo>
                    <a:pt x="0" y="196988"/>
                  </a:lnTo>
                  <a:lnTo>
                    <a:pt x="2414" y="211058"/>
                  </a:lnTo>
                  <a:lnTo>
                    <a:pt x="9917" y="223222"/>
                  </a:lnTo>
                  <a:lnTo>
                    <a:pt x="21900" y="231886"/>
                  </a:lnTo>
                  <a:lnTo>
                    <a:pt x="76180" y="256270"/>
                  </a:lnTo>
                  <a:lnTo>
                    <a:pt x="80955" y="256270"/>
                  </a:lnTo>
                  <a:lnTo>
                    <a:pt x="89325" y="253095"/>
                  </a:lnTo>
                  <a:lnTo>
                    <a:pt x="92906" y="250047"/>
                  </a:lnTo>
                  <a:lnTo>
                    <a:pt x="183698" y="48752"/>
                  </a:lnTo>
                  <a:lnTo>
                    <a:pt x="185223" y="41999"/>
                  </a:lnTo>
                  <a:lnTo>
                    <a:pt x="184086" y="35401"/>
                  </a:lnTo>
                  <a:lnTo>
                    <a:pt x="125126" y="3413"/>
                  </a:lnTo>
                  <a:lnTo>
                    <a:pt x="110699" y="0"/>
                  </a:lnTo>
                  <a:close/>
                </a:path>
              </a:pathLst>
            </a:custGeom>
            <a:solidFill>
              <a:srgbClr val="F78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97326" y="2174313"/>
              <a:ext cx="936625" cy="901065"/>
            </a:xfrm>
            <a:custGeom>
              <a:avLst/>
              <a:gdLst/>
              <a:ahLst/>
              <a:cxnLst/>
              <a:rect l="l" t="t" r="r" b="b"/>
              <a:pathLst>
                <a:path w="936625" h="901064">
                  <a:moveTo>
                    <a:pt x="684514" y="0"/>
                  </a:moveTo>
                  <a:lnTo>
                    <a:pt x="16032" y="250751"/>
                  </a:lnTo>
                  <a:lnTo>
                    <a:pt x="0" y="273022"/>
                  </a:lnTo>
                  <a:lnTo>
                    <a:pt x="1592" y="282755"/>
                  </a:lnTo>
                  <a:lnTo>
                    <a:pt x="229316" y="884862"/>
                  </a:lnTo>
                  <a:lnTo>
                    <a:pt x="234561" y="893214"/>
                  </a:lnTo>
                  <a:lnTo>
                    <a:pt x="242333" y="898721"/>
                  </a:lnTo>
                  <a:lnTo>
                    <a:pt x="251601" y="900918"/>
                  </a:lnTo>
                  <a:lnTo>
                    <a:pt x="261332" y="899340"/>
                  </a:lnTo>
                  <a:lnTo>
                    <a:pt x="920145" y="650166"/>
                  </a:lnTo>
                  <a:lnTo>
                    <a:pt x="928497" y="644933"/>
                  </a:lnTo>
                  <a:lnTo>
                    <a:pt x="934004" y="637164"/>
                  </a:lnTo>
                  <a:lnTo>
                    <a:pt x="936200" y="627895"/>
                  </a:lnTo>
                  <a:lnTo>
                    <a:pt x="934623" y="618162"/>
                  </a:lnTo>
                  <a:lnTo>
                    <a:pt x="706785" y="16055"/>
                  </a:lnTo>
                  <a:lnTo>
                    <a:pt x="701552" y="7703"/>
                  </a:lnTo>
                  <a:lnTo>
                    <a:pt x="693783" y="2196"/>
                  </a:lnTo>
                  <a:lnTo>
                    <a:pt x="6845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9674" y="2407793"/>
              <a:ext cx="153655" cy="23113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5761" y="2759487"/>
              <a:ext cx="232384" cy="15379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4063" y="2630773"/>
              <a:ext cx="232410" cy="15374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05914" y="1823200"/>
              <a:ext cx="1360170" cy="1384300"/>
            </a:xfrm>
            <a:custGeom>
              <a:avLst/>
              <a:gdLst/>
              <a:ahLst/>
              <a:cxnLst/>
              <a:rect l="l" t="t" r="r" b="b"/>
              <a:pathLst>
                <a:path w="1360170" h="1384300">
                  <a:moveTo>
                    <a:pt x="727925" y="63500"/>
                  </a:moveTo>
                  <a:lnTo>
                    <a:pt x="713654" y="63500"/>
                  </a:lnTo>
                  <a:lnTo>
                    <a:pt x="354523" y="203200"/>
                  </a:lnTo>
                  <a:lnTo>
                    <a:pt x="338175" y="215900"/>
                  </a:lnTo>
                  <a:lnTo>
                    <a:pt x="323903" y="215900"/>
                  </a:lnTo>
                  <a:lnTo>
                    <a:pt x="312032" y="241300"/>
                  </a:lnTo>
                  <a:lnTo>
                    <a:pt x="302885" y="254000"/>
                  </a:lnTo>
                  <a:lnTo>
                    <a:pt x="278006" y="304800"/>
                  </a:lnTo>
                  <a:lnTo>
                    <a:pt x="198300" y="304800"/>
                  </a:lnTo>
                  <a:lnTo>
                    <a:pt x="262385" y="342900"/>
                  </a:lnTo>
                  <a:lnTo>
                    <a:pt x="214772" y="444500"/>
                  </a:lnTo>
                  <a:lnTo>
                    <a:pt x="135842" y="444500"/>
                  </a:lnTo>
                  <a:lnTo>
                    <a:pt x="199088" y="469900"/>
                  </a:lnTo>
                  <a:lnTo>
                    <a:pt x="163693" y="558800"/>
                  </a:lnTo>
                  <a:lnTo>
                    <a:pt x="157661" y="571500"/>
                  </a:lnTo>
                  <a:lnTo>
                    <a:pt x="155217" y="584200"/>
                  </a:lnTo>
                  <a:lnTo>
                    <a:pt x="156376" y="609600"/>
                  </a:lnTo>
                  <a:lnTo>
                    <a:pt x="427942" y="1333500"/>
                  </a:lnTo>
                  <a:lnTo>
                    <a:pt x="447617" y="1358900"/>
                  </a:lnTo>
                  <a:lnTo>
                    <a:pt x="476767" y="1384300"/>
                  </a:lnTo>
                  <a:lnTo>
                    <a:pt x="548033" y="1384300"/>
                  </a:lnTo>
                  <a:lnTo>
                    <a:pt x="616366" y="1358900"/>
                  </a:lnTo>
                  <a:lnTo>
                    <a:pt x="512961" y="1358900"/>
                  </a:lnTo>
                  <a:lnTo>
                    <a:pt x="492126" y="1346200"/>
                  </a:lnTo>
                  <a:lnTo>
                    <a:pt x="462867" y="1320800"/>
                  </a:lnTo>
                  <a:lnTo>
                    <a:pt x="196078" y="609600"/>
                  </a:lnTo>
                  <a:lnTo>
                    <a:pt x="192471" y="584200"/>
                  </a:lnTo>
                  <a:lnTo>
                    <a:pt x="193921" y="584200"/>
                  </a:lnTo>
                  <a:lnTo>
                    <a:pt x="197551" y="571500"/>
                  </a:lnTo>
                  <a:lnTo>
                    <a:pt x="240833" y="469900"/>
                  </a:lnTo>
                  <a:lnTo>
                    <a:pt x="304244" y="342900"/>
                  </a:lnTo>
                  <a:lnTo>
                    <a:pt x="336756" y="266700"/>
                  </a:lnTo>
                  <a:lnTo>
                    <a:pt x="342261" y="254000"/>
                  </a:lnTo>
                  <a:lnTo>
                    <a:pt x="349373" y="254000"/>
                  </a:lnTo>
                  <a:lnTo>
                    <a:pt x="357905" y="241300"/>
                  </a:lnTo>
                  <a:lnTo>
                    <a:pt x="367668" y="241300"/>
                  </a:lnTo>
                  <a:lnTo>
                    <a:pt x="726786" y="101600"/>
                  </a:lnTo>
                  <a:lnTo>
                    <a:pt x="733074" y="101600"/>
                  </a:lnTo>
                  <a:lnTo>
                    <a:pt x="737211" y="88900"/>
                  </a:lnTo>
                  <a:lnTo>
                    <a:pt x="738850" y="88900"/>
                  </a:lnTo>
                  <a:lnTo>
                    <a:pt x="737644" y="76200"/>
                  </a:lnTo>
                  <a:lnTo>
                    <a:pt x="733742" y="76200"/>
                  </a:lnTo>
                  <a:lnTo>
                    <a:pt x="727925" y="63500"/>
                  </a:lnTo>
                  <a:close/>
                </a:path>
                <a:path w="1360170" h="1384300">
                  <a:moveTo>
                    <a:pt x="955652" y="0"/>
                  </a:moveTo>
                  <a:lnTo>
                    <a:pt x="884405" y="0"/>
                  </a:lnTo>
                  <a:lnTo>
                    <a:pt x="783313" y="38100"/>
                  </a:lnTo>
                  <a:lnTo>
                    <a:pt x="940317" y="38100"/>
                  </a:lnTo>
                  <a:lnTo>
                    <a:pt x="957851" y="50800"/>
                  </a:lnTo>
                  <a:lnTo>
                    <a:pt x="969622" y="63500"/>
                  </a:lnTo>
                  <a:lnTo>
                    <a:pt x="1319126" y="990600"/>
                  </a:lnTo>
                  <a:lnTo>
                    <a:pt x="1322688" y="1016000"/>
                  </a:lnTo>
                  <a:lnTo>
                    <a:pt x="1317713" y="1041400"/>
                  </a:lnTo>
                  <a:lnTo>
                    <a:pt x="1305285" y="1054100"/>
                  </a:lnTo>
                  <a:lnTo>
                    <a:pt x="1286487" y="1066800"/>
                  </a:lnTo>
                  <a:lnTo>
                    <a:pt x="534825" y="1346200"/>
                  </a:lnTo>
                  <a:lnTo>
                    <a:pt x="512961" y="1358900"/>
                  </a:lnTo>
                  <a:lnTo>
                    <a:pt x="616366" y="1358900"/>
                  </a:lnTo>
                  <a:lnTo>
                    <a:pt x="1299695" y="1104900"/>
                  </a:lnTo>
                  <a:lnTo>
                    <a:pt x="1331029" y="1079500"/>
                  </a:lnTo>
                  <a:lnTo>
                    <a:pt x="1351670" y="1054100"/>
                  </a:lnTo>
                  <a:lnTo>
                    <a:pt x="1359881" y="1016000"/>
                  </a:lnTo>
                  <a:lnTo>
                    <a:pt x="1353924" y="977900"/>
                  </a:lnTo>
                  <a:lnTo>
                    <a:pt x="1004420" y="50800"/>
                  </a:lnTo>
                  <a:lnTo>
                    <a:pt x="984775" y="25400"/>
                  </a:lnTo>
                  <a:lnTo>
                    <a:pt x="955652" y="0"/>
                  </a:lnTo>
                  <a:close/>
                </a:path>
                <a:path w="1360170" h="1384300">
                  <a:moveTo>
                    <a:pt x="485841" y="1092200"/>
                  </a:moveTo>
                  <a:lnTo>
                    <a:pt x="451359" y="1092200"/>
                  </a:lnTo>
                  <a:lnTo>
                    <a:pt x="449718" y="1104900"/>
                  </a:lnTo>
                  <a:lnTo>
                    <a:pt x="450916" y="1104900"/>
                  </a:lnTo>
                  <a:lnTo>
                    <a:pt x="503266" y="1244600"/>
                  </a:lnTo>
                  <a:lnTo>
                    <a:pt x="512457" y="1257300"/>
                  </a:lnTo>
                  <a:lnTo>
                    <a:pt x="526068" y="1270000"/>
                  </a:lnTo>
                  <a:lnTo>
                    <a:pt x="542299" y="1282700"/>
                  </a:lnTo>
                  <a:lnTo>
                    <a:pt x="559349" y="1270000"/>
                  </a:lnTo>
                  <a:lnTo>
                    <a:pt x="628697" y="1244600"/>
                  </a:lnTo>
                  <a:lnTo>
                    <a:pt x="539384" y="1244600"/>
                  </a:lnTo>
                  <a:lnTo>
                    <a:pt x="485841" y="1092200"/>
                  </a:lnTo>
                  <a:close/>
                </a:path>
                <a:path w="1360170" h="1384300">
                  <a:moveTo>
                    <a:pt x="1020568" y="381000"/>
                  </a:moveTo>
                  <a:lnTo>
                    <a:pt x="980925" y="381000"/>
                  </a:lnTo>
                  <a:lnTo>
                    <a:pt x="1208636" y="977900"/>
                  </a:lnTo>
                  <a:lnTo>
                    <a:pt x="1209906" y="990600"/>
                  </a:lnTo>
                  <a:lnTo>
                    <a:pt x="1204953" y="990600"/>
                  </a:lnTo>
                  <a:lnTo>
                    <a:pt x="546141" y="1244600"/>
                  </a:lnTo>
                  <a:lnTo>
                    <a:pt x="628697" y="1244600"/>
                  </a:lnTo>
                  <a:lnTo>
                    <a:pt x="1218161" y="1028700"/>
                  </a:lnTo>
                  <a:lnTo>
                    <a:pt x="1232790" y="1016000"/>
                  </a:lnTo>
                  <a:lnTo>
                    <a:pt x="1242418" y="1003300"/>
                  </a:lnTo>
                  <a:lnTo>
                    <a:pt x="1246236" y="990600"/>
                  </a:lnTo>
                  <a:lnTo>
                    <a:pt x="1243434" y="965200"/>
                  </a:lnTo>
                  <a:lnTo>
                    <a:pt x="1020568" y="381000"/>
                  </a:lnTo>
                  <a:close/>
                </a:path>
                <a:path w="1360170" h="1384300">
                  <a:moveTo>
                    <a:pt x="779783" y="965200"/>
                  </a:moveTo>
                  <a:lnTo>
                    <a:pt x="707050" y="965200"/>
                  </a:lnTo>
                  <a:lnTo>
                    <a:pt x="713641" y="977900"/>
                  </a:lnTo>
                  <a:lnTo>
                    <a:pt x="646382" y="1003300"/>
                  </a:lnTo>
                  <a:lnTo>
                    <a:pt x="726849" y="1003300"/>
                  </a:lnTo>
                  <a:lnTo>
                    <a:pt x="723776" y="1016000"/>
                  </a:lnTo>
                  <a:lnTo>
                    <a:pt x="712984" y="1028700"/>
                  </a:lnTo>
                  <a:lnTo>
                    <a:pt x="699104" y="1054100"/>
                  </a:lnTo>
                  <a:lnTo>
                    <a:pt x="682708" y="1066800"/>
                  </a:lnTo>
                  <a:lnTo>
                    <a:pt x="664365" y="1066800"/>
                  </a:lnTo>
                  <a:lnTo>
                    <a:pt x="644653" y="1079500"/>
                  </a:lnTo>
                  <a:lnTo>
                    <a:pt x="530634" y="1079500"/>
                  </a:lnTo>
                  <a:lnTo>
                    <a:pt x="567578" y="1104900"/>
                  </a:lnTo>
                  <a:lnTo>
                    <a:pt x="595169" y="1117600"/>
                  </a:lnTo>
                  <a:lnTo>
                    <a:pt x="650987" y="1117600"/>
                  </a:lnTo>
                  <a:lnTo>
                    <a:pt x="677598" y="1104900"/>
                  </a:lnTo>
                  <a:lnTo>
                    <a:pt x="724493" y="1079500"/>
                  </a:lnTo>
                  <a:lnTo>
                    <a:pt x="757824" y="1028700"/>
                  </a:lnTo>
                  <a:lnTo>
                    <a:pt x="779122" y="977900"/>
                  </a:lnTo>
                  <a:lnTo>
                    <a:pt x="780720" y="977900"/>
                  </a:lnTo>
                  <a:lnTo>
                    <a:pt x="779783" y="965200"/>
                  </a:lnTo>
                  <a:close/>
                </a:path>
                <a:path w="1360170" h="1384300">
                  <a:moveTo>
                    <a:pt x="469100" y="1079500"/>
                  </a:moveTo>
                  <a:lnTo>
                    <a:pt x="461775" y="1092200"/>
                  </a:lnTo>
                  <a:lnTo>
                    <a:pt x="476065" y="1092200"/>
                  </a:lnTo>
                  <a:lnTo>
                    <a:pt x="469100" y="1079500"/>
                  </a:lnTo>
                  <a:close/>
                </a:path>
                <a:path w="1360170" h="1384300">
                  <a:moveTo>
                    <a:pt x="694845" y="927100"/>
                  </a:moveTo>
                  <a:lnTo>
                    <a:pt x="639078" y="927100"/>
                  </a:lnTo>
                  <a:lnTo>
                    <a:pt x="612435" y="939800"/>
                  </a:lnTo>
                  <a:lnTo>
                    <a:pt x="587642" y="939800"/>
                  </a:lnTo>
                  <a:lnTo>
                    <a:pt x="565481" y="965200"/>
                  </a:lnTo>
                  <a:lnTo>
                    <a:pt x="546728" y="977900"/>
                  </a:lnTo>
                  <a:lnTo>
                    <a:pt x="532158" y="1003300"/>
                  </a:lnTo>
                  <a:lnTo>
                    <a:pt x="515597" y="1041400"/>
                  </a:lnTo>
                  <a:lnTo>
                    <a:pt x="512181" y="1054100"/>
                  </a:lnTo>
                  <a:lnTo>
                    <a:pt x="511876" y="1066800"/>
                  </a:lnTo>
                  <a:lnTo>
                    <a:pt x="517642" y="1079500"/>
                  </a:lnTo>
                  <a:lnTo>
                    <a:pt x="603372" y="1079500"/>
                  </a:lnTo>
                  <a:lnTo>
                    <a:pt x="582945" y="1066800"/>
                  </a:lnTo>
                  <a:lnTo>
                    <a:pt x="552288" y="1054100"/>
                  </a:lnTo>
                  <a:lnTo>
                    <a:pt x="566219" y="1028700"/>
                  </a:lnTo>
                  <a:lnTo>
                    <a:pt x="577010" y="1003300"/>
                  </a:lnTo>
                  <a:lnTo>
                    <a:pt x="590884" y="990600"/>
                  </a:lnTo>
                  <a:lnTo>
                    <a:pt x="607276" y="977900"/>
                  </a:lnTo>
                  <a:lnTo>
                    <a:pt x="625617" y="965200"/>
                  </a:lnTo>
                  <a:lnTo>
                    <a:pt x="776197" y="965200"/>
                  </a:lnTo>
                  <a:lnTo>
                    <a:pt x="769851" y="952500"/>
                  </a:lnTo>
                  <a:lnTo>
                    <a:pt x="722417" y="939800"/>
                  </a:lnTo>
                  <a:lnTo>
                    <a:pt x="694845" y="927100"/>
                  </a:lnTo>
                  <a:close/>
                </a:path>
                <a:path w="1360170" h="1384300">
                  <a:moveTo>
                    <a:pt x="454856" y="1041400"/>
                  </a:moveTo>
                  <a:lnTo>
                    <a:pt x="428478" y="1041400"/>
                  </a:lnTo>
                  <a:lnTo>
                    <a:pt x="434295" y="1054100"/>
                  </a:lnTo>
                  <a:lnTo>
                    <a:pt x="448567" y="1054100"/>
                  </a:lnTo>
                  <a:lnTo>
                    <a:pt x="454856" y="1041400"/>
                  </a:lnTo>
                  <a:close/>
                </a:path>
                <a:path w="1360170" h="1384300">
                  <a:moveTo>
                    <a:pt x="993006" y="342900"/>
                  </a:moveTo>
                  <a:lnTo>
                    <a:pt x="959716" y="342900"/>
                  </a:lnTo>
                  <a:lnTo>
                    <a:pt x="300916" y="596900"/>
                  </a:lnTo>
                  <a:lnTo>
                    <a:pt x="286283" y="596900"/>
                  </a:lnTo>
                  <a:lnTo>
                    <a:pt x="276637" y="609600"/>
                  </a:lnTo>
                  <a:lnTo>
                    <a:pt x="272788" y="635000"/>
                  </a:lnTo>
                  <a:lnTo>
                    <a:pt x="275542" y="647700"/>
                  </a:lnTo>
                  <a:lnTo>
                    <a:pt x="424576" y="1041400"/>
                  </a:lnTo>
                  <a:lnTo>
                    <a:pt x="459001" y="1041400"/>
                  </a:lnTo>
                  <a:lnTo>
                    <a:pt x="460663" y="1028700"/>
                  </a:lnTo>
                  <a:lnTo>
                    <a:pt x="459501" y="1028700"/>
                  </a:lnTo>
                  <a:lnTo>
                    <a:pt x="309273" y="635000"/>
                  </a:lnTo>
                  <a:lnTo>
                    <a:pt x="310886" y="622300"/>
                  </a:lnTo>
                  <a:lnTo>
                    <a:pt x="314048" y="622300"/>
                  </a:lnTo>
                  <a:lnTo>
                    <a:pt x="972797" y="381000"/>
                  </a:lnTo>
                  <a:lnTo>
                    <a:pt x="1020568" y="381000"/>
                  </a:lnTo>
                  <a:lnTo>
                    <a:pt x="1015723" y="368300"/>
                  </a:lnTo>
                  <a:lnTo>
                    <a:pt x="1006597" y="355600"/>
                  </a:lnTo>
                  <a:lnTo>
                    <a:pt x="993006" y="342900"/>
                  </a:lnTo>
                  <a:close/>
                </a:path>
                <a:path w="1360170" h="1384300">
                  <a:moveTo>
                    <a:pt x="726849" y="1003300"/>
                  </a:moveTo>
                  <a:lnTo>
                    <a:pt x="635957" y="1003300"/>
                  </a:lnTo>
                  <a:lnTo>
                    <a:pt x="634318" y="1016000"/>
                  </a:lnTo>
                  <a:lnTo>
                    <a:pt x="635523" y="1028700"/>
                  </a:lnTo>
                  <a:lnTo>
                    <a:pt x="645299" y="1028700"/>
                  </a:lnTo>
                  <a:lnTo>
                    <a:pt x="652265" y="1041400"/>
                  </a:lnTo>
                  <a:lnTo>
                    <a:pt x="659590" y="1028700"/>
                  </a:lnTo>
                  <a:lnTo>
                    <a:pt x="726849" y="1003300"/>
                  </a:lnTo>
                  <a:close/>
                </a:path>
                <a:path w="1360170" h="1384300">
                  <a:moveTo>
                    <a:pt x="991393" y="977900"/>
                  </a:moveTo>
                  <a:lnTo>
                    <a:pt x="935588" y="977900"/>
                  </a:lnTo>
                  <a:lnTo>
                    <a:pt x="963669" y="990600"/>
                  </a:lnTo>
                  <a:lnTo>
                    <a:pt x="991393" y="977900"/>
                  </a:lnTo>
                  <a:close/>
                </a:path>
                <a:path w="1360170" h="1384300">
                  <a:moveTo>
                    <a:pt x="1115545" y="838200"/>
                  </a:moveTo>
                  <a:lnTo>
                    <a:pt x="1047600" y="838200"/>
                  </a:lnTo>
                  <a:lnTo>
                    <a:pt x="1078080" y="850900"/>
                  </a:lnTo>
                  <a:lnTo>
                    <a:pt x="1064364" y="889000"/>
                  </a:lnTo>
                  <a:lnTo>
                    <a:pt x="1023163" y="927100"/>
                  </a:lnTo>
                  <a:lnTo>
                    <a:pt x="985061" y="952500"/>
                  </a:lnTo>
                  <a:lnTo>
                    <a:pt x="860504" y="952500"/>
                  </a:lnTo>
                  <a:lnTo>
                    <a:pt x="907900" y="977900"/>
                  </a:lnTo>
                  <a:lnTo>
                    <a:pt x="1018009" y="977900"/>
                  </a:lnTo>
                  <a:lnTo>
                    <a:pt x="1042818" y="965200"/>
                  </a:lnTo>
                  <a:lnTo>
                    <a:pt x="1064936" y="952500"/>
                  </a:lnTo>
                  <a:lnTo>
                    <a:pt x="1083625" y="927100"/>
                  </a:lnTo>
                  <a:lnTo>
                    <a:pt x="1098146" y="901700"/>
                  </a:lnTo>
                  <a:lnTo>
                    <a:pt x="1114910" y="863600"/>
                  </a:lnTo>
                  <a:lnTo>
                    <a:pt x="1118212" y="863600"/>
                  </a:lnTo>
                  <a:lnTo>
                    <a:pt x="1118466" y="850900"/>
                  </a:lnTo>
                  <a:lnTo>
                    <a:pt x="1115545" y="838200"/>
                  </a:lnTo>
                  <a:close/>
                </a:path>
                <a:path w="1360170" h="1384300">
                  <a:moveTo>
                    <a:pt x="923267" y="939800"/>
                  </a:moveTo>
                  <a:lnTo>
                    <a:pt x="850544" y="939800"/>
                  </a:lnTo>
                  <a:lnTo>
                    <a:pt x="854150" y="952500"/>
                  </a:lnTo>
                  <a:lnTo>
                    <a:pt x="943722" y="952500"/>
                  </a:lnTo>
                  <a:lnTo>
                    <a:pt x="923267" y="939800"/>
                  </a:lnTo>
                  <a:close/>
                </a:path>
                <a:path w="1360170" h="1384300">
                  <a:moveTo>
                    <a:pt x="1035172" y="800100"/>
                  </a:moveTo>
                  <a:lnTo>
                    <a:pt x="952858" y="800100"/>
                  </a:lnTo>
                  <a:lnTo>
                    <a:pt x="928081" y="812800"/>
                  </a:lnTo>
                  <a:lnTo>
                    <a:pt x="905900" y="838200"/>
                  </a:lnTo>
                  <a:lnTo>
                    <a:pt x="887100" y="850900"/>
                  </a:lnTo>
                  <a:lnTo>
                    <a:pt x="872467" y="876300"/>
                  </a:lnTo>
                  <a:lnTo>
                    <a:pt x="851220" y="927100"/>
                  </a:lnTo>
                  <a:lnTo>
                    <a:pt x="851042" y="927100"/>
                  </a:lnTo>
                  <a:lnTo>
                    <a:pt x="849553" y="939800"/>
                  </a:lnTo>
                  <a:lnTo>
                    <a:pt x="916917" y="939800"/>
                  </a:lnTo>
                  <a:lnTo>
                    <a:pt x="984100" y="914400"/>
                  </a:lnTo>
                  <a:lnTo>
                    <a:pt x="990450" y="901700"/>
                  </a:lnTo>
                  <a:lnTo>
                    <a:pt x="903709" y="901700"/>
                  </a:lnTo>
                  <a:lnTo>
                    <a:pt x="907189" y="900384"/>
                  </a:lnTo>
                  <a:lnTo>
                    <a:pt x="917417" y="876300"/>
                  </a:lnTo>
                  <a:lnTo>
                    <a:pt x="931300" y="863600"/>
                  </a:lnTo>
                  <a:lnTo>
                    <a:pt x="947707" y="850900"/>
                  </a:lnTo>
                  <a:lnTo>
                    <a:pt x="966066" y="838200"/>
                  </a:lnTo>
                  <a:lnTo>
                    <a:pt x="1112751" y="838200"/>
                  </a:lnTo>
                  <a:lnTo>
                    <a:pt x="1107036" y="825500"/>
                  </a:lnTo>
                  <a:lnTo>
                    <a:pt x="1099924" y="825500"/>
                  </a:lnTo>
                  <a:lnTo>
                    <a:pt x="1062713" y="812800"/>
                  </a:lnTo>
                  <a:lnTo>
                    <a:pt x="1035172" y="800100"/>
                  </a:lnTo>
                  <a:close/>
                </a:path>
                <a:path w="1360170" h="1384300">
                  <a:moveTo>
                    <a:pt x="991073" y="876300"/>
                  </a:moveTo>
                  <a:lnTo>
                    <a:pt x="970892" y="876300"/>
                  </a:lnTo>
                  <a:lnTo>
                    <a:pt x="907189" y="900384"/>
                  </a:lnTo>
                  <a:lnTo>
                    <a:pt x="906630" y="901700"/>
                  </a:lnTo>
                  <a:lnTo>
                    <a:pt x="994610" y="901700"/>
                  </a:lnTo>
                  <a:lnTo>
                    <a:pt x="996245" y="889000"/>
                  </a:lnTo>
                  <a:lnTo>
                    <a:pt x="995022" y="889000"/>
                  </a:lnTo>
                  <a:lnTo>
                    <a:pt x="991073" y="876300"/>
                  </a:lnTo>
                  <a:close/>
                </a:path>
                <a:path w="1360170" h="1384300">
                  <a:moveTo>
                    <a:pt x="694439" y="571500"/>
                  </a:moveTo>
                  <a:lnTo>
                    <a:pt x="663844" y="571500"/>
                  </a:lnTo>
                  <a:lnTo>
                    <a:pt x="657723" y="584200"/>
                  </a:lnTo>
                  <a:lnTo>
                    <a:pt x="654484" y="584200"/>
                  </a:lnTo>
                  <a:lnTo>
                    <a:pt x="637733" y="622300"/>
                  </a:lnTo>
                  <a:lnTo>
                    <a:pt x="625769" y="673100"/>
                  </a:lnTo>
                  <a:lnTo>
                    <a:pt x="628174" y="711200"/>
                  </a:lnTo>
                  <a:lnTo>
                    <a:pt x="643757" y="762000"/>
                  </a:lnTo>
                  <a:lnTo>
                    <a:pt x="671327" y="787400"/>
                  </a:lnTo>
                  <a:lnTo>
                    <a:pt x="709691" y="812800"/>
                  </a:lnTo>
                  <a:lnTo>
                    <a:pt x="757240" y="838200"/>
                  </a:lnTo>
                  <a:lnTo>
                    <a:pt x="779719" y="838200"/>
                  </a:lnTo>
                  <a:lnTo>
                    <a:pt x="781764" y="825500"/>
                  </a:lnTo>
                  <a:lnTo>
                    <a:pt x="803328" y="787400"/>
                  </a:lnTo>
                  <a:lnTo>
                    <a:pt x="725046" y="787400"/>
                  </a:lnTo>
                  <a:lnTo>
                    <a:pt x="690746" y="762000"/>
                  </a:lnTo>
                  <a:lnTo>
                    <a:pt x="669264" y="723900"/>
                  </a:lnTo>
                  <a:lnTo>
                    <a:pt x="662341" y="685800"/>
                  </a:lnTo>
                  <a:lnTo>
                    <a:pt x="671718" y="647700"/>
                  </a:lnTo>
                  <a:lnTo>
                    <a:pt x="685472" y="609600"/>
                  </a:lnTo>
                  <a:lnTo>
                    <a:pt x="756001" y="609600"/>
                  </a:lnTo>
                  <a:lnTo>
                    <a:pt x="731370" y="596900"/>
                  </a:lnTo>
                  <a:lnTo>
                    <a:pt x="694439" y="571500"/>
                  </a:lnTo>
                  <a:close/>
                </a:path>
                <a:path w="1360170" h="1384300">
                  <a:moveTo>
                    <a:pt x="737000" y="698500"/>
                  </a:moveTo>
                  <a:lnTo>
                    <a:pt x="710591" y="698500"/>
                  </a:lnTo>
                  <a:lnTo>
                    <a:pt x="706453" y="711200"/>
                  </a:lnTo>
                  <a:lnTo>
                    <a:pt x="704810" y="711200"/>
                  </a:lnTo>
                  <a:lnTo>
                    <a:pt x="706008" y="723900"/>
                  </a:lnTo>
                  <a:lnTo>
                    <a:pt x="731446" y="787400"/>
                  </a:lnTo>
                  <a:lnTo>
                    <a:pt x="803328" y="787400"/>
                  </a:lnTo>
                  <a:lnTo>
                    <a:pt x="806367" y="774700"/>
                  </a:lnTo>
                  <a:lnTo>
                    <a:pt x="766384" y="774700"/>
                  </a:lnTo>
                  <a:lnTo>
                    <a:pt x="740946" y="711200"/>
                  </a:lnTo>
                  <a:lnTo>
                    <a:pt x="737000" y="698500"/>
                  </a:lnTo>
                  <a:close/>
                </a:path>
                <a:path w="1360170" h="1384300">
                  <a:moveTo>
                    <a:pt x="756001" y="609600"/>
                  </a:moveTo>
                  <a:lnTo>
                    <a:pt x="685472" y="609600"/>
                  </a:lnTo>
                  <a:lnTo>
                    <a:pt x="715940" y="622300"/>
                  </a:lnTo>
                  <a:lnTo>
                    <a:pt x="734267" y="635000"/>
                  </a:lnTo>
                  <a:lnTo>
                    <a:pt x="771807" y="685800"/>
                  </a:lnTo>
                  <a:lnTo>
                    <a:pt x="778752" y="723900"/>
                  </a:lnTo>
                  <a:lnTo>
                    <a:pt x="776081" y="749300"/>
                  </a:lnTo>
                  <a:lnTo>
                    <a:pt x="769267" y="762000"/>
                  </a:lnTo>
                  <a:lnTo>
                    <a:pt x="766384" y="774700"/>
                  </a:lnTo>
                  <a:lnTo>
                    <a:pt x="806367" y="774700"/>
                  </a:lnTo>
                  <a:lnTo>
                    <a:pt x="812444" y="749300"/>
                  </a:lnTo>
                  <a:lnTo>
                    <a:pt x="816051" y="723900"/>
                  </a:lnTo>
                  <a:lnTo>
                    <a:pt x="814148" y="698500"/>
                  </a:lnTo>
                  <a:lnTo>
                    <a:pt x="806732" y="673100"/>
                  </a:lnTo>
                  <a:lnTo>
                    <a:pt x="794132" y="647700"/>
                  </a:lnTo>
                  <a:lnTo>
                    <a:pt x="777071" y="622300"/>
                  </a:lnTo>
                  <a:lnTo>
                    <a:pt x="756001" y="609600"/>
                  </a:lnTo>
                  <a:close/>
                </a:path>
                <a:path w="1360170" h="1384300">
                  <a:moveTo>
                    <a:pt x="151285" y="190500"/>
                  </a:moveTo>
                  <a:lnTo>
                    <a:pt x="99042" y="190500"/>
                  </a:lnTo>
                  <a:lnTo>
                    <a:pt x="90443" y="203200"/>
                  </a:lnTo>
                  <a:lnTo>
                    <a:pt x="83171" y="215900"/>
                  </a:lnTo>
                  <a:lnTo>
                    <a:pt x="77536" y="215900"/>
                  </a:lnTo>
                  <a:lnTo>
                    <a:pt x="4981" y="381000"/>
                  </a:lnTo>
                  <a:lnTo>
                    <a:pt x="0" y="406400"/>
                  </a:lnTo>
                  <a:lnTo>
                    <a:pt x="3609" y="419100"/>
                  </a:lnTo>
                  <a:lnTo>
                    <a:pt x="14897" y="444500"/>
                  </a:lnTo>
                  <a:lnTo>
                    <a:pt x="32946" y="457200"/>
                  </a:lnTo>
                  <a:lnTo>
                    <a:pt x="82807" y="482600"/>
                  </a:lnTo>
                  <a:lnTo>
                    <a:pt x="110315" y="482600"/>
                  </a:lnTo>
                  <a:lnTo>
                    <a:pt x="116481" y="469900"/>
                  </a:lnTo>
                  <a:lnTo>
                    <a:pt x="126731" y="469900"/>
                  </a:lnTo>
                  <a:lnTo>
                    <a:pt x="130368" y="457200"/>
                  </a:lnTo>
                  <a:lnTo>
                    <a:pt x="135842" y="444500"/>
                  </a:lnTo>
                  <a:lnTo>
                    <a:pt x="96967" y="444500"/>
                  </a:lnTo>
                  <a:lnTo>
                    <a:pt x="48313" y="419100"/>
                  </a:lnTo>
                  <a:lnTo>
                    <a:pt x="42254" y="419100"/>
                  </a:lnTo>
                  <a:lnTo>
                    <a:pt x="38482" y="406400"/>
                  </a:lnTo>
                  <a:lnTo>
                    <a:pt x="37289" y="406400"/>
                  </a:lnTo>
                  <a:lnTo>
                    <a:pt x="38966" y="393700"/>
                  </a:lnTo>
                  <a:lnTo>
                    <a:pt x="111394" y="241300"/>
                  </a:lnTo>
                  <a:lnTo>
                    <a:pt x="113668" y="228600"/>
                  </a:lnTo>
                  <a:lnTo>
                    <a:pt x="212825" y="228600"/>
                  </a:lnTo>
                  <a:lnTo>
                    <a:pt x="201221" y="215900"/>
                  </a:lnTo>
                  <a:lnTo>
                    <a:pt x="151285" y="190500"/>
                  </a:lnTo>
                  <a:close/>
                </a:path>
                <a:path w="1360170" h="1384300">
                  <a:moveTo>
                    <a:pt x="212825" y="228600"/>
                  </a:moveTo>
                  <a:lnTo>
                    <a:pt x="136109" y="228600"/>
                  </a:lnTo>
                  <a:lnTo>
                    <a:pt x="184762" y="254000"/>
                  </a:lnTo>
                  <a:lnTo>
                    <a:pt x="172050" y="279400"/>
                  </a:lnTo>
                  <a:lnTo>
                    <a:pt x="96967" y="444500"/>
                  </a:lnTo>
                  <a:lnTo>
                    <a:pt x="214772" y="444500"/>
                  </a:lnTo>
                  <a:lnTo>
                    <a:pt x="151272" y="419100"/>
                  </a:lnTo>
                  <a:lnTo>
                    <a:pt x="198300" y="304800"/>
                  </a:lnTo>
                  <a:lnTo>
                    <a:pt x="278006" y="304800"/>
                  </a:lnTo>
                  <a:lnTo>
                    <a:pt x="213553" y="279400"/>
                  </a:lnTo>
                  <a:lnTo>
                    <a:pt x="219205" y="266700"/>
                  </a:lnTo>
                  <a:lnTo>
                    <a:pt x="222403" y="254000"/>
                  </a:lnTo>
                  <a:lnTo>
                    <a:pt x="220081" y="241300"/>
                  </a:lnTo>
                  <a:lnTo>
                    <a:pt x="212825" y="228600"/>
                  </a:lnTo>
                  <a:close/>
                </a:path>
                <a:path w="1360170" h="1384300">
                  <a:moveTo>
                    <a:pt x="852424" y="127000"/>
                  </a:moveTo>
                  <a:lnTo>
                    <a:pt x="816600" y="139700"/>
                  </a:lnTo>
                  <a:lnTo>
                    <a:pt x="521198" y="241300"/>
                  </a:lnTo>
                  <a:lnTo>
                    <a:pt x="490474" y="266700"/>
                  </a:lnTo>
                  <a:lnTo>
                    <a:pt x="470234" y="292100"/>
                  </a:lnTo>
                  <a:lnTo>
                    <a:pt x="462189" y="330200"/>
                  </a:lnTo>
                  <a:lnTo>
                    <a:pt x="468048" y="368300"/>
                  </a:lnTo>
                  <a:lnTo>
                    <a:pt x="487350" y="393700"/>
                  </a:lnTo>
                  <a:lnTo>
                    <a:pt x="515943" y="419100"/>
                  </a:lnTo>
                  <a:lnTo>
                    <a:pt x="585841" y="419100"/>
                  </a:lnTo>
                  <a:lnTo>
                    <a:pt x="684304" y="381000"/>
                  </a:lnTo>
                  <a:lnTo>
                    <a:pt x="531250" y="381000"/>
                  </a:lnTo>
                  <a:lnTo>
                    <a:pt x="514246" y="368300"/>
                  </a:lnTo>
                  <a:lnTo>
                    <a:pt x="502796" y="355600"/>
                  </a:lnTo>
                  <a:lnTo>
                    <a:pt x="499358" y="330200"/>
                  </a:lnTo>
                  <a:lnTo>
                    <a:pt x="504161" y="304800"/>
                  </a:lnTo>
                  <a:lnTo>
                    <a:pt x="516165" y="292100"/>
                  </a:lnTo>
                  <a:lnTo>
                    <a:pt x="534330" y="279400"/>
                  </a:lnTo>
                  <a:lnTo>
                    <a:pt x="829732" y="165100"/>
                  </a:lnTo>
                  <a:lnTo>
                    <a:pt x="921670" y="165100"/>
                  </a:lnTo>
                  <a:lnTo>
                    <a:pt x="915219" y="152400"/>
                  </a:lnTo>
                  <a:lnTo>
                    <a:pt x="886567" y="139700"/>
                  </a:lnTo>
                  <a:lnTo>
                    <a:pt x="852424" y="127000"/>
                  </a:lnTo>
                  <a:close/>
                </a:path>
                <a:path w="1360170" h="1384300">
                  <a:moveTo>
                    <a:pt x="921670" y="165100"/>
                  </a:moveTo>
                  <a:lnTo>
                    <a:pt x="871256" y="165100"/>
                  </a:lnTo>
                  <a:lnTo>
                    <a:pt x="888219" y="177800"/>
                  </a:lnTo>
                  <a:lnTo>
                    <a:pt x="899645" y="203200"/>
                  </a:lnTo>
                  <a:lnTo>
                    <a:pt x="898375" y="241300"/>
                  </a:lnTo>
                  <a:lnTo>
                    <a:pt x="868149" y="266700"/>
                  </a:lnTo>
                  <a:lnTo>
                    <a:pt x="572696" y="381000"/>
                  </a:lnTo>
                  <a:lnTo>
                    <a:pt x="684304" y="381000"/>
                  </a:lnTo>
                  <a:lnTo>
                    <a:pt x="881230" y="304800"/>
                  </a:lnTo>
                  <a:lnTo>
                    <a:pt x="911996" y="279400"/>
                  </a:lnTo>
                  <a:lnTo>
                    <a:pt x="932284" y="254000"/>
                  </a:lnTo>
                  <a:lnTo>
                    <a:pt x="940381" y="228600"/>
                  </a:lnTo>
                  <a:lnTo>
                    <a:pt x="934570" y="190500"/>
                  </a:lnTo>
                  <a:lnTo>
                    <a:pt x="921670" y="165100"/>
                  </a:lnTo>
                  <a:close/>
                </a:path>
                <a:path w="1360170" h="1384300">
                  <a:moveTo>
                    <a:pt x="897486" y="38100"/>
                  </a:moveTo>
                  <a:lnTo>
                    <a:pt x="777031" y="38100"/>
                  </a:lnTo>
                  <a:lnTo>
                    <a:pt x="772890" y="50800"/>
                  </a:lnTo>
                  <a:lnTo>
                    <a:pt x="771230" y="50800"/>
                  </a:lnTo>
                  <a:lnTo>
                    <a:pt x="772391" y="63500"/>
                  </a:lnTo>
                  <a:lnTo>
                    <a:pt x="776336" y="76200"/>
                  </a:lnTo>
                  <a:lnTo>
                    <a:pt x="796458" y="76200"/>
                  </a:lnTo>
                  <a:lnTo>
                    <a:pt x="897486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6793992" y="2313419"/>
            <a:ext cx="1910080" cy="1910080"/>
            <a:chOff x="6793992" y="2313419"/>
            <a:chExt cx="1910080" cy="1910080"/>
          </a:xfrm>
        </p:grpSpPr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93992" y="2313419"/>
              <a:ext cx="1909572" cy="190957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53428" y="2354579"/>
              <a:ext cx="1795272" cy="17952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</TotalTime>
  <Words>2174</Words>
  <Application>Microsoft Office PowerPoint</Application>
  <PresentationFormat>On-screen Show (16:9)</PresentationFormat>
  <Paragraphs>1121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Arial</vt:lpstr>
      <vt:lpstr>Arial MT</vt:lpstr>
      <vt:lpstr>Calibri</vt:lpstr>
      <vt:lpstr>Cambria Math</vt:lpstr>
      <vt:lpstr>Caveat</vt:lpstr>
      <vt:lpstr>Microsoft Sans Serif</vt:lpstr>
      <vt:lpstr>Nunito</vt:lpstr>
      <vt:lpstr>Tahoma</vt:lpstr>
      <vt:lpstr>Times New Roman</vt:lpstr>
      <vt:lpstr>Trebuchet MS</vt:lpstr>
      <vt:lpstr>Wingdings</vt:lpstr>
      <vt:lpstr>Office Theme</vt:lpstr>
      <vt:lpstr>CONVOLUTIONAL CODE</vt:lpstr>
      <vt:lpstr>OUR TEAM</vt:lpstr>
      <vt:lpstr>TABLE OF CONTENTS</vt:lpstr>
      <vt:lpstr>01</vt:lpstr>
      <vt:lpstr>CONVOLUTIONAL</vt:lpstr>
      <vt:lpstr>02</vt:lpstr>
      <vt:lpstr>SEJARAH SINGKAT</vt:lpstr>
      <vt:lpstr>03</vt:lpstr>
      <vt:lpstr>NOTASI</vt:lpstr>
      <vt:lpstr>Diagram Blok</vt:lpstr>
      <vt:lpstr>Rangkaian</vt:lpstr>
      <vt:lpstr>METODE ENCODING</vt:lpstr>
      <vt:lpstr>04</vt:lpstr>
      <vt:lpstr>CONTOH SOAL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CONTOH SOAL POLINOMIAL</vt:lpstr>
      <vt:lpstr>PowerPoint Presentation</vt:lpstr>
      <vt:lpstr>CONTOH SOAL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“SELESAI SUDAH PRESENTASI  KITA HARI INI, SEPERTI KAMU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CONVOLUTIONAL CODE</dc:title>
  <dc:creator>RAFI ACHMAD F</dc:creator>
  <cp:lastModifiedBy>FAKHRI NUGRAHA PRATAMA</cp:lastModifiedBy>
  <cp:revision>6</cp:revision>
  <dcterms:created xsi:type="dcterms:W3CDTF">2023-05-01T10:39:18Z</dcterms:created>
  <dcterms:modified xsi:type="dcterms:W3CDTF">2023-05-02T05:53:06Z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2022-12-06T00:00:00Z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2023-05-01T00:00:00Z</vt:filetime>
  </property>
</Properties>
</file>