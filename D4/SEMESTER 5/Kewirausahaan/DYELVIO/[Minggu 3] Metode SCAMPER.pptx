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70" r:id="rId3"/>
  </p:sldMasterIdLst>
  <p:handoutMasterIdLst>
    <p:handoutMasterId r:id="rId16"/>
  </p:handoutMasterIdLst>
  <p:sldIdLst>
    <p:sldId id="283" r:id="rId4"/>
    <p:sldId id="279" r:id="rId5"/>
    <p:sldId id="358" r:id="rId6"/>
    <p:sldId id="303" r:id="rId7"/>
    <p:sldId id="359" r:id="rId8"/>
    <p:sldId id="360" r:id="rId9"/>
    <p:sldId id="361" r:id="rId10"/>
    <p:sldId id="362" r:id="rId11"/>
    <p:sldId id="363" r:id="rId12"/>
    <p:sldId id="364" r:id="rId13"/>
    <p:sldId id="310" r:id="rId14"/>
    <p:sldId id="3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7" autoAdjust="0"/>
    <p:restoredTop sz="96196" autoAdjust="0"/>
  </p:normalViewPr>
  <p:slideViewPr>
    <p:cSldViewPr snapToGrid="0" showGuides="1">
      <p:cViewPr varScale="1">
        <p:scale>
          <a:sx n="113" d="100"/>
          <a:sy n="113" d="100"/>
        </p:scale>
        <p:origin x="528" y="138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6A8B-6C28-4F98-9E5F-92C1759ED2CC}" type="datetimeFigureOut">
              <a:rPr lang="en-US" smtClean="0"/>
              <a:t>12-Oct-23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EE9F-72EE-4FA2-A005-A7963D5458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gradFill flip="none" rotWithShape="1">
          <a:gsLst>
            <a:gs pos="0">
              <a:schemeClr val="bg1">
                <a:lumMod val="75000"/>
              </a:schemeClr>
            </a:gs>
            <a:gs pos="50000">
              <a:schemeClr val="accent1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ectangle: Top Corners Rounded 2"/>
          <p:cNvSpPr/>
          <p:nvPr userDrawn="1"/>
        </p:nvSpPr>
        <p:spPr>
          <a:xfrm rot="5400000">
            <a:off x="4877311" y="1608819"/>
            <a:ext cx="138403" cy="98930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/>
          <p:cNvSpPr/>
          <p:nvPr userDrawn="1"/>
        </p:nvSpPr>
        <p:spPr>
          <a:xfrm rot="16200000" flipH="1">
            <a:off x="11665598" y="6098134"/>
            <a:ext cx="138403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893028" y="6386058"/>
            <a:ext cx="1384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accent1"/>
                </a:solidFill>
                <a:latin typeface="+mn-lt"/>
                <a:cs typeface="Arial" panose="020B0604020202090204" pitchFamily="34" charset="0"/>
              </a:rPr>
              <a:t>Real Estate</a:t>
            </a:r>
            <a:endParaRPr lang="ko-KR" altLang="en-US" sz="1600" b="1" dirty="0">
              <a:solidFill>
                <a:schemeClr val="accent1"/>
              </a:solidFill>
              <a:latin typeface="+mn-lt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10508830" y="5751672"/>
            <a:ext cx="1616495" cy="860583"/>
            <a:chOff x="3631780" y="1691976"/>
            <a:chExt cx="4859204" cy="2586924"/>
          </a:xfrm>
        </p:grpSpPr>
        <p:sp>
          <p:nvSpPr>
            <p:cNvPr id="9" name="Oval 8"/>
            <p:cNvSpPr/>
            <p:nvPr/>
          </p:nvSpPr>
          <p:spPr>
            <a:xfrm>
              <a:off x="4356826" y="3580626"/>
              <a:ext cx="692338" cy="692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715672" y="1691976"/>
              <a:ext cx="2775312" cy="2580988"/>
              <a:chOff x="5715672" y="1691976"/>
              <a:chExt cx="2775312" cy="2580988"/>
            </a:xfrm>
            <a:solidFill>
              <a:schemeClr val="accent4"/>
            </a:solidFill>
          </p:grpSpPr>
          <p:sp>
            <p:nvSpPr>
              <p:cNvPr id="43" name="Oval 42"/>
              <p:cNvSpPr/>
              <p:nvPr/>
            </p:nvSpPr>
            <p:spPr>
              <a:xfrm>
                <a:off x="7644977" y="3580626"/>
                <a:ext cx="692338" cy="69233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042069" y="2524772"/>
                <a:ext cx="1448915" cy="144891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494078" y="2004217"/>
                <a:ext cx="1150899" cy="11509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5715672" y="1691976"/>
                <a:ext cx="969145" cy="96914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7084624" y="3972002"/>
                <a:ext cx="952666" cy="29313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298370" y="1809306"/>
              <a:ext cx="3786551" cy="2465573"/>
              <a:chOff x="4298370" y="1809306"/>
              <a:chExt cx="3786551" cy="2465573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5322069" y="2156859"/>
                <a:ext cx="1043914" cy="1043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298370" y="2176549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4809919" y="1809306"/>
                <a:ext cx="1081542" cy="10815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180316" y="2502943"/>
                <a:ext cx="753706" cy="75370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934022" y="2588625"/>
                <a:ext cx="1150899" cy="1150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7325201" y="3425414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95848" y="3619731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6575764" y="2862232"/>
                <a:ext cx="655148" cy="65514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6473567" y="3370881"/>
                <a:ext cx="841098" cy="84109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6226213" y="4147024"/>
                <a:ext cx="1256511" cy="10344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260062" y="2611101"/>
                <a:ext cx="692338" cy="6923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631780" y="2451097"/>
              <a:ext cx="3196921" cy="1827803"/>
              <a:chOff x="3631780" y="2451097"/>
              <a:chExt cx="3196921" cy="1827803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3631780" y="2451097"/>
                <a:ext cx="969145" cy="96914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3681373" y="3214859"/>
                <a:ext cx="692338" cy="6923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232071" y="2602088"/>
                <a:ext cx="1150899" cy="1150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857615" y="3486535"/>
                <a:ext cx="792365" cy="79236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4643275" y="2959747"/>
                <a:ext cx="1312378" cy="131237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5510955" y="3011196"/>
                <a:ext cx="1262266" cy="126226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4247109" y="4098443"/>
                <a:ext cx="1967954" cy="1725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6296024" y="3742075"/>
                <a:ext cx="532677" cy="5326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055658" y="1945053"/>
              <a:ext cx="4220275" cy="2333847"/>
              <a:chOff x="4055658" y="1925597"/>
              <a:chExt cx="4220275" cy="2333847"/>
            </a:xfr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Freeform: Shape 13"/>
              <p:cNvSpPr/>
              <p:nvPr/>
            </p:nvSpPr>
            <p:spPr>
              <a:xfrm>
                <a:off x="5674127" y="2137226"/>
                <a:ext cx="428693" cy="2119360"/>
              </a:xfrm>
              <a:custGeom>
                <a:avLst/>
                <a:gdLst>
                  <a:gd name="connsiteX0" fmla="*/ 477202 w 476250"/>
                  <a:gd name="connsiteY0" fmla="*/ 2308860 h 2305050"/>
                  <a:gd name="connsiteX1" fmla="*/ 0 w 476250"/>
                  <a:gd name="connsiteY1" fmla="*/ 2308860 h 2305050"/>
                  <a:gd name="connsiteX2" fmla="*/ 0 w 476250"/>
                  <a:gd name="connsiteY2" fmla="*/ 0 h 2305050"/>
                  <a:gd name="connsiteX3" fmla="*/ 477202 w 476250"/>
                  <a:gd name="connsiteY3" fmla="*/ 0 h 2305050"/>
                  <a:gd name="connsiteX4" fmla="*/ 477202 w 476250"/>
                  <a:gd name="connsiteY4" fmla="*/ 2308860 h 2305050"/>
                  <a:gd name="connsiteX5" fmla="*/ 452438 w 476250"/>
                  <a:gd name="connsiteY5" fmla="*/ 1071563 h 2305050"/>
                  <a:gd name="connsiteX6" fmla="*/ 332422 w 476250"/>
                  <a:gd name="connsiteY6" fmla="*/ 1071563 h 2305050"/>
                  <a:gd name="connsiteX7" fmla="*/ 332422 w 476250"/>
                  <a:gd name="connsiteY7" fmla="*/ 1188720 h 2305050"/>
                  <a:gd name="connsiteX8" fmla="*/ 452438 w 476250"/>
                  <a:gd name="connsiteY8" fmla="*/ 1188720 h 2305050"/>
                  <a:gd name="connsiteX9" fmla="*/ 452438 w 476250"/>
                  <a:gd name="connsiteY9" fmla="*/ 1071563 h 2305050"/>
                  <a:gd name="connsiteX10" fmla="*/ 298132 w 476250"/>
                  <a:gd name="connsiteY10" fmla="*/ 1190625 h 2305050"/>
                  <a:gd name="connsiteX11" fmla="*/ 298132 w 476250"/>
                  <a:gd name="connsiteY11" fmla="*/ 1070610 h 2305050"/>
                  <a:gd name="connsiteX12" fmla="*/ 180975 w 476250"/>
                  <a:gd name="connsiteY12" fmla="*/ 1070610 h 2305050"/>
                  <a:gd name="connsiteX13" fmla="*/ 180975 w 476250"/>
                  <a:gd name="connsiteY13" fmla="*/ 1190625 h 2305050"/>
                  <a:gd name="connsiteX14" fmla="*/ 298132 w 476250"/>
                  <a:gd name="connsiteY14" fmla="*/ 1190625 h 2305050"/>
                  <a:gd name="connsiteX15" fmla="*/ 27622 w 476250"/>
                  <a:gd name="connsiteY15" fmla="*/ 1188720 h 2305050"/>
                  <a:gd name="connsiteX16" fmla="*/ 146685 w 476250"/>
                  <a:gd name="connsiteY16" fmla="*/ 1188720 h 2305050"/>
                  <a:gd name="connsiteX17" fmla="*/ 146685 w 476250"/>
                  <a:gd name="connsiteY17" fmla="*/ 1070610 h 2305050"/>
                  <a:gd name="connsiteX18" fmla="*/ 27622 w 476250"/>
                  <a:gd name="connsiteY18" fmla="*/ 1070610 h 2305050"/>
                  <a:gd name="connsiteX19" fmla="*/ 27622 w 476250"/>
                  <a:gd name="connsiteY19" fmla="*/ 1188720 h 2305050"/>
                  <a:gd name="connsiteX20" fmla="*/ 28575 w 476250"/>
                  <a:gd name="connsiteY20" fmla="*/ 328613 h 2305050"/>
                  <a:gd name="connsiteX21" fmla="*/ 28575 w 476250"/>
                  <a:gd name="connsiteY21" fmla="*/ 448627 h 2305050"/>
                  <a:gd name="connsiteX22" fmla="*/ 147638 w 476250"/>
                  <a:gd name="connsiteY22" fmla="*/ 448627 h 2305050"/>
                  <a:gd name="connsiteX23" fmla="*/ 147638 w 476250"/>
                  <a:gd name="connsiteY23" fmla="*/ 328613 h 2305050"/>
                  <a:gd name="connsiteX24" fmla="*/ 28575 w 476250"/>
                  <a:gd name="connsiteY24" fmla="*/ 328613 h 2305050"/>
                  <a:gd name="connsiteX25" fmla="*/ 450532 w 476250"/>
                  <a:gd name="connsiteY25" fmla="*/ 744855 h 2305050"/>
                  <a:gd name="connsiteX26" fmla="*/ 450532 w 476250"/>
                  <a:gd name="connsiteY26" fmla="*/ 627697 h 2305050"/>
                  <a:gd name="connsiteX27" fmla="*/ 331470 w 476250"/>
                  <a:gd name="connsiteY27" fmla="*/ 627697 h 2305050"/>
                  <a:gd name="connsiteX28" fmla="*/ 331470 w 476250"/>
                  <a:gd name="connsiteY28" fmla="*/ 744855 h 2305050"/>
                  <a:gd name="connsiteX29" fmla="*/ 450532 w 476250"/>
                  <a:gd name="connsiteY29" fmla="*/ 744855 h 2305050"/>
                  <a:gd name="connsiteX30" fmla="*/ 147638 w 476250"/>
                  <a:gd name="connsiteY30" fmla="*/ 626745 h 2305050"/>
                  <a:gd name="connsiteX31" fmla="*/ 27622 w 476250"/>
                  <a:gd name="connsiteY31" fmla="*/ 626745 h 2305050"/>
                  <a:gd name="connsiteX32" fmla="*/ 27622 w 476250"/>
                  <a:gd name="connsiteY32" fmla="*/ 743902 h 2305050"/>
                  <a:gd name="connsiteX33" fmla="*/ 147638 w 476250"/>
                  <a:gd name="connsiteY33" fmla="*/ 743902 h 2305050"/>
                  <a:gd name="connsiteX34" fmla="*/ 147638 w 476250"/>
                  <a:gd name="connsiteY34" fmla="*/ 626745 h 2305050"/>
                  <a:gd name="connsiteX35" fmla="*/ 298132 w 476250"/>
                  <a:gd name="connsiteY35" fmla="*/ 1337310 h 2305050"/>
                  <a:gd name="connsiteX36" fmla="*/ 298132 w 476250"/>
                  <a:gd name="connsiteY36" fmla="*/ 1219200 h 2305050"/>
                  <a:gd name="connsiteX37" fmla="*/ 180975 w 476250"/>
                  <a:gd name="connsiteY37" fmla="*/ 1219200 h 2305050"/>
                  <a:gd name="connsiteX38" fmla="*/ 180975 w 476250"/>
                  <a:gd name="connsiteY38" fmla="*/ 1337310 h 2305050"/>
                  <a:gd name="connsiteX39" fmla="*/ 298132 w 476250"/>
                  <a:gd name="connsiteY39" fmla="*/ 1337310 h 2305050"/>
                  <a:gd name="connsiteX40" fmla="*/ 180022 w 476250"/>
                  <a:gd name="connsiteY40" fmla="*/ 476250 h 2305050"/>
                  <a:gd name="connsiteX41" fmla="*/ 180022 w 476250"/>
                  <a:gd name="connsiteY41" fmla="*/ 595313 h 2305050"/>
                  <a:gd name="connsiteX42" fmla="*/ 299085 w 476250"/>
                  <a:gd name="connsiteY42" fmla="*/ 595313 h 2305050"/>
                  <a:gd name="connsiteX43" fmla="*/ 299085 w 476250"/>
                  <a:gd name="connsiteY43" fmla="*/ 476250 h 2305050"/>
                  <a:gd name="connsiteX44" fmla="*/ 180022 w 476250"/>
                  <a:gd name="connsiteY44" fmla="*/ 476250 h 2305050"/>
                  <a:gd name="connsiteX45" fmla="*/ 452438 w 476250"/>
                  <a:gd name="connsiteY45" fmla="*/ 32385 h 2305050"/>
                  <a:gd name="connsiteX46" fmla="*/ 330518 w 476250"/>
                  <a:gd name="connsiteY46" fmla="*/ 32385 h 2305050"/>
                  <a:gd name="connsiteX47" fmla="*/ 330518 w 476250"/>
                  <a:gd name="connsiteY47" fmla="*/ 148590 h 2305050"/>
                  <a:gd name="connsiteX48" fmla="*/ 452438 w 476250"/>
                  <a:gd name="connsiteY48" fmla="*/ 148590 h 2305050"/>
                  <a:gd name="connsiteX49" fmla="*/ 452438 w 476250"/>
                  <a:gd name="connsiteY49" fmla="*/ 32385 h 2305050"/>
                  <a:gd name="connsiteX50" fmla="*/ 300038 w 476250"/>
                  <a:gd name="connsiteY50" fmla="*/ 31432 h 2305050"/>
                  <a:gd name="connsiteX51" fmla="*/ 180022 w 476250"/>
                  <a:gd name="connsiteY51" fmla="*/ 31432 h 2305050"/>
                  <a:gd name="connsiteX52" fmla="*/ 180022 w 476250"/>
                  <a:gd name="connsiteY52" fmla="*/ 149542 h 2305050"/>
                  <a:gd name="connsiteX53" fmla="*/ 300038 w 476250"/>
                  <a:gd name="connsiteY53" fmla="*/ 149542 h 2305050"/>
                  <a:gd name="connsiteX54" fmla="*/ 300038 w 476250"/>
                  <a:gd name="connsiteY54" fmla="*/ 31432 h 2305050"/>
                  <a:gd name="connsiteX55" fmla="*/ 300038 w 476250"/>
                  <a:gd name="connsiteY55" fmla="*/ 299085 h 2305050"/>
                  <a:gd name="connsiteX56" fmla="*/ 300038 w 476250"/>
                  <a:gd name="connsiteY56" fmla="*/ 180022 h 2305050"/>
                  <a:gd name="connsiteX57" fmla="*/ 179070 w 476250"/>
                  <a:gd name="connsiteY57" fmla="*/ 180022 h 2305050"/>
                  <a:gd name="connsiteX58" fmla="*/ 179070 w 476250"/>
                  <a:gd name="connsiteY58" fmla="*/ 299085 h 2305050"/>
                  <a:gd name="connsiteX59" fmla="*/ 300038 w 476250"/>
                  <a:gd name="connsiteY59" fmla="*/ 299085 h 2305050"/>
                  <a:gd name="connsiteX60" fmla="*/ 147638 w 476250"/>
                  <a:gd name="connsiteY60" fmla="*/ 477202 h 2305050"/>
                  <a:gd name="connsiteX61" fmla="*/ 26670 w 476250"/>
                  <a:gd name="connsiteY61" fmla="*/ 477202 h 2305050"/>
                  <a:gd name="connsiteX62" fmla="*/ 26670 w 476250"/>
                  <a:gd name="connsiteY62" fmla="*/ 594360 h 2305050"/>
                  <a:gd name="connsiteX63" fmla="*/ 147638 w 476250"/>
                  <a:gd name="connsiteY63" fmla="*/ 594360 h 2305050"/>
                  <a:gd name="connsiteX64" fmla="*/ 147638 w 476250"/>
                  <a:gd name="connsiteY64" fmla="*/ 477202 h 2305050"/>
                  <a:gd name="connsiteX65" fmla="*/ 450532 w 476250"/>
                  <a:gd name="connsiteY65" fmla="*/ 1041082 h 2305050"/>
                  <a:gd name="connsiteX66" fmla="*/ 450532 w 476250"/>
                  <a:gd name="connsiteY66" fmla="*/ 923925 h 2305050"/>
                  <a:gd name="connsiteX67" fmla="*/ 331470 w 476250"/>
                  <a:gd name="connsiteY67" fmla="*/ 923925 h 2305050"/>
                  <a:gd name="connsiteX68" fmla="*/ 331470 w 476250"/>
                  <a:gd name="connsiteY68" fmla="*/ 1041082 h 2305050"/>
                  <a:gd name="connsiteX69" fmla="*/ 450532 w 476250"/>
                  <a:gd name="connsiteY69" fmla="*/ 1041082 h 2305050"/>
                  <a:gd name="connsiteX70" fmla="*/ 332422 w 476250"/>
                  <a:gd name="connsiteY70" fmla="*/ 1218248 h 2305050"/>
                  <a:gd name="connsiteX71" fmla="*/ 332422 w 476250"/>
                  <a:gd name="connsiteY71" fmla="*/ 1336357 h 2305050"/>
                  <a:gd name="connsiteX72" fmla="*/ 451485 w 476250"/>
                  <a:gd name="connsiteY72" fmla="*/ 1336357 h 2305050"/>
                  <a:gd name="connsiteX73" fmla="*/ 451485 w 476250"/>
                  <a:gd name="connsiteY73" fmla="*/ 1218248 h 2305050"/>
                  <a:gd name="connsiteX74" fmla="*/ 332422 w 476250"/>
                  <a:gd name="connsiteY74" fmla="*/ 1218248 h 2305050"/>
                  <a:gd name="connsiteX75" fmla="*/ 452438 w 476250"/>
                  <a:gd name="connsiteY75" fmla="*/ 447675 h 2305050"/>
                  <a:gd name="connsiteX76" fmla="*/ 452438 w 476250"/>
                  <a:gd name="connsiteY76" fmla="*/ 329565 h 2305050"/>
                  <a:gd name="connsiteX77" fmla="*/ 331470 w 476250"/>
                  <a:gd name="connsiteY77" fmla="*/ 329565 h 2305050"/>
                  <a:gd name="connsiteX78" fmla="*/ 331470 w 476250"/>
                  <a:gd name="connsiteY78" fmla="*/ 447675 h 2305050"/>
                  <a:gd name="connsiteX79" fmla="*/ 452438 w 476250"/>
                  <a:gd name="connsiteY79" fmla="*/ 447675 h 2305050"/>
                  <a:gd name="connsiteX80" fmla="*/ 300038 w 476250"/>
                  <a:gd name="connsiteY80" fmla="*/ 448627 h 2305050"/>
                  <a:gd name="connsiteX81" fmla="*/ 300038 w 476250"/>
                  <a:gd name="connsiteY81" fmla="*/ 328613 h 2305050"/>
                  <a:gd name="connsiteX82" fmla="*/ 180022 w 476250"/>
                  <a:gd name="connsiteY82" fmla="*/ 328613 h 2305050"/>
                  <a:gd name="connsiteX83" fmla="*/ 180022 w 476250"/>
                  <a:gd name="connsiteY83" fmla="*/ 448627 h 2305050"/>
                  <a:gd name="connsiteX84" fmla="*/ 300038 w 476250"/>
                  <a:gd name="connsiteY84" fmla="*/ 448627 h 2305050"/>
                  <a:gd name="connsiteX85" fmla="*/ 146685 w 476250"/>
                  <a:gd name="connsiteY85" fmla="*/ 299085 h 2305050"/>
                  <a:gd name="connsiteX86" fmla="*/ 146685 w 476250"/>
                  <a:gd name="connsiteY86" fmla="*/ 181927 h 2305050"/>
                  <a:gd name="connsiteX87" fmla="*/ 27622 w 476250"/>
                  <a:gd name="connsiteY87" fmla="*/ 181927 h 2305050"/>
                  <a:gd name="connsiteX88" fmla="*/ 27622 w 476250"/>
                  <a:gd name="connsiteY88" fmla="*/ 299085 h 2305050"/>
                  <a:gd name="connsiteX89" fmla="*/ 146685 w 476250"/>
                  <a:gd name="connsiteY89" fmla="*/ 299085 h 2305050"/>
                  <a:gd name="connsiteX90" fmla="*/ 145732 w 476250"/>
                  <a:gd name="connsiteY90" fmla="*/ 889635 h 2305050"/>
                  <a:gd name="connsiteX91" fmla="*/ 145732 w 476250"/>
                  <a:gd name="connsiteY91" fmla="*/ 772477 h 2305050"/>
                  <a:gd name="connsiteX92" fmla="*/ 28575 w 476250"/>
                  <a:gd name="connsiteY92" fmla="*/ 772477 h 2305050"/>
                  <a:gd name="connsiteX93" fmla="*/ 28575 w 476250"/>
                  <a:gd name="connsiteY93" fmla="*/ 889635 h 2305050"/>
                  <a:gd name="connsiteX94" fmla="*/ 145732 w 476250"/>
                  <a:gd name="connsiteY94" fmla="*/ 889635 h 2305050"/>
                  <a:gd name="connsiteX95" fmla="*/ 179070 w 476250"/>
                  <a:gd name="connsiteY95" fmla="*/ 889635 h 2305050"/>
                  <a:gd name="connsiteX96" fmla="*/ 298132 w 476250"/>
                  <a:gd name="connsiteY96" fmla="*/ 889635 h 2305050"/>
                  <a:gd name="connsiteX97" fmla="*/ 298132 w 476250"/>
                  <a:gd name="connsiteY97" fmla="*/ 772477 h 2305050"/>
                  <a:gd name="connsiteX98" fmla="*/ 179070 w 476250"/>
                  <a:gd name="connsiteY98" fmla="*/ 772477 h 2305050"/>
                  <a:gd name="connsiteX99" fmla="*/ 179070 w 476250"/>
                  <a:gd name="connsiteY99" fmla="*/ 889635 h 2305050"/>
                  <a:gd name="connsiteX100" fmla="*/ 450532 w 476250"/>
                  <a:gd name="connsiteY100" fmla="*/ 890588 h 2305050"/>
                  <a:gd name="connsiteX101" fmla="*/ 450532 w 476250"/>
                  <a:gd name="connsiteY101" fmla="*/ 771525 h 2305050"/>
                  <a:gd name="connsiteX102" fmla="*/ 331470 w 476250"/>
                  <a:gd name="connsiteY102" fmla="*/ 771525 h 2305050"/>
                  <a:gd name="connsiteX103" fmla="*/ 331470 w 476250"/>
                  <a:gd name="connsiteY103" fmla="*/ 890588 h 2305050"/>
                  <a:gd name="connsiteX104" fmla="*/ 450532 w 476250"/>
                  <a:gd name="connsiteY104" fmla="*/ 890588 h 2305050"/>
                  <a:gd name="connsiteX105" fmla="*/ 298132 w 476250"/>
                  <a:gd name="connsiteY105" fmla="*/ 1370648 h 2305050"/>
                  <a:gd name="connsiteX106" fmla="*/ 180022 w 476250"/>
                  <a:gd name="connsiteY106" fmla="*/ 1370648 h 2305050"/>
                  <a:gd name="connsiteX107" fmla="*/ 180022 w 476250"/>
                  <a:gd name="connsiteY107" fmla="*/ 1486853 h 2305050"/>
                  <a:gd name="connsiteX108" fmla="*/ 298132 w 476250"/>
                  <a:gd name="connsiteY108" fmla="*/ 1486853 h 2305050"/>
                  <a:gd name="connsiteX109" fmla="*/ 298132 w 476250"/>
                  <a:gd name="connsiteY109" fmla="*/ 1370648 h 2305050"/>
                  <a:gd name="connsiteX110" fmla="*/ 299085 w 476250"/>
                  <a:gd name="connsiteY110" fmla="*/ 1632585 h 2305050"/>
                  <a:gd name="connsiteX111" fmla="*/ 299085 w 476250"/>
                  <a:gd name="connsiteY111" fmla="*/ 1516380 h 2305050"/>
                  <a:gd name="connsiteX112" fmla="*/ 179070 w 476250"/>
                  <a:gd name="connsiteY112" fmla="*/ 1516380 h 2305050"/>
                  <a:gd name="connsiteX113" fmla="*/ 179070 w 476250"/>
                  <a:gd name="connsiteY113" fmla="*/ 1632585 h 2305050"/>
                  <a:gd name="connsiteX114" fmla="*/ 299085 w 476250"/>
                  <a:gd name="connsiteY114" fmla="*/ 1632585 h 2305050"/>
                  <a:gd name="connsiteX115" fmla="*/ 146685 w 476250"/>
                  <a:gd name="connsiteY115" fmla="*/ 1370648 h 2305050"/>
                  <a:gd name="connsiteX116" fmla="*/ 28575 w 476250"/>
                  <a:gd name="connsiteY116" fmla="*/ 1370648 h 2305050"/>
                  <a:gd name="connsiteX117" fmla="*/ 28575 w 476250"/>
                  <a:gd name="connsiteY117" fmla="*/ 1486853 h 2305050"/>
                  <a:gd name="connsiteX118" fmla="*/ 146685 w 476250"/>
                  <a:gd name="connsiteY118" fmla="*/ 1486853 h 2305050"/>
                  <a:gd name="connsiteX119" fmla="*/ 146685 w 476250"/>
                  <a:gd name="connsiteY119" fmla="*/ 1370648 h 2305050"/>
                  <a:gd name="connsiteX120" fmla="*/ 449580 w 476250"/>
                  <a:gd name="connsiteY120" fmla="*/ 1631632 h 2305050"/>
                  <a:gd name="connsiteX121" fmla="*/ 449580 w 476250"/>
                  <a:gd name="connsiteY121" fmla="*/ 1514475 h 2305050"/>
                  <a:gd name="connsiteX122" fmla="*/ 332422 w 476250"/>
                  <a:gd name="connsiteY122" fmla="*/ 1514475 h 2305050"/>
                  <a:gd name="connsiteX123" fmla="*/ 332422 w 476250"/>
                  <a:gd name="connsiteY123" fmla="*/ 1631632 h 2305050"/>
                  <a:gd name="connsiteX124" fmla="*/ 449580 w 476250"/>
                  <a:gd name="connsiteY124" fmla="*/ 1631632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76250" h="2305050">
                    <a:moveTo>
                      <a:pt x="477202" y="2308860"/>
                    </a:moveTo>
                    <a:cubicBezTo>
                      <a:pt x="316230" y="2308860"/>
                      <a:pt x="160020" y="2308860"/>
                      <a:pt x="0" y="2308860"/>
                    </a:cubicBezTo>
                    <a:cubicBezTo>
                      <a:pt x="0" y="1539240"/>
                      <a:pt x="0" y="771525"/>
                      <a:pt x="0" y="0"/>
                    </a:cubicBezTo>
                    <a:cubicBezTo>
                      <a:pt x="157163" y="0"/>
                      <a:pt x="315277" y="0"/>
                      <a:pt x="477202" y="0"/>
                    </a:cubicBezTo>
                    <a:cubicBezTo>
                      <a:pt x="477202" y="767715"/>
                      <a:pt x="477202" y="1536382"/>
                      <a:pt x="477202" y="2308860"/>
                    </a:cubicBezTo>
                    <a:close/>
                    <a:moveTo>
                      <a:pt x="452438" y="1071563"/>
                    </a:moveTo>
                    <a:cubicBezTo>
                      <a:pt x="412432" y="1071563"/>
                      <a:pt x="372427" y="1071563"/>
                      <a:pt x="332422" y="1071563"/>
                    </a:cubicBezTo>
                    <a:cubicBezTo>
                      <a:pt x="332422" y="1112520"/>
                      <a:pt x="332422" y="1150620"/>
                      <a:pt x="332422" y="1188720"/>
                    </a:cubicBezTo>
                    <a:cubicBezTo>
                      <a:pt x="374332" y="1188720"/>
                      <a:pt x="412432" y="1188720"/>
                      <a:pt x="452438" y="1188720"/>
                    </a:cubicBezTo>
                    <a:cubicBezTo>
                      <a:pt x="452438" y="1147763"/>
                      <a:pt x="452438" y="1111567"/>
                      <a:pt x="452438" y="1071563"/>
                    </a:cubicBezTo>
                    <a:close/>
                    <a:moveTo>
                      <a:pt x="298132" y="1190625"/>
                    </a:moveTo>
                    <a:cubicBezTo>
                      <a:pt x="298132" y="1147763"/>
                      <a:pt x="298132" y="1108710"/>
                      <a:pt x="298132" y="1070610"/>
                    </a:cubicBezTo>
                    <a:cubicBezTo>
                      <a:pt x="256222" y="1070610"/>
                      <a:pt x="218122" y="1070610"/>
                      <a:pt x="180975" y="1070610"/>
                    </a:cubicBezTo>
                    <a:cubicBezTo>
                      <a:pt x="180975" y="1112520"/>
                      <a:pt x="180975" y="1151573"/>
                      <a:pt x="180975" y="1190625"/>
                    </a:cubicBezTo>
                    <a:cubicBezTo>
                      <a:pt x="220980" y="1190625"/>
                      <a:pt x="257175" y="1190625"/>
                      <a:pt x="298132" y="1190625"/>
                    </a:cubicBezTo>
                    <a:close/>
                    <a:moveTo>
                      <a:pt x="27622" y="1188720"/>
                    </a:moveTo>
                    <a:cubicBezTo>
                      <a:pt x="68580" y="1188720"/>
                      <a:pt x="106680" y="1188720"/>
                      <a:pt x="146685" y="1188720"/>
                    </a:cubicBezTo>
                    <a:cubicBezTo>
                      <a:pt x="146685" y="1146810"/>
                      <a:pt x="146685" y="1108710"/>
                      <a:pt x="146685" y="1070610"/>
                    </a:cubicBezTo>
                    <a:cubicBezTo>
                      <a:pt x="104775" y="1070610"/>
                      <a:pt x="66675" y="1070610"/>
                      <a:pt x="27622" y="1070610"/>
                    </a:cubicBezTo>
                    <a:cubicBezTo>
                      <a:pt x="27622" y="1112520"/>
                      <a:pt x="27622" y="1149667"/>
                      <a:pt x="27622" y="1188720"/>
                    </a:cubicBezTo>
                    <a:close/>
                    <a:moveTo>
                      <a:pt x="28575" y="328613"/>
                    </a:moveTo>
                    <a:cubicBezTo>
                      <a:pt x="28575" y="372427"/>
                      <a:pt x="28575" y="410527"/>
                      <a:pt x="28575" y="448627"/>
                    </a:cubicBezTo>
                    <a:cubicBezTo>
                      <a:pt x="70485" y="448627"/>
                      <a:pt x="107632" y="448627"/>
                      <a:pt x="147638" y="448627"/>
                    </a:cubicBezTo>
                    <a:cubicBezTo>
                      <a:pt x="147638" y="407670"/>
                      <a:pt x="147638" y="369570"/>
                      <a:pt x="147638" y="328613"/>
                    </a:cubicBezTo>
                    <a:cubicBezTo>
                      <a:pt x="106680" y="328613"/>
                      <a:pt x="68580" y="328613"/>
                      <a:pt x="28575" y="328613"/>
                    </a:cubicBezTo>
                    <a:close/>
                    <a:moveTo>
                      <a:pt x="450532" y="744855"/>
                    </a:moveTo>
                    <a:cubicBezTo>
                      <a:pt x="450532" y="702945"/>
                      <a:pt x="450532" y="664845"/>
                      <a:pt x="450532" y="627697"/>
                    </a:cubicBezTo>
                    <a:cubicBezTo>
                      <a:pt x="408622" y="627697"/>
                      <a:pt x="369570" y="627697"/>
                      <a:pt x="331470" y="627697"/>
                    </a:cubicBezTo>
                    <a:cubicBezTo>
                      <a:pt x="331470" y="668655"/>
                      <a:pt x="331470" y="705802"/>
                      <a:pt x="331470" y="744855"/>
                    </a:cubicBezTo>
                    <a:cubicBezTo>
                      <a:pt x="371475" y="744855"/>
                      <a:pt x="409575" y="744855"/>
                      <a:pt x="450532" y="744855"/>
                    </a:cubicBezTo>
                    <a:close/>
                    <a:moveTo>
                      <a:pt x="147638" y="626745"/>
                    </a:moveTo>
                    <a:cubicBezTo>
                      <a:pt x="106680" y="626745"/>
                      <a:pt x="67627" y="626745"/>
                      <a:pt x="27622" y="626745"/>
                    </a:cubicBezTo>
                    <a:cubicBezTo>
                      <a:pt x="27622" y="667702"/>
                      <a:pt x="27622" y="706755"/>
                      <a:pt x="27622" y="743902"/>
                    </a:cubicBezTo>
                    <a:cubicBezTo>
                      <a:pt x="69532" y="743902"/>
                      <a:pt x="107632" y="743902"/>
                      <a:pt x="147638" y="743902"/>
                    </a:cubicBezTo>
                    <a:cubicBezTo>
                      <a:pt x="147638" y="702945"/>
                      <a:pt x="147638" y="665797"/>
                      <a:pt x="147638" y="626745"/>
                    </a:cubicBezTo>
                    <a:close/>
                    <a:moveTo>
                      <a:pt x="298132" y="1337310"/>
                    </a:moveTo>
                    <a:cubicBezTo>
                      <a:pt x="298132" y="1295400"/>
                      <a:pt x="298132" y="1257300"/>
                      <a:pt x="298132" y="1219200"/>
                    </a:cubicBezTo>
                    <a:cubicBezTo>
                      <a:pt x="256222" y="1219200"/>
                      <a:pt x="219075" y="1219200"/>
                      <a:pt x="180975" y="1219200"/>
                    </a:cubicBezTo>
                    <a:cubicBezTo>
                      <a:pt x="180975" y="1260157"/>
                      <a:pt x="180975" y="1298257"/>
                      <a:pt x="180975" y="1337310"/>
                    </a:cubicBezTo>
                    <a:cubicBezTo>
                      <a:pt x="220980" y="1337310"/>
                      <a:pt x="257175" y="1337310"/>
                      <a:pt x="298132" y="1337310"/>
                    </a:cubicBezTo>
                    <a:close/>
                    <a:moveTo>
                      <a:pt x="180022" y="476250"/>
                    </a:moveTo>
                    <a:cubicBezTo>
                      <a:pt x="180022" y="518160"/>
                      <a:pt x="180022" y="556260"/>
                      <a:pt x="180022" y="595313"/>
                    </a:cubicBezTo>
                    <a:cubicBezTo>
                      <a:pt x="220980" y="595313"/>
                      <a:pt x="259080" y="595313"/>
                      <a:pt x="299085" y="595313"/>
                    </a:cubicBezTo>
                    <a:cubicBezTo>
                      <a:pt x="299085" y="554355"/>
                      <a:pt x="299085" y="516255"/>
                      <a:pt x="299085" y="476250"/>
                    </a:cubicBezTo>
                    <a:cubicBezTo>
                      <a:pt x="259080" y="476250"/>
                      <a:pt x="220980" y="476250"/>
                      <a:pt x="180022" y="476250"/>
                    </a:cubicBezTo>
                    <a:close/>
                    <a:moveTo>
                      <a:pt x="452438" y="32385"/>
                    </a:moveTo>
                    <a:cubicBezTo>
                      <a:pt x="411480" y="32385"/>
                      <a:pt x="372427" y="32385"/>
                      <a:pt x="330518" y="32385"/>
                    </a:cubicBezTo>
                    <a:cubicBezTo>
                      <a:pt x="330518" y="71438"/>
                      <a:pt x="330518" y="108585"/>
                      <a:pt x="330518" y="148590"/>
                    </a:cubicBezTo>
                    <a:cubicBezTo>
                      <a:pt x="371475" y="148590"/>
                      <a:pt x="411480" y="148590"/>
                      <a:pt x="452438" y="148590"/>
                    </a:cubicBezTo>
                    <a:cubicBezTo>
                      <a:pt x="452438" y="109538"/>
                      <a:pt x="452438" y="73342"/>
                      <a:pt x="452438" y="32385"/>
                    </a:cubicBezTo>
                    <a:close/>
                    <a:moveTo>
                      <a:pt x="300038" y="31432"/>
                    </a:moveTo>
                    <a:cubicBezTo>
                      <a:pt x="257175" y="31432"/>
                      <a:pt x="219075" y="31432"/>
                      <a:pt x="180022" y="31432"/>
                    </a:cubicBezTo>
                    <a:cubicBezTo>
                      <a:pt x="180022" y="72390"/>
                      <a:pt x="180022" y="111442"/>
                      <a:pt x="180022" y="149542"/>
                    </a:cubicBezTo>
                    <a:cubicBezTo>
                      <a:pt x="221932" y="149542"/>
                      <a:pt x="260985" y="149542"/>
                      <a:pt x="300038" y="149542"/>
                    </a:cubicBezTo>
                    <a:cubicBezTo>
                      <a:pt x="300038" y="108585"/>
                      <a:pt x="300038" y="71438"/>
                      <a:pt x="300038" y="31432"/>
                    </a:cubicBezTo>
                    <a:close/>
                    <a:moveTo>
                      <a:pt x="300038" y="299085"/>
                    </a:moveTo>
                    <a:cubicBezTo>
                      <a:pt x="300038" y="257175"/>
                      <a:pt x="300038" y="220027"/>
                      <a:pt x="300038" y="180022"/>
                    </a:cubicBezTo>
                    <a:cubicBezTo>
                      <a:pt x="259080" y="180022"/>
                      <a:pt x="220027" y="180022"/>
                      <a:pt x="179070" y="180022"/>
                    </a:cubicBezTo>
                    <a:cubicBezTo>
                      <a:pt x="179070" y="220027"/>
                      <a:pt x="179070" y="258127"/>
                      <a:pt x="179070" y="299085"/>
                    </a:cubicBezTo>
                    <a:cubicBezTo>
                      <a:pt x="220027" y="299085"/>
                      <a:pt x="258127" y="299085"/>
                      <a:pt x="300038" y="299085"/>
                    </a:cubicBezTo>
                    <a:close/>
                    <a:moveTo>
                      <a:pt x="147638" y="477202"/>
                    </a:moveTo>
                    <a:cubicBezTo>
                      <a:pt x="104775" y="477202"/>
                      <a:pt x="66675" y="477202"/>
                      <a:pt x="26670" y="477202"/>
                    </a:cubicBezTo>
                    <a:cubicBezTo>
                      <a:pt x="26670" y="517207"/>
                      <a:pt x="26670" y="554355"/>
                      <a:pt x="26670" y="594360"/>
                    </a:cubicBezTo>
                    <a:cubicBezTo>
                      <a:pt x="67627" y="594360"/>
                      <a:pt x="106680" y="594360"/>
                      <a:pt x="147638" y="594360"/>
                    </a:cubicBezTo>
                    <a:cubicBezTo>
                      <a:pt x="147638" y="554355"/>
                      <a:pt x="147638" y="517207"/>
                      <a:pt x="147638" y="477202"/>
                    </a:cubicBezTo>
                    <a:close/>
                    <a:moveTo>
                      <a:pt x="450532" y="1041082"/>
                    </a:moveTo>
                    <a:cubicBezTo>
                      <a:pt x="450532" y="1001077"/>
                      <a:pt x="450532" y="962025"/>
                      <a:pt x="450532" y="923925"/>
                    </a:cubicBezTo>
                    <a:cubicBezTo>
                      <a:pt x="408622" y="923925"/>
                      <a:pt x="370522" y="923925"/>
                      <a:pt x="331470" y="923925"/>
                    </a:cubicBezTo>
                    <a:cubicBezTo>
                      <a:pt x="331470" y="964882"/>
                      <a:pt x="331470" y="1002030"/>
                      <a:pt x="331470" y="1041082"/>
                    </a:cubicBezTo>
                    <a:cubicBezTo>
                      <a:pt x="372427" y="1041082"/>
                      <a:pt x="410527" y="1041082"/>
                      <a:pt x="450532" y="1041082"/>
                    </a:cubicBezTo>
                    <a:close/>
                    <a:moveTo>
                      <a:pt x="332422" y="1218248"/>
                    </a:moveTo>
                    <a:cubicBezTo>
                      <a:pt x="332422" y="1258253"/>
                      <a:pt x="332422" y="1296353"/>
                      <a:pt x="332422" y="1336357"/>
                    </a:cubicBezTo>
                    <a:cubicBezTo>
                      <a:pt x="373380" y="1336357"/>
                      <a:pt x="410527" y="1336357"/>
                      <a:pt x="451485" y="1336357"/>
                    </a:cubicBezTo>
                    <a:cubicBezTo>
                      <a:pt x="451485" y="1296353"/>
                      <a:pt x="451485" y="1257300"/>
                      <a:pt x="451485" y="1218248"/>
                    </a:cubicBezTo>
                    <a:cubicBezTo>
                      <a:pt x="409575" y="1218248"/>
                      <a:pt x="372427" y="1218248"/>
                      <a:pt x="332422" y="1218248"/>
                    </a:cubicBezTo>
                    <a:close/>
                    <a:moveTo>
                      <a:pt x="452438" y="447675"/>
                    </a:moveTo>
                    <a:cubicBezTo>
                      <a:pt x="452438" y="406717"/>
                      <a:pt x="452438" y="369570"/>
                      <a:pt x="452438" y="329565"/>
                    </a:cubicBezTo>
                    <a:cubicBezTo>
                      <a:pt x="411480" y="329565"/>
                      <a:pt x="371475" y="329565"/>
                      <a:pt x="331470" y="329565"/>
                    </a:cubicBezTo>
                    <a:cubicBezTo>
                      <a:pt x="331470" y="370522"/>
                      <a:pt x="331470" y="408622"/>
                      <a:pt x="331470" y="447675"/>
                    </a:cubicBezTo>
                    <a:cubicBezTo>
                      <a:pt x="371475" y="447675"/>
                      <a:pt x="409575" y="447675"/>
                      <a:pt x="452438" y="447675"/>
                    </a:cubicBezTo>
                    <a:close/>
                    <a:moveTo>
                      <a:pt x="300038" y="448627"/>
                    </a:moveTo>
                    <a:cubicBezTo>
                      <a:pt x="300038" y="405765"/>
                      <a:pt x="300038" y="368617"/>
                      <a:pt x="300038" y="328613"/>
                    </a:cubicBezTo>
                    <a:cubicBezTo>
                      <a:pt x="258127" y="328613"/>
                      <a:pt x="219075" y="328613"/>
                      <a:pt x="180022" y="328613"/>
                    </a:cubicBezTo>
                    <a:cubicBezTo>
                      <a:pt x="180022" y="370522"/>
                      <a:pt x="180022" y="408622"/>
                      <a:pt x="180022" y="448627"/>
                    </a:cubicBezTo>
                    <a:cubicBezTo>
                      <a:pt x="220980" y="448627"/>
                      <a:pt x="258127" y="448627"/>
                      <a:pt x="300038" y="448627"/>
                    </a:cubicBezTo>
                    <a:close/>
                    <a:moveTo>
                      <a:pt x="146685" y="299085"/>
                    </a:moveTo>
                    <a:cubicBezTo>
                      <a:pt x="146685" y="256222"/>
                      <a:pt x="146685" y="218122"/>
                      <a:pt x="146685" y="181927"/>
                    </a:cubicBezTo>
                    <a:cubicBezTo>
                      <a:pt x="103822" y="181927"/>
                      <a:pt x="65722" y="181927"/>
                      <a:pt x="27622" y="181927"/>
                    </a:cubicBezTo>
                    <a:cubicBezTo>
                      <a:pt x="27622" y="222885"/>
                      <a:pt x="27622" y="260032"/>
                      <a:pt x="27622" y="299085"/>
                    </a:cubicBezTo>
                    <a:cubicBezTo>
                      <a:pt x="67627" y="299085"/>
                      <a:pt x="104775" y="299085"/>
                      <a:pt x="146685" y="299085"/>
                    </a:cubicBezTo>
                    <a:close/>
                    <a:moveTo>
                      <a:pt x="145732" y="889635"/>
                    </a:moveTo>
                    <a:cubicBezTo>
                      <a:pt x="145732" y="848677"/>
                      <a:pt x="145732" y="810577"/>
                      <a:pt x="145732" y="772477"/>
                    </a:cubicBezTo>
                    <a:cubicBezTo>
                      <a:pt x="103822" y="772477"/>
                      <a:pt x="66675" y="772477"/>
                      <a:pt x="28575" y="772477"/>
                    </a:cubicBezTo>
                    <a:cubicBezTo>
                      <a:pt x="28575" y="813435"/>
                      <a:pt x="28575" y="851535"/>
                      <a:pt x="28575" y="889635"/>
                    </a:cubicBezTo>
                    <a:cubicBezTo>
                      <a:pt x="70485" y="889635"/>
                      <a:pt x="107632" y="889635"/>
                      <a:pt x="145732" y="889635"/>
                    </a:cubicBezTo>
                    <a:close/>
                    <a:moveTo>
                      <a:pt x="179070" y="889635"/>
                    </a:moveTo>
                    <a:cubicBezTo>
                      <a:pt x="220027" y="889635"/>
                      <a:pt x="258127" y="889635"/>
                      <a:pt x="298132" y="889635"/>
                    </a:cubicBezTo>
                    <a:cubicBezTo>
                      <a:pt x="298132" y="848677"/>
                      <a:pt x="298132" y="810577"/>
                      <a:pt x="298132" y="772477"/>
                    </a:cubicBezTo>
                    <a:cubicBezTo>
                      <a:pt x="256222" y="772477"/>
                      <a:pt x="219075" y="772477"/>
                      <a:pt x="179070" y="772477"/>
                    </a:cubicBezTo>
                    <a:cubicBezTo>
                      <a:pt x="179070" y="812482"/>
                      <a:pt x="179070" y="849630"/>
                      <a:pt x="179070" y="889635"/>
                    </a:cubicBezTo>
                    <a:close/>
                    <a:moveTo>
                      <a:pt x="450532" y="890588"/>
                    </a:moveTo>
                    <a:cubicBezTo>
                      <a:pt x="450532" y="849630"/>
                      <a:pt x="450532" y="811530"/>
                      <a:pt x="450532" y="771525"/>
                    </a:cubicBezTo>
                    <a:cubicBezTo>
                      <a:pt x="409575" y="771525"/>
                      <a:pt x="372427" y="771525"/>
                      <a:pt x="331470" y="771525"/>
                    </a:cubicBezTo>
                    <a:cubicBezTo>
                      <a:pt x="331470" y="811530"/>
                      <a:pt x="331470" y="850582"/>
                      <a:pt x="331470" y="890588"/>
                    </a:cubicBezTo>
                    <a:cubicBezTo>
                      <a:pt x="372427" y="890588"/>
                      <a:pt x="410527" y="890588"/>
                      <a:pt x="450532" y="890588"/>
                    </a:cubicBezTo>
                    <a:close/>
                    <a:moveTo>
                      <a:pt x="298132" y="1370648"/>
                    </a:moveTo>
                    <a:cubicBezTo>
                      <a:pt x="257175" y="1370648"/>
                      <a:pt x="218122" y="1370648"/>
                      <a:pt x="180022" y="1370648"/>
                    </a:cubicBezTo>
                    <a:cubicBezTo>
                      <a:pt x="180022" y="1410653"/>
                      <a:pt x="180022" y="1447800"/>
                      <a:pt x="180022" y="1486853"/>
                    </a:cubicBezTo>
                    <a:cubicBezTo>
                      <a:pt x="220980" y="1486853"/>
                      <a:pt x="257175" y="1486853"/>
                      <a:pt x="298132" y="1486853"/>
                    </a:cubicBezTo>
                    <a:cubicBezTo>
                      <a:pt x="298132" y="1447800"/>
                      <a:pt x="298132" y="1411605"/>
                      <a:pt x="298132" y="1370648"/>
                    </a:cubicBezTo>
                    <a:close/>
                    <a:moveTo>
                      <a:pt x="299085" y="1632585"/>
                    </a:moveTo>
                    <a:cubicBezTo>
                      <a:pt x="299085" y="1590675"/>
                      <a:pt x="299085" y="1553528"/>
                      <a:pt x="299085" y="1516380"/>
                    </a:cubicBezTo>
                    <a:cubicBezTo>
                      <a:pt x="258127" y="1516380"/>
                      <a:pt x="219075" y="1516380"/>
                      <a:pt x="179070" y="1516380"/>
                    </a:cubicBezTo>
                    <a:cubicBezTo>
                      <a:pt x="179070" y="1557338"/>
                      <a:pt x="179070" y="1594485"/>
                      <a:pt x="179070" y="1632585"/>
                    </a:cubicBezTo>
                    <a:cubicBezTo>
                      <a:pt x="219075" y="1632585"/>
                      <a:pt x="256222" y="1632585"/>
                      <a:pt x="299085" y="1632585"/>
                    </a:cubicBezTo>
                    <a:close/>
                    <a:moveTo>
                      <a:pt x="146685" y="1370648"/>
                    </a:moveTo>
                    <a:cubicBezTo>
                      <a:pt x="104775" y="1370648"/>
                      <a:pt x="65722" y="1370648"/>
                      <a:pt x="28575" y="1370648"/>
                    </a:cubicBezTo>
                    <a:cubicBezTo>
                      <a:pt x="28575" y="1410653"/>
                      <a:pt x="28575" y="1447800"/>
                      <a:pt x="28575" y="1486853"/>
                    </a:cubicBezTo>
                    <a:cubicBezTo>
                      <a:pt x="69532" y="1486853"/>
                      <a:pt x="106680" y="1486853"/>
                      <a:pt x="146685" y="1486853"/>
                    </a:cubicBezTo>
                    <a:cubicBezTo>
                      <a:pt x="146685" y="1447800"/>
                      <a:pt x="146685" y="1410653"/>
                      <a:pt x="146685" y="1370648"/>
                    </a:cubicBezTo>
                    <a:close/>
                    <a:moveTo>
                      <a:pt x="449580" y="1631632"/>
                    </a:moveTo>
                    <a:cubicBezTo>
                      <a:pt x="449580" y="1591628"/>
                      <a:pt x="449580" y="1553528"/>
                      <a:pt x="449580" y="1514475"/>
                    </a:cubicBezTo>
                    <a:cubicBezTo>
                      <a:pt x="409575" y="1514475"/>
                      <a:pt x="372427" y="1514475"/>
                      <a:pt x="332422" y="1514475"/>
                    </a:cubicBezTo>
                    <a:cubicBezTo>
                      <a:pt x="332422" y="1554480"/>
                      <a:pt x="332422" y="1592580"/>
                      <a:pt x="332422" y="1631632"/>
                    </a:cubicBezTo>
                    <a:cubicBezTo>
                      <a:pt x="373380" y="1631632"/>
                      <a:pt x="410527" y="1631632"/>
                      <a:pt x="449580" y="163163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/>
              <p:cNvSpPr/>
              <p:nvPr/>
            </p:nvSpPr>
            <p:spPr>
              <a:xfrm>
                <a:off x="6153901" y="2280010"/>
                <a:ext cx="565541" cy="1976576"/>
              </a:xfrm>
              <a:custGeom>
                <a:avLst/>
                <a:gdLst>
                  <a:gd name="connsiteX0" fmla="*/ 335796 w 565541"/>
                  <a:gd name="connsiteY0" fmla="*/ 1531565 h 1976576"/>
                  <a:gd name="connsiteX1" fmla="*/ 335796 w 565541"/>
                  <a:gd name="connsiteY1" fmla="*/ 1585857 h 1976576"/>
                  <a:gd name="connsiteX2" fmla="*/ 441823 w 565541"/>
                  <a:gd name="connsiteY2" fmla="*/ 1585857 h 1976576"/>
                  <a:gd name="connsiteX3" fmla="*/ 441823 w 565541"/>
                  <a:gd name="connsiteY3" fmla="*/ 1531565 h 1976576"/>
                  <a:gd name="connsiteX4" fmla="*/ 123718 w 565541"/>
                  <a:gd name="connsiteY4" fmla="*/ 1526871 h 1976576"/>
                  <a:gd name="connsiteX5" fmla="*/ 123718 w 565541"/>
                  <a:gd name="connsiteY5" fmla="*/ 1581163 h 1976576"/>
                  <a:gd name="connsiteX6" fmla="*/ 229745 w 565541"/>
                  <a:gd name="connsiteY6" fmla="*/ 1581163 h 1976576"/>
                  <a:gd name="connsiteX7" fmla="*/ 229745 w 565541"/>
                  <a:gd name="connsiteY7" fmla="*/ 1526871 h 1976576"/>
                  <a:gd name="connsiteX8" fmla="*/ 335796 w 565541"/>
                  <a:gd name="connsiteY8" fmla="*/ 1409581 h 1976576"/>
                  <a:gd name="connsiteX9" fmla="*/ 335796 w 565541"/>
                  <a:gd name="connsiteY9" fmla="*/ 1463873 h 1976576"/>
                  <a:gd name="connsiteX10" fmla="*/ 441823 w 565541"/>
                  <a:gd name="connsiteY10" fmla="*/ 1463873 h 1976576"/>
                  <a:gd name="connsiteX11" fmla="*/ 441823 w 565541"/>
                  <a:gd name="connsiteY11" fmla="*/ 1409581 h 1976576"/>
                  <a:gd name="connsiteX12" fmla="*/ 123718 w 565541"/>
                  <a:gd name="connsiteY12" fmla="*/ 1404887 h 1976576"/>
                  <a:gd name="connsiteX13" fmla="*/ 123718 w 565541"/>
                  <a:gd name="connsiteY13" fmla="*/ 1459180 h 1976576"/>
                  <a:gd name="connsiteX14" fmla="*/ 229745 w 565541"/>
                  <a:gd name="connsiteY14" fmla="*/ 1459180 h 1976576"/>
                  <a:gd name="connsiteX15" fmla="*/ 229745 w 565541"/>
                  <a:gd name="connsiteY15" fmla="*/ 1404887 h 1976576"/>
                  <a:gd name="connsiteX16" fmla="*/ 335796 w 565541"/>
                  <a:gd name="connsiteY16" fmla="*/ 1287599 h 1976576"/>
                  <a:gd name="connsiteX17" fmla="*/ 335796 w 565541"/>
                  <a:gd name="connsiteY17" fmla="*/ 1341892 h 1976576"/>
                  <a:gd name="connsiteX18" fmla="*/ 441823 w 565541"/>
                  <a:gd name="connsiteY18" fmla="*/ 1341892 h 1976576"/>
                  <a:gd name="connsiteX19" fmla="*/ 441823 w 565541"/>
                  <a:gd name="connsiteY19" fmla="*/ 1287599 h 1976576"/>
                  <a:gd name="connsiteX20" fmla="*/ 123718 w 565541"/>
                  <a:gd name="connsiteY20" fmla="*/ 1282905 h 1976576"/>
                  <a:gd name="connsiteX21" fmla="*/ 123718 w 565541"/>
                  <a:gd name="connsiteY21" fmla="*/ 1337198 h 1976576"/>
                  <a:gd name="connsiteX22" fmla="*/ 229745 w 565541"/>
                  <a:gd name="connsiteY22" fmla="*/ 1337198 h 1976576"/>
                  <a:gd name="connsiteX23" fmla="*/ 229745 w 565541"/>
                  <a:gd name="connsiteY23" fmla="*/ 1282905 h 1976576"/>
                  <a:gd name="connsiteX24" fmla="*/ 335796 w 565541"/>
                  <a:gd name="connsiteY24" fmla="*/ 1165617 h 1976576"/>
                  <a:gd name="connsiteX25" fmla="*/ 335796 w 565541"/>
                  <a:gd name="connsiteY25" fmla="*/ 1219910 h 1976576"/>
                  <a:gd name="connsiteX26" fmla="*/ 441823 w 565541"/>
                  <a:gd name="connsiteY26" fmla="*/ 1219910 h 1976576"/>
                  <a:gd name="connsiteX27" fmla="*/ 441823 w 565541"/>
                  <a:gd name="connsiteY27" fmla="*/ 1165617 h 1976576"/>
                  <a:gd name="connsiteX28" fmla="*/ 123718 w 565541"/>
                  <a:gd name="connsiteY28" fmla="*/ 1160924 h 1976576"/>
                  <a:gd name="connsiteX29" fmla="*/ 123718 w 565541"/>
                  <a:gd name="connsiteY29" fmla="*/ 1215216 h 1976576"/>
                  <a:gd name="connsiteX30" fmla="*/ 229745 w 565541"/>
                  <a:gd name="connsiteY30" fmla="*/ 1215216 h 1976576"/>
                  <a:gd name="connsiteX31" fmla="*/ 229745 w 565541"/>
                  <a:gd name="connsiteY31" fmla="*/ 1160924 h 1976576"/>
                  <a:gd name="connsiteX32" fmla="*/ 335796 w 565541"/>
                  <a:gd name="connsiteY32" fmla="*/ 1043636 h 1976576"/>
                  <a:gd name="connsiteX33" fmla="*/ 335796 w 565541"/>
                  <a:gd name="connsiteY33" fmla="*/ 1097928 h 1976576"/>
                  <a:gd name="connsiteX34" fmla="*/ 441823 w 565541"/>
                  <a:gd name="connsiteY34" fmla="*/ 1097928 h 1976576"/>
                  <a:gd name="connsiteX35" fmla="*/ 441823 w 565541"/>
                  <a:gd name="connsiteY35" fmla="*/ 1043636 h 1976576"/>
                  <a:gd name="connsiteX36" fmla="*/ 123718 w 565541"/>
                  <a:gd name="connsiteY36" fmla="*/ 1038942 h 1976576"/>
                  <a:gd name="connsiteX37" fmla="*/ 123718 w 565541"/>
                  <a:gd name="connsiteY37" fmla="*/ 1093234 h 1976576"/>
                  <a:gd name="connsiteX38" fmla="*/ 229745 w 565541"/>
                  <a:gd name="connsiteY38" fmla="*/ 1093234 h 1976576"/>
                  <a:gd name="connsiteX39" fmla="*/ 229745 w 565541"/>
                  <a:gd name="connsiteY39" fmla="*/ 1038942 h 1976576"/>
                  <a:gd name="connsiteX40" fmla="*/ 335796 w 565541"/>
                  <a:gd name="connsiteY40" fmla="*/ 921654 h 1976576"/>
                  <a:gd name="connsiteX41" fmla="*/ 335796 w 565541"/>
                  <a:gd name="connsiteY41" fmla="*/ 975946 h 1976576"/>
                  <a:gd name="connsiteX42" fmla="*/ 441823 w 565541"/>
                  <a:gd name="connsiteY42" fmla="*/ 975946 h 1976576"/>
                  <a:gd name="connsiteX43" fmla="*/ 441823 w 565541"/>
                  <a:gd name="connsiteY43" fmla="*/ 921654 h 1976576"/>
                  <a:gd name="connsiteX44" fmla="*/ 123718 w 565541"/>
                  <a:gd name="connsiteY44" fmla="*/ 916960 h 1976576"/>
                  <a:gd name="connsiteX45" fmla="*/ 123718 w 565541"/>
                  <a:gd name="connsiteY45" fmla="*/ 971252 h 1976576"/>
                  <a:gd name="connsiteX46" fmla="*/ 229745 w 565541"/>
                  <a:gd name="connsiteY46" fmla="*/ 971252 h 1976576"/>
                  <a:gd name="connsiteX47" fmla="*/ 229745 w 565541"/>
                  <a:gd name="connsiteY47" fmla="*/ 916960 h 1976576"/>
                  <a:gd name="connsiteX48" fmla="*/ 335796 w 565541"/>
                  <a:gd name="connsiteY48" fmla="*/ 799672 h 1976576"/>
                  <a:gd name="connsiteX49" fmla="*/ 335796 w 565541"/>
                  <a:gd name="connsiteY49" fmla="*/ 853964 h 1976576"/>
                  <a:gd name="connsiteX50" fmla="*/ 441823 w 565541"/>
                  <a:gd name="connsiteY50" fmla="*/ 853964 h 1976576"/>
                  <a:gd name="connsiteX51" fmla="*/ 441823 w 565541"/>
                  <a:gd name="connsiteY51" fmla="*/ 799672 h 1976576"/>
                  <a:gd name="connsiteX52" fmla="*/ 123718 w 565541"/>
                  <a:gd name="connsiteY52" fmla="*/ 794978 h 1976576"/>
                  <a:gd name="connsiteX53" fmla="*/ 123718 w 565541"/>
                  <a:gd name="connsiteY53" fmla="*/ 849270 h 1976576"/>
                  <a:gd name="connsiteX54" fmla="*/ 229745 w 565541"/>
                  <a:gd name="connsiteY54" fmla="*/ 849270 h 1976576"/>
                  <a:gd name="connsiteX55" fmla="*/ 229745 w 565541"/>
                  <a:gd name="connsiteY55" fmla="*/ 794978 h 1976576"/>
                  <a:gd name="connsiteX56" fmla="*/ 335796 w 565541"/>
                  <a:gd name="connsiteY56" fmla="*/ 677690 h 1976576"/>
                  <a:gd name="connsiteX57" fmla="*/ 335796 w 565541"/>
                  <a:gd name="connsiteY57" fmla="*/ 731982 h 1976576"/>
                  <a:gd name="connsiteX58" fmla="*/ 441823 w 565541"/>
                  <a:gd name="connsiteY58" fmla="*/ 731982 h 1976576"/>
                  <a:gd name="connsiteX59" fmla="*/ 441823 w 565541"/>
                  <a:gd name="connsiteY59" fmla="*/ 677690 h 1976576"/>
                  <a:gd name="connsiteX60" fmla="*/ 123718 w 565541"/>
                  <a:gd name="connsiteY60" fmla="*/ 672996 h 1976576"/>
                  <a:gd name="connsiteX61" fmla="*/ 123718 w 565541"/>
                  <a:gd name="connsiteY61" fmla="*/ 727289 h 1976576"/>
                  <a:gd name="connsiteX62" fmla="*/ 229745 w 565541"/>
                  <a:gd name="connsiteY62" fmla="*/ 727289 h 1976576"/>
                  <a:gd name="connsiteX63" fmla="*/ 229745 w 565541"/>
                  <a:gd name="connsiteY63" fmla="*/ 672996 h 1976576"/>
                  <a:gd name="connsiteX64" fmla="*/ 335796 w 565541"/>
                  <a:gd name="connsiteY64" fmla="*/ 555708 h 1976576"/>
                  <a:gd name="connsiteX65" fmla="*/ 335796 w 565541"/>
                  <a:gd name="connsiteY65" fmla="*/ 610000 h 1976576"/>
                  <a:gd name="connsiteX66" fmla="*/ 441823 w 565541"/>
                  <a:gd name="connsiteY66" fmla="*/ 610000 h 1976576"/>
                  <a:gd name="connsiteX67" fmla="*/ 441823 w 565541"/>
                  <a:gd name="connsiteY67" fmla="*/ 555708 h 1976576"/>
                  <a:gd name="connsiteX68" fmla="*/ 123718 w 565541"/>
                  <a:gd name="connsiteY68" fmla="*/ 551014 h 1976576"/>
                  <a:gd name="connsiteX69" fmla="*/ 123718 w 565541"/>
                  <a:gd name="connsiteY69" fmla="*/ 605307 h 1976576"/>
                  <a:gd name="connsiteX70" fmla="*/ 229745 w 565541"/>
                  <a:gd name="connsiteY70" fmla="*/ 605307 h 1976576"/>
                  <a:gd name="connsiteX71" fmla="*/ 229745 w 565541"/>
                  <a:gd name="connsiteY71" fmla="*/ 551014 h 1976576"/>
                  <a:gd name="connsiteX72" fmla="*/ 335796 w 565541"/>
                  <a:gd name="connsiteY72" fmla="*/ 433726 h 1976576"/>
                  <a:gd name="connsiteX73" fmla="*/ 335796 w 565541"/>
                  <a:gd name="connsiteY73" fmla="*/ 488019 h 1976576"/>
                  <a:gd name="connsiteX74" fmla="*/ 441823 w 565541"/>
                  <a:gd name="connsiteY74" fmla="*/ 488019 h 1976576"/>
                  <a:gd name="connsiteX75" fmla="*/ 441823 w 565541"/>
                  <a:gd name="connsiteY75" fmla="*/ 433726 h 1976576"/>
                  <a:gd name="connsiteX76" fmla="*/ 123718 w 565541"/>
                  <a:gd name="connsiteY76" fmla="*/ 429032 h 1976576"/>
                  <a:gd name="connsiteX77" fmla="*/ 123718 w 565541"/>
                  <a:gd name="connsiteY77" fmla="*/ 483325 h 1976576"/>
                  <a:gd name="connsiteX78" fmla="*/ 229745 w 565541"/>
                  <a:gd name="connsiteY78" fmla="*/ 483325 h 1976576"/>
                  <a:gd name="connsiteX79" fmla="*/ 229745 w 565541"/>
                  <a:gd name="connsiteY79" fmla="*/ 429032 h 1976576"/>
                  <a:gd name="connsiteX80" fmla="*/ 244058 w 565541"/>
                  <a:gd name="connsiteY80" fmla="*/ 0 h 1976576"/>
                  <a:gd name="connsiteX81" fmla="*/ 321484 w 565541"/>
                  <a:gd name="connsiteY81" fmla="*/ 0 h 1976576"/>
                  <a:gd name="connsiteX82" fmla="*/ 321484 w 565541"/>
                  <a:gd name="connsiteY82" fmla="*/ 178763 h 1976576"/>
                  <a:gd name="connsiteX83" fmla="*/ 388810 w 565541"/>
                  <a:gd name="connsiteY83" fmla="*/ 178763 h 1976576"/>
                  <a:gd name="connsiteX84" fmla="*/ 388810 w 565541"/>
                  <a:gd name="connsiteY84" fmla="*/ 299617 h 1976576"/>
                  <a:gd name="connsiteX85" fmla="*/ 565541 w 565541"/>
                  <a:gd name="connsiteY85" fmla="*/ 299617 h 1976576"/>
                  <a:gd name="connsiteX86" fmla="*/ 565541 w 565541"/>
                  <a:gd name="connsiteY86" fmla="*/ 1976576 h 1976576"/>
                  <a:gd name="connsiteX87" fmla="*/ 448247 w 565541"/>
                  <a:gd name="connsiteY87" fmla="*/ 1976576 h 1976576"/>
                  <a:gd name="connsiteX88" fmla="*/ 371127 w 565541"/>
                  <a:gd name="connsiteY88" fmla="*/ 1976576 h 1976576"/>
                  <a:gd name="connsiteX89" fmla="*/ 194414 w 565541"/>
                  <a:gd name="connsiteY89" fmla="*/ 1976576 h 1976576"/>
                  <a:gd name="connsiteX90" fmla="*/ 88332 w 565541"/>
                  <a:gd name="connsiteY90" fmla="*/ 1976576 h 1976576"/>
                  <a:gd name="connsiteX91" fmla="*/ 0 w 565541"/>
                  <a:gd name="connsiteY91" fmla="*/ 1976576 h 1976576"/>
                  <a:gd name="connsiteX92" fmla="*/ 0 w 565541"/>
                  <a:gd name="connsiteY92" fmla="*/ 299617 h 1976576"/>
                  <a:gd name="connsiteX93" fmla="*/ 176731 w 565541"/>
                  <a:gd name="connsiteY93" fmla="*/ 299617 h 1976576"/>
                  <a:gd name="connsiteX94" fmla="*/ 176731 w 565541"/>
                  <a:gd name="connsiteY94" fmla="*/ 178763 h 1976576"/>
                  <a:gd name="connsiteX95" fmla="*/ 244058 w 565541"/>
                  <a:gd name="connsiteY95" fmla="*/ 178763 h 197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565541" h="1976576">
                    <a:moveTo>
                      <a:pt x="335796" y="1531565"/>
                    </a:moveTo>
                    <a:lnTo>
                      <a:pt x="335796" y="1585857"/>
                    </a:lnTo>
                    <a:lnTo>
                      <a:pt x="441823" y="1585857"/>
                    </a:lnTo>
                    <a:lnTo>
                      <a:pt x="441823" y="1531565"/>
                    </a:lnTo>
                    <a:close/>
                    <a:moveTo>
                      <a:pt x="123718" y="1526871"/>
                    </a:moveTo>
                    <a:lnTo>
                      <a:pt x="123718" y="1581163"/>
                    </a:lnTo>
                    <a:lnTo>
                      <a:pt x="229745" y="1581163"/>
                    </a:lnTo>
                    <a:lnTo>
                      <a:pt x="229745" y="1526871"/>
                    </a:lnTo>
                    <a:close/>
                    <a:moveTo>
                      <a:pt x="335796" y="1409581"/>
                    </a:moveTo>
                    <a:lnTo>
                      <a:pt x="335796" y="1463873"/>
                    </a:lnTo>
                    <a:lnTo>
                      <a:pt x="441823" y="1463873"/>
                    </a:lnTo>
                    <a:lnTo>
                      <a:pt x="441823" y="1409581"/>
                    </a:lnTo>
                    <a:close/>
                    <a:moveTo>
                      <a:pt x="123718" y="1404887"/>
                    </a:moveTo>
                    <a:lnTo>
                      <a:pt x="123718" y="1459180"/>
                    </a:lnTo>
                    <a:lnTo>
                      <a:pt x="229745" y="1459180"/>
                    </a:lnTo>
                    <a:lnTo>
                      <a:pt x="229745" y="1404887"/>
                    </a:lnTo>
                    <a:close/>
                    <a:moveTo>
                      <a:pt x="335796" y="1287599"/>
                    </a:moveTo>
                    <a:lnTo>
                      <a:pt x="335796" y="1341892"/>
                    </a:lnTo>
                    <a:lnTo>
                      <a:pt x="441823" y="1341892"/>
                    </a:lnTo>
                    <a:lnTo>
                      <a:pt x="441823" y="1287599"/>
                    </a:lnTo>
                    <a:close/>
                    <a:moveTo>
                      <a:pt x="123718" y="1282905"/>
                    </a:moveTo>
                    <a:lnTo>
                      <a:pt x="123718" y="1337198"/>
                    </a:lnTo>
                    <a:lnTo>
                      <a:pt x="229745" y="1337198"/>
                    </a:lnTo>
                    <a:lnTo>
                      <a:pt x="229745" y="1282905"/>
                    </a:lnTo>
                    <a:close/>
                    <a:moveTo>
                      <a:pt x="335796" y="1165617"/>
                    </a:moveTo>
                    <a:lnTo>
                      <a:pt x="335796" y="1219910"/>
                    </a:lnTo>
                    <a:lnTo>
                      <a:pt x="441823" y="1219910"/>
                    </a:lnTo>
                    <a:lnTo>
                      <a:pt x="441823" y="1165617"/>
                    </a:lnTo>
                    <a:close/>
                    <a:moveTo>
                      <a:pt x="123718" y="1160924"/>
                    </a:moveTo>
                    <a:lnTo>
                      <a:pt x="123718" y="1215216"/>
                    </a:lnTo>
                    <a:lnTo>
                      <a:pt x="229745" y="1215216"/>
                    </a:lnTo>
                    <a:lnTo>
                      <a:pt x="229745" y="1160924"/>
                    </a:lnTo>
                    <a:close/>
                    <a:moveTo>
                      <a:pt x="335796" y="1043636"/>
                    </a:moveTo>
                    <a:lnTo>
                      <a:pt x="335796" y="1097928"/>
                    </a:lnTo>
                    <a:lnTo>
                      <a:pt x="441823" y="1097928"/>
                    </a:lnTo>
                    <a:lnTo>
                      <a:pt x="441823" y="1043636"/>
                    </a:lnTo>
                    <a:close/>
                    <a:moveTo>
                      <a:pt x="123718" y="1038942"/>
                    </a:moveTo>
                    <a:lnTo>
                      <a:pt x="123718" y="1093234"/>
                    </a:lnTo>
                    <a:lnTo>
                      <a:pt x="229745" y="1093234"/>
                    </a:lnTo>
                    <a:lnTo>
                      <a:pt x="229745" y="1038942"/>
                    </a:lnTo>
                    <a:close/>
                    <a:moveTo>
                      <a:pt x="335796" y="921654"/>
                    </a:moveTo>
                    <a:lnTo>
                      <a:pt x="335796" y="975946"/>
                    </a:lnTo>
                    <a:lnTo>
                      <a:pt x="441823" y="975946"/>
                    </a:lnTo>
                    <a:lnTo>
                      <a:pt x="441823" y="921654"/>
                    </a:lnTo>
                    <a:close/>
                    <a:moveTo>
                      <a:pt x="123718" y="916960"/>
                    </a:moveTo>
                    <a:lnTo>
                      <a:pt x="123718" y="971252"/>
                    </a:lnTo>
                    <a:lnTo>
                      <a:pt x="229745" y="971252"/>
                    </a:lnTo>
                    <a:lnTo>
                      <a:pt x="229745" y="916960"/>
                    </a:lnTo>
                    <a:close/>
                    <a:moveTo>
                      <a:pt x="335796" y="799672"/>
                    </a:moveTo>
                    <a:lnTo>
                      <a:pt x="335796" y="853964"/>
                    </a:lnTo>
                    <a:lnTo>
                      <a:pt x="441823" y="853964"/>
                    </a:lnTo>
                    <a:lnTo>
                      <a:pt x="441823" y="799672"/>
                    </a:lnTo>
                    <a:close/>
                    <a:moveTo>
                      <a:pt x="123718" y="794978"/>
                    </a:moveTo>
                    <a:lnTo>
                      <a:pt x="123718" y="849270"/>
                    </a:lnTo>
                    <a:lnTo>
                      <a:pt x="229745" y="849270"/>
                    </a:lnTo>
                    <a:lnTo>
                      <a:pt x="229745" y="794978"/>
                    </a:lnTo>
                    <a:close/>
                    <a:moveTo>
                      <a:pt x="335796" y="677690"/>
                    </a:moveTo>
                    <a:lnTo>
                      <a:pt x="335796" y="731982"/>
                    </a:lnTo>
                    <a:lnTo>
                      <a:pt x="441823" y="731982"/>
                    </a:lnTo>
                    <a:lnTo>
                      <a:pt x="441823" y="677690"/>
                    </a:lnTo>
                    <a:close/>
                    <a:moveTo>
                      <a:pt x="123718" y="672996"/>
                    </a:moveTo>
                    <a:lnTo>
                      <a:pt x="123718" y="727289"/>
                    </a:lnTo>
                    <a:lnTo>
                      <a:pt x="229745" y="727289"/>
                    </a:lnTo>
                    <a:lnTo>
                      <a:pt x="229745" y="672996"/>
                    </a:lnTo>
                    <a:close/>
                    <a:moveTo>
                      <a:pt x="335796" y="555708"/>
                    </a:moveTo>
                    <a:lnTo>
                      <a:pt x="335796" y="610000"/>
                    </a:lnTo>
                    <a:lnTo>
                      <a:pt x="441823" y="610000"/>
                    </a:lnTo>
                    <a:lnTo>
                      <a:pt x="441823" y="555708"/>
                    </a:lnTo>
                    <a:close/>
                    <a:moveTo>
                      <a:pt x="123718" y="551014"/>
                    </a:moveTo>
                    <a:lnTo>
                      <a:pt x="123718" y="605307"/>
                    </a:lnTo>
                    <a:lnTo>
                      <a:pt x="229745" y="605307"/>
                    </a:lnTo>
                    <a:lnTo>
                      <a:pt x="229745" y="551014"/>
                    </a:lnTo>
                    <a:close/>
                    <a:moveTo>
                      <a:pt x="335796" y="433726"/>
                    </a:moveTo>
                    <a:lnTo>
                      <a:pt x="335796" y="488019"/>
                    </a:lnTo>
                    <a:lnTo>
                      <a:pt x="441823" y="488019"/>
                    </a:lnTo>
                    <a:lnTo>
                      <a:pt x="441823" y="433726"/>
                    </a:lnTo>
                    <a:close/>
                    <a:moveTo>
                      <a:pt x="123718" y="429032"/>
                    </a:moveTo>
                    <a:lnTo>
                      <a:pt x="123718" y="483325"/>
                    </a:lnTo>
                    <a:lnTo>
                      <a:pt x="229745" y="483325"/>
                    </a:lnTo>
                    <a:lnTo>
                      <a:pt x="229745" y="429032"/>
                    </a:lnTo>
                    <a:close/>
                    <a:moveTo>
                      <a:pt x="244058" y="0"/>
                    </a:moveTo>
                    <a:lnTo>
                      <a:pt x="321484" y="0"/>
                    </a:lnTo>
                    <a:lnTo>
                      <a:pt x="321484" y="178763"/>
                    </a:lnTo>
                    <a:lnTo>
                      <a:pt x="388810" y="178763"/>
                    </a:lnTo>
                    <a:lnTo>
                      <a:pt x="388810" y="299617"/>
                    </a:lnTo>
                    <a:lnTo>
                      <a:pt x="565541" y="299617"/>
                    </a:lnTo>
                    <a:lnTo>
                      <a:pt x="565541" y="1976576"/>
                    </a:lnTo>
                    <a:lnTo>
                      <a:pt x="448247" y="1976576"/>
                    </a:lnTo>
                    <a:lnTo>
                      <a:pt x="371127" y="1976576"/>
                    </a:lnTo>
                    <a:lnTo>
                      <a:pt x="194414" y="1976576"/>
                    </a:lnTo>
                    <a:lnTo>
                      <a:pt x="88332" y="1976576"/>
                    </a:lnTo>
                    <a:lnTo>
                      <a:pt x="0" y="1976576"/>
                    </a:lnTo>
                    <a:lnTo>
                      <a:pt x="0" y="299617"/>
                    </a:lnTo>
                    <a:lnTo>
                      <a:pt x="176731" y="299617"/>
                    </a:lnTo>
                    <a:lnTo>
                      <a:pt x="176731" y="178763"/>
                    </a:lnTo>
                    <a:lnTo>
                      <a:pt x="244058" y="1787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6" name="Freeform: Shape 15"/>
              <p:cNvSpPr/>
              <p:nvPr/>
            </p:nvSpPr>
            <p:spPr>
              <a:xfrm>
                <a:off x="5147338" y="1925597"/>
                <a:ext cx="477157" cy="2330989"/>
              </a:xfrm>
              <a:custGeom>
                <a:avLst/>
                <a:gdLst>
                  <a:gd name="connsiteX0" fmla="*/ 285608 w 487386"/>
                  <a:gd name="connsiteY0" fmla="*/ 1339706 h 2330989"/>
                  <a:gd name="connsiteX1" fmla="*/ 285608 w 487386"/>
                  <a:gd name="connsiteY1" fmla="*/ 1414297 h 2330989"/>
                  <a:gd name="connsiteX2" fmla="*/ 356272 w 487386"/>
                  <a:gd name="connsiteY2" fmla="*/ 1414297 h 2330989"/>
                  <a:gd name="connsiteX3" fmla="*/ 356272 w 487386"/>
                  <a:gd name="connsiteY3" fmla="*/ 1339706 h 2330989"/>
                  <a:gd name="connsiteX4" fmla="*/ 285608 w 487386"/>
                  <a:gd name="connsiteY4" fmla="*/ 1339706 h 2330989"/>
                  <a:gd name="connsiteX5" fmla="*/ 31407 w 487386"/>
                  <a:gd name="connsiteY5" fmla="*/ 1338724 h 2330989"/>
                  <a:gd name="connsiteX6" fmla="*/ 31407 w 487386"/>
                  <a:gd name="connsiteY6" fmla="*/ 1414297 h 2330989"/>
                  <a:gd name="connsiteX7" fmla="*/ 258126 w 487386"/>
                  <a:gd name="connsiteY7" fmla="*/ 1414297 h 2330989"/>
                  <a:gd name="connsiteX8" fmla="*/ 258126 w 487386"/>
                  <a:gd name="connsiteY8" fmla="*/ 1338724 h 2330989"/>
                  <a:gd name="connsiteX9" fmla="*/ 31407 w 487386"/>
                  <a:gd name="connsiteY9" fmla="*/ 1338724 h 2330989"/>
                  <a:gd name="connsiteX10" fmla="*/ 385716 w 487386"/>
                  <a:gd name="connsiteY10" fmla="*/ 1245485 h 2330989"/>
                  <a:gd name="connsiteX11" fmla="*/ 385716 w 487386"/>
                  <a:gd name="connsiteY11" fmla="*/ 1318113 h 2330989"/>
                  <a:gd name="connsiteX12" fmla="*/ 453438 w 487386"/>
                  <a:gd name="connsiteY12" fmla="*/ 1318113 h 2330989"/>
                  <a:gd name="connsiteX13" fmla="*/ 453438 w 487386"/>
                  <a:gd name="connsiteY13" fmla="*/ 1245485 h 2330989"/>
                  <a:gd name="connsiteX14" fmla="*/ 385716 w 487386"/>
                  <a:gd name="connsiteY14" fmla="*/ 1245485 h 2330989"/>
                  <a:gd name="connsiteX15" fmla="*/ 32388 w 487386"/>
                  <a:gd name="connsiteY15" fmla="*/ 1243522 h 2330989"/>
                  <a:gd name="connsiteX16" fmla="*/ 32388 w 487386"/>
                  <a:gd name="connsiteY16" fmla="*/ 1318113 h 2330989"/>
                  <a:gd name="connsiteX17" fmla="*/ 102073 w 487386"/>
                  <a:gd name="connsiteY17" fmla="*/ 1318113 h 2330989"/>
                  <a:gd name="connsiteX18" fmla="*/ 102073 w 487386"/>
                  <a:gd name="connsiteY18" fmla="*/ 1243522 h 2330989"/>
                  <a:gd name="connsiteX19" fmla="*/ 32388 w 487386"/>
                  <a:gd name="connsiteY19" fmla="*/ 1243522 h 2330989"/>
                  <a:gd name="connsiteX20" fmla="*/ 130535 w 487386"/>
                  <a:gd name="connsiteY20" fmla="*/ 1242540 h 2330989"/>
                  <a:gd name="connsiteX21" fmla="*/ 130535 w 487386"/>
                  <a:gd name="connsiteY21" fmla="*/ 1317131 h 2330989"/>
                  <a:gd name="connsiteX22" fmla="*/ 356272 w 487386"/>
                  <a:gd name="connsiteY22" fmla="*/ 1317131 h 2330989"/>
                  <a:gd name="connsiteX23" fmla="*/ 356272 w 487386"/>
                  <a:gd name="connsiteY23" fmla="*/ 1242540 h 2330989"/>
                  <a:gd name="connsiteX24" fmla="*/ 130535 w 487386"/>
                  <a:gd name="connsiteY24" fmla="*/ 1242540 h 2330989"/>
                  <a:gd name="connsiteX25" fmla="*/ 128572 w 487386"/>
                  <a:gd name="connsiteY25" fmla="*/ 1149301 h 2330989"/>
                  <a:gd name="connsiteX26" fmla="*/ 128572 w 487386"/>
                  <a:gd name="connsiteY26" fmla="*/ 1220947 h 2330989"/>
                  <a:gd name="connsiteX27" fmla="*/ 199237 w 487386"/>
                  <a:gd name="connsiteY27" fmla="*/ 1220947 h 2330989"/>
                  <a:gd name="connsiteX28" fmla="*/ 199237 w 487386"/>
                  <a:gd name="connsiteY28" fmla="*/ 1149301 h 2330989"/>
                  <a:gd name="connsiteX29" fmla="*/ 128572 w 487386"/>
                  <a:gd name="connsiteY29" fmla="*/ 1149301 h 2330989"/>
                  <a:gd name="connsiteX30" fmla="*/ 226720 w 487386"/>
                  <a:gd name="connsiteY30" fmla="*/ 1148319 h 2330989"/>
                  <a:gd name="connsiteX31" fmla="*/ 226720 w 487386"/>
                  <a:gd name="connsiteY31" fmla="*/ 1219966 h 2330989"/>
                  <a:gd name="connsiteX32" fmla="*/ 453438 w 487386"/>
                  <a:gd name="connsiteY32" fmla="*/ 1219966 h 2330989"/>
                  <a:gd name="connsiteX33" fmla="*/ 453438 w 487386"/>
                  <a:gd name="connsiteY33" fmla="*/ 1148319 h 2330989"/>
                  <a:gd name="connsiteX34" fmla="*/ 226720 w 487386"/>
                  <a:gd name="connsiteY34" fmla="*/ 1148319 h 2330989"/>
                  <a:gd name="connsiteX35" fmla="*/ 128572 w 487386"/>
                  <a:gd name="connsiteY35" fmla="*/ 1050172 h 2330989"/>
                  <a:gd name="connsiteX36" fmla="*/ 128572 w 487386"/>
                  <a:gd name="connsiteY36" fmla="*/ 1121820 h 2330989"/>
                  <a:gd name="connsiteX37" fmla="*/ 357254 w 487386"/>
                  <a:gd name="connsiteY37" fmla="*/ 1121820 h 2330989"/>
                  <a:gd name="connsiteX38" fmla="*/ 357254 w 487386"/>
                  <a:gd name="connsiteY38" fmla="*/ 1050172 h 2330989"/>
                  <a:gd name="connsiteX39" fmla="*/ 128572 w 487386"/>
                  <a:gd name="connsiteY39" fmla="*/ 1050172 h 2330989"/>
                  <a:gd name="connsiteX40" fmla="*/ 32388 w 487386"/>
                  <a:gd name="connsiteY40" fmla="*/ 1050172 h 2330989"/>
                  <a:gd name="connsiteX41" fmla="*/ 32388 w 487386"/>
                  <a:gd name="connsiteY41" fmla="*/ 1122800 h 2330989"/>
                  <a:gd name="connsiteX42" fmla="*/ 103055 w 487386"/>
                  <a:gd name="connsiteY42" fmla="*/ 1122800 h 2330989"/>
                  <a:gd name="connsiteX43" fmla="*/ 103055 w 487386"/>
                  <a:gd name="connsiteY43" fmla="*/ 1050172 h 2330989"/>
                  <a:gd name="connsiteX44" fmla="*/ 32388 w 487386"/>
                  <a:gd name="connsiteY44" fmla="*/ 1050172 h 2330989"/>
                  <a:gd name="connsiteX45" fmla="*/ 383754 w 487386"/>
                  <a:gd name="connsiteY45" fmla="*/ 953007 h 2330989"/>
                  <a:gd name="connsiteX46" fmla="*/ 383754 w 487386"/>
                  <a:gd name="connsiteY46" fmla="*/ 1024654 h 2330989"/>
                  <a:gd name="connsiteX47" fmla="*/ 452457 w 487386"/>
                  <a:gd name="connsiteY47" fmla="*/ 1024654 h 2330989"/>
                  <a:gd name="connsiteX48" fmla="*/ 452457 w 487386"/>
                  <a:gd name="connsiteY48" fmla="*/ 953007 h 2330989"/>
                  <a:gd name="connsiteX49" fmla="*/ 383754 w 487386"/>
                  <a:gd name="connsiteY49" fmla="*/ 953007 h 2330989"/>
                  <a:gd name="connsiteX50" fmla="*/ 30425 w 487386"/>
                  <a:gd name="connsiteY50" fmla="*/ 953007 h 2330989"/>
                  <a:gd name="connsiteX51" fmla="*/ 30425 w 487386"/>
                  <a:gd name="connsiteY51" fmla="*/ 1023673 h 2330989"/>
                  <a:gd name="connsiteX52" fmla="*/ 259108 w 487386"/>
                  <a:gd name="connsiteY52" fmla="*/ 1023673 h 2330989"/>
                  <a:gd name="connsiteX53" fmla="*/ 259108 w 487386"/>
                  <a:gd name="connsiteY53" fmla="*/ 953007 h 2330989"/>
                  <a:gd name="connsiteX54" fmla="*/ 30425 w 487386"/>
                  <a:gd name="connsiteY54" fmla="*/ 953007 h 2330989"/>
                  <a:gd name="connsiteX55" fmla="*/ 286589 w 487386"/>
                  <a:gd name="connsiteY55" fmla="*/ 952025 h 2330989"/>
                  <a:gd name="connsiteX56" fmla="*/ 286589 w 487386"/>
                  <a:gd name="connsiteY56" fmla="*/ 1023673 h 2330989"/>
                  <a:gd name="connsiteX57" fmla="*/ 357254 w 487386"/>
                  <a:gd name="connsiteY57" fmla="*/ 1023673 h 2330989"/>
                  <a:gd name="connsiteX58" fmla="*/ 357254 w 487386"/>
                  <a:gd name="connsiteY58" fmla="*/ 952025 h 2330989"/>
                  <a:gd name="connsiteX59" fmla="*/ 286589 w 487386"/>
                  <a:gd name="connsiteY59" fmla="*/ 952025 h 2330989"/>
                  <a:gd name="connsiteX60" fmla="*/ 382772 w 487386"/>
                  <a:gd name="connsiteY60" fmla="*/ 854860 h 2330989"/>
                  <a:gd name="connsiteX61" fmla="*/ 382772 w 487386"/>
                  <a:gd name="connsiteY61" fmla="*/ 927489 h 2330989"/>
                  <a:gd name="connsiteX62" fmla="*/ 452457 w 487386"/>
                  <a:gd name="connsiteY62" fmla="*/ 927489 h 2330989"/>
                  <a:gd name="connsiteX63" fmla="*/ 452457 w 487386"/>
                  <a:gd name="connsiteY63" fmla="*/ 854860 h 2330989"/>
                  <a:gd name="connsiteX64" fmla="*/ 382772 w 487386"/>
                  <a:gd name="connsiteY64" fmla="*/ 854860 h 2330989"/>
                  <a:gd name="connsiteX65" fmla="*/ 286589 w 487386"/>
                  <a:gd name="connsiteY65" fmla="*/ 853878 h 2330989"/>
                  <a:gd name="connsiteX66" fmla="*/ 286589 w 487386"/>
                  <a:gd name="connsiteY66" fmla="*/ 927489 h 2330989"/>
                  <a:gd name="connsiteX67" fmla="*/ 355291 w 487386"/>
                  <a:gd name="connsiteY67" fmla="*/ 927489 h 2330989"/>
                  <a:gd name="connsiteX68" fmla="*/ 355291 w 487386"/>
                  <a:gd name="connsiteY68" fmla="*/ 853878 h 2330989"/>
                  <a:gd name="connsiteX69" fmla="*/ 286589 w 487386"/>
                  <a:gd name="connsiteY69" fmla="*/ 853878 h 2330989"/>
                  <a:gd name="connsiteX70" fmla="*/ 384735 w 487386"/>
                  <a:gd name="connsiteY70" fmla="*/ 756713 h 2330989"/>
                  <a:gd name="connsiteX71" fmla="*/ 384735 w 487386"/>
                  <a:gd name="connsiteY71" fmla="*/ 829342 h 2330989"/>
                  <a:gd name="connsiteX72" fmla="*/ 453438 w 487386"/>
                  <a:gd name="connsiteY72" fmla="*/ 829342 h 2330989"/>
                  <a:gd name="connsiteX73" fmla="*/ 453438 w 487386"/>
                  <a:gd name="connsiteY73" fmla="*/ 756713 h 2330989"/>
                  <a:gd name="connsiteX74" fmla="*/ 384735 w 487386"/>
                  <a:gd name="connsiteY74" fmla="*/ 756713 h 2330989"/>
                  <a:gd name="connsiteX75" fmla="*/ 130535 w 487386"/>
                  <a:gd name="connsiteY75" fmla="*/ 756713 h 2330989"/>
                  <a:gd name="connsiteX76" fmla="*/ 130535 w 487386"/>
                  <a:gd name="connsiteY76" fmla="*/ 829342 h 2330989"/>
                  <a:gd name="connsiteX77" fmla="*/ 357254 w 487386"/>
                  <a:gd name="connsiteY77" fmla="*/ 829342 h 2330989"/>
                  <a:gd name="connsiteX78" fmla="*/ 357254 w 487386"/>
                  <a:gd name="connsiteY78" fmla="*/ 756713 h 2330989"/>
                  <a:gd name="connsiteX79" fmla="*/ 130535 w 487386"/>
                  <a:gd name="connsiteY79" fmla="*/ 756713 h 2330989"/>
                  <a:gd name="connsiteX80" fmla="*/ 32388 w 487386"/>
                  <a:gd name="connsiteY80" fmla="*/ 755731 h 2330989"/>
                  <a:gd name="connsiteX81" fmla="*/ 32388 w 487386"/>
                  <a:gd name="connsiteY81" fmla="*/ 830323 h 2330989"/>
                  <a:gd name="connsiteX82" fmla="*/ 102073 w 487386"/>
                  <a:gd name="connsiteY82" fmla="*/ 830323 h 2330989"/>
                  <a:gd name="connsiteX83" fmla="*/ 102073 w 487386"/>
                  <a:gd name="connsiteY83" fmla="*/ 755731 h 2330989"/>
                  <a:gd name="connsiteX84" fmla="*/ 32388 w 487386"/>
                  <a:gd name="connsiteY84" fmla="*/ 755731 h 2330989"/>
                  <a:gd name="connsiteX85" fmla="*/ 382772 w 487386"/>
                  <a:gd name="connsiteY85" fmla="*/ 658566 h 2330989"/>
                  <a:gd name="connsiteX86" fmla="*/ 382772 w 487386"/>
                  <a:gd name="connsiteY86" fmla="*/ 733158 h 2330989"/>
                  <a:gd name="connsiteX87" fmla="*/ 452457 w 487386"/>
                  <a:gd name="connsiteY87" fmla="*/ 733158 h 2330989"/>
                  <a:gd name="connsiteX88" fmla="*/ 452457 w 487386"/>
                  <a:gd name="connsiteY88" fmla="*/ 658566 h 2330989"/>
                  <a:gd name="connsiteX89" fmla="*/ 382772 w 487386"/>
                  <a:gd name="connsiteY89" fmla="*/ 658566 h 2330989"/>
                  <a:gd name="connsiteX90" fmla="*/ 31407 w 487386"/>
                  <a:gd name="connsiteY90" fmla="*/ 658566 h 2330989"/>
                  <a:gd name="connsiteX91" fmla="*/ 31407 w 487386"/>
                  <a:gd name="connsiteY91" fmla="*/ 735121 h 2330989"/>
                  <a:gd name="connsiteX92" fmla="*/ 259108 w 487386"/>
                  <a:gd name="connsiteY92" fmla="*/ 735121 h 2330989"/>
                  <a:gd name="connsiteX93" fmla="*/ 259108 w 487386"/>
                  <a:gd name="connsiteY93" fmla="*/ 658566 h 2330989"/>
                  <a:gd name="connsiteX94" fmla="*/ 31407 w 487386"/>
                  <a:gd name="connsiteY94" fmla="*/ 658566 h 2330989"/>
                  <a:gd name="connsiteX95" fmla="*/ 226720 w 487386"/>
                  <a:gd name="connsiteY95" fmla="*/ 561400 h 2330989"/>
                  <a:gd name="connsiteX96" fmla="*/ 226720 w 487386"/>
                  <a:gd name="connsiteY96" fmla="*/ 638937 h 2330989"/>
                  <a:gd name="connsiteX97" fmla="*/ 451475 w 487386"/>
                  <a:gd name="connsiteY97" fmla="*/ 638937 h 2330989"/>
                  <a:gd name="connsiteX98" fmla="*/ 451475 w 487386"/>
                  <a:gd name="connsiteY98" fmla="*/ 561400 h 2330989"/>
                  <a:gd name="connsiteX99" fmla="*/ 226720 w 487386"/>
                  <a:gd name="connsiteY99" fmla="*/ 561400 h 2330989"/>
                  <a:gd name="connsiteX100" fmla="*/ 128572 w 487386"/>
                  <a:gd name="connsiteY100" fmla="*/ 561400 h 2330989"/>
                  <a:gd name="connsiteX101" fmla="*/ 128572 w 487386"/>
                  <a:gd name="connsiteY101" fmla="*/ 636974 h 2330989"/>
                  <a:gd name="connsiteX102" fmla="*/ 198257 w 487386"/>
                  <a:gd name="connsiteY102" fmla="*/ 636974 h 2330989"/>
                  <a:gd name="connsiteX103" fmla="*/ 198257 w 487386"/>
                  <a:gd name="connsiteY103" fmla="*/ 561400 h 2330989"/>
                  <a:gd name="connsiteX104" fmla="*/ 128572 w 487386"/>
                  <a:gd name="connsiteY104" fmla="*/ 561400 h 2330989"/>
                  <a:gd name="connsiteX105" fmla="*/ 129554 w 487386"/>
                  <a:gd name="connsiteY105" fmla="*/ 464235 h 2330989"/>
                  <a:gd name="connsiteX106" fmla="*/ 129554 w 487386"/>
                  <a:gd name="connsiteY106" fmla="*/ 540790 h 2330989"/>
                  <a:gd name="connsiteX107" fmla="*/ 356272 w 487386"/>
                  <a:gd name="connsiteY107" fmla="*/ 540790 h 2330989"/>
                  <a:gd name="connsiteX108" fmla="*/ 356272 w 487386"/>
                  <a:gd name="connsiteY108" fmla="*/ 464235 h 2330989"/>
                  <a:gd name="connsiteX109" fmla="*/ 129554 w 487386"/>
                  <a:gd name="connsiteY109" fmla="*/ 464235 h 2330989"/>
                  <a:gd name="connsiteX110" fmla="*/ 34352 w 487386"/>
                  <a:gd name="connsiteY110" fmla="*/ 463253 h 2330989"/>
                  <a:gd name="connsiteX111" fmla="*/ 34352 w 487386"/>
                  <a:gd name="connsiteY111" fmla="*/ 539808 h 2330989"/>
                  <a:gd name="connsiteX112" fmla="*/ 102073 w 487386"/>
                  <a:gd name="connsiteY112" fmla="*/ 539808 h 2330989"/>
                  <a:gd name="connsiteX113" fmla="*/ 102073 w 487386"/>
                  <a:gd name="connsiteY113" fmla="*/ 463253 h 2330989"/>
                  <a:gd name="connsiteX114" fmla="*/ 34352 w 487386"/>
                  <a:gd name="connsiteY114" fmla="*/ 463253 h 2330989"/>
                  <a:gd name="connsiteX115" fmla="*/ 384735 w 487386"/>
                  <a:gd name="connsiteY115" fmla="*/ 462272 h 2330989"/>
                  <a:gd name="connsiteX116" fmla="*/ 384735 w 487386"/>
                  <a:gd name="connsiteY116" fmla="*/ 540790 h 2330989"/>
                  <a:gd name="connsiteX117" fmla="*/ 451475 w 487386"/>
                  <a:gd name="connsiteY117" fmla="*/ 540790 h 2330989"/>
                  <a:gd name="connsiteX118" fmla="*/ 451475 w 487386"/>
                  <a:gd name="connsiteY118" fmla="*/ 462272 h 2330989"/>
                  <a:gd name="connsiteX119" fmla="*/ 384735 w 487386"/>
                  <a:gd name="connsiteY119" fmla="*/ 462272 h 2330989"/>
                  <a:gd name="connsiteX120" fmla="*/ 52999 w 487386"/>
                  <a:gd name="connsiteY120" fmla="*/ 286589 h 2330989"/>
                  <a:gd name="connsiteX121" fmla="*/ 52999 w 487386"/>
                  <a:gd name="connsiteY121" fmla="*/ 364126 h 2330989"/>
                  <a:gd name="connsiteX122" fmla="*/ 192368 w 487386"/>
                  <a:gd name="connsiteY122" fmla="*/ 364126 h 2330989"/>
                  <a:gd name="connsiteX123" fmla="*/ 192368 w 487386"/>
                  <a:gd name="connsiteY123" fmla="*/ 286589 h 2330989"/>
                  <a:gd name="connsiteX124" fmla="*/ 52999 w 487386"/>
                  <a:gd name="connsiteY124" fmla="*/ 286589 h 2330989"/>
                  <a:gd name="connsiteX125" fmla="*/ 295422 w 487386"/>
                  <a:gd name="connsiteY125" fmla="*/ 285608 h 2330989"/>
                  <a:gd name="connsiteX126" fmla="*/ 295422 w 487386"/>
                  <a:gd name="connsiteY126" fmla="*/ 364126 h 2330989"/>
                  <a:gd name="connsiteX127" fmla="*/ 434790 w 487386"/>
                  <a:gd name="connsiteY127" fmla="*/ 364126 h 2330989"/>
                  <a:gd name="connsiteX128" fmla="*/ 434790 w 487386"/>
                  <a:gd name="connsiteY128" fmla="*/ 285608 h 2330989"/>
                  <a:gd name="connsiteX129" fmla="*/ 295422 w 487386"/>
                  <a:gd name="connsiteY129" fmla="*/ 285608 h 2330989"/>
                  <a:gd name="connsiteX130" fmla="*/ 51036 w 487386"/>
                  <a:gd name="connsiteY130" fmla="*/ 186479 h 2330989"/>
                  <a:gd name="connsiteX131" fmla="*/ 51036 w 487386"/>
                  <a:gd name="connsiteY131" fmla="*/ 259108 h 2330989"/>
                  <a:gd name="connsiteX132" fmla="*/ 190405 w 487386"/>
                  <a:gd name="connsiteY132" fmla="*/ 259108 h 2330989"/>
                  <a:gd name="connsiteX133" fmla="*/ 190405 w 487386"/>
                  <a:gd name="connsiteY133" fmla="*/ 186479 h 2330989"/>
                  <a:gd name="connsiteX134" fmla="*/ 51036 w 487386"/>
                  <a:gd name="connsiteY134" fmla="*/ 186479 h 2330989"/>
                  <a:gd name="connsiteX135" fmla="*/ 294440 w 487386"/>
                  <a:gd name="connsiteY135" fmla="*/ 185498 h 2330989"/>
                  <a:gd name="connsiteX136" fmla="*/ 294440 w 487386"/>
                  <a:gd name="connsiteY136" fmla="*/ 260090 h 2330989"/>
                  <a:gd name="connsiteX137" fmla="*/ 432828 w 487386"/>
                  <a:gd name="connsiteY137" fmla="*/ 260090 h 2330989"/>
                  <a:gd name="connsiteX138" fmla="*/ 432828 w 487386"/>
                  <a:gd name="connsiteY138" fmla="*/ 185498 h 2330989"/>
                  <a:gd name="connsiteX139" fmla="*/ 294440 w 487386"/>
                  <a:gd name="connsiteY139" fmla="*/ 185498 h 2330989"/>
                  <a:gd name="connsiteX140" fmla="*/ 52999 w 487386"/>
                  <a:gd name="connsiteY140" fmla="*/ 89314 h 2330989"/>
                  <a:gd name="connsiteX141" fmla="*/ 52999 w 487386"/>
                  <a:gd name="connsiteY141" fmla="*/ 158017 h 2330989"/>
                  <a:gd name="connsiteX142" fmla="*/ 191387 w 487386"/>
                  <a:gd name="connsiteY142" fmla="*/ 158017 h 2330989"/>
                  <a:gd name="connsiteX143" fmla="*/ 191387 w 487386"/>
                  <a:gd name="connsiteY143" fmla="*/ 89314 h 2330989"/>
                  <a:gd name="connsiteX144" fmla="*/ 52999 w 487386"/>
                  <a:gd name="connsiteY144" fmla="*/ 89314 h 2330989"/>
                  <a:gd name="connsiteX145" fmla="*/ 296403 w 487386"/>
                  <a:gd name="connsiteY145" fmla="*/ 87351 h 2330989"/>
                  <a:gd name="connsiteX146" fmla="*/ 296403 w 487386"/>
                  <a:gd name="connsiteY146" fmla="*/ 158998 h 2330989"/>
                  <a:gd name="connsiteX147" fmla="*/ 432828 w 487386"/>
                  <a:gd name="connsiteY147" fmla="*/ 158998 h 2330989"/>
                  <a:gd name="connsiteX148" fmla="*/ 432828 w 487386"/>
                  <a:gd name="connsiteY148" fmla="*/ 87351 h 2330989"/>
                  <a:gd name="connsiteX149" fmla="*/ 296403 w 487386"/>
                  <a:gd name="connsiteY149" fmla="*/ 87351 h 2330989"/>
                  <a:gd name="connsiteX150" fmla="*/ 26499 w 487386"/>
                  <a:gd name="connsiteY150" fmla="*/ 0 h 2330989"/>
                  <a:gd name="connsiteX151" fmla="*/ 219849 w 487386"/>
                  <a:gd name="connsiteY151" fmla="*/ 0 h 2330989"/>
                  <a:gd name="connsiteX152" fmla="*/ 219849 w 487386"/>
                  <a:gd name="connsiteY152" fmla="*/ 111888 h 2330989"/>
                  <a:gd name="connsiteX153" fmla="*/ 219849 w 487386"/>
                  <a:gd name="connsiteY153" fmla="*/ 337625 h 2330989"/>
                  <a:gd name="connsiteX154" fmla="*/ 263033 w 487386"/>
                  <a:gd name="connsiteY154" fmla="*/ 366088 h 2330989"/>
                  <a:gd name="connsiteX155" fmla="*/ 263033 w 487386"/>
                  <a:gd name="connsiteY155" fmla="*/ 2945 h 2330989"/>
                  <a:gd name="connsiteX156" fmla="*/ 461290 w 487386"/>
                  <a:gd name="connsiteY156" fmla="*/ 2945 h 2330989"/>
                  <a:gd name="connsiteX157" fmla="*/ 463253 w 487386"/>
                  <a:gd name="connsiteY157" fmla="*/ 330756 h 2330989"/>
                  <a:gd name="connsiteX158" fmla="*/ 481901 w 487386"/>
                  <a:gd name="connsiteY158" fmla="*/ 1297502 h 2330989"/>
                  <a:gd name="connsiteX159" fmla="*/ 483863 w 487386"/>
                  <a:gd name="connsiteY159" fmla="*/ 2269156 h 2330989"/>
                  <a:gd name="connsiteX160" fmla="*/ 483863 w 487386"/>
                  <a:gd name="connsiteY160" fmla="*/ 2330989 h 2330989"/>
                  <a:gd name="connsiteX161" fmla="*/ 0 w 487386"/>
                  <a:gd name="connsiteY161" fmla="*/ 2330989 h 2330989"/>
                  <a:gd name="connsiteX162" fmla="*/ 0 w 487386"/>
                  <a:gd name="connsiteY162" fmla="*/ 2284859 h 2330989"/>
                  <a:gd name="connsiteX163" fmla="*/ 0 w 487386"/>
                  <a:gd name="connsiteY163" fmla="*/ 421051 h 2330989"/>
                  <a:gd name="connsiteX164" fmla="*/ 26499 w 487386"/>
                  <a:gd name="connsiteY164" fmla="*/ 0 h 233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487386" h="2330989">
                    <a:moveTo>
                      <a:pt x="285608" y="1339706"/>
                    </a:moveTo>
                    <a:cubicBezTo>
                      <a:pt x="285608" y="1366205"/>
                      <a:pt x="285608" y="1388779"/>
                      <a:pt x="285608" y="1414297"/>
                    </a:cubicBezTo>
                    <a:cubicBezTo>
                      <a:pt x="312107" y="1414297"/>
                      <a:pt x="333699" y="1414297"/>
                      <a:pt x="356272" y="1414297"/>
                    </a:cubicBezTo>
                    <a:cubicBezTo>
                      <a:pt x="356272" y="1387797"/>
                      <a:pt x="356272" y="1364242"/>
                      <a:pt x="356272" y="1339706"/>
                    </a:cubicBezTo>
                    <a:cubicBezTo>
                      <a:pt x="331736" y="1339706"/>
                      <a:pt x="309163" y="1339706"/>
                      <a:pt x="285608" y="1339706"/>
                    </a:cubicBezTo>
                    <a:close/>
                    <a:moveTo>
                      <a:pt x="31407" y="1338724"/>
                    </a:moveTo>
                    <a:cubicBezTo>
                      <a:pt x="31407" y="1366205"/>
                      <a:pt x="31407" y="1389760"/>
                      <a:pt x="31407" y="1414297"/>
                    </a:cubicBezTo>
                    <a:cubicBezTo>
                      <a:pt x="108942" y="1414297"/>
                      <a:pt x="183534" y="1414297"/>
                      <a:pt x="258126" y="1414297"/>
                    </a:cubicBezTo>
                    <a:cubicBezTo>
                      <a:pt x="258126" y="1386816"/>
                      <a:pt x="258126" y="1363261"/>
                      <a:pt x="258126" y="1338724"/>
                    </a:cubicBezTo>
                    <a:cubicBezTo>
                      <a:pt x="180590" y="1338724"/>
                      <a:pt x="106980" y="1338724"/>
                      <a:pt x="31407" y="1338724"/>
                    </a:cubicBezTo>
                    <a:close/>
                    <a:moveTo>
                      <a:pt x="385716" y="1245485"/>
                    </a:moveTo>
                    <a:cubicBezTo>
                      <a:pt x="385716" y="1271984"/>
                      <a:pt x="385716" y="1295539"/>
                      <a:pt x="385716" y="1318113"/>
                    </a:cubicBezTo>
                    <a:cubicBezTo>
                      <a:pt x="410253" y="1318113"/>
                      <a:pt x="430864" y="1318113"/>
                      <a:pt x="453438" y="1318113"/>
                    </a:cubicBezTo>
                    <a:cubicBezTo>
                      <a:pt x="453438" y="1293576"/>
                      <a:pt x="453438" y="1271003"/>
                      <a:pt x="453438" y="1245485"/>
                    </a:cubicBezTo>
                    <a:cubicBezTo>
                      <a:pt x="427920" y="1245485"/>
                      <a:pt x="406328" y="1245485"/>
                      <a:pt x="385716" y="1245485"/>
                    </a:cubicBezTo>
                    <a:close/>
                    <a:moveTo>
                      <a:pt x="32388" y="1243522"/>
                    </a:moveTo>
                    <a:cubicBezTo>
                      <a:pt x="32388" y="1270021"/>
                      <a:pt x="32388" y="1292595"/>
                      <a:pt x="32388" y="1318113"/>
                    </a:cubicBezTo>
                    <a:cubicBezTo>
                      <a:pt x="55943" y="1318113"/>
                      <a:pt x="78518" y="1318113"/>
                      <a:pt x="102073" y="1318113"/>
                    </a:cubicBezTo>
                    <a:cubicBezTo>
                      <a:pt x="102073" y="1292595"/>
                      <a:pt x="102073" y="1269040"/>
                      <a:pt x="102073" y="1243522"/>
                    </a:cubicBezTo>
                    <a:cubicBezTo>
                      <a:pt x="77536" y="1243522"/>
                      <a:pt x="55943" y="1243522"/>
                      <a:pt x="32388" y="1243522"/>
                    </a:cubicBezTo>
                    <a:close/>
                    <a:moveTo>
                      <a:pt x="130535" y="1242540"/>
                    </a:moveTo>
                    <a:cubicBezTo>
                      <a:pt x="130535" y="1271003"/>
                      <a:pt x="130535" y="1294558"/>
                      <a:pt x="130535" y="1317131"/>
                    </a:cubicBezTo>
                    <a:cubicBezTo>
                      <a:pt x="208071" y="1317131"/>
                      <a:pt x="281681" y="1317131"/>
                      <a:pt x="356272" y="1317131"/>
                    </a:cubicBezTo>
                    <a:cubicBezTo>
                      <a:pt x="356272" y="1290632"/>
                      <a:pt x="356272" y="1267077"/>
                      <a:pt x="356272" y="1242540"/>
                    </a:cubicBezTo>
                    <a:cubicBezTo>
                      <a:pt x="278737" y="1242540"/>
                      <a:pt x="206108" y="1242540"/>
                      <a:pt x="130535" y="1242540"/>
                    </a:cubicBezTo>
                    <a:close/>
                    <a:moveTo>
                      <a:pt x="128572" y="1149301"/>
                    </a:moveTo>
                    <a:cubicBezTo>
                      <a:pt x="128572" y="1174819"/>
                      <a:pt x="128572" y="1197392"/>
                      <a:pt x="128572" y="1220947"/>
                    </a:cubicBezTo>
                    <a:cubicBezTo>
                      <a:pt x="153109" y="1220947"/>
                      <a:pt x="174701" y="1220947"/>
                      <a:pt x="199237" y="1220947"/>
                    </a:cubicBezTo>
                    <a:cubicBezTo>
                      <a:pt x="199237" y="1193466"/>
                      <a:pt x="199237" y="1171874"/>
                      <a:pt x="199237" y="1149301"/>
                    </a:cubicBezTo>
                    <a:cubicBezTo>
                      <a:pt x="173719" y="1149301"/>
                      <a:pt x="151146" y="1149301"/>
                      <a:pt x="128572" y="1149301"/>
                    </a:cubicBezTo>
                    <a:close/>
                    <a:moveTo>
                      <a:pt x="226720" y="1148319"/>
                    </a:moveTo>
                    <a:cubicBezTo>
                      <a:pt x="226720" y="1174819"/>
                      <a:pt x="226720" y="1196411"/>
                      <a:pt x="226720" y="1219966"/>
                    </a:cubicBezTo>
                    <a:cubicBezTo>
                      <a:pt x="303273" y="1219966"/>
                      <a:pt x="377866" y="1219966"/>
                      <a:pt x="453438" y="1219966"/>
                    </a:cubicBezTo>
                    <a:cubicBezTo>
                      <a:pt x="453438" y="1195429"/>
                      <a:pt x="453438" y="1172856"/>
                      <a:pt x="453438" y="1148319"/>
                    </a:cubicBezTo>
                    <a:cubicBezTo>
                      <a:pt x="373940" y="1148319"/>
                      <a:pt x="300329" y="1148319"/>
                      <a:pt x="226720" y="1148319"/>
                    </a:cubicBezTo>
                    <a:close/>
                    <a:moveTo>
                      <a:pt x="128572" y="1050172"/>
                    </a:moveTo>
                    <a:cubicBezTo>
                      <a:pt x="128572" y="1075690"/>
                      <a:pt x="128572" y="1098264"/>
                      <a:pt x="128572" y="1121820"/>
                    </a:cubicBezTo>
                    <a:cubicBezTo>
                      <a:pt x="206108" y="1121820"/>
                      <a:pt x="280700" y="1121820"/>
                      <a:pt x="357254" y="1121820"/>
                    </a:cubicBezTo>
                    <a:cubicBezTo>
                      <a:pt x="357254" y="1096301"/>
                      <a:pt x="357254" y="1074709"/>
                      <a:pt x="357254" y="1050172"/>
                    </a:cubicBezTo>
                    <a:cubicBezTo>
                      <a:pt x="279719" y="1050172"/>
                      <a:pt x="204145" y="1050172"/>
                      <a:pt x="128572" y="1050172"/>
                    </a:cubicBezTo>
                    <a:close/>
                    <a:moveTo>
                      <a:pt x="32388" y="1050172"/>
                    </a:moveTo>
                    <a:cubicBezTo>
                      <a:pt x="32388" y="1076672"/>
                      <a:pt x="32388" y="1100227"/>
                      <a:pt x="32388" y="1122800"/>
                    </a:cubicBezTo>
                    <a:cubicBezTo>
                      <a:pt x="57906" y="1122800"/>
                      <a:pt x="79498" y="1122800"/>
                      <a:pt x="103055" y="1122800"/>
                    </a:cubicBezTo>
                    <a:cubicBezTo>
                      <a:pt x="103055" y="1097282"/>
                      <a:pt x="103055" y="1074709"/>
                      <a:pt x="103055" y="1050172"/>
                    </a:cubicBezTo>
                    <a:cubicBezTo>
                      <a:pt x="76555" y="1050172"/>
                      <a:pt x="53981" y="1050172"/>
                      <a:pt x="32388" y="1050172"/>
                    </a:cubicBezTo>
                    <a:close/>
                    <a:moveTo>
                      <a:pt x="383754" y="953007"/>
                    </a:moveTo>
                    <a:cubicBezTo>
                      <a:pt x="383754" y="978525"/>
                      <a:pt x="383754" y="1001098"/>
                      <a:pt x="383754" y="1024654"/>
                    </a:cubicBezTo>
                    <a:cubicBezTo>
                      <a:pt x="408291" y="1024654"/>
                      <a:pt x="429883" y="1024654"/>
                      <a:pt x="452457" y="1024654"/>
                    </a:cubicBezTo>
                    <a:cubicBezTo>
                      <a:pt x="452457" y="998154"/>
                      <a:pt x="452457" y="974599"/>
                      <a:pt x="452457" y="953007"/>
                    </a:cubicBezTo>
                    <a:cubicBezTo>
                      <a:pt x="426939" y="953007"/>
                      <a:pt x="405346" y="953007"/>
                      <a:pt x="383754" y="953007"/>
                    </a:cubicBezTo>
                    <a:close/>
                    <a:moveTo>
                      <a:pt x="30425" y="953007"/>
                    </a:moveTo>
                    <a:cubicBezTo>
                      <a:pt x="30425" y="977543"/>
                      <a:pt x="30425" y="998154"/>
                      <a:pt x="30425" y="1023673"/>
                    </a:cubicBezTo>
                    <a:cubicBezTo>
                      <a:pt x="109924" y="1023673"/>
                      <a:pt x="185497" y="1023673"/>
                      <a:pt x="259108" y="1023673"/>
                    </a:cubicBezTo>
                    <a:cubicBezTo>
                      <a:pt x="259108" y="997172"/>
                      <a:pt x="259108" y="975580"/>
                      <a:pt x="259108" y="953007"/>
                    </a:cubicBezTo>
                    <a:cubicBezTo>
                      <a:pt x="181572" y="953007"/>
                      <a:pt x="105999" y="953007"/>
                      <a:pt x="30425" y="953007"/>
                    </a:cubicBezTo>
                    <a:close/>
                    <a:moveTo>
                      <a:pt x="286589" y="952025"/>
                    </a:moveTo>
                    <a:cubicBezTo>
                      <a:pt x="286589" y="977543"/>
                      <a:pt x="286589" y="1001098"/>
                      <a:pt x="286589" y="1023673"/>
                    </a:cubicBezTo>
                    <a:cubicBezTo>
                      <a:pt x="312107" y="1023673"/>
                      <a:pt x="333699" y="1023673"/>
                      <a:pt x="357254" y="1023673"/>
                    </a:cubicBezTo>
                    <a:cubicBezTo>
                      <a:pt x="357254" y="999135"/>
                      <a:pt x="357254" y="977543"/>
                      <a:pt x="357254" y="952025"/>
                    </a:cubicBezTo>
                    <a:cubicBezTo>
                      <a:pt x="330754" y="952025"/>
                      <a:pt x="309163" y="952025"/>
                      <a:pt x="286589" y="952025"/>
                    </a:cubicBezTo>
                    <a:close/>
                    <a:moveTo>
                      <a:pt x="382772" y="854860"/>
                    </a:moveTo>
                    <a:cubicBezTo>
                      <a:pt x="382772" y="879396"/>
                      <a:pt x="382772" y="901970"/>
                      <a:pt x="382772" y="927489"/>
                    </a:cubicBezTo>
                    <a:cubicBezTo>
                      <a:pt x="409272" y="927489"/>
                      <a:pt x="429883" y="927489"/>
                      <a:pt x="452457" y="927489"/>
                    </a:cubicBezTo>
                    <a:cubicBezTo>
                      <a:pt x="452457" y="901970"/>
                      <a:pt x="452457" y="878415"/>
                      <a:pt x="452457" y="854860"/>
                    </a:cubicBezTo>
                    <a:cubicBezTo>
                      <a:pt x="426939" y="854860"/>
                      <a:pt x="405346" y="854860"/>
                      <a:pt x="382772" y="854860"/>
                    </a:cubicBezTo>
                    <a:close/>
                    <a:moveTo>
                      <a:pt x="286589" y="853878"/>
                    </a:moveTo>
                    <a:cubicBezTo>
                      <a:pt x="286589" y="880378"/>
                      <a:pt x="286589" y="902951"/>
                      <a:pt x="286589" y="927489"/>
                    </a:cubicBezTo>
                    <a:cubicBezTo>
                      <a:pt x="311125" y="927489"/>
                      <a:pt x="331736" y="927489"/>
                      <a:pt x="355291" y="927489"/>
                    </a:cubicBezTo>
                    <a:cubicBezTo>
                      <a:pt x="355291" y="901970"/>
                      <a:pt x="355291" y="878415"/>
                      <a:pt x="355291" y="853878"/>
                    </a:cubicBezTo>
                    <a:cubicBezTo>
                      <a:pt x="330754" y="853878"/>
                      <a:pt x="308181" y="853878"/>
                      <a:pt x="286589" y="853878"/>
                    </a:cubicBezTo>
                    <a:close/>
                    <a:moveTo>
                      <a:pt x="384735" y="756713"/>
                    </a:moveTo>
                    <a:cubicBezTo>
                      <a:pt x="384735" y="783212"/>
                      <a:pt x="384735" y="806767"/>
                      <a:pt x="384735" y="829342"/>
                    </a:cubicBezTo>
                    <a:cubicBezTo>
                      <a:pt x="409272" y="829342"/>
                      <a:pt x="429883" y="829342"/>
                      <a:pt x="453438" y="829342"/>
                    </a:cubicBezTo>
                    <a:cubicBezTo>
                      <a:pt x="453438" y="804805"/>
                      <a:pt x="453438" y="783212"/>
                      <a:pt x="453438" y="756713"/>
                    </a:cubicBezTo>
                    <a:cubicBezTo>
                      <a:pt x="427920" y="756713"/>
                      <a:pt x="406328" y="756713"/>
                      <a:pt x="384735" y="756713"/>
                    </a:cubicBezTo>
                    <a:close/>
                    <a:moveTo>
                      <a:pt x="130535" y="756713"/>
                    </a:moveTo>
                    <a:cubicBezTo>
                      <a:pt x="130535" y="784194"/>
                      <a:pt x="130535" y="807749"/>
                      <a:pt x="130535" y="829342"/>
                    </a:cubicBezTo>
                    <a:cubicBezTo>
                      <a:pt x="208071" y="829342"/>
                      <a:pt x="282663" y="829342"/>
                      <a:pt x="357254" y="829342"/>
                    </a:cubicBezTo>
                    <a:cubicBezTo>
                      <a:pt x="357254" y="802842"/>
                      <a:pt x="357254" y="781249"/>
                      <a:pt x="357254" y="756713"/>
                    </a:cubicBezTo>
                    <a:cubicBezTo>
                      <a:pt x="277755" y="756713"/>
                      <a:pt x="203163" y="756713"/>
                      <a:pt x="130535" y="756713"/>
                    </a:cubicBezTo>
                    <a:close/>
                    <a:moveTo>
                      <a:pt x="32388" y="755731"/>
                    </a:moveTo>
                    <a:cubicBezTo>
                      <a:pt x="32388" y="781249"/>
                      <a:pt x="32388" y="804805"/>
                      <a:pt x="32388" y="830323"/>
                    </a:cubicBezTo>
                    <a:cubicBezTo>
                      <a:pt x="56925" y="830323"/>
                      <a:pt x="78518" y="830323"/>
                      <a:pt x="102073" y="830323"/>
                    </a:cubicBezTo>
                    <a:cubicBezTo>
                      <a:pt x="102073" y="803824"/>
                      <a:pt x="102073" y="781249"/>
                      <a:pt x="102073" y="755731"/>
                    </a:cubicBezTo>
                    <a:cubicBezTo>
                      <a:pt x="77536" y="755731"/>
                      <a:pt x="55943" y="755731"/>
                      <a:pt x="32388" y="755731"/>
                    </a:cubicBezTo>
                    <a:close/>
                    <a:moveTo>
                      <a:pt x="382772" y="658566"/>
                    </a:moveTo>
                    <a:cubicBezTo>
                      <a:pt x="382772" y="685065"/>
                      <a:pt x="382772" y="707640"/>
                      <a:pt x="382772" y="733158"/>
                    </a:cubicBezTo>
                    <a:cubicBezTo>
                      <a:pt x="408291" y="733158"/>
                      <a:pt x="429883" y="733158"/>
                      <a:pt x="452457" y="733158"/>
                    </a:cubicBezTo>
                    <a:cubicBezTo>
                      <a:pt x="452457" y="706658"/>
                      <a:pt x="452457" y="683102"/>
                      <a:pt x="452457" y="658566"/>
                    </a:cubicBezTo>
                    <a:cubicBezTo>
                      <a:pt x="427920" y="658566"/>
                      <a:pt x="405346" y="658566"/>
                      <a:pt x="382772" y="658566"/>
                    </a:cubicBezTo>
                    <a:close/>
                    <a:moveTo>
                      <a:pt x="31407" y="658566"/>
                    </a:moveTo>
                    <a:cubicBezTo>
                      <a:pt x="31407" y="684084"/>
                      <a:pt x="31407" y="707640"/>
                      <a:pt x="31407" y="735121"/>
                    </a:cubicBezTo>
                    <a:cubicBezTo>
                      <a:pt x="107962" y="735121"/>
                      <a:pt x="182553" y="735121"/>
                      <a:pt x="259108" y="735121"/>
                    </a:cubicBezTo>
                    <a:cubicBezTo>
                      <a:pt x="259108" y="706658"/>
                      <a:pt x="259108" y="684084"/>
                      <a:pt x="259108" y="658566"/>
                    </a:cubicBezTo>
                    <a:cubicBezTo>
                      <a:pt x="182553" y="658566"/>
                      <a:pt x="107962" y="658566"/>
                      <a:pt x="31407" y="658566"/>
                    </a:cubicBezTo>
                    <a:close/>
                    <a:moveTo>
                      <a:pt x="226720" y="561400"/>
                    </a:moveTo>
                    <a:cubicBezTo>
                      <a:pt x="226720" y="586918"/>
                      <a:pt x="226720" y="610474"/>
                      <a:pt x="226720" y="638937"/>
                    </a:cubicBezTo>
                    <a:cubicBezTo>
                      <a:pt x="304255" y="638937"/>
                      <a:pt x="376884" y="638937"/>
                      <a:pt x="451475" y="638937"/>
                    </a:cubicBezTo>
                    <a:cubicBezTo>
                      <a:pt x="451475" y="611456"/>
                      <a:pt x="451475" y="586918"/>
                      <a:pt x="451475" y="561400"/>
                    </a:cubicBezTo>
                    <a:cubicBezTo>
                      <a:pt x="374921" y="561400"/>
                      <a:pt x="302292" y="561400"/>
                      <a:pt x="226720" y="561400"/>
                    </a:cubicBezTo>
                    <a:close/>
                    <a:moveTo>
                      <a:pt x="128572" y="561400"/>
                    </a:moveTo>
                    <a:cubicBezTo>
                      <a:pt x="128572" y="587900"/>
                      <a:pt x="128572" y="611456"/>
                      <a:pt x="128572" y="636974"/>
                    </a:cubicBezTo>
                    <a:cubicBezTo>
                      <a:pt x="156053" y="636974"/>
                      <a:pt x="177645" y="636974"/>
                      <a:pt x="198257" y="636974"/>
                    </a:cubicBezTo>
                    <a:cubicBezTo>
                      <a:pt x="198257" y="609493"/>
                      <a:pt x="198257" y="585938"/>
                      <a:pt x="198257" y="561400"/>
                    </a:cubicBezTo>
                    <a:cubicBezTo>
                      <a:pt x="173719" y="561400"/>
                      <a:pt x="152128" y="561400"/>
                      <a:pt x="128572" y="561400"/>
                    </a:cubicBezTo>
                    <a:close/>
                    <a:moveTo>
                      <a:pt x="129554" y="464235"/>
                    </a:moveTo>
                    <a:cubicBezTo>
                      <a:pt x="129554" y="489754"/>
                      <a:pt x="129554" y="513309"/>
                      <a:pt x="129554" y="540790"/>
                    </a:cubicBezTo>
                    <a:cubicBezTo>
                      <a:pt x="208071" y="540790"/>
                      <a:pt x="282663" y="540790"/>
                      <a:pt x="356272" y="540790"/>
                    </a:cubicBezTo>
                    <a:cubicBezTo>
                      <a:pt x="356272" y="513309"/>
                      <a:pt x="356272" y="489754"/>
                      <a:pt x="356272" y="464235"/>
                    </a:cubicBezTo>
                    <a:cubicBezTo>
                      <a:pt x="279719" y="464235"/>
                      <a:pt x="205126" y="464235"/>
                      <a:pt x="129554" y="464235"/>
                    </a:cubicBezTo>
                    <a:close/>
                    <a:moveTo>
                      <a:pt x="34352" y="463253"/>
                    </a:moveTo>
                    <a:cubicBezTo>
                      <a:pt x="34352" y="488772"/>
                      <a:pt x="34352" y="514290"/>
                      <a:pt x="34352" y="539808"/>
                    </a:cubicBezTo>
                    <a:cubicBezTo>
                      <a:pt x="58888" y="539808"/>
                      <a:pt x="80480" y="539808"/>
                      <a:pt x="102073" y="539808"/>
                    </a:cubicBezTo>
                    <a:cubicBezTo>
                      <a:pt x="102073" y="512327"/>
                      <a:pt x="102073" y="488772"/>
                      <a:pt x="102073" y="463253"/>
                    </a:cubicBezTo>
                    <a:cubicBezTo>
                      <a:pt x="79498" y="463253"/>
                      <a:pt x="58888" y="463253"/>
                      <a:pt x="34352" y="463253"/>
                    </a:cubicBezTo>
                    <a:close/>
                    <a:moveTo>
                      <a:pt x="384735" y="462272"/>
                    </a:moveTo>
                    <a:cubicBezTo>
                      <a:pt x="384735" y="490734"/>
                      <a:pt x="384735" y="516253"/>
                      <a:pt x="384735" y="540790"/>
                    </a:cubicBezTo>
                    <a:cubicBezTo>
                      <a:pt x="409272" y="540790"/>
                      <a:pt x="430864" y="540790"/>
                      <a:pt x="451475" y="540790"/>
                    </a:cubicBezTo>
                    <a:cubicBezTo>
                      <a:pt x="451475" y="512327"/>
                      <a:pt x="451475" y="487791"/>
                      <a:pt x="451475" y="462272"/>
                    </a:cubicBezTo>
                    <a:cubicBezTo>
                      <a:pt x="427920" y="462272"/>
                      <a:pt x="408291" y="462272"/>
                      <a:pt x="384735" y="462272"/>
                    </a:cubicBezTo>
                    <a:close/>
                    <a:moveTo>
                      <a:pt x="52999" y="286589"/>
                    </a:moveTo>
                    <a:cubicBezTo>
                      <a:pt x="52999" y="316033"/>
                      <a:pt x="52999" y="340570"/>
                      <a:pt x="52999" y="364126"/>
                    </a:cubicBezTo>
                    <a:cubicBezTo>
                      <a:pt x="101091" y="364126"/>
                      <a:pt x="146238" y="364126"/>
                      <a:pt x="192368" y="364126"/>
                    </a:cubicBezTo>
                    <a:cubicBezTo>
                      <a:pt x="192368" y="337625"/>
                      <a:pt x="192368" y="314070"/>
                      <a:pt x="192368" y="286589"/>
                    </a:cubicBezTo>
                    <a:cubicBezTo>
                      <a:pt x="142313" y="286589"/>
                      <a:pt x="97165" y="286589"/>
                      <a:pt x="52999" y="286589"/>
                    </a:cubicBezTo>
                    <a:close/>
                    <a:moveTo>
                      <a:pt x="295422" y="285608"/>
                    </a:moveTo>
                    <a:cubicBezTo>
                      <a:pt x="295422" y="314070"/>
                      <a:pt x="295422" y="339588"/>
                      <a:pt x="295422" y="364126"/>
                    </a:cubicBezTo>
                    <a:cubicBezTo>
                      <a:pt x="343514" y="364126"/>
                      <a:pt x="388661" y="364126"/>
                      <a:pt x="434790" y="364126"/>
                    </a:cubicBezTo>
                    <a:cubicBezTo>
                      <a:pt x="434790" y="337625"/>
                      <a:pt x="434790" y="313089"/>
                      <a:pt x="434790" y="285608"/>
                    </a:cubicBezTo>
                    <a:cubicBezTo>
                      <a:pt x="384735" y="285608"/>
                      <a:pt x="340569" y="285608"/>
                      <a:pt x="295422" y="285608"/>
                    </a:cubicBezTo>
                    <a:close/>
                    <a:moveTo>
                      <a:pt x="51036" y="186479"/>
                    </a:moveTo>
                    <a:cubicBezTo>
                      <a:pt x="51036" y="211997"/>
                      <a:pt x="51036" y="232609"/>
                      <a:pt x="51036" y="259108"/>
                    </a:cubicBezTo>
                    <a:cubicBezTo>
                      <a:pt x="100110" y="259108"/>
                      <a:pt x="144275" y="259108"/>
                      <a:pt x="190405" y="259108"/>
                    </a:cubicBezTo>
                    <a:cubicBezTo>
                      <a:pt x="190405" y="232609"/>
                      <a:pt x="190405" y="209053"/>
                      <a:pt x="190405" y="186479"/>
                    </a:cubicBezTo>
                    <a:cubicBezTo>
                      <a:pt x="142313" y="186479"/>
                      <a:pt x="97165" y="186479"/>
                      <a:pt x="51036" y="186479"/>
                    </a:cubicBezTo>
                    <a:close/>
                    <a:moveTo>
                      <a:pt x="294440" y="185498"/>
                    </a:moveTo>
                    <a:cubicBezTo>
                      <a:pt x="294440" y="211016"/>
                      <a:pt x="294440" y="232609"/>
                      <a:pt x="294440" y="260090"/>
                    </a:cubicBezTo>
                    <a:cubicBezTo>
                      <a:pt x="343514" y="260090"/>
                      <a:pt x="387680" y="260090"/>
                      <a:pt x="432828" y="260090"/>
                    </a:cubicBezTo>
                    <a:cubicBezTo>
                      <a:pt x="432828" y="233590"/>
                      <a:pt x="432828" y="210034"/>
                      <a:pt x="432828" y="185498"/>
                    </a:cubicBezTo>
                    <a:cubicBezTo>
                      <a:pt x="385716" y="185498"/>
                      <a:pt x="340569" y="185498"/>
                      <a:pt x="294440" y="185498"/>
                    </a:cubicBezTo>
                    <a:close/>
                    <a:moveTo>
                      <a:pt x="52999" y="89314"/>
                    </a:moveTo>
                    <a:cubicBezTo>
                      <a:pt x="52999" y="114832"/>
                      <a:pt x="52999" y="136425"/>
                      <a:pt x="52999" y="158017"/>
                    </a:cubicBezTo>
                    <a:cubicBezTo>
                      <a:pt x="101091" y="158017"/>
                      <a:pt x="145257" y="158017"/>
                      <a:pt x="191387" y="158017"/>
                    </a:cubicBezTo>
                    <a:cubicBezTo>
                      <a:pt x="191387" y="134462"/>
                      <a:pt x="191387" y="113850"/>
                      <a:pt x="191387" y="89314"/>
                    </a:cubicBezTo>
                    <a:cubicBezTo>
                      <a:pt x="142313" y="89314"/>
                      <a:pt x="97165" y="89314"/>
                      <a:pt x="52999" y="89314"/>
                    </a:cubicBezTo>
                    <a:close/>
                    <a:moveTo>
                      <a:pt x="296403" y="87351"/>
                    </a:moveTo>
                    <a:cubicBezTo>
                      <a:pt x="296403" y="114832"/>
                      <a:pt x="296403" y="137406"/>
                      <a:pt x="296403" y="158998"/>
                    </a:cubicBezTo>
                    <a:cubicBezTo>
                      <a:pt x="344496" y="158998"/>
                      <a:pt x="388661" y="158998"/>
                      <a:pt x="432828" y="158998"/>
                    </a:cubicBezTo>
                    <a:cubicBezTo>
                      <a:pt x="432828" y="133480"/>
                      <a:pt x="432828" y="110907"/>
                      <a:pt x="432828" y="87351"/>
                    </a:cubicBezTo>
                    <a:cubicBezTo>
                      <a:pt x="386698" y="87351"/>
                      <a:pt x="342532" y="87351"/>
                      <a:pt x="296403" y="87351"/>
                    </a:cubicBezTo>
                    <a:close/>
                    <a:moveTo>
                      <a:pt x="26499" y="0"/>
                    </a:moveTo>
                    <a:cubicBezTo>
                      <a:pt x="91276" y="0"/>
                      <a:pt x="151146" y="0"/>
                      <a:pt x="219849" y="0"/>
                    </a:cubicBezTo>
                    <a:cubicBezTo>
                      <a:pt x="219849" y="38278"/>
                      <a:pt x="219849" y="74592"/>
                      <a:pt x="219849" y="111888"/>
                    </a:cubicBezTo>
                    <a:cubicBezTo>
                      <a:pt x="219849" y="187461"/>
                      <a:pt x="220831" y="262053"/>
                      <a:pt x="219849" y="337625"/>
                    </a:cubicBezTo>
                    <a:cubicBezTo>
                      <a:pt x="218867" y="368051"/>
                      <a:pt x="231626" y="375903"/>
                      <a:pt x="263033" y="366088"/>
                    </a:cubicBezTo>
                    <a:cubicBezTo>
                      <a:pt x="263033" y="247330"/>
                      <a:pt x="263033" y="126610"/>
                      <a:pt x="263033" y="2945"/>
                    </a:cubicBezTo>
                    <a:cubicBezTo>
                      <a:pt x="329773" y="2945"/>
                      <a:pt x="392587" y="2945"/>
                      <a:pt x="461290" y="2945"/>
                    </a:cubicBezTo>
                    <a:cubicBezTo>
                      <a:pt x="461290" y="112869"/>
                      <a:pt x="448530" y="223775"/>
                      <a:pt x="463253" y="330756"/>
                    </a:cubicBezTo>
                    <a:cubicBezTo>
                      <a:pt x="508400" y="652677"/>
                      <a:pt x="475030" y="975580"/>
                      <a:pt x="481901" y="1297502"/>
                    </a:cubicBezTo>
                    <a:cubicBezTo>
                      <a:pt x="488771" y="1621387"/>
                      <a:pt x="483863" y="1945271"/>
                      <a:pt x="483863" y="2269156"/>
                    </a:cubicBezTo>
                    <a:cubicBezTo>
                      <a:pt x="483863" y="2288785"/>
                      <a:pt x="483863" y="2308415"/>
                      <a:pt x="483863" y="2330989"/>
                    </a:cubicBezTo>
                    <a:cubicBezTo>
                      <a:pt x="322902" y="2330989"/>
                      <a:pt x="164887" y="2330989"/>
                      <a:pt x="0" y="2330989"/>
                    </a:cubicBezTo>
                    <a:cubicBezTo>
                      <a:pt x="0" y="2315285"/>
                      <a:pt x="0" y="2299582"/>
                      <a:pt x="0" y="2284859"/>
                    </a:cubicBezTo>
                    <a:cubicBezTo>
                      <a:pt x="0" y="1663590"/>
                      <a:pt x="0" y="1042320"/>
                      <a:pt x="0" y="421051"/>
                    </a:cubicBezTo>
                    <a:cubicBezTo>
                      <a:pt x="45148" y="282663"/>
                      <a:pt x="12759" y="142314"/>
                      <a:pt x="2649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>
                <a:off x="6782219" y="2659087"/>
                <a:ext cx="252773" cy="1597499"/>
              </a:xfrm>
              <a:custGeom>
                <a:avLst/>
                <a:gdLst>
                  <a:gd name="connsiteX0" fmla="*/ 94664 w 252773"/>
                  <a:gd name="connsiteY0" fmla="*/ 1169580 h 1597499"/>
                  <a:gd name="connsiteX1" fmla="*/ 94664 w 252773"/>
                  <a:gd name="connsiteY1" fmla="*/ 1232327 h 1597499"/>
                  <a:gd name="connsiteX2" fmla="*/ 158109 w 252773"/>
                  <a:gd name="connsiteY2" fmla="*/ 1232327 h 1597499"/>
                  <a:gd name="connsiteX3" fmla="*/ 158109 w 252773"/>
                  <a:gd name="connsiteY3" fmla="*/ 1169580 h 1597499"/>
                  <a:gd name="connsiteX4" fmla="*/ 94664 w 252773"/>
                  <a:gd name="connsiteY4" fmla="*/ 1169580 h 1597499"/>
                  <a:gd name="connsiteX5" fmla="*/ 175733 w 252773"/>
                  <a:gd name="connsiteY5" fmla="*/ 1168551 h 1597499"/>
                  <a:gd name="connsiteX6" fmla="*/ 175733 w 252773"/>
                  <a:gd name="connsiteY6" fmla="*/ 1231813 h 1597499"/>
                  <a:gd name="connsiteX7" fmla="*/ 237667 w 252773"/>
                  <a:gd name="connsiteY7" fmla="*/ 1231813 h 1597499"/>
                  <a:gd name="connsiteX8" fmla="*/ 237667 w 252773"/>
                  <a:gd name="connsiteY8" fmla="*/ 1168551 h 1597499"/>
                  <a:gd name="connsiteX9" fmla="*/ 175733 w 252773"/>
                  <a:gd name="connsiteY9" fmla="*/ 1168551 h 1597499"/>
                  <a:gd name="connsiteX10" fmla="*/ 95168 w 252773"/>
                  <a:gd name="connsiteY10" fmla="*/ 1090888 h 1597499"/>
                  <a:gd name="connsiteX11" fmla="*/ 95168 w 252773"/>
                  <a:gd name="connsiteY11" fmla="*/ 1153636 h 1597499"/>
                  <a:gd name="connsiteX12" fmla="*/ 157605 w 252773"/>
                  <a:gd name="connsiteY12" fmla="*/ 1153636 h 1597499"/>
                  <a:gd name="connsiteX13" fmla="*/ 157605 w 252773"/>
                  <a:gd name="connsiteY13" fmla="*/ 1090888 h 1597499"/>
                  <a:gd name="connsiteX14" fmla="*/ 95168 w 252773"/>
                  <a:gd name="connsiteY14" fmla="*/ 1090888 h 1597499"/>
                  <a:gd name="connsiteX15" fmla="*/ 15106 w 252773"/>
                  <a:gd name="connsiteY15" fmla="*/ 1090888 h 1597499"/>
                  <a:gd name="connsiteX16" fmla="*/ 15106 w 252773"/>
                  <a:gd name="connsiteY16" fmla="*/ 1153636 h 1597499"/>
                  <a:gd name="connsiteX17" fmla="*/ 77544 w 252773"/>
                  <a:gd name="connsiteY17" fmla="*/ 1153636 h 1597499"/>
                  <a:gd name="connsiteX18" fmla="*/ 77544 w 252773"/>
                  <a:gd name="connsiteY18" fmla="*/ 1090888 h 1597499"/>
                  <a:gd name="connsiteX19" fmla="*/ 15106 w 252773"/>
                  <a:gd name="connsiteY19" fmla="*/ 1090888 h 1597499"/>
                  <a:gd name="connsiteX20" fmla="*/ 95671 w 252773"/>
                  <a:gd name="connsiteY20" fmla="*/ 1009110 h 1597499"/>
                  <a:gd name="connsiteX21" fmla="*/ 95671 w 252773"/>
                  <a:gd name="connsiteY21" fmla="*/ 1072886 h 1597499"/>
                  <a:gd name="connsiteX22" fmla="*/ 157605 w 252773"/>
                  <a:gd name="connsiteY22" fmla="*/ 1072886 h 1597499"/>
                  <a:gd name="connsiteX23" fmla="*/ 157605 w 252773"/>
                  <a:gd name="connsiteY23" fmla="*/ 1009110 h 1597499"/>
                  <a:gd name="connsiteX24" fmla="*/ 95671 w 252773"/>
                  <a:gd name="connsiteY24" fmla="*/ 1009110 h 1597499"/>
                  <a:gd name="connsiteX25" fmla="*/ 175733 w 252773"/>
                  <a:gd name="connsiteY25" fmla="*/ 1008595 h 1597499"/>
                  <a:gd name="connsiteX26" fmla="*/ 175733 w 252773"/>
                  <a:gd name="connsiteY26" fmla="*/ 1072371 h 1597499"/>
                  <a:gd name="connsiteX27" fmla="*/ 238674 w 252773"/>
                  <a:gd name="connsiteY27" fmla="*/ 1072371 h 1597499"/>
                  <a:gd name="connsiteX28" fmla="*/ 238674 w 252773"/>
                  <a:gd name="connsiteY28" fmla="*/ 1008595 h 1597499"/>
                  <a:gd name="connsiteX29" fmla="*/ 175733 w 252773"/>
                  <a:gd name="connsiteY29" fmla="*/ 1008595 h 1597499"/>
                  <a:gd name="connsiteX30" fmla="*/ 175733 w 252773"/>
                  <a:gd name="connsiteY30" fmla="*/ 929389 h 1597499"/>
                  <a:gd name="connsiteX31" fmla="*/ 175733 w 252773"/>
                  <a:gd name="connsiteY31" fmla="*/ 992651 h 1597499"/>
                  <a:gd name="connsiteX32" fmla="*/ 239178 w 252773"/>
                  <a:gd name="connsiteY32" fmla="*/ 992651 h 1597499"/>
                  <a:gd name="connsiteX33" fmla="*/ 239178 w 252773"/>
                  <a:gd name="connsiteY33" fmla="*/ 929389 h 1597499"/>
                  <a:gd name="connsiteX34" fmla="*/ 175733 w 252773"/>
                  <a:gd name="connsiteY34" fmla="*/ 929389 h 1597499"/>
                  <a:gd name="connsiteX35" fmla="*/ 95671 w 252773"/>
                  <a:gd name="connsiteY35" fmla="*/ 928875 h 1597499"/>
                  <a:gd name="connsiteX36" fmla="*/ 95671 w 252773"/>
                  <a:gd name="connsiteY36" fmla="*/ 993680 h 1597499"/>
                  <a:gd name="connsiteX37" fmla="*/ 157605 w 252773"/>
                  <a:gd name="connsiteY37" fmla="*/ 993680 h 1597499"/>
                  <a:gd name="connsiteX38" fmla="*/ 157605 w 252773"/>
                  <a:gd name="connsiteY38" fmla="*/ 928875 h 1597499"/>
                  <a:gd name="connsiteX39" fmla="*/ 95671 w 252773"/>
                  <a:gd name="connsiteY39" fmla="*/ 928875 h 1597499"/>
                  <a:gd name="connsiteX40" fmla="*/ 14602 w 252773"/>
                  <a:gd name="connsiteY40" fmla="*/ 928875 h 1597499"/>
                  <a:gd name="connsiteX41" fmla="*/ 14602 w 252773"/>
                  <a:gd name="connsiteY41" fmla="*/ 992651 h 1597499"/>
                  <a:gd name="connsiteX42" fmla="*/ 77544 w 252773"/>
                  <a:gd name="connsiteY42" fmla="*/ 992651 h 1597499"/>
                  <a:gd name="connsiteX43" fmla="*/ 77544 w 252773"/>
                  <a:gd name="connsiteY43" fmla="*/ 928875 h 1597499"/>
                  <a:gd name="connsiteX44" fmla="*/ 14602 w 252773"/>
                  <a:gd name="connsiteY44" fmla="*/ 928875 h 1597499"/>
                  <a:gd name="connsiteX45" fmla="*/ 175229 w 252773"/>
                  <a:gd name="connsiteY45" fmla="*/ 849668 h 1597499"/>
                  <a:gd name="connsiteX46" fmla="*/ 175229 w 252773"/>
                  <a:gd name="connsiteY46" fmla="*/ 912930 h 1597499"/>
                  <a:gd name="connsiteX47" fmla="*/ 238171 w 252773"/>
                  <a:gd name="connsiteY47" fmla="*/ 912930 h 1597499"/>
                  <a:gd name="connsiteX48" fmla="*/ 238171 w 252773"/>
                  <a:gd name="connsiteY48" fmla="*/ 849668 h 1597499"/>
                  <a:gd name="connsiteX49" fmla="*/ 175229 w 252773"/>
                  <a:gd name="connsiteY49" fmla="*/ 849668 h 1597499"/>
                  <a:gd name="connsiteX50" fmla="*/ 94664 w 252773"/>
                  <a:gd name="connsiteY50" fmla="*/ 767890 h 1597499"/>
                  <a:gd name="connsiteX51" fmla="*/ 94664 w 252773"/>
                  <a:gd name="connsiteY51" fmla="*/ 831152 h 1597499"/>
                  <a:gd name="connsiteX52" fmla="*/ 157605 w 252773"/>
                  <a:gd name="connsiteY52" fmla="*/ 831152 h 1597499"/>
                  <a:gd name="connsiteX53" fmla="*/ 157605 w 252773"/>
                  <a:gd name="connsiteY53" fmla="*/ 767890 h 1597499"/>
                  <a:gd name="connsiteX54" fmla="*/ 94664 w 252773"/>
                  <a:gd name="connsiteY54" fmla="*/ 767890 h 1597499"/>
                  <a:gd name="connsiteX55" fmla="*/ 15106 w 252773"/>
                  <a:gd name="connsiteY55" fmla="*/ 767890 h 1597499"/>
                  <a:gd name="connsiteX56" fmla="*/ 15106 w 252773"/>
                  <a:gd name="connsiteY56" fmla="*/ 831152 h 1597499"/>
                  <a:gd name="connsiteX57" fmla="*/ 77040 w 252773"/>
                  <a:gd name="connsiteY57" fmla="*/ 831152 h 1597499"/>
                  <a:gd name="connsiteX58" fmla="*/ 77040 w 252773"/>
                  <a:gd name="connsiteY58" fmla="*/ 767890 h 1597499"/>
                  <a:gd name="connsiteX59" fmla="*/ 15106 w 252773"/>
                  <a:gd name="connsiteY59" fmla="*/ 767890 h 1597499"/>
                  <a:gd name="connsiteX60" fmla="*/ 175229 w 252773"/>
                  <a:gd name="connsiteY60" fmla="*/ 767376 h 1597499"/>
                  <a:gd name="connsiteX61" fmla="*/ 175229 w 252773"/>
                  <a:gd name="connsiteY61" fmla="*/ 831667 h 1597499"/>
                  <a:gd name="connsiteX62" fmla="*/ 238171 w 252773"/>
                  <a:gd name="connsiteY62" fmla="*/ 831667 h 1597499"/>
                  <a:gd name="connsiteX63" fmla="*/ 238171 w 252773"/>
                  <a:gd name="connsiteY63" fmla="*/ 767376 h 1597499"/>
                  <a:gd name="connsiteX64" fmla="*/ 175229 w 252773"/>
                  <a:gd name="connsiteY64" fmla="*/ 767376 h 1597499"/>
                  <a:gd name="connsiteX65" fmla="*/ 175229 w 252773"/>
                  <a:gd name="connsiteY65" fmla="*/ 689712 h 1597499"/>
                  <a:gd name="connsiteX66" fmla="*/ 175229 w 252773"/>
                  <a:gd name="connsiteY66" fmla="*/ 752975 h 1597499"/>
                  <a:gd name="connsiteX67" fmla="*/ 238171 w 252773"/>
                  <a:gd name="connsiteY67" fmla="*/ 752975 h 1597499"/>
                  <a:gd name="connsiteX68" fmla="*/ 238171 w 252773"/>
                  <a:gd name="connsiteY68" fmla="*/ 689712 h 1597499"/>
                  <a:gd name="connsiteX69" fmla="*/ 175229 w 252773"/>
                  <a:gd name="connsiteY69" fmla="*/ 689712 h 1597499"/>
                  <a:gd name="connsiteX70" fmla="*/ 14602 w 252773"/>
                  <a:gd name="connsiteY70" fmla="*/ 689198 h 1597499"/>
                  <a:gd name="connsiteX71" fmla="*/ 14602 w 252773"/>
                  <a:gd name="connsiteY71" fmla="*/ 752460 h 1597499"/>
                  <a:gd name="connsiteX72" fmla="*/ 78048 w 252773"/>
                  <a:gd name="connsiteY72" fmla="*/ 752460 h 1597499"/>
                  <a:gd name="connsiteX73" fmla="*/ 78048 w 252773"/>
                  <a:gd name="connsiteY73" fmla="*/ 689198 h 1597499"/>
                  <a:gd name="connsiteX74" fmla="*/ 14602 w 252773"/>
                  <a:gd name="connsiteY74" fmla="*/ 689198 h 1597499"/>
                  <a:gd name="connsiteX75" fmla="*/ 14099 w 252773"/>
                  <a:gd name="connsiteY75" fmla="*/ 608449 h 1597499"/>
                  <a:gd name="connsiteX76" fmla="*/ 14099 w 252773"/>
                  <a:gd name="connsiteY76" fmla="*/ 671711 h 1597499"/>
                  <a:gd name="connsiteX77" fmla="*/ 78048 w 252773"/>
                  <a:gd name="connsiteY77" fmla="*/ 671711 h 1597499"/>
                  <a:gd name="connsiteX78" fmla="*/ 78048 w 252773"/>
                  <a:gd name="connsiteY78" fmla="*/ 608449 h 1597499"/>
                  <a:gd name="connsiteX79" fmla="*/ 14099 w 252773"/>
                  <a:gd name="connsiteY79" fmla="*/ 608449 h 1597499"/>
                  <a:gd name="connsiteX80" fmla="*/ 95168 w 252773"/>
                  <a:gd name="connsiteY80" fmla="*/ 607935 h 1597499"/>
                  <a:gd name="connsiteX81" fmla="*/ 95168 w 252773"/>
                  <a:gd name="connsiteY81" fmla="*/ 672226 h 1597499"/>
                  <a:gd name="connsiteX82" fmla="*/ 158109 w 252773"/>
                  <a:gd name="connsiteY82" fmla="*/ 672226 h 1597499"/>
                  <a:gd name="connsiteX83" fmla="*/ 158109 w 252773"/>
                  <a:gd name="connsiteY83" fmla="*/ 607935 h 1597499"/>
                  <a:gd name="connsiteX84" fmla="*/ 95168 w 252773"/>
                  <a:gd name="connsiteY84" fmla="*/ 607935 h 1597499"/>
                  <a:gd name="connsiteX85" fmla="*/ 175229 w 252773"/>
                  <a:gd name="connsiteY85" fmla="*/ 528728 h 1597499"/>
                  <a:gd name="connsiteX86" fmla="*/ 175229 w 252773"/>
                  <a:gd name="connsiteY86" fmla="*/ 592505 h 1597499"/>
                  <a:gd name="connsiteX87" fmla="*/ 239178 w 252773"/>
                  <a:gd name="connsiteY87" fmla="*/ 592505 h 1597499"/>
                  <a:gd name="connsiteX88" fmla="*/ 239178 w 252773"/>
                  <a:gd name="connsiteY88" fmla="*/ 528728 h 1597499"/>
                  <a:gd name="connsiteX89" fmla="*/ 175229 w 252773"/>
                  <a:gd name="connsiteY89" fmla="*/ 528728 h 1597499"/>
                  <a:gd name="connsiteX90" fmla="*/ 95168 w 252773"/>
                  <a:gd name="connsiteY90" fmla="*/ 528214 h 1597499"/>
                  <a:gd name="connsiteX91" fmla="*/ 95168 w 252773"/>
                  <a:gd name="connsiteY91" fmla="*/ 593019 h 1597499"/>
                  <a:gd name="connsiteX92" fmla="*/ 158613 w 252773"/>
                  <a:gd name="connsiteY92" fmla="*/ 593019 h 1597499"/>
                  <a:gd name="connsiteX93" fmla="*/ 158613 w 252773"/>
                  <a:gd name="connsiteY93" fmla="*/ 528214 h 1597499"/>
                  <a:gd name="connsiteX94" fmla="*/ 95168 w 252773"/>
                  <a:gd name="connsiteY94" fmla="*/ 528214 h 1597499"/>
                  <a:gd name="connsiteX95" fmla="*/ 15106 w 252773"/>
                  <a:gd name="connsiteY95" fmla="*/ 528214 h 1597499"/>
                  <a:gd name="connsiteX96" fmla="*/ 15106 w 252773"/>
                  <a:gd name="connsiteY96" fmla="*/ 593019 h 1597499"/>
                  <a:gd name="connsiteX97" fmla="*/ 78048 w 252773"/>
                  <a:gd name="connsiteY97" fmla="*/ 593019 h 1597499"/>
                  <a:gd name="connsiteX98" fmla="*/ 78048 w 252773"/>
                  <a:gd name="connsiteY98" fmla="*/ 528214 h 1597499"/>
                  <a:gd name="connsiteX99" fmla="*/ 15106 w 252773"/>
                  <a:gd name="connsiteY99" fmla="*/ 528214 h 1597499"/>
                  <a:gd name="connsiteX100" fmla="*/ 14602 w 252773"/>
                  <a:gd name="connsiteY100" fmla="*/ 449007 h 1597499"/>
                  <a:gd name="connsiteX101" fmla="*/ 14602 w 252773"/>
                  <a:gd name="connsiteY101" fmla="*/ 512270 h 1597499"/>
                  <a:gd name="connsiteX102" fmla="*/ 77544 w 252773"/>
                  <a:gd name="connsiteY102" fmla="*/ 512270 h 1597499"/>
                  <a:gd name="connsiteX103" fmla="*/ 77544 w 252773"/>
                  <a:gd name="connsiteY103" fmla="*/ 449007 h 1597499"/>
                  <a:gd name="connsiteX104" fmla="*/ 14602 w 252773"/>
                  <a:gd name="connsiteY104" fmla="*/ 449007 h 1597499"/>
                  <a:gd name="connsiteX105" fmla="*/ 94664 w 252773"/>
                  <a:gd name="connsiteY105" fmla="*/ 447979 h 1597499"/>
                  <a:gd name="connsiteX106" fmla="*/ 94664 w 252773"/>
                  <a:gd name="connsiteY106" fmla="*/ 512270 h 1597499"/>
                  <a:gd name="connsiteX107" fmla="*/ 158613 w 252773"/>
                  <a:gd name="connsiteY107" fmla="*/ 512270 h 1597499"/>
                  <a:gd name="connsiteX108" fmla="*/ 158613 w 252773"/>
                  <a:gd name="connsiteY108" fmla="*/ 447979 h 1597499"/>
                  <a:gd name="connsiteX109" fmla="*/ 94664 w 252773"/>
                  <a:gd name="connsiteY109" fmla="*/ 447979 h 1597499"/>
                  <a:gd name="connsiteX110" fmla="*/ 174726 w 252773"/>
                  <a:gd name="connsiteY110" fmla="*/ 368258 h 1597499"/>
                  <a:gd name="connsiteX111" fmla="*/ 174726 w 252773"/>
                  <a:gd name="connsiteY111" fmla="*/ 431006 h 1597499"/>
                  <a:gd name="connsiteX112" fmla="*/ 239178 w 252773"/>
                  <a:gd name="connsiteY112" fmla="*/ 431006 h 1597499"/>
                  <a:gd name="connsiteX113" fmla="*/ 239178 w 252773"/>
                  <a:gd name="connsiteY113" fmla="*/ 368258 h 1597499"/>
                  <a:gd name="connsiteX114" fmla="*/ 174726 w 252773"/>
                  <a:gd name="connsiteY114" fmla="*/ 368258 h 1597499"/>
                  <a:gd name="connsiteX115" fmla="*/ 95168 w 252773"/>
                  <a:gd name="connsiteY115" fmla="*/ 367744 h 1597499"/>
                  <a:gd name="connsiteX116" fmla="*/ 95168 w 252773"/>
                  <a:gd name="connsiteY116" fmla="*/ 431520 h 1597499"/>
                  <a:gd name="connsiteX117" fmla="*/ 158613 w 252773"/>
                  <a:gd name="connsiteY117" fmla="*/ 431520 h 1597499"/>
                  <a:gd name="connsiteX118" fmla="*/ 158613 w 252773"/>
                  <a:gd name="connsiteY118" fmla="*/ 367744 h 1597499"/>
                  <a:gd name="connsiteX119" fmla="*/ 95168 w 252773"/>
                  <a:gd name="connsiteY119" fmla="*/ 367744 h 1597499"/>
                  <a:gd name="connsiteX120" fmla="*/ 0 w 252773"/>
                  <a:gd name="connsiteY120" fmla="*/ 350771 h 1597499"/>
                  <a:gd name="connsiteX121" fmla="*/ 252270 w 252773"/>
                  <a:gd name="connsiteY121" fmla="*/ 350771 h 1597499"/>
                  <a:gd name="connsiteX122" fmla="*/ 252270 w 252773"/>
                  <a:gd name="connsiteY122" fmla="*/ 1597499 h 1597499"/>
                  <a:gd name="connsiteX123" fmla="*/ 0 w 252773"/>
                  <a:gd name="connsiteY123" fmla="*/ 1597499 h 1597499"/>
                  <a:gd name="connsiteX124" fmla="*/ 0 w 252773"/>
                  <a:gd name="connsiteY124" fmla="*/ 350771 h 1597499"/>
                  <a:gd name="connsiteX125" fmla="*/ 134947 w 252773"/>
                  <a:gd name="connsiteY125" fmla="*/ 273107 h 1597499"/>
                  <a:gd name="connsiteX126" fmla="*/ 134947 w 252773"/>
                  <a:gd name="connsiteY126" fmla="*/ 321969 h 1597499"/>
                  <a:gd name="connsiteX127" fmla="*/ 238674 w 252773"/>
                  <a:gd name="connsiteY127" fmla="*/ 321969 h 1597499"/>
                  <a:gd name="connsiteX128" fmla="*/ 238674 w 252773"/>
                  <a:gd name="connsiteY128" fmla="*/ 273107 h 1597499"/>
                  <a:gd name="connsiteX129" fmla="*/ 134947 w 252773"/>
                  <a:gd name="connsiteY129" fmla="*/ 273107 h 1597499"/>
                  <a:gd name="connsiteX130" fmla="*/ 14099 w 252773"/>
                  <a:gd name="connsiteY130" fmla="*/ 271564 h 1597499"/>
                  <a:gd name="connsiteX131" fmla="*/ 14099 w 252773"/>
                  <a:gd name="connsiteY131" fmla="*/ 321969 h 1597499"/>
                  <a:gd name="connsiteX132" fmla="*/ 117827 w 252773"/>
                  <a:gd name="connsiteY132" fmla="*/ 321969 h 1597499"/>
                  <a:gd name="connsiteX133" fmla="*/ 117827 w 252773"/>
                  <a:gd name="connsiteY133" fmla="*/ 271564 h 1597499"/>
                  <a:gd name="connsiteX134" fmla="*/ 66466 w 252773"/>
                  <a:gd name="connsiteY134" fmla="*/ 271564 h 1597499"/>
                  <a:gd name="connsiteX135" fmla="*/ 14099 w 252773"/>
                  <a:gd name="connsiteY135" fmla="*/ 271564 h 1597499"/>
                  <a:gd name="connsiteX136" fmla="*/ 49346 w 252773"/>
                  <a:gd name="connsiteY136" fmla="*/ 209331 h 1597499"/>
                  <a:gd name="connsiteX137" fmla="*/ 17120 w 252773"/>
                  <a:gd name="connsiteY137" fmla="*/ 255106 h 1597499"/>
                  <a:gd name="connsiteX138" fmla="*/ 237164 w 252773"/>
                  <a:gd name="connsiteY138" fmla="*/ 255106 h 1597499"/>
                  <a:gd name="connsiteX139" fmla="*/ 202923 w 252773"/>
                  <a:gd name="connsiteY139" fmla="*/ 209331 h 1597499"/>
                  <a:gd name="connsiteX140" fmla="*/ 49346 w 252773"/>
                  <a:gd name="connsiteY140" fmla="*/ 209331 h 1597499"/>
                  <a:gd name="connsiteX141" fmla="*/ 0 w 252773"/>
                  <a:gd name="connsiteY141" fmla="*/ 190815 h 1597499"/>
                  <a:gd name="connsiteX142" fmla="*/ 252773 w 252773"/>
                  <a:gd name="connsiteY142" fmla="*/ 190815 h 1597499"/>
                  <a:gd name="connsiteX143" fmla="*/ 252773 w 252773"/>
                  <a:gd name="connsiteY143" fmla="*/ 340484 h 1597499"/>
                  <a:gd name="connsiteX144" fmla="*/ 0 w 252773"/>
                  <a:gd name="connsiteY144" fmla="*/ 340484 h 1597499"/>
                  <a:gd name="connsiteX145" fmla="*/ 0 w 252773"/>
                  <a:gd name="connsiteY145" fmla="*/ 190815 h 1597499"/>
                  <a:gd name="connsiteX146" fmla="*/ 31723 w 252773"/>
                  <a:gd name="connsiteY146" fmla="*/ 0 h 1597499"/>
                  <a:gd name="connsiteX147" fmla="*/ 31723 w 252773"/>
                  <a:gd name="connsiteY147" fmla="*/ 120867 h 1597499"/>
                  <a:gd name="connsiteX148" fmla="*/ 95168 w 252773"/>
                  <a:gd name="connsiteY148" fmla="*/ 120867 h 1597499"/>
                  <a:gd name="connsiteX149" fmla="*/ 95168 w 252773"/>
                  <a:gd name="connsiteY149" fmla="*/ 183100 h 1597499"/>
                  <a:gd name="connsiteX150" fmla="*/ 11078 w 252773"/>
                  <a:gd name="connsiteY150" fmla="*/ 183100 h 1597499"/>
                  <a:gd name="connsiteX151" fmla="*/ 24170 w 252773"/>
                  <a:gd name="connsiteY151" fmla="*/ 514 h 1597499"/>
                  <a:gd name="connsiteX152" fmla="*/ 31723 w 252773"/>
                  <a:gd name="connsiteY152" fmla="*/ 0 h 159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252773" h="1597499">
                    <a:moveTo>
                      <a:pt x="94664" y="1169580"/>
                    </a:moveTo>
                    <a:cubicBezTo>
                      <a:pt x="94664" y="1191696"/>
                      <a:pt x="94664" y="1211754"/>
                      <a:pt x="94664" y="1232327"/>
                    </a:cubicBezTo>
                    <a:cubicBezTo>
                      <a:pt x="115813" y="1232327"/>
                      <a:pt x="135450" y="1232327"/>
                      <a:pt x="158109" y="1232327"/>
                    </a:cubicBezTo>
                    <a:cubicBezTo>
                      <a:pt x="158109" y="1209697"/>
                      <a:pt x="158109" y="1189639"/>
                      <a:pt x="158109" y="1169580"/>
                    </a:cubicBezTo>
                    <a:cubicBezTo>
                      <a:pt x="136457" y="1169580"/>
                      <a:pt x="115813" y="1169580"/>
                      <a:pt x="94664" y="1169580"/>
                    </a:cubicBezTo>
                    <a:close/>
                    <a:moveTo>
                      <a:pt x="175733" y="1168551"/>
                    </a:moveTo>
                    <a:cubicBezTo>
                      <a:pt x="175733" y="1190153"/>
                      <a:pt x="175733" y="1210726"/>
                      <a:pt x="175733" y="1231813"/>
                    </a:cubicBezTo>
                    <a:cubicBezTo>
                      <a:pt x="197385" y="1231813"/>
                      <a:pt x="217022" y="1231813"/>
                      <a:pt x="237667" y="1231813"/>
                    </a:cubicBezTo>
                    <a:cubicBezTo>
                      <a:pt x="237667" y="1210212"/>
                      <a:pt x="237667" y="1189639"/>
                      <a:pt x="237667" y="1168551"/>
                    </a:cubicBezTo>
                    <a:cubicBezTo>
                      <a:pt x="216519" y="1168551"/>
                      <a:pt x="196881" y="1168551"/>
                      <a:pt x="175733" y="1168551"/>
                    </a:cubicBezTo>
                    <a:close/>
                    <a:moveTo>
                      <a:pt x="95168" y="1090888"/>
                    </a:moveTo>
                    <a:cubicBezTo>
                      <a:pt x="95168" y="1112490"/>
                      <a:pt x="95168" y="1132548"/>
                      <a:pt x="95168" y="1153636"/>
                    </a:cubicBezTo>
                    <a:cubicBezTo>
                      <a:pt x="116820" y="1153636"/>
                      <a:pt x="135954" y="1153636"/>
                      <a:pt x="157605" y="1153636"/>
                    </a:cubicBezTo>
                    <a:cubicBezTo>
                      <a:pt x="157605" y="1132548"/>
                      <a:pt x="157605" y="1113004"/>
                      <a:pt x="157605" y="1090888"/>
                    </a:cubicBezTo>
                    <a:cubicBezTo>
                      <a:pt x="135954" y="1090888"/>
                      <a:pt x="115309" y="1090888"/>
                      <a:pt x="95168" y="1090888"/>
                    </a:cubicBezTo>
                    <a:close/>
                    <a:moveTo>
                      <a:pt x="15106" y="1090888"/>
                    </a:moveTo>
                    <a:cubicBezTo>
                      <a:pt x="15106" y="1112490"/>
                      <a:pt x="15106" y="1132548"/>
                      <a:pt x="15106" y="1153636"/>
                    </a:cubicBezTo>
                    <a:cubicBezTo>
                      <a:pt x="36758" y="1153636"/>
                      <a:pt x="56396" y="1153636"/>
                      <a:pt x="77544" y="1153636"/>
                    </a:cubicBezTo>
                    <a:cubicBezTo>
                      <a:pt x="77544" y="1132548"/>
                      <a:pt x="77544" y="1112490"/>
                      <a:pt x="77544" y="1090888"/>
                    </a:cubicBezTo>
                    <a:cubicBezTo>
                      <a:pt x="55389" y="1090888"/>
                      <a:pt x="34744" y="1090888"/>
                      <a:pt x="15106" y="1090888"/>
                    </a:cubicBezTo>
                    <a:close/>
                    <a:moveTo>
                      <a:pt x="95671" y="1009110"/>
                    </a:moveTo>
                    <a:cubicBezTo>
                      <a:pt x="95671" y="1031225"/>
                      <a:pt x="95671" y="1051798"/>
                      <a:pt x="95671" y="1072886"/>
                    </a:cubicBezTo>
                    <a:cubicBezTo>
                      <a:pt x="116820" y="1072886"/>
                      <a:pt x="135954" y="1072886"/>
                      <a:pt x="157605" y="1072886"/>
                    </a:cubicBezTo>
                    <a:cubicBezTo>
                      <a:pt x="157605" y="1050256"/>
                      <a:pt x="157605" y="1029683"/>
                      <a:pt x="157605" y="1009110"/>
                    </a:cubicBezTo>
                    <a:cubicBezTo>
                      <a:pt x="135450" y="1009110"/>
                      <a:pt x="115813" y="1009110"/>
                      <a:pt x="95671" y="1009110"/>
                    </a:cubicBezTo>
                    <a:close/>
                    <a:moveTo>
                      <a:pt x="175733" y="1008595"/>
                    </a:moveTo>
                    <a:cubicBezTo>
                      <a:pt x="175733" y="1030197"/>
                      <a:pt x="175733" y="1050770"/>
                      <a:pt x="175733" y="1072371"/>
                    </a:cubicBezTo>
                    <a:cubicBezTo>
                      <a:pt x="197385" y="1072371"/>
                      <a:pt x="217022" y="1072371"/>
                      <a:pt x="238674" y="1072371"/>
                    </a:cubicBezTo>
                    <a:cubicBezTo>
                      <a:pt x="238674" y="1050770"/>
                      <a:pt x="238674" y="1029683"/>
                      <a:pt x="238674" y="1008595"/>
                    </a:cubicBezTo>
                    <a:cubicBezTo>
                      <a:pt x="216519" y="1008595"/>
                      <a:pt x="196881" y="1008595"/>
                      <a:pt x="175733" y="1008595"/>
                    </a:cubicBezTo>
                    <a:close/>
                    <a:moveTo>
                      <a:pt x="175733" y="929389"/>
                    </a:moveTo>
                    <a:cubicBezTo>
                      <a:pt x="175733" y="951505"/>
                      <a:pt x="175733" y="972078"/>
                      <a:pt x="175733" y="992651"/>
                    </a:cubicBezTo>
                    <a:cubicBezTo>
                      <a:pt x="197888" y="992651"/>
                      <a:pt x="218029" y="992651"/>
                      <a:pt x="239178" y="992651"/>
                    </a:cubicBezTo>
                    <a:cubicBezTo>
                      <a:pt x="239178" y="970535"/>
                      <a:pt x="239178" y="950990"/>
                      <a:pt x="239178" y="929389"/>
                    </a:cubicBezTo>
                    <a:cubicBezTo>
                      <a:pt x="218029" y="929389"/>
                      <a:pt x="196881" y="929389"/>
                      <a:pt x="175733" y="929389"/>
                    </a:cubicBezTo>
                    <a:close/>
                    <a:moveTo>
                      <a:pt x="95671" y="928875"/>
                    </a:moveTo>
                    <a:cubicBezTo>
                      <a:pt x="95671" y="951505"/>
                      <a:pt x="95671" y="972593"/>
                      <a:pt x="95671" y="993680"/>
                    </a:cubicBezTo>
                    <a:cubicBezTo>
                      <a:pt x="116820" y="993680"/>
                      <a:pt x="135954" y="993680"/>
                      <a:pt x="157605" y="993680"/>
                    </a:cubicBezTo>
                    <a:cubicBezTo>
                      <a:pt x="157605" y="970535"/>
                      <a:pt x="157605" y="949448"/>
                      <a:pt x="157605" y="928875"/>
                    </a:cubicBezTo>
                    <a:cubicBezTo>
                      <a:pt x="135450" y="928875"/>
                      <a:pt x="115309" y="928875"/>
                      <a:pt x="95671" y="928875"/>
                    </a:cubicBezTo>
                    <a:close/>
                    <a:moveTo>
                      <a:pt x="14602" y="928875"/>
                    </a:moveTo>
                    <a:cubicBezTo>
                      <a:pt x="14602" y="951505"/>
                      <a:pt x="14602" y="971563"/>
                      <a:pt x="14602" y="992651"/>
                    </a:cubicBezTo>
                    <a:cubicBezTo>
                      <a:pt x="36255" y="992651"/>
                      <a:pt x="56396" y="992651"/>
                      <a:pt x="77544" y="992651"/>
                    </a:cubicBezTo>
                    <a:cubicBezTo>
                      <a:pt x="77544" y="970021"/>
                      <a:pt x="77544" y="949448"/>
                      <a:pt x="77544" y="928875"/>
                    </a:cubicBezTo>
                    <a:cubicBezTo>
                      <a:pt x="55389" y="928875"/>
                      <a:pt x="35247" y="928875"/>
                      <a:pt x="14602" y="928875"/>
                    </a:cubicBezTo>
                    <a:close/>
                    <a:moveTo>
                      <a:pt x="175229" y="849668"/>
                    </a:moveTo>
                    <a:cubicBezTo>
                      <a:pt x="175229" y="871784"/>
                      <a:pt x="175229" y="891843"/>
                      <a:pt x="175229" y="912930"/>
                    </a:cubicBezTo>
                    <a:cubicBezTo>
                      <a:pt x="196881" y="912930"/>
                      <a:pt x="217022" y="912930"/>
                      <a:pt x="238171" y="912930"/>
                    </a:cubicBezTo>
                    <a:cubicBezTo>
                      <a:pt x="238171" y="891328"/>
                      <a:pt x="238171" y="870241"/>
                      <a:pt x="238171" y="849668"/>
                    </a:cubicBezTo>
                    <a:cubicBezTo>
                      <a:pt x="216015" y="849668"/>
                      <a:pt x="195874" y="849668"/>
                      <a:pt x="175229" y="849668"/>
                    </a:cubicBezTo>
                    <a:close/>
                    <a:moveTo>
                      <a:pt x="94664" y="767890"/>
                    </a:moveTo>
                    <a:cubicBezTo>
                      <a:pt x="94664" y="789492"/>
                      <a:pt x="94664" y="809551"/>
                      <a:pt x="94664" y="831152"/>
                    </a:cubicBezTo>
                    <a:cubicBezTo>
                      <a:pt x="116316" y="831152"/>
                      <a:pt x="136457" y="831152"/>
                      <a:pt x="157605" y="831152"/>
                    </a:cubicBezTo>
                    <a:cubicBezTo>
                      <a:pt x="157605" y="809036"/>
                      <a:pt x="157605" y="788463"/>
                      <a:pt x="157605" y="767890"/>
                    </a:cubicBezTo>
                    <a:cubicBezTo>
                      <a:pt x="135450" y="767890"/>
                      <a:pt x="115813" y="767890"/>
                      <a:pt x="94664" y="767890"/>
                    </a:cubicBezTo>
                    <a:close/>
                    <a:moveTo>
                      <a:pt x="15106" y="767890"/>
                    </a:moveTo>
                    <a:cubicBezTo>
                      <a:pt x="15106" y="790006"/>
                      <a:pt x="15106" y="810579"/>
                      <a:pt x="15106" y="831152"/>
                    </a:cubicBezTo>
                    <a:cubicBezTo>
                      <a:pt x="37262" y="831152"/>
                      <a:pt x="56899" y="831152"/>
                      <a:pt x="77040" y="831152"/>
                    </a:cubicBezTo>
                    <a:cubicBezTo>
                      <a:pt x="77040" y="809036"/>
                      <a:pt x="77040" y="788463"/>
                      <a:pt x="77040" y="767890"/>
                    </a:cubicBezTo>
                    <a:cubicBezTo>
                      <a:pt x="54885" y="767890"/>
                      <a:pt x="35247" y="767890"/>
                      <a:pt x="15106" y="767890"/>
                    </a:cubicBezTo>
                    <a:close/>
                    <a:moveTo>
                      <a:pt x="175229" y="767376"/>
                    </a:moveTo>
                    <a:cubicBezTo>
                      <a:pt x="175229" y="788978"/>
                      <a:pt x="175229" y="810065"/>
                      <a:pt x="175229" y="831667"/>
                    </a:cubicBezTo>
                    <a:cubicBezTo>
                      <a:pt x="196881" y="831667"/>
                      <a:pt x="217022" y="831667"/>
                      <a:pt x="238171" y="831667"/>
                    </a:cubicBezTo>
                    <a:cubicBezTo>
                      <a:pt x="238171" y="809551"/>
                      <a:pt x="238171" y="788978"/>
                      <a:pt x="238171" y="767376"/>
                    </a:cubicBezTo>
                    <a:cubicBezTo>
                      <a:pt x="216519" y="767376"/>
                      <a:pt x="196881" y="767376"/>
                      <a:pt x="175229" y="767376"/>
                    </a:cubicBezTo>
                    <a:close/>
                    <a:moveTo>
                      <a:pt x="175229" y="689712"/>
                    </a:moveTo>
                    <a:cubicBezTo>
                      <a:pt x="175229" y="711829"/>
                      <a:pt x="175229" y="731887"/>
                      <a:pt x="175229" y="752975"/>
                    </a:cubicBezTo>
                    <a:cubicBezTo>
                      <a:pt x="196378" y="752975"/>
                      <a:pt x="216519" y="752975"/>
                      <a:pt x="238171" y="752975"/>
                    </a:cubicBezTo>
                    <a:cubicBezTo>
                      <a:pt x="238171" y="730344"/>
                      <a:pt x="238171" y="709771"/>
                      <a:pt x="238171" y="689712"/>
                    </a:cubicBezTo>
                    <a:cubicBezTo>
                      <a:pt x="216015" y="689712"/>
                      <a:pt x="195371" y="689712"/>
                      <a:pt x="175229" y="689712"/>
                    </a:cubicBezTo>
                    <a:close/>
                    <a:moveTo>
                      <a:pt x="14602" y="689198"/>
                    </a:moveTo>
                    <a:cubicBezTo>
                      <a:pt x="14602" y="711314"/>
                      <a:pt x="14602" y="732402"/>
                      <a:pt x="14602" y="752460"/>
                    </a:cubicBezTo>
                    <a:cubicBezTo>
                      <a:pt x="36758" y="752460"/>
                      <a:pt x="56899" y="752460"/>
                      <a:pt x="78048" y="752460"/>
                    </a:cubicBezTo>
                    <a:cubicBezTo>
                      <a:pt x="78048" y="730344"/>
                      <a:pt x="78048" y="710285"/>
                      <a:pt x="78048" y="689198"/>
                    </a:cubicBezTo>
                    <a:cubicBezTo>
                      <a:pt x="56396" y="689198"/>
                      <a:pt x="35751" y="689198"/>
                      <a:pt x="14602" y="689198"/>
                    </a:cubicBezTo>
                    <a:close/>
                    <a:moveTo>
                      <a:pt x="14099" y="608449"/>
                    </a:moveTo>
                    <a:cubicBezTo>
                      <a:pt x="14099" y="630050"/>
                      <a:pt x="14099" y="650109"/>
                      <a:pt x="14099" y="671711"/>
                    </a:cubicBezTo>
                    <a:cubicBezTo>
                      <a:pt x="35751" y="671711"/>
                      <a:pt x="56396" y="671711"/>
                      <a:pt x="78048" y="671711"/>
                    </a:cubicBezTo>
                    <a:cubicBezTo>
                      <a:pt x="78048" y="650109"/>
                      <a:pt x="78048" y="630050"/>
                      <a:pt x="78048" y="608449"/>
                    </a:cubicBezTo>
                    <a:cubicBezTo>
                      <a:pt x="55389" y="608449"/>
                      <a:pt x="35247" y="608449"/>
                      <a:pt x="14099" y="608449"/>
                    </a:cubicBezTo>
                    <a:close/>
                    <a:moveTo>
                      <a:pt x="95168" y="607935"/>
                    </a:moveTo>
                    <a:cubicBezTo>
                      <a:pt x="95168" y="630565"/>
                      <a:pt x="95168" y="651138"/>
                      <a:pt x="95168" y="672226"/>
                    </a:cubicBezTo>
                    <a:cubicBezTo>
                      <a:pt x="116820" y="672226"/>
                      <a:pt x="136961" y="672226"/>
                      <a:pt x="158109" y="672226"/>
                    </a:cubicBezTo>
                    <a:cubicBezTo>
                      <a:pt x="158109" y="650109"/>
                      <a:pt x="158109" y="629536"/>
                      <a:pt x="158109" y="607935"/>
                    </a:cubicBezTo>
                    <a:cubicBezTo>
                      <a:pt x="136961" y="607935"/>
                      <a:pt x="116820" y="607935"/>
                      <a:pt x="95168" y="607935"/>
                    </a:cubicBezTo>
                    <a:close/>
                    <a:moveTo>
                      <a:pt x="175229" y="528728"/>
                    </a:moveTo>
                    <a:cubicBezTo>
                      <a:pt x="175229" y="550844"/>
                      <a:pt x="175229" y="571417"/>
                      <a:pt x="175229" y="592505"/>
                    </a:cubicBezTo>
                    <a:cubicBezTo>
                      <a:pt x="196378" y="592505"/>
                      <a:pt x="216519" y="592505"/>
                      <a:pt x="239178" y="592505"/>
                    </a:cubicBezTo>
                    <a:cubicBezTo>
                      <a:pt x="239178" y="570388"/>
                      <a:pt x="239178" y="550330"/>
                      <a:pt x="239178" y="528728"/>
                    </a:cubicBezTo>
                    <a:cubicBezTo>
                      <a:pt x="217526" y="528728"/>
                      <a:pt x="196378" y="528728"/>
                      <a:pt x="175229" y="528728"/>
                    </a:cubicBezTo>
                    <a:close/>
                    <a:moveTo>
                      <a:pt x="95168" y="528214"/>
                    </a:moveTo>
                    <a:cubicBezTo>
                      <a:pt x="95168" y="550844"/>
                      <a:pt x="95168" y="571417"/>
                      <a:pt x="95168" y="593019"/>
                    </a:cubicBezTo>
                    <a:cubicBezTo>
                      <a:pt x="116820" y="593019"/>
                      <a:pt x="136457" y="593019"/>
                      <a:pt x="158613" y="593019"/>
                    </a:cubicBezTo>
                    <a:cubicBezTo>
                      <a:pt x="158613" y="569874"/>
                      <a:pt x="158613" y="549815"/>
                      <a:pt x="158613" y="528214"/>
                    </a:cubicBezTo>
                    <a:cubicBezTo>
                      <a:pt x="136457" y="528214"/>
                      <a:pt x="115813" y="528214"/>
                      <a:pt x="95168" y="528214"/>
                    </a:cubicBezTo>
                    <a:close/>
                    <a:moveTo>
                      <a:pt x="15106" y="528214"/>
                    </a:moveTo>
                    <a:cubicBezTo>
                      <a:pt x="15106" y="551873"/>
                      <a:pt x="15106" y="572446"/>
                      <a:pt x="15106" y="593019"/>
                    </a:cubicBezTo>
                    <a:cubicBezTo>
                      <a:pt x="37262" y="593019"/>
                      <a:pt x="56899" y="593019"/>
                      <a:pt x="78048" y="593019"/>
                    </a:cubicBezTo>
                    <a:cubicBezTo>
                      <a:pt x="78048" y="570903"/>
                      <a:pt x="78048" y="550330"/>
                      <a:pt x="78048" y="528214"/>
                    </a:cubicBezTo>
                    <a:cubicBezTo>
                      <a:pt x="56396" y="528214"/>
                      <a:pt x="36255" y="528214"/>
                      <a:pt x="15106" y="528214"/>
                    </a:cubicBezTo>
                    <a:close/>
                    <a:moveTo>
                      <a:pt x="14602" y="449007"/>
                    </a:moveTo>
                    <a:cubicBezTo>
                      <a:pt x="14602" y="471124"/>
                      <a:pt x="14602" y="491182"/>
                      <a:pt x="14602" y="512270"/>
                    </a:cubicBezTo>
                    <a:cubicBezTo>
                      <a:pt x="35751" y="512270"/>
                      <a:pt x="55389" y="512270"/>
                      <a:pt x="77544" y="512270"/>
                    </a:cubicBezTo>
                    <a:cubicBezTo>
                      <a:pt x="77544" y="489125"/>
                      <a:pt x="77544" y="468552"/>
                      <a:pt x="77544" y="449007"/>
                    </a:cubicBezTo>
                    <a:cubicBezTo>
                      <a:pt x="54885" y="449007"/>
                      <a:pt x="34744" y="449007"/>
                      <a:pt x="14602" y="449007"/>
                    </a:cubicBezTo>
                    <a:close/>
                    <a:moveTo>
                      <a:pt x="94664" y="447979"/>
                    </a:moveTo>
                    <a:cubicBezTo>
                      <a:pt x="94664" y="469580"/>
                      <a:pt x="94664" y="490153"/>
                      <a:pt x="94664" y="512270"/>
                    </a:cubicBezTo>
                    <a:cubicBezTo>
                      <a:pt x="116316" y="512270"/>
                      <a:pt x="136457" y="512270"/>
                      <a:pt x="158613" y="512270"/>
                    </a:cubicBezTo>
                    <a:cubicBezTo>
                      <a:pt x="158613" y="489639"/>
                      <a:pt x="158613" y="469580"/>
                      <a:pt x="158613" y="447979"/>
                    </a:cubicBezTo>
                    <a:cubicBezTo>
                      <a:pt x="136961" y="447979"/>
                      <a:pt x="116316" y="447979"/>
                      <a:pt x="94664" y="447979"/>
                    </a:cubicBezTo>
                    <a:close/>
                    <a:moveTo>
                      <a:pt x="174726" y="368258"/>
                    </a:moveTo>
                    <a:cubicBezTo>
                      <a:pt x="174726" y="389346"/>
                      <a:pt x="174726" y="409404"/>
                      <a:pt x="174726" y="431006"/>
                    </a:cubicBezTo>
                    <a:cubicBezTo>
                      <a:pt x="196378" y="431006"/>
                      <a:pt x="217526" y="431006"/>
                      <a:pt x="239178" y="431006"/>
                    </a:cubicBezTo>
                    <a:cubicBezTo>
                      <a:pt x="239178" y="409919"/>
                      <a:pt x="239178" y="390374"/>
                      <a:pt x="239178" y="368258"/>
                    </a:cubicBezTo>
                    <a:cubicBezTo>
                      <a:pt x="217526" y="368258"/>
                      <a:pt x="196881" y="368258"/>
                      <a:pt x="174726" y="368258"/>
                    </a:cubicBezTo>
                    <a:close/>
                    <a:moveTo>
                      <a:pt x="95168" y="367744"/>
                    </a:moveTo>
                    <a:cubicBezTo>
                      <a:pt x="95168" y="389860"/>
                      <a:pt x="95168" y="410947"/>
                      <a:pt x="95168" y="431520"/>
                    </a:cubicBezTo>
                    <a:cubicBezTo>
                      <a:pt x="117323" y="431520"/>
                      <a:pt x="137968" y="431520"/>
                      <a:pt x="158613" y="431520"/>
                    </a:cubicBezTo>
                    <a:cubicBezTo>
                      <a:pt x="158613" y="409404"/>
                      <a:pt x="158613" y="389346"/>
                      <a:pt x="158613" y="367744"/>
                    </a:cubicBezTo>
                    <a:cubicBezTo>
                      <a:pt x="135954" y="367744"/>
                      <a:pt x="115813" y="367744"/>
                      <a:pt x="95168" y="367744"/>
                    </a:cubicBezTo>
                    <a:close/>
                    <a:moveTo>
                      <a:pt x="0" y="350771"/>
                    </a:moveTo>
                    <a:cubicBezTo>
                      <a:pt x="83083" y="350771"/>
                      <a:pt x="166669" y="350771"/>
                      <a:pt x="252270" y="350771"/>
                    </a:cubicBezTo>
                    <a:cubicBezTo>
                      <a:pt x="252270" y="765319"/>
                      <a:pt x="252270" y="1180380"/>
                      <a:pt x="252270" y="1597499"/>
                    </a:cubicBezTo>
                    <a:cubicBezTo>
                      <a:pt x="167173" y="1597499"/>
                      <a:pt x="84594" y="1597499"/>
                      <a:pt x="0" y="1597499"/>
                    </a:cubicBezTo>
                    <a:cubicBezTo>
                      <a:pt x="0" y="1181923"/>
                      <a:pt x="0" y="767376"/>
                      <a:pt x="0" y="350771"/>
                    </a:cubicBezTo>
                    <a:close/>
                    <a:moveTo>
                      <a:pt x="134947" y="273107"/>
                    </a:moveTo>
                    <a:cubicBezTo>
                      <a:pt x="134947" y="290080"/>
                      <a:pt x="134947" y="306024"/>
                      <a:pt x="134947" y="321969"/>
                    </a:cubicBezTo>
                    <a:cubicBezTo>
                      <a:pt x="170194" y="321969"/>
                      <a:pt x="203931" y="321969"/>
                      <a:pt x="238674" y="321969"/>
                    </a:cubicBezTo>
                    <a:cubicBezTo>
                      <a:pt x="238674" y="304482"/>
                      <a:pt x="238674" y="289566"/>
                      <a:pt x="238674" y="273107"/>
                    </a:cubicBezTo>
                    <a:cubicBezTo>
                      <a:pt x="202420" y="273107"/>
                      <a:pt x="169691" y="273107"/>
                      <a:pt x="134947" y="273107"/>
                    </a:cubicBezTo>
                    <a:close/>
                    <a:moveTo>
                      <a:pt x="14099" y="271564"/>
                    </a:moveTo>
                    <a:cubicBezTo>
                      <a:pt x="14099" y="290080"/>
                      <a:pt x="14099" y="304996"/>
                      <a:pt x="14099" y="321969"/>
                    </a:cubicBezTo>
                    <a:cubicBezTo>
                      <a:pt x="50353" y="321969"/>
                      <a:pt x="83587" y="321969"/>
                      <a:pt x="117827" y="321969"/>
                    </a:cubicBezTo>
                    <a:cubicBezTo>
                      <a:pt x="117827" y="304996"/>
                      <a:pt x="117827" y="289052"/>
                      <a:pt x="117827" y="271564"/>
                    </a:cubicBezTo>
                    <a:cubicBezTo>
                      <a:pt x="99700" y="271564"/>
                      <a:pt x="83083" y="271564"/>
                      <a:pt x="66466" y="271564"/>
                    </a:cubicBezTo>
                    <a:cubicBezTo>
                      <a:pt x="49346" y="271564"/>
                      <a:pt x="32226" y="271564"/>
                      <a:pt x="14099" y="271564"/>
                    </a:cubicBezTo>
                    <a:close/>
                    <a:moveTo>
                      <a:pt x="49346" y="209331"/>
                    </a:moveTo>
                    <a:cubicBezTo>
                      <a:pt x="11581" y="209331"/>
                      <a:pt x="6043" y="217045"/>
                      <a:pt x="17120" y="255106"/>
                    </a:cubicBezTo>
                    <a:cubicBezTo>
                      <a:pt x="90132" y="255106"/>
                      <a:pt x="163145" y="255106"/>
                      <a:pt x="237164" y="255106"/>
                    </a:cubicBezTo>
                    <a:cubicBezTo>
                      <a:pt x="243710" y="212417"/>
                      <a:pt x="241192" y="209331"/>
                      <a:pt x="202923" y="209331"/>
                    </a:cubicBezTo>
                    <a:cubicBezTo>
                      <a:pt x="151563" y="209331"/>
                      <a:pt x="100707" y="209331"/>
                      <a:pt x="49346" y="209331"/>
                    </a:cubicBezTo>
                    <a:close/>
                    <a:moveTo>
                      <a:pt x="0" y="190815"/>
                    </a:moveTo>
                    <a:cubicBezTo>
                      <a:pt x="84594" y="190815"/>
                      <a:pt x="167676" y="190815"/>
                      <a:pt x="252773" y="190815"/>
                    </a:cubicBezTo>
                    <a:cubicBezTo>
                      <a:pt x="252773" y="240704"/>
                      <a:pt x="252773" y="290080"/>
                      <a:pt x="252773" y="340484"/>
                    </a:cubicBezTo>
                    <a:cubicBezTo>
                      <a:pt x="168180" y="340484"/>
                      <a:pt x="84594" y="340484"/>
                      <a:pt x="0" y="340484"/>
                    </a:cubicBezTo>
                    <a:cubicBezTo>
                      <a:pt x="0" y="290594"/>
                      <a:pt x="0" y="241219"/>
                      <a:pt x="0" y="190815"/>
                    </a:cubicBezTo>
                    <a:close/>
                    <a:moveTo>
                      <a:pt x="31723" y="0"/>
                    </a:moveTo>
                    <a:cubicBezTo>
                      <a:pt x="31723" y="39603"/>
                      <a:pt x="31723" y="78691"/>
                      <a:pt x="31723" y="120867"/>
                    </a:cubicBezTo>
                    <a:cubicBezTo>
                      <a:pt x="55892" y="120867"/>
                      <a:pt x="74523" y="120867"/>
                      <a:pt x="95168" y="120867"/>
                    </a:cubicBezTo>
                    <a:cubicBezTo>
                      <a:pt x="95168" y="142468"/>
                      <a:pt x="95168" y="162013"/>
                      <a:pt x="95168" y="183100"/>
                    </a:cubicBezTo>
                    <a:cubicBezTo>
                      <a:pt x="66467" y="183100"/>
                      <a:pt x="40786" y="183100"/>
                      <a:pt x="11078" y="183100"/>
                    </a:cubicBezTo>
                    <a:cubicBezTo>
                      <a:pt x="15610" y="121381"/>
                      <a:pt x="20142" y="61205"/>
                      <a:pt x="24170" y="514"/>
                    </a:cubicBezTo>
                    <a:cubicBezTo>
                      <a:pt x="26688" y="514"/>
                      <a:pt x="29205" y="514"/>
                      <a:pt x="3172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" name="Freeform: Shape 17"/>
              <p:cNvSpPr/>
              <p:nvPr/>
            </p:nvSpPr>
            <p:spPr>
              <a:xfrm>
                <a:off x="4797295" y="2666418"/>
                <a:ext cx="300411" cy="1590168"/>
              </a:xfrm>
              <a:custGeom>
                <a:avLst/>
                <a:gdLst>
                  <a:gd name="connsiteX0" fmla="*/ 99275 w 306851"/>
                  <a:gd name="connsiteY0" fmla="*/ 971161 h 1218693"/>
                  <a:gd name="connsiteX1" fmla="*/ 99275 w 306851"/>
                  <a:gd name="connsiteY1" fmla="*/ 1025454 h 1218693"/>
                  <a:gd name="connsiteX2" fmla="*/ 207576 w 306851"/>
                  <a:gd name="connsiteY2" fmla="*/ 1025454 h 1218693"/>
                  <a:gd name="connsiteX3" fmla="*/ 207576 w 306851"/>
                  <a:gd name="connsiteY3" fmla="*/ 971161 h 1218693"/>
                  <a:gd name="connsiteX4" fmla="*/ 99275 w 306851"/>
                  <a:gd name="connsiteY4" fmla="*/ 849179 h 1218693"/>
                  <a:gd name="connsiteX5" fmla="*/ 99275 w 306851"/>
                  <a:gd name="connsiteY5" fmla="*/ 903472 h 1218693"/>
                  <a:gd name="connsiteX6" fmla="*/ 207576 w 306851"/>
                  <a:gd name="connsiteY6" fmla="*/ 903472 h 1218693"/>
                  <a:gd name="connsiteX7" fmla="*/ 207576 w 306851"/>
                  <a:gd name="connsiteY7" fmla="*/ 849179 h 1218693"/>
                  <a:gd name="connsiteX8" fmla="*/ 99275 w 306851"/>
                  <a:gd name="connsiteY8" fmla="*/ 727198 h 1218693"/>
                  <a:gd name="connsiteX9" fmla="*/ 99275 w 306851"/>
                  <a:gd name="connsiteY9" fmla="*/ 781490 h 1218693"/>
                  <a:gd name="connsiteX10" fmla="*/ 207576 w 306851"/>
                  <a:gd name="connsiteY10" fmla="*/ 781490 h 1218693"/>
                  <a:gd name="connsiteX11" fmla="*/ 207576 w 306851"/>
                  <a:gd name="connsiteY11" fmla="*/ 727198 h 1218693"/>
                  <a:gd name="connsiteX12" fmla="*/ 99275 w 306851"/>
                  <a:gd name="connsiteY12" fmla="*/ 605216 h 1218693"/>
                  <a:gd name="connsiteX13" fmla="*/ 99275 w 306851"/>
                  <a:gd name="connsiteY13" fmla="*/ 659508 h 1218693"/>
                  <a:gd name="connsiteX14" fmla="*/ 207576 w 306851"/>
                  <a:gd name="connsiteY14" fmla="*/ 659508 h 1218693"/>
                  <a:gd name="connsiteX15" fmla="*/ 207576 w 306851"/>
                  <a:gd name="connsiteY15" fmla="*/ 605216 h 1218693"/>
                  <a:gd name="connsiteX16" fmla="*/ 99275 w 306851"/>
                  <a:gd name="connsiteY16" fmla="*/ 483234 h 1218693"/>
                  <a:gd name="connsiteX17" fmla="*/ 99275 w 306851"/>
                  <a:gd name="connsiteY17" fmla="*/ 537526 h 1218693"/>
                  <a:gd name="connsiteX18" fmla="*/ 207576 w 306851"/>
                  <a:gd name="connsiteY18" fmla="*/ 537526 h 1218693"/>
                  <a:gd name="connsiteX19" fmla="*/ 207576 w 306851"/>
                  <a:gd name="connsiteY19" fmla="*/ 483234 h 1218693"/>
                  <a:gd name="connsiteX20" fmla="*/ 99275 w 306851"/>
                  <a:gd name="connsiteY20" fmla="*/ 361252 h 1218693"/>
                  <a:gd name="connsiteX21" fmla="*/ 99275 w 306851"/>
                  <a:gd name="connsiteY21" fmla="*/ 415544 h 1218693"/>
                  <a:gd name="connsiteX22" fmla="*/ 207576 w 306851"/>
                  <a:gd name="connsiteY22" fmla="*/ 415544 h 1218693"/>
                  <a:gd name="connsiteX23" fmla="*/ 207576 w 306851"/>
                  <a:gd name="connsiteY23" fmla="*/ 361252 h 1218693"/>
                  <a:gd name="connsiteX24" fmla="*/ 99275 w 306851"/>
                  <a:gd name="connsiteY24" fmla="*/ 239270 h 1218693"/>
                  <a:gd name="connsiteX25" fmla="*/ 99275 w 306851"/>
                  <a:gd name="connsiteY25" fmla="*/ 293563 h 1218693"/>
                  <a:gd name="connsiteX26" fmla="*/ 207576 w 306851"/>
                  <a:gd name="connsiteY26" fmla="*/ 293563 h 1218693"/>
                  <a:gd name="connsiteX27" fmla="*/ 207576 w 306851"/>
                  <a:gd name="connsiteY27" fmla="*/ 239270 h 1218693"/>
                  <a:gd name="connsiteX28" fmla="*/ 99275 w 306851"/>
                  <a:gd name="connsiteY28" fmla="*/ 117288 h 1218693"/>
                  <a:gd name="connsiteX29" fmla="*/ 99275 w 306851"/>
                  <a:gd name="connsiteY29" fmla="*/ 171581 h 1218693"/>
                  <a:gd name="connsiteX30" fmla="*/ 207576 w 306851"/>
                  <a:gd name="connsiteY30" fmla="*/ 171581 h 1218693"/>
                  <a:gd name="connsiteX31" fmla="*/ 207576 w 306851"/>
                  <a:gd name="connsiteY31" fmla="*/ 117288 h 1218693"/>
                  <a:gd name="connsiteX32" fmla="*/ 0 w 306851"/>
                  <a:gd name="connsiteY32" fmla="*/ 0 h 1218693"/>
                  <a:gd name="connsiteX33" fmla="*/ 306851 w 306851"/>
                  <a:gd name="connsiteY33" fmla="*/ 0 h 1218693"/>
                  <a:gd name="connsiteX34" fmla="*/ 306851 w 306851"/>
                  <a:gd name="connsiteY34" fmla="*/ 1218693 h 1218693"/>
                  <a:gd name="connsiteX35" fmla="*/ 0 w 306851"/>
                  <a:gd name="connsiteY35" fmla="*/ 1218693 h 1218693"/>
                  <a:gd name="connsiteX0-1" fmla="*/ 99275 w 306851"/>
                  <a:gd name="connsiteY0-2" fmla="*/ 1342636 h 1590168"/>
                  <a:gd name="connsiteX1-3" fmla="*/ 99275 w 306851"/>
                  <a:gd name="connsiteY1-4" fmla="*/ 1396929 h 1590168"/>
                  <a:gd name="connsiteX2-5" fmla="*/ 207576 w 306851"/>
                  <a:gd name="connsiteY2-6" fmla="*/ 1396929 h 1590168"/>
                  <a:gd name="connsiteX3-7" fmla="*/ 207576 w 306851"/>
                  <a:gd name="connsiteY3-8" fmla="*/ 1342636 h 1590168"/>
                  <a:gd name="connsiteX4-9" fmla="*/ 99275 w 306851"/>
                  <a:gd name="connsiteY4-10" fmla="*/ 1342636 h 1590168"/>
                  <a:gd name="connsiteX5-11" fmla="*/ 99275 w 306851"/>
                  <a:gd name="connsiteY5-12" fmla="*/ 1220654 h 1590168"/>
                  <a:gd name="connsiteX6-13" fmla="*/ 99275 w 306851"/>
                  <a:gd name="connsiteY6-14" fmla="*/ 1274947 h 1590168"/>
                  <a:gd name="connsiteX7-15" fmla="*/ 207576 w 306851"/>
                  <a:gd name="connsiteY7-16" fmla="*/ 1274947 h 1590168"/>
                  <a:gd name="connsiteX8-17" fmla="*/ 207576 w 306851"/>
                  <a:gd name="connsiteY8-18" fmla="*/ 1220654 h 1590168"/>
                  <a:gd name="connsiteX9-19" fmla="*/ 99275 w 306851"/>
                  <a:gd name="connsiteY9-20" fmla="*/ 1220654 h 1590168"/>
                  <a:gd name="connsiteX10-21" fmla="*/ 99275 w 306851"/>
                  <a:gd name="connsiteY10-22" fmla="*/ 1098673 h 1590168"/>
                  <a:gd name="connsiteX11-23" fmla="*/ 99275 w 306851"/>
                  <a:gd name="connsiteY11-24" fmla="*/ 1152965 h 1590168"/>
                  <a:gd name="connsiteX12-25" fmla="*/ 207576 w 306851"/>
                  <a:gd name="connsiteY12-26" fmla="*/ 1152965 h 1590168"/>
                  <a:gd name="connsiteX13-27" fmla="*/ 207576 w 306851"/>
                  <a:gd name="connsiteY13-28" fmla="*/ 1098673 h 1590168"/>
                  <a:gd name="connsiteX14-29" fmla="*/ 99275 w 306851"/>
                  <a:gd name="connsiteY14-30" fmla="*/ 1098673 h 1590168"/>
                  <a:gd name="connsiteX15-31" fmla="*/ 99275 w 306851"/>
                  <a:gd name="connsiteY15-32" fmla="*/ 976691 h 1590168"/>
                  <a:gd name="connsiteX16-33" fmla="*/ 99275 w 306851"/>
                  <a:gd name="connsiteY16-34" fmla="*/ 1030983 h 1590168"/>
                  <a:gd name="connsiteX17-35" fmla="*/ 207576 w 306851"/>
                  <a:gd name="connsiteY17-36" fmla="*/ 1030983 h 1590168"/>
                  <a:gd name="connsiteX18-37" fmla="*/ 207576 w 306851"/>
                  <a:gd name="connsiteY18-38" fmla="*/ 976691 h 1590168"/>
                  <a:gd name="connsiteX19-39" fmla="*/ 99275 w 306851"/>
                  <a:gd name="connsiteY19-40" fmla="*/ 976691 h 1590168"/>
                  <a:gd name="connsiteX20-41" fmla="*/ 99275 w 306851"/>
                  <a:gd name="connsiteY20-42" fmla="*/ 854709 h 1590168"/>
                  <a:gd name="connsiteX21-43" fmla="*/ 99275 w 306851"/>
                  <a:gd name="connsiteY21-44" fmla="*/ 909001 h 1590168"/>
                  <a:gd name="connsiteX22-45" fmla="*/ 207576 w 306851"/>
                  <a:gd name="connsiteY22-46" fmla="*/ 909001 h 1590168"/>
                  <a:gd name="connsiteX23-47" fmla="*/ 207576 w 306851"/>
                  <a:gd name="connsiteY23-48" fmla="*/ 854709 h 1590168"/>
                  <a:gd name="connsiteX24-49" fmla="*/ 99275 w 306851"/>
                  <a:gd name="connsiteY24-50" fmla="*/ 854709 h 1590168"/>
                  <a:gd name="connsiteX25-51" fmla="*/ 99275 w 306851"/>
                  <a:gd name="connsiteY25-52" fmla="*/ 732727 h 1590168"/>
                  <a:gd name="connsiteX26-53" fmla="*/ 99275 w 306851"/>
                  <a:gd name="connsiteY26-54" fmla="*/ 787019 h 1590168"/>
                  <a:gd name="connsiteX27-55" fmla="*/ 207576 w 306851"/>
                  <a:gd name="connsiteY27-56" fmla="*/ 787019 h 1590168"/>
                  <a:gd name="connsiteX28-57" fmla="*/ 207576 w 306851"/>
                  <a:gd name="connsiteY28-58" fmla="*/ 732727 h 1590168"/>
                  <a:gd name="connsiteX29-59" fmla="*/ 99275 w 306851"/>
                  <a:gd name="connsiteY29-60" fmla="*/ 732727 h 1590168"/>
                  <a:gd name="connsiteX30-61" fmla="*/ 99275 w 306851"/>
                  <a:gd name="connsiteY30-62" fmla="*/ 610745 h 1590168"/>
                  <a:gd name="connsiteX31-63" fmla="*/ 99275 w 306851"/>
                  <a:gd name="connsiteY31-64" fmla="*/ 665038 h 1590168"/>
                  <a:gd name="connsiteX32-65" fmla="*/ 207576 w 306851"/>
                  <a:gd name="connsiteY32-66" fmla="*/ 665038 h 1590168"/>
                  <a:gd name="connsiteX33-67" fmla="*/ 207576 w 306851"/>
                  <a:gd name="connsiteY33-68" fmla="*/ 610745 h 1590168"/>
                  <a:gd name="connsiteX34-69" fmla="*/ 99275 w 306851"/>
                  <a:gd name="connsiteY34-70" fmla="*/ 610745 h 1590168"/>
                  <a:gd name="connsiteX35-71" fmla="*/ 99275 w 306851"/>
                  <a:gd name="connsiteY35-72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9525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9525 w 306851"/>
                  <a:gd name="connsiteY44" fmla="*/ 0 h 1590168"/>
                  <a:gd name="connsiteX0-73" fmla="*/ 99275 w 306851"/>
                  <a:gd name="connsiteY0-74" fmla="*/ 1342636 h 1590168"/>
                  <a:gd name="connsiteX1-75" fmla="*/ 99275 w 306851"/>
                  <a:gd name="connsiteY1-76" fmla="*/ 1396929 h 1590168"/>
                  <a:gd name="connsiteX2-77" fmla="*/ 207576 w 306851"/>
                  <a:gd name="connsiteY2-78" fmla="*/ 1396929 h 1590168"/>
                  <a:gd name="connsiteX3-79" fmla="*/ 207576 w 306851"/>
                  <a:gd name="connsiteY3-80" fmla="*/ 1342636 h 1590168"/>
                  <a:gd name="connsiteX4-81" fmla="*/ 99275 w 306851"/>
                  <a:gd name="connsiteY4-82" fmla="*/ 1342636 h 1590168"/>
                  <a:gd name="connsiteX5-83" fmla="*/ 99275 w 306851"/>
                  <a:gd name="connsiteY5-84" fmla="*/ 1220654 h 1590168"/>
                  <a:gd name="connsiteX6-85" fmla="*/ 99275 w 306851"/>
                  <a:gd name="connsiteY6-86" fmla="*/ 1274947 h 1590168"/>
                  <a:gd name="connsiteX7-87" fmla="*/ 207576 w 306851"/>
                  <a:gd name="connsiteY7-88" fmla="*/ 1274947 h 1590168"/>
                  <a:gd name="connsiteX8-89" fmla="*/ 207576 w 306851"/>
                  <a:gd name="connsiteY8-90" fmla="*/ 1220654 h 1590168"/>
                  <a:gd name="connsiteX9-91" fmla="*/ 99275 w 306851"/>
                  <a:gd name="connsiteY9-92" fmla="*/ 1220654 h 1590168"/>
                  <a:gd name="connsiteX10-93" fmla="*/ 99275 w 306851"/>
                  <a:gd name="connsiteY10-94" fmla="*/ 1098673 h 1590168"/>
                  <a:gd name="connsiteX11-95" fmla="*/ 99275 w 306851"/>
                  <a:gd name="connsiteY11-96" fmla="*/ 1152965 h 1590168"/>
                  <a:gd name="connsiteX12-97" fmla="*/ 207576 w 306851"/>
                  <a:gd name="connsiteY12-98" fmla="*/ 1152965 h 1590168"/>
                  <a:gd name="connsiteX13-99" fmla="*/ 207576 w 306851"/>
                  <a:gd name="connsiteY13-100" fmla="*/ 1098673 h 1590168"/>
                  <a:gd name="connsiteX14-101" fmla="*/ 99275 w 306851"/>
                  <a:gd name="connsiteY14-102" fmla="*/ 1098673 h 1590168"/>
                  <a:gd name="connsiteX15-103" fmla="*/ 99275 w 306851"/>
                  <a:gd name="connsiteY15-104" fmla="*/ 976691 h 1590168"/>
                  <a:gd name="connsiteX16-105" fmla="*/ 99275 w 306851"/>
                  <a:gd name="connsiteY16-106" fmla="*/ 1030983 h 1590168"/>
                  <a:gd name="connsiteX17-107" fmla="*/ 207576 w 306851"/>
                  <a:gd name="connsiteY17-108" fmla="*/ 1030983 h 1590168"/>
                  <a:gd name="connsiteX18-109" fmla="*/ 207576 w 306851"/>
                  <a:gd name="connsiteY18-110" fmla="*/ 976691 h 1590168"/>
                  <a:gd name="connsiteX19-111" fmla="*/ 99275 w 306851"/>
                  <a:gd name="connsiteY19-112" fmla="*/ 976691 h 1590168"/>
                  <a:gd name="connsiteX20-113" fmla="*/ 99275 w 306851"/>
                  <a:gd name="connsiteY20-114" fmla="*/ 854709 h 1590168"/>
                  <a:gd name="connsiteX21-115" fmla="*/ 99275 w 306851"/>
                  <a:gd name="connsiteY21-116" fmla="*/ 909001 h 1590168"/>
                  <a:gd name="connsiteX22-117" fmla="*/ 207576 w 306851"/>
                  <a:gd name="connsiteY22-118" fmla="*/ 909001 h 1590168"/>
                  <a:gd name="connsiteX23-119" fmla="*/ 207576 w 306851"/>
                  <a:gd name="connsiteY23-120" fmla="*/ 854709 h 1590168"/>
                  <a:gd name="connsiteX24-121" fmla="*/ 99275 w 306851"/>
                  <a:gd name="connsiteY24-122" fmla="*/ 854709 h 1590168"/>
                  <a:gd name="connsiteX25-123" fmla="*/ 99275 w 306851"/>
                  <a:gd name="connsiteY25-124" fmla="*/ 732727 h 1590168"/>
                  <a:gd name="connsiteX26-125" fmla="*/ 99275 w 306851"/>
                  <a:gd name="connsiteY26-126" fmla="*/ 787019 h 1590168"/>
                  <a:gd name="connsiteX27-127" fmla="*/ 207576 w 306851"/>
                  <a:gd name="connsiteY27-128" fmla="*/ 787019 h 1590168"/>
                  <a:gd name="connsiteX28-129" fmla="*/ 207576 w 306851"/>
                  <a:gd name="connsiteY28-130" fmla="*/ 732727 h 1590168"/>
                  <a:gd name="connsiteX29-131" fmla="*/ 99275 w 306851"/>
                  <a:gd name="connsiteY29-132" fmla="*/ 732727 h 1590168"/>
                  <a:gd name="connsiteX30-133" fmla="*/ 99275 w 306851"/>
                  <a:gd name="connsiteY30-134" fmla="*/ 610745 h 1590168"/>
                  <a:gd name="connsiteX31-135" fmla="*/ 99275 w 306851"/>
                  <a:gd name="connsiteY31-136" fmla="*/ 665038 h 1590168"/>
                  <a:gd name="connsiteX32-137" fmla="*/ 207576 w 306851"/>
                  <a:gd name="connsiteY32-138" fmla="*/ 665038 h 1590168"/>
                  <a:gd name="connsiteX33-139" fmla="*/ 207576 w 306851"/>
                  <a:gd name="connsiteY33-140" fmla="*/ 610745 h 1590168"/>
                  <a:gd name="connsiteX34-141" fmla="*/ 99275 w 306851"/>
                  <a:gd name="connsiteY34-142" fmla="*/ 610745 h 1590168"/>
                  <a:gd name="connsiteX35-143" fmla="*/ 99275 w 306851"/>
                  <a:gd name="connsiteY35-144" fmla="*/ 488763 h 1590168"/>
                  <a:gd name="connsiteX36-145" fmla="*/ 99275 w 306851"/>
                  <a:gd name="connsiteY36-146" fmla="*/ 543056 h 1590168"/>
                  <a:gd name="connsiteX37-147" fmla="*/ 207576 w 306851"/>
                  <a:gd name="connsiteY37-148" fmla="*/ 543056 h 1590168"/>
                  <a:gd name="connsiteX38-149" fmla="*/ 207576 w 306851"/>
                  <a:gd name="connsiteY38-150" fmla="*/ 488763 h 1590168"/>
                  <a:gd name="connsiteX39-151" fmla="*/ 99275 w 306851"/>
                  <a:gd name="connsiteY39-152" fmla="*/ 488763 h 1590168"/>
                  <a:gd name="connsiteX40-153" fmla="*/ 0 w 306851"/>
                  <a:gd name="connsiteY40-154" fmla="*/ 0 h 1590168"/>
                  <a:gd name="connsiteX41-155" fmla="*/ 306851 w 306851"/>
                  <a:gd name="connsiteY41-156" fmla="*/ 371475 h 1590168"/>
                  <a:gd name="connsiteX42-157" fmla="*/ 306851 w 306851"/>
                  <a:gd name="connsiteY42-158" fmla="*/ 1590168 h 1590168"/>
                  <a:gd name="connsiteX43-159" fmla="*/ 0 w 306851"/>
                  <a:gd name="connsiteY43-160" fmla="*/ 1590168 h 1590168"/>
                  <a:gd name="connsiteX44-161" fmla="*/ 0 w 306851"/>
                  <a:gd name="connsiteY44-162" fmla="*/ 0 h 15901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145" y="connsiteY36-146"/>
                  </a:cxn>
                  <a:cxn ang="0">
                    <a:pos x="connsiteX37-147" y="connsiteY37-148"/>
                  </a:cxn>
                  <a:cxn ang="0">
                    <a:pos x="connsiteX38-149" y="connsiteY38-150"/>
                  </a:cxn>
                  <a:cxn ang="0">
                    <a:pos x="connsiteX39-151" y="connsiteY39-152"/>
                  </a:cxn>
                  <a:cxn ang="0">
                    <a:pos x="connsiteX40-153" y="connsiteY40-154"/>
                  </a:cxn>
                  <a:cxn ang="0">
                    <a:pos x="connsiteX41-155" y="connsiteY41-156"/>
                  </a:cxn>
                  <a:cxn ang="0">
                    <a:pos x="connsiteX42-157" y="connsiteY42-158"/>
                  </a:cxn>
                  <a:cxn ang="0">
                    <a:pos x="connsiteX43-159" y="connsiteY43-160"/>
                  </a:cxn>
                  <a:cxn ang="0">
                    <a:pos x="connsiteX44-161" y="connsiteY44-162"/>
                  </a:cxn>
                </a:cxnLst>
                <a:rect l="l" t="t" r="r" b="b"/>
                <a:pathLst>
                  <a:path w="306851" h="1590168">
                    <a:moveTo>
                      <a:pt x="99275" y="1342636"/>
                    </a:moveTo>
                    <a:lnTo>
                      <a:pt x="99275" y="1396929"/>
                    </a:lnTo>
                    <a:lnTo>
                      <a:pt x="207576" y="1396929"/>
                    </a:lnTo>
                    <a:lnTo>
                      <a:pt x="207576" y="1342636"/>
                    </a:lnTo>
                    <a:lnTo>
                      <a:pt x="99275" y="1342636"/>
                    </a:lnTo>
                    <a:close/>
                    <a:moveTo>
                      <a:pt x="99275" y="1220654"/>
                    </a:moveTo>
                    <a:lnTo>
                      <a:pt x="99275" y="1274947"/>
                    </a:lnTo>
                    <a:lnTo>
                      <a:pt x="207576" y="1274947"/>
                    </a:lnTo>
                    <a:lnTo>
                      <a:pt x="207576" y="1220654"/>
                    </a:lnTo>
                    <a:lnTo>
                      <a:pt x="99275" y="1220654"/>
                    </a:lnTo>
                    <a:close/>
                    <a:moveTo>
                      <a:pt x="99275" y="1098673"/>
                    </a:moveTo>
                    <a:lnTo>
                      <a:pt x="99275" y="1152965"/>
                    </a:lnTo>
                    <a:lnTo>
                      <a:pt x="207576" y="1152965"/>
                    </a:lnTo>
                    <a:lnTo>
                      <a:pt x="207576" y="1098673"/>
                    </a:lnTo>
                    <a:lnTo>
                      <a:pt x="99275" y="1098673"/>
                    </a:lnTo>
                    <a:close/>
                    <a:moveTo>
                      <a:pt x="99275" y="976691"/>
                    </a:moveTo>
                    <a:lnTo>
                      <a:pt x="99275" y="1030983"/>
                    </a:lnTo>
                    <a:lnTo>
                      <a:pt x="207576" y="1030983"/>
                    </a:lnTo>
                    <a:lnTo>
                      <a:pt x="207576" y="976691"/>
                    </a:lnTo>
                    <a:lnTo>
                      <a:pt x="99275" y="976691"/>
                    </a:lnTo>
                    <a:close/>
                    <a:moveTo>
                      <a:pt x="99275" y="854709"/>
                    </a:moveTo>
                    <a:lnTo>
                      <a:pt x="99275" y="909001"/>
                    </a:lnTo>
                    <a:lnTo>
                      <a:pt x="207576" y="909001"/>
                    </a:lnTo>
                    <a:lnTo>
                      <a:pt x="207576" y="854709"/>
                    </a:lnTo>
                    <a:lnTo>
                      <a:pt x="99275" y="854709"/>
                    </a:lnTo>
                    <a:close/>
                    <a:moveTo>
                      <a:pt x="99275" y="732727"/>
                    </a:moveTo>
                    <a:lnTo>
                      <a:pt x="99275" y="787019"/>
                    </a:lnTo>
                    <a:lnTo>
                      <a:pt x="207576" y="787019"/>
                    </a:lnTo>
                    <a:lnTo>
                      <a:pt x="207576" y="732727"/>
                    </a:lnTo>
                    <a:lnTo>
                      <a:pt x="99275" y="732727"/>
                    </a:lnTo>
                    <a:close/>
                    <a:moveTo>
                      <a:pt x="99275" y="610745"/>
                    </a:moveTo>
                    <a:lnTo>
                      <a:pt x="99275" y="665038"/>
                    </a:lnTo>
                    <a:lnTo>
                      <a:pt x="207576" y="665038"/>
                    </a:lnTo>
                    <a:lnTo>
                      <a:pt x="207576" y="610745"/>
                    </a:lnTo>
                    <a:lnTo>
                      <a:pt x="99275" y="610745"/>
                    </a:lnTo>
                    <a:close/>
                    <a:moveTo>
                      <a:pt x="99275" y="488763"/>
                    </a:moveTo>
                    <a:lnTo>
                      <a:pt x="99275" y="543056"/>
                    </a:lnTo>
                    <a:lnTo>
                      <a:pt x="207576" y="543056"/>
                    </a:lnTo>
                    <a:lnTo>
                      <a:pt x="207576" y="488763"/>
                    </a:lnTo>
                    <a:lnTo>
                      <a:pt x="99275" y="488763"/>
                    </a:lnTo>
                    <a:close/>
                    <a:moveTo>
                      <a:pt x="0" y="0"/>
                    </a:moveTo>
                    <a:lnTo>
                      <a:pt x="306851" y="371475"/>
                    </a:lnTo>
                    <a:lnTo>
                      <a:pt x="306851" y="1590168"/>
                    </a:lnTo>
                    <a:lnTo>
                      <a:pt x="0" y="1590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Freeform: Shape 18"/>
              <p:cNvSpPr/>
              <p:nvPr/>
            </p:nvSpPr>
            <p:spPr>
              <a:xfrm>
                <a:off x="4310739" y="3286263"/>
                <a:ext cx="532405" cy="970323"/>
              </a:xfrm>
              <a:custGeom>
                <a:avLst/>
                <a:gdLst>
                  <a:gd name="connsiteX0" fmla="*/ 475422 w 923439"/>
                  <a:gd name="connsiteY0" fmla="*/ 855427 h 1647670"/>
                  <a:gd name="connsiteX1" fmla="*/ 475422 w 923439"/>
                  <a:gd name="connsiteY1" fmla="*/ 969146 h 1647670"/>
                  <a:gd name="connsiteX2" fmla="*/ 589141 w 923439"/>
                  <a:gd name="connsiteY2" fmla="*/ 969146 h 1647670"/>
                  <a:gd name="connsiteX3" fmla="*/ 589141 w 923439"/>
                  <a:gd name="connsiteY3" fmla="*/ 855427 h 1647670"/>
                  <a:gd name="connsiteX4" fmla="*/ 334298 w 923439"/>
                  <a:gd name="connsiteY4" fmla="*/ 855427 h 1647670"/>
                  <a:gd name="connsiteX5" fmla="*/ 334298 w 923439"/>
                  <a:gd name="connsiteY5" fmla="*/ 969146 h 1647670"/>
                  <a:gd name="connsiteX6" fmla="*/ 448017 w 923439"/>
                  <a:gd name="connsiteY6" fmla="*/ 969146 h 1647670"/>
                  <a:gd name="connsiteX7" fmla="*/ 448017 w 923439"/>
                  <a:gd name="connsiteY7" fmla="*/ 855427 h 1647670"/>
                  <a:gd name="connsiteX8" fmla="*/ 475422 w 923439"/>
                  <a:gd name="connsiteY8" fmla="*/ 709876 h 1647670"/>
                  <a:gd name="connsiteX9" fmla="*/ 475422 w 923439"/>
                  <a:gd name="connsiteY9" fmla="*/ 823595 h 1647670"/>
                  <a:gd name="connsiteX10" fmla="*/ 589141 w 923439"/>
                  <a:gd name="connsiteY10" fmla="*/ 823595 h 1647670"/>
                  <a:gd name="connsiteX11" fmla="*/ 589141 w 923439"/>
                  <a:gd name="connsiteY11" fmla="*/ 709876 h 1647670"/>
                  <a:gd name="connsiteX12" fmla="*/ 334298 w 923439"/>
                  <a:gd name="connsiteY12" fmla="*/ 709876 h 1647670"/>
                  <a:gd name="connsiteX13" fmla="*/ 334298 w 923439"/>
                  <a:gd name="connsiteY13" fmla="*/ 823595 h 1647670"/>
                  <a:gd name="connsiteX14" fmla="*/ 448017 w 923439"/>
                  <a:gd name="connsiteY14" fmla="*/ 823595 h 1647670"/>
                  <a:gd name="connsiteX15" fmla="*/ 448017 w 923439"/>
                  <a:gd name="connsiteY15" fmla="*/ 709876 h 1647670"/>
                  <a:gd name="connsiteX16" fmla="*/ 475422 w 923439"/>
                  <a:gd name="connsiteY16" fmla="*/ 500489 h 1647670"/>
                  <a:gd name="connsiteX17" fmla="*/ 475422 w 923439"/>
                  <a:gd name="connsiteY17" fmla="*/ 614208 h 1647670"/>
                  <a:gd name="connsiteX18" fmla="*/ 589141 w 923439"/>
                  <a:gd name="connsiteY18" fmla="*/ 614208 h 1647670"/>
                  <a:gd name="connsiteX19" fmla="*/ 589141 w 923439"/>
                  <a:gd name="connsiteY19" fmla="*/ 500489 h 1647670"/>
                  <a:gd name="connsiteX20" fmla="*/ 334298 w 923439"/>
                  <a:gd name="connsiteY20" fmla="*/ 500489 h 1647670"/>
                  <a:gd name="connsiteX21" fmla="*/ 334298 w 923439"/>
                  <a:gd name="connsiteY21" fmla="*/ 614208 h 1647670"/>
                  <a:gd name="connsiteX22" fmla="*/ 448017 w 923439"/>
                  <a:gd name="connsiteY22" fmla="*/ 614208 h 1647670"/>
                  <a:gd name="connsiteX23" fmla="*/ 448017 w 923439"/>
                  <a:gd name="connsiteY23" fmla="*/ 500489 h 1647670"/>
                  <a:gd name="connsiteX24" fmla="*/ 475422 w 923439"/>
                  <a:gd name="connsiteY24" fmla="*/ 354938 h 1647670"/>
                  <a:gd name="connsiteX25" fmla="*/ 475422 w 923439"/>
                  <a:gd name="connsiteY25" fmla="*/ 468657 h 1647670"/>
                  <a:gd name="connsiteX26" fmla="*/ 589141 w 923439"/>
                  <a:gd name="connsiteY26" fmla="*/ 468657 h 1647670"/>
                  <a:gd name="connsiteX27" fmla="*/ 589141 w 923439"/>
                  <a:gd name="connsiteY27" fmla="*/ 354938 h 1647670"/>
                  <a:gd name="connsiteX28" fmla="*/ 334298 w 923439"/>
                  <a:gd name="connsiteY28" fmla="*/ 354938 h 1647670"/>
                  <a:gd name="connsiteX29" fmla="*/ 334298 w 923439"/>
                  <a:gd name="connsiteY29" fmla="*/ 468657 h 1647670"/>
                  <a:gd name="connsiteX30" fmla="*/ 448017 w 923439"/>
                  <a:gd name="connsiteY30" fmla="*/ 468657 h 1647670"/>
                  <a:gd name="connsiteX31" fmla="*/ 448017 w 923439"/>
                  <a:gd name="connsiteY31" fmla="*/ 354938 h 1647670"/>
                  <a:gd name="connsiteX32" fmla="*/ 461720 w 923439"/>
                  <a:gd name="connsiteY32" fmla="*/ 0 h 1647670"/>
                  <a:gd name="connsiteX33" fmla="*/ 923439 w 923439"/>
                  <a:gd name="connsiteY33" fmla="*/ 308459 h 1647670"/>
                  <a:gd name="connsiteX34" fmla="*/ 768082 w 923439"/>
                  <a:gd name="connsiteY34" fmla="*/ 308459 h 1647670"/>
                  <a:gd name="connsiteX35" fmla="*/ 768082 w 923439"/>
                  <a:gd name="connsiteY35" fmla="*/ 1647670 h 1647670"/>
                  <a:gd name="connsiteX36" fmla="*/ 155357 w 923439"/>
                  <a:gd name="connsiteY36" fmla="*/ 1647670 h 1647670"/>
                  <a:gd name="connsiteX37" fmla="*/ 155357 w 923439"/>
                  <a:gd name="connsiteY37" fmla="*/ 308459 h 1647670"/>
                  <a:gd name="connsiteX38" fmla="*/ 0 w 923439"/>
                  <a:gd name="connsiteY38" fmla="*/ 308459 h 164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23439" h="1647670">
                    <a:moveTo>
                      <a:pt x="475422" y="855427"/>
                    </a:moveTo>
                    <a:lnTo>
                      <a:pt x="475422" y="969146"/>
                    </a:lnTo>
                    <a:lnTo>
                      <a:pt x="589141" y="969146"/>
                    </a:lnTo>
                    <a:lnTo>
                      <a:pt x="589141" y="855427"/>
                    </a:lnTo>
                    <a:close/>
                    <a:moveTo>
                      <a:pt x="334298" y="855427"/>
                    </a:moveTo>
                    <a:lnTo>
                      <a:pt x="334298" y="969146"/>
                    </a:lnTo>
                    <a:lnTo>
                      <a:pt x="448017" y="969146"/>
                    </a:lnTo>
                    <a:lnTo>
                      <a:pt x="448017" y="855427"/>
                    </a:lnTo>
                    <a:close/>
                    <a:moveTo>
                      <a:pt x="475422" y="709876"/>
                    </a:moveTo>
                    <a:lnTo>
                      <a:pt x="475422" y="823595"/>
                    </a:lnTo>
                    <a:lnTo>
                      <a:pt x="589141" y="823595"/>
                    </a:lnTo>
                    <a:lnTo>
                      <a:pt x="589141" y="709876"/>
                    </a:lnTo>
                    <a:close/>
                    <a:moveTo>
                      <a:pt x="334298" y="709876"/>
                    </a:moveTo>
                    <a:lnTo>
                      <a:pt x="334298" y="823595"/>
                    </a:lnTo>
                    <a:lnTo>
                      <a:pt x="448017" y="823595"/>
                    </a:lnTo>
                    <a:lnTo>
                      <a:pt x="448017" y="709876"/>
                    </a:lnTo>
                    <a:close/>
                    <a:moveTo>
                      <a:pt x="475422" y="500489"/>
                    </a:moveTo>
                    <a:lnTo>
                      <a:pt x="475422" y="614208"/>
                    </a:lnTo>
                    <a:lnTo>
                      <a:pt x="589141" y="614208"/>
                    </a:lnTo>
                    <a:lnTo>
                      <a:pt x="589141" y="500489"/>
                    </a:lnTo>
                    <a:close/>
                    <a:moveTo>
                      <a:pt x="334298" y="500489"/>
                    </a:moveTo>
                    <a:lnTo>
                      <a:pt x="334298" y="614208"/>
                    </a:lnTo>
                    <a:lnTo>
                      <a:pt x="448017" y="614208"/>
                    </a:lnTo>
                    <a:lnTo>
                      <a:pt x="448017" y="500489"/>
                    </a:lnTo>
                    <a:close/>
                    <a:moveTo>
                      <a:pt x="475422" y="354938"/>
                    </a:moveTo>
                    <a:lnTo>
                      <a:pt x="475422" y="468657"/>
                    </a:lnTo>
                    <a:lnTo>
                      <a:pt x="589141" y="468657"/>
                    </a:lnTo>
                    <a:lnTo>
                      <a:pt x="589141" y="354938"/>
                    </a:lnTo>
                    <a:close/>
                    <a:moveTo>
                      <a:pt x="334298" y="354938"/>
                    </a:moveTo>
                    <a:lnTo>
                      <a:pt x="334298" y="468657"/>
                    </a:lnTo>
                    <a:lnTo>
                      <a:pt x="448017" y="468657"/>
                    </a:lnTo>
                    <a:lnTo>
                      <a:pt x="448017" y="354938"/>
                    </a:lnTo>
                    <a:close/>
                    <a:moveTo>
                      <a:pt x="461720" y="0"/>
                    </a:moveTo>
                    <a:lnTo>
                      <a:pt x="923439" y="308459"/>
                    </a:lnTo>
                    <a:lnTo>
                      <a:pt x="768082" y="308459"/>
                    </a:lnTo>
                    <a:lnTo>
                      <a:pt x="768082" y="1647670"/>
                    </a:lnTo>
                    <a:lnTo>
                      <a:pt x="155357" y="1647670"/>
                    </a:lnTo>
                    <a:lnTo>
                      <a:pt x="155357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>
                <a:off x="7531101" y="3229418"/>
                <a:ext cx="202983" cy="1027168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  <a:gd name="connsiteX0-1" fmla="*/ 99275 w 306850"/>
                  <a:gd name="connsiteY0-2" fmla="*/ 1277348 h 1520186"/>
                  <a:gd name="connsiteX1-3" fmla="*/ 99275 w 306850"/>
                  <a:gd name="connsiteY1-4" fmla="*/ 1331640 h 1520186"/>
                  <a:gd name="connsiteX2-5" fmla="*/ 207575 w 306850"/>
                  <a:gd name="connsiteY2-6" fmla="*/ 1331640 h 1520186"/>
                  <a:gd name="connsiteX3-7" fmla="*/ 207575 w 306850"/>
                  <a:gd name="connsiteY3-8" fmla="*/ 1277348 h 1520186"/>
                  <a:gd name="connsiteX4-9" fmla="*/ 99275 w 306850"/>
                  <a:gd name="connsiteY4-10" fmla="*/ 1277348 h 1520186"/>
                  <a:gd name="connsiteX5-11" fmla="*/ 99275 w 306850"/>
                  <a:gd name="connsiteY5-12" fmla="*/ 1155366 h 1520186"/>
                  <a:gd name="connsiteX6-13" fmla="*/ 99275 w 306850"/>
                  <a:gd name="connsiteY6-14" fmla="*/ 1209659 h 1520186"/>
                  <a:gd name="connsiteX7-15" fmla="*/ 207575 w 306850"/>
                  <a:gd name="connsiteY7-16" fmla="*/ 1209659 h 1520186"/>
                  <a:gd name="connsiteX8-17" fmla="*/ 207575 w 306850"/>
                  <a:gd name="connsiteY8-18" fmla="*/ 1155366 h 1520186"/>
                  <a:gd name="connsiteX9-19" fmla="*/ 99275 w 306850"/>
                  <a:gd name="connsiteY9-20" fmla="*/ 1155366 h 1520186"/>
                  <a:gd name="connsiteX10-21" fmla="*/ 99275 w 306850"/>
                  <a:gd name="connsiteY10-22" fmla="*/ 1033384 h 1520186"/>
                  <a:gd name="connsiteX11-23" fmla="*/ 99275 w 306850"/>
                  <a:gd name="connsiteY11-24" fmla="*/ 1087677 h 1520186"/>
                  <a:gd name="connsiteX12-25" fmla="*/ 207575 w 306850"/>
                  <a:gd name="connsiteY12-26" fmla="*/ 1087677 h 1520186"/>
                  <a:gd name="connsiteX13-27" fmla="*/ 207575 w 306850"/>
                  <a:gd name="connsiteY13-28" fmla="*/ 1033384 h 1520186"/>
                  <a:gd name="connsiteX14-29" fmla="*/ 99275 w 306850"/>
                  <a:gd name="connsiteY14-30" fmla="*/ 1033384 h 1520186"/>
                  <a:gd name="connsiteX15-31" fmla="*/ 99275 w 306850"/>
                  <a:gd name="connsiteY15-32" fmla="*/ 911402 h 1520186"/>
                  <a:gd name="connsiteX16-33" fmla="*/ 99275 w 306850"/>
                  <a:gd name="connsiteY16-34" fmla="*/ 965695 h 1520186"/>
                  <a:gd name="connsiteX17-35" fmla="*/ 207575 w 306850"/>
                  <a:gd name="connsiteY17-36" fmla="*/ 965695 h 1520186"/>
                  <a:gd name="connsiteX18-37" fmla="*/ 207575 w 306850"/>
                  <a:gd name="connsiteY18-38" fmla="*/ 911402 h 1520186"/>
                  <a:gd name="connsiteX19-39" fmla="*/ 99275 w 306850"/>
                  <a:gd name="connsiteY19-40" fmla="*/ 911402 h 1520186"/>
                  <a:gd name="connsiteX20-41" fmla="*/ 99275 w 306850"/>
                  <a:gd name="connsiteY20-42" fmla="*/ 789421 h 1520186"/>
                  <a:gd name="connsiteX21-43" fmla="*/ 99275 w 306850"/>
                  <a:gd name="connsiteY21-44" fmla="*/ 843713 h 1520186"/>
                  <a:gd name="connsiteX22-45" fmla="*/ 207575 w 306850"/>
                  <a:gd name="connsiteY22-46" fmla="*/ 843713 h 1520186"/>
                  <a:gd name="connsiteX23-47" fmla="*/ 207575 w 306850"/>
                  <a:gd name="connsiteY23-48" fmla="*/ 789421 h 1520186"/>
                  <a:gd name="connsiteX24-49" fmla="*/ 99275 w 306850"/>
                  <a:gd name="connsiteY24-50" fmla="*/ 789421 h 1520186"/>
                  <a:gd name="connsiteX25-51" fmla="*/ 99275 w 306850"/>
                  <a:gd name="connsiteY25-52" fmla="*/ 667439 h 1520186"/>
                  <a:gd name="connsiteX26-53" fmla="*/ 99275 w 306850"/>
                  <a:gd name="connsiteY26-54" fmla="*/ 721731 h 1520186"/>
                  <a:gd name="connsiteX27-55" fmla="*/ 207575 w 306850"/>
                  <a:gd name="connsiteY27-56" fmla="*/ 721731 h 1520186"/>
                  <a:gd name="connsiteX28-57" fmla="*/ 207575 w 306850"/>
                  <a:gd name="connsiteY28-58" fmla="*/ 667439 h 1520186"/>
                  <a:gd name="connsiteX29-59" fmla="*/ 99275 w 306850"/>
                  <a:gd name="connsiteY29-60" fmla="*/ 667439 h 1520186"/>
                  <a:gd name="connsiteX30-61" fmla="*/ 99275 w 306850"/>
                  <a:gd name="connsiteY30-62" fmla="*/ 545457 h 1520186"/>
                  <a:gd name="connsiteX31-63" fmla="*/ 99275 w 306850"/>
                  <a:gd name="connsiteY31-64" fmla="*/ 599749 h 1520186"/>
                  <a:gd name="connsiteX32-65" fmla="*/ 207575 w 306850"/>
                  <a:gd name="connsiteY32-66" fmla="*/ 599749 h 1520186"/>
                  <a:gd name="connsiteX33-67" fmla="*/ 207575 w 306850"/>
                  <a:gd name="connsiteY33-68" fmla="*/ 545457 h 1520186"/>
                  <a:gd name="connsiteX34-69" fmla="*/ 99275 w 306850"/>
                  <a:gd name="connsiteY34-70" fmla="*/ 545457 h 1520186"/>
                  <a:gd name="connsiteX35-71" fmla="*/ 99275 w 306850"/>
                  <a:gd name="connsiteY35-72" fmla="*/ 423475 h 1520186"/>
                  <a:gd name="connsiteX36-73" fmla="*/ 99275 w 306850"/>
                  <a:gd name="connsiteY36-74" fmla="*/ 477767 h 1520186"/>
                  <a:gd name="connsiteX37-75" fmla="*/ 207575 w 306850"/>
                  <a:gd name="connsiteY37-76" fmla="*/ 477767 h 1520186"/>
                  <a:gd name="connsiteX38-77" fmla="*/ 207575 w 306850"/>
                  <a:gd name="connsiteY38-78" fmla="*/ 423475 h 1520186"/>
                  <a:gd name="connsiteX39-79" fmla="*/ 99275 w 306850"/>
                  <a:gd name="connsiteY39-80" fmla="*/ 423475 h 1520186"/>
                  <a:gd name="connsiteX40" fmla="*/ 99275 w 306850"/>
                  <a:gd name="connsiteY40" fmla="*/ 301493 h 1520186"/>
                  <a:gd name="connsiteX41" fmla="*/ 99275 w 306850"/>
                  <a:gd name="connsiteY41" fmla="*/ 355786 h 1520186"/>
                  <a:gd name="connsiteX42" fmla="*/ 207575 w 306850"/>
                  <a:gd name="connsiteY42" fmla="*/ 355786 h 1520186"/>
                  <a:gd name="connsiteX43" fmla="*/ 207575 w 306850"/>
                  <a:gd name="connsiteY43" fmla="*/ 301493 h 1520186"/>
                  <a:gd name="connsiteX44" fmla="*/ 99275 w 306850"/>
                  <a:gd name="connsiteY44" fmla="*/ 301493 h 1520186"/>
                  <a:gd name="connsiteX45" fmla="*/ 0 w 306850"/>
                  <a:gd name="connsiteY45" fmla="*/ 180975 h 1520186"/>
                  <a:gd name="connsiteX46" fmla="*/ 297325 w 306850"/>
                  <a:gd name="connsiteY46" fmla="*/ 0 h 1520186"/>
                  <a:gd name="connsiteX47" fmla="*/ 306850 w 306850"/>
                  <a:gd name="connsiteY47" fmla="*/ 1520186 h 1520186"/>
                  <a:gd name="connsiteX48" fmla="*/ 0 w 306850"/>
                  <a:gd name="connsiteY48" fmla="*/ 1520186 h 1520186"/>
                  <a:gd name="connsiteX49" fmla="*/ 0 w 306850"/>
                  <a:gd name="connsiteY49" fmla="*/ 180975 h 152018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06850" h="1520186">
                    <a:moveTo>
                      <a:pt x="99275" y="1277348"/>
                    </a:moveTo>
                    <a:lnTo>
                      <a:pt x="99275" y="1331640"/>
                    </a:lnTo>
                    <a:lnTo>
                      <a:pt x="207575" y="1331640"/>
                    </a:lnTo>
                    <a:lnTo>
                      <a:pt x="207575" y="1277348"/>
                    </a:lnTo>
                    <a:lnTo>
                      <a:pt x="99275" y="1277348"/>
                    </a:lnTo>
                    <a:close/>
                    <a:moveTo>
                      <a:pt x="99275" y="1155366"/>
                    </a:moveTo>
                    <a:lnTo>
                      <a:pt x="99275" y="1209659"/>
                    </a:lnTo>
                    <a:lnTo>
                      <a:pt x="207575" y="1209659"/>
                    </a:lnTo>
                    <a:lnTo>
                      <a:pt x="207575" y="1155366"/>
                    </a:lnTo>
                    <a:lnTo>
                      <a:pt x="99275" y="1155366"/>
                    </a:lnTo>
                    <a:close/>
                    <a:moveTo>
                      <a:pt x="99275" y="1033384"/>
                    </a:moveTo>
                    <a:lnTo>
                      <a:pt x="99275" y="1087677"/>
                    </a:lnTo>
                    <a:lnTo>
                      <a:pt x="207575" y="1087677"/>
                    </a:lnTo>
                    <a:lnTo>
                      <a:pt x="207575" y="1033384"/>
                    </a:lnTo>
                    <a:lnTo>
                      <a:pt x="99275" y="1033384"/>
                    </a:lnTo>
                    <a:close/>
                    <a:moveTo>
                      <a:pt x="99275" y="911402"/>
                    </a:moveTo>
                    <a:lnTo>
                      <a:pt x="99275" y="965695"/>
                    </a:lnTo>
                    <a:lnTo>
                      <a:pt x="207575" y="965695"/>
                    </a:lnTo>
                    <a:lnTo>
                      <a:pt x="207575" y="911402"/>
                    </a:lnTo>
                    <a:lnTo>
                      <a:pt x="99275" y="911402"/>
                    </a:lnTo>
                    <a:close/>
                    <a:moveTo>
                      <a:pt x="99275" y="789421"/>
                    </a:moveTo>
                    <a:lnTo>
                      <a:pt x="99275" y="843713"/>
                    </a:lnTo>
                    <a:lnTo>
                      <a:pt x="207575" y="843713"/>
                    </a:lnTo>
                    <a:lnTo>
                      <a:pt x="207575" y="789421"/>
                    </a:lnTo>
                    <a:lnTo>
                      <a:pt x="99275" y="789421"/>
                    </a:lnTo>
                    <a:close/>
                    <a:moveTo>
                      <a:pt x="99275" y="667439"/>
                    </a:moveTo>
                    <a:lnTo>
                      <a:pt x="99275" y="721731"/>
                    </a:lnTo>
                    <a:lnTo>
                      <a:pt x="207575" y="721731"/>
                    </a:lnTo>
                    <a:lnTo>
                      <a:pt x="207575" y="667439"/>
                    </a:lnTo>
                    <a:lnTo>
                      <a:pt x="99275" y="667439"/>
                    </a:lnTo>
                    <a:close/>
                    <a:moveTo>
                      <a:pt x="99275" y="545457"/>
                    </a:moveTo>
                    <a:lnTo>
                      <a:pt x="99275" y="599749"/>
                    </a:lnTo>
                    <a:lnTo>
                      <a:pt x="207575" y="599749"/>
                    </a:lnTo>
                    <a:lnTo>
                      <a:pt x="207575" y="545457"/>
                    </a:lnTo>
                    <a:lnTo>
                      <a:pt x="99275" y="545457"/>
                    </a:lnTo>
                    <a:close/>
                    <a:moveTo>
                      <a:pt x="99275" y="423475"/>
                    </a:moveTo>
                    <a:lnTo>
                      <a:pt x="99275" y="477767"/>
                    </a:lnTo>
                    <a:lnTo>
                      <a:pt x="207575" y="477767"/>
                    </a:lnTo>
                    <a:lnTo>
                      <a:pt x="207575" y="423475"/>
                    </a:lnTo>
                    <a:lnTo>
                      <a:pt x="99275" y="423475"/>
                    </a:lnTo>
                    <a:close/>
                    <a:moveTo>
                      <a:pt x="99275" y="301493"/>
                    </a:moveTo>
                    <a:lnTo>
                      <a:pt x="99275" y="355786"/>
                    </a:lnTo>
                    <a:lnTo>
                      <a:pt x="207575" y="355786"/>
                    </a:lnTo>
                    <a:lnTo>
                      <a:pt x="207575" y="301493"/>
                    </a:lnTo>
                    <a:lnTo>
                      <a:pt x="99275" y="301493"/>
                    </a:lnTo>
                    <a:close/>
                    <a:moveTo>
                      <a:pt x="0" y="180975"/>
                    </a:moveTo>
                    <a:lnTo>
                      <a:pt x="297325" y="0"/>
                    </a:lnTo>
                    <a:lnTo>
                      <a:pt x="306850" y="1520186"/>
                    </a:lnTo>
                    <a:lnTo>
                      <a:pt x="0" y="1520186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7673737" y="3386055"/>
                <a:ext cx="602196" cy="870531"/>
              </a:xfrm>
              <a:custGeom>
                <a:avLst/>
                <a:gdLst>
                  <a:gd name="connsiteX0" fmla="*/ 238494 w 462454"/>
                  <a:gd name="connsiteY0" fmla="*/ 563076 h 870531"/>
                  <a:gd name="connsiteX1" fmla="*/ 238494 w 462454"/>
                  <a:gd name="connsiteY1" fmla="*/ 715154 h 870531"/>
                  <a:gd name="connsiteX2" fmla="*/ 324676 w 462454"/>
                  <a:gd name="connsiteY2" fmla="*/ 715154 h 870531"/>
                  <a:gd name="connsiteX3" fmla="*/ 324676 w 462454"/>
                  <a:gd name="connsiteY3" fmla="*/ 563076 h 870531"/>
                  <a:gd name="connsiteX4" fmla="*/ 238494 w 462454"/>
                  <a:gd name="connsiteY4" fmla="*/ 353251 h 870531"/>
                  <a:gd name="connsiteX5" fmla="*/ 238494 w 462454"/>
                  <a:gd name="connsiteY5" fmla="*/ 505329 h 870531"/>
                  <a:gd name="connsiteX6" fmla="*/ 324676 w 462454"/>
                  <a:gd name="connsiteY6" fmla="*/ 505329 h 870531"/>
                  <a:gd name="connsiteX7" fmla="*/ 324676 w 462454"/>
                  <a:gd name="connsiteY7" fmla="*/ 353251 h 870531"/>
                  <a:gd name="connsiteX8" fmla="*/ 231227 w 462454"/>
                  <a:gd name="connsiteY8" fmla="*/ 0 h 870531"/>
                  <a:gd name="connsiteX9" fmla="*/ 462454 w 462454"/>
                  <a:gd name="connsiteY9" fmla="*/ 308459 h 870531"/>
                  <a:gd name="connsiteX10" fmla="*/ 384652 w 462454"/>
                  <a:gd name="connsiteY10" fmla="*/ 308459 h 870531"/>
                  <a:gd name="connsiteX11" fmla="*/ 384652 w 462454"/>
                  <a:gd name="connsiteY11" fmla="*/ 870531 h 870531"/>
                  <a:gd name="connsiteX12" fmla="*/ 77802 w 462454"/>
                  <a:gd name="connsiteY12" fmla="*/ 870531 h 870531"/>
                  <a:gd name="connsiteX13" fmla="*/ 77802 w 462454"/>
                  <a:gd name="connsiteY13" fmla="*/ 308459 h 870531"/>
                  <a:gd name="connsiteX14" fmla="*/ 0 w 462454"/>
                  <a:gd name="connsiteY14" fmla="*/ 308459 h 87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62454" h="870531">
                    <a:moveTo>
                      <a:pt x="238494" y="563076"/>
                    </a:moveTo>
                    <a:lnTo>
                      <a:pt x="238494" y="715154"/>
                    </a:lnTo>
                    <a:lnTo>
                      <a:pt x="324676" y="715154"/>
                    </a:lnTo>
                    <a:lnTo>
                      <a:pt x="324676" y="563076"/>
                    </a:lnTo>
                    <a:close/>
                    <a:moveTo>
                      <a:pt x="238494" y="353251"/>
                    </a:moveTo>
                    <a:lnTo>
                      <a:pt x="238494" y="505329"/>
                    </a:lnTo>
                    <a:lnTo>
                      <a:pt x="324676" y="505329"/>
                    </a:lnTo>
                    <a:lnTo>
                      <a:pt x="324676" y="353251"/>
                    </a:lnTo>
                    <a:close/>
                    <a:moveTo>
                      <a:pt x="231227" y="0"/>
                    </a:moveTo>
                    <a:lnTo>
                      <a:pt x="462454" y="308459"/>
                    </a:lnTo>
                    <a:lnTo>
                      <a:pt x="384652" y="308459"/>
                    </a:lnTo>
                    <a:lnTo>
                      <a:pt x="384652" y="870531"/>
                    </a:lnTo>
                    <a:lnTo>
                      <a:pt x="77802" y="870531"/>
                    </a:lnTo>
                    <a:lnTo>
                      <a:pt x="77802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Freeform: Shape 21"/>
              <p:cNvSpPr/>
              <p:nvPr/>
            </p:nvSpPr>
            <p:spPr>
              <a:xfrm>
                <a:off x="7084624" y="3097854"/>
                <a:ext cx="399552" cy="1158732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3" name="Freeform: Shape 22"/>
              <p:cNvSpPr/>
              <p:nvPr/>
            </p:nvSpPr>
            <p:spPr>
              <a:xfrm flipH="1">
                <a:off x="4055658" y="3389508"/>
                <a:ext cx="299970" cy="869936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Group 47"/>
          <p:cNvGrpSpPr/>
          <p:nvPr userDrawn="1"/>
        </p:nvGrpSpPr>
        <p:grpSpPr>
          <a:xfrm>
            <a:off x="0" y="6593205"/>
            <a:ext cx="12192000" cy="283845"/>
            <a:chOff x="0" y="6593205"/>
            <a:chExt cx="12192000" cy="283845"/>
          </a:xfrm>
        </p:grpSpPr>
        <p:sp>
          <p:nvSpPr>
            <p:cNvPr id="49" name="Rectangle 48"/>
            <p:cNvSpPr/>
            <p:nvPr/>
          </p:nvSpPr>
          <p:spPr>
            <a:xfrm>
              <a:off x="0" y="6593205"/>
              <a:ext cx="12192000" cy="2743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0" y="6684645"/>
              <a:ext cx="12192000" cy="182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0" y="6785610"/>
              <a:ext cx="12192000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/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gradFill>
          <a:gsLst>
            <a:gs pos="0">
              <a:schemeClr val="bg1">
                <a:lumMod val="90000"/>
              </a:schemeClr>
            </a:gs>
            <a:gs pos="100000">
              <a:schemeClr val="bg1">
                <a:lumMod val="8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921844" y="1811568"/>
            <a:ext cx="3192955" cy="44084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24" name="Rectangle 23"/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/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7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8077201" y="1811568"/>
            <a:ext cx="3192955" cy="44084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988520" y="1830618"/>
            <a:ext cx="2716706" cy="4322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-1" y="-121539"/>
            <a:ext cx="12192001" cy="1608851"/>
            <a:chOff x="-1" y="-121539"/>
            <a:chExt cx="12192001" cy="1608851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1"/>
              <a:ext cx="12192000" cy="14001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/>
            <p:cNvSpPr/>
            <p:nvPr userDrawn="1"/>
          </p:nvSpPr>
          <p:spPr>
            <a:xfrm>
              <a:off x="-1" y="-121539"/>
              <a:ext cx="12192000" cy="1608851"/>
            </a:xfrm>
            <a:custGeom>
              <a:avLst/>
              <a:gdLst>
                <a:gd name="connsiteX0" fmla="*/ 8760317 w 12192000"/>
                <a:gd name="connsiteY0" fmla="*/ 780798 h 1608850"/>
                <a:gd name="connsiteX1" fmla="*/ 8760317 w 12192000"/>
                <a:gd name="connsiteY1" fmla="*/ 785159 h 1608850"/>
                <a:gd name="connsiteX2" fmla="*/ 8761882 w 12192000"/>
                <a:gd name="connsiteY2" fmla="*/ 787771 h 1608850"/>
                <a:gd name="connsiteX3" fmla="*/ 8762996 w 12192000"/>
                <a:gd name="connsiteY3" fmla="*/ 787771 h 1608850"/>
                <a:gd name="connsiteX4" fmla="*/ 8762996 w 12192000"/>
                <a:gd name="connsiteY4" fmla="*/ 786900 h 1608850"/>
                <a:gd name="connsiteX5" fmla="*/ 8762996 w 12192000"/>
                <a:gd name="connsiteY5" fmla="*/ 780798 h 1608850"/>
                <a:gd name="connsiteX6" fmla="*/ 8761881 w 12192000"/>
                <a:gd name="connsiteY6" fmla="*/ 780798 h 1608850"/>
                <a:gd name="connsiteX7" fmla="*/ 8758924 w 12192000"/>
                <a:gd name="connsiteY7" fmla="*/ 762200 h 1608850"/>
                <a:gd name="connsiteX8" fmla="*/ 8759734 w 12192000"/>
                <a:gd name="connsiteY8" fmla="*/ 771499 h 1608850"/>
                <a:gd name="connsiteX9" fmla="*/ 8762996 w 12192000"/>
                <a:gd name="connsiteY9" fmla="*/ 771499 h 1608850"/>
                <a:gd name="connsiteX10" fmla="*/ 8762996 w 12192000"/>
                <a:gd name="connsiteY10" fmla="*/ 770337 h 1608850"/>
                <a:gd name="connsiteX11" fmla="*/ 8762996 w 12192000"/>
                <a:gd name="connsiteY11" fmla="*/ 762200 h 1608850"/>
                <a:gd name="connsiteX12" fmla="*/ 8761881 w 12192000"/>
                <a:gd name="connsiteY12" fmla="*/ 762200 h 1608850"/>
                <a:gd name="connsiteX13" fmla="*/ 8755951 w 12192000"/>
                <a:gd name="connsiteY13" fmla="*/ 745928 h 1608850"/>
                <a:gd name="connsiteX14" fmla="*/ 8756137 w 12192000"/>
                <a:gd name="connsiteY14" fmla="*/ 746512 h 1608850"/>
                <a:gd name="connsiteX15" fmla="*/ 8758088 w 12192000"/>
                <a:gd name="connsiteY15" fmla="*/ 752614 h 1608850"/>
                <a:gd name="connsiteX16" fmla="*/ 8758113 w 12192000"/>
                <a:gd name="connsiteY16" fmla="*/ 752902 h 1608850"/>
                <a:gd name="connsiteX17" fmla="*/ 8762996 w 12192000"/>
                <a:gd name="connsiteY17" fmla="*/ 752902 h 1608850"/>
                <a:gd name="connsiteX18" fmla="*/ 8762996 w 12192000"/>
                <a:gd name="connsiteY18" fmla="*/ 752030 h 1608850"/>
                <a:gd name="connsiteX19" fmla="*/ 8762996 w 12192000"/>
                <a:gd name="connsiteY19" fmla="*/ 745928 h 1608850"/>
                <a:gd name="connsiteX20" fmla="*/ 8761881 w 12192000"/>
                <a:gd name="connsiteY20" fmla="*/ 745928 h 1608850"/>
                <a:gd name="connsiteX21" fmla="*/ 8907881 w 12192000"/>
                <a:gd name="connsiteY21" fmla="*/ 718032 h 1608850"/>
                <a:gd name="connsiteX22" fmla="*/ 8907881 w 12192000"/>
                <a:gd name="connsiteY22" fmla="*/ 719194 h 1608850"/>
                <a:gd name="connsiteX23" fmla="*/ 8907881 w 12192000"/>
                <a:gd name="connsiteY23" fmla="*/ 727331 h 1608850"/>
                <a:gd name="connsiteX24" fmla="*/ 8908543 w 12192000"/>
                <a:gd name="connsiteY24" fmla="*/ 727331 h 1608850"/>
                <a:gd name="connsiteX25" fmla="*/ 8908543 w 12192000"/>
                <a:gd name="connsiteY25" fmla="*/ 718032 h 1608850"/>
                <a:gd name="connsiteX26" fmla="*/ 1099585 w 12192000"/>
                <a:gd name="connsiteY26" fmla="*/ 0 h 1608850"/>
                <a:gd name="connsiteX27" fmla="*/ 1101611 w 12192000"/>
                <a:gd name="connsiteY27" fmla="*/ 246443 h 1608850"/>
                <a:gd name="connsiteX28" fmla="*/ 1140117 w 12192000"/>
                <a:gd name="connsiteY28" fmla="*/ 326429 h 1608850"/>
                <a:gd name="connsiteX29" fmla="*/ 1142145 w 12192000"/>
                <a:gd name="connsiteY29" fmla="*/ 326429 h 1608850"/>
                <a:gd name="connsiteX30" fmla="*/ 1156331 w 12192000"/>
                <a:gd name="connsiteY30" fmla="*/ 326429 h 1608850"/>
                <a:gd name="connsiteX31" fmla="*/ 1156331 w 12192000"/>
                <a:gd name="connsiteY31" fmla="*/ 350208 h 1608850"/>
                <a:gd name="connsiteX32" fmla="*/ 1156839 w 12192000"/>
                <a:gd name="connsiteY32" fmla="*/ 351019 h 1608850"/>
                <a:gd name="connsiteX33" fmla="*/ 1160385 w 12192000"/>
                <a:gd name="connsiteY33" fmla="*/ 356694 h 1608850"/>
                <a:gd name="connsiteX34" fmla="*/ 1160385 w 12192000"/>
                <a:gd name="connsiteY34" fmla="*/ 471268 h 1608850"/>
                <a:gd name="connsiteX35" fmla="*/ 1162664 w 12192000"/>
                <a:gd name="connsiteY35" fmla="*/ 471268 h 1608850"/>
                <a:gd name="connsiteX36" fmla="*/ 1178625 w 12192000"/>
                <a:gd name="connsiteY36" fmla="*/ 471268 h 1608850"/>
                <a:gd name="connsiteX37" fmla="*/ 1178625 w 12192000"/>
                <a:gd name="connsiteY37" fmla="*/ 611783 h 1608850"/>
                <a:gd name="connsiteX38" fmla="*/ 1180145 w 12192000"/>
                <a:gd name="connsiteY38" fmla="*/ 611513 h 1608850"/>
                <a:gd name="connsiteX39" fmla="*/ 1190785 w 12192000"/>
                <a:gd name="connsiteY39" fmla="*/ 609622 h 1608850"/>
                <a:gd name="connsiteX40" fmla="*/ 1188759 w 12192000"/>
                <a:gd name="connsiteY40" fmla="*/ 698254 h 1608850"/>
                <a:gd name="connsiteX41" fmla="*/ 1190279 w 12192000"/>
                <a:gd name="connsiteY41" fmla="*/ 698525 h 1608850"/>
                <a:gd name="connsiteX42" fmla="*/ 1200919 w 12192000"/>
                <a:gd name="connsiteY42" fmla="*/ 700416 h 1608850"/>
                <a:gd name="connsiteX43" fmla="*/ 1201171 w 12192000"/>
                <a:gd name="connsiteY43" fmla="*/ 701227 h 1608850"/>
                <a:gd name="connsiteX44" fmla="*/ 1202945 w 12192000"/>
                <a:gd name="connsiteY44" fmla="*/ 706902 h 1608850"/>
                <a:gd name="connsiteX45" fmla="*/ 1203705 w 12192000"/>
                <a:gd name="connsiteY45" fmla="*/ 704470 h 1608850"/>
                <a:gd name="connsiteX46" fmla="*/ 1209025 w 12192000"/>
                <a:gd name="connsiteY46" fmla="*/ 687446 h 1608850"/>
                <a:gd name="connsiteX47" fmla="*/ 1210799 w 12192000"/>
                <a:gd name="connsiteY47" fmla="*/ 687446 h 1608850"/>
                <a:gd name="connsiteX48" fmla="*/ 1223212 w 12192000"/>
                <a:gd name="connsiteY48" fmla="*/ 687446 h 1608850"/>
                <a:gd name="connsiteX49" fmla="*/ 1223212 w 12192000"/>
                <a:gd name="connsiteY49" fmla="*/ 719872 h 1608850"/>
                <a:gd name="connsiteX50" fmla="*/ 1224225 w 12192000"/>
                <a:gd name="connsiteY50" fmla="*/ 720413 h 1608850"/>
                <a:gd name="connsiteX51" fmla="*/ 1231319 w 12192000"/>
                <a:gd name="connsiteY51" fmla="*/ 724196 h 1608850"/>
                <a:gd name="connsiteX52" fmla="*/ 1231319 w 12192000"/>
                <a:gd name="connsiteY52" fmla="*/ 725547 h 1608850"/>
                <a:gd name="connsiteX53" fmla="*/ 1231319 w 12192000"/>
                <a:gd name="connsiteY53" fmla="*/ 735005 h 1608850"/>
                <a:gd name="connsiteX54" fmla="*/ 1275907 w 12192000"/>
                <a:gd name="connsiteY54" fmla="*/ 735005 h 1608850"/>
                <a:gd name="connsiteX55" fmla="*/ 1275907 w 12192000"/>
                <a:gd name="connsiteY55" fmla="*/ 736086 h 1608850"/>
                <a:gd name="connsiteX56" fmla="*/ 1275907 w 12192000"/>
                <a:gd name="connsiteY56" fmla="*/ 743652 h 1608850"/>
                <a:gd name="connsiteX57" fmla="*/ 1277933 w 12192000"/>
                <a:gd name="connsiteY57" fmla="*/ 743652 h 1608850"/>
                <a:gd name="connsiteX58" fmla="*/ 1292119 w 12192000"/>
                <a:gd name="connsiteY58" fmla="*/ 743652 h 1608850"/>
                <a:gd name="connsiteX59" fmla="*/ 1292119 w 12192000"/>
                <a:gd name="connsiteY59" fmla="*/ 713387 h 1608850"/>
                <a:gd name="connsiteX60" fmla="*/ 1336706 w 12192000"/>
                <a:gd name="connsiteY60" fmla="*/ 713387 h 1608850"/>
                <a:gd name="connsiteX61" fmla="*/ 1336706 w 12192000"/>
                <a:gd name="connsiteY61" fmla="*/ 712036 h 1608850"/>
                <a:gd name="connsiteX62" fmla="*/ 1336706 w 12192000"/>
                <a:gd name="connsiteY62" fmla="*/ 702578 h 1608850"/>
                <a:gd name="connsiteX63" fmla="*/ 1337721 w 12192000"/>
                <a:gd name="connsiteY63" fmla="*/ 702578 h 1608850"/>
                <a:gd name="connsiteX64" fmla="*/ 1344813 w 12192000"/>
                <a:gd name="connsiteY64" fmla="*/ 702578 h 1608850"/>
                <a:gd name="connsiteX65" fmla="*/ 1344813 w 12192000"/>
                <a:gd name="connsiteY65" fmla="*/ 700687 h 1608850"/>
                <a:gd name="connsiteX66" fmla="*/ 1344813 w 12192000"/>
                <a:gd name="connsiteY66" fmla="*/ 687446 h 1608850"/>
                <a:gd name="connsiteX67" fmla="*/ 1345573 w 12192000"/>
                <a:gd name="connsiteY67" fmla="*/ 687446 h 1608850"/>
                <a:gd name="connsiteX68" fmla="*/ 1350893 w 12192000"/>
                <a:gd name="connsiteY68" fmla="*/ 687446 h 1608850"/>
                <a:gd name="connsiteX69" fmla="*/ 1350893 w 12192000"/>
                <a:gd name="connsiteY69" fmla="*/ 686365 h 1608850"/>
                <a:gd name="connsiteX70" fmla="*/ 1350893 w 12192000"/>
                <a:gd name="connsiteY70" fmla="*/ 678798 h 1608850"/>
                <a:gd name="connsiteX71" fmla="*/ 1352921 w 12192000"/>
                <a:gd name="connsiteY71" fmla="*/ 678798 h 1608850"/>
                <a:gd name="connsiteX72" fmla="*/ 1367107 w 12192000"/>
                <a:gd name="connsiteY72" fmla="*/ 678798 h 1608850"/>
                <a:gd name="connsiteX73" fmla="*/ 1367107 w 12192000"/>
                <a:gd name="connsiteY73" fmla="*/ 679879 h 1608850"/>
                <a:gd name="connsiteX74" fmla="*/ 1367107 w 12192000"/>
                <a:gd name="connsiteY74" fmla="*/ 687446 h 1608850"/>
                <a:gd name="connsiteX75" fmla="*/ 1389401 w 12192000"/>
                <a:gd name="connsiteY75" fmla="*/ 687446 h 1608850"/>
                <a:gd name="connsiteX76" fmla="*/ 1389401 w 12192000"/>
                <a:gd name="connsiteY76" fmla="*/ 685554 h 1608850"/>
                <a:gd name="connsiteX77" fmla="*/ 1389401 w 12192000"/>
                <a:gd name="connsiteY77" fmla="*/ 672313 h 1608850"/>
                <a:gd name="connsiteX78" fmla="*/ 1391174 w 12192000"/>
                <a:gd name="connsiteY78" fmla="*/ 672313 h 1608850"/>
                <a:gd name="connsiteX79" fmla="*/ 1403587 w 12192000"/>
                <a:gd name="connsiteY79" fmla="*/ 672313 h 1608850"/>
                <a:gd name="connsiteX80" fmla="*/ 1403587 w 12192000"/>
                <a:gd name="connsiteY80" fmla="*/ 696093 h 1608850"/>
                <a:gd name="connsiteX81" fmla="*/ 1404601 w 12192000"/>
                <a:gd name="connsiteY81" fmla="*/ 696093 h 1608850"/>
                <a:gd name="connsiteX82" fmla="*/ 1411695 w 12192000"/>
                <a:gd name="connsiteY82" fmla="*/ 696093 h 1608850"/>
                <a:gd name="connsiteX83" fmla="*/ 1411695 w 12192000"/>
                <a:gd name="connsiteY83" fmla="*/ 695012 h 1608850"/>
                <a:gd name="connsiteX84" fmla="*/ 1411695 w 12192000"/>
                <a:gd name="connsiteY84" fmla="*/ 687446 h 1608850"/>
                <a:gd name="connsiteX85" fmla="*/ 1413467 w 12192000"/>
                <a:gd name="connsiteY85" fmla="*/ 687446 h 1608850"/>
                <a:gd name="connsiteX86" fmla="*/ 1425881 w 12192000"/>
                <a:gd name="connsiteY86" fmla="*/ 687446 h 1608850"/>
                <a:gd name="connsiteX87" fmla="*/ 1425881 w 12192000"/>
                <a:gd name="connsiteY87" fmla="*/ 713387 h 1608850"/>
                <a:gd name="connsiteX88" fmla="*/ 1427909 w 12192000"/>
                <a:gd name="connsiteY88" fmla="*/ 713387 h 1608850"/>
                <a:gd name="connsiteX89" fmla="*/ 1442095 w 12192000"/>
                <a:gd name="connsiteY89" fmla="*/ 713387 h 1608850"/>
                <a:gd name="connsiteX90" fmla="*/ 1442095 w 12192000"/>
                <a:gd name="connsiteY90" fmla="*/ 715008 h 1608850"/>
                <a:gd name="connsiteX91" fmla="*/ 1442095 w 12192000"/>
                <a:gd name="connsiteY91" fmla="*/ 726358 h 1608850"/>
                <a:gd name="connsiteX92" fmla="*/ 1442855 w 12192000"/>
                <a:gd name="connsiteY92" fmla="*/ 726358 h 1608850"/>
                <a:gd name="connsiteX93" fmla="*/ 1448175 w 12192000"/>
                <a:gd name="connsiteY93" fmla="*/ 726358 h 1608850"/>
                <a:gd name="connsiteX94" fmla="*/ 1448175 w 12192000"/>
                <a:gd name="connsiteY94" fmla="*/ 725547 h 1608850"/>
                <a:gd name="connsiteX95" fmla="*/ 1448175 w 12192000"/>
                <a:gd name="connsiteY95" fmla="*/ 719872 h 1608850"/>
                <a:gd name="connsiteX96" fmla="*/ 1478575 w 12192000"/>
                <a:gd name="connsiteY96" fmla="*/ 719872 h 1608850"/>
                <a:gd name="connsiteX97" fmla="*/ 1478575 w 12192000"/>
                <a:gd name="connsiteY97" fmla="*/ 743652 h 1608850"/>
                <a:gd name="connsiteX98" fmla="*/ 1479589 w 12192000"/>
                <a:gd name="connsiteY98" fmla="*/ 743652 h 1608850"/>
                <a:gd name="connsiteX99" fmla="*/ 1486683 w 12192000"/>
                <a:gd name="connsiteY99" fmla="*/ 743652 h 1608850"/>
                <a:gd name="connsiteX100" fmla="*/ 1486683 w 12192000"/>
                <a:gd name="connsiteY100" fmla="*/ 744733 h 1608850"/>
                <a:gd name="connsiteX101" fmla="*/ 1486683 w 12192000"/>
                <a:gd name="connsiteY101" fmla="*/ 752299 h 1608850"/>
                <a:gd name="connsiteX102" fmla="*/ 1487443 w 12192000"/>
                <a:gd name="connsiteY102" fmla="*/ 752299 h 1608850"/>
                <a:gd name="connsiteX103" fmla="*/ 1492763 w 12192000"/>
                <a:gd name="connsiteY103" fmla="*/ 752299 h 1608850"/>
                <a:gd name="connsiteX104" fmla="*/ 1492763 w 12192000"/>
                <a:gd name="connsiteY104" fmla="*/ 750137 h 1608850"/>
                <a:gd name="connsiteX105" fmla="*/ 1492763 w 12192000"/>
                <a:gd name="connsiteY105" fmla="*/ 735005 h 1608850"/>
                <a:gd name="connsiteX106" fmla="*/ 1493775 w 12192000"/>
                <a:gd name="connsiteY106" fmla="*/ 735005 h 1608850"/>
                <a:gd name="connsiteX107" fmla="*/ 1500869 w 12192000"/>
                <a:gd name="connsiteY107" fmla="*/ 735005 h 1608850"/>
                <a:gd name="connsiteX108" fmla="*/ 1500869 w 12192000"/>
                <a:gd name="connsiteY108" fmla="*/ 736086 h 1608850"/>
                <a:gd name="connsiteX109" fmla="*/ 1500869 w 12192000"/>
                <a:gd name="connsiteY109" fmla="*/ 743652 h 1608850"/>
                <a:gd name="connsiteX110" fmla="*/ 1506189 w 12192000"/>
                <a:gd name="connsiteY110" fmla="*/ 741659 h 1608850"/>
                <a:gd name="connsiteX111" fmla="*/ 1506949 w 12192000"/>
                <a:gd name="connsiteY111" fmla="*/ 740679 h 1608850"/>
                <a:gd name="connsiteX112" fmla="*/ 1506949 w 12192000"/>
                <a:gd name="connsiteY112" fmla="*/ 735005 h 1608850"/>
                <a:gd name="connsiteX113" fmla="*/ 1545457 w 12192000"/>
                <a:gd name="connsiteY113" fmla="*/ 735005 h 1608850"/>
                <a:gd name="connsiteX114" fmla="*/ 1545457 w 12192000"/>
                <a:gd name="connsiteY114" fmla="*/ 758784 h 1608850"/>
                <a:gd name="connsiteX115" fmla="*/ 1547483 w 12192000"/>
                <a:gd name="connsiteY115" fmla="*/ 758784 h 1608850"/>
                <a:gd name="connsiteX116" fmla="*/ 1561669 w 12192000"/>
                <a:gd name="connsiteY116" fmla="*/ 758784 h 1608850"/>
                <a:gd name="connsiteX117" fmla="*/ 1561669 w 12192000"/>
                <a:gd name="connsiteY117" fmla="*/ 759865 h 1608850"/>
                <a:gd name="connsiteX118" fmla="*/ 1561669 w 12192000"/>
                <a:gd name="connsiteY118" fmla="*/ 767431 h 1608850"/>
                <a:gd name="connsiteX119" fmla="*/ 1563443 w 12192000"/>
                <a:gd name="connsiteY119" fmla="*/ 767431 h 1608850"/>
                <a:gd name="connsiteX120" fmla="*/ 1575857 w 12192000"/>
                <a:gd name="connsiteY120" fmla="*/ 767431 h 1608850"/>
                <a:gd name="connsiteX121" fmla="*/ 1575857 w 12192000"/>
                <a:gd name="connsiteY121" fmla="*/ 743652 h 1608850"/>
                <a:gd name="connsiteX122" fmla="*/ 1576869 w 12192000"/>
                <a:gd name="connsiteY122" fmla="*/ 743652 h 1608850"/>
                <a:gd name="connsiteX123" fmla="*/ 1583963 w 12192000"/>
                <a:gd name="connsiteY123" fmla="*/ 743652 h 1608850"/>
                <a:gd name="connsiteX124" fmla="*/ 1583963 w 12192000"/>
                <a:gd name="connsiteY124" fmla="*/ 711225 h 1608850"/>
                <a:gd name="connsiteX125" fmla="*/ 1584977 w 12192000"/>
                <a:gd name="connsiteY125" fmla="*/ 711225 h 1608850"/>
                <a:gd name="connsiteX126" fmla="*/ 1592071 w 12192000"/>
                <a:gd name="connsiteY126" fmla="*/ 711225 h 1608850"/>
                <a:gd name="connsiteX127" fmla="*/ 1592071 w 12192000"/>
                <a:gd name="connsiteY127" fmla="*/ 709334 h 1608850"/>
                <a:gd name="connsiteX128" fmla="*/ 1592071 w 12192000"/>
                <a:gd name="connsiteY128" fmla="*/ 696093 h 1608850"/>
                <a:gd name="connsiteX129" fmla="*/ 1590803 w 12192000"/>
                <a:gd name="connsiteY129" fmla="*/ 694471 h 1608850"/>
                <a:gd name="connsiteX130" fmla="*/ 1596123 w 12192000"/>
                <a:gd name="connsiteY130" fmla="*/ 683122 h 1608850"/>
                <a:gd name="connsiteX131" fmla="*/ 1604231 w 12192000"/>
                <a:gd name="connsiteY131" fmla="*/ 711225 h 1608850"/>
                <a:gd name="connsiteX132" fmla="*/ 1604991 w 12192000"/>
                <a:gd name="connsiteY132" fmla="*/ 711225 h 1608850"/>
                <a:gd name="connsiteX133" fmla="*/ 1610311 w 12192000"/>
                <a:gd name="connsiteY133" fmla="*/ 711225 h 1608850"/>
                <a:gd name="connsiteX134" fmla="*/ 1610311 w 12192000"/>
                <a:gd name="connsiteY134" fmla="*/ 605298 h 1608850"/>
                <a:gd name="connsiteX135" fmla="*/ 1611831 w 12192000"/>
                <a:gd name="connsiteY135" fmla="*/ 605298 h 1608850"/>
                <a:gd name="connsiteX136" fmla="*/ 1622471 w 12192000"/>
                <a:gd name="connsiteY136" fmla="*/ 605298 h 1608850"/>
                <a:gd name="connsiteX137" fmla="*/ 1622471 w 12192000"/>
                <a:gd name="connsiteY137" fmla="*/ 557739 h 1608850"/>
                <a:gd name="connsiteX138" fmla="*/ 1648817 w 12192000"/>
                <a:gd name="connsiteY138" fmla="*/ 557739 h 1608850"/>
                <a:gd name="connsiteX139" fmla="*/ 1648817 w 12192000"/>
                <a:gd name="connsiteY139" fmla="*/ 536121 h 1608850"/>
                <a:gd name="connsiteX140" fmla="*/ 1683271 w 12192000"/>
                <a:gd name="connsiteY140" fmla="*/ 536121 h 1608850"/>
                <a:gd name="connsiteX141" fmla="*/ 1683271 w 12192000"/>
                <a:gd name="connsiteY141" fmla="*/ 538553 h 1608850"/>
                <a:gd name="connsiteX142" fmla="*/ 1683271 w 12192000"/>
                <a:gd name="connsiteY142" fmla="*/ 555577 h 1608850"/>
                <a:gd name="connsiteX143" fmla="*/ 1685551 w 12192000"/>
                <a:gd name="connsiteY143" fmla="*/ 555577 h 1608850"/>
                <a:gd name="connsiteX144" fmla="*/ 1701511 w 12192000"/>
                <a:gd name="connsiteY144" fmla="*/ 555577 h 1608850"/>
                <a:gd name="connsiteX145" fmla="*/ 1701511 w 12192000"/>
                <a:gd name="connsiteY145" fmla="*/ 603136 h 1608850"/>
                <a:gd name="connsiteX146" fmla="*/ 1702525 w 12192000"/>
                <a:gd name="connsiteY146" fmla="*/ 603136 h 1608850"/>
                <a:gd name="connsiteX147" fmla="*/ 1709619 w 12192000"/>
                <a:gd name="connsiteY147" fmla="*/ 603136 h 1608850"/>
                <a:gd name="connsiteX148" fmla="*/ 1723805 w 12192000"/>
                <a:gd name="connsiteY148" fmla="*/ 607460 h 1608850"/>
                <a:gd name="connsiteX149" fmla="*/ 1723805 w 12192000"/>
                <a:gd name="connsiteY149" fmla="*/ 646372 h 1608850"/>
                <a:gd name="connsiteX150" fmla="*/ 1724819 w 12192000"/>
                <a:gd name="connsiteY150" fmla="*/ 646372 h 1608850"/>
                <a:gd name="connsiteX151" fmla="*/ 1731911 w 12192000"/>
                <a:gd name="connsiteY151" fmla="*/ 646372 h 1608850"/>
                <a:gd name="connsiteX152" fmla="*/ 1731911 w 12192000"/>
                <a:gd name="connsiteY152" fmla="*/ 647993 h 1608850"/>
                <a:gd name="connsiteX153" fmla="*/ 1731911 w 12192000"/>
                <a:gd name="connsiteY153" fmla="*/ 659342 h 1608850"/>
                <a:gd name="connsiteX154" fmla="*/ 1733939 w 12192000"/>
                <a:gd name="connsiteY154" fmla="*/ 659342 h 1608850"/>
                <a:gd name="connsiteX155" fmla="*/ 1748125 w 12192000"/>
                <a:gd name="connsiteY155" fmla="*/ 659342 h 1608850"/>
                <a:gd name="connsiteX156" fmla="*/ 1754205 w 12192000"/>
                <a:gd name="connsiteY156" fmla="*/ 665828 h 1608850"/>
                <a:gd name="connsiteX157" fmla="*/ 1754205 w 12192000"/>
                <a:gd name="connsiteY157" fmla="*/ 687446 h 1608850"/>
                <a:gd name="connsiteX158" fmla="*/ 1756485 w 12192000"/>
                <a:gd name="connsiteY158" fmla="*/ 687446 h 1608850"/>
                <a:gd name="connsiteX159" fmla="*/ 1772445 w 12192000"/>
                <a:gd name="connsiteY159" fmla="*/ 687446 h 1608850"/>
                <a:gd name="connsiteX160" fmla="*/ 1772445 w 12192000"/>
                <a:gd name="connsiteY160" fmla="*/ 688526 h 1608850"/>
                <a:gd name="connsiteX161" fmla="*/ 1772445 w 12192000"/>
                <a:gd name="connsiteY161" fmla="*/ 696093 h 1608850"/>
                <a:gd name="connsiteX162" fmla="*/ 1773713 w 12192000"/>
                <a:gd name="connsiteY162" fmla="*/ 696093 h 1608850"/>
                <a:gd name="connsiteX163" fmla="*/ 1782579 w 12192000"/>
                <a:gd name="connsiteY163" fmla="*/ 696093 h 1608850"/>
                <a:gd name="connsiteX164" fmla="*/ 1782579 w 12192000"/>
                <a:gd name="connsiteY164" fmla="*/ 698254 h 1608850"/>
                <a:gd name="connsiteX165" fmla="*/ 1782579 w 12192000"/>
                <a:gd name="connsiteY165" fmla="*/ 713387 h 1608850"/>
                <a:gd name="connsiteX166" fmla="*/ 1786633 w 12192000"/>
                <a:gd name="connsiteY166" fmla="*/ 711495 h 1608850"/>
                <a:gd name="connsiteX167" fmla="*/ 1786633 w 12192000"/>
                <a:gd name="connsiteY167" fmla="*/ 698254 h 1608850"/>
                <a:gd name="connsiteX168" fmla="*/ 1787645 w 12192000"/>
                <a:gd name="connsiteY168" fmla="*/ 698254 h 1608850"/>
                <a:gd name="connsiteX169" fmla="*/ 1794739 w 12192000"/>
                <a:gd name="connsiteY169" fmla="*/ 698254 h 1608850"/>
                <a:gd name="connsiteX170" fmla="*/ 1794739 w 12192000"/>
                <a:gd name="connsiteY170" fmla="*/ 699876 h 1608850"/>
                <a:gd name="connsiteX171" fmla="*/ 1794739 w 12192000"/>
                <a:gd name="connsiteY171" fmla="*/ 711225 h 1608850"/>
                <a:gd name="connsiteX172" fmla="*/ 1795499 w 12192000"/>
                <a:gd name="connsiteY172" fmla="*/ 711225 h 1608850"/>
                <a:gd name="connsiteX173" fmla="*/ 1800819 w 12192000"/>
                <a:gd name="connsiteY173" fmla="*/ 711225 h 1608850"/>
                <a:gd name="connsiteX174" fmla="*/ 1849459 w 12192000"/>
                <a:gd name="connsiteY174" fmla="*/ 706902 h 1608850"/>
                <a:gd name="connsiteX175" fmla="*/ 1849459 w 12192000"/>
                <a:gd name="connsiteY175" fmla="*/ 708253 h 1608850"/>
                <a:gd name="connsiteX176" fmla="*/ 1849459 w 12192000"/>
                <a:gd name="connsiteY176" fmla="*/ 717710 h 1608850"/>
                <a:gd name="connsiteX177" fmla="*/ 1850219 w 12192000"/>
                <a:gd name="connsiteY177" fmla="*/ 717710 h 1608850"/>
                <a:gd name="connsiteX178" fmla="*/ 1855541 w 12192000"/>
                <a:gd name="connsiteY178" fmla="*/ 717710 h 1608850"/>
                <a:gd name="connsiteX179" fmla="*/ 1855541 w 12192000"/>
                <a:gd name="connsiteY179" fmla="*/ 719872 h 1608850"/>
                <a:gd name="connsiteX180" fmla="*/ 1855541 w 12192000"/>
                <a:gd name="connsiteY180" fmla="*/ 735005 h 1608850"/>
                <a:gd name="connsiteX181" fmla="*/ 1857567 w 12192000"/>
                <a:gd name="connsiteY181" fmla="*/ 733654 h 1608850"/>
                <a:gd name="connsiteX182" fmla="*/ 1871753 w 12192000"/>
                <a:gd name="connsiteY182" fmla="*/ 724196 h 1608850"/>
                <a:gd name="connsiteX183" fmla="*/ 1877833 w 12192000"/>
                <a:gd name="connsiteY183" fmla="*/ 683122 h 1608850"/>
                <a:gd name="connsiteX184" fmla="*/ 1878593 w 12192000"/>
                <a:gd name="connsiteY184" fmla="*/ 682852 h 1608850"/>
                <a:gd name="connsiteX185" fmla="*/ 1883913 w 12192000"/>
                <a:gd name="connsiteY185" fmla="*/ 680960 h 1608850"/>
                <a:gd name="connsiteX186" fmla="*/ 1885941 w 12192000"/>
                <a:gd name="connsiteY186" fmla="*/ 611783 h 1608850"/>
                <a:gd name="connsiteX187" fmla="*/ 1887967 w 12192000"/>
                <a:gd name="connsiteY187" fmla="*/ 680960 h 1608850"/>
                <a:gd name="connsiteX188" fmla="*/ 1888727 w 12192000"/>
                <a:gd name="connsiteY188" fmla="*/ 681230 h 1608850"/>
                <a:gd name="connsiteX189" fmla="*/ 1894047 w 12192000"/>
                <a:gd name="connsiteY189" fmla="*/ 683122 h 1608850"/>
                <a:gd name="connsiteX190" fmla="*/ 1894047 w 12192000"/>
                <a:gd name="connsiteY190" fmla="*/ 596651 h 1608850"/>
                <a:gd name="connsiteX191" fmla="*/ 1898101 w 12192000"/>
                <a:gd name="connsiteY191" fmla="*/ 564224 h 1608850"/>
                <a:gd name="connsiteX192" fmla="*/ 1936607 w 12192000"/>
                <a:gd name="connsiteY192" fmla="*/ 564224 h 1608850"/>
                <a:gd name="connsiteX193" fmla="*/ 1936607 w 12192000"/>
                <a:gd name="connsiteY193" fmla="*/ 596651 h 1608850"/>
                <a:gd name="connsiteX194" fmla="*/ 1937367 w 12192000"/>
                <a:gd name="connsiteY194" fmla="*/ 596651 h 1608850"/>
                <a:gd name="connsiteX195" fmla="*/ 1942687 w 12192000"/>
                <a:gd name="connsiteY195" fmla="*/ 596651 h 1608850"/>
                <a:gd name="connsiteX196" fmla="*/ 1942687 w 12192000"/>
                <a:gd name="connsiteY196" fmla="*/ 514503 h 1608850"/>
                <a:gd name="connsiteX197" fmla="*/ 1944461 w 12192000"/>
                <a:gd name="connsiteY197" fmla="*/ 514503 h 1608850"/>
                <a:gd name="connsiteX198" fmla="*/ 1956875 w 12192000"/>
                <a:gd name="connsiteY198" fmla="*/ 514503 h 1608850"/>
                <a:gd name="connsiteX199" fmla="*/ 1956875 w 12192000"/>
                <a:gd name="connsiteY199" fmla="*/ 512612 h 1608850"/>
                <a:gd name="connsiteX200" fmla="*/ 1956875 w 12192000"/>
                <a:gd name="connsiteY200" fmla="*/ 499371 h 1608850"/>
                <a:gd name="connsiteX201" fmla="*/ 1979169 w 12192000"/>
                <a:gd name="connsiteY201" fmla="*/ 499371 h 1608850"/>
                <a:gd name="connsiteX202" fmla="*/ 1979169 w 12192000"/>
                <a:gd name="connsiteY202" fmla="*/ 498290 h 1608850"/>
                <a:gd name="connsiteX203" fmla="*/ 1979169 w 12192000"/>
                <a:gd name="connsiteY203" fmla="*/ 490724 h 1608850"/>
                <a:gd name="connsiteX204" fmla="*/ 1980941 w 12192000"/>
                <a:gd name="connsiteY204" fmla="*/ 490724 h 1608850"/>
                <a:gd name="connsiteX205" fmla="*/ 1993355 w 12192000"/>
                <a:gd name="connsiteY205" fmla="*/ 490724 h 1608850"/>
                <a:gd name="connsiteX206" fmla="*/ 1993355 w 12192000"/>
                <a:gd name="connsiteY206" fmla="*/ 491805 h 1608850"/>
                <a:gd name="connsiteX207" fmla="*/ 1993355 w 12192000"/>
                <a:gd name="connsiteY207" fmla="*/ 499371 h 1608850"/>
                <a:gd name="connsiteX208" fmla="*/ 1994115 w 12192000"/>
                <a:gd name="connsiteY208" fmla="*/ 499371 h 1608850"/>
                <a:gd name="connsiteX209" fmla="*/ 1999435 w 12192000"/>
                <a:gd name="connsiteY209" fmla="*/ 499371 h 1608850"/>
                <a:gd name="connsiteX210" fmla="*/ 2009569 w 12192000"/>
                <a:gd name="connsiteY210" fmla="*/ 495047 h 1608850"/>
                <a:gd name="connsiteX211" fmla="*/ 2013621 w 12192000"/>
                <a:gd name="connsiteY211" fmla="*/ 498290 h 1608850"/>
                <a:gd name="connsiteX212" fmla="*/ 2013621 w 12192000"/>
                <a:gd name="connsiteY212" fmla="*/ 490724 h 1608850"/>
                <a:gd name="connsiteX213" fmla="*/ 2015901 w 12192000"/>
                <a:gd name="connsiteY213" fmla="*/ 490724 h 1608850"/>
                <a:gd name="connsiteX214" fmla="*/ 2031863 w 12192000"/>
                <a:gd name="connsiteY214" fmla="*/ 490724 h 1608850"/>
                <a:gd name="connsiteX215" fmla="*/ 2031863 w 12192000"/>
                <a:gd name="connsiteY215" fmla="*/ 491805 h 1608850"/>
                <a:gd name="connsiteX216" fmla="*/ 2031863 w 12192000"/>
                <a:gd name="connsiteY216" fmla="*/ 499371 h 1608850"/>
                <a:gd name="connsiteX217" fmla="*/ 2062263 w 12192000"/>
                <a:gd name="connsiteY217" fmla="*/ 499371 h 1608850"/>
                <a:gd name="connsiteX218" fmla="*/ 2062263 w 12192000"/>
                <a:gd name="connsiteY218" fmla="*/ 500992 h 1608850"/>
                <a:gd name="connsiteX219" fmla="*/ 2062263 w 12192000"/>
                <a:gd name="connsiteY219" fmla="*/ 512342 h 1608850"/>
                <a:gd name="connsiteX220" fmla="*/ 2088609 w 12192000"/>
                <a:gd name="connsiteY220" fmla="*/ 512342 h 1608850"/>
                <a:gd name="connsiteX221" fmla="*/ 2088609 w 12192000"/>
                <a:gd name="connsiteY221" fmla="*/ 542606 h 1608850"/>
                <a:gd name="connsiteX222" fmla="*/ 2089369 w 12192000"/>
                <a:gd name="connsiteY222" fmla="*/ 542606 h 1608850"/>
                <a:gd name="connsiteX223" fmla="*/ 2094689 w 12192000"/>
                <a:gd name="connsiteY223" fmla="*/ 542606 h 1608850"/>
                <a:gd name="connsiteX224" fmla="*/ 2094689 w 12192000"/>
                <a:gd name="connsiteY224" fmla="*/ 543687 h 1608850"/>
                <a:gd name="connsiteX225" fmla="*/ 2094689 w 12192000"/>
                <a:gd name="connsiteY225" fmla="*/ 551254 h 1608850"/>
                <a:gd name="connsiteX226" fmla="*/ 2098743 w 12192000"/>
                <a:gd name="connsiteY226" fmla="*/ 581518 h 1608850"/>
                <a:gd name="connsiteX227" fmla="*/ 2099503 w 12192000"/>
                <a:gd name="connsiteY227" fmla="*/ 581518 h 1608850"/>
                <a:gd name="connsiteX228" fmla="*/ 2104823 w 12192000"/>
                <a:gd name="connsiteY228" fmla="*/ 581518 h 1608850"/>
                <a:gd name="connsiteX229" fmla="*/ 2104823 w 12192000"/>
                <a:gd name="connsiteY229" fmla="*/ 582329 h 1608850"/>
                <a:gd name="connsiteX230" fmla="*/ 2104823 w 12192000"/>
                <a:gd name="connsiteY230" fmla="*/ 588004 h 1608850"/>
                <a:gd name="connsiteX231" fmla="*/ 2105837 w 12192000"/>
                <a:gd name="connsiteY231" fmla="*/ 588004 h 1608850"/>
                <a:gd name="connsiteX232" fmla="*/ 2112929 w 12192000"/>
                <a:gd name="connsiteY232" fmla="*/ 588004 h 1608850"/>
                <a:gd name="connsiteX233" fmla="*/ 2112929 w 12192000"/>
                <a:gd name="connsiteY233" fmla="*/ 618269 h 1608850"/>
                <a:gd name="connsiteX234" fmla="*/ 2114957 w 12192000"/>
                <a:gd name="connsiteY234" fmla="*/ 618269 h 1608850"/>
                <a:gd name="connsiteX235" fmla="*/ 2129143 w 12192000"/>
                <a:gd name="connsiteY235" fmla="*/ 618269 h 1608850"/>
                <a:gd name="connsiteX236" fmla="*/ 2129143 w 12192000"/>
                <a:gd name="connsiteY236" fmla="*/ 642048 h 1608850"/>
                <a:gd name="connsiteX237" fmla="*/ 2131171 w 12192000"/>
                <a:gd name="connsiteY237" fmla="*/ 643669 h 1608850"/>
                <a:gd name="connsiteX238" fmla="*/ 2131171 w 12192000"/>
                <a:gd name="connsiteY238" fmla="*/ 655019 h 1608850"/>
                <a:gd name="connsiteX239" fmla="*/ 2131931 w 12192000"/>
                <a:gd name="connsiteY239" fmla="*/ 655019 h 1608850"/>
                <a:gd name="connsiteX240" fmla="*/ 2137251 w 12192000"/>
                <a:gd name="connsiteY240" fmla="*/ 655019 h 1608850"/>
                <a:gd name="connsiteX241" fmla="*/ 2137251 w 12192000"/>
                <a:gd name="connsiteY241" fmla="*/ 678798 h 1608850"/>
                <a:gd name="connsiteX242" fmla="*/ 2138517 w 12192000"/>
                <a:gd name="connsiteY242" fmla="*/ 678798 h 1608850"/>
                <a:gd name="connsiteX243" fmla="*/ 2147383 w 12192000"/>
                <a:gd name="connsiteY243" fmla="*/ 678798 h 1608850"/>
                <a:gd name="connsiteX244" fmla="*/ 2149411 w 12192000"/>
                <a:gd name="connsiteY244" fmla="*/ 682852 h 1608850"/>
                <a:gd name="connsiteX245" fmla="*/ 2149411 w 12192000"/>
                <a:gd name="connsiteY245" fmla="*/ 696093 h 1608850"/>
                <a:gd name="connsiteX246" fmla="*/ 2150931 w 12192000"/>
                <a:gd name="connsiteY246" fmla="*/ 694201 h 1608850"/>
                <a:gd name="connsiteX247" fmla="*/ 2161571 w 12192000"/>
                <a:gd name="connsiteY247" fmla="*/ 680960 h 1608850"/>
                <a:gd name="connsiteX248" fmla="*/ 2189945 w 12192000"/>
                <a:gd name="connsiteY248" fmla="*/ 680960 h 1608850"/>
                <a:gd name="connsiteX249" fmla="*/ 2189945 w 12192000"/>
                <a:gd name="connsiteY249" fmla="*/ 767431 h 1608850"/>
                <a:gd name="connsiteX250" fmla="*/ 2190705 w 12192000"/>
                <a:gd name="connsiteY250" fmla="*/ 767431 h 1608850"/>
                <a:gd name="connsiteX251" fmla="*/ 2196025 w 12192000"/>
                <a:gd name="connsiteY251" fmla="*/ 767431 h 1608850"/>
                <a:gd name="connsiteX252" fmla="*/ 2196785 w 12192000"/>
                <a:gd name="connsiteY252" fmla="*/ 766080 h 1608850"/>
                <a:gd name="connsiteX253" fmla="*/ 2202105 w 12192000"/>
                <a:gd name="connsiteY253" fmla="*/ 756622 h 1608850"/>
                <a:gd name="connsiteX254" fmla="*/ 2202105 w 12192000"/>
                <a:gd name="connsiteY254" fmla="*/ 758514 h 1608850"/>
                <a:gd name="connsiteX255" fmla="*/ 2202105 w 12192000"/>
                <a:gd name="connsiteY255" fmla="*/ 771755 h 1608850"/>
                <a:gd name="connsiteX256" fmla="*/ 2206157 w 12192000"/>
                <a:gd name="connsiteY256" fmla="*/ 726358 h 1608850"/>
                <a:gd name="connsiteX257" fmla="*/ 2206917 w 12192000"/>
                <a:gd name="connsiteY257" fmla="*/ 726358 h 1608850"/>
                <a:gd name="connsiteX258" fmla="*/ 2212237 w 12192000"/>
                <a:gd name="connsiteY258" fmla="*/ 726358 h 1608850"/>
                <a:gd name="connsiteX259" fmla="*/ 2212237 w 12192000"/>
                <a:gd name="connsiteY259" fmla="*/ 661504 h 1608850"/>
                <a:gd name="connsiteX260" fmla="*/ 2213251 w 12192000"/>
                <a:gd name="connsiteY260" fmla="*/ 661504 h 1608850"/>
                <a:gd name="connsiteX261" fmla="*/ 2220345 w 12192000"/>
                <a:gd name="connsiteY261" fmla="*/ 661504 h 1608850"/>
                <a:gd name="connsiteX262" fmla="*/ 2232505 w 12192000"/>
                <a:gd name="connsiteY262" fmla="*/ 618269 h 1608850"/>
                <a:gd name="connsiteX263" fmla="*/ 2233771 w 12192000"/>
                <a:gd name="connsiteY263" fmla="*/ 618269 h 1608850"/>
                <a:gd name="connsiteX264" fmla="*/ 2242639 w 12192000"/>
                <a:gd name="connsiteY264" fmla="*/ 618269 h 1608850"/>
                <a:gd name="connsiteX265" fmla="*/ 2252771 w 12192000"/>
                <a:gd name="connsiteY265" fmla="*/ 661504 h 1608850"/>
                <a:gd name="connsiteX266" fmla="*/ 2253785 w 12192000"/>
                <a:gd name="connsiteY266" fmla="*/ 661504 h 1608850"/>
                <a:gd name="connsiteX267" fmla="*/ 2260879 w 12192000"/>
                <a:gd name="connsiteY267" fmla="*/ 661504 h 1608850"/>
                <a:gd name="connsiteX268" fmla="*/ 2260879 w 12192000"/>
                <a:gd name="connsiteY268" fmla="*/ 700416 h 1608850"/>
                <a:gd name="connsiteX269" fmla="*/ 2262651 w 12192000"/>
                <a:gd name="connsiteY269" fmla="*/ 700416 h 1608850"/>
                <a:gd name="connsiteX270" fmla="*/ 2275065 w 12192000"/>
                <a:gd name="connsiteY270" fmla="*/ 700416 h 1608850"/>
                <a:gd name="connsiteX271" fmla="*/ 2275065 w 12192000"/>
                <a:gd name="connsiteY271" fmla="*/ 702578 h 1608850"/>
                <a:gd name="connsiteX272" fmla="*/ 2275065 w 12192000"/>
                <a:gd name="connsiteY272" fmla="*/ 717710 h 1608850"/>
                <a:gd name="connsiteX273" fmla="*/ 2279119 w 12192000"/>
                <a:gd name="connsiteY273" fmla="*/ 715549 h 1608850"/>
                <a:gd name="connsiteX274" fmla="*/ 2279119 w 12192000"/>
                <a:gd name="connsiteY274" fmla="*/ 700416 h 1608850"/>
                <a:gd name="connsiteX275" fmla="*/ 2280639 w 12192000"/>
                <a:gd name="connsiteY275" fmla="*/ 700416 h 1608850"/>
                <a:gd name="connsiteX276" fmla="*/ 2291279 w 12192000"/>
                <a:gd name="connsiteY276" fmla="*/ 700416 h 1608850"/>
                <a:gd name="connsiteX277" fmla="*/ 2291279 w 12192000"/>
                <a:gd name="connsiteY277" fmla="*/ 702037 h 1608850"/>
                <a:gd name="connsiteX278" fmla="*/ 2291279 w 12192000"/>
                <a:gd name="connsiteY278" fmla="*/ 713387 h 1608850"/>
                <a:gd name="connsiteX279" fmla="*/ 2321680 w 12192000"/>
                <a:gd name="connsiteY279" fmla="*/ 713387 h 1608850"/>
                <a:gd name="connsiteX280" fmla="*/ 2321680 w 12192000"/>
                <a:gd name="connsiteY280" fmla="*/ 676637 h 1608850"/>
                <a:gd name="connsiteX281" fmla="*/ 2322945 w 12192000"/>
                <a:gd name="connsiteY281" fmla="*/ 676637 h 1608850"/>
                <a:gd name="connsiteX282" fmla="*/ 2331813 w 12192000"/>
                <a:gd name="connsiteY282" fmla="*/ 676637 h 1608850"/>
                <a:gd name="connsiteX283" fmla="*/ 2331813 w 12192000"/>
                <a:gd name="connsiteY283" fmla="*/ 698254 h 1608850"/>
                <a:gd name="connsiteX284" fmla="*/ 2333840 w 12192000"/>
                <a:gd name="connsiteY284" fmla="*/ 665828 h 1608850"/>
                <a:gd name="connsiteX285" fmla="*/ 2356133 w 12192000"/>
                <a:gd name="connsiteY285" fmla="*/ 665828 h 1608850"/>
                <a:gd name="connsiteX286" fmla="*/ 2356133 w 12192000"/>
                <a:gd name="connsiteY286" fmla="*/ 664206 h 1608850"/>
                <a:gd name="connsiteX287" fmla="*/ 2356133 w 12192000"/>
                <a:gd name="connsiteY287" fmla="*/ 652857 h 1608850"/>
                <a:gd name="connsiteX288" fmla="*/ 2356893 w 12192000"/>
                <a:gd name="connsiteY288" fmla="*/ 652857 h 1608850"/>
                <a:gd name="connsiteX289" fmla="*/ 2362213 w 12192000"/>
                <a:gd name="connsiteY289" fmla="*/ 652857 h 1608850"/>
                <a:gd name="connsiteX290" fmla="*/ 2362213 w 12192000"/>
                <a:gd name="connsiteY290" fmla="*/ 650966 h 1608850"/>
                <a:gd name="connsiteX291" fmla="*/ 2362213 w 12192000"/>
                <a:gd name="connsiteY291" fmla="*/ 637725 h 1608850"/>
                <a:gd name="connsiteX292" fmla="*/ 2366267 w 12192000"/>
                <a:gd name="connsiteY292" fmla="*/ 644210 h 1608850"/>
                <a:gd name="connsiteX293" fmla="*/ 2368547 w 12192000"/>
                <a:gd name="connsiteY293" fmla="*/ 644210 h 1608850"/>
                <a:gd name="connsiteX294" fmla="*/ 2384507 w 12192000"/>
                <a:gd name="connsiteY294" fmla="*/ 644210 h 1608850"/>
                <a:gd name="connsiteX295" fmla="*/ 2384507 w 12192000"/>
                <a:gd name="connsiteY295" fmla="*/ 643399 h 1608850"/>
                <a:gd name="connsiteX296" fmla="*/ 2384507 w 12192000"/>
                <a:gd name="connsiteY296" fmla="*/ 637725 h 1608850"/>
                <a:gd name="connsiteX297" fmla="*/ 2385267 w 12192000"/>
                <a:gd name="connsiteY297" fmla="*/ 637725 h 1608850"/>
                <a:gd name="connsiteX298" fmla="*/ 2390587 w 12192000"/>
                <a:gd name="connsiteY298" fmla="*/ 637725 h 1608850"/>
                <a:gd name="connsiteX299" fmla="*/ 2390587 w 12192000"/>
                <a:gd name="connsiteY299" fmla="*/ 639076 h 1608850"/>
                <a:gd name="connsiteX300" fmla="*/ 2390587 w 12192000"/>
                <a:gd name="connsiteY300" fmla="*/ 648534 h 1608850"/>
                <a:gd name="connsiteX301" fmla="*/ 2429093 w 12192000"/>
                <a:gd name="connsiteY301" fmla="*/ 648534 h 1608850"/>
                <a:gd name="connsiteX302" fmla="*/ 2429093 w 12192000"/>
                <a:gd name="connsiteY302" fmla="*/ 786887 h 1608850"/>
                <a:gd name="connsiteX303" fmla="*/ 2430613 w 12192000"/>
                <a:gd name="connsiteY303" fmla="*/ 786887 h 1608850"/>
                <a:gd name="connsiteX304" fmla="*/ 2441254 w 12192000"/>
                <a:gd name="connsiteY304" fmla="*/ 786887 h 1608850"/>
                <a:gd name="connsiteX305" fmla="*/ 2441254 w 12192000"/>
                <a:gd name="connsiteY305" fmla="*/ 773917 h 1608850"/>
                <a:gd name="connsiteX306" fmla="*/ 2445307 w 12192000"/>
                <a:gd name="connsiteY306" fmla="*/ 773917 h 1608850"/>
                <a:gd name="connsiteX307" fmla="*/ 2445307 w 12192000"/>
                <a:gd name="connsiteY307" fmla="*/ 786887 h 1608850"/>
                <a:gd name="connsiteX308" fmla="*/ 2475707 w 12192000"/>
                <a:gd name="connsiteY308" fmla="*/ 786887 h 1608850"/>
                <a:gd name="connsiteX309" fmla="*/ 2475707 w 12192000"/>
                <a:gd name="connsiteY309" fmla="*/ 756622 h 1608850"/>
                <a:gd name="connsiteX310" fmla="*/ 2487867 w 12192000"/>
                <a:gd name="connsiteY310" fmla="*/ 756622 h 1608850"/>
                <a:gd name="connsiteX311" fmla="*/ 2500027 w 12192000"/>
                <a:gd name="connsiteY311" fmla="*/ 754461 h 1608850"/>
                <a:gd name="connsiteX312" fmla="*/ 2504082 w 12192000"/>
                <a:gd name="connsiteY312" fmla="*/ 756622 h 1608850"/>
                <a:gd name="connsiteX313" fmla="*/ 2514215 w 12192000"/>
                <a:gd name="connsiteY313" fmla="*/ 756622 h 1608850"/>
                <a:gd name="connsiteX314" fmla="*/ 2514215 w 12192000"/>
                <a:gd name="connsiteY314" fmla="*/ 786887 h 1608850"/>
                <a:gd name="connsiteX315" fmla="*/ 2522321 w 12192000"/>
                <a:gd name="connsiteY315" fmla="*/ 786887 h 1608850"/>
                <a:gd name="connsiteX316" fmla="*/ 2522321 w 12192000"/>
                <a:gd name="connsiteY316" fmla="*/ 804182 h 1608850"/>
                <a:gd name="connsiteX317" fmla="*/ 2531658 w 12192000"/>
                <a:gd name="connsiteY317" fmla="*/ 805087 h 1608850"/>
                <a:gd name="connsiteX318" fmla="*/ 2544615 w 12192000"/>
                <a:gd name="connsiteY318" fmla="*/ 805087 h 1608850"/>
                <a:gd name="connsiteX319" fmla="*/ 2544615 w 12192000"/>
                <a:gd name="connsiteY319" fmla="*/ 789049 h 1608850"/>
                <a:gd name="connsiteX320" fmla="*/ 2612571 w 12192000"/>
                <a:gd name="connsiteY320" fmla="*/ 789049 h 1608850"/>
                <a:gd name="connsiteX321" fmla="*/ 2612571 w 12192000"/>
                <a:gd name="connsiteY321" fmla="*/ 703796 h 1608850"/>
                <a:gd name="connsiteX322" fmla="*/ 2684579 w 12192000"/>
                <a:gd name="connsiteY322" fmla="*/ 703796 h 1608850"/>
                <a:gd name="connsiteX323" fmla="*/ 2684579 w 12192000"/>
                <a:gd name="connsiteY323" fmla="*/ 782564 h 1608850"/>
                <a:gd name="connsiteX324" fmla="*/ 2686483 w 12192000"/>
                <a:gd name="connsiteY324" fmla="*/ 782564 h 1608850"/>
                <a:gd name="connsiteX325" fmla="*/ 2687725 w 12192000"/>
                <a:gd name="connsiteY325" fmla="*/ 805087 h 1608850"/>
                <a:gd name="connsiteX326" fmla="*/ 2697401 w 12192000"/>
                <a:gd name="connsiteY326" fmla="*/ 805087 h 1608850"/>
                <a:gd name="connsiteX327" fmla="*/ 2698643 w 12192000"/>
                <a:gd name="connsiteY327" fmla="*/ 782564 h 1608850"/>
                <a:gd name="connsiteX328" fmla="*/ 2704723 w 12192000"/>
                <a:gd name="connsiteY328" fmla="*/ 782564 h 1608850"/>
                <a:gd name="connsiteX329" fmla="*/ 2705965 w 12192000"/>
                <a:gd name="connsiteY329" fmla="*/ 805087 h 1608850"/>
                <a:gd name="connsiteX330" fmla="*/ 2756588 w 12192000"/>
                <a:gd name="connsiteY330" fmla="*/ 805087 h 1608850"/>
                <a:gd name="connsiteX331" fmla="*/ 2756588 w 12192000"/>
                <a:gd name="connsiteY331" fmla="*/ 642059 h 1608850"/>
                <a:gd name="connsiteX332" fmla="*/ 2953915 w 12192000"/>
                <a:gd name="connsiteY332" fmla="*/ 642059 h 1608850"/>
                <a:gd name="connsiteX333" fmla="*/ 2953915 w 12192000"/>
                <a:gd name="connsiteY333" fmla="*/ 805087 h 1608850"/>
                <a:gd name="connsiteX334" fmla="*/ 2972611 w 12192000"/>
                <a:gd name="connsiteY334" fmla="*/ 805087 h 1608850"/>
                <a:gd name="connsiteX335" fmla="*/ 2972611 w 12192000"/>
                <a:gd name="connsiteY335" fmla="*/ 722394 h 1608850"/>
                <a:gd name="connsiteX336" fmla="*/ 3067731 w 12192000"/>
                <a:gd name="connsiteY336" fmla="*/ 722394 h 1608850"/>
                <a:gd name="connsiteX337" fmla="*/ 3079662 w 12192000"/>
                <a:gd name="connsiteY337" fmla="*/ 404253 h 1608850"/>
                <a:gd name="connsiteX338" fmla="*/ 3067502 w 12192000"/>
                <a:gd name="connsiteY338" fmla="*/ 382635 h 1608850"/>
                <a:gd name="connsiteX339" fmla="*/ 3061422 w 12192000"/>
                <a:gd name="connsiteY339" fmla="*/ 378311 h 1608850"/>
                <a:gd name="connsiteX340" fmla="*/ 3069529 w 12192000"/>
                <a:gd name="connsiteY340" fmla="*/ 354532 h 1608850"/>
                <a:gd name="connsiteX341" fmla="*/ 3069529 w 12192000"/>
                <a:gd name="connsiteY341" fmla="*/ 337238 h 1608850"/>
                <a:gd name="connsiteX342" fmla="*/ 3083715 w 12192000"/>
                <a:gd name="connsiteY342" fmla="*/ 337238 h 1608850"/>
                <a:gd name="connsiteX343" fmla="*/ 3083715 w 12192000"/>
                <a:gd name="connsiteY343" fmla="*/ 315620 h 1608850"/>
                <a:gd name="connsiteX344" fmla="*/ 3085742 w 12192000"/>
                <a:gd name="connsiteY344" fmla="*/ 311296 h 1608850"/>
                <a:gd name="connsiteX345" fmla="*/ 3085742 w 12192000"/>
                <a:gd name="connsiteY345" fmla="*/ 233472 h 1608850"/>
                <a:gd name="connsiteX346" fmla="*/ 3083715 w 12192000"/>
                <a:gd name="connsiteY346" fmla="*/ 226987 h 1608850"/>
                <a:gd name="connsiteX347" fmla="*/ 3089795 w 12192000"/>
                <a:gd name="connsiteY347" fmla="*/ 220501 h 1608850"/>
                <a:gd name="connsiteX348" fmla="*/ 3089795 w 12192000"/>
                <a:gd name="connsiteY348" fmla="*/ 162133 h 1608850"/>
                <a:gd name="connsiteX349" fmla="*/ 3091822 w 12192000"/>
                <a:gd name="connsiteY349" fmla="*/ 157810 h 1608850"/>
                <a:gd name="connsiteX350" fmla="*/ 3091822 w 12192000"/>
                <a:gd name="connsiteY350" fmla="*/ 101604 h 1608850"/>
                <a:gd name="connsiteX351" fmla="*/ 3093849 w 12192000"/>
                <a:gd name="connsiteY351" fmla="*/ 82148 h 1608850"/>
                <a:gd name="connsiteX352" fmla="*/ 3097902 w 12192000"/>
                <a:gd name="connsiteY352" fmla="*/ 99442 h 1608850"/>
                <a:gd name="connsiteX353" fmla="*/ 3099929 w 12192000"/>
                <a:gd name="connsiteY353" fmla="*/ 157810 h 1608850"/>
                <a:gd name="connsiteX354" fmla="*/ 3101955 w 12192000"/>
                <a:gd name="connsiteY354" fmla="*/ 220501 h 1608850"/>
                <a:gd name="connsiteX355" fmla="*/ 3108035 w 12192000"/>
                <a:gd name="connsiteY355" fmla="*/ 226987 h 1608850"/>
                <a:gd name="connsiteX356" fmla="*/ 3106009 w 12192000"/>
                <a:gd name="connsiteY356" fmla="*/ 233472 h 1608850"/>
                <a:gd name="connsiteX357" fmla="*/ 3106009 w 12192000"/>
                <a:gd name="connsiteY357" fmla="*/ 311296 h 1608850"/>
                <a:gd name="connsiteX358" fmla="*/ 3108035 w 12192000"/>
                <a:gd name="connsiteY358" fmla="*/ 315620 h 1608850"/>
                <a:gd name="connsiteX359" fmla="*/ 3108035 w 12192000"/>
                <a:gd name="connsiteY359" fmla="*/ 337238 h 1608850"/>
                <a:gd name="connsiteX360" fmla="*/ 3122222 w 12192000"/>
                <a:gd name="connsiteY360" fmla="*/ 337238 h 1608850"/>
                <a:gd name="connsiteX361" fmla="*/ 3122222 w 12192000"/>
                <a:gd name="connsiteY361" fmla="*/ 354532 h 1608850"/>
                <a:gd name="connsiteX362" fmla="*/ 3130330 w 12192000"/>
                <a:gd name="connsiteY362" fmla="*/ 378311 h 1608850"/>
                <a:gd name="connsiteX363" fmla="*/ 3124250 w 12192000"/>
                <a:gd name="connsiteY363" fmla="*/ 382635 h 1608850"/>
                <a:gd name="connsiteX364" fmla="*/ 3112089 w 12192000"/>
                <a:gd name="connsiteY364" fmla="*/ 404253 h 1608850"/>
                <a:gd name="connsiteX365" fmla="*/ 3120195 w 12192000"/>
                <a:gd name="connsiteY365" fmla="*/ 657181 h 1608850"/>
                <a:gd name="connsiteX366" fmla="*/ 3185050 w 12192000"/>
                <a:gd name="connsiteY366" fmla="*/ 657181 h 1608850"/>
                <a:gd name="connsiteX367" fmla="*/ 3185050 w 12192000"/>
                <a:gd name="connsiteY367" fmla="*/ 732843 h 1608850"/>
                <a:gd name="connsiteX368" fmla="*/ 3193157 w 12192000"/>
                <a:gd name="connsiteY368" fmla="*/ 732843 h 1608850"/>
                <a:gd name="connsiteX369" fmla="*/ 3195183 w 12192000"/>
                <a:gd name="connsiteY369" fmla="*/ 726358 h 1608850"/>
                <a:gd name="connsiteX370" fmla="*/ 3201263 w 12192000"/>
                <a:gd name="connsiteY370" fmla="*/ 726358 h 1608850"/>
                <a:gd name="connsiteX371" fmla="*/ 3203291 w 12192000"/>
                <a:gd name="connsiteY371" fmla="*/ 735005 h 1608850"/>
                <a:gd name="connsiteX372" fmla="*/ 3215451 w 12192000"/>
                <a:gd name="connsiteY372" fmla="*/ 735005 h 1608850"/>
                <a:gd name="connsiteX373" fmla="*/ 3215451 w 12192000"/>
                <a:gd name="connsiteY373" fmla="*/ 728519 h 1608850"/>
                <a:gd name="connsiteX374" fmla="*/ 3237744 w 12192000"/>
                <a:gd name="connsiteY374" fmla="*/ 728519 h 1608850"/>
                <a:gd name="connsiteX375" fmla="*/ 3237744 w 12192000"/>
                <a:gd name="connsiteY375" fmla="*/ 735005 h 1608850"/>
                <a:gd name="connsiteX376" fmla="*/ 3258011 w 12192000"/>
                <a:gd name="connsiteY376" fmla="*/ 735005 h 1608850"/>
                <a:gd name="connsiteX377" fmla="*/ 3258011 w 12192000"/>
                <a:gd name="connsiteY377" fmla="*/ 780402 h 1608850"/>
                <a:gd name="connsiteX378" fmla="*/ 3272198 w 12192000"/>
                <a:gd name="connsiteY378" fmla="*/ 780402 h 1608850"/>
                <a:gd name="connsiteX379" fmla="*/ 3272198 w 12192000"/>
                <a:gd name="connsiteY379" fmla="*/ 767431 h 1608850"/>
                <a:gd name="connsiteX380" fmla="*/ 3288412 w 12192000"/>
                <a:gd name="connsiteY380" fmla="*/ 767431 h 1608850"/>
                <a:gd name="connsiteX381" fmla="*/ 3288412 w 12192000"/>
                <a:gd name="connsiteY381" fmla="*/ 588004 h 1608850"/>
                <a:gd name="connsiteX382" fmla="*/ 3294492 w 12192000"/>
                <a:gd name="connsiteY382" fmla="*/ 581518 h 1608850"/>
                <a:gd name="connsiteX383" fmla="*/ 3367453 w 12192000"/>
                <a:gd name="connsiteY383" fmla="*/ 581518 h 1608850"/>
                <a:gd name="connsiteX384" fmla="*/ 3367453 w 12192000"/>
                <a:gd name="connsiteY384" fmla="*/ 590166 h 1608850"/>
                <a:gd name="connsiteX385" fmla="*/ 3377586 w 12192000"/>
                <a:gd name="connsiteY385" fmla="*/ 590166 h 1608850"/>
                <a:gd name="connsiteX386" fmla="*/ 3377586 w 12192000"/>
                <a:gd name="connsiteY386" fmla="*/ 704740 h 1608850"/>
                <a:gd name="connsiteX387" fmla="*/ 3399879 w 12192000"/>
                <a:gd name="connsiteY387" fmla="*/ 704740 h 1608850"/>
                <a:gd name="connsiteX388" fmla="*/ 3399879 w 12192000"/>
                <a:gd name="connsiteY388" fmla="*/ 637725 h 1608850"/>
                <a:gd name="connsiteX389" fmla="*/ 3426227 w 12192000"/>
                <a:gd name="connsiteY389" fmla="*/ 637725 h 1608850"/>
                <a:gd name="connsiteX390" fmla="*/ 3430279 w 12192000"/>
                <a:gd name="connsiteY390" fmla="*/ 633401 h 1608850"/>
                <a:gd name="connsiteX391" fmla="*/ 3438387 w 12192000"/>
                <a:gd name="connsiteY391" fmla="*/ 633401 h 1608850"/>
                <a:gd name="connsiteX392" fmla="*/ 3442439 w 12192000"/>
                <a:gd name="connsiteY392" fmla="*/ 637725 h 1608850"/>
                <a:gd name="connsiteX393" fmla="*/ 3464734 w 12192000"/>
                <a:gd name="connsiteY393" fmla="*/ 637725 h 1608850"/>
                <a:gd name="connsiteX394" fmla="*/ 3464734 w 12192000"/>
                <a:gd name="connsiteY394" fmla="*/ 520989 h 1608850"/>
                <a:gd name="connsiteX395" fmla="*/ 3521481 w 12192000"/>
                <a:gd name="connsiteY395" fmla="*/ 510180 h 1608850"/>
                <a:gd name="connsiteX396" fmla="*/ 3521481 w 12192000"/>
                <a:gd name="connsiteY396" fmla="*/ 511261 h 1608850"/>
                <a:gd name="connsiteX397" fmla="*/ 3521481 w 12192000"/>
                <a:gd name="connsiteY397" fmla="*/ 518827 h 1608850"/>
                <a:gd name="connsiteX398" fmla="*/ 3547828 w 12192000"/>
                <a:gd name="connsiteY398" fmla="*/ 518827 h 1608850"/>
                <a:gd name="connsiteX399" fmla="*/ 3547828 w 12192000"/>
                <a:gd name="connsiteY399" fmla="*/ 773917 h 1608850"/>
                <a:gd name="connsiteX400" fmla="*/ 3570122 w 12192000"/>
                <a:gd name="connsiteY400" fmla="*/ 773917 h 1608850"/>
                <a:gd name="connsiteX401" fmla="*/ 3570122 w 12192000"/>
                <a:gd name="connsiteY401" fmla="*/ 769593 h 1608850"/>
                <a:gd name="connsiteX402" fmla="*/ 3582282 w 12192000"/>
                <a:gd name="connsiteY402" fmla="*/ 769593 h 1608850"/>
                <a:gd name="connsiteX403" fmla="*/ 3582282 w 12192000"/>
                <a:gd name="connsiteY403" fmla="*/ 773917 h 1608850"/>
                <a:gd name="connsiteX404" fmla="*/ 3606602 w 12192000"/>
                <a:gd name="connsiteY404" fmla="*/ 773917 h 1608850"/>
                <a:gd name="connsiteX405" fmla="*/ 3606602 w 12192000"/>
                <a:gd name="connsiteY405" fmla="*/ 760946 h 1608850"/>
                <a:gd name="connsiteX406" fmla="*/ 3634975 w 12192000"/>
                <a:gd name="connsiteY406" fmla="*/ 760946 h 1608850"/>
                <a:gd name="connsiteX407" fmla="*/ 3647135 w 12192000"/>
                <a:gd name="connsiteY407" fmla="*/ 756622 h 1608850"/>
                <a:gd name="connsiteX408" fmla="*/ 3667403 w 12192000"/>
                <a:gd name="connsiteY408" fmla="*/ 760946 h 1608850"/>
                <a:gd name="connsiteX409" fmla="*/ 3667403 w 12192000"/>
                <a:gd name="connsiteY409" fmla="*/ 743652 h 1608850"/>
                <a:gd name="connsiteX410" fmla="*/ 3675510 w 12192000"/>
                <a:gd name="connsiteY410" fmla="*/ 743652 h 1608850"/>
                <a:gd name="connsiteX411" fmla="*/ 3675510 w 12192000"/>
                <a:gd name="connsiteY411" fmla="*/ 730681 h 1608850"/>
                <a:gd name="connsiteX412" fmla="*/ 3732257 w 12192000"/>
                <a:gd name="connsiteY412" fmla="*/ 730681 h 1608850"/>
                <a:gd name="connsiteX413" fmla="*/ 3732257 w 12192000"/>
                <a:gd name="connsiteY413" fmla="*/ 700416 h 1608850"/>
                <a:gd name="connsiteX414" fmla="*/ 3750497 w 12192000"/>
                <a:gd name="connsiteY414" fmla="*/ 700416 h 1608850"/>
                <a:gd name="connsiteX415" fmla="*/ 3750497 w 12192000"/>
                <a:gd name="connsiteY415" fmla="*/ 693931 h 1608850"/>
                <a:gd name="connsiteX416" fmla="*/ 3762657 w 12192000"/>
                <a:gd name="connsiteY416" fmla="*/ 693931 h 1608850"/>
                <a:gd name="connsiteX417" fmla="*/ 3762657 w 12192000"/>
                <a:gd name="connsiteY417" fmla="*/ 700416 h 1608850"/>
                <a:gd name="connsiteX418" fmla="*/ 3778870 w 12192000"/>
                <a:gd name="connsiteY418" fmla="*/ 700416 h 1608850"/>
                <a:gd name="connsiteX419" fmla="*/ 3778870 w 12192000"/>
                <a:gd name="connsiteY419" fmla="*/ 750137 h 1608850"/>
                <a:gd name="connsiteX420" fmla="*/ 3789470 w 12192000"/>
                <a:gd name="connsiteY420" fmla="*/ 750137 h 1608850"/>
                <a:gd name="connsiteX421" fmla="*/ 3789470 w 12192000"/>
                <a:gd name="connsiteY421" fmla="*/ 586174 h 1608850"/>
                <a:gd name="connsiteX422" fmla="*/ 3791390 w 12192000"/>
                <a:gd name="connsiteY422" fmla="*/ 586174 h 1608850"/>
                <a:gd name="connsiteX423" fmla="*/ 3791390 w 12192000"/>
                <a:gd name="connsiteY423" fmla="*/ 723865 h 1608850"/>
                <a:gd name="connsiteX424" fmla="*/ 3791390 w 12192000"/>
                <a:gd name="connsiteY424" fmla="*/ 750137 h 1608850"/>
                <a:gd name="connsiteX425" fmla="*/ 3806350 w 12192000"/>
                <a:gd name="connsiteY425" fmla="*/ 750137 h 1608850"/>
                <a:gd name="connsiteX426" fmla="*/ 3806350 w 12192000"/>
                <a:gd name="connsiteY426" fmla="*/ 742023 h 1608850"/>
                <a:gd name="connsiteX427" fmla="*/ 3811298 w 12192000"/>
                <a:gd name="connsiteY427" fmla="*/ 742023 h 1608850"/>
                <a:gd name="connsiteX428" fmla="*/ 3811298 w 12192000"/>
                <a:gd name="connsiteY428" fmla="*/ 724196 h 1608850"/>
                <a:gd name="connsiteX429" fmla="*/ 3849805 w 12192000"/>
                <a:gd name="connsiteY429" fmla="*/ 724196 h 1608850"/>
                <a:gd name="connsiteX430" fmla="*/ 3849805 w 12192000"/>
                <a:gd name="connsiteY430" fmla="*/ 693931 h 1608850"/>
                <a:gd name="connsiteX431" fmla="*/ 3888823 w 12192000"/>
                <a:gd name="connsiteY431" fmla="*/ 693931 h 1608850"/>
                <a:gd name="connsiteX432" fmla="*/ 3888823 w 12192000"/>
                <a:gd name="connsiteY432" fmla="*/ 690579 h 1608850"/>
                <a:gd name="connsiteX433" fmla="*/ 3887708 w 12192000"/>
                <a:gd name="connsiteY433" fmla="*/ 690579 h 1608850"/>
                <a:gd name="connsiteX434" fmla="*/ 3879906 w 12192000"/>
                <a:gd name="connsiteY434" fmla="*/ 690579 h 1608850"/>
                <a:gd name="connsiteX435" fmla="*/ 3879906 w 12192000"/>
                <a:gd name="connsiteY435" fmla="*/ 689443 h 1608850"/>
                <a:gd name="connsiteX436" fmla="*/ 3879906 w 12192000"/>
                <a:gd name="connsiteY436" fmla="*/ 681500 h 1608850"/>
                <a:gd name="connsiteX437" fmla="*/ 3881022 w 12192000"/>
                <a:gd name="connsiteY437" fmla="*/ 681500 h 1608850"/>
                <a:gd name="connsiteX438" fmla="*/ 3888823 w 12192000"/>
                <a:gd name="connsiteY438" fmla="*/ 681500 h 1608850"/>
                <a:gd name="connsiteX439" fmla="*/ 3888823 w 12192000"/>
                <a:gd name="connsiteY439" fmla="*/ 679986 h 1608850"/>
                <a:gd name="connsiteX440" fmla="*/ 3888823 w 12192000"/>
                <a:gd name="connsiteY440" fmla="*/ 669395 h 1608850"/>
                <a:gd name="connsiteX441" fmla="*/ 3887708 w 12192000"/>
                <a:gd name="connsiteY441" fmla="*/ 669395 h 1608850"/>
                <a:gd name="connsiteX442" fmla="*/ 3879906 w 12192000"/>
                <a:gd name="connsiteY442" fmla="*/ 669395 h 1608850"/>
                <a:gd name="connsiteX443" fmla="*/ 3879906 w 12192000"/>
                <a:gd name="connsiteY443" fmla="*/ 667882 h 1608850"/>
                <a:gd name="connsiteX444" fmla="*/ 3879906 w 12192000"/>
                <a:gd name="connsiteY444" fmla="*/ 657290 h 1608850"/>
                <a:gd name="connsiteX445" fmla="*/ 3881022 w 12192000"/>
                <a:gd name="connsiteY445" fmla="*/ 657290 h 1608850"/>
                <a:gd name="connsiteX446" fmla="*/ 3888823 w 12192000"/>
                <a:gd name="connsiteY446" fmla="*/ 657290 h 1608850"/>
                <a:gd name="connsiteX447" fmla="*/ 3888823 w 12192000"/>
                <a:gd name="connsiteY447" fmla="*/ 656156 h 1608850"/>
                <a:gd name="connsiteX448" fmla="*/ 3888823 w 12192000"/>
                <a:gd name="connsiteY448" fmla="*/ 648212 h 1608850"/>
                <a:gd name="connsiteX449" fmla="*/ 3887708 w 12192000"/>
                <a:gd name="connsiteY449" fmla="*/ 648212 h 1608850"/>
                <a:gd name="connsiteX450" fmla="*/ 3879906 w 12192000"/>
                <a:gd name="connsiteY450" fmla="*/ 648212 h 1608850"/>
                <a:gd name="connsiteX451" fmla="*/ 3879906 w 12192000"/>
                <a:gd name="connsiteY451" fmla="*/ 646698 h 1608850"/>
                <a:gd name="connsiteX452" fmla="*/ 3879906 w 12192000"/>
                <a:gd name="connsiteY452" fmla="*/ 636107 h 1608850"/>
                <a:gd name="connsiteX453" fmla="*/ 3881022 w 12192000"/>
                <a:gd name="connsiteY453" fmla="*/ 636107 h 1608850"/>
                <a:gd name="connsiteX454" fmla="*/ 3888823 w 12192000"/>
                <a:gd name="connsiteY454" fmla="*/ 636107 h 1608850"/>
                <a:gd name="connsiteX455" fmla="*/ 3888823 w 12192000"/>
                <a:gd name="connsiteY455" fmla="*/ 634594 h 1608850"/>
                <a:gd name="connsiteX456" fmla="*/ 3888823 w 12192000"/>
                <a:gd name="connsiteY456" fmla="*/ 624002 h 1608850"/>
                <a:gd name="connsiteX457" fmla="*/ 3887708 w 12192000"/>
                <a:gd name="connsiteY457" fmla="*/ 624002 h 1608850"/>
                <a:gd name="connsiteX458" fmla="*/ 3879906 w 12192000"/>
                <a:gd name="connsiteY458" fmla="*/ 624002 h 1608850"/>
                <a:gd name="connsiteX459" fmla="*/ 3879906 w 12192000"/>
                <a:gd name="connsiteY459" fmla="*/ 622489 h 1608850"/>
                <a:gd name="connsiteX460" fmla="*/ 3879906 w 12192000"/>
                <a:gd name="connsiteY460" fmla="*/ 611898 h 1608850"/>
                <a:gd name="connsiteX461" fmla="*/ 3881022 w 12192000"/>
                <a:gd name="connsiteY461" fmla="*/ 611898 h 1608850"/>
                <a:gd name="connsiteX462" fmla="*/ 3888823 w 12192000"/>
                <a:gd name="connsiteY462" fmla="*/ 611898 h 1608850"/>
                <a:gd name="connsiteX463" fmla="*/ 3888823 w 12192000"/>
                <a:gd name="connsiteY463" fmla="*/ 610763 h 1608850"/>
                <a:gd name="connsiteX464" fmla="*/ 3888823 w 12192000"/>
                <a:gd name="connsiteY464" fmla="*/ 602819 h 1608850"/>
                <a:gd name="connsiteX465" fmla="*/ 3887708 w 12192000"/>
                <a:gd name="connsiteY465" fmla="*/ 602819 h 1608850"/>
                <a:gd name="connsiteX466" fmla="*/ 3879906 w 12192000"/>
                <a:gd name="connsiteY466" fmla="*/ 602819 h 1608850"/>
                <a:gd name="connsiteX467" fmla="*/ 3879906 w 12192000"/>
                <a:gd name="connsiteY467" fmla="*/ 601307 h 1608850"/>
                <a:gd name="connsiteX468" fmla="*/ 3879906 w 12192000"/>
                <a:gd name="connsiteY468" fmla="*/ 590714 h 1608850"/>
                <a:gd name="connsiteX469" fmla="*/ 3881022 w 12192000"/>
                <a:gd name="connsiteY469" fmla="*/ 590714 h 1608850"/>
                <a:gd name="connsiteX470" fmla="*/ 3888823 w 12192000"/>
                <a:gd name="connsiteY470" fmla="*/ 590714 h 1608850"/>
                <a:gd name="connsiteX471" fmla="*/ 3888823 w 12192000"/>
                <a:gd name="connsiteY471" fmla="*/ 589202 h 1608850"/>
                <a:gd name="connsiteX472" fmla="*/ 3888823 w 12192000"/>
                <a:gd name="connsiteY472" fmla="*/ 578610 h 1608850"/>
                <a:gd name="connsiteX473" fmla="*/ 3887708 w 12192000"/>
                <a:gd name="connsiteY473" fmla="*/ 578610 h 1608850"/>
                <a:gd name="connsiteX474" fmla="*/ 3879906 w 12192000"/>
                <a:gd name="connsiteY474" fmla="*/ 578610 h 1608850"/>
                <a:gd name="connsiteX475" fmla="*/ 3879906 w 12192000"/>
                <a:gd name="connsiteY475" fmla="*/ 577096 h 1608850"/>
                <a:gd name="connsiteX476" fmla="*/ 3879906 w 12192000"/>
                <a:gd name="connsiteY476" fmla="*/ 566505 h 1608850"/>
                <a:gd name="connsiteX477" fmla="*/ 3881022 w 12192000"/>
                <a:gd name="connsiteY477" fmla="*/ 566505 h 1608850"/>
                <a:gd name="connsiteX478" fmla="*/ 3888823 w 12192000"/>
                <a:gd name="connsiteY478" fmla="*/ 566505 h 1608850"/>
                <a:gd name="connsiteX479" fmla="*/ 3888823 w 12192000"/>
                <a:gd name="connsiteY479" fmla="*/ 565370 h 1608850"/>
                <a:gd name="connsiteX480" fmla="*/ 3888823 w 12192000"/>
                <a:gd name="connsiteY480" fmla="*/ 557427 h 1608850"/>
                <a:gd name="connsiteX481" fmla="*/ 3887708 w 12192000"/>
                <a:gd name="connsiteY481" fmla="*/ 557427 h 1608850"/>
                <a:gd name="connsiteX482" fmla="*/ 3879906 w 12192000"/>
                <a:gd name="connsiteY482" fmla="*/ 557427 h 1608850"/>
                <a:gd name="connsiteX483" fmla="*/ 3879906 w 12192000"/>
                <a:gd name="connsiteY483" fmla="*/ 555914 h 1608850"/>
                <a:gd name="connsiteX484" fmla="*/ 3879906 w 12192000"/>
                <a:gd name="connsiteY484" fmla="*/ 545322 h 1608850"/>
                <a:gd name="connsiteX485" fmla="*/ 3881022 w 12192000"/>
                <a:gd name="connsiteY485" fmla="*/ 545322 h 1608850"/>
                <a:gd name="connsiteX486" fmla="*/ 3888823 w 12192000"/>
                <a:gd name="connsiteY486" fmla="*/ 545322 h 1608850"/>
                <a:gd name="connsiteX487" fmla="*/ 3887708 w 12192000"/>
                <a:gd name="connsiteY487" fmla="*/ 543053 h 1608850"/>
                <a:gd name="connsiteX488" fmla="*/ 3879906 w 12192000"/>
                <a:gd name="connsiteY488" fmla="*/ 527166 h 1608850"/>
                <a:gd name="connsiteX489" fmla="*/ 3879906 w 12192000"/>
                <a:gd name="connsiteY489" fmla="*/ 478746 h 1608850"/>
                <a:gd name="connsiteX490" fmla="*/ 4029251 w 12192000"/>
                <a:gd name="connsiteY490" fmla="*/ 478746 h 1608850"/>
                <a:gd name="connsiteX491" fmla="*/ 4042623 w 12192000"/>
                <a:gd name="connsiteY491" fmla="*/ 505982 h 1608850"/>
                <a:gd name="connsiteX492" fmla="*/ 4042623 w 12192000"/>
                <a:gd name="connsiteY492" fmla="*/ 566505 h 1608850"/>
                <a:gd name="connsiteX493" fmla="*/ 4041510 w 12192000"/>
                <a:gd name="connsiteY493" fmla="*/ 566505 h 1608850"/>
                <a:gd name="connsiteX494" fmla="*/ 4033708 w 12192000"/>
                <a:gd name="connsiteY494" fmla="*/ 566505 h 1608850"/>
                <a:gd name="connsiteX495" fmla="*/ 4033708 w 12192000"/>
                <a:gd name="connsiteY495" fmla="*/ 568018 h 1608850"/>
                <a:gd name="connsiteX496" fmla="*/ 4033708 w 12192000"/>
                <a:gd name="connsiteY496" fmla="*/ 578610 h 1608850"/>
                <a:gd name="connsiteX497" fmla="*/ 4034823 w 12192000"/>
                <a:gd name="connsiteY497" fmla="*/ 578610 h 1608850"/>
                <a:gd name="connsiteX498" fmla="*/ 4042623 w 12192000"/>
                <a:gd name="connsiteY498" fmla="*/ 578610 h 1608850"/>
                <a:gd name="connsiteX499" fmla="*/ 4042623 w 12192000"/>
                <a:gd name="connsiteY499" fmla="*/ 580123 h 1608850"/>
                <a:gd name="connsiteX500" fmla="*/ 4042623 w 12192000"/>
                <a:gd name="connsiteY500" fmla="*/ 590714 h 1608850"/>
                <a:gd name="connsiteX501" fmla="*/ 4041510 w 12192000"/>
                <a:gd name="connsiteY501" fmla="*/ 590714 h 1608850"/>
                <a:gd name="connsiteX502" fmla="*/ 4033708 w 12192000"/>
                <a:gd name="connsiteY502" fmla="*/ 590714 h 1608850"/>
                <a:gd name="connsiteX503" fmla="*/ 4033708 w 12192000"/>
                <a:gd name="connsiteY503" fmla="*/ 592227 h 1608850"/>
                <a:gd name="connsiteX504" fmla="*/ 4033708 w 12192000"/>
                <a:gd name="connsiteY504" fmla="*/ 602819 h 1608850"/>
                <a:gd name="connsiteX505" fmla="*/ 4034823 w 12192000"/>
                <a:gd name="connsiteY505" fmla="*/ 602819 h 1608850"/>
                <a:gd name="connsiteX506" fmla="*/ 4042623 w 12192000"/>
                <a:gd name="connsiteY506" fmla="*/ 602819 h 1608850"/>
                <a:gd name="connsiteX507" fmla="*/ 4042623 w 12192000"/>
                <a:gd name="connsiteY507" fmla="*/ 603955 h 1608850"/>
                <a:gd name="connsiteX508" fmla="*/ 4042623 w 12192000"/>
                <a:gd name="connsiteY508" fmla="*/ 611898 h 1608850"/>
                <a:gd name="connsiteX509" fmla="*/ 4041510 w 12192000"/>
                <a:gd name="connsiteY509" fmla="*/ 611898 h 1608850"/>
                <a:gd name="connsiteX510" fmla="*/ 4033708 w 12192000"/>
                <a:gd name="connsiteY510" fmla="*/ 611898 h 1608850"/>
                <a:gd name="connsiteX511" fmla="*/ 4033708 w 12192000"/>
                <a:gd name="connsiteY511" fmla="*/ 613411 h 1608850"/>
                <a:gd name="connsiteX512" fmla="*/ 4033708 w 12192000"/>
                <a:gd name="connsiteY512" fmla="*/ 624002 h 1608850"/>
                <a:gd name="connsiteX513" fmla="*/ 4034823 w 12192000"/>
                <a:gd name="connsiteY513" fmla="*/ 624002 h 1608850"/>
                <a:gd name="connsiteX514" fmla="*/ 4042623 w 12192000"/>
                <a:gd name="connsiteY514" fmla="*/ 624002 h 1608850"/>
                <a:gd name="connsiteX515" fmla="*/ 4042623 w 12192000"/>
                <a:gd name="connsiteY515" fmla="*/ 625516 h 1608850"/>
                <a:gd name="connsiteX516" fmla="*/ 4042623 w 12192000"/>
                <a:gd name="connsiteY516" fmla="*/ 636107 h 1608850"/>
                <a:gd name="connsiteX517" fmla="*/ 4041510 w 12192000"/>
                <a:gd name="connsiteY517" fmla="*/ 636107 h 1608850"/>
                <a:gd name="connsiteX518" fmla="*/ 4033708 w 12192000"/>
                <a:gd name="connsiteY518" fmla="*/ 636107 h 1608850"/>
                <a:gd name="connsiteX519" fmla="*/ 4033708 w 12192000"/>
                <a:gd name="connsiteY519" fmla="*/ 637620 h 1608850"/>
                <a:gd name="connsiteX520" fmla="*/ 4033708 w 12192000"/>
                <a:gd name="connsiteY520" fmla="*/ 648212 h 1608850"/>
                <a:gd name="connsiteX521" fmla="*/ 4034823 w 12192000"/>
                <a:gd name="connsiteY521" fmla="*/ 648212 h 1608850"/>
                <a:gd name="connsiteX522" fmla="*/ 4042623 w 12192000"/>
                <a:gd name="connsiteY522" fmla="*/ 648212 h 1608850"/>
                <a:gd name="connsiteX523" fmla="*/ 4042623 w 12192000"/>
                <a:gd name="connsiteY523" fmla="*/ 649346 h 1608850"/>
                <a:gd name="connsiteX524" fmla="*/ 4042623 w 12192000"/>
                <a:gd name="connsiteY524" fmla="*/ 657290 h 1608850"/>
                <a:gd name="connsiteX525" fmla="*/ 4041510 w 12192000"/>
                <a:gd name="connsiteY525" fmla="*/ 657290 h 1608850"/>
                <a:gd name="connsiteX526" fmla="*/ 4033708 w 12192000"/>
                <a:gd name="connsiteY526" fmla="*/ 657290 h 1608850"/>
                <a:gd name="connsiteX527" fmla="*/ 4033708 w 12192000"/>
                <a:gd name="connsiteY527" fmla="*/ 658804 h 1608850"/>
                <a:gd name="connsiteX528" fmla="*/ 4033708 w 12192000"/>
                <a:gd name="connsiteY528" fmla="*/ 669395 h 1608850"/>
                <a:gd name="connsiteX529" fmla="*/ 4034823 w 12192000"/>
                <a:gd name="connsiteY529" fmla="*/ 669395 h 1608850"/>
                <a:gd name="connsiteX530" fmla="*/ 4042623 w 12192000"/>
                <a:gd name="connsiteY530" fmla="*/ 669395 h 1608850"/>
                <a:gd name="connsiteX531" fmla="*/ 4042623 w 12192000"/>
                <a:gd name="connsiteY531" fmla="*/ 670908 h 1608850"/>
                <a:gd name="connsiteX532" fmla="*/ 4042623 w 12192000"/>
                <a:gd name="connsiteY532" fmla="*/ 681500 h 1608850"/>
                <a:gd name="connsiteX533" fmla="*/ 4041510 w 12192000"/>
                <a:gd name="connsiteY533" fmla="*/ 681500 h 1608850"/>
                <a:gd name="connsiteX534" fmla="*/ 4033708 w 12192000"/>
                <a:gd name="connsiteY534" fmla="*/ 681500 h 1608850"/>
                <a:gd name="connsiteX535" fmla="*/ 4033708 w 12192000"/>
                <a:gd name="connsiteY535" fmla="*/ 682634 h 1608850"/>
                <a:gd name="connsiteX536" fmla="*/ 4033708 w 12192000"/>
                <a:gd name="connsiteY536" fmla="*/ 690579 h 1608850"/>
                <a:gd name="connsiteX537" fmla="*/ 4034823 w 12192000"/>
                <a:gd name="connsiteY537" fmla="*/ 690579 h 1608850"/>
                <a:gd name="connsiteX538" fmla="*/ 4042623 w 12192000"/>
                <a:gd name="connsiteY538" fmla="*/ 690579 h 1608850"/>
                <a:gd name="connsiteX539" fmla="*/ 4042623 w 12192000"/>
                <a:gd name="connsiteY539" fmla="*/ 692091 h 1608850"/>
                <a:gd name="connsiteX540" fmla="*/ 4042623 w 12192000"/>
                <a:gd name="connsiteY540" fmla="*/ 702682 h 1608850"/>
                <a:gd name="connsiteX541" fmla="*/ 4041510 w 12192000"/>
                <a:gd name="connsiteY541" fmla="*/ 702682 h 1608850"/>
                <a:gd name="connsiteX542" fmla="*/ 4033708 w 12192000"/>
                <a:gd name="connsiteY542" fmla="*/ 702682 h 1608850"/>
                <a:gd name="connsiteX543" fmla="*/ 4033708 w 12192000"/>
                <a:gd name="connsiteY543" fmla="*/ 704195 h 1608850"/>
                <a:gd name="connsiteX544" fmla="*/ 4033708 w 12192000"/>
                <a:gd name="connsiteY544" fmla="*/ 714788 h 1608850"/>
                <a:gd name="connsiteX545" fmla="*/ 4034823 w 12192000"/>
                <a:gd name="connsiteY545" fmla="*/ 714788 h 1608850"/>
                <a:gd name="connsiteX546" fmla="*/ 4042623 w 12192000"/>
                <a:gd name="connsiteY546" fmla="*/ 714788 h 1608850"/>
                <a:gd name="connsiteX547" fmla="*/ 4042623 w 12192000"/>
                <a:gd name="connsiteY547" fmla="*/ 716300 h 1608850"/>
                <a:gd name="connsiteX548" fmla="*/ 4042623 w 12192000"/>
                <a:gd name="connsiteY548" fmla="*/ 726892 h 1608850"/>
                <a:gd name="connsiteX549" fmla="*/ 4041510 w 12192000"/>
                <a:gd name="connsiteY549" fmla="*/ 726892 h 1608850"/>
                <a:gd name="connsiteX550" fmla="*/ 4033708 w 12192000"/>
                <a:gd name="connsiteY550" fmla="*/ 726892 h 1608850"/>
                <a:gd name="connsiteX551" fmla="*/ 4033708 w 12192000"/>
                <a:gd name="connsiteY551" fmla="*/ 728027 h 1608850"/>
                <a:gd name="connsiteX552" fmla="*/ 4033708 w 12192000"/>
                <a:gd name="connsiteY552" fmla="*/ 735970 h 1608850"/>
                <a:gd name="connsiteX553" fmla="*/ 4034823 w 12192000"/>
                <a:gd name="connsiteY553" fmla="*/ 735970 h 1608850"/>
                <a:gd name="connsiteX554" fmla="*/ 4042623 w 12192000"/>
                <a:gd name="connsiteY554" fmla="*/ 735970 h 1608850"/>
                <a:gd name="connsiteX555" fmla="*/ 4042623 w 12192000"/>
                <a:gd name="connsiteY555" fmla="*/ 737484 h 1608850"/>
                <a:gd name="connsiteX556" fmla="*/ 4042623 w 12192000"/>
                <a:gd name="connsiteY556" fmla="*/ 748075 h 1608850"/>
                <a:gd name="connsiteX557" fmla="*/ 4041510 w 12192000"/>
                <a:gd name="connsiteY557" fmla="*/ 748075 h 1608850"/>
                <a:gd name="connsiteX558" fmla="*/ 4033708 w 12192000"/>
                <a:gd name="connsiteY558" fmla="*/ 748075 h 1608850"/>
                <a:gd name="connsiteX559" fmla="*/ 4033708 w 12192000"/>
                <a:gd name="connsiteY559" fmla="*/ 749588 h 1608850"/>
                <a:gd name="connsiteX560" fmla="*/ 4033708 w 12192000"/>
                <a:gd name="connsiteY560" fmla="*/ 760181 h 1608850"/>
                <a:gd name="connsiteX561" fmla="*/ 4034823 w 12192000"/>
                <a:gd name="connsiteY561" fmla="*/ 760181 h 1608850"/>
                <a:gd name="connsiteX562" fmla="*/ 4042623 w 12192000"/>
                <a:gd name="connsiteY562" fmla="*/ 760181 h 1608850"/>
                <a:gd name="connsiteX563" fmla="*/ 4042623 w 12192000"/>
                <a:gd name="connsiteY563" fmla="*/ 761314 h 1608850"/>
                <a:gd name="connsiteX564" fmla="*/ 4042623 w 12192000"/>
                <a:gd name="connsiteY564" fmla="*/ 769258 h 1608850"/>
                <a:gd name="connsiteX565" fmla="*/ 4041510 w 12192000"/>
                <a:gd name="connsiteY565" fmla="*/ 769258 h 1608850"/>
                <a:gd name="connsiteX566" fmla="*/ 4033708 w 12192000"/>
                <a:gd name="connsiteY566" fmla="*/ 769258 h 1608850"/>
                <a:gd name="connsiteX567" fmla="*/ 4033708 w 12192000"/>
                <a:gd name="connsiteY567" fmla="*/ 770772 h 1608850"/>
                <a:gd name="connsiteX568" fmla="*/ 4033708 w 12192000"/>
                <a:gd name="connsiteY568" fmla="*/ 781363 h 1608850"/>
                <a:gd name="connsiteX569" fmla="*/ 4034823 w 12192000"/>
                <a:gd name="connsiteY569" fmla="*/ 781363 h 1608850"/>
                <a:gd name="connsiteX570" fmla="*/ 4042623 w 12192000"/>
                <a:gd name="connsiteY570" fmla="*/ 781363 h 1608850"/>
                <a:gd name="connsiteX571" fmla="*/ 4042623 w 12192000"/>
                <a:gd name="connsiteY571" fmla="*/ 782876 h 1608850"/>
                <a:gd name="connsiteX572" fmla="*/ 4042623 w 12192000"/>
                <a:gd name="connsiteY572" fmla="*/ 793468 h 1608850"/>
                <a:gd name="connsiteX573" fmla="*/ 4041510 w 12192000"/>
                <a:gd name="connsiteY573" fmla="*/ 793468 h 1608850"/>
                <a:gd name="connsiteX574" fmla="*/ 4033708 w 12192000"/>
                <a:gd name="connsiteY574" fmla="*/ 793468 h 1608850"/>
                <a:gd name="connsiteX575" fmla="*/ 4033708 w 12192000"/>
                <a:gd name="connsiteY575" fmla="*/ 794981 h 1608850"/>
                <a:gd name="connsiteX576" fmla="*/ 4033708 w 12192000"/>
                <a:gd name="connsiteY576" fmla="*/ 805572 h 1608850"/>
                <a:gd name="connsiteX577" fmla="*/ 4034823 w 12192000"/>
                <a:gd name="connsiteY577" fmla="*/ 805572 h 1608850"/>
                <a:gd name="connsiteX578" fmla="*/ 4042623 w 12192000"/>
                <a:gd name="connsiteY578" fmla="*/ 805572 h 1608850"/>
                <a:gd name="connsiteX579" fmla="*/ 4042623 w 12192000"/>
                <a:gd name="connsiteY579" fmla="*/ 806707 h 1608850"/>
                <a:gd name="connsiteX580" fmla="*/ 4042623 w 12192000"/>
                <a:gd name="connsiteY580" fmla="*/ 814651 h 1608850"/>
                <a:gd name="connsiteX581" fmla="*/ 4041510 w 12192000"/>
                <a:gd name="connsiteY581" fmla="*/ 814651 h 1608850"/>
                <a:gd name="connsiteX582" fmla="*/ 4033708 w 12192000"/>
                <a:gd name="connsiteY582" fmla="*/ 814651 h 1608850"/>
                <a:gd name="connsiteX583" fmla="*/ 4033708 w 12192000"/>
                <a:gd name="connsiteY583" fmla="*/ 816163 h 1608850"/>
                <a:gd name="connsiteX584" fmla="*/ 4033708 w 12192000"/>
                <a:gd name="connsiteY584" fmla="*/ 826756 h 1608850"/>
                <a:gd name="connsiteX585" fmla="*/ 4058227 w 12192000"/>
                <a:gd name="connsiteY585" fmla="*/ 853992 h 1608850"/>
                <a:gd name="connsiteX586" fmla="*/ 4057113 w 12192000"/>
                <a:gd name="connsiteY586" fmla="*/ 860044 h 1608850"/>
                <a:gd name="connsiteX587" fmla="*/ 4049311 w 12192000"/>
                <a:gd name="connsiteY587" fmla="*/ 860044 h 1608850"/>
                <a:gd name="connsiteX588" fmla="*/ 4049311 w 12192000"/>
                <a:gd name="connsiteY588" fmla="*/ 893331 h 1608850"/>
                <a:gd name="connsiteX589" fmla="*/ 4050427 w 12192000"/>
                <a:gd name="connsiteY589" fmla="*/ 893331 h 1608850"/>
                <a:gd name="connsiteX590" fmla="*/ 4058227 w 12192000"/>
                <a:gd name="connsiteY590" fmla="*/ 893331 h 1608850"/>
                <a:gd name="connsiteX591" fmla="*/ 4058227 w 12192000"/>
                <a:gd name="connsiteY591" fmla="*/ 891440 h 1608850"/>
                <a:gd name="connsiteX592" fmla="*/ 4058227 w 12192000"/>
                <a:gd name="connsiteY592" fmla="*/ 878201 h 1608850"/>
                <a:gd name="connsiteX593" fmla="*/ 4059342 w 12192000"/>
                <a:gd name="connsiteY593" fmla="*/ 877444 h 1608850"/>
                <a:gd name="connsiteX594" fmla="*/ 4067142 w 12192000"/>
                <a:gd name="connsiteY594" fmla="*/ 872149 h 1608850"/>
                <a:gd name="connsiteX595" fmla="*/ 4069094 w 12192000"/>
                <a:gd name="connsiteY595" fmla="*/ 872149 h 1608850"/>
                <a:gd name="connsiteX596" fmla="*/ 4082747 w 12192000"/>
                <a:gd name="connsiteY596" fmla="*/ 872149 h 1608850"/>
                <a:gd name="connsiteX597" fmla="*/ 4082747 w 12192000"/>
                <a:gd name="connsiteY597" fmla="*/ 873661 h 1608850"/>
                <a:gd name="connsiteX598" fmla="*/ 4082747 w 12192000"/>
                <a:gd name="connsiteY598" fmla="*/ 884253 h 1608850"/>
                <a:gd name="connsiteX599" fmla="*/ 4084419 w 12192000"/>
                <a:gd name="connsiteY599" fmla="*/ 884253 h 1608850"/>
                <a:gd name="connsiteX600" fmla="*/ 4096121 w 12192000"/>
                <a:gd name="connsiteY600" fmla="*/ 884253 h 1608850"/>
                <a:gd name="connsiteX601" fmla="*/ 4097235 w 12192000"/>
                <a:gd name="connsiteY601" fmla="*/ 890305 h 1608850"/>
                <a:gd name="connsiteX602" fmla="*/ 4105038 w 12192000"/>
                <a:gd name="connsiteY602" fmla="*/ 890305 h 1608850"/>
                <a:gd name="connsiteX603" fmla="*/ 4129555 w 12192000"/>
                <a:gd name="connsiteY603" fmla="*/ 932671 h 1608850"/>
                <a:gd name="connsiteX604" fmla="*/ 4129555 w 12192000"/>
                <a:gd name="connsiteY604" fmla="*/ 951821 h 1608850"/>
                <a:gd name="connsiteX605" fmla="*/ 4129555 w 12192000"/>
                <a:gd name="connsiteY605" fmla="*/ 970823 h 1608850"/>
                <a:gd name="connsiteX606" fmla="*/ 4138472 w 12192000"/>
                <a:gd name="connsiteY606" fmla="*/ 970823 h 1608850"/>
                <a:gd name="connsiteX607" fmla="*/ 4138472 w 12192000"/>
                <a:gd name="connsiteY607" fmla="*/ 956881 h 1608850"/>
                <a:gd name="connsiteX608" fmla="*/ 4139308 w 12192000"/>
                <a:gd name="connsiteY608" fmla="*/ 956881 h 1608850"/>
                <a:gd name="connsiteX609" fmla="*/ 4145159 w 12192000"/>
                <a:gd name="connsiteY609" fmla="*/ 956881 h 1608850"/>
                <a:gd name="connsiteX610" fmla="*/ 4145159 w 12192000"/>
                <a:gd name="connsiteY610" fmla="*/ 958394 h 1608850"/>
                <a:gd name="connsiteX611" fmla="*/ 4145159 w 12192000"/>
                <a:gd name="connsiteY611" fmla="*/ 968985 h 1608850"/>
                <a:gd name="connsiteX612" fmla="*/ 4154075 w 12192000"/>
                <a:gd name="connsiteY612" fmla="*/ 905436 h 1608850"/>
                <a:gd name="connsiteX613" fmla="*/ 4191968 w 12192000"/>
                <a:gd name="connsiteY613" fmla="*/ 905436 h 1608850"/>
                <a:gd name="connsiteX614" fmla="*/ 4191968 w 12192000"/>
                <a:gd name="connsiteY614" fmla="*/ 808599 h 1608850"/>
                <a:gd name="connsiteX615" fmla="*/ 4227631 w 12192000"/>
                <a:gd name="connsiteY615" fmla="*/ 808599 h 1608850"/>
                <a:gd name="connsiteX616" fmla="*/ 4227631 w 12192000"/>
                <a:gd name="connsiteY616" fmla="*/ 807464 h 1608850"/>
                <a:gd name="connsiteX617" fmla="*/ 4227631 w 12192000"/>
                <a:gd name="connsiteY617" fmla="*/ 799520 h 1608850"/>
                <a:gd name="connsiteX618" fmla="*/ 4249922 w 12192000"/>
                <a:gd name="connsiteY618" fmla="*/ 799520 h 1608850"/>
                <a:gd name="connsiteX619" fmla="*/ 4249922 w 12192000"/>
                <a:gd name="connsiteY619" fmla="*/ 748075 h 1608850"/>
                <a:gd name="connsiteX620" fmla="*/ 4245463 w 12192000"/>
                <a:gd name="connsiteY620" fmla="*/ 745805 h 1608850"/>
                <a:gd name="connsiteX621" fmla="*/ 4245463 w 12192000"/>
                <a:gd name="connsiteY621" fmla="*/ 729918 h 1608850"/>
                <a:gd name="connsiteX622" fmla="*/ 4249922 w 12192000"/>
                <a:gd name="connsiteY622" fmla="*/ 732945 h 1608850"/>
                <a:gd name="connsiteX623" fmla="*/ 4254381 w 12192000"/>
                <a:gd name="connsiteY623" fmla="*/ 702682 h 1608850"/>
                <a:gd name="connsiteX624" fmla="*/ 4258839 w 12192000"/>
                <a:gd name="connsiteY624" fmla="*/ 732945 h 1608850"/>
                <a:gd name="connsiteX625" fmla="*/ 4261346 w 12192000"/>
                <a:gd name="connsiteY625" fmla="*/ 728783 h 1608850"/>
                <a:gd name="connsiteX626" fmla="*/ 4263297 w 12192000"/>
                <a:gd name="connsiteY626" fmla="*/ 720840 h 1608850"/>
                <a:gd name="connsiteX627" fmla="*/ 4263853 w 12192000"/>
                <a:gd name="connsiteY627" fmla="*/ 719327 h 1608850"/>
                <a:gd name="connsiteX628" fmla="*/ 4267754 w 12192000"/>
                <a:gd name="connsiteY628" fmla="*/ 708734 h 1608850"/>
                <a:gd name="connsiteX629" fmla="*/ 4268311 w 12192000"/>
                <a:gd name="connsiteY629" fmla="*/ 707222 h 1608850"/>
                <a:gd name="connsiteX630" fmla="*/ 4272213 w 12192000"/>
                <a:gd name="connsiteY630" fmla="*/ 696631 h 1608850"/>
                <a:gd name="connsiteX631" fmla="*/ 4273605 w 12192000"/>
                <a:gd name="connsiteY631" fmla="*/ 695495 h 1608850"/>
                <a:gd name="connsiteX632" fmla="*/ 4283357 w 12192000"/>
                <a:gd name="connsiteY632" fmla="*/ 687552 h 1608850"/>
                <a:gd name="connsiteX633" fmla="*/ 4285030 w 12192000"/>
                <a:gd name="connsiteY633" fmla="*/ 686039 h 1608850"/>
                <a:gd name="connsiteX634" fmla="*/ 4296732 w 12192000"/>
                <a:gd name="connsiteY634" fmla="*/ 675447 h 1608850"/>
                <a:gd name="connsiteX635" fmla="*/ 4297568 w 12192000"/>
                <a:gd name="connsiteY635" fmla="*/ 673934 h 1608850"/>
                <a:gd name="connsiteX636" fmla="*/ 4303418 w 12192000"/>
                <a:gd name="connsiteY636" fmla="*/ 663343 h 1608850"/>
                <a:gd name="connsiteX637" fmla="*/ 4303976 w 12192000"/>
                <a:gd name="connsiteY637" fmla="*/ 660695 h 1608850"/>
                <a:gd name="connsiteX638" fmla="*/ 4307877 w 12192000"/>
                <a:gd name="connsiteY638" fmla="*/ 642159 h 1608850"/>
                <a:gd name="connsiteX639" fmla="*/ 4308435 w 12192000"/>
                <a:gd name="connsiteY639" fmla="*/ 644807 h 1608850"/>
                <a:gd name="connsiteX640" fmla="*/ 4312335 w 12192000"/>
                <a:gd name="connsiteY640" fmla="*/ 663343 h 1608850"/>
                <a:gd name="connsiteX641" fmla="*/ 4312893 w 12192000"/>
                <a:gd name="connsiteY641" fmla="*/ 664477 h 1608850"/>
                <a:gd name="connsiteX642" fmla="*/ 4316793 w 12192000"/>
                <a:gd name="connsiteY642" fmla="*/ 672421 h 1608850"/>
                <a:gd name="connsiteX643" fmla="*/ 4318186 w 12192000"/>
                <a:gd name="connsiteY643" fmla="*/ 673934 h 1608850"/>
                <a:gd name="connsiteX644" fmla="*/ 4327938 w 12192000"/>
                <a:gd name="connsiteY644" fmla="*/ 684525 h 1608850"/>
                <a:gd name="connsiteX645" fmla="*/ 4329054 w 12192000"/>
                <a:gd name="connsiteY645" fmla="*/ 686039 h 1608850"/>
                <a:gd name="connsiteX646" fmla="*/ 4336853 w 12192000"/>
                <a:gd name="connsiteY646" fmla="*/ 696631 h 1608850"/>
                <a:gd name="connsiteX647" fmla="*/ 4337969 w 12192000"/>
                <a:gd name="connsiteY647" fmla="*/ 698143 h 1608850"/>
                <a:gd name="connsiteX648" fmla="*/ 4345771 w 12192000"/>
                <a:gd name="connsiteY648" fmla="*/ 708734 h 1608850"/>
                <a:gd name="connsiteX649" fmla="*/ 4346049 w 12192000"/>
                <a:gd name="connsiteY649" fmla="*/ 710248 h 1608850"/>
                <a:gd name="connsiteX650" fmla="*/ 4347998 w 12192000"/>
                <a:gd name="connsiteY650" fmla="*/ 720840 h 1608850"/>
                <a:gd name="connsiteX651" fmla="*/ 4348277 w 12192000"/>
                <a:gd name="connsiteY651" fmla="*/ 722352 h 1608850"/>
                <a:gd name="connsiteX652" fmla="*/ 4350228 w 12192000"/>
                <a:gd name="connsiteY652" fmla="*/ 732945 h 1608850"/>
                <a:gd name="connsiteX653" fmla="*/ 4356914 w 12192000"/>
                <a:gd name="connsiteY653" fmla="*/ 702682 h 1608850"/>
                <a:gd name="connsiteX654" fmla="*/ 4361373 w 12192000"/>
                <a:gd name="connsiteY654" fmla="*/ 732945 h 1608850"/>
                <a:gd name="connsiteX655" fmla="*/ 4365830 w 12192000"/>
                <a:gd name="connsiteY655" fmla="*/ 735214 h 1608850"/>
                <a:gd name="connsiteX656" fmla="*/ 4365830 w 12192000"/>
                <a:gd name="connsiteY656" fmla="*/ 751102 h 1608850"/>
                <a:gd name="connsiteX657" fmla="*/ 4361373 w 12192000"/>
                <a:gd name="connsiteY657" fmla="*/ 793468 h 1608850"/>
                <a:gd name="connsiteX658" fmla="*/ 4362489 w 12192000"/>
                <a:gd name="connsiteY658" fmla="*/ 793468 h 1608850"/>
                <a:gd name="connsiteX659" fmla="*/ 4370289 w 12192000"/>
                <a:gd name="connsiteY659" fmla="*/ 793468 h 1608850"/>
                <a:gd name="connsiteX660" fmla="*/ 4371126 w 12192000"/>
                <a:gd name="connsiteY660" fmla="*/ 799520 h 1608850"/>
                <a:gd name="connsiteX661" fmla="*/ 4376976 w 12192000"/>
                <a:gd name="connsiteY661" fmla="*/ 799520 h 1608850"/>
                <a:gd name="connsiteX662" fmla="*/ 4376976 w 12192000"/>
                <a:gd name="connsiteY662" fmla="*/ 798007 h 1608850"/>
                <a:gd name="connsiteX663" fmla="*/ 4376976 w 12192000"/>
                <a:gd name="connsiteY663" fmla="*/ 787415 h 1608850"/>
                <a:gd name="connsiteX664" fmla="*/ 4379206 w 12192000"/>
                <a:gd name="connsiteY664" fmla="*/ 787415 h 1608850"/>
                <a:gd name="connsiteX665" fmla="*/ 4394808 w 12192000"/>
                <a:gd name="connsiteY665" fmla="*/ 787415 h 1608850"/>
                <a:gd name="connsiteX666" fmla="*/ 4394808 w 12192000"/>
                <a:gd name="connsiteY666" fmla="*/ 784767 h 1608850"/>
                <a:gd name="connsiteX667" fmla="*/ 4394808 w 12192000"/>
                <a:gd name="connsiteY667" fmla="*/ 766232 h 1608850"/>
                <a:gd name="connsiteX668" fmla="*/ 4432702 w 12192000"/>
                <a:gd name="connsiteY668" fmla="*/ 766232 h 1608850"/>
                <a:gd name="connsiteX669" fmla="*/ 4432702 w 12192000"/>
                <a:gd name="connsiteY669" fmla="*/ 768124 h 1608850"/>
                <a:gd name="connsiteX670" fmla="*/ 4432702 w 12192000"/>
                <a:gd name="connsiteY670" fmla="*/ 781363 h 1608850"/>
                <a:gd name="connsiteX671" fmla="*/ 4452762 w 12192000"/>
                <a:gd name="connsiteY671" fmla="*/ 781363 h 1608850"/>
                <a:gd name="connsiteX672" fmla="*/ 4452762 w 12192000"/>
                <a:gd name="connsiteY672" fmla="*/ 784390 h 1608850"/>
                <a:gd name="connsiteX673" fmla="*/ 4452762 w 12192000"/>
                <a:gd name="connsiteY673" fmla="*/ 805572 h 1608850"/>
                <a:gd name="connsiteX674" fmla="*/ 4448306 w 12192000"/>
                <a:gd name="connsiteY674" fmla="*/ 806707 h 1608850"/>
                <a:gd name="connsiteX675" fmla="*/ 4448306 w 12192000"/>
                <a:gd name="connsiteY675" fmla="*/ 814651 h 1608850"/>
                <a:gd name="connsiteX676" fmla="*/ 4452762 w 12192000"/>
                <a:gd name="connsiteY676" fmla="*/ 816921 h 1608850"/>
                <a:gd name="connsiteX677" fmla="*/ 4452762 w 12192000"/>
                <a:gd name="connsiteY677" fmla="*/ 832808 h 1608850"/>
                <a:gd name="connsiteX678" fmla="*/ 4448306 w 12192000"/>
                <a:gd name="connsiteY678" fmla="*/ 838860 h 1608850"/>
                <a:gd name="connsiteX679" fmla="*/ 4448306 w 12192000"/>
                <a:gd name="connsiteY679" fmla="*/ 911488 h 1608850"/>
                <a:gd name="connsiteX680" fmla="*/ 4450255 w 12192000"/>
                <a:gd name="connsiteY680" fmla="*/ 911488 h 1608850"/>
                <a:gd name="connsiteX681" fmla="*/ 4463908 w 12192000"/>
                <a:gd name="connsiteY681" fmla="*/ 911488 h 1608850"/>
                <a:gd name="connsiteX682" fmla="*/ 4465579 w 12192000"/>
                <a:gd name="connsiteY682" fmla="*/ 917540 h 1608850"/>
                <a:gd name="connsiteX683" fmla="*/ 4477282 w 12192000"/>
                <a:gd name="connsiteY683" fmla="*/ 917540 h 1608850"/>
                <a:gd name="connsiteX684" fmla="*/ 4477282 w 12192000"/>
                <a:gd name="connsiteY684" fmla="*/ 920188 h 1608850"/>
                <a:gd name="connsiteX685" fmla="*/ 4477282 w 12192000"/>
                <a:gd name="connsiteY685" fmla="*/ 938724 h 1608850"/>
                <a:gd name="connsiteX686" fmla="*/ 4478955 w 12192000"/>
                <a:gd name="connsiteY686" fmla="*/ 938724 h 1608850"/>
                <a:gd name="connsiteX687" fmla="*/ 4490656 w 12192000"/>
                <a:gd name="connsiteY687" fmla="*/ 938724 h 1608850"/>
                <a:gd name="connsiteX688" fmla="*/ 4490656 w 12192000"/>
                <a:gd name="connsiteY688" fmla="*/ 936076 h 1608850"/>
                <a:gd name="connsiteX689" fmla="*/ 4490656 w 12192000"/>
                <a:gd name="connsiteY689" fmla="*/ 917540 h 1608850"/>
                <a:gd name="connsiteX690" fmla="*/ 4492605 w 12192000"/>
                <a:gd name="connsiteY690" fmla="*/ 916028 h 1608850"/>
                <a:gd name="connsiteX691" fmla="*/ 4506258 w 12192000"/>
                <a:gd name="connsiteY691" fmla="*/ 905436 h 1608850"/>
                <a:gd name="connsiteX692" fmla="*/ 4506258 w 12192000"/>
                <a:gd name="connsiteY692" fmla="*/ 878201 h 1608850"/>
                <a:gd name="connsiteX693" fmla="*/ 4501802 w 12192000"/>
                <a:gd name="connsiteY693" fmla="*/ 847938 h 1608850"/>
                <a:gd name="connsiteX694" fmla="*/ 4502914 w 12192000"/>
                <a:gd name="connsiteY694" fmla="*/ 847938 h 1608850"/>
                <a:gd name="connsiteX695" fmla="*/ 4510717 w 12192000"/>
                <a:gd name="connsiteY695" fmla="*/ 847938 h 1608850"/>
                <a:gd name="connsiteX696" fmla="*/ 4530778 w 12192000"/>
                <a:gd name="connsiteY696" fmla="*/ 844913 h 1608850"/>
                <a:gd name="connsiteX697" fmla="*/ 4530778 w 12192000"/>
                <a:gd name="connsiteY697" fmla="*/ 843399 h 1608850"/>
                <a:gd name="connsiteX698" fmla="*/ 4530778 w 12192000"/>
                <a:gd name="connsiteY698" fmla="*/ 832808 h 1608850"/>
                <a:gd name="connsiteX699" fmla="*/ 4532451 w 12192000"/>
                <a:gd name="connsiteY699" fmla="*/ 832808 h 1608850"/>
                <a:gd name="connsiteX700" fmla="*/ 4544152 w 12192000"/>
                <a:gd name="connsiteY700" fmla="*/ 832808 h 1608850"/>
                <a:gd name="connsiteX701" fmla="*/ 4544152 w 12192000"/>
                <a:gd name="connsiteY701" fmla="*/ 681500 h 1608850"/>
                <a:gd name="connsiteX702" fmla="*/ 4545267 w 12192000"/>
                <a:gd name="connsiteY702" fmla="*/ 681500 h 1608850"/>
                <a:gd name="connsiteX703" fmla="*/ 4553068 w 12192000"/>
                <a:gd name="connsiteY703" fmla="*/ 681500 h 1608850"/>
                <a:gd name="connsiteX704" fmla="*/ 4553068 w 12192000"/>
                <a:gd name="connsiteY704" fmla="*/ 678473 h 1608850"/>
                <a:gd name="connsiteX705" fmla="*/ 4553068 w 12192000"/>
                <a:gd name="connsiteY705" fmla="*/ 657290 h 1608850"/>
                <a:gd name="connsiteX706" fmla="*/ 4555298 w 12192000"/>
                <a:gd name="connsiteY706" fmla="*/ 596766 h 1608850"/>
                <a:gd name="connsiteX707" fmla="*/ 4556412 w 12192000"/>
                <a:gd name="connsiteY707" fmla="*/ 596766 h 1608850"/>
                <a:gd name="connsiteX708" fmla="*/ 4564213 w 12192000"/>
                <a:gd name="connsiteY708" fmla="*/ 596766 h 1608850"/>
                <a:gd name="connsiteX709" fmla="*/ 4564213 w 12192000"/>
                <a:gd name="connsiteY709" fmla="*/ 598280 h 1608850"/>
                <a:gd name="connsiteX710" fmla="*/ 4564213 w 12192000"/>
                <a:gd name="connsiteY710" fmla="*/ 608871 h 1608850"/>
                <a:gd name="connsiteX711" fmla="*/ 4568671 w 12192000"/>
                <a:gd name="connsiteY711" fmla="*/ 605845 h 1608850"/>
                <a:gd name="connsiteX712" fmla="*/ 4568671 w 12192000"/>
                <a:gd name="connsiteY712" fmla="*/ 584662 h 1608850"/>
                <a:gd name="connsiteX713" fmla="*/ 4570065 w 12192000"/>
                <a:gd name="connsiteY713" fmla="*/ 583906 h 1608850"/>
                <a:gd name="connsiteX714" fmla="*/ 4579816 w 12192000"/>
                <a:gd name="connsiteY714" fmla="*/ 578610 h 1608850"/>
                <a:gd name="connsiteX715" fmla="*/ 4580930 w 12192000"/>
                <a:gd name="connsiteY715" fmla="*/ 579367 h 1608850"/>
                <a:gd name="connsiteX716" fmla="*/ 4588733 w 12192000"/>
                <a:gd name="connsiteY716" fmla="*/ 584662 h 1608850"/>
                <a:gd name="connsiteX717" fmla="*/ 4590404 w 12192000"/>
                <a:gd name="connsiteY717" fmla="*/ 584662 h 1608850"/>
                <a:gd name="connsiteX718" fmla="*/ 4602107 w 12192000"/>
                <a:gd name="connsiteY718" fmla="*/ 584662 h 1608850"/>
                <a:gd name="connsiteX719" fmla="*/ 4602107 w 12192000"/>
                <a:gd name="connsiteY719" fmla="*/ 545322 h 1608850"/>
                <a:gd name="connsiteX720" fmla="*/ 4603221 w 12192000"/>
                <a:gd name="connsiteY720" fmla="*/ 545322 h 1608850"/>
                <a:gd name="connsiteX721" fmla="*/ 4611021 w 12192000"/>
                <a:gd name="connsiteY721" fmla="*/ 545322 h 1608850"/>
                <a:gd name="connsiteX722" fmla="*/ 4612414 w 12192000"/>
                <a:gd name="connsiteY722" fmla="*/ 551375 h 1608850"/>
                <a:gd name="connsiteX723" fmla="*/ 4622169 w 12192000"/>
                <a:gd name="connsiteY723" fmla="*/ 551375 h 1608850"/>
                <a:gd name="connsiteX724" fmla="*/ 4623282 w 12192000"/>
                <a:gd name="connsiteY724" fmla="*/ 545322 h 1608850"/>
                <a:gd name="connsiteX725" fmla="*/ 4631084 w 12192000"/>
                <a:gd name="connsiteY725" fmla="*/ 545322 h 1608850"/>
                <a:gd name="connsiteX726" fmla="*/ 4631084 w 12192000"/>
                <a:gd name="connsiteY726" fmla="*/ 590714 h 1608850"/>
                <a:gd name="connsiteX727" fmla="*/ 4632477 w 12192000"/>
                <a:gd name="connsiteY727" fmla="*/ 592227 h 1608850"/>
                <a:gd name="connsiteX728" fmla="*/ 4642230 w 12192000"/>
                <a:gd name="connsiteY728" fmla="*/ 602819 h 1608850"/>
                <a:gd name="connsiteX729" fmla="*/ 4664518 w 12192000"/>
                <a:gd name="connsiteY729" fmla="*/ 611898 h 1608850"/>
                <a:gd name="connsiteX730" fmla="*/ 4664518 w 12192000"/>
                <a:gd name="connsiteY730" fmla="*/ 610007 h 1608850"/>
                <a:gd name="connsiteX731" fmla="*/ 4664518 w 12192000"/>
                <a:gd name="connsiteY731" fmla="*/ 596766 h 1608850"/>
                <a:gd name="connsiteX732" fmla="*/ 4693496 w 12192000"/>
                <a:gd name="connsiteY732" fmla="*/ 584662 h 1608850"/>
                <a:gd name="connsiteX733" fmla="*/ 4693496 w 12192000"/>
                <a:gd name="connsiteY733" fmla="*/ 583150 h 1608850"/>
                <a:gd name="connsiteX734" fmla="*/ 4693496 w 12192000"/>
                <a:gd name="connsiteY734" fmla="*/ 572557 h 1608850"/>
                <a:gd name="connsiteX735" fmla="*/ 4694332 w 12192000"/>
                <a:gd name="connsiteY735" fmla="*/ 572557 h 1608850"/>
                <a:gd name="connsiteX736" fmla="*/ 4700182 w 12192000"/>
                <a:gd name="connsiteY736" fmla="*/ 572557 h 1608850"/>
                <a:gd name="connsiteX737" fmla="*/ 4700182 w 12192000"/>
                <a:gd name="connsiteY737" fmla="*/ 571423 h 1608850"/>
                <a:gd name="connsiteX738" fmla="*/ 4700182 w 12192000"/>
                <a:gd name="connsiteY738" fmla="*/ 563479 h 1608850"/>
                <a:gd name="connsiteX739" fmla="*/ 4702412 w 12192000"/>
                <a:gd name="connsiteY739" fmla="*/ 563479 h 1608850"/>
                <a:gd name="connsiteX740" fmla="*/ 4718014 w 12192000"/>
                <a:gd name="connsiteY740" fmla="*/ 563479 h 1608850"/>
                <a:gd name="connsiteX741" fmla="*/ 4718014 w 12192000"/>
                <a:gd name="connsiteY741" fmla="*/ 564614 h 1608850"/>
                <a:gd name="connsiteX742" fmla="*/ 4718014 w 12192000"/>
                <a:gd name="connsiteY742" fmla="*/ 572557 h 1608850"/>
                <a:gd name="connsiteX743" fmla="*/ 4719686 w 12192000"/>
                <a:gd name="connsiteY743" fmla="*/ 572557 h 1608850"/>
                <a:gd name="connsiteX744" fmla="*/ 4731390 w 12192000"/>
                <a:gd name="connsiteY744" fmla="*/ 572557 h 1608850"/>
                <a:gd name="connsiteX745" fmla="*/ 4731390 w 12192000"/>
                <a:gd name="connsiteY745" fmla="*/ 574828 h 1608850"/>
                <a:gd name="connsiteX746" fmla="*/ 4731390 w 12192000"/>
                <a:gd name="connsiteY746" fmla="*/ 590714 h 1608850"/>
                <a:gd name="connsiteX747" fmla="*/ 4755908 w 12192000"/>
                <a:gd name="connsiteY747" fmla="*/ 590714 h 1608850"/>
                <a:gd name="connsiteX748" fmla="*/ 4755908 w 12192000"/>
                <a:gd name="connsiteY748" fmla="*/ 589202 h 1608850"/>
                <a:gd name="connsiteX749" fmla="*/ 4755908 w 12192000"/>
                <a:gd name="connsiteY749" fmla="*/ 578610 h 1608850"/>
                <a:gd name="connsiteX750" fmla="*/ 4757302 w 12192000"/>
                <a:gd name="connsiteY750" fmla="*/ 578610 h 1608850"/>
                <a:gd name="connsiteX751" fmla="*/ 4767053 w 12192000"/>
                <a:gd name="connsiteY751" fmla="*/ 578610 h 1608850"/>
                <a:gd name="connsiteX752" fmla="*/ 4767053 w 12192000"/>
                <a:gd name="connsiteY752" fmla="*/ 577096 h 1608850"/>
                <a:gd name="connsiteX753" fmla="*/ 4767053 w 12192000"/>
                <a:gd name="connsiteY753" fmla="*/ 566505 h 1608850"/>
                <a:gd name="connsiteX754" fmla="*/ 4768725 w 12192000"/>
                <a:gd name="connsiteY754" fmla="*/ 566505 h 1608850"/>
                <a:gd name="connsiteX755" fmla="*/ 4780426 w 12192000"/>
                <a:gd name="connsiteY755" fmla="*/ 566505 h 1608850"/>
                <a:gd name="connsiteX756" fmla="*/ 4780426 w 12192000"/>
                <a:gd name="connsiteY756" fmla="*/ 568018 h 1608850"/>
                <a:gd name="connsiteX757" fmla="*/ 4780426 w 12192000"/>
                <a:gd name="connsiteY757" fmla="*/ 578610 h 1608850"/>
                <a:gd name="connsiteX758" fmla="*/ 4784886 w 12192000"/>
                <a:gd name="connsiteY758" fmla="*/ 505982 h 1608850"/>
                <a:gd name="connsiteX759" fmla="*/ 4885191 w 12192000"/>
                <a:gd name="connsiteY759" fmla="*/ 505982 h 1608850"/>
                <a:gd name="connsiteX760" fmla="*/ 4885191 w 12192000"/>
                <a:gd name="connsiteY760" fmla="*/ 602819 h 1608850"/>
                <a:gd name="connsiteX761" fmla="*/ 4887420 w 12192000"/>
                <a:gd name="connsiteY761" fmla="*/ 602819 h 1608850"/>
                <a:gd name="connsiteX762" fmla="*/ 4903022 w 12192000"/>
                <a:gd name="connsiteY762" fmla="*/ 602819 h 1608850"/>
                <a:gd name="connsiteX763" fmla="*/ 4903022 w 12192000"/>
                <a:gd name="connsiteY763" fmla="*/ 493877 h 1608850"/>
                <a:gd name="connsiteX764" fmla="*/ 4925313 w 12192000"/>
                <a:gd name="connsiteY764" fmla="*/ 478746 h 1608850"/>
                <a:gd name="connsiteX765" fmla="*/ 4954291 w 12192000"/>
                <a:gd name="connsiteY765" fmla="*/ 478746 h 1608850"/>
                <a:gd name="connsiteX766" fmla="*/ 4956242 w 12192000"/>
                <a:gd name="connsiteY766" fmla="*/ 476477 h 1608850"/>
                <a:gd name="connsiteX767" fmla="*/ 4969893 w 12192000"/>
                <a:gd name="connsiteY767" fmla="*/ 460589 h 1608850"/>
                <a:gd name="connsiteX768" fmla="*/ 5007787 w 12192000"/>
                <a:gd name="connsiteY768" fmla="*/ 460589 h 1608850"/>
                <a:gd name="connsiteX769" fmla="*/ 5007787 w 12192000"/>
                <a:gd name="connsiteY769" fmla="*/ 462859 h 1608850"/>
                <a:gd name="connsiteX770" fmla="*/ 5007787 w 12192000"/>
                <a:gd name="connsiteY770" fmla="*/ 478746 h 1608850"/>
                <a:gd name="connsiteX771" fmla="*/ 5045681 w 12192000"/>
                <a:gd name="connsiteY771" fmla="*/ 478746 h 1608850"/>
                <a:gd name="connsiteX772" fmla="*/ 5045681 w 12192000"/>
                <a:gd name="connsiteY772" fmla="*/ 596766 h 1608850"/>
                <a:gd name="connsiteX773" fmla="*/ 5047073 w 12192000"/>
                <a:gd name="connsiteY773" fmla="*/ 596766 h 1608850"/>
                <a:gd name="connsiteX774" fmla="*/ 5056825 w 12192000"/>
                <a:gd name="connsiteY774" fmla="*/ 596766 h 1608850"/>
                <a:gd name="connsiteX775" fmla="*/ 5056825 w 12192000"/>
                <a:gd name="connsiteY775" fmla="*/ 769258 h 1608850"/>
                <a:gd name="connsiteX776" fmla="*/ 5059053 w 12192000"/>
                <a:gd name="connsiteY776" fmla="*/ 769258 h 1608850"/>
                <a:gd name="connsiteX777" fmla="*/ 5074657 w 12192000"/>
                <a:gd name="connsiteY777" fmla="*/ 769258 h 1608850"/>
                <a:gd name="connsiteX778" fmla="*/ 5074657 w 12192000"/>
                <a:gd name="connsiteY778" fmla="*/ 657290 h 1608850"/>
                <a:gd name="connsiteX779" fmla="*/ 5075493 w 12192000"/>
                <a:gd name="connsiteY779" fmla="*/ 656533 h 1608850"/>
                <a:gd name="connsiteX780" fmla="*/ 5081344 w 12192000"/>
                <a:gd name="connsiteY780" fmla="*/ 651238 h 1608850"/>
                <a:gd name="connsiteX781" fmla="*/ 5085802 w 12192000"/>
                <a:gd name="connsiteY781" fmla="*/ 652750 h 1608850"/>
                <a:gd name="connsiteX782" fmla="*/ 5085802 w 12192000"/>
                <a:gd name="connsiteY782" fmla="*/ 663343 h 1608850"/>
                <a:gd name="connsiteX783" fmla="*/ 5088030 w 12192000"/>
                <a:gd name="connsiteY783" fmla="*/ 661829 h 1608850"/>
                <a:gd name="connsiteX784" fmla="*/ 5103634 w 12192000"/>
                <a:gd name="connsiteY784" fmla="*/ 651238 h 1608850"/>
                <a:gd name="connsiteX785" fmla="*/ 5105585 w 12192000"/>
                <a:gd name="connsiteY785" fmla="*/ 651238 h 1608850"/>
                <a:gd name="connsiteX786" fmla="*/ 5119237 w 12192000"/>
                <a:gd name="connsiteY786" fmla="*/ 651238 h 1608850"/>
                <a:gd name="connsiteX787" fmla="*/ 5119237 w 12192000"/>
                <a:gd name="connsiteY787" fmla="*/ 857017 h 1608850"/>
                <a:gd name="connsiteX788" fmla="*/ 5150444 w 12192000"/>
                <a:gd name="connsiteY788" fmla="*/ 863070 h 1608850"/>
                <a:gd name="connsiteX789" fmla="*/ 5150444 w 12192000"/>
                <a:gd name="connsiteY789" fmla="*/ 853992 h 1608850"/>
                <a:gd name="connsiteX790" fmla="*/ 5183878 w 12192000"/>
                <a:gd name="connsiteY790" fmla="*/ 853992 h 1608850"/>
                <a:gd name="connsiteX791" fmla="*/ 5183878 w 12192000"/>
                <a:gd name="connsiteY791" fmla="*/ 814651 h 1608850"/>
                <a:gd name="connsiteX792" fmla="*/ 5192794 w 12192000"/>
                <a:gd name="connsiteY792" fmla="*/ 814651 h 1608850"/>
                <a:gd name="connsiteX793" fmla="*/ 5192794 w 12192000"/>
                <a:gd name="connsiteY793" fmla="*/ 763206 h 1608850"/>
                <a:gd name="connsiteX794" fmla="*/ 5199482 w 12192000"/>
                <a:gd name="connsiteY794" fmla="*/ 763206 h 1608850"/>
                <a:gd name="connsiteX795" fmla="*/ 5199482 w 12192000"/>
                <a:gd name="connsiteY795" fmla="*/ 711761 h 1608850"/>
                <a:gd name="connsiteX796" fmla="*/ 5215086 w 12192000"/>
                <a:gd name="connsiteY796" fmla="*/ 711761 h 1608850"/>
                <a:gd name="connsiteX797" fmla="*/ 5264122 w 12192000"/>
                <a:gd name="connsiteY797" fmla="*/ 684525 h 1608850"/>
                <a:gd name="connsiteX798" fmla="*/ 5266352 w 12192000"/>
                <a:gd name="connsiteY798" fmla="*/ 657290 h 1608850"/>
                <a:gd name="connsiteX799" fmla="*/ 5270810 w 12192000"/>
                <a:gd name="connsiteY799" fmla="*/ 684525 h 1608850"/>
                <a:gd name="connsiteX800" fmla="*/ 5322078 w 12192000"/>
                <a:gd name="connsiteY800" fmla="*/ 720840 h 1608850"/>
                <a:gd name="connsiteX801" fmla="*/ 5322078 w 12192000"/>
                <a:gd name="connsiteY801" fmla="*/ 714788 h 1608850"/>
                <a:gd name="connsiteX802" fmla="*/ 5335452 w 12192000"/>
                <a:gd name="connsiteY802" fmla="*/ 714788 h 1608850"/>
                <a:gd name="connsiteX803" fmla="*/ 5335452 w 12192000"/>
                <a:gd name="connsiteY803" fmla="*/ 763206 h 1608850"/>
                <a:gd name="connsiteX804" fmla="*/ 5342138 w 12192000"/>
                <a:gd name="connsiteY804" fmla="*/ 763206 h 1608850"/>
                <a:gd name="connsiteX805" fmla="*/ 5342138 w 12192000"/>
                <a:gd name="connsiteY805" fmla="*/ 801467 h 1608850"/>
                <a:gd name="connsiteX806" fmla="*/ 5377917 w 12192000"/>
                <a:gd name="connsiteY806" fmla="*/ 790806 h 1608850"/>
                <a:gd name="connsiteX807" fmla="*/ 5478973 w 12192000"/>
                <a:gd name="connsiteY807" fmla="*/ 790806 h 1608850"/>
                <a:gd name="connsiteX808" fmla="*/ 5478973 w 12192000"/>
                <a:gd name="connsiteY808" fmla="*/ 596233 h 1608850"/>
                <a:gd name="connsiteX809" fmla="*/ 5507479 w 12192000"/>
                <a:gd name="connsiteY809" fmla="*/ 582720 h 1608850"/>
                <a:gd name="connsiteX810" fmla="*/ 5631857 w 12192000"/>
                <a:gd name="connsiteY810" fmla="*/ 561101 h 1608850"/>
                <a:gd name="connsiteX811" fmla="*/ 5675909 w 12192000"/>
                <a:gd name="connsiteY811" fmla="*/ 574613 h 1608850"/>
                <a:gd name="connsiteX812" fmla="*/ 5683682 w 12192000"/>
                <a:gd name="connsiteY812" fmla="*/ 582720 h 1608850"/>
                <a:gd name="connsiteX813" fmla="*/ 5683682 w 12192000"/>
                <a:gd name="connsiteY813" fmla="*/ 833084 h 1608850"/>
                <a:gd name="connsiteX814" fmla="*/ 5701821 w 12192000"/>
                <a:gd name="connsiteY814" fmla="*/ 873985 h 1608850"/>
                <a:gd name="connsiteX815" fmla="*/ 5701821 w 12192000"/>
                <a:gd name="connsiteY815" fmla="*/ 798914 h 1608850"/>
                <a:gd name="connsiteX816" fmla="*/ 5717369 w 12192000"/>
                <a:gd name="connsiteY816" fmla="*/ 798914 h 1608850"/>
                <a:gd name="connsiteX817" fmla="*/ 5717369 w 12192000"/>
                <a:gd name="connsiteY817" fmla="*/ 785402 h 1608850"/>
                <a:gd name="connsiteX818" fmla="*/ 5732917 w 12192000"/>
                <a:gd name="connsiteY818" fmla="*/ 777295 h 1608850"/>
                <a:gd name="connsiteX819" fmla="*/ 5745871 w 12192000"/>
                <a:gd name="connsiteY819" fmla="*/ 777295 h 1608850"/>
                <a:gd name="connsiteX820" fmla="*/ 5745871 w 12192000"/>
                <a:gd name="connsiteY820" fmla="*/ 763783 h 1608850"/>
                <a:gd name="connsiteX821" fmla="*/ 5756236 w 12192000"/>
                <a:gd name="connsiteY821" fmla="*/ 755675 h 1608850"/>
                <a:gd name="connsiteX822" fmla="*/ 5782151 w 12192000"/>
                <a:gd name="connsiteY822" fmla="*/ 755675 h 1608850"/>
                <a:gd name="connsiteX823" fmla="*/ 5782151 w 12192000"/>
                <a:gd name="connsiteY823" fmla="*/ 798914 h 1608850"/>
                <a:gd name="connsiteX824" fmla="*/ 5836566 w 12192000"/>
                <a:gd name="connsiteY824" fmla="*/ 798914 h 1608850"/>
                <a:gd name="connsiteX825" fmla="*/ 5836566 w 12192000"/>
                <a:gd name="connsiteY825" fmla="*/ 950250 h 1608850"/>
                <a:gd name="connsiteX826" fmla="*/ 5857295 w 12192000"/>
                <a:gd name="connsiteY826" fmla="*/ 950250 h 1608850"/>
                <a:gd name="connsiteX827" fmla="*/ 5878025 w 12192000"/>
                <a:gd name="connsiteY827" fmla="*/ 942143 h 1608850"/>
                <a:gd name="connsiteX828" fmla="*/ 5878025 w 12192000"/>
                <a:gd name="connsiteY828" fmla="*/ 931332 h 1608850"/>
                <a:gd name="connsiteX829" fmla="*/ 5870253 w 12192000"/>
                <a:gd name="connsiteY829" fmla="*/ 928630 h 1608850"/>
                <a:gd name="connsiteX830" fmla="*/ 5870253 w 12192000"/>
                <a:gd name="connsiteY830" fmla="*/ 920522 h 1608850"/>
                <a:gd name="connsiteX831" fmla="*/ 5878025 w 12192000"/>
                <a:gd name="connsiteY831" fmla="*/ 915118 h 1608850"/>
                <a:gd name="connsiteX832" fmla="*/ 5878025 w 12192000"/>
                <a:gd name="connsiteY832" fmla="*/ 855665 h 1608850"/>
                <a:gd name="connsiteX833" fmla="*/ 5870253 w 12192000"/>
                <a:gd name="connsiteY833" fmla="*/ 852962 h 1608850"/>
                <a:gd name="connsiteX834" fmla="*/ 5870253 w 12192000"/>
                <a:gd name="connsiteY834" fmla="*/ 844855 h 1608850"/>
                <a:gd name="connsiteX835" fmla="*/ 5878025 w 12192000"/>
                <a:gd name="connsiteY835" fmla="*/ 839450 h 1608850"/>
                <a:gd name="connsiteX836" fmla="*/ 5883208 w 12192000"/>
                <a:gd name="connsiteY836" fmla="*/ 834046 h 1608850"/>
                <a:gd name="connsiteX837" fmla="*/ 5883208 w 12192000"/>
                <a:gd name="connsiteY837" fmla="*/ 823236 h 1608850"/>
                <a:gd name="connsiteX838" fmla="*/ 5878025 w 12192000"/>
                <a:gd name="connsiteY838" fmla="*/ 823236 h 1608850"/>
                <a:gd name="connsiteX839" fmla="*/ 5878025 w 12192000"/>
                <a:gd name="connsiteY839" fmla="*/ 815128 h 1608850"/>
                <a:gd name="connsiteX840" fmla="*/ 5885800 w 12192000"/>
                <a:gd name="connsiteY840" fmla="*/ 809724 h 1608850"/>
                <a:gd name="connsiteX841" fmla="*/ 5927259 w 12192000"/>
                <a:gd name="connsiteY841" fmla="*/ 734056 h 1608850"/>
                <a:gd name="connsiteX842" fmla="*/ 5922077 w 12192000"/>
                <a:gd name="connsiteY842" fmla="*/ 731353 h 1608850"/>
                <a:gd name="connsiteX843" fmla="*/ 5922077 w 12192000"/>
                <a:gd name="connsiteY843" fmla="*/ 723246 h 1608850"/>
                <a:gd name="connsiteX844" fmla="*/ 5929850 w 12192000"/>
                <a:gd name="connsiteY844" fmla="*/ 720543 h 1608850"/>
                <a:gd name="connsiteX845" fmla="*/ 5929850 w 12192000"/>
                <a:gd name="connsiteY845" fmla="*/ 709734 h 1608850"/>
                <a:gd name="connsiteX846" fmla="*/ 5935033 w 12192000"/>
                <a:gd name="connsiteY846" fmla="*/ 709734 h 1608850"/>
                <a:gd name="connsiteX847" fmla="*/ 5935033 w 12192000"/>
                <a:gd name="connsiteY847" fmla="*/ 685412 h 1608850"/>
                <a:gd name="connsiteX848" fmla="*/ 5929850 w 12192000"/>
                <a:gd name="connsiteY848" fmla="*/ 685412 h 1608850"/>
                <a:gd name="connsiteX849" fmla="*/ 5929850 w 12192000"/>
                <a:gd name="connsiteY849" fmla="*/ 680008 h 1608850"/>
                <a:gd name="connsiteX850" fmla="*/ 5935033 w 12192000"/>
                <a:gd name="connsiteY850" fmla="*/ 677305 h 1608850"/>
                <a:gd name="connsiteX851" fmla="*/ 5947989 w 12192000"/>
                <a:gd name="connsiteY851" fmla="*/ 658388 h 1608850"/>
                <a:gd name="connsiteX852" fmla="*/ 5950579 w 12192000"/>
                <a:gd name="connsiteY852" fmla="*/ 647579 h 1608850"/>
                <a:gd name="connsiteX853" fmla="*/ 5950579 w 12192000"/>
                <a:gd name="connsiteY853" fmla="*/ 617852 h 1608850"/>
                <a:gd name="connsiteX854" fmla="*/ 5950904 w 12192000"/>
                <a:gd name="connsiteY854" fmla="*/ 616838 h 1608850"/>
                <a:gd name="connsiteX855" fmla="*/ 5953171 w 12192000"/>
                <a:gd name="connsiteY855" fmla="*/ 609745 h 1608850"/>
                <a:gd name="connsiteX856" fmla="*/ 5953495 w 12192000"/>
                <a:gd name="connsiteY856" fmla="*/ 610759 h 1608850"/>
                <a:gd name="connsiteX857" fmla="*/ 5955763 w 12192000"/>
                <a:gd name="connsiteY857" fmla="*/ 617852 h 1608850"/>
                <a:gd name="connsiteX858" fmla="*/ 5958354 w 12192000"/>
                <a:gd name="connsiteY858" fmla="*/ 647579 h 1608850"/>
                <a:gd name="connsiteX859" fmla="*/ 5958354 w 12192000"/>
                <a:gd name="connsiteY859" fmla="*/ 655686 h 1608850"/>
                <a:gd name="connsiteX860" fmla="*/ 5971311 w 12192000"/>
                <a:gd name="connsiteY860" fmla="*/ 677305 h 1608850"/>
                <a:gd name="connsiteX861" fmla="*/ 5976494 w 12192000"/>
                <a:gd name="connsiteY861" fmla="*/ 680008 h 1608850"/>
                <a:gd name="connsiteX862" fmla="*/ 5976494 w 12192000"/>
                <a:gd name="connsiteY862" fmla="*/ 685412 h 1608850"/>
                <a:gd name="connsiteX863" fmla="*/ 5973903 w 12192000"/>
                <a:gd name="connsiteY863" fmla="*/ 709734 h 1608850"/>
                <a:gd name="connsiteX864" fmla="*/ 5979084 w 12192000"/>
                <a:gd name="connsiteY864" fmla="*/ 720543 h 1608850"/>
                <a:gd name="connsiteX865" fmla="*/ 5984268 w 12192000"/>
                <a:gd name="connsiteY865" fmla="*/ 723246 h 1608850"/>
                <a:gd name="connsiteX866" fmla="*/ 5984268 w 12192000"/>
                <a:gd name="connsiteY866" fmla="*/ 731353 h 1608850"/>
                <a:gd name="connsiteX867" fmla="*/ 5979084 w 12192000"/>
                <a:gd name="connsiteY867" fmla="*/ 734056 h 1608850"/>
                <a:gd name="connsiteX868" fmla="*/ 5999269 w 12192000"/>
                <a:gd name="connsiteY868" fmla="*/ 755105 h 1608850"/>
                <a:gd name="connsiteX869" fmla="*/ 5999269 w 12192000"/>
                <a:gd name="connsiteY869" fmla="*/ 627662 h 1608850"/>
                <a:gd name="connsiteX870" fmla="*/ 5999299 w 12192000"/>
                <a:gd name="connsiteY870" fmla="*/ 627662 h 1608850"/>
                <a:gd name="connsiteX871" fmla="*/ 6037948 w 12192000"/>
                <a:gd name="connsiteY871" fmla="*/ 627662 h 1608850"/>
                <a:gd name="connsiteX872" fmla="*/ 6037948 w 12192000"/>
                <a:gd name="connsiteY872" fmla="*/ 626311 h 1608850"/>
                <a:gd name="connsiteX873" fmla="*/ 6037948 w 12192000"/>
                <a:gd name="connsiteY873" fmla="*/ 616853 h 1608850"/>
                <a:gd name="connsiteX874" fmla="*/ 6038962 w 12192000"/>
                <a:gd name="connsiteY874" fmla="*/ 616853 h 1608850"/>
                <a:gd name="connsiteX875" fmla="*/ 6046055 w 12192000"/>
                <a:gd name="connsiteY875" fmla="*/ 616853 h 1608850"/>
                <a:gd name="connsiteX876" fmla="*/ 6046055 w 12192000"/>
                <a:gd name="connsiteY876" fmla="*/ 614962 h 1608850"/>
                <a:gd name="connsiteX877" fmla="*/ 6046055 w 12192000"/>
                <a:gd name="connsiteY877" fmla="*/ 601721 h 1608850"/>
                <a:gd name="connsiteX878" fmla="*/ 6046815 w 12192000"/>
                <a:gd name="connsiteY878" fmla="*/ 601721 h 1608850"/>
                <a:gd name="connsiteX879" fmla="*/ 6052135 w 12192000"/>
                <a:gd name="connsiteY879" fmla="*/ 601721 h 1608850"/>
                <a:gd name="connsiteX880" fmla="*/ 6052135 w 12192000"/>
                <a:gd name="connsiteY880" fmla="*/ 600640 h 1608850"/>
                <a:gd name="connsiteX881" fmla="*/ 6052135 w 12192000"/>
                <a:gd name="connsiteY881" fmla="*/ 593073 h 1608850"/>
                <a:gd name="connsiteX882" fmla="*/ 6054163 w 12192000"/>
                <a:gd name="connsiteY882" fmla="*/ 593073 h 1608850"/>
                <a:gd name="connsiteX883" fmla="*/ 6068350 w 12192000"/>
                <a:gd name="connsiteY883" fmla="*/ 593073 h 1608850"/>
                <a:gd name="connsiteX884" fmla="*/ 6068350 w 12192000"/>
                <a:gd name="connsiteY884" fmla="*/ 594154 h 1608850"/>
                <a:gd name="connsiteX885" fmla="*/ 6068350 w 12192000"/>
                <a:gd name="connsiteY885" fmla="*/ 601721 h 1608850"/>
                <a:gd name="connsiteX886" fmla="*/ 6090642 w 12192000"/>
                <a:gd name="connsiteY886" fmla="*/ 601721 h 1608850"/>
                <a:gd name="connsiteX887" fmla="*/ 6090642 w 12192000"/>
                <a:gd name="connsiteY887" fmla="*/ 599829 h 1608850"/>
                <a:gd name="connsiteX888" fmla="*/ 6090642 w 12192000"/>
                <a:gd name="connsiteY888" fmla="*/ 586588 h 1608850"/>
                <a:gd name="connsiteX889" fmla="*/ 6092416 w 12192000"/>
                <a:gd name="connsiteY889" fmla="*/ 586588 h 1608850"/>
                <a:gd name="connsiteX890" fmla="*/ 6104829 w 12192000"/>
                <a:gd name="connsiteY890" fmla="*/ 586588 h 1608850"/>
                <a:gd name="connsiteX891" fmla="*/ 6104829 w 12192000"/>
                <a:gd name="connsiteY891" fmla="*/ 610368 h 1608850"/>
                <a:gd name="connsiteX892" fmla="*/ 6105843 w 12192000"/>
                <a:gd name="connsiteY892" fmla="*/ 610368 h 1608850"/>
                <a:gd name="connsiteX893" fmla="*/ 6112936 w 12192000"/>
                <a:gd name="connsiteY893" fmla="*/ 610368 h 1608850"/>
                <a:gd name="connsiteX894" fmla="*/ 6112936 w 12192000"/>
                <a:gd name="connsiteY894" fmla="*/ 609287 h 1608850"/>
                <a:gd name="connsiteX895" fmla="*/ 6112936 w 12192000"/>
                <a:gd name="connsiteY895" fmla="*/ 601721 h 1608850"/>
                <a:gd name="connsiteX896" fmla="*/ 6114709 w 12192000"/>
                <a:gd name="connsiteY896" fmla="*/ 601721 h 1608850"/>
                <a:gd name="connsiteX897" fmla="*/ 6127123 w 12192000"/>
                <a:gd name="connsiteY897" fmla="*/ 601721 h 1608850"/>
                <a:gd name="connsiteX898" fmla="*/ 6127123 w 12192000"/>
                <a:gd name="connsiteY898" fmla="*/ 627662 h 1608850"/>
                <a:gd name="connsiteX899" fmla="*/ 6129150 w 12192000"/>
                <a:gd name="connsiteY899" fmla="*/ 627662 h 1608850"/>
                <a:gd name="connsiteX900" fmla="*/ 6143336 w 12192000"/>
                <a:gd name="connsiteY900" fmla="*/ 627662 h 1608850"/>
                <a:gd name="connsiteX901" fmla="*/ 6143336 w 12192000"/>
                <a:gd name="connsiteY901" fmla="*/ 629283 h 1608850"/>
                <a:gd name="connsiteX902" fmla="*/ 6143336 w 12192000"/>
                <a:gd name="connsiteY902" fmla="*/ 640633 h 1608850"/>
                <a:gd name="connsiteX903" fmla="*/ 6144096 w 12192000"/>
                <a:gd name="connsiteY903" fmla="*/ 640633 h 1608850"/>
                <a:gd name="connsiteX904" fmla="*/ 6149417 w 12192000"/>
                <a:gd name="connsiteY904" fmla="*/ 640633 h 1608850"/>
                <a:gd name="connsiteX905" fmla="*/ 6149417 w 12192000"/>
                <a:gd name="connsiteY905" fmla="*/ 639822 h 1608850"/>
                <a:gd name="connsiteX906" fmla="*/ 6149417 w 12192000"/>
                <a:gd name="connsiteY906" fmla="*/ 634147 h 1608850"/>
                <a:gd name="connsiteX907" fmla="*/ 6179817 w 12192000"/>
                <a:gd name="connsiteY907" fmla="*/ 634147 h 1608850"/>
                <a:gd name="connsiteX908" fmla="*/ 6179817 w 12192000"/>
                <a:gd name="connsiteY908" fmla="*/ 657927 h 1608850"/>
                <a:gd name="connsiteX909" fmla="*/ 6180830 w 12192000"/>
                <a:gd name="connsiteY909" fmla="*/ 657927 h 1608850"/>
                <a:gd name="connsiteX910" fmla="*/ 6187924 w 12192000"/>
                <a:gd name="connsiteY910" fmla="*/ 657927 h 1608850"/>
                <a:gd name="connsiteX911" fmla="*/ 6187924 w 12192000"/>
                <a:gd name="connsiteY911" fmla="*/ 659008 h 1608850"/>
                <a:gd name="connsiteX912" fmla="*/ 6187924 w 12192000"/>
                <a:gd name="connsiteY912" fmla="*/ 666574 h 1608850"/>
                <a:gd name="connsiteX913" fmla="*/ 6188684 w 12192000"/>
                <a:gd name="connsiteY913" fmla="*/ 666574 h 1608850"/>
                <a:gd name="connsiteX914" fmla="*/ 6194004 w 12192000"/>
                <a:gd name="connsiteY914" fmla="*/ 666574 h 1608850"/>
                <a:gd name="connsiteX915" fmla="*/ 6194004 w 12192000"/>
                <a:gd name="connsiteY915" fmla="*/ 664412 h 1608850"/>
                <a:gd name="connsiteX916" fmla="*/ 6194004 w 12192000"/>
                <a:gd name="connsiteY916" fmla="*/ 649280 h 1608850"/>
                <a:gd name="connsiteX917" fmla="*/ 6195017 w 12192000"/>
                <a:gd name="connsiteY917" fmla="*/ 649280 h 1608850"/>
                <a:gd name="connsiteX918" fmla="*/ 6202111 w 12192000"/>
                <a:gd name="connsiteY918" fmla="*/ 649280 h 1608850"/>
                <a:gd name="connsiteX919" fmla="*/ 6202111 w 12192000"/>
                <a:gd name="connsiteY919" fmla="*/ 650361 h 1608850"/>
                <a:gd name="connsiteX920" fmla="*/ 6202111 w 12192000"/>
                <a:gd name="connsiteY920" fmla="*/ 657927 h 1608850"/>
                <a:gd name="connsiteX921" fmla="*/ 6207431 w 12192000"/>
                <a:gd name="connsiteY921" fmla="*/ 655934 h 1608850"/>
                <a:gd name="connsiteX922" fmla="*/ 6208191 w 12192000"/>
                <a:gd name="connsiteY922" fmla="*/ 654954 h 1608850"/>
                <a:gd name="connsiteX923" fmla="*/ 6208191 w 12192000"/>
                <a:gd name="connsiteY923" fmla="*/ 649280 h 1608850"/>
                <a:gd name="connsiteX924" fmla="*/ 6246698 w 12192000"/>
                <a:gd name="connsiteY924" fmla="*/ 649280 h 1608850"/>
                <a:gd name="connsiteX925" fmla="*/ 6246698 w 12192000"/>
                <a:gd name="connsiteY925" fmla="*/ 673059 h 1608850"/>
                <a:gd name="connsiteX926" fmla="*/ 6248724 w 12192000"/>
                <a:gd name="connsiteY926" fmla="*/ 673059 h 1608850"/>
                <a:gd name="connsiteX927" fmla="*/ 6262911 w 12192000"/>
                <a:gd name="connsiteY927" fmla="*/ 673059 h 1608850"/>
                <a:gd name="connsiteX928" fmla="*/ 6262911 w 12192000"/>
                <a:gd name="connsiteY928" fmla="*/ 674140 h 1608850"/>
                <a:gd name="connsiteX929" fmla="*/ 6262911 w 12192000"/>
                <a:gd name="connsiteY929" fmla="*/ 681706 h 1608850"/>
                <a:gd name="connsiteX930" fmla="*/ 6264685 w 12192000"/>
                <a:gd name="connsiteY930" fmla="*/ 681706 h 1608850"/>
                <a:gd name="connsiteX931" fmla="*/ 6277098 w 12192000"/>
                <a:gd name="connsiteY931" fmla="*/ 681706 h 1608850"/>
                <a:gd name="connsiteX932" fmla="*/ 6277098 w 12192000"/>
                <a:gd name="connsiteY932" fmla="*/ 657927 h 1608850"/>
                <a:gd name="connsiteX933" fmla="*/ 6278111 w 12192000"/>
                <a:gd name="connsiteY933" fmla="*/ 657927 h 1608850"/>
                <a:gd name="connsiteX934" fmla="*/ 6285205 w 12192000"/>
                <a:gd name="connsiteY934" fmla="*/ 657927 h 1608850"/>
                <a:gd name="connsiteX935" fmla="*/ 6285205 w 12192000"/>
                <a:gd name="connsiteY935" fmla="*/ 625500 h 1608850"/>
                <a:gd name="connsiteX936" fmla="*/ 6286218 w 12192000"/>
                <a:gd name="connsiteY936" fmla="*/ 625500 h 1608850"/>
                <a:gd name="connsiteX937" fmla="*/ 6293312 w 12192000"/>
                <a:gd name="connsiteY937" fmla="*/ 625500 h 1608850"/>
                <a:gd name="connsiteX938" fmla="*/ 6293312 w 12192000"/>
                <a:gd name="connsiteY938" fmla="*/ 623609 h 1608850"/>
                <a:gd name="connsiteX939" fmla="*/ 6293312 w 12192000"/>
                <a:gd name="connsiteY939" fmla="*/ 610368 h 1608850"/>
                <a:gd name="connsiteX940" fmla="*/ 6292045 w 12192000"/>
                <a:gd name="connsiteY940" fmla="*/ 608746 h 1608850"/>
                <a:gd name="connsiteX941" fmla="*/ 6297365 w 12192000"/>
                <a:gd name="connsiteY941" fmla="*/ 597397 h 1608850"/>
                <a:gd name="connsiteX942" fmla="*/ 6305472 w 12192000"/>
                <a:gd name="connsiteY942" fmla="*/ 625500 h 1608850"/>
                <a:gd name="connsiteX943" fmla="*/ 6306232 w 12192000"/>
                <a:gd name="connsiteY943" fmla="*/ 625500 h 1608850"/>
                <a:gd name="connsiteX944" fmla="*/ 6311552 w 12192000"/>
                <a:gd name="connsiteY944" fmla="*/ 625500 h 1608850"/>
                <a:gd name="connsiteX945" fmla="*/ 6311552 w 12192000"/>
                <a:gd name="connsiteY945" fmla="*/ 519573 h 1608850"/>
                <a:gd name="connsiteX946" fmla="*/ 6313072 w 12192000"/>
                <a:gd name="connsiteY946" fmla="*/ 519573 h 1608850"/>
                <a:gd name="connsiteX947" fmla="*/ 6323712 w 12192000"/>
                <a:gd name="connsiteY947" fmla="*/ 519573 h 1608850"/>
                <a:gd name="connsiteX948" fmla="*/ 6323712 w 12192000"/>
                <a:gd name="connsiteY948" fmla="*/ 472014 h 1608850"/>
                <a:gd name="connsiteX949" fmla="*/ 6350059 w 12192000"/>
                <a:gd name="connsiteY949" fmla="*/ 472014 h 1608850"/>
                <a:gd name="connsiteX950" fmla="*/ 6350059 w 12192000"/>
                <a:gd name="connsiteY950" fmla="*/ 450396 h 1608850"/>
                <a:gd name="connsiteX951" fmla="*/ 6384513 w 12192000"/>
                <a:gd name="connsiteY951" fmla="*/ 450396 h 1608850"/>
                <a:gd name="connsiteX952" fmla="*/ 6384513 w 12192000"/>
                <a:gd name="connsiteY952" fmla="*/ 452828 h 1608850"/>
                <a:gd name="connsiteX953" fmla="*/ 6384513 w 12192000"/>
                <a:gd name="connsiteY953" fmla="*/ 469852 h 1608850"/>
                <a:gd name="connsiteX954" fmla="*/ 6386793 w 12192000"/>
                <a:gd name="connsiteY954" fmla="*/ 469852 h 1608850"/>
                <a:gd name="connsiteX955" fmla="*/ 6402753 w 12192000"/>
                <a:gd name="connsiteY955" fmla="*/ 469852 h 1608850"/>
                <a:gd name="connsiteX956" fmla="*/ 6402753 w 12192000"/>
                <a:gd name="connsiteY956" fmla="*/ 517411 h 1608850"/>
                <a:gd name="connsiteX957" fmla="*/ 6403766 w 12192000"/>
                <a:gd name="connsiteY957" fmla="*/ 517411 h 1608850"/>
                <a:gd name="connsiteX958" fmla="*/ 6410860 w 12192000"/>
                <a:gd name="connsiteY958" fmla="*/ 517411 h 1608850"/>
                <a:gd name="connsiteX959" fmla="*/ 6425047 w 12192000"/>
                <a:gd name="connsiteY959" fmla="*/ 521735 h 1608850"/>
                <a:gd name="connsiteX960" fmla="*/ 6425047 w 12192000"/>
                <a:gd name="connsiteY960" fmla="*/ 560647 h 1608850"/>
                <a:gd name="connsiteX961" fmla="*/ 6426060 w 12192000"/>
                <a:gd name="connsiteY961" fmla="*/ 560647 h 1608850"/>
                <a:gd name="connsiteX962" fmla="*/ 6433153 w 12192000"/>
                <a:gd name="connsiteY962" fmla="*/ 560647 h 1608850"/>
                <a:gd name="connsiteX963" fmla="*/ 6433153 w 12192000"/>
                <a:gd name="connsiteY963" fmla="*/ 562268 h 1608850"/>
                <a:gd name="connsiteX964" fmla="*/ 6433153 w 12192000"/>
                <a:gd name="connsiteY964" fmla="*/ 573617 h 1608850"/>
                <a:gd name="connsiteX965" fmla="*/ 6435180 w 12192000"/>
                <a:gd name="connsiteY965" fmla="*/ 573617 h 1608850"/>
                <a:gd name="connsiteX966" fmla="*/ 6449367 w 12192000"/>
                <a:gd name="connsiteY966" fmla="*/ 573617 h 1608850"/>
                <a:gd name="connsiteX967" fmla="*/ 6455447 w 12192000"/>
                <a:gd name="connsiteY967" fmla="*/ 580103 h 1608850"/>
                <a:gd name="connsiteX968" fmla="*/ 6455447 w 12192000"/>
                <a:gd name="connsiteY968" fmla="*/ 601721 h 1608850"/>
                <a:gd name="connsiteX969" fmla="*/ 6457727 w 12192000"/>
                <a:gd name="connsiteY969" fmla="*/ 601721 h 1608850"/>
                <a:gd name="connsiteX970" fmla="*/ 6473687 w 12192000"/>
                <a:gd name="connsiteY970" fmla="*/ 601721 h 1608850"/>
                <a:gd name="connsiteX971" fmla="*/ 6473687 w 12192000"/>
                <a:gd name="connsiteY971" fmla="*/ 602801 h 1608850"/>
                <a:gd name="connsiteX972" fmla="*/ 6473687 w 12192000"/>
                <a:gd name="connsiteY972" fmla="*/ 610368 h 1608850"/>
                <a:gd name="connsiteX973" fmla="*/ 6474954 w 12192000"/>
                <a:gd name="connsiteY973" fmla="*/ 610368 h 1608850"/>
                <a:gd name="connsiteX974" fmla="*/ 6483821 w 12192000"/>
                <a:gd name="connsiteY974" fmla="*/ 610368 h 1608850"/>
                <a:gd name="connsiteX975" fmla="*/ 6483821 w 12192000"/>
                <a:gd name="connsiteY975" fmla="*/ 612529 h 1608850"/>
                <a:gd name="connsiteX976" fmla="*/ 6483821 w 12192000"/>
                <a:gd name="connsiteY976" fmla="*/ 627662 h 1608850"/>
                <a:gd name="connsiteX977" fmla="*/ 6487874 w 12192000"/>
                <a:gd name="connsiteY977" fmla="*/ 625770 h 1608850"/>
                <a:gd name="connsiteX978" fmla="*/ 6487874 w 12192000"/>
                <a:gd name="connsiteY978" fmla="*/ 612529 h 1608850"/>
                <a:gd name="connsiteX979" fmla="*/ 6488887 w 12192000"/>
                <a:gd name="connsiteY979" fmla="*/ 612529 h 1608850"/>
                <a:gd name="connsiteX980" fmla="*/ 6495981 w 12192000"/>
                <a:gd name="connsiteY980" fmla="*/ 612529 h 1608850"/>
                <a:gd name="connsiteX981" fmla="*/ 6495981 w 12192000"/>
                <a:gd name="connsiteY981" fmla="*/ 614151 h 1608850"/>
                <a:gd name="connsiteX982" fmla="*/ 6495981 w 12192000"/>
                <a:gd name="connsiteY982" fmla="*/ 625500 h 1608850"/>
                <a:gd name="connsiteX983" fmla="*/ 6496741 w 12192000"/>
                <a:gd name="connsiteY983" fmla="*/ 625500 h 1608850"/>
                <a:gd name="connsiteX984" fmla="*/ 6502061 w 12192000"/>
                <a:gd name="connsiteY984" fmla="*/ 625500 h 1608850"/>
                <a:gd name="connsiteX985" fmla="*/ 6550701 w 12192000"/>
                <a:gd name="connsiteY985" fmla="*/ 621177 h 1608850"/>
                <a:gd name="connsiteX986" fmla="*/ 6550701 w 12192000"/>
                <a:gd name="connsiteY986" fmla="*/ 622528 h 1608850"/>
                <a:gd name="connsiteX987" fmla="*/ 6550701 w 12192000"/>
                <a:gd name="connsiteY987" fmla="*/ 631985 h 1608850"/>
                <a:gd name="connsiteX988" fmla="*/ 6551461 w 12192000"/>
                <a:gd name="connsiteY988" fmla="*/ 631985 h 1608850"/>
                <a:gd name="connsiteX989" fmla="*/ 6556782 w 12192000"/>
                <a:gd name="connsiteY989" fmla="*/ 631985 h 1608850"/>
                <a:gd name="connsiteX990" fmla="*/ 6556782 w 12192000"/>
                <a:gd name="connsiteY990" fmla="*/ 634147 h 1608850"/>
                <a:gd name="connsiteX991" fmla="*/ 6556782 w 12192000"/>
                <a:gd name="connsiteY991" fmla="*/ 649280 h 1608850"/>
                <a:gd name="connsiteX992" fmla="*/ 6558808 w 12192000"/>
                <a:gd name="connsiteY992" fmla="*/ 647929 h 1608850"/>
                <a:gd name="connsiteX993" fmla="*/ 6572995 w 12192000"/>
                <a:gd name="connsiteY993" fmla="*/ 638471 h 1608850"/>
                <a:gd name="connsiteX994" fmla="*/ 6579075 w 12192000"/>
                <a:gd name="connsiteY994" fmla="*/ 597397 h 1608850"/>
                <a:gd name="connsiteX995" fmla="*/ 6579835 w 12192000"/>
                <a:gd name="connsiteY995" fmla="*/ 597127 h 1608850"/>
                <a:gd name="connsiteX996" fmla="*/ 6585155 w 12192000"/>
                <a:gd name="connsiteY996" fmla="*/ 595235 h 1608850"/>
                <a:gd name="connsiteX997" fmla="*/ 6587182 w 12192000"/>
                <a:gd name="connsiteY997" fmla="*/ 526058 h 1608850"/>
                <a:gd name="connsiteX998" fmla="*/ 6589209 w 12192000"/>
                <a:gd name="connsiteY998" fmla="*/ 595235 h 1608850"/>
                <a:gd name="connsiteX999" fmla="*/ 6589969 w 12192000"/>
                <a:gd name="connsiteY999" fmla="*/ 595505 h 1608850"/>
                <a:gd name="connsiteX1000" fmla="*/ 6595289 w 12192000"/>
                <a:gd name="connsiteY1000" fmla="*/ 597397 h 1608850"/>
                <a:gd name="connsiteX1001" fmla="*/ 6595289 w 12192000"/>
                <a:gd name="connsiteY1001" fmla="*/ 510926 h 1608850"/>
                <a:gd name="connsiteX1002" fmla="*/ 6599342 w 12192000"/>
                <a:gd name="connsiteY1002" fmla="*/ 478499 h 1608850"/>
                <a:gd name="connsiteX1003" fmla="*/ 6637849 w 12192000"/>
                <a:gd name="connsiteY1003" fmla="*/ 478499 h 1608850"/>
                <a:gd name="connsiteX1004" fmla="*/ 6637849 w 12192000"/>
                <a:gd name="connsiteY1004" fmla="*/ 510926 h 1608850"/>
                <a:gd name="connsiteX1005" fmla="*/ 6638609 w 12192000"/>
                <a:gd name="connsiteY1005" fmla="*/ 510926 h 1608850"/>
                <a:gd name="connsiteX1006" fmla="*/ 6643929 w 12192000"/>
                <a:gd name="connsiteY1006" fmla="*/ 510926 h 1608850"/>
                <a:gd name="connsiteX1007" fmla="*/ 6643929 w 12192000"/>
                <a:gd name="connsiteY1007" fmla="*/ 428778 h 1608850"/>
                <a:gd name="connsiteX1008" fmla="*/ 6645703 w 12192000"/>
                <a:gd name="connsiteY1008" fmla="*/ 428778 h 1608850"/>
                <a:gd name="connsiteX1009" fmla="*/ 6658116 w 12192000"/>
                <a:gd name="connsiteY1009" fmla="*/ 428778 h 1608850"/>
                <a:gd name="connsiteX1010" fmla="*/ 6658116 w 12192000"/>
                <a:gd name="connsiteY1010" fmla="*/ 426887 h 1608850"/>
                <a:gd name="connsiteX1011" fmla="*/ 6658116 w 12192000"/>
                <a:gd name="connsiteY1011" fmla="*/ 413646 h 1608850"/>
                <a:gd name="connsiteX1012" fmla="*/ 6680410 w 12192000"/>
                <a:gd name="connsiteY1012" fmla="*/ 413646 h 1608850"/>
                <a:gd name="connsiteX1013" fmla="*/ 6680410 w 12192000"/>
                <a:gd name="connsiteY1013" fmla="*/ 412565 h 1608850"/>
                <a:gd name="connsiteX1014" fmla="*/ 6680410 w 12192000"/>
                <a:gd name="connsiteY1014" fmla="*/ 404999 h 1608850"/>
                <a:gd name="connsiteX1015" fmla="*/ 6682183 w 12192000"/>
                <a:gd name="connsiteY1015" fmla="*/ 404999 h 1608850"/>
                <a:gd name="connsiteX1016" fmla="*/ 6694597 w 12192000"/>
                <a:gd name="connsiteY1016" fmla="*/ 404999 h 1608850"/>
                <a:gd name="connsiteX1017" fmla="*/ 6694597 w 12192000"/>
                <a:gd name="connsiteY1017" fmla="*/ 406080 h 1608850"/>
                <a:gd name="connsiteX1018" fmla="*/ 6694597 w 12192000"/>
                <a:gd name="connsiteY1018" fmla="*/ 413646 h 1608850"/>
                <a:gd name="connsiteX1019" fmla="*/ 6695357 w 12192000"/>
                <a:gd name="connsiteY1019" fmla="*/ 413646 h 1608850"/>
                <a:gd name="connsiteX1020" fmla="*/ 6700677 w 12192000"/>
                <a:gd name="connsiteY1020" fmla="*/ 413646 h 1608850"/>
                <a:gd name="connsiteX1021" fmla="*/ 6710810 w 12192000"/>
                <a:gd name="connsiteY1021" fmla="*/ 409322 h 1608850"/>
                <a:gd name="connsiteX1022" fmla="*/ 6714863 w 12192000"/>
                <a:gd name="connsiteY1022" fmla="*/ 412565 h 1608850"/>
                <a:gd name="connsiteX1023" fmla="*/ 6714863 w 12192000"/>
                <a:gd name="connsiteY1023" fmla="*/ 404999 h 1608850"/>
                <a:gd name="connsiteX1024" fmla="*/ 6717143 w 12192000"/>
                <a:gd name="connsiteY1024" fmla="*/ 404999 h 1608850"/>
                <a:gd name="connsiteX1025" fmla="*/ 6733104 w 12192000"/>
                <a:gd name="connsiteY1025" fmla="*/ 404999 h 1608850"/>
                <a:gd name="connsiteX1026" fmla="*/ 6733104 w 12192000"/>
                <a:gd name="connsiteY1026" fmla="*/ 406080 h 1608850"/>
                <a:gd name="connsiteX1027" fmla="*/ 6733104 w 12192000"/>
                <a:gd name="connsiteY1027" fmla="*/ 413646 h 1608850"/>
                <a:gd name="connsiteX1028" fmla="*/ 6763504 w 12192000"/>
                <a:gd name="connsiteY1028" fmla="*/ 413646 h 1608850"/>
                <a:gd name="connsiteX1029" fmla="*/ 6763504 w 12192000"/>
                <a:gd name="connsiteY1029" fmla="*/ 415267 h 1608850"/>
                <a:gd name="connsiteX1030" fmla="*/ 6763504 w 12192000"/>
                <a:gd name="connsiteY1030" fmla="*/ 426617 h 1608850"/>
                <a:gd name="connsiteX1031" fmla="*/ 6789851 w 12192000"/>
                <a:gd name="connsiteY1031" fmla="*/ 426617 h 1608850"/>
                <a:gd name="connsiteX1032" fmla="*/ 6789851 w 12192000"/>
                <a:gd name="connsiteY1032" fmla="*/ 456881 h 1608850"/>
                <a:gd name="connsiteX1033" fmla="*/ 6790611 w 12192000"/>
                <a:gd name="connsiteY1033" fmla="*/ 456881 h 1608850"/>
                <a:gd name="connsiteX1034" fmla="*/ 6795931 w 12192000"/>
                <a:gd name="connsiteY1034" fmla="*/ 456881 h 1608850"/>
                <a:gd name="connsiteX1035" fmla="*/ 6795931 w 12192000"/>
                <a:gd name="connsiteY1035" fmla="*/ 457962 h 1608850"/>
                <a:gd name="connsiteX1036" fmla="*/ 6795931 w 12192000"/>
                <a:gd name="connsiteY1036" fmla="*/ 465529 h 1608850"/>
                <a:gd name="connsiteX1037" fmla="*/ 6799985 w 12192000"/>
                <a:gd name="connsiteY1037" fmla="*/ 495793 h 1608850"/>
                <a:gd name="connsiteX1038" fmla="*/ 6800745 w 12192000"/>
                <a:gd name="connsiteY1038" fmla="*/ 495793 h 1608850"/>
                <a:gd name="connsiteX1039" fmla="*/ 6806065 w 12192000"/>
                <a:gd name="connsiteY1039" fmla="*/ 495793 h 1608850"/>
                <a:gd name="connsiteX1040" fmla="*/ 6806065 w 12192000"/>
                <a:gd name="connsiteY1040" fmla="*/ 496604 h 1608850"/>
                <a:gd name="connsiteX1041" fmla="*/ 6806065 w 12192000"/>
                <a:gd name="connsiteY1041" fmla="*/ 502279 h 1608850"/>
                <a:gd name="connsiteX1042" fmla="*/ 6807078 w 12192000"/>
                <a:gd name="connsiteY1042" fmla="*/ 502279 h 1608850"/>
                <a:gd name="connsiteX1043" fmla="*/ 6814171 w 12192000"/>
                <a:gd name="connsiteY1043" fmla="*/ 502279 h 1608850"/>
                <a:gd name="connsiteX1044" fmla="*/ 6814171 w 12192000"/>
                <a:gd name="connsiteY1044" fmla="*/ 532544 h 1608850"/>
                <a:gd name="connsiteX1045" fmla="*/ 6816198 w 12192000"/>
                <a:gd name="connsiteY1045" fmla="*/ 532544 h 1608850"/>
                <a:gd name="connsiteX1046" fmla="*/ 6830385 w 12192000"/>
                <a:gd name="connsiteY1046" fmla="*/ 532544 h 1608850"/>
                <a:gd name="connsiteX1047" fmla="*/ 6830385 w 12192000"/>
                <a:gd name="connsiteY1047" fmla="*/ 556323 h 1608850"/>
                <a:gd name="connsiteX1048" fmla="*/ 6832412 w 12192000"/>
                <a:gd name="connsiteY1048" fmla="*/ 557944 h 1608850"/>
                <a:gd name="connsiteX1049" fmla="*/ 6832412 w 12192000"/>
                <a:gd name="connsiteY1049" fmla="*/ 569294 h 1608850"/>
                <a:gd name="connsiteX1050" fmla="*/ 6833172 w 12192000"/>
                <a:gd name="connsiteY1050" fmla="*/ 569294 h 1608850"/>
                <a:gd name="connsiteX1051" fmla="*/ 6838492 w 12192000"/>
                <a:gd name="connsiteY1051" fmla="*/ 569294 h 1608850"/>
                <a:gd name="connsiteX1052" fmla="*/ 6838492 w 12192000"/>
                <a:gd name="connsiteY1052" fmla="*/ 593073 h 1608850"/>
                <a:gd name="connsiteX1053" fmla="*/ 6839758 w 12192000"/>
                <a:gd name="connsiteY1053" fmla="*/ 593073 h 1608850"/>
                <a:gd name="connsiteX1054" fmla="*/ 6848625 w 12192000"/>
                <a:gd name="connsiteY1054" fmla="*/ 593073 h 1608850"/>
                <a:gd name="connsiteX1055" fmla="*/ 6850652 w 12192000"/>
                <a:gd name="connsiteY1055" fmla="*/ 597127 h 1608850"/>
                <a:gd name="connsiteX1056" fmla="*/ 6850652 w 12192000"/>
                <a:gd name="connsiteY1056" fmla="*/ 610368 h 1608850"/>
                <a:gd name="connsiteX1057" fmla="*/ 6852172 w 12192000"/>
                <a:gd name="connsiteY1057" fmla="*/ 608476 h 1608850"/>
                <a:gd name="connsiteX1058" fmla="*/ 6862812 w 12192000"/>
                <a:gd name="connsiteY1058" fmla="*/ 595235 h 1608850"/>
                <a:gd name="connsiteX1059" fmla="*/ 6891186 w 12192000"/>
                <a:gd name="connsiteY1059" fmla="*/ 595235 h 1608850"/>
                <a:gd name="connsiteX1060" fmla="*/ 6891186 w 12192000"/>
                <a:gd name="connsiteY1060" fmla="*/ 681706 h 1608850"/>
                <a:gd name="connsiteX1061" fmla="*/ 6891946 w 12192000"/>
                <a:gd name="connsiteY1061" fmla="*/ 681706 h 1608850"/>
                <a:gd name="connsiteX1062" fmla="*/ 6897266 w 12192000"/>
                <a:gd name="connsiteY1062" fmla="*/ 681706 h 1608850"/>
                <a:gd name="connsiteX1063" fmla="*/ 6898026 w 12192000"/>
                <a:gd name="connsiteY1063" fmla="*/ 680355 h 1608850"/>
                <a:gd name="connsiteX1064" fmla="*/ 6903346 w 12192000"/>
                <a:gd name="connsiteY1064" fmla="*/ 670897 h 1608850"/>
                <a:gd name="connsiteX1065" fmla="*/ 6903346 w 12192000"/>
                <a:gd name="connsiteY1065" fmla="*/ 672789 h 1608850"/>
                <a:gd name="connsiteX1066" fmla="*/ 6903346 w 12192000"/>
                <a:gd name="connsiteY1066" fmla="*/ 686030 h 1608850"/>
                <a:gd name="connsiteX1067" fmla="*/ 6907399 w 12192000"/>
                <a:gd name="connsiteY1067" fmla="*/ 640633 h 1608850"/>
                <a:gd name="connsiteX1068" fmla="*/ 6908159 w 12192000"/>
                <a:gd name="connsiteY1068" fmla="*/ 640633 h 1608850"/>
                <a:gd name="connsiteX1069" fmla="*/ 6913479 w 12192000"/>
                <a:gd name="connsiteY1069" fmla="*/ 640633 h 1608850"/>
                <a:gd name="connsiteX1070" fmla="*/ 6913479 w 12192000"/>
                <a:gd name="connsiteY1070" fmla="*/ 575779 h 1608850"/>
                <a:gd name="connsiteX1071" fmla="*/ 6914493 w 12192000"/>
                <a:gd name="connsiteY1071" fmla="*/ 575779 h 1608850"/>
                <a:gd name="connsiteX1072" fmla="*/ 6921586 w 12192000"/>
                <a:gd name="connsiteY1072" fmla="*/ 575779 h 1608850"/>
                <a:gd name="connsiteX1073" fmla="*/ 6933746 w 12192000"/>
                <a:gd name="connsiteY1073" fmla="*/ 532544 h 1608850"/>
                <a:gd name="connsiteX1074" fmla="*/ 6935013 w 12192000"/>
                <a:gd name="connsiteY1074" fmla="*/ 532544 h 1608850"/>
                <a:gd name="connsiteX1075" fmla="*/ 6943880 w 12192000"/>
                <a:gd name="connsiteY1075" fmla="*/ 532544 h 1608850"/>
                <a:gd name="connsiteX1076" fmla="*/ 6954013 w 12192000"/>
                <a:gd name="connsiteY1076" fmla="*/ 575779 h 1608850"/>
                <a:gd name="connsiteX1077" fmla="*/ 6955026 w 12192000"/>
                <a:gd name="connsiteY1077" fmla="*/ 575779 h 1608850"/>
                <a:gd name="connsiteX1078" fmla="*/ 6962120 w 12192000"/>
                <a:gd name="connsiteY1078" fmla="*/ 575779 h 1608850"/>
                <a:gd name="connsiteX1079" fmla="*/ 6962120 w 12192000"/>
                <a:gd name="connsiteY1079" fmla="*/ 614691 h 1608850"/>
                <a:gd name="connsiteX1080" fmla="*/ 6963893 w 12192000"/>
                <a:gd name="connsiteY1080" fmla="*/ 614691 h 1608850"/>
                <a:gd name="connsiteX1081" fmla="*/ 6976307 w 12192000"/>
                <a:gd name="connsiteY1081" fmla="*/ 614691 h 1608850"/>
                <a:gd name="connsiteX1082" fmla="*/ 6976307 w 12192000"/>
                <a:gd name="connsiteY1082" fmla="*/ 616853 h 1608850"/>
                <a:gd name="connsiteX1083" fmla="*/ 6976307 w 12192000"/>
                <a:gd name="connsiteY1083" fmla="*/ 631985 h 1608850"/>
                <a:gd name="connsiteX1084" fmla="*/ 6980360 w 12192000"/>
                <a:gd name="connsiteY1084" fmla="*/ 629824 h 1608850"/>
                <a:gd name="connsiteX1085" fmla="*/ 6980360 w 12192000"/>
                <a:gd name="connsiteY1085" fmla="*/ 614691 h 1608850"/>
                <a:gd name="connsiteX1086" fmla="*/ 6981880 w 12192000"/>
                <a:gd name="connsiteY1086" fmla="*/ 614691 h 1608850"/>
                <a:gd name="connsiteX1087" fmla="*/ 6992520 w 12192000"/>
                <a:gd name="connsiteY1087" fmla="*/ 614691 h 1608850"/>
                <a:gd name="connsiteX1088" fmla="*/ 6992520 w 12192000"/>
                <a:gd name="connsiteY1088" fmla="*/ 616312 h 1608850"/>
                <a:gd name="connsiteX1089" fmla="*/ 6992520 w 12192000"/>
                <a:gd name="connsiteY1089" fmla="*/ 627662 h 1608850"/>
                <a:gd name="connsiteX1090" fmla="*/ 7022921 w 12192000"/>
                <a:gd name="connsiteY1090" fmla="*/ 627662 h 1608850"/>
                <a:gd name="connsiteX1091" fmla="*/ 7022921 w 12192000"/>
                <a:gd name="connsiteY1091" fmla="*/ 590912 h 1608850"/>
                <a:gd name="connsiteX1092" fmla="*/ 7024187 w 12192000"/>
                <a:gd name="connsiteY1092" fmla="*/ 590912 h 1608850"/>
                <a:gd name="connsiteX1093" fmla="*/ 7033054 w 12192000"/>
                <a:gd name="connsiteY1093" fmla="*/ 590912 h 1608850"/>
                <a:gd name="connsiteX1094" fmla="*/ 7033054 w 12192000"/>
                <a:gd name="connsiteY1094" fmla="*/ 612529 h 1608850"/>
                <a:gd name="connsiteX1095" fmla="*/ 7035081 w 12192000"/>
                <a:gd name="connsiteY1095" fmla="*/ 580103 h 1608850"/>
                <a:gd name="connsiteX1096" fmla="*/ 7057374 w 12192000"/>
                <a:gd name="connsiteY1096" fmla="*/ 580103 h 1608850"/>
                <a:gd name="connsiteX1097" fmla="*/ 7057374 w 12192000"/>
                <a:gd name="connsiteY1097" fmla="*/ 578481 h 1608850"/>
                <a:gd name="connsiteX1098" fmla="*/ 7057374 w 12192000"/>
                <a:gd name="connsiteY1098" fmla="*/ 567132 h 1608850"/>
                <a:gd name="connsiteX1099" fmla="*/ 7058134 w 12192000"/>
                <a:gd name="connsiteY1099" fmla="*/ 567132 h 1608850"/>
                <a:gd name="connsiteX1100" fmla="*/ 7063454 w 12192000"/>
                <a:gd name="connsiteY1100" fmla="*/ 567132 h 1608850"/>
                <a:gd name="connsiteX1101" fmla="*/ 7063454 w 12192000"/>
                <a:gd name="connsiteY1101" fmla="*/ 565241 h 1608850"/>
                <a:gd name="connsiteX1102" fmla="*/ 7063454 w 12192000"/>
                <a:gd name="connsiteY1102" fmla="*/ 552000 h 1608850"/>
                <a:gd name="connsiteX1103" fmla="*/ 7067508 w 12192000"/>
                <a:gd name="connsiteY1103" fmla="*/ 558485 h 1608850"/>
                <a:gd name="connsiteX1104" fmla="*/ 7069788 w 12192000"/>
                <a:gd name="connsiteY1104" fmla="*/ 558485 h 1608850"/>
                <a:gd name="connsiteX1105" fmla="*/ 7085748 w 12192000"/>
                <a:gd name="connsiteY1105" fmla="*/ 558485 h 1608850"/>
                <a:gd name="connsiteX1106" fmla="*/ 7085748 w 12192000"/>
                <a:gd name="connsiteY1106" fmla="*/ 557674 h 1608850"/>
                <a:gd name="connsiteX1107" fmla="*/ 7085748 w 12192000"/>
                <a:gd name="connsiteY1107" fmla="*/ 552000 h 1608850"/>
                <a:gd name="connsiteX1108" fmla="*/ 7086508 w 12192000"/>
                <a:gd name="connsiteY1108" fmla="*/ 552000 h 1608850"/>
                <a:gd name="connsiteX1109" fmla="*/ 7091828 w 12192000"/>
                <a:gd name="connsiteY1109" fmla="*/ 552000 h 1608850"/>
                <a:gd name="connsiteX1110" fmla="*/ 7091828 w 12192000"/>
                <a:gd name="connsiteY1110" fmla="*/ 553351 h 1608850"/>
                <a:gd name="connsiteX1111" fmla="*/ 7091828 w 12192000"/>
                <a:gd name="connsiteY1111" fmla="*/ 562809 h 1608850"/>
                <a:gd name="connsiteX1112" fmla="*/ 7130335 w 12192000"/>
                <a:gd name="connsiteY1112" fmla="*/ 562809 h 1608850"/>
                <a:gd name="connsiteX1113" fmla="*/ 7130335 w 12192000"/>
                <a:gd name="connsiteY1113" fmla="*/ 701162 h 1608850"/>
                <a:gd name="connsiteX1114" fmla="*/ 7131855 w 12192000"/>
                <a:gd name="connsiteY1114" fmla="*/ 701162 h 1608850"/>
                <a:gd name="connsiteX1115" fmla="*/ 7142495 w 12192000"/>
                <a:gd name="connsiteY1115" fmla="*/ 701162 h 1608850"/>
                <a:gd name="connsiteX1116" fmla="*/ 7142495 w 12192000"/>
                <a:gd name="connsiteY1116" fmla="*/ 688192 h 1608850"/>
                <a:gd name="connsiteX1117" fmla="*/ 7146549 w 12192000"/>
                <a:gd name="connsiteY1117" fmla="*/ 688192 h 1608850"/>
                <a:gd name="connsiteX1118" fmla="*/ 7146549 w 12192000"/>
                <a:gd name="connsiteY1118" fmla="*/ 701162 h 1608850"/>
                <a:gd name="connsiteX1119" fmla="*/ 7176949 w 12192000"/>
                <a:gd name="connsiteY1119" fmla="*/ 701162 h 1608850"/>
                <a:gd name="connsiteX1120" fmla="*/ 7176949 w 12192000"/>
                <a:gd name="connsiteY1120" fmla="*/ 670897 h 1608850"/>
                <a:gd name="connsiteX1121" fmla="*/ 7189109 w 12192000"/>
                <a:gd name="connsiteY1121" fmla="*/ 670897 h 1608850"/>
                <a:gd name="connsiteX1122" fmla="*/ 7201269 w 12192000"/>
                <a:gd name="connsiteY1122" fmla="*/ 668736 h 1608850"/>
                <a:gd name="connsiteX1123" fmla="*/ 7205323 w 12192000"/>
                <a:gd name="connsiteY1123" fmla="*/ 670897 h 1608850"/>
                <a:gd name="connsiteX1124" fmla="*/ 7215456 w 12192000"/>
                <a:gd name="connsiteY1124" fmla="*/ 670897 h 1608850"/>
                <a:gd name="connsiteX1125" fmla="*/ 7215456 w 12192000"/>
                <a:gd name="connsiteY1125" fmla="*/ 701162 h 1608850"/>
                <a:gd name="connsiteX1126" fmla="*/ 7223563 w 12192000"/>
                <a:gd name="connsiteY1126" fmla="*/ 701162 h 1608850"/>
                <a:gd name="connsiteX1127" fmla="*/ 7223563 w 12192000"/>
                <a:gd name="connsiteY1127" fmla="*/ 718457 h 1608850"/>
                <a:gd name="connsiteX1128" fmla="*/ 7232899 w 12192000"/>
                <a:gd name="connsiteY1128" fmla="*/ 719362 h 1608850"/>
                <a:gd name="connsiteX1129" fmla="*/ 7245857 w 12192000"/>
                <a:gd name="connsiteY1129" fmla="*/ 719362 h 1608850"/>
                <a:gd name="connsiteX1130" fmla="*/ 7245857 w 12192000"/>
                <a:gd name="connsiteY1130" fmla="*/ 703324 h 1608850"/>
                <a:gd name="connsiteX1131" fmla="*/ 7313813 w 12192000"/>
                <a:gd name="connsiteY1131" fmla="*/ 703324 h 1608850"/>
                <a:gd name="connsiteX1132" fmla="*/ 7313813 w 12192000"/>
                <a:gd name="connsiteY1132" fmla="*/ 618071 h 1608850"/>
                <a:gd name="connsiteX1133" fmla="*/ 7385821 w 12192000"/>
                <a:gd name="connsiteY1133" fmla="*/ 618071 h 1608850"/>
                <a:gd name="connsiteX1134" fmla="*/ 7385821 w 12192000"/>
                <a:gd name="connsiteY1134" fmla="*/ 696839 h 1608850"/>
                <a:gd name="connsiteX1135" fmla="*/ 7387725 w 12192000"/>
                <a:gd name="connsiteY1135" fmla="*/ 696839 h 1608850"/>
                <a:gd name="connsiteX1136" fmla="*/ 7388967 w 12192000"/>
                <a:gd name="connsiteY1136" fmla="*/ 719362 h 1608850"/>
                <a:gd name="connsiteX1137" fmla="*/ 7398643 w 12192000"/>
                <a:gd name="connsiteY1137" fmla="*/ 719362 h 1608850"/>
                <a:gd name="connsiteX1138" fmla="*/ 7399885 w 12192000"/>
                <a:gd name="connsiteY1138" fmla="*/ 696839 h 1608850"/>
                <a:gd name="connsiteX1139" fmla="*/ 7405965 w 12192000"/>
                <a:gd name="connsiteY1139" fmla="*/ 696839 h 1608850"/>
                <a:gd name="connsiteX1140" fmla="*/ 7407207 w 12192000"/>
                <a:gd name="connsiteY1140" fmla="*/ 719362 h 1608850"/>
                <a:gd name="connsiteX1141" fmla="*/ 7457829 w 12192000"/>
                <a:gd name="connsiteY1141" fmla="*/ 719362 h 1608850"/>
                <a:gd name="connsiteX1142" fmla="*/ 7457829 w 12192000"/>
                <a:gd name="connsiteY1142" fmla="*/ 556334 h 1608850"/>
                <a:gd name="connsiteX1143" fmla="*/ 7655156 w 12192000"/>
                <a:gd name="connsiteY1143" fmla="*/ 556334 h 1608850"/>
                <a:gd name="connsiteX1144" fmla="*/ 7655156 w 12192000"/>
                <a:gd name="connsiteY1144" fmla="*/ 719362 h 1608850"/>
                <a:gd name="connsiteX1145" fmla="*/ 7673853 w 12192000"/>
                <a:gd name="connsiteY1145" fmla="*/ 719362 h 1608850"/>
                <a:gd name="connsiteX1146" fmla="*/ 7673853 w 12192000"/>
                <a:gd name="connsiteY1146" fmla="*/ 636669 h 1608850"/>
                <a:gd name="connsiteX1147" fmla="*/ 7768973 w 12192000"/>
                <a:gd name="connsiteY1147" fmla="*/ 636669 h 1608850"/>
                <a:gd name="connsiteX1148" fmla="*/ 7773382 w 12192000"/>
                <a:gd name="connsiteY1148" fmla="*/ 519115 h 1608850"/>
                <a:gd name="connsiteX1149" fmla="*/ 7819759 w 12192000"/>
                <a:gd name="connsiteY1149" fmla="*/ 519115 h 1608850"/>
                <a:gd name="connsiteX1150" fmla="*/ 7821437 w 12192000"/>
                <a:gd name="connsiteY1150" fmla="*/ 571456 h 1608850"/>
                <a:gd name="connsiteX1151" fmla="*/ 7886292 w 12192000"/>
                <a:gd name="connsiteY1151" fmla="*/ 571456 h 1608850"/>
                <a:gd name="connsiteX1152" fmla="*/ 7886292 w 12192000"/>
                <a:gd name="connsiteY1152" fmla="*/ 647118 h 1608850"/>
                <a:gd name="connsiteX1153" fmla="*/ 7894398 w 12192000"/>
                <a:gd name="connsiteY1153" fmla="*/ 647118 h 1608850"/>
                <a:gd name="connsiteX1154" fmla="*/ 7896425 w 12192000"/>
                <a:gd name="connsiteY1154" fmla="*/ 640633 h 1608850"/>
                <a:gd name="connsiteX1155" fmla="*/ 7902505 w 12192000"/>
                <a:gd name="connsiteY1155" fmla="*/ 640633 h 1608850"/>
                <a:gd name="connsiteX1156" fmla="*/ 7904533 w 12192000"/>
                <a:gd name="connsiteY1156" fmla="*/ 649280 h 1608850"/>
                <a:gd name="connsiteX1157" fmla="*/ 7916693 w 12192000"/>
                <a:gd name="connsiteY1157" fmla="*/ 649280 h 1608850"/>
                <a:gd name="connsiteX1158" fmla="*/ 7916693 w 12192000"/>
                <a:gd name="connsiteY1158" fmla="*/ 642794 h 1608850"/>
                <a:gd name="connsiteX1159" fmla="*/ 7938985 w 12192000"/>
                <a:gd name="connsiteY1159" fmla="*/ 642794 h 1608850"/>
                <a:gd name="connsiteX1160" fmla="*/ 7938985 w 12192000"/>
                <a:gd name="connsiteY1160" fmla="*/ 649280 h 1608850"/>
                <a:gd name="connsiteX1161" fmla="*/ 7959253 w 12192000"/>
                <a:gd name="connsiteY1161" fmla="*/ 649280 h 1608850"/>
                <a:gd name="connsiteX1162" fmla="*/ 7959253 w 12192000"/>
                <a:gd name="connsiteY1162" fmla="*/ 694677 h 1608850"/>
                <a:gd name="connsiteX1163" fmla="*/ 7973440 w 12192000"/>
                <a:gd name="connsiteY1163" fmla="*/ 694677 h 1608850"/>
                <a:gd name="connsiteX1164" fmla="*/ 7973440 w 12192000"/>
                <a:gd name="connsiteY1164" fmla="*/ 681706 h 1608850"/>
                <a:gd name="connsiteX1165" fmla="*/ 7989653 w 12192000"/>
                <a:gd name="connsiteY1165" fmla="*/ 681706 h 1608850"/>
                <a:gd name="connsiteX1166" fmla="*/ 7989653 w 12192000"/>
                <a:gd name="connsiteY1166" fmla="*/ 502279 h 1608850"/>
                <a:gd name="connsiteX1167" fmla="*/ 7995733 w 12192000"/>
                <a:gd name="connsiteY1167" fmla="*/ 495793 h 1608850"/>
                <a:gd name="connsiteX1168" fmla="*/ 8068694 w 12192000"/>
                <a:gd name="connsiteY1168" fmla="*/ 495793 h 1608850"/>
                <a:gd name="connsiteX1169" fmla="*/ 8068694 w 12192000"/>
                <a:gd name="connsiteY1169" fmla="*/ 504441 h 1608850"/>
                <a:gd name="connsiteX1170" fmla="*/ 8078828 w 12192000"/>
                <a:gd name="connsiteY1170" fmla="*/ 504441 h 1608850"/>
                <a:gd name="connsiteX1171" fmla="*/ 8078828 w 12192000"/>
                <a:gd name="connsiteY1171" fmla="*/ 619015 h 1608850"/>
                <a:gd name="connsiteX1172" fmla="*/ 8101121 w 12192000"/>
                <a:gd name="connsiteY1172" fmla="*/ 619015 h 1608850"/>
                <a:gd name="connsiteX1173" fmla="*/ 8101121 w 12192000"/>
                <a:gd name="connsiteY1173" fmla="*/ 552000 h 1608850"/>
                <a:gd name="connsiteX1174" fmla="*/ 8127469 w 12192000"/>
                <a:gd name="connsiteY1174" fmla="*/ 552000 h 1608850"/>
                <a:gd name="connsiteX1175" fmla="*/ 8131521 w 12192000"/>
                <a:gd name="connsiteY1175" fmla="*/ 547676 h 1608850"/>
                <a:gd name="connsiteX1176" fmla="*/ 8139629 w 12192000"/>
                <a:gd name="connsiteY1176" fmla="*/ 547676 h 1608850"/>
                <a:gd name="connsiteX1177" fmla="*/ 8143681 w 12192000"/>
                <a:gd name="connsiteY1177" fmla="*/ 552000 h 1608850"/>
                <a:gd name="connsiteX1178" fmla="*/ 8165976 w 12192000"/>
                <a:gd name="connsiteY1178" fmla="*/ 552000 h 1608850"/>
                <a:gd name="connsiteX1179" fmla="*/ 8165976 w 12192000"/>
                <a:gd name="connsiteY1179" fmla="*/ 435264 h 1608850"/>
                <a:gd name="connsiteX1180" fmla="*/ 8222722 w 12192000"/>
                <a:gd name="connsiteY1180" fmla="*/ 424455 h 1608850"/>
                <a:gd name="connsiteX1181" fmla="*/ 8222722 w 12192000"/>
                <a:gd name="connsiteY1181" fmla="*/ 425536 h 1608850"/>
                <a:gd name="connsiteX1182" fmla="*/ 8222722 w 12192000"/>
                <a:gd name="connsiteY1182" fmla="*/ 433102 h 1608850"/>
                <a:gd name="connsiteX1183" fmla="*/ 8249069 w 12192000"/>
                <a:gd name="connsiteY1183" fmla="*/ 433102 h 1608850"/>
                <a:gd name="connsiteX1184" fmla="*/ 8249069 w 12192000"/>
                <a:gd name="connsiteY1184" fmla="*/ 688192 h 1608850"/>
                <a:gd name="connsiteX1185" fmla="*/ 8271364 w 12192000"/>
                <a:gd name="connsiteY1185" fmla="*/ 688192 h 1608850"/>
                <a:gd name="connsiteX1186" fmla="*/ 8271364 w 12192000"/>
                <a:gd name="connsiteY1186" fmla="*/ 683868 h 1608850"/>
                <a:gd name="connsiteX1187" fmla="*/ 8283524 w 12192000"/>
                <a:gd name="connsiteY1187" fmla="*/ 683868 h 1608850"/>
                <a:gd name="connsiteX1188" fmla="*/ 8283524 w 12192000"/>
                <a:gd name="connsiteY1188" fmla="*/ 688192 h 1608850"/>
                <a:gd name="connsiteX1189" fmla="*/ 8307844 w 12192000"/>
                <a:gd name="connsiteY1189" fmla="*/ 688192 h 1608850"/>
                <a:gd name="connsiteX1190" fmla="*/ 8307844 w 12192000"/>
                <a:gd name="connsiteY1190" fmla="*/ 675221 h 1608850"/>
                <a:gd name="connsiteX1191" fmla="*/ 8336217 w 12192000"/>
                <a:gd name="connsiteY1191" fmla="*/ 675221 h 1608850"/>
                <a:gd name="connsiteX1192" fmla="*/ 8348377 w 12192000"/>
                <a:gd name="connsiteY1192" fmla="*/ 670897 h 1608850"/>
                <a:gd name="connsiteX1193" fmla="*/ 8368645 w 12192000"/>
                <a:gd name="connsiteY1193" fmla="*/ 675221 h 1608850"/>
                <a:gd name="connsiteX1194" fmla="*/ 8368645 w 12192000"/>
                <a:gd name="connsiteY1194" fmla="*/ 657927 h 1608850"/>
                <a:gd name="connsiteX1195" fmla="*/ 8376752 w 12192000"/>
                <a:gd name="connsiteY1195" fmla="*/ 657927 h 1608850"/>
                <a:gd name="connsiteX1196" fmla="*/ 8376752 w 12192000"/>
                <a:gd name="connsiteY1196" fmla="*/ 644956 h 1608850"/>
                <a:gd name="connsiteX1197" fmla="*/ 8433498 w 12192000"/>
                <a:gd name="connsiteY1197" fmla="*/ 644956 h 1608850"/>
                <a:gd name="connsiteX1198" fmla="*/ 8433498 w 12192000"/>
                <a:gd name="connsiteY1198" fmla="*/ 614691 h 1608850"/>
                <a:gd name="connsiteX1199" fmla="*/ 8451738 w 12192000"/>
                <a:gd name="connsiteY1199" fmla="*/ 614691 h 1608850"/>
                <a:gd name="connsiteX1200" fmla="*/ 8451738 w 12192000"/>
                <a:gd name="connsiteY1200" fmla="*/ 608206 h 1608850"/>
                <a:gd name="connsiteX1201" fmla="*/ 8463898 w 12192000"/>
                <a:gd name="connsiteY1201" fmla="*/ 608206 h 1608850"/>
                <a:gd name="connsiteX1202" fmla="*/ 8463898 w 12192000"/>
                <a:gd name="connsiteY1202" fmla="*/ 614691 h 1608850"/>
                <a:gd name="connsiteX1203" fmla="*/ 8480112 w 12192000"/>
                <a:gd name="connsiteY1203" fmla="*/ 614691 h 1608850"/>
                <a:gd name="connsiteX1204" fmla="*/ 8480112 w 12192000"/>
                <a:gd name="connsiteY1204" fmla="*/ 664412 h 1608850"/>
                <a:gd name="connsiteX1205" fmla="*/ 8512540 w 12192000"/>
                <a:gd name="connsiteY1205" fmla="*/ 664412 h 1608850"/>
                <a:gd name="connsiteX1206" fmla="*/ 8512540 w 12192000"/>
                <a:gd name="connsiteY1206" fmla="*/ 638471 h 1608850"/>
                <a:gd name="connsiteX1207" fmla="*/ 8551046 w 12192000"/>
                <a:gd name="connsiteY1207" fmla="*/ 638471 h 1608850"/>
                <a:gd name="connsiteX1208" fmla="*/ 8551046 w 12192000"/>
                <a:gd name="connsiteY1208" fmla="*/ 608206 h 1608850"/>
                <a:gd name="connsiteX1209" fmla="*/ 8599688 w 12192000"/>
                <a:gd name="connsiteY1209" fmla="*/ 608206 h 1608850"/>
                <a:gd name="connsiteX1210" fmla="*/ 8599688 w 12192000"/>
                <a:gd name="connsiteY1210" fmla="*/ 719362 h 1608850"/>
                <a:gd name="connsiteX1211" fmla="*/ 8599688 w 12192000"/>
                <a:gd name="connsiteY1211" fmla="*/ 733141 h 1608850"/>
                <a:gd name="connsiteX1212" fmla="*/ 8665562 w 12192000"/>
                <a:gd name="connsiteY1212" fmla="*/ 733141 h 1608850"/>
                <a:gd name="connsiteX1213" fmla="*/ 8665562 w 12192000"/>
                <a:gd name="connsiteY1213" fmla="*/ 838913 h 1608850"/>
                <a:gd name="connsiteX1214" fmla="*/ 8665562 w 12192000"/>
                <a:gd name="connsiteY1214" fmla="*/ 862160 h 1608850"/>
                <a:gd name="connsiteX1215" fmla="*/ 8680522 w 12192000"/>
                <a:gd name="connsiteY1215" fmla="*/ 862160 h 1608850"/>
                <a:gd name="connsiteX1216" fmla="*/ 8680522 w 12192000"/>
                <a:gd name="connsiteY1216" fmla="*/ 860998 h 1608850"/>
                <a:gd name="connsiteX1217" fmla="*/ 8680522 w 12192000"/>
                <a:gd name="connsiteY1217" fmla="*/ 852862 h 1608850"/>
                <a:gd name="connsiteX1218" fmla="*/ 8725102 w 12192000"/>
                <a:gd name="connsiteY1218" fmla="*/ 852862 h 1608850"/>
                <a:gd name="connsiteX1219" fmla="*/ 8725102 w 12192000"/>
                <a:gd name="connsiteY1219" fmla="*/ 855477 h 1608850"/>
                <a:gd name="connsiteX1220" fmla="*/ 8725102 w 12192000"/>
                <a:gd name="connsiteY1220" fmla="*/ 861131 h 1608850"/>
                <a:gd name="connsiteX1221" fmla="*/ 8733569 w 12192000"/>
                <a:gd name="connsiteY1221" fmla="*/ 852574 h 1608850"/>
                <a:gd name="connsiteX1222" fmla="*/ 8729111 w 12192000"/>
                <a:gd name="connsiteY1222" fmla="*/ 850249 h 1608850"/>
                <a:gd name="connsiteX1223" fmla="*/ 8729111 w 12192000"/>
                <a:gd name="connsiteY1223" fmla="*/ 843275 h 1608850"/>
                <a:gd name="connsiteX1224" fmla="*/ 8735797 w 12192000"/>
                <a:gd name="connsiteY1224" fmla="*/ 840950 h 1608850"/>
                <a:gd name="connsiteX1225" fmla="*/ 8735797 w 12192000"/>
                <a:gd name="connsiteY1225" fmla="*/ 831652 h 1608850"/>
                <a:gd name="connsiteX1226" fmla="*/ 8740256 w 12192000"/>
                <a:gd name="connsiteY1226" fmla="*/ 831652 h 1608850"/>
                <a:gd name="connsiteX1227" fmla="*/ 8740256 w 12192000"/>
                <a:gd name="connsiteY1227" fmla="*/ 810730 h 1608850"/>
                <a:gd name="connsiteX1228" fmla="*/ 8735797 w 12192000"/>
                <a:gd name="connsiteY1228" fmla="*/ 810730 h 1608850"/>
                <a:gd name="connsiteX1229" fmla="*/ 8735797 w 12192000"/>
                <a:gd name="connsiteY1229" fmla="*/ 806081 h 1608850"/>
                <a:gd name="connsiteX1230" fmla="*/ 8740256 w 12192000"/>
                <a:gd name="connsiteY1230" fmla="*/ 803756 h 1608850"/>
                <a:gd name="connsiteX1231" fmla="*/ 8751401 w 12192000"/>
                <a:gd name="connsiteY1231" fmla="*/ 787483 h 1608850"/>
                <a:gd name="connsiteX1232" fmla="*/ 8753629 w 12192000"/>
                <a:gd name="connsiteY1232" fmla="*/ 778185 h 1608850"/>
                <a:gd name="connsiteX1233" fmla="*/ 8753629 w 12192000"/>
                <a:gd name="connsiteY1233" fmla="*/ 752614 h 1608850"/>
                <a:gd name="connsiteX1234" fmla="*/ 8753909 w 12192000"/>
                <a:gd name="connsiteY1234" fmla="*/ 751742 h 1608850"/>
                <a:gd name="connsiteX1235" fmla="*/ 8755767 w 12192000"/>
                <a:gd name="connsiteY1235" fmla="*/ 745928 h 1608850"/>
                <a:gd name="connsiteX1236" fmla="*/ 8754080 w 12192000"/>
                <a:gd name="connsiteY1236" fmla="*/ 745928 h 1608850"/>
                <a:gd name="connsiteX1237" fmla="*/ 8754080 w 12192000"/>
                <a:gd name="connsiteY1237" fmla="*/ 744766 h 1608850"/>
                <a:gd name="connsiteX1238" fmla="*/ 8754080 w 12192000"/>
                <a:gd name="connsiteY1238" fmla="*/ 736629 h 1608850"/>
                <a:gd name="connsiteX1239" fmla="*/ 8755194 w 12192000"/>
                <a:gd name="connsiteY1239" fmla="*/ 736629 h 1608850"/>
                <a:gd name="connsiteX1240" fmla="*/ 8762996 w 12192000"/>
                <a:gd name="connsiteY1240" fmla="*/ 736629 h 1608850"/>
                <a:gd name="connsiteX1241" fmla="*/ 8762996 w 12192000"/>
                <a:gd name="connsiteY1241" fmla="*/ 735467 h 1608850"/>
                <a:gd name="connsiteX1242" fmla="*/ 8762996 w 12192000"/>
                <a:gd name="connsiteY1242" fmla="*/ 727331 h 1608850"/>
                <a:gd name="connsiteX1243" fmla="*/ 8761881 w 12192000"/>
                <a:gd name="connsiteY1243" fmla="*/ 727331 h 1608850"/>
                <a:gd name="connsiteX1244" fmla="*/ 8754080 w 12192000"/>
                <a:gd name="connsiteY1244" fmla="*/ 727331 h 1608850"/>
                <a:gd name="connsiteX1245" fmla="*/ 8754080 w 12192000"/>
                <a:gd name="connsiteY1245" fmla="*/ 726168 h 1608850"/>
                <a:gd name="connsiteX1246" fmla="*/ 8754080 w 12192000"/>
                <a:gd name="connsiteY1246" fmla="*/ 718032 h 1608850"/>
                <a:gd name="connsiteX1247" fmla="*/ 8755194 w 12192000"/>
                <a:gd name="connsiteY1247" fmla="*/ 718032 h 1608850"/>
                <a:gd name="connsiteX1248" fmla="*/ 8762996 w 12192000"/>
                <a:gd name="connsiteY1248" fmla="*/ 718032 h 1608850"/>
                <a:gd name="connsiteX1249" fmla="*/ 8762996 w 12192000"/>
                <a:gd name="connsiteY1249" fmla="*/ 717160 h 1608850"/>
                <a:gd name="connsiteX1250" fmla="*/ 8762996 w 12192000"/>
                <a:gd name="connsiteY1250" fmla="*/ 711058 h 1608850"/>
                <a:gd name="connsiteX1251" fmla="*/ 8761881 w 12192000"/>
                <a:gd name="connsiteY1251" fmla="*/ 711058 h 1608850"/>
                <a:gd name="connsiteX1252" fmla="*/ 8754080 w 12192000"/>
                <a:gd name="connsiteY1252" fmla="*/ 711058 h 1608850"/>
                <a:gd name="connsiteX1253" fmla="*/ 8754080 w 12192000"/>
                <a:gd name="connsiteY1253" fmla="*/ 709896 h 1608850"/>
                <a:gd name="connsiteX1254" fmla="*/ 8754080 w 12192000"/>
                <a:gd name="connsiteY1254" fmla="*/ 701759 h 1608850"/>
                <a:gd name="connsiteX1255" fmla="*/ 8755194 w 12192000"/>
                <a:gd name="connsiteY1255" fmla="*/ 701759 h 1608850"/>
                <a:gd name="connsiteX1256" fmla="*/ 8762996 w 12192000"/>
                <a:gd name="connsiteY1256" fmla="*/ 701759 h 1608850"/>
                <a:gd name="connsiteX1257" fmla="*/ 8761881 w 12192000"/>
                <a:gd name="connsiteY1257" fmla="*/ 700016 h 1608850"/>
                <a:gd name="connsiteX1258" fmla="*/ 8754080 w 12192000"/>
                <a:gd name="connsiteY1258" fmla="*/ 687812 h 1608850"/>
                <a:gd name="connsiteX1259" fmla="*/ 8754080 w 12192000"/>
                <a:gd name="connsiteY1259" fmla="*/ 650617 h 1608850"/>
                <a:gd name="connsiteX1260" fmla="*/ 8903424 w 12192000"/>
                <a:gd name="connsiteY1260" fmla="*/ 650617 h 1608850"/>
                <a:gd name="connsiteX1261" fmla="*/ 8905096 w 12192000"/>
                <a:gd name="connsiteY1261" fmla="*/ 653232 h 1608850"/>
                <a:gd name="connsiteX1262" fmla="*/ 8908543 w 12192000"/>
                <a:gd name="connsiteY1262" fmla="*/ 658626 h 1608850"/>
                <a:gd name="connsiteX1263" fmla="*/ 8908543 w 12192000"/>
                <a:gd name="connsiteY1263" fmla="*/ 647687 h 1608850"/>
                <a:gd name="connsiteX1264" fmla="*/ 8908543 w 12192000"/>
                <a:gd name="connsiteY1264" fmla="*/ 607460 h 1608850"/>
                <a:gd name="connsiteX1265" fmla="*/ 8910570 w 12192000"/>
                <a:gd name="connsiteY1265" fmla="*/ 607460 h 1608850"/>
                <a:gd name="connsiteX1266" fmla="*/ 8924757 w 12192000"/>
                <a:gd name="connsiteY1266" fmla="*/ 607460 h 1608850"/>
                <a:gd name="connsiteX1267" fmla="*/ 8924757 w 12192000"/>
                <a:gd name="connsiteY1267" fmla="*/ 515723 h 1608850"/>
                <a:gd name="connsiteX1268" fmla="*/ 8924757 w 12192000"/>
                <a:gd name="connsiteY1268" fmla="*/ 490724 h 1608850"/>
                <a:gd name="connsiteX1269" fmla="*/ 9078786 w 12192000"/>
                <a:gd name="connsiteY1269" fmla="*/ 490724 h 1608850"/>
                <a:gd name="connsiteX1270" fmla="*/ 9078786 w 12192000"/>
                <a:gd name="connsiteY1270" fmla="*/ 506306 h 1608850"/>
                <a:gd name="connsiteX1271" fmla="*/ 9078786 w 12192000"/>
                <a:gd name="connsiteY1271" fmla="*/ 611783 h 1608850"/>
                <a:gd name="connsiteX1272" fmla="*/ 9080306 w 12192000"/>
                <a:gd name="connsiteY1272" fmla="*/ 611513 h 1608850"/>
                <a:gd name="connsiteX1273" fmla="*/ 9090946 w 12192000"/>
                <a:gd name="connsiteY1273" fmla="*/ 609622 h 1608850"/>
                <a:gd name="connsiteX1274" fmla="*/ 9088919 w 12192000"/>
                <a:gd name="connsiteY1274" fmla="*/ 698254 h 1608850"/>
                <a:gd name="connsiteX1275" fmla="*/ 9090439 w 12192000"/>
                <a:gd name="connsiteY1275" fmla="*/ 698525 h 1608850"/>
                <a:gd name="connsiteX1276" fmla="*/ 9101079 w 12192000"/>
                <a:gd name="connsiteY1276" fmla="*/ 700416 h 1608850"/>
                <a:gd name="connsiteX1277" fmla="*/ 9101332 w 12192000"/>
                <a:gd name="connsiteY1277" fmla="*/ 701227 h 1608850"/>
                <a:gd name="connsiteX1278" fmla="*/ 9103106 w 12192000"/>
                <a:gd name="connsiteY1278" fmla="*/ 706902 h 1608850"/>
                <a:gd name="connsiteX1279" fmla="*/ 9103866 w 12192000"/>
                <a:gd name="connsiteY1279" fmla="*/ 704470 h 1608850"/>
                <a:gd name="connsiteX1280" fmla="*/ 9109186 w 12192000"/>
                <a:gd name="connsiteY1280" fmla="*/ 687446 h 1608850"/>
                <a:gd name="connsiteX1281" fmla="*/ 9110959 w 12192000"/>
                <a:gd name="connsiteY1281" fmla="*/ 687446 h 1608850"/>
                <a:gd name="connsiteX1282" fmla="*/ 9123373 w 12192000"/>
                <a:gd name="connsiteY1282" fmla="*/ 687446 h 1608850"/>
                <a:gd name="connsiteX1283" fmla="*/ 9123373 w 12192000"/>
                <a:gd name="connsiteY1283" fmla="*/ 719872 h 1608850"/>
                <a:gd name="connsiteX1284" fmla="*/ 9124386 w 12192000"/>
                <a:gd name="connsiteY1284" fmla="*/ 720413 h 1608850"/>
                <a:gd name="connsiteX1285" fmla="*/ 9131480 w 12192000"/>
                <a:gd name="connsiteY1285" fmla="*/ 724196 h 1608850"/>
                <a:gd name="connsiteX1286" fmla="*/ 9131480 w 12192000"/>
                <a:gd name="connsiteY1286" fmla="*/ 725547 h 1608850"/>
                <a:gd name="connsiteX1287" fmla="*/ 9131480 w 12192000"/>
                <a:gd name="connsiteY1287" fmla="*/ 735005 h 1608850"/>
                <a:gd name="connsiteX1288" fmla="*/ 9176067 w 12192000"/>
                <a:gd name="connsiteY1288" fmla="*/ 735005 h 1608850"/>
                <a:gd name="connsiteX1289" fmla="*/ 9176067 w 12192000"/>
                <a:gd name="connsiteY1289" fmla="*/ 736086 h 1608850"/>
                <a:gd name="connsiteX1290" fmla="*/ 9176067 w 12192000"/>
                <a:gd name="connsiteY1290" fmla="*/ 743652 h 1608850"/>
                <a:gd name="connsiteX1291" fmla="*/ 9178093 w 12192000"/>
                <a:gd name="connsiteY1291" fmla="*/ 743652 h 1608850"/>
                <a:gd name="connsiteX1292" fmla="*/ 9192280 w 12192000"/>
                <a:gd name="connsiteY1292" fmla="*/ 743652 h 1608850"/>
                <a:gd name="connsiteX1293" fmla="*/ 9192280 w 12192000"/>
                <a:gd name="connsiteY1293" fmla="*/ 713387 h 1608850"/>
                <a:gd name="connsiteX1294" fmla="*/ 9236867 w 12192000"/>
                <a:gd name="connsiteY1294" fmla="*/ 713387 h 1608850"/>
                <a:gd name="connsiteX1295" fmla="*/ 9236867 w 12192000"/>
                <a:gd name="connsiteY1295" fmla="*/ 712036 h 1608850"/>
                <a:gd name="connsiteX1296" fmla="*/ 9236867 w 12192000"/>
                <a:gd name="connsiteY1296" fmla="*/ 702578 h 1608850"/>
                <a:gd name="connsiteX1297" fmla="*/ 9237881 w 12192000"/>
                <a:gd name="connsiteY1297" fmla="*/ 702578 h 1608850"/>
                <a:gd name="connsiteX1298" fmla="*/ 9244974 w 12192000"/>
                <a:gd name="connsiteY1298" fmla="*/ 702578 h 1608850"/>
                <a:gd name="connsiteX1299" fmla="*/ 9244974 w 12192000"/>
                <a:gd name="connsiteY1299" fmla="*/ 700687 h 1608850"/>
                <a:gd name="connsiteX1300" fmla="*/ 9244974 w 12192000"/>
                <a:gd name="connsiteY1300" fmla="*/ 687446 h 1608850"/>
                <a:gd name="connsiteX1301" fmla="*/ 9245734 w 12192000"/>
                <a:gd name="connsiteY1301" fmla="*/ 687446 h 1608850"/>
                <a:gd name="connsiteX1302" fmla="*/ 9251054 w 12192000"/>
                <a:gd name="connsiteY1302" fmla="*/ 687446 h 1608850"/>
                <a:gd name="connsiteX1303" fmla="*/ 9251054 w 12192000"/>
                <a:gd name="connsiteY1303" fmla="*/ 686365 h 1608850"/>
                <a:gd name="connsiteX1304" fmla="*/ 9251054 w 12192000"/>
                <a:gd name="connsiteY1304" fmla="*/ 678798 h 1608850"/>
                <a:gd name="connsiteX1305" fmla="*/ 9253081 w 12192000"/>
                <a:gd name="connsiteY1305" fmla="*/ 678798 h 1608850"/>
                <a:gd name="connsiteX1306" fmla="*/ 9267268 w 12192000"/>
                <a:gd name="connsiteY1306" fmla="*/ 678798 h 1608850"/>
                <a:gd name="connsiteX1307" fmla="*/ 9267268 w 12192000"/>
                <a:gd name="connsiteY1307" fmla="*/ 679879 h 1608850"/>
                <a:gd name="connsiteX1308" fmla="*/ 9267268 w 12192000"/>
                <a:gd name="connsiteY1308" fmla="*/ 687446 h 1608850"/>
                <a:gd name="connsiteX1309" fmla="*/ 9289561 w 12192000"/>
                <a:gd name="connsiteY1309" fmla="*/ 687446 h 1608850"/>
                <a:gd name="connsiteX1310" fmla="*/ 9289561 w 12192000"/>
                <a:gd name="connsiteY1310" fmla="*/ 685554 h 1608850"/>
                <a:gd name="connsiteX1311" fmla="*/ 9289561 w 12192000"/>
                <a:gd name="connsiteY1311" fmla="*/ 672313 h 1608850"/>
                <a:gd name="connsiteX1312" fmla="*/ 9291335 w 12192000"/>
                <a:gd name="connsiteY1312" fmla="*/ 672313 h 1608850"/>
                <a:gd name="connsiteX1313" fmla="*/ 9303748 w 12192000"/>
                <a:gd name="connsiteY1313" fmla="*/ 672313 h 1608850"/>
                <a:gd name="connsiteX1314" fmla="*/ 9303748 w 12192000"/>
                <a:gd name="connsiteY1314" fmla="*/ 696093 h 1608850"/>
                <a:gd name="connsiteX1315" fmla="*/ 9304762 w 12192000"/>
                <a:gd name="connsiteY1315" fmla="*/ 696093 h 1608850"/>
                <a:gd name="connsiteX1316" fmla="*/ 9311855 w 12192000"/>
                <a:gd name="connsiteY1316" fmla="*/ 696093 h 1608850"/>
                <a:gd name="connsiteX1317" fmla="*/ 9311855 w 12192000"/>
                <a:gd name="connsiteY1317" fmla="*/ 695012 h 1608850"/>
                <a:gd name="connsiteX1318" fmla="*/ 9311855 w 12192000"/>
                <a:gd name="connsiteY1318" fmla="*/ 687446 h 1608850"/>
                <a:gd name="connsiteX1319" fmla="*/ 9313628 w 12192000"/>
                <a:gd name="connsiteY1319" fmla="*/ 687446 h 1608850"/>
                <a:gd name="connsiteX1320" fmla="*/ 9326042 w 12192000"/>
                <a:gd name="connsiteY1320" fmla="*/ 687446 h 1608850"/>
                <a:gd name="connsiteX1321" fmla="*/ 9326042 w 12192000"/>
                <a:gd name="connsiteY1321" fmla="*/ 713387 h 1608850"/>
                <a:gd name="connsiteX1322" fmla="*/ 9328069 w 12192000"/>
                <a:gd name="connsiteY1322" fmla="*/ 713387 h 1608850"/>
                <a:gd name="connsiteX1323" fmla="*/ 9342255 w 12192000"/>
                <a:gd name="connsiteY1323" fmla="*/ 713387 h 1608850"/>
                <a:gd name="connsiteX1324" fmla="*/ 9342255 w 12192000"/>
                <a:gd name="connsiteY1324" fmla="*/ 715008 h 1608850"/>
                <a:gd name="connsiteX1325" fmla="*/ 9342255 w 12192000"/>
                <a:gd name="connsiteY1325" fmla="*/ 726358 h 1608850"/>
                <a:gd name="connsiteX1326" fmla="*/ 9343015 w 12192000"/>
                <a:gd name="connsiteY1326" fmla="*/ 726358 h 1608850"/>
                <a:gd name="connsiteX1327" fmla="*/ 9348336 w 12192000"/>
                <a:gd name="connsiteY1327" fmla="*/ 726358 h 1608850"/>
                <a:gd name="connsiteX1328" fmla="*/ 9348336 w 12192000"/>
                <a:gd name="connsiteY1328" fmla="*/ 725547 h 1608850"/>
                <a:gd name="connsiteX1329" fmla="*/ 9348336 w 12192000"/>
                <a:gd name="connsiteY1329" fmla="*/ 719872 h 1608850"/>
                <a:gd name="connsiteX1330" fmla="*/ 9378736 w 12192000"/>
                <a:gd name="connsiteY1330" fmla="*/ 719872 h 1608850"/>
                <a:gd name="connsiteX1331" fmla="*/ 9378736 w 12192000"/>
                <a:gd name="connsiteY1331" fmla="*/ 743652 h 1608850"/>
                <a:gd name="connsiteX1332" fmla="*/ 9379749 w 12192000"/>
                <a:gd name="connsiteY1332" fmla="*/ 743652 h 1608850"/>
                <a:gd name="connsiteX1333" fmla="*/ 9386843 w 12192000"/>
                <a:gd name="connsiteY1333" fmla="*/ 743652 h 1608850"/>
                <a:gd name="connsiteX1334" fmla="*/ 9386843 w 12192000"/>
                <a:gd name="connsiteY1334" fmla="*/ 744733 h 1608850"/>
                <a:gd name="connsiteX1335" fmla="*/ 9386843 w 12192000"/>
                <a:gd name="connsiteY1335" fmla="*/ 752299 h 1608850"/>
                <a:gd name="connsiteX1336" fmla="*/ 9387603 w 12192000"/>
                <a:gd name="connsiteY1336" fmla="*/ 752299 h 1608850"/>
                <a:gd name="connsiteX1337" fmla="*/ 9392923 w 12192000"/>
                <a:gd name="connsiteY1337" fmla="*/ 752299 h 1608850"/>
                <a:gd name="connsiteX1338" fmla="*/ 9392923 w 12192000"/>
                <a:gd name="connsiteY1338" fmla="*/ 750137 h 1608850"/>
                <a:gd name="connsiteX1339" fmla="*/ 9392923 w 12192000"/>
                <a:gd name="connsiteY1339" fmla="*/ 735005 h 1608850"/>
                <a:gd name="connsiteX1340" fmla="*/ 9393936 w 12192000"/>
                <a:gd name="connsiteY1340" fmla="*/ 735005 h 1608850"/>
                <a:gd name="connsiteX1341" fmla="*/ 9401030 w 12192000"/>
                <a:gd name="connsiteY1341" fmla="*/ 735005 h 1608850"/>
                <a:gd name="connsiteX1342" fmla="*/ 9401030 w 12192000"/>
                <a:gd name="connsiteY1342" fmla="*/ 736086 h 1608850"/>
                <a:gd name="connsiteX1343" fmla="*/ 9401030 w 12192000"/>
                <a:gd name="connsiteY1343" fmla="*/ 743652 h 1608850"/>
                <a:gd name="connsiteX1344" fmla="*/ 9406350 w 12192000"/>
                <a:gd name="connsiteY1344" fmla="*/ 741659 h 1608850"/>
                <a:gd name="connsiteX1345" fmla="*/ 9407110 w 12192000"/>
                <a:gd name="connsiteY1345" fmla="*/ 740679 h 1608850"/>
                <a:gd name="connsiteX1346" fmla="*/ 9407110 w 12192000"/>
                <a:gd name="connsiteY1346" fmla="*/ 735005 h 1608850"/>
                <a:gd name="connsiteX1347" fmla="*/ 9445617 w 12192000"/>
                <a:gd name="connsiteY1347" fmla="*/ 735005 h 1608850"/>
                <a:gd name="connsiteX1348" fmla="*/ 9445617 w 12192000"/>
                <a:gd name="connsiteY1348" fmla="*/ 758784 h 1608850"/>
                <a:gd name="connsiteX1349" fmla="*/ 9447643 w 12192000"/>
                <a:gd name="connsiteY1349" fmla="*/ 758784 h 1608850"/>
                <a:gd name="connsiteX1350" fmla="*/ 9461830 w 12192000"/>
                <a:gd name="connsiteY1350" fmla="*/ 758784 h 1608850"/>
                <a:gd name="connsiteX1351" fmla="*/ 9461830 w 12192000"/>
                <a:gd name="connsiteY1351" fmla="*/ 759865 h 1608850"/>
                <a:gd name="connsiteX1352" fmla="*/ 9461830 w 12192000"/>
                <a:gd name="connsiteY1352" fmla="*/ 767431 h 1608850"/>
                <a:gd name="connsiteX1353" fmla="*/ 9463604 w 12192000"/>
                <a:gd name="connsiteY1353" fmla="*/ 767431 h 1608850"/>
                <a:gd name="connsiteX1354" fmla="*/ 9476017 w 12192000"/>
                <a:gd name="connsiteY1354" fmla="*/ 767431 h 1608850"/>
                <a:gd name="connsiteX1355" fmla="*/ 9476017 w 12192000"/>
                <a:gd name="connsiteY1355" fmla="*/ 743652 h 1608850"/>
                <a:gd name="connsiteX1356" fmla="*/ 9477030 w 12192000"/>
                <a:gd name="connsiteY1356" fmla="*/ 743652 h 1608850"/>
                <a:gd name="connsiteX1357" fmla="*/ 9484124 w 12192000"/>
                <a:gd name="connsiteY1357" fmla="*/ 743652 h 1608850"/>
                <a:gd name="connsiteX1358" fmla="*/ 9484124 w 12192000"/>
                <a:gd name="connsiteY1358" fmla="*/ 711225 h 1608850"/>
                <a:gd name="connsiteX1359" fmla="*/ 9485137 w 12192000"/>
                <a:gd name="connsiteY1359" fmla="*/ 711225 h 1608850"/>
                <a:gd name="connsiteX1360" fmla="*/ 9492231 w 12192000"/>
                <a:gd name="connsiteY1360" fmla="*/ 711225 h 1608850"/>
                <a:gd name="connsiteX1361" fmla="*/ 9492231 w 12192000"/>
                <a:gd name="connsiteY1361" fmla="*/ 709334 h 1608850"/>
                <a:gd name="connsiteX1362" fmla="*/ 9492231 w 12192000"/>
                <a:gd name="connsiteY1362" fmla="*/ 696093 h 1608850"/>
                <a:gd name="connsiteX1363" fmla="*/ 9490964 w 12192000"/>
                <a:gd name="connsiteY1363" fmla="*/ 694471 h 1608850"/>
                <a:gd name="connsiteX1364" fmla="*/ 9496284 w 12192000"/>
                <a:gd name="connsiteY1364" fmla="*/ 683122 h 1608850"/>
                <a:gd name="connsiteX1365" fmla="*/ 9504391 w 12192000"/>
                <a:gd name="connsiteY1365" fmla="*/ 711225 h 1608850"/>
                <a:gd name="connsiteX1366" fmla="*/ 9505151 w 12192000"/>
                <a:gd name="connsiteY1366" fmla="*/ 711225 h 1608850"/>
                <a:gd name="connsiteX1367" fmla="*/ 9510471 w 12192000"/>
                <a:gd name="connsiteY1367" fmla="*/ 711225 h 1608850"/>
                <a:gd name="connsiteX1368" fmla="*/ 9510471 w 12192000"/>
                <a:gd name="connsiteY1368" fmla="*/ 605298 h 1608850"/>
                <a:gd name="connsiteX1369" fmla="*/ 9511991 w 12192000"/>
                <a:gd name="connsiteY1369" fmla="*/ 605298 h 1608850"/>
                <a:gd name="connsiteX1370" fmla="*/ 9522631 w 12192000"/>
                <a:gd name="connsiteY1370" fmla="*/ 605298 h 1608850"/>
                <a:gd name="connsiteX1371" fmla="*/ 9522631 w 12192000"/>
                <a:gd name="connsiteY1371" fmla="*/ 557739 h 1608850"/>
                <a:gd name="connsiteX1372" fmla="*/ 9548978 w 12192000"/>
                <a:gd name="connsiteY1372" fmla="*/ 557739 h 1608850"/>
                <a:gd name="connsiteX1373" fmla="*/ 9548978 w 12192000"/>
                <a:gd name="connsiteY1373" fmla="*/ 536121 h 1608850"/>
                <a:gd name="connsiteX1374" fmla="*/ 9583432 w 12192000"/>
                <a:gd name="connsiteY1374" fmla="*/ 536121 h 1608850"/>
                <a:gd name="connsiteX1375" fmla="*/ 9583432 w 12192000"/>
                <a:gd name="connsiteY1375" fmla="*/ 538553 h 1608850"/>
                <a:gd name="connsiteX1376" fmla="*/ 9583432 w 12192000"/>
                <a:gd name="connsiteY1376" fmla="*/ 555577 h 1608850"/>
                <a:gd name="connsiteX1377" fmla="*/ 9585712 w 12192000"/>
                <a:gd name="connsiteY1377" fmla="*/ 555577 h 1608850"/>
                <a:gd name="connsiteX1378" fmla="*/ 9601672 w 12192000"/>
                <a:gd name="connsiteY1378" fmla="*/ 555577 h 1608850"/>
                <a:gd name="connsiteX1379" fmla="*/ 9601672 w 12192000"/>
                <a:gd name="connsiteY1379" fmla="*/ 603136 h 1608850"/>
                <a:gd name="connsiteX1380" fmla="*/ 9602685 w 12192000"/>
                <a:gd name="connsiteY1380" fmla="*/ 603136 h 1608850"/>
                <a:gd name="connsiteX1381" fmla="*/ 9609779 w 12192000"/>
                <a:gd name="connsiteY1381" fmla="*/ 603136 h 1608850"/>
                <a:gd name="connsiteX1382" fmla="*/ 9623966 w 12192000"/>
                <a:gd name="connsiteY1382" fmla="*/ 607460 h 1608850"/>
                <a:gd name="connsiteX1383" fmla="*/ 9623966 w 12192000"/>
                <a:gd name="connsiteY1383" fmla="*/ 646372 h 1608850"/>
                <a:gd name="connsiteX1384" fmla="*/ 9624979 w 12192000"/>
                <a:gd name="connsiteY1384" fmla="*/ 646372 h 1608850"/>
                <a:gd name="connsiteX1385" fmla="*/ 9632072 w 12192000"/>
                <a:gd name="connsiteY1385" fmla="*/ 646372 h 1608850"/>
                <a:gd name="connsiteX1386" fmla="*/ 9632072 w 12192000"/>
                <a:gd name="connsiteY1386" fmla="*/ 647993 h 1608850"/>
                <a:gd name="connsiteX1387" fmla="*/ 9632072 w 12192000"/>
                <a:gd name="connsiteY1387" fmla="*/ 659342 h 1608850"/>
                <a:gd name="connsiteX1388" fmla="*/ 9634099 w 12192000"/>
                <a:gd name="connsiteY1388" fmla="*/ 659342 h 1608850"/>
                <a:gd name="connsiteX1389" fmla="*/ 9648286 w 12192000"/>
                <a:gd name="connsiteY1389" fmla="*/ 659342 h 1608850"/>
                <a:gd name="connsiteX1390" fmla="*/ 9654366 w 12192000"/>
                <a:gd name="connsiteY1390" fmla="*/ 665828 h 1608850"/>
                <a:gd name="connsiteX1391" fmla="*/ 9654366 w 12192000"/>
                <a:gd name="connsiteY1391" fmla="*/ 687446 h 1608850"/>
                <a:gd name="connsiteX1392" fmla="*/ 9656646 w 12192000"/>
                <a:gd name="connsiteY1392" fmla="*/ 687446 h 1608850"/>
                <a:gd name="connsiteX1393" fmla="*/ 9672606 w 12192000"/>
                <a:gd name="connsiteY1393" fmla="*/ 687446 h 1608850"/>
                <a:gd name="connsiteX1394" fmla="*/ 9672606 w 12192000"/>
                <a:gd name="connsiteY1394" fmla="*/ 688526 h 1608850"/>
                <a:gd name="connsiteX1395" fmla="*/ 9672606 w 12192000"/>
                <a:gd name="connsiteY1395" fmla="*/ 696093 h 1608850"/>
                <a:gd name="connsiteX1396" fmla="*/ 9673873 w 12192000"/>
                <a:gd name="connsiteY1396" fmla="*/ 696093 h 1608850"/>
                <a:gd name="connsiteX1397" fmla="*/ 9682740 w 12192000"/>
                <a:gd name="connsiteY1397" fmla="*/ 696093 h 1608850"/>
                <a:gd name="connsiteX1398" fmla="*/ 9682740 w 12192000"/>
                <a:gd name="connsiteY1398" fmla="*/ 698254 h 1608850"/>
                <a:gd name="connsiteX1399" fmla="*/ 9682740 w 12192000"/>
                <a:gd name="connsiteY1399" fmla="*/ 713387 h 1608850"/>
                <a:gd name="connsiteX1400" fmla="*/ 9686793 w 12192000"/>
                <a:gd name="connsiteY1400" fmla="*/ 711495 h 1608850"/>
                <a:gd name="connsiteX1401" fmla="*/ 9686793 w 12192000"/>
                <a:gd name="connsiteY1401" fmla="*/ 698254 h 1608850"/>
                <a:gd name="connsiteX1402" fmla="*/ 9687806 w 12192000"/>
                <a:gd name="connsiteY1402" fmla="*/ 698254 h 1608850"/>
                <a:gd name="connsiteX1403" fmla="*/ 9694900 w 12192000"/>
                <a:gd name="connsiteY1403" fmla="*/ 698254 h 1608850"/>
                <a:gd name="connsiteX1404" fmla="*/ 9694900 w 12192000"/>
                <a:gd name="connsiteY1404" fmla="*/ 699876 h 1608850"/>
                <a:gd name="connsiteX1405" fmla="*/ 9694900 w 12192000"/>
                <a:gd name="connsiteY1405" fmla="*/ 711225 h 1608850"/>
                <a:gd name="connsiteX1406" fmla="*/ 9695660 w 12192000"/>
                <a:gd name="connsiteY1406" fmla="*/ 711225 h 1608850"/>
                <a:gd name="connsiteX1407" fmla="*/ 9700980 w 12192000"/>
                <a:gd name="connsiteY1407" fmla="*/ 711225 h 1608850"/>
                <a:gd name="connsiteX1408" fmla="*/ 9749620 w 12192000"/>
                <a:gd name="connsiteY1408" fmla="*/ 706902 h 1608850"/>
                <a:gd name="connsiteX1409" fmla="*/ 9749620 w 12192000"/>
                <a:gd name="connsiteY1409" fmla="*/ 708253 h 1608850"/>
                <a:gd name="connsiteX1410" fmla="*/ 9749620 w 12192000"/>
                <a:gd name="connsiteY1410" fmla="*/ 717710 h 1608850"/>
                <a:gd name="connsiteX1411" fmla="*/ 9750380 w 12192000"/>
                <a:gd name="connsiteY1411" fmla="*/ 717710 h 1608850"/>
                <a:gd name="connsiteX1412" fmla="*/ 9755702 w 12192000"/>
                <a:gd name="connsiteY1412" fmla="*/ 717710 h 1608850"/>
                <a:gd name="connsiteX1413" fmla="*/ 9755702 w 12192000"/>
                <a:gd name="connsiteY1413" fmla="*/ 719872 h 1608850"/>
                <a:gd name="connsiteX1414" fmla="*/ 9755702 w 12192000"/>
                <a:gd name="connsiteY1414" fmla="*/ 735005 h 1608850"/>
                <a:gd name="connsiteX1415" fmla="*/ 9757728 w 12192000"/>
                <a:gd name="connsiteY1415" fmla="*/ 733654 h 1608850"/>
                <a:gd name="connsiteX1416" fmla="*/ 9771914 w 12192000"/>
                <a:gd name="connsiteY1416" fmla="*/ 724196 h 1608850"/>
                <a:gd name="connsiteX1417" fmla="*/ 9777994 w 12192000"/>
                <a:gd name="connsiteY1417" fmla="*/ 683122 h 1608850"/>
                <a:gd name="connsiteX1418" fmla="*/ 9778754 w 12192000"/>
                <a:gd name="connsiteY1418" fmla="*/ 682852 h 1608850"/>
                <a:gd name="connsiteX1419" fmla="*/ 9784074 w 12192000"/>
                <a:gd name="connsiteY1419" fmla="*/ 680960 h 1608850"/>
                <a:gd name="connsiteX1420" fmla="*/ 9786102 w 12192000"/>
                <a:gd name="connsiteY1420" fmla="*/ 611783 h 1608850"/>
                <a:gd name="connsiteX1421" fmla="*/ 9788128 w 12192000"/>
                <a:gd name="connsiteY1421" fmla="*/ 680960 h 1608850"/>
                <a:gd name="connsiteX1422" fmla="*/ 9788888 w 12192000"/>
                <a:gd name="connsiteY1422" fmla="*/ 681230 h 1608850"/>
                <a:gd name="connsiteX1423" fmla="*/ 9794208 w 12192000"/>
                <a:gd name="connsiteY1423" fmla="*/ 683122 h 1608850"/>
                <a:gd name="connsiteX1424" fmla="*/ 9794208 w 12192000"/>
                <a:gd name="connsiteY1424" fmla="*/ 596651 h 1608850"/>
                <a:gd name="connsiteX1425" fmla="*/ 9798262 w 12192000"/>
                <a:gd name="connsiteY1425" fmla="*/ 564224 h 1608850"/>
                <a:gd name="connsiteX1426" fmla="*/ 9836768 w 12192000"/>
                <a:gd name="connsiteY1426" fmla="*/ 564224 h 1608850"/>
                <a:gd name="connsiteX1427" fmla="*/ 9836768 w 12192000"/>
                <a:gd name="connsiteY1427" fmla="*/ 596651 h 1608850"/>
                <a:gd name="connsiteX1428" fmla="*/ 9837528 w 12192000"/>
                <a:gd name="connsiteY1428" fmla="*/ 596651 h 1608850"/>
                <a:gd name="connsiteX1429" fmla="*/ 9842848 w 12192000"/>
                <a:gd name="connsiteY1429" fmla="*/ 596651 h 1608850"/>
                <a:gd name="connsiteX1430" fmla="*/ 9842848 w 12192000"/>
                <a:gd name="connsiteY1430" fmla="*/ 514503 h 1608850"/>
                <a:gd name="connsiteX1431" fmla="*/ 9844622 w 12192000"/>
                <a:gd name="connsiteY1431" fmla="*/ 514503 h 1608850"/>
                <a:gd name="connsiteX1432" fmla="*/ 9857036 w 12192000"/>
                <a:gd name="connsiteY1432" fmla="*/ 514503 h 1608850"/>
                <a:gd name="connsiteX1433" fmla="*/ 9857036 w 12192000"/>
                <a:gd name="connsiteY1433" fmla="*/ 512612 h 1608850"/>
                <a:gd name="connsiteX1434" fmla="*/ 9857036 w 12192000"/>
                <a:gd name="connsiteY1434" fmla="*/ 499371 h 1608850"/>
                <a:gd name="connsiteX1435" fmla="*/ 9879330 w 12192000"/>
                <a:gd name="connsiteY1435" fmla="*/ 499371 h 1608850"/>
                <a:gd name="connsiteX1436" fmla="*/ 9879330 w 12192000"/>
                <a:gd name="connsiteY1436" fmla="*/ 498290 h 1608850"/>
                <a:gd name="connsiteX1437" fmla="*/ 9879330 w 12192000"/>
                <a:gd name="connsiteY1437" fmla="*/ 490724 h 1608850"/>
                <a:gd name="connsiteX1438" fmla="*/ 9881102 w 12192000"/>
                <a:gd name="connsiteY1438" fmla="*/ 490724 h 1608850"/>
                <a:gd name="connsiteX1439" fmla="*/ 9893516 w 12192000"/>
                <a:gd name="connsiteY1439" fmla="*/ 490724 h 1608850"/>
                <a:gd name="connsiteX1440" fmla="*/ 9893516 w 12192000"/>
                <a:gd name="connsiteY1440" fmla="*/ 491805 h 1608850"/>
                <a:gd name="connsiteX1441" fmla="*/ 9893516 w 12192000"/>
                <a:gd name="connsiteY1441" fmla="*/ 499371 h 1608850"/>
                <a:gd name="connsiteX1442" fmla="*/ 9894276 w 12192000"/>
                <a:gd name="connsiteY1442" fmla="*/ 499371 h 1608850"/>
                <a:gd name="connsiteX1443" fmla="*/ 9899596 w 12192000"/>
                <a:gd name="connsiteY1443" fmla="*/ 499371 h 1608850"/>
                <a:gd name="connsiteX1444" fmla="*/ 9909730 w 12192000"/>
                <a:gd name="connsiteY1444" fmla="*/ 495047 h 1608850"/>
                <a:gd name="connsiteX1445" fmla="*/ 9913782 w 12192000"/>
                <a:gd name="connsiteY1445" fmla="*/ 498290 h 1608850"/>
                <a:gd name="connsiteX1446" fmla="*/ 9913782 w 12192000"/>
                <a:gd name="connsiteY1446" fmla="*/ 490724 h 1608850"/>
                <a:gd name="connsiteX1447" fmla="*/ 9916062 w 12192000"/>
                <a:gd name="connsiteY1447" fmla="*/ 490724 h 1608850"/>
                <a:gd name="connsiteX1448" fmla="*/ 9932024 w 12192000"/>
                <a:gd name="connsiteY1448" fmla="*/ 490724 h 1608850"/>
                <a:gd name="connsiteX1449" fmla="*/ 9932024 w 12192000"/>
                <a:gd name="connsiteY1449" fmla="*/ 491805 h 1608850"/>
                <a:gd name="connsiteX1450" fmla="*/ 9932024 w 12192000"/>
                <a:gd name="connsiteY1450" fmla="*/ 499371 h 1608850"/>
                <a:gd name="connsiteX1451" fmla="*/ 9962424 w 12192000"/>
                <a:gd name="connsiteY1451" fmla="*/ 499371 h 1608850"/>
                <a:gd name="connsiteX1452" fmla="*/ 9962424 w 12192000"/>
                <a:gd name="connsiteY1452" fmla="*/ 500992 h 1608850"/>
                <a:gd name="connsiteX1453" fmla="*/ 9962424 w 12192000"/>
                <a:gd name="connsiteY1453" fmla="*/ 512342 h 1608850"/>
                <a:gd name="connsiteX1454" fmla="*/ 9988770 w 12192000"/>
                <a:gd name="connsiteY1454" fmla="*/ 512342 h 1608850"/>
                <a:gd name="connsiteX1455" fmla="*/ 9988770 w 12192000"/>
                <a:gd name="connsiteY1455" fmla="*/ 542606 h 1608850"/>
                <a:gd name="connsiteX1456" fmla="*/ 9989530 w 12192000"/>
                <a:gd name="connsiteY1456" fmla="*/ 542606 h 1608850"/>
                <a:gd name="connsiteX1457" fmla="*/ 9994850 w 12192000"/>
                <a:gd name="connsiteY1457" fmla="*/ 542606 h 1608850"/>
                <a:gd name="connsiteX1458" fmla="*/ 9994850 w 12192000"/>
                <a:gd name="connsiteY1458" fmla="*/ 543687 h 1608850"/>
                <a:gd name="connsiteX1459" fmla="*/ 9994850 w 12192000"/>
                <a:gd name="connsiteY1459" fmla="*/ 551254 h 1608850"/>
                <a:gd name="connsiteX1460" fmla="*/ 9998904 w 12192000"/>
                <a:gd name="connsiteY1460" fmla="*/ 581518 h 1608850"/>
                <a:gd name="connsiteX1461" fmla="*/ 9999664 w 12192000"/>
                <a:gd name="connsiteY1461" fmla="*/ 581518 h 1608850"/>
                <a:gd name="connsiteX1462" fmla="*/ 10004984 w 12192000"/>
                <a:gd name="connsiteY1462" fmla="*/ 581518 h 1608850"/>
                <a:gd name="connsiteX1463" fmla="*/ 10004984 w 12192000"/>
                <a:gd name="connsiteY1463" fmla="*/ 582329 h 1608850"/>
                <a:gd name="connsiteX1464" fmla="*/ 10004984 w 12192000"/>
                <a:gd name="connsiteY1464" fmla="*/ 588004 h 1608850"/>
                <a:gd name="connsiteX1465" fmla="*/ 10005998 w 12192000"/>
                <a:gd name="connsiteY1465" fmla="*/ 588004 h 1608850"/>
                <a:gd name="connsiteX1466" fmla="*/ 10013090 w 12192000"/>
                <a:gd name="connsiteY1466" fmla="*/ 588004 h 1608850"/>
                <a:gd name="connsiteX1467" fmla="*/ 10013090 w 12192000"/>
                <a:gd name="connsiteY1467" fmla="*/ 618269 h 1608850"/>
                <a:gd name="connsiteX1468" fmla="*/ 10015118 w 12192000"/>
                <a:gd name="connsiteY1468" fmla="*/ 618269 h 1608850"/>
                <a:gd name="connsiteX1469" fmla="*/ 10029304 w 12192000"/>
                <a:gd name="connsiteY1469" fmla="*/ 618269 h 1608850"/>
                <a:gd name="connsiteX1470" fmla="*/ 10029304 w 12192000"/>
                <a:gd name="connsiteY1470" fmla="*/ 642048 h 1608850"/>
                <a:gd name="connsiteX1471" fmla="*/ 10031332 w 12192000"/>
                <a:gd name="connsiteY1471" fmla="*/ 643669 h 1608850"/>
                <a:gd name="connsiteX1472" fmla="*/ 10031332 w 12192000"/>
                <a:gd name="connsiteY1472" fmla="*/ 655019 h 1608850"/>
                <a:gd name="connsiteX1473" fmla="*/ 10032092 w 12192000"/>
                <a:gd name="connsiteY1473" fmla="*/ 655019 h 1608850"/>
                <a:gd name="connsiteX1474" fmla="*/ 10037412 w 12192000"/>
                <a:gd name="connsiteY1474" fmla="*/ 655019 h 1608850"/>
                <a:gd name="connsiteX1475" fmla="*/ 10037412 w 12192000"/>
                <a:gd name="connsiteY1475" fmla="*/ 678798 h 1608850"/>
                <a:gd name="connsiteX1476" fmla="*/ 10038678 w 12192000"/>
                <a:gd name="connsiteY1476" fmla="*/ 678798 h 1608850"/>
                <a:gd name="connsiteX1477" fmla="*/ 10047544 w 12192000"/>
                <a:gd name="connsiteY1477" fmla="*/ 678798 h 1608850"/>
                <a:gd name="connsiteX1478" fmla="*/ 10049572 w 12192000"/>
                <a:gd name="connsiteY1478" fmla="*/ 682852 h 1608850"/>
                <a:gd name="connsiteX1479" fmla="*/ 10049572 w 12192000"/>
                <a:gd name="connsiteY1479" fmla="*/ 696093 h 1608850"/>
                <a:gd name="connsiteX1480" fmla="*/ 10051092 w 12192000"/>
                <a:gd name="connsiteY1480" fmla="*/ 694201 h 1608850"/>
                <a:gd name="connsiteX1481" fmla="*/ 10061732 w 12192000"/>
                <a:gd name="connsiteY1481" fmla="*/ 680960 h 1608850"/>
                <a:gd name="connsiteX1482" fmla="*/ 10090106 w 12192000"/>
                <a:gd name="connsiteY1482" fmla="*/ 680960 h 1608850"/>
                <a:gd name="connsiteX1483" fmla="*/ 10090106 w 12192000"/>
                <a:gd name="connsiteY1483" fmla="*/ 767431 h 1608850"/>
                <a:gd name="connsiteX1484" fmla="*/ 10090866 w 12192000"/>
                <a:gd name="connsiteY1484" fmla="*/ 767431 h 1608850"/>
                <a:gd name="connsiteX1485" fmla="*/ 10096186 w 12192000"/>
                <a:gd name="connsiteY1485" fmla="*/ 767431 h 1608850"/>
                <a:gd name="connsiteX1486" fmla="*/ 10096946 w 12192000"/>
                <a:gd name="connsiteY1486" fmla="*/ 766080 h 1608850"/>
                <a:gd name="connsiteX1487" fmla="*/ 10102266 w 12192000"/>
                <a:gd name="connsiteY1487" fmla="*/ 756622 h 1608850"/>
                <a:gd name="connsiteX1488" fmla="*/ 10102266 w 12192000"/>
                <a:gd name="connsiteY1488" fmla="*/ 758514 h 1608850"/>
                <a:gd name="connsiteX1489" fmla="*/ 10102266 w 12192000"/>
                <a:gd name="connsiteY1489" fmla="*/ 771755 h 1608850"/>
                <a:gd name="connsiteX1490" fmla="*/ 10106318 w 12192000"/>
                <a:gd name="connsiteY1490" fmla="*/ 726358 h 1608850"/>
                <a:gd name="connsiteX1491" fmla="*/ 10107078 w 12192000"/>
                <a:gd name="connsiteY1491" fmla="*/ 726358 h 1608850"/>
                <a:gd name="connsiteX1492" fmla="*/ 10112398 w 12192000"/>
                <a:gd name="connsiteY1492" fmla="*/ 726358 h 1608850"/>
                <a:gd name="connsiteX1493" fmla="*/ 10112398 w 12192000"/>
                <a:gd name="connsiteY1493" fmla="*/ 661504 h 1608850"/>
                <a:gd name="connsiteX1494" fmla="*/ 10113412 w 12192000"/>
                <a:gd name="connsiteY1494" fmla="*/ 661504 h 1608850"/>
                <a:gd name="connsiteX1495" fmla="*/ 10120506 w 12192000"/>
                <a:gd name="connsiteY1495" fmla="*/ 661504 h 1608850"/>
                <a:gd name="connsiteX1496" fmla="*/ 10132666 w 12192000"/>
                <a:gd name="connsiteY1496" fmla="*/ 618269 h 1608850"/>
                <a:gd name="connsiteX1497" fmla="*/ 10133932 w 12192000"/>
                <a:gd name="connsiteY1497" fmla="*/ 618269 h 1608850"/>
                <a:gd name="connsiteX1498" fmla="*/ 10142800 w 12192000"/>
                <a:gd name="connsiteY1498" fmla="*/ 618269 h 1608850"/>
                <a:gd name="connsiteX1499" fmla="*/ 10152932 w 12192000"/>
                <a:gd name="connsiteY1499" fmla="*/ 661504 h 1608850"/>
                <a:gd name="connsiteX1500" fmla="*/ 10153946 w 12192000"/>
                <a:gd name="connsiteY1500" fmla="*/ 661504 h 1608850"/>
                <a:gd name="connsiteX1501" fmla="*/ 10161040 w 12192000"/>
                <a:gd name="connsiteY1501" fmla="*/ 661504 h 1608850"/>
                <a:gd name="connsiteX1502" fmla="*/ 10161040 w 12192000"/>
                <a:gd name="connsiteY1502" fmla="*/ 700416 h 1608850"/>
                <a:gd name="connsiteX1503" fmla="*/ 10162812 w 12192000"/>
                <a:gd name="connsiteY1503" fmla="*/ 700416 h 1608850"/>
                <a:gd name="connsiteX1504" fmla="*/ 10175226 w 12192000"/>
                <a:gd name="connsiteY1504" fmla="*/ 700416 h 1608850"/>
                <a:gd name="connsiteX1505" fmla="*/ 10175226 w 12192000"/>
                <a:gd name="connsiteY1505" fmla="*/ 702578 h 1608850"/>
                <a:gd name="connsiteX1506" fmla="*/ 10175226 w 12192000"/>
                <a:gd name="connsiteY1506" fmla="*/ 717710 h 1608850"/>
                <a:gd name="connsiteX1507" fmla="*/ 10179280 w 12192000"/>
                <a:gd name="connsiteY1507" fmla="*/ 715549 h 1608850"/>
                <a:gd name="connsiteX1508" fmla="*/ 10179280 w 12192000"/>
                <a:gd name="connsiteY1508" fmla="*/ 700416 h 1608850"/>
                <a:gd name="connsiteX1509" fmla="*/ 10180800 w 12192000"/>
                <a:gd name="connsiteY1509" fmla="*/ 700416 h 1608850"/>
                <a:gd name="connsiteX1510" fmla="*/ 10191440 w 12192000"/>
                <a:gd name="connsiteY1510" fmla="*/ 700416 h 1608850"/>
                <a:gd name="connsiteX1511" fmla="*/ 10191440 w 12192000"/>
                <a:gd name="connsiteY1511" fmla="*/ 702037 h 1608850"/>
                <a:gd name="connsiteX1512" fmla="*/ 10191440 w 12192000"/>
                <a:gd name="connsiteY1512" fmla="*/ 713387 h 1608850"/>
                <a:gd name="connsiteX1513" fmla="*/ 10221840 w 12192000"/>
                <a:gd name="connsiteY1513" fmla="*/ 713387 h 1608850"/>
                <a:gd name="connsiteX1514" fmla="*/ 10221840 w 12192000"/>
                <a:gd name="connsiteY1514" fmla="*/ 676637 h 1608850"/>
                <a:gd name="connsiteX1515" fmla="*/ 10223106 w 12192000"/>
                <a:gd name="connsiteY1515" fmla="*/ 676637 h 1608850"/>
                <a:gd name="connsiteX1516" fmla="*/ 10231974 w 12192000"/>
                <a:gd name="connsiteY1516" fmla="*/ 676637 h 1608850"/>
                <a:gd name="connsiteX1517" fmla="*/ 10231974 w 12192000"/>
                <a:gd name="connsiteY1517" fmla="*/ 698254 h 1608850"/>
                <a:gd name="connsiteX1518" fmla="*/ 10234000 w 12192000"/>
                <a:gd name="connsiteY1518" fmla="*/ 665828 h 1608850"/>
                <a:gd name="connsiteX1519" fmla="*/ 10256294 w 12192000"/>
                <a:gd name="connsiteY1519" fmla="*/ 665828 h 1608850"/>
                <a:gd name="connsiteX1520" fmla="*/ 10256294 w 12192000"/>
                <a:gd name="connsiteY1520" fmla="*/ 664206 h 1608850"/>
                <a:gd name="connsiteX1521" fmla="*/ 10256294 w 12192000"/>
                <a:gd name="connsiteY1521" fmla="*/ 652857 h 1608850"/>
                <a:gd name="connsiteX1522" fmla="*/ 10257054 w 12192000"/>
                <a:gd name="connsiteY1522" fmla="*/ 652857 h 1608850"/>
                <a:gd name="connsiteX1523" fmla="*/ 10262374 w 12192000"/>
                <a:gd name="connsiteY1523" fmla="*/ 652857 h 1608850"/>
                <a:gd name="connsiteX1524" fmla="*/ 10262374 w 12192000"/>
                <a:gd name="connsiteY1524" fmla="*/ 650966 h 1608850"/>
                <a:gd name="connsiteX1525" fmla="*/ 10262374 w 12192000"/>
                <a:gd name="connsiteY1525" fmla="*/ 637725 h 1608850"/>
                <a:gd name="connsiteX1526" fmla="*/ 10266428 w 12192000"/>
                <a:gd name="connsiteY1526" fmla="*/ 644210 h 1608850"/>
                <a:gd name="connsiteX1527" fmla="*/ 10268708 w 12192000"/>
                <a:gd name="connsiteY1527" fmla="*/ 644210 h 1608850"/>
                <a:gd name="connsiteX1528" fmla="*/ 10284668 w 12192000"/>
                <a:gd name="connsiteY1528" fmla="*/ 644210 h 1608850"/>
                <a:gd name="connsiteX1529" fmla="*/ 10284668 w 12192000"/>
                <a:gd name="connsiteY1529" fmla="*/ 643399 h 1608850"/>
                <a:gd name="connsiteX1530" fmla="*/ 10284668 w 12192000"/>
                <a:gd name="connsiteY1530" fmla="*/ 637725 h 1608850"/>
                <a:gd name="connsiteX1531" fmla="*/ 10285428 w 12192000"/>
                <a:gd name="connsiteY1531" fmla="*/ 637725 h 1608850"/>
                <a:gd name="connsiteX1532" fmla="*/ 10290748 w 12192000"/>
                <a:gd name="connsiteY1532" fmla="*/ 637725 h 1608850"/>
                <a:gd name="connsiteX1533" fmla="*/ 10290748 w 12192000"/>
                <a:gd name="connsiteY1533" fmla="*/ 639076 h 1608850"/>
                <a:gd name="connsiteX1534" fmla="*/ 10290748 w 12192000"/>
                <a:gd name="connsiteY1534" fmla="*/ 648534 h 1608850"/>
                <a:gd name="connsiteX1535" fmla="*/ 10329254 w 12192000"/>
                <a:gd name="connsiteY1535" fmla="*/ 648534 h 1608850"/>
                <a:gd name="connsiteX1536" fmla="*/ 10329254 w 12192000"/>
                <a:gd name="connsiteY1536" fmla="*/ 786887 h 1608850"/>
                <a:gd name="connsiteX1537" fmla="*/ 10330774 w 12192000"/>
                <a:gd name="connsiteY1537" fmla="*/ 786887 h 1608850"/>
                <a:gd name="connsiteX1538" fmla="*/ 10341414 w 12192000"/>
                <a:gd name="connsiteY1538" fmla="*/ 786887 h 1608850"/>
                <a:gd name="connsiteX1539" fmla="*/ 10341414 w 12192000"/>
                <a:gd name="connsiteY1539" fmla="*/ 773917 h 1608850"/>
                <a:gd name="connsiteX1540" fmla="*/ 10345468 w 12192000"/>
                <a:gd name="connsiteY1540" fmla="*/ 773917 h 1608850"/>
                <a:gd name="connsiteX1541" fmla="*/ 10345468 w 12192000"/>
                <a:gd name="connsiteY1541" fmla="*/ 786887 h 1608850"/>
                <a:gd name="connsiteX1542" fmla="*/ 10375868 w 12192000"/>
                <a:gd name="connsiteY1542" fmla="*/ 786887 h 1608850"/>
                <a:gd name="connsiteX1543" fmla="*/ 10375868 w 12192000"/>
                <a:gd name="connsiteY1543" fmla="*/ 756622 h 1608850"/>
                <a:gd name="connsiteX1544" fmla="*/ 10388028 w 12192000"/>
                <a:gd name="connsiteY1544" fmla="*/ 756622 h 1608850"/>
                <a:gd name="connsiteX1545" fmla="*/ 10400188 w 12192000"/>
                <a:gd name="connsiteY1545" fmla="*/ 754461 h 1608850"/>
                <a:gd name="connsiteX1546" fmla="*/ 10404242 w 12192000"/>
                <a:gd name="connsiteY1546" fmla="*/ 756622 h 1608850"/>
                <a:gd name="connsiteX1547" fmla="*/ 10414376 w 12192000"/>
                <a:gd name="connsiteY1547" fmla="*/ 756622 h 1608850"/>
                <a:gd name="connsiteX1548" fmla="*/ 10414376 w 12192000"/>
                <a:gd name="connsiteY1548" fmla="*/ 786887 h 1608850"/>
                <a:gd name="connsiteX1549" fmla="*/ 10422482 w 12192000"/>
                <a:gd name="connsiteY1549" fmla="*/ 786887 h 1608850"/>
                <a:gd name="connsiteX1550" fmla="*/ 10422482 w 12192000"/>
                <a:gd name="connsiteY1550" fmla="*/ 804182 h 1608850"/>
                <a:gd name="connsiteX1551" fmla="*/ 10431818 w 12192000"/>
                <a:gd name="connsiteY1551" fmla="*/ 805087 h 1608850"/>
                <a:gd name="connsiteX1552" fmla="*/ 10444776 w 12192000"/>
                <a:gd name="connsiteY1552" fmla="*/ 805087 h 1608850"/>
                <a:gd name="connsiteX1553" fmla="*/ 10444776 w 12192000"/>
                <a:gd name="connsiteY1553" fmla="*/ 789049 h 1608850"/>
                <a:gd name="connsiteX1554" fmla="*/ 10512732 w 12192000"/>
                <a:gd name="connsiteY1554" fmla="*/ 789049 h 1608850"/>
                <a:gd name="connsiteX1555" fmla="*/ 10512732 w 12192000"/>
                <a:gd name="connsiteY1555" fmla="*/ 703796 h 1608850"/>
                <a:gd name="connsiteX1556" fmla="*/ 10584740 w 12192000"/>
                <a:gd name="connsiteY1556" fmla="*/ 703796 h 1608850"/>
                <a:gd name="connsiteX1557" fmla="*/ 10584740 w 12192000"/>
                <a:gd name="connsiteY1557" fmla="*/ 782564 h 1608850"/>
                <a:gd name="connsiteX1558" fmla="*/ 10586644 w 12192000"/>
                <a:gd name="connsiteY1558" fmla="*/ 782564 h 1608850"/>
                <a:gd name="connsiteX1559" fmla="*/ 10587886 w 12192000"/>
                <a:gd name="connsiteY1559" fmla="*/ 805087 h 1608850"/>
                <a:gd name="connsiteX1560" fmla="*/ 10597562 w 12192000"/>
                <a:gd name="connsiteY1560" fmla="*/ 805087 h 1608850"/>
                <a:gd name="connsiteX1561" fmla="*/ 10598804 w 12192000"/>
                <a:gd name="connsiteY1561" fmla="*/ 782564 h 1608850"/>
                <a:gd name="connsiteX1562" fmla="*/ 10604884 w 12192000"/>
                <a:gd name="connsiteY1562" fmla="*/ 782564 h 1608850"/>
                <a:gd name="connsiteX1563" fmla="*/ 10606126 w 12192000"/>
                <a:gd name="connsiteY1563" fmla="*/ 805087 h 1608850"/>
                <a:gd name="connsiteX1564" fmla="*/ 10656748 w 12192000"/>
                <a:gd name="connsiteY1564" fmla="*/ 805087 h 1608850"/>
                <a:gd name="connsiteX1565" fmla="*/ 10656748 w 12192000"/>
                <a:gd name="connsiteY1565" fmla="*/ 642059 h 1608850"/>
                <a:gd name="connsiteX1566" fmla="*/ 10854076 w 12192000"/>
                <a:gd name="connsiteY1566" fmla="*/ 642059 h 1608850"/>
                <a:gd name="connsiteX1567" fmla="*/ 10854076 w 12192000"/>
                <a:gd name="connsiteY1567" fmla="*/ 805087 h 1608850"/>
                <a:gd name="connsiteX1568" fmla="*/ 10872772 w 12192000"/>
                <a:gd name="connsiteY1568" fmla="*/ 805087 h 1608850"/>
                <a:gd name="connsiteX1569" fmla="*/ 10872772 w 12192000"/>
                <a:gd name="connsiteY1569" fmla="*/ 722394 h 1608850"/>
                <a:gd name="connsiteX1570" fmla="*/ 10967892 w 12192000"/>
                <a:gd name="connsiteY1570" fmla="*/ 722394 h 1608850"/>
                <a:gd name="connsiteX1571" fmla="*/ 10979823 w 12192000"/>
                <a:gd name="connsiteY1571" fmla="*/ 404253 h 1608850"/>
                <a:gd name="connsiteX1572" fmla="*/ 10967663 w 12192000"/>
                <a:gd name="connsiteY1572" fmla="*/ 382635 h 1608850"/>
                <a:gd name="connsiteX1573" fmla="*/ 10961583 w 12192000"/>
                <a:gd name="connsiteY1573" fmla="*/ 378311 h 1608850"/>
                <a:gd name="connsiteX1574" fmla="*/ 10969690 w 12192000"/>
                <a:gd name="connsiteY1574" fmla="*/ 354532 h 1608850"/>
                <a:gd name="connsiteX1575" fmla="*/ 10969690 w 12192000"/>
                <a:gd name="connsiteY1575" fmla="*/ 337238 h 1608850"/>
                <a:gd name="connsiteX1576" fmla="*/ 10983876 w 12192000"/>
                <a:gd name="connsiteY1576" fmla="*/ 337238 h 1608850"/>
                <a:gd name="connsiteX1577" fmla="*/ 10983876 w 12192000"/>
                <a:gd name="connsiteY1577" fmla="*/ 315620 h 1608850"/>
                <a:gd name="connsiteX1578" fmla="*/ 10985903 w 12192000"/>
                <a:gd name="connsiteY1578" fmla="*/ 311296 h 1608850"/>
                <a:gd name="connsiteX1579" fmla="*/ 10985903 w 12192000"/>
                <a:gd name="connsiteY1579" fmla="*/ 233472 h 1608850"/>
                <a:gd name="connsiteX1580" fmla="*/ 10983876 w 12192000"/>
                <a:gd name="connsiteY1580" fmla="*/ 226987 h 1608850"/>
                <a:gd name="connsiteX1581" fmla="*/ 10989956 w 12192000"/>
                <a:gd name="connsiteY1581" fmla="*/ 220501 h 1608850"/>
                <a:gd name="connsiteX1582" fmla="*/ 10989956 w 12192000"/>
                <a:gd name="connsiteY1582" fmla="*/ 162133 h 1608850"/>
                <a:gd name="connsiteX1583" fmla="*/ 10991983 w 12192000"/>
                <a:gd name="connsiteY1583" fmla="*/ 157810 h 1608850"/>
                <a:gd name="connsiteX1584" fmla="*/ 10991983 w 12192000"/>
                <a:gd name="connsiteY1584" fmla="*/ 101604 h 1608850"/>
                <a:gd name="connsiteX1585" fmla="*/ 10994010 w 12192000"/>
                <a:gd name="connsiteY1585" fmla="*/ 82148 h 1608850"/>
                <a:gd name="connsiteX1586" fmla="*/ 10998063 w 12192000"/>
                <a:gd name="connsiteY1586" fmla="*/ 99442 h 1608850"/>
                <a:gd name="connsiteX1587" fmla="*/ 11000090 w 12192000"/>
                <a:gd name="connsiteY1587" fmla="*/ 157810 h 1608850"/>
                <a:gd name="connsiteX1588" fmla="*/ 11002116 w 12192000"/>
                <a:gd name="connsiteY1588" fmla="*/ 220501 h 1608850"/>
                <a:gd name="connsiteX1589" fmla="*/ 11008196 w 12192000"/>
                <a:gd name="connsiteY1589" fmla="*/ 226987 h 1608850"/>
                <a:gd name="connsiteX1590" fmla="*/ 11006170 w 12192000"/>
                <a:gd name="connsiteY1590" fmla="*/ 233472 h 1608850"/>
                <a:gd name="connsiteX1591" fmla="*/ 11006170 w 12192000"/>
                <a:gd name="connsiteY1591" fmla="*/ 311296 h 1608850"/>
                <a:gd name="connsiteX1592" fmla="*/ 11008196 w 12192000"/>
                <a:gd name="connsiteY1592" fmla="*/ 315620 h 1608850"/>
                <a:gd name="connsiteX1593" fmla="*/ 11008196 w 12192000"/>
                <a:gd name="connsiteY1593" fmla="*/ 337238 h 1608850"/>
                <a:gd name="connsiteX1594" fmla="*/ 11022383 w 12192000"/>
                <a:gd name="connsiteY1594" fmla="*/ 337238 h 1608850"/>
                <a:gd name="connsiteX1595" fmla="*/ 11022383 w 12192000"/>
                <a:gd name="connsiteY1595" fmla="*/ 354532 h 1608850"/>
                <a:gd name="connsiteX1596" fmla="*/ 11030491 w 12192000"/>
                <a:gd name="connsiteY1596" fmla="*/ 378311 h 1608850"/>
                <a:gd name="connsiteX1597" fmla="*/ 11024411 w 12192000"/>
                <a:gd name="connsiteY1597" fmla="*/ 382635 h 1608850"/>
                <a:gd name="connsiteX1598" fmla="*/ 11012250 w 12192000"/>
                <a:gd name="connsiteY1598" fmla="*/ 404253 h 1608850"/>
                <a:gd name="connsiteX1599" fmla="*/ 11020356 w 12192000"/>
                <a:gd name="connsiteY1599" fmla="*/ 657181 h 1608850"/>
                <a:gd name="connsiteX1600" fmla="*/ 11085211 w 12192000"/>
                <a:gd name="connsiteY1600" fmla="*/ 657181 h 1608850"/>
                <a:gd name="connsiteX1601" fmla="*/ 11085211 w 12192000"/>
                <a:gd name="connsiteY1601" fmla="*/ 732843 h 1608850"/>
                <a:gd name="connsiteX1602" fmla="*/ 11093318 w 12192000"/>
                <a:gd name="connsiteY1602" fmla="*/ 732843 h 1608850"/>
                <a:gd name="connsiteX1603" fmla="*/ 11095344 w 12192000"/>
                <a:gd name="connsiteY1603" fmla="*/ 726358 h 1608850"/>
                <a:gd name="connsiteX1604" fmla="*/ 11101424 w 12192000"/>
                <a:gd name="connsiteY1604" fmla="*/ 726358 h 1608850"/>
                <a:gd name="connsiteX1605" fmla="*/ 11103452 w 12192000"/>
                <a:gd name="connsiteY1605" fmla="*/ 735005 h 1608850"/>
                <a:gd name="connsiteX1606" fmla="*/ 11115612 w 12192000"/>
                <a:gd name="connsiteY1606" fmla="*/ 735005 h 1608850"/>
                <a:gd name="connsiteX1607" fmla="*/ 11115612 w 12192000"/>
                <a:gd name="connsiteY1607" fmla="*/ 728519 h 1608850"/>
                <a:gd name="connsiteX1608" fmla="*/ 11137904 w 12192000"/>
                <a:gd name="connsiteY1608" fmla="*/ 728519 h 1608850"/>
                <a:gd name="connsiteX1609" fmla="*/ 11137904 w 12192000"/>
                <a:gd name="connsiteY1609" fmla="*/ 735005 h 1608850"/>
                <a:gd name="connsiteX1610" fmla="*/ 11158172 w 12192000"/>
                <a:gd name="connsiteY1610" fmla="*/ 735005 h 1608850"/>
                <a:gd name="connsiteX1611" fmla="*/ 11158172 w 12192000"/>
                <a:gd name="connsiteY1611" fmla="*/ 780402 h 1608850"/>
                <a:gd name="connsiteX1612" fmla="*/ 11172359 w 12192000"/>
                <a:gd name="connsiteY1612" fmla="*/ 780402 h 1608850"/>
                <a:gd name="connsiteX1613" fmla="*/ 11172359 w 12192000"/>
                <a:gd name="connsiteY1613" fmla="*/ 767431 h 1608850"/>
                <a:gd name="connsiteX1614" fmla="*/ 11188572 w 12192000"/>
                <a:gd name="connsiteY1614" fmla="*/ 767431 h 1608850"/>
                <a:gd name="connsiteX1615" fmla="*/ 11188572 w 12192000"/>
                <a:gd name="connsiteY1615" fmla="*/ 588004 h 1608850"/>
                <a:gd name="connsiteX1616" fmla="*/ 11194652 w 12192000"/>
                <a:gd name="connsiteY1616" fmla="*/ 581518 h 1608850"/>
                <a:gd name="connsiteX1617" fmla="*/ 11267614 w 12192000"/>
                <a:gd name="connsiteY1617" fmla="*/ 581518 h 1608850"/>
                <a:gd name="connsiteX1618" fmla="*/ 11267614 w 12192000"/>
                <a:gd name="connsiteY1618" fmla="*/ 590166 h 1608850"/>
                <a:gd name="connsiteX1619" fmla="*/ 11277747 w 12192000"/>
                <a:gd name="connsiteY1619" fmla="*/ 590166 h 1608850"/>
                <a:gd name="connsiteX1620" fmla="*/ 11277747 w 12192000"/>
                <a:gd name="connsiteY1620" fmla="*/ 704740 h 1608850"/>
                <a:gd name="connsiteX1621" fmla="*/ 11300040 w 12192000"/>
                <a:gd name="connsiteY1621" fmla="*/ 704740 h 1608850"/>
                <a:gd name="connsiteX1622" fmla="*/ 11300040 w 12192000"/>
                <a:gd name="connsiteY1622" fmla="*/ 637725 h 1608850"/>
                <a:gd name="connsiteX1623" fmla="*/ 11326388 w 12192000"/>
                <a:gd name="connsiteY1623" fmla="*/ 637725 h 1608850"/>
                <a:gd name="connsiteX1624" fmla="*/ 11330440 w 12192000"/>
                <a:gd name="connsiteY1624" fmla="*/ 633401 h 1608850"/>
                <a:gd name="connsiteX1625" fmla="*/ 11338548 w 12192000"/>
                <a:gd name="connsiteY1625" fmla="*/ 633401 h 1608850"/>
                <a:gd name="connsiteX1626" fmla="*/ 11342600 w 12192000"/>
                <a:gd name="connsiteY1626" fmla="*/ 637725 h 1608850"/>
                <a:gd name="connsiteX1627" fmla="*/ 11364895 w 12192000"/>
                <a:gd name="connsiteY1627" fmla="*/ 637725 h 1608850"/>
                <a:gd name="connsiteX1628" fmla="*/ 11364895 w 12192000"/>
                <a:gd name="connsiteY1628" fmla="*/ 520989 h 1608850"/>
                <a:gd name="connsiteX1629" fmla="*/ 11421642 w 12192000"/>
                <a:gd name="connsiteY1629" fmla="*/ 510180 h 1608850"/>
                <a:gd name="connsiteX1630" fmla="*/ 11421642 w 12192000"/>
                <a:gd name="connsiteY1630" fmla="*/ 511261 h 1608850"/>
                <a:gd name="connsiteX1631" fmla="*/ 11421642 w 12192000"/>
                <a:gd name="connsiteY1631" fmla="*/ 518827 h 1608850"/>
                <a:gd name="connsiteX1632" fmla="*/ 11447988 w 12192000"/>
                <a:gd name="connsiteY1632" fmla="*/ 518827 h 1608850"/>
                <a:gd name="connsiteX1633" fmla="*/ 11447988 w 12192000"/>
                <a:gd name="connsiteY1633" fmla="*/ 773917 h 1608850"/>
                <a:gd name="connsiteX1634" fmla="*/ 11470283 w 12192000"/>
                <a:gd name="connsiteY1634" fmla="*/ 773917 h 1608850"/>
                <a:gd name="connsiteX1635" fmla="*/ 11470283 w 12192000"/>
                <a:gd name="connsiteY1635" fmla="*/ 769593 h 1608850"/>
                <a:gd name="connsiteX1636" fmla="*/ 11482443 w 12192000"/>
                <a:gd name="connsiteY1636" fmla="*/ 769593 h 1608850"/>
                <a:gd name="connsiteX1637" fmla="*/ 11482443 w 12192000"/>
                <a:gd name="connsiteY1637" fmla="*/ 773917 h 1608850"/>
                <a:gd name="connsiteX1638" fmla="*/ 11506763 w 12192000"/>
                <a:gd name="connsiteY1638" fmla="*/ 773917 h 1608850"/>
                <a:gd name="connsiteX1639" fmla="*/ 11506763 w 12192000"/>
                <a:gd name="connsiteY1639" fmla="*/ 760946 h 1608850"/>
                <a:gd name="connsiteX1640" fmla="*/ 11535136 w 12192000"/>
                <a:gd name="connsiteY1640" fmla="*/ 760946 h 1608850"/>
                <a:gd name="connsiteX1641" fmla="*/ 11547296 w 12192000"/>
                <a:gd name="connsiteY1641" fmla="*/ 756622 h 1608850"/>
                <a:gd name="connsiteX1642" fmla="*/ 11567564 w 12192000"/>
                <a:gd name="connsiteY1642" fmla="*/ 760946 h 1608850"/>
                <a:gd name="connsiteX1643" fmla="*/ 11567564 w 12192000"/>
                <a:gd name="connsiteY1643" fmla="*/ 743652 h 1608850"/>
                <a:gd name="connsiteX1644" fmla="*/ 11575671 w 12192000"/>
                <a:gd name="connsiteY1644" fmla="*/ 743652 h 1608850"/>
                <a:gd name="connsiteX1645" fmla="*/ 11575671 w 12192000"/>
                <a:gd name="connsiteY1645" fmla="*/ 730681 h 1608850"/>
                <a:gd name="connsiteX1646" fmla="*/ 11632418 w 12192000"/>
                <a:gd name="connsiteY1646" fmla="*/ 730681 h 1608850"/>
                <a:gd name="connsiteX1647" fmla="*/ 11632418 w 12192000"/>
                <a:gd name="connsiteY1647" fmla="*/ 700416 h 1608850"/>
                <a:gd name="connsiteX1648" fmla="*/ 11650658 w 12192000"/>
                <a:gd name="connsiteY1648" fmla="*/ 700416 h 1608850"/>
                <a:gd name="connsiteX1649" fmla="*/ 11650658 w 12192000"/>
                <a:gd name="connsiteY1649" fmla="*/ 693931 h 1608850"/>
                <a:gd name="connsiteX1650" fmla="*/ 11662818 w 12192000"/>
                <a:gd name="connsiteY1650" fmla="*/ 693931 h 1608850"/>
                <a:gd name="connsiteX1651" fmla="*/ 11662818 w 12192000"/>
                <a:gd name="connsiteY1651" fmla="*/ 700416 h 1608850"/>
                <a:gd name="connsiteX1652" fmla="*/ 11679031 w 12192000"/>
                <a:gd name="connsiteY1652" fmla="*/ 700416 h 1608850"/>
                <a:gd name="connsiteX1653" fmla="*/ 11679031 w 12192000"/>
                <a:gd name="connsiteY1653" fmla="*/ 750137 h 1608850"/>
                <a:gd name="connsiteX1654" fmla="*/ 11711459 w 12192000"/>
                <a:gd name="connsiteY1654" fmla="*/ 750137 h 1608850"/>
                <a:gd name="connsiteX1655" fmla="*/ 11711459 w 12192000"/>
                <a:gd name="connsiteY1655" fmla="*/ 724196 h 1608850"/>
                <a:gd name="connsiteX1656" fmla="*/ 11749966 w 12192000"/>
                <a:gd name="connsiteY1656" fmla="*/ 724196 h 1608850"/>
                <a:gd name="connsiteX1657" fmla="*/ 11749966 w 12192000"/>
                <a:gd name="connsiteY1657" fmla="*/ 693931 h 1608850"/>
                <a:gd name="connsiteX1658" fmla="*/ 11798607 w 12192000"/>
                <a:gd name="connsiteY1658" fmla="*/ 693931 h 1608850"/>
                <a:gd name="connsiteX1659" fmla="*/ 11798607 w 12192000"/>
                <a:gd name="connsiteY1659" fmla="*/ 805087 h 1608850"/>
                <a:gd name="connsiteX1660" fmla="*/ 11798607 w 12192000"/>
                <a:gd name="connsiteY1660" fmla="*/ 818866 h 1608850"/>
                <a:gd name="connsiteX1661" fmla="*/ 11864482 w 12192000"/>
                <a:gd name="connsiteY1661" fmla="*/ 818866 h 1608850"/>
                <a:gd name="connsiteX1662" fmla="*/ 11864482 w 12192000"/>
                <a:gd name="connsiteY1662" fmla="*/ 924638 h 1608850"/>
                <a:gd name="connsiteX1663" fmla="*/ 11864482 w 12192000"/>
                <a:gd name="connsiteY1663" fmla="*/ 947885 h 1608850"/>
                <a:gd name="connsiteX1664" fmla="*/ 11879442 w 12192000"/>
                <a:gd name="connsiteY1664" fmla="*/ 947885 h 1608850"/>
                <a:gd name="connsiteX1665" fmla="*/ 11879442 w 12192000"/>
                <a:gd name="connsiteY1665" fmla="*/ 946723 h 1608850"/>
                <a:gd name="connsiteX1666" fmla="*/ 11879442 w 12192000"/>
                <a:gd name="connsiteY1666" fmla="*/ 938587 h 1608850"/>
                <a:gd name="connsiteX1667" fmla="*/ 11924022 w 12192000"/>
                <a:gd name="connsiteY1667" fmla="*/ 938587 h 1608850"/>
                <a:gd name="connsiteX1668" fmla="*/ 11924022 w 12192000"/>
                <a:gd name="connsiteY1668" fmla="*/ 959508 h 1608850"/>
                <a:gd name="connsiteX1669" fmla="*/ 11926250 w 12192000"/>
                <a:gd name="connsiteY1669" fmla="*/ 960671 h 1608850"/>
                <a:gd name="connsiteX1670" fmla="*/ 11941854 w 12192000"/>
                <a:gd name="connsiteY1670" fmla="*/ 968807 h 1608850"/>
                <a:gd name="connsiteX1671" fmla="*/ 11941854 w 12192000"/>
                <a:gd name="connsiteY1671" fmla="*/ 999027 h 1608850"/>
                <a:gd name="connsiteX1672" fmla="*/ 11943247 w 12192000"/>
                <a:gd name="connsiteY1672" fmla="*/ 999609 h 1608850"/>
                <a:gd name="connsiteX1673" fmla="*/ 11952999 w 12192000"/>
                <a:gd name="connsiteY1673" fmla="*/ 1003677 h 1608850"/>
                <a:gd name="connsiteX1674" fmla="*/ 11952999 w 12192000"/>
                <a:gd name="connsiteY1674" fmla="*/ 1002515 h 1608850"/>
                <a:gd name="connsiteX1675" fmla="*/ 11952999 w 12192000"/>
                <a:gd name="connsiteY1675" fmla="*/ 994378 h 1608850"/>
                <a:gd name="connsiteX1676" fmla="*/ 11954114 w 12192000"/>
                <a:gd name="connsiteY1676" fmla="*/ 994378 h 1608850"/>
                <a:gd name="connsiteX1677" fmla="*/ 11961915 w 12192000"/>
                <a:gd name="connsiteY1677" fmla="*/ 994378 h 1608850"/>
                <a:gd name="connsiteX1678" fmla="*/ 11961915 w 12192000"/>
                <a:gd name="connsiteY1678" fmla="*/ 993506 h 1608850"/>
                <a:gd name="connsiteX1679" fmla="*/ 11961915 w 12192000"/>
                <a:gd name="connsiteY1679" fmla="*/ 987404 h 1608850"/>
                <a:gd name="connsiteX1680" fmla="*/ 11960800 w 12192000"/>
                <a:gd name="connsiteY1680" fmla="*/ 987404 h 1608850"/>
                <a:gd name="connsiteX1681" fmla="*/ 11952999 w 12192000"/>
                <a:gd name="connsiteY1681" fmla="*/ 987404 h 1608850"/>
                <a:gd name="connsiteX1682" fmla="*/ 11952999 w 12192000"/>
                <a:gd name="connsiteY1682" fmla="*/ 986242 h 1608850"/>
                <a:gd name="connsiteX1683" fmla="*/ 11952999 w 12192000"/>
                <a:gd name="connsiteY1683" fmla="*/ 978106 h 1608850"/>
                <a:gd name="connsiteX1684" fmla="*/ 11954114 w 12192000"/>
                <a:gd name="connsiteY1684" fmla="*/ 978106 h 1608850"/>
                <a:gd name="connsiteX1685" fmla="*/ 11961915 w 12192000"/>
                <a:gd name="connsiteY1685" fmla="*/ 978106 h 1608850"/>
                <a:gd name="connsiteX1686" fmla="*/ 11961915 w 12192000"/>
                <a:gd name="connsiteY1686" fmla="*/ 976943 h 1608850"/>
                <a:gd name="connsiteX1687" fmla="*/ 11961915 w 12192000"/>
                <a:gd name="connsiteY1687" fmla="*/ 968807 h 1608850"/>
                <a:gd name="connsiteX1688" fmla="*/ 11960800 w 12192000"/>
                <a:gd name="connsiteY1688" fmla="*/ 968807 h 1608850"/>
                <a:gd name="connsiteX1689" fmla="*/ 11952999 w 12192000"/>
                <a:gd name="connsiteY1689" fmla="*/ 968807 h 1608850"/>
                <a:gd name="connsiteX1690" fmla="*/ 11952999 w 12192000"/>
                <a:gd name="connsiteY1690" fmla="*/ 967645 h 1608850"/>
                <a:gd name="connsiteX1691" fmla="*/ 11952999 w 12192000"/>
                <a:gd name="connsiteY1691" fmla="*/ 959508 h 1608850"/>
                <a:gd name="connsiteX1692" fmla="*/ 11954114 w 12192000"/>
                <a:gd name="connsiteY1692" fmla="*/ 959508 h 1608850"/>
                <a:gd name="connsiteX1693" fmla="*/ 11961915 w 12192000"/>
                <a:gd name="connsiteY1693" fmla="*/ 959508 h 1608850"/>
                <a:gd name="connsiteX1694" fmla="*/ 11961915 w 12192000"/>
                <a:gd name="connsiteY1694" fmla="*/ 958637 h 1608850"/>
                <a:gd name="connsiteX1695" fmla="*/ 11961915 w 12192000"/>
                <a:gd name="connsiteY1695" fmla="*/ 952535 h 1608850"/>
                <a:gd name="connsiteX1696" fmla="*/ 11960800 w 12192000"/>
                <a:gd name="connsiteY1696" fmla="*/ 952535 h 1608850"/>
                <a:gd name="connsiteX1697" fmla="*/ 11952999 w 12192000"/>
                <a:gd name="connsiteY1697" fmla="*/ 952535 h 1608850"/>
                <a:gd name="connsiteX1698" fmla="*/ 11952999 w 12192000"/>
                <a:gd name="connsiteY1698" fmla="*/ 951372 h 1608850"/>
                <a:gd name="connsiteX1699" fmla="*/ 11952999 w 12192000"/>
                <a:gd name="connsiteY1699" fmla="*/ 943236 h 1608850"/>
                <a:gd name="connsiteX1700" fmla="*/ 11954114 w 12192000"/>
                <a:gd name="connsiteY1700" fmla="*/ 943236 h 1608850"/>
                <a:gd name="connsiteX1701" fmla="*/ 11961915 w 12192000"/>
                <a:gd name="connsiteY1701" fmla="*/ 943236 h 1608850"/>
                <a:gd name="connsiteX1702" fmla="*/ 11961915 w 12192000"/>
                <a:gd name="connsiteY1702" fmla="*/ 942074 h 1608850"/>
                <a:gd name="connsiteX1703" fmla="*/ 11961915 w 12192000"/>
                <a:gd name="connsiteY1703" fmla="*/ 933937 h 1608850"/>
                <a:gd name="connsiteX1704" fmla="*/ 11960800 w 12192000"/>
                <a:gd name="connsiteY1704" fmla="*/ 933937 h 1608850"/>
                <a:gd name="connsiteX1705" fmla="*/ 11952999 w 12192000"/>
                <a:gd name="connsiteY1705" fmla="*/ 933937 h 1608850"/>
                <a:gd name="connsiteX1706" fmla="*/ 11952999 w 12192000"/>
                <a:gd name="connsiteY1706" fmla="*/ 933066 h 1608850"/>
                <a:gd name="connsiteX1707" fmla="*/ 11952999 w 12192000"/>
                <a:gd name="connsiteY1707" fmla="*/ 926963 h 1608850"/>
                <a:gd name="connsiteX1708" fmla="*/ 11954114 w 12192000"/>
                <a:gd name="connsiteY1708" fmla="*/ 926963 h 1608850"/>
                <a:gd name="connsiteX1709" fmla="*/ 11961915 w 12192000"/>
                <a:gd name="connsiteY1709" fmla="*/ 926963 h 1608850"/>
                <a:gd name="connsiteX1710" fmla="*/ 11961915 w 12192000"/>
                <a:gd name="connsiteY1710" fmla="*/ 925801 h 1608850"/>
                <a:gd name="connsiteX1711" fmla="*/ 11961915 w 12192000"/>
                <a:gd name="connsiteY1711" fmla="*/ 917665 h 1608850"/>
                <a:gd name="connsiteX1712" fmla="*/ 11960800 w 12192000"/>
                <a:gd name="connsiteY1712" fmla="*/ 917665 h 1608850"/>
                <a:gd name="connsiteX1713" fmla="*/ 11952999 w 12192000"/>
                <a:gd name="connsiteY1713" fmla="*/ 917665 h 1608850"/>
                <a:gd name="connsiteX1714" fmla="*/ 11952999 w 12192000"/>
                <a:gd name="connsiteY1714" fmla="*/ 916503 h 1608850"/>
                <a:gd name="connsiteX1715" fmla="*/ 11952999 w 12192000"/>
                <a:gd name="connsiteY1715" fmla="*/ 908366 h 1608850"/>
                <a:gd name="connsiteX1716" fmla="*/ 11954114 w 12192000"/>
                <a:gd name="connsiteY1716" fmla="*/ 908366 h 1608850"/>
                <a:gd name="connsiteX1717" fmla="*/ 11961915 w 12192000"/>
                <a:gd name="connsiteY1717" fmla="*/ 908366 h 1608850"/>
                <a:gd name="connsiteX1718" fmla="*/ 11961915 w 12192000"/>
                <a:gd name="connsiteY1718" fmla="*/ 907204 h 1608850"/>
                <a:gd name="connsiteX1719" fmla="*/ 11961915 w 12192000"/>
                <a:gd name="connsiteY1719" fmla="*/ 899068 h 1608850"/>
                <a:gd name="connsiteX1720" fmla="*/ 11960800 w 12192000"/>
                <a:gd name="connsiteY1720" fmla="*/ 899068 h 1608850"/>
                <a:gd name="connsiteX1721" fmla="*/ 11952999 w 12192000"/>
                <a:gd name="connsiteY1721" fmla="*/ 899068 h 1608850"/>
                <a:gd name="connsiteX1722" fmla="*/ 11952999 w 12192000"/>
                <a:gd name="connsiteY1722" fmla="*/ 898196 h 1608850"/>
                <a:gd name="connsiteX1723" fmla="*/ 11952999 w 12192000"/>
                <a:gd name="connsiteY1723" fmla="*/ 892094 h 1608850"/>
                <a:gd name="connsiteX1724" fmla="*/ 11954114 w 12192000"/>
                <a:gd name="connsiteY1724" fmla="*/ 892094 h 1608850"/>
                <a:gd name="connsiteX1725" fmla="*/ 11961915 w 12192000"/>
                <a:gd name="connsiteY1725" fmla="*/ 892094 h 1608850"/>
                <a:gd name="connsiteX1726" fmla="*/ 11961915 w 12192000"/>
                <a:gd name="connsiteY1726" fmla="*/ 890931 h 1608850"/>
                <a:gd name="connsiteX1727" fmla="*/ 11961915 w 12192000"/>
                <a:gd name="connsiteY1727" fmla="*/ 882795 h 1608850"/>
                <a:gd name="connsiteX1728" fmla="*/ 11960800 w 12192000"/>
                <a:gd name="connsiteY1728" fmla="*/ 882795 h 1608850"/>
                <a:gd name="connsiteX1729" fmla="*/ 11952999 w 12192000"/>
                <a:gd name="connsiteY1729" fmla="*/ 882795 h 1608850"/>
                <a:gd name="connsiteX1730" fmla="*/ 11952999 w 12192000"/>
                <a:gd name="connsiteY1730" fmla="*/ 881633 h 1608850"/>
                <a:gd name="connsiteX1731" fmla="*/ 11952999 w 12192000"/>
                <a:gd name="connsiteY1731" fmla="*/ 873496 h 1608850"/>
                <a:gd name="connsiteX1732" fmla="*/ 11954114 w 12192000"/>
                <a:gd name="connsiteY1732" fmla="*/ 873496 h 1608850"/>
                <a:gd name="connsiteX1733" fmla="*/ 11961915 w 12192000"/>
                <a:gd name="connsiteY1733" fmla="*/ 873496 h 1608850"/>
                <a:gd name="connsiteX1734" fmla="*/ 11961915 w 12192000"/>
                <a:gd name="connsiteY1734" fmla="*/ 872625 h 1608850"/>
                <a:gd name="connsiteX1735" fmla="*/ 11961915 w 12192000"/>
                <a:gd name="connsiteY1735" fmla="*/ 866523 h 1608850"/>
                <a:gd name="connsiteX1736" fmla="*/ 11960800 w 12192000"/>
                <a:gd name="connsiteY1736" fmla="*/ 866523 h 1608850"/>
                <a:gd name="connsiteX1737" fmla="*/ 11952999 w 12192000"/>
                <a:gd name="connsiteY1737" fmla="*/ 866523 h 1608850"/>
                <a:gd name="connsiteX1738" fmla="*/ 11952999 w 12192000"/>
                <a:gd name="connsiteY1738" fmla="*/ 865360 h 1608850"/>
                <a:gd name="connsiteX1739" fmla="*/ 11952999 w 12192000"/>
                <a:gd name="connsiteY1739" fmla="*/ 857224 h 1608850"/>
                <a:gd name="connsiteX1740" fmla="*/ 11954114 w 12192000"/>
                <a:gd name="connsiteY1740" fmla="*/ 857224 h 1608850"/>
                <a:gd name="connsiteX1741" fmla="*/ 11961915 w 12192000"/>
                <a:gd name="connsiteY1741" fmla="*/ 857224 h 1608850"/>
                <a:gd name="connsiteX1742" fmla="*/ 11961915 w 12192000"/>
                <a:gd name="connsiteY1742" fmla="*/ 856062 h 1608850"/>
                <a:gd name="connsiteX1743" fmla="*/ 11961915 w 12192000"/>
                <a:gd name="connsiteY1743" fmla="*/ 847925 h 1608850"/>
                <a:gd name="connsiteX1744" fmla="*/ 11960800 w 12192000"/>
                <a:gd name="connsiteY1744" fmla="*/ 847925 h 1608850"/>
                <a:gd name="connsiteX1745" fmla="*/ 11952999 w 12192000"/>
                <a:gd name="connsiteY1745" fmla="*/ 847925 h 1608850"/>
                <a:gd name="connsiteX1746" fmla="*/ 11952999 w 12192000"/>
                <a:gd name="connsiteY1746" fmla="*/ 846763 h 1608850"/>
                <a:gd name="connsiteX1747" fmla="*/ 11952999 w 12192000"/>
                <a:gd name="connsiteY1747" fmla="*/ 838627 h 1608850"/>
                <a:gd name="connsiteX1748" fmla="*/ 11954114 w 12192000"/>
                <a:gd name="connsiteY1748" fmla="*/ 838627 h 1608850"/>
                <a:gd name="connsiteX1749" fmla="*/ 11961915 w 12192000"/>
                <a:gd name="connsiteY1749" fmla="*/ 838627 h 1608850"/>
                <a:gd name="connsiteX1750" fmla="*/ 11961915 w 12192000"/>
                <a:gd name="connsiteY1750" fmla="*/ 837755 h 1608850"/>
                <a:gd name="connsiteX1751" fmla="*/ 11961915 w 12192000"/>
                <a:gd name="connsiteY1751" fmla="*/ 831653 h 1608850"/>
                <a:gd name="connsiteX1752" fmla="*/ 11960800 w 12192000"/>
                <a:gd name="connsiteY1752" fmla="*/ 831653 h 1608850"/>
                <a:gd name="connsiteX1753" fmla="*/ 11952999 w 12192000"/>
                <a:gd name="connsiteY1753" fmla="*/ 831653 h 1608850"/>
                <a:gd name="connsiteX1754" fmla="*/ 11952999 w 12192000"/>
                <a:gd name="connsiteY1754" fmla="*/ 830491 h 1608850"/>
                <a:gd name="connsiteX1755" fmla="*/ 11952999 w 12192000"/>
                <a:gd name="connsiteY1755" fmla="*/ 822354 h 1608850"/>
                <a:gd name="connsiteX1756" fmla="*/ 11954114 w 12192000"/>
                <a:gd name="connsiteY1756" fmla="*/ 822354 h 1608850"/>
                <a:gd name="connsiteX1757" fmla="*/ 11961915 w 12192000"/>
                <a:gd name="connsiteY1757" fmla="*/ 822354 h 1608850"/>
                <a:gd name="connsiteX1758" fmla="*/ 11961915 w 12192000"/>
                <a:gd name="connsiteY1758" fmla="*/ 821192 h 1608850"/>
                <a:gd name="connsiteX1759" fmla="*/ 11961915 w 12192000"/>
                <a:gd name="connsiteY1759" fmla="*/ 813056 h 1608850"/>
                <a:gd name="connsiteX1760" fmla="*/ 11960800 w 12192000"/>
                <a:gd name="connsiteY1760" fmla="*/ 813056 h 1608850"/>
                <a:gd name="connsiteX1761" fmla="*/ 11952999 w 12192000"/>
                <a:gd name="connsiteY1761" fmla="*/ 813056 h 1608850"/>
                <a:gd name="connsiteX1762" fmla="*/ 11952999 w 12192000"/>
                <a:gd name="connsiteY1762" fmla="*/ 811893 h 1608850"/>
                <a:gd name="connsiteX1763" fmla="*/ 11952999 w 12192000"/>
                <a:gd name="connsiteY1763" fmla="*/ 803757 h 1608850"/>
                <a:gd name="connsiteX1764" fmla="*/ 11954114 w 12192000"/>
                <a:gd name="connsiteY1764" fmla="*/ 803757 h 1608850"/>
                <a:gd name="connsiteX1765" fmla="*/ 11961915 w 12192000"/>
                <a:gd name="connsiteY1765" fmla="*/ 803757 h 1608850"/>
                <a:gd name="connsiteX1766" fmla="*/ 11961915 w 12192000"/>
                <a:gd name="connsiteY1766" fmla="*/ 802885 h 1608850"/>
                <a:gd name="connsiteX1767" fmla="*/ 11961915 w 12192000"/>
                <a:gd name="connsiteY1767" fmla="*/ 796783 h 1608850"/>
                <a:gd name="connsiteX1768" fmla="*/ 11960800 w 12192000"/>
                <a:gd name="connsiteY1768" fmla="*/ 796783 h 1608850"/>
                <a:gd name="connsiteX1769" fmla="*/ 11952999 w 12192000"/>
                <a:gd name="connsiteY1769" fmla="*/ 796783 h 1608850"/>
                <a:gd name="connsiteX1770" fmla="*/ 11952999 w 12192000"/>
                <a:gd name="connsiteY1770" fmla="*/ 795621 h 1608850"/>
                <a:gd name="connsiteX1771" fmla="*/ 11952999 w 12192000"/>
                <a:gd name="connsiteY1771" fmla="*/ 787484 h 1608850"/>
                <a:gd name="connsiteX1772" fmla="*/ 11954114 w 12192000"/>
                <a:gd name="connsiteY1772" fmla="*/ 787484 h 1608850"/>
                <a:gd name="connsiteX1773" fmla="*/ 11961915 w 12192000"/>
                <a:gd name="connsiteY1773" fmla="*/ 787484 h 1608850"/>
                <a:gd name="connsiteX1774" fmla="*/ 11960800 w 12192000"/>
                <a:gd name="connsiteY1774" fmla="*/ 785741 h 1608850"/>
                <a:gd name="connsiteX1775" fmla="*/ 11952999 w 12192000"/>
                <a:gd name="connsiteY1775" fmla="*/ 773537 h 1608850"/>
                <a:gd name="connsiteX1776" fmla="*/ 11952999 w 12192000"/>
                <a:gd name="connsiteY1776" fmla="*/ 736342 h 1608850"/>
                <a:gd name="connsiteX1777" fmla="*/ 12102343 w 12192000"/>
                <a:gd name="connsiteY1777" fmla="*/ 736342 h 1608850"/>
                <a:gd name="connsiteX1778" fmla="*/ 12115716 w 12192000"/>
                <a:gd name="connsiteY1778" fmla="*/ 757264 h 1608850"/>
                <a:gd name="connsiteX1779" fmla="*/ 12115716 w 12192000"/>
                <a:gd name="connsiteY1779" fmla="*/ 803757 h 1608850"/>
                <a:gd name="connsiteX1780" fmla="*/ 12114602 w 12192000"/>
                <a:gd name="connsiteY1780" fmla="*/ 803757 h 1608850"/>
                <a:gd name="connsiteX1781" fmla="*/ 12106800 w 12192000"/>
                <a:gd name="connsiteY1781" fmla="*/ 803757 h 1608850"/>
                <a:gd name="connsiteX1782" fmla="*/ 12106800 w 12192000"/>
                <a:gd name="connsiteY1782" fmla="*/ 804919 h 1608850"/>
                <a:gd name="connsiteX1783" fmla="*/ 12106800 w 12192000"/>
                <a:gd name="connsiteY1783" fmla="*/ 813056 h 1608850"/>
                <a:gd name="connsiteX1784" fmla="*/ 12107915 w 12192000"/>
                <a:gd name="connsiteY1784" fmla="*/ 813056 h 1608850"/>
                <a:gd name="connsiteX1785" fmla="*/ 12115716 w 12192000"/>
                <a:gd name="connsiteY1785" fmla="*/ 813056 h 1608850"/>
                <a:gd name="connsiteX1786" fmla="*/ 12115716 w 12192000"/>
                <a:gd name="connsiteY1786" fmla="*/ 814218 h 1608850"/>
                <a:gd name="connsiteX1787" fmla="*/ 12115716 w 12192000"/>
                <a:gd name="connsiteY1787" fmla="*/ 822354 h 1608850"/>
                <a:gd name="connsiteX1788" fmla="*/ 12114602 w 12192000"/>
                <a:gd name="connsiteY1788" fmla="*/ 822354 h 1608850"/>
                <a:gd name="connsiteX1789" fmla="*/ 12106800 w 12192000"/>
                <a:gd name="connsiteY1789" fmla="*/ 822354 h 1608850"/>
                <a:gd name="connsiteX1790" fmla="*/ 12106800 w 12192000"/>
                <a:gd name="connsiteY1790" fmla="*/ 823516 h 1608850"/>
                <a:gd name="connsiteX1791" fmla="*/ 12106800 w 12192000"/>
                <a:gd name="connsiteY1791" fmla="*/ 831653 h 1608850"/>
                <a:gd name="connsiteX1792" fmla="*/ 12107915 w 12192000"/>
                <a:gd name="connsiteY1792" fmla="*/ 831653 h 1608850"/>
                <a:gd name="connsiteX1793" fmla="*/ 12115716 w 12192000"/>
                <a:gd name="connsiteY1793" fmla="*/ 831653 h 1608850"/>
                <a:gd name="connsiteX1794" fmla="*/ 12115716 w 12192000"/>
                <a:gd name="connsiteY1794" fmla="*/ 832525 h 1608850"/>
                <a:gd name="connsiteX1795" fmla="*/ 12115716 w 12192000"/>
                <a:gd name="connsiteY1795" fmla="*/ 838627 h 1608850"/>
                <a:gd name="connsiteX1796" fmla="*/ 12114602 w 12192000"/>
                <a:gd name="connsiteY1796" fmla="*/ 838627 h 1608850"/>
                <a:gd name="connsiteX1797" fmla="*/ 12106800 w 12192000"/>
                <a:gd name="connsiteY1797" fmla="*/ 838627 h 1608850"/>
                <a:gd name="connsiteX1798" fmla="*/ 12106800 w 12192000"/>
                <a:gd name="connsiteY1798" fmla="*/ 839789 h 1608850"/>
                <a:gd name="connsiteX1799" fmla="*/ 12106800 w 12192000"/>
                <a:gd name="connsiteY1799" fmla="*/ 847925 h 1608850"/>
                <a:gd name="connsiteX1800" fmla="*/ 12107915 w 12192000"/>
                <a:gd name="connsiteY1800" fmla="*/ 847925 h 1608850"/>
                <a:gd name="connsiteX1801" fmla="*/ 12115716 w 12192000"/>
                <a:gd name="connsiteY1801" fmla="*/ 847925 h 1608850"/>
                <a:gd name="connsiteX1802" fmla="*/ 12115716 w 12192000"/>
                <a:gd name="connsiteY1802" fmla="*/ 849088 h 1608850"/>
                <a:gd name="connsiteX1803" fmla="*/ 12115716 w 12192000"/>
                <a:gd name="connsiteY1803" fmla="*/ 857224 h 1608850"/>
                <a:gd name="connsiteX1804" fmla="*/ 12114602 w 12192000"/>
                <a:gd name="connsiteY1804" fmla="*/ 857224 h 1608850"/>
                <a:gd name="connsiteX1805" fmla="*/ 12106800 w 12192000"/>
                <a:gd name="connsiteY1805" fmla="*/ 857224 h 1608850"/>
                <a:gd name="connsiteX1806" fmla="*/ 12106800 w 12192000"/>
                <a:gd name="connsiteY1806" fmla="*/ 858386 h 1608850"/>
                <a:gd name="connsiteX1807" fmla="*/ 12106800 w 12192000"/>
                <a:gd name="connsiteY1807" fmla="*/ 866523 h 1608850"/>
                <a:gd name="connsiteX1808" fmla="*/ 12107915 w 12192000"/>
                <a:gd name="connsiteY1808" fmla="*/ 866523 h 1608850"/>
                <a:gd name="connsiteX1809" fmla="*/ 12115716 w 12192000"/>
                <a:gd name="connsiteY1809" fmla="*/ 866523 h 1608850"/>
                <a:gd name="connsiteX1810" fmla="*/ 12115716 w 12192000"/>
                <a:gd name="connsiteY1810" fmla="*/ 867394 h 1608850"/>
                <a:gd name="connsiteX1811" fmla="*/ 12115716 w 12192000"/>
                <a:gd name="connsiteY1811" fmla="*/ 873496 h 1608850"/>
                <a:gd name="connsiteX1812" fmla="*/ 12114602 w 12192000"/>
                <a:gd name="connsiteY1812" fmla="*/ 873496 h 1608850"/>
                <a:gd name="connsiteX1813" fmla="*/ 12106800 w 12192000"/>
                <a:gd name="connsiteY1813" fmla="*/ 873496 h 1608850"/>
                <a:gd name="connsiteX1814" fmla="*/ 12106800 w 12192000"/>
                <a:gd name="connsiteY1814" fmla="*/ 874659 h 1608850"/>
                <a:gd name="connsiteX1815" fmla="*/ 12106800 w 12192000"/>
                <a:gd name="connsiteY1815" fmla="*/ 882795 h 1608850"/>
                <a:gd name="connsiteX1816" fmla="*/ 12107915 w 12192000"/>
                <a:gd name="connsiteY1816" fmla="*/ 882795 h 1608850"/>
                <a:gd name="connsiteX1817" fmla="*/ 12115716 w 12192000"/>
                <a:gd name="connsiteY1817" fmla="*/ 882795 h 1608850"/>
                <a:gd name="connsiteX1818" fmla="*/ 12115716 w 12192000"/>
                <a:gd name="connsiteY1818" fmla="*/ 883957 h 1608850"/>
                <a:gd name="connsiteX1819" fmla="*/ 12115716 w 12192000"/>
                <a:gd name="connsiteY1819" fmla="*/ 892094 h 1608850"/>
                <a:gd name="connsiteX1820" fmla="*/ 12114602 w 12192000"/>
                <a:gd name="connsiteY1820" fmla="*/ 892094 h 1608850"/>
                <a:gd name="connsiteX1821" fmla="*/ 12106800 w 12192000"/>
                <a:gd name="connsiteY1821" fmla="*/ 892094 h 1608850"/>
                <a:gd name="connsiteX1822" fmla="*/ 12106800 w 12192000"/>
                <a:gd name="connsiteY1822" fmla="*/ 892965 h 1608850"/>
                <a:gd name="connsiteX1823" fmla="*/ 12106800 w 12192000"/>
                <a:gd name="connsiteY1823" fmla="*/ 899068 h 1608850"/>
                <a:gd name="connsiteX1824" fmla="*/ 12107915 w 12192000"/>
                <a:gd name="connsiteY1824" fmla="*/ 899068 h 1608850"/>
                <a:gd name="connsiteX1825" fmla="*/ 12115716 w 12192000"/>
                <a:gd name="connsiteY1825" fmla="*/ 899068 h 1608850"/>
                <a:gd name="connsiteX1826" fmla="*/ 12115716 w 12192000"/>
                <a:gd name="connsiteY1826" fmla="*/ 900230 h 1608850"/>
                <a:gd name="connsiteX1827" fmla="*/ 12115716 w 12192000"/>
                <a:gd name="connsiteY1827" fmla="*/ 908366 h 1608850"/>
                <a:gd name="connsiteX1828" fmla="*/ 12114602 w 12192000"/>
                <a:gd name="connsiteY1828" fmla="*/ 908366 h 1608850"/>
                <a:gd name="connsiteX1829" fmla="*/ 12106800 w 12192000"/>
                <a:gd name="connsiteY1829" fmla="*/ 908366 h 1608850"/>
                <a:gd name="connsiteX1830" fmla="*/ 12106800 w 12192000"/>
                <a:gd name="connsiteY1830" fmla="*/ 909528 h 1608850"/>
                <a:gd name="connsiteX1831" fmla="*/ 12106800 w 12192000"/>
                <a:gd name="connsiteY1831" fmla="*/ 917665 h 1608850"/>
                <a:gd name="connsiteX1832" fmla="*/ 12107915 w 12192000"/>
                <a:gd name="connsiteY1832" fmla="*/ 917665 h 1608850"/>
                <a:gd name="connsiteX1833" fmla="*/ 12115716 w 12192000"/>
                <a:gd name="connsiteY1833" fmla="*/ 917665 h 1608850"/>
                <a:gd name="connsiteX1834" fmla="*/ 12115716 w 12192000"/>
                <a:gd name="connsiteY1834" fmla="*/ 918827 h 1608850"/>
                <a:gd name="connsiteX1835" fmla="*/ 12115716 w 12192000"/>
                <a:gd name="connsiteY1835" fmla="*/ 926963 h 1608850"/>
                <a:gd name="connsiteX1836" fmla="*/ 12114602 w 12192000"/>
                <a:gd name="connsiteY1836" fmla="*/ 926963 h 1608850"/>
                <a:gd name="connsiteX1837" fmla="*/ 12106800 w 12192000"/>
                <a:gd name="connsiteY1837" fmla="*/ 926963 h 1608850"/>
                <a:gd name="connsiteX1838" fmla="*/ 12106800 w 12192000"/>
                <a:gd name="connsiteY1838" fmla="*/ 927835 h 1608850"/>
                <a:gd name="connsiteX1839" fmla="*/ 12106800 w 12192000"/>
                <a:gd name="connsiteY1839" fmla="*/ 933937 h 1608850"/>
                <a:gd name="connsiteX1840" fmla="*/ 12107915 w 12192000"/>
                <a:gd name="connsiteY1840" fmla="*/ 933937 h 1608850"/>
                <a:gd name="connsiteX1841" fmla="*/ 12115716 w 12192000"/>
                <a:gd name="connsiteY1841" fmla="*/ 933937 h 1608850"/>
                <a:gd name="connsiteX1842" fmla="*/ 12115716 w 12192000"/>
                <a:gd name="connsiteY1842" fmla="*/ 935100 h 1608850"/>
                <a:gd name="connsiteX1843" fmla="*/ 12115716 w 12192000"/>
                <a:gd name="connsiteY1843" fmla="*/ 943236 h 1608850"/>
                <a:gd name="connsiteX1844" fmla="*/ 12114602 w 12192000"/>
                <a:gd name="connsiteY1844" fmla="*/ 943236 h 1608850"/>
                <a:gd name="connsiteX1845" fmla="*/ 12106800 w 12192000"/>
                <a:gd name="connsiteY1845" fmla="*/ 943236 h 1608850"/>
                <a:gd name="connsiteX1846" fmla="*/ 12106800 w 12192000"/>
                <a:gd name="connsiteY1846" fmla="*/ 944398 h 1608850"/>
                <a:gd name="connsiteX1847" fmla="*/ 12106800 w 12192000"/>
                <a:gd name="connsiteY1847" fmla="*/ 952535 h 1608850"/>
                <a:gd name="connsiteX1848" fmla="*/ 12107915 w 12192000"/>
                <a:gd name="connsiteY1848" fmla="*/ 952535 h 1608850"/>
                <a:gd name="connsiteX1849" fmla="*/ 12115716 w 12192000"/>
                <a:gd name="connsiteY1849" fmla="*/ 952535 h 1608850"/>
                <a:gd name="connsiteX1850" fmla="*/ 12115716 w 12192000"/>
                <a:gd name="connsiteY1850" fmla="*/ 953406 h 1608850"/>
                <a:gd name="connsiteX1851" fmla="*/ 12115716 w 12192000"/>
                <a:gd name="connsiteY1851" fmla="*/ 959508 h 1608850"/>
                <a:gd name="connsiteX1852" fmla="*/ 12114602 w 12192000"/>
                <a:gd name="connsiteY1852" fmla="*/ 959508 h 1608850"/>
                <a:gd name="connsiteX1853" fmla="*/ 12106800 w 12192000"/>
                <a:gd name="connsiteY1853" fmla="*/ 959508 h 1608850"/>
                <a:gd name="connsiteX1854" fmla="*/ 12106800 w 12192000"/>
                <a:gd name="connsiteY1854" fmla="*/ 960671 h 1608850"/>
                <a:gd name="connsiteX1855" fmla="*/ 12106800 w 12192000"/>
                <a:gd name="connsiteY1855" fmla="*/ 968807 h 1608850"/>
                <a:gd name="connsiteX1856" fmla="*/ 12107915 w 12192000"/>
                <a:gd name="connsiteY1856" fmla="*/ 968807 h 1608850"/>
                <a:gd name="connsiteX1857" fmla="*/ 12115716 w 12192000"/>
                <a:gd name="connsiteY1857" fmla="*/ 968807 h 1608850"/>
                <a:gd name="connsiteX1858" fmla="*/ 12115716 w 12192000"/>
                <a:gd name="connsiteY1858" fmla="*/ 969969 h 1608850"/>
                <a:gd name="connsiteX1859" fmla="*/ 12115716 w 12192000"/>
                <a:gd name="connsiteY1859" fmla="*/ 978106 h 1608850"/>
                <a:gd name="connsiteX1860" fmla="*/ 12114602 w 12192000"/>
                <a:gd name="connsiteY1860" fmla="*/ 978106 h 1608850"/>
                <a:gd name="connsiteX1861" fmla="*/ 12106800 w 12192000"/>
                <a:gd name="connsiteY1861" fmla="*/ 978106 h 1608850"/>
                <a:gd name="connsiteX1862" fmla="*/ 12106800 w 12192000"/>
                <a:gd name="connsiteY1862" fmla="*/ 979268 h 1608850"/>
                <a:gd name="connsiteX1863" fmla="*/ 12106800 w 12192000"/>
                <a:gd name="connsiteY1863" fmla="*/ 987404 h 1608850"/>
                <a:gd name="connsiteX1864" fmla="*/ 12107915 w 12192000"/>
                <a:gd name="connsiteY1864" fmla="*/ 987404 h 1608850"/>
                <a:gd name="connsiteX1865" fmla="*/ 12115716 w 12192000"/>
                <a:gd name="connsiteY1865" fmla="*/ 987404 h 1608850"/>
                <a:gd name="connsiteX1866" fmla="*/ 12115716 w 12192000"/>
                <a:gd name="connsiteY1866" fmla="*/ 988276 h 1608850"/>
                <a:gd name="connsiteX1867" fmla="*/ 12115716 w 12192000"/>
                <a:gd name="connsiteY1867" fmla="*/ 994378 h 1608850"/>
                <a:gd name="connsiteX1868" fmla="*/ 12114602 w 12192000"/>
                <a:gd name="connsiteY1868" fmla="*/ 994378 h 1608850"/>
                <a:gd name="connsiteX1869" fmla="*/ 12106800 w 12192000"/>
                <a:gd name="connsiteY1869" fmla="*/ 994378 h 1608850"/>
                <a:gd name="connsiteX1870" fmla="*/ 12106800 w 12192000"/>
                <a:gd name="connsiteY1870" fmla="*/ 995540 h 1608850"/>
                <a:gd name="connsiteX1871" fmla="*/ 12106800 w 12192000"/>
                <a:gd name="connsiteY1871" fmla="*/ 1003677 h 1608850"/>
                <a:gd name="connsiteX1872" fmla="*/ 12131319 w 12192000"/>
                <a:gd name="connsiteY1872" fmla="*/ 1024599 h 1608850"/>
                <a:gd name="connsiteX1873" fmla="*/ 12130206 w 12192000"/>
                <a:gd name="connsiteY1873" fmla="*/ 1029248 h 1608850"/>
                <a:gd name="connsiteX1874" fmla="*/ 12122403 w 12192000"/>
                <a:gd name="connsiteY1874" fmla="*/ 1029248 h 1608850"/>
                <a:gd name="connsiteX1875" fmla="*/ 12122403 w 12192000"/>
                <a:gd name="connsiteY1875" fmla="*/ 1040036 h 1608850"/>
                <a:gd name="connsiteX1876" fmla="*/ 12122403 w 12192000"/>
                <a:gd name="connsiteY1876" fmla="*/ 1046874 h 1608850"/>
                <a:gd name="connsiteX1877" fmla="*/ 12131319 w 12192000"/>
                <a:gd name="connsiteY1877" fmla="*/ 1046874 h 1608850"/>
                <a:gd name="connsiteX1878" fmla="*/ 12131319 w 12192000"/>
                <a:gd name="connsiteY1878" fmla="*/ 1043196 h 1608850"/>
                <a:gd name="connsiteX1879" fmla="*/ 12132434 w 12192000"/>
                <a:gd name="connsiteY1879" fmla="*/ 1042615 h 1608850"/>
                <a:gd name="connsiteX1880" fmla="*/ 12140235 w 12192000"/>
                <a:gd name="connsiteY1880" fmla="*/ 1038547 h 1608850"/>
                <a:gd name="connsiteX1881" fmla="*/ 12142186 w 12192000"/>
                <a:gd name="connsiteY1881" fmla="*/ 1038547 h 1608850"/>
                <a:gd name="connsiteX1882" fmla="*/ 12155839 w 12192000"/>
                <a:gd name="connsiteY1882" fmla="*/ 1038547 h 1608850"/>
                <a:gd name="connsiteX1883" fmla="*/ 12155839 w 12192000"/>
                <a:gd name="connsiteY1883" fmla="*/ 1039709 h 1608850"/>
                <a:gd name="connsiteX1884" fmla="*/ 12155839 w 12192000"/>
                <a:gd name="connsiteY1884" fmla="*/ 1046874 h 1608850"/>
                <a:gd name="connsiteX1885" fmla="*/ 12192000 w 12192000"/>
                <a:gd name="connsiteY1885" fmla="*/ 1046874 h 1608850"/>
                <a:gd name="connsiteX1886" fmla="*/ 12192000 w 12192000"/>
                <a:gd name="connsiteY1886" fmla="*/ 1070905 h 1608850"/>
                <a:gd name="connsiteX1887" fmla="*/ 12192000 w 12192000"/>
                <a:gd name="connsiteY1887" fmla="*/ 1121663 h 1608850"/>
                <a:gd name="connsiteX1888" fmla="*/ 12192000 w 12192000"/>
                <a:gd name="connsiteY1888" fmla="*/ 1608850 h 1608850"/>
                <a:gd name="connsiteX1889" fmla="*/ 0 w 12192000"/>
                <a:gd name="connsiteY1889" fmla="*/ 1608850 h 1608850"/>
                <a:gd name="connsiteX1890" fmla="*/ 0 w 12192000"/>
                <a:gd name="connsiteY1890" fmla="*/ 1046874 h 1608850"/>
                <a:gd name="connsiteX1891" fmla="*/ 65773 w 12192000"/>
                <a:gd name="connsiteY1891" fmla="*/ 1046874 h 1608850"/>
                <a:gd name="connsiteX1892" fmla="*/ 82231 w 12192000"/>
                <a:gd name="connsiteY1892" fmla="*/ 1045519 h 1608850"/>
                <a:gd name="connsiteX1893" fmla="*/ 82231 w 12192000"/>
                <a:gd name="connsiteY1893" fmla="*/ 1012974 h 1608850"/>
                <a:gd name="connsiteX1894" fmla="*/ 126811 w 12192000"/>
                <a:gd name="connsiteY1894" fmla="*/ 1012974 h 1608850"/>
                <a:gd name="connsiteX1895" fmla="*/ 126811 w 12192000"/>
                <a:gd name="connsiteY1895" fmla="*/ 994377 h 1608850"/>
                <a:gd name="connsiteX1896" fmla="*/ 220430 w 12192000"/>
                <a:gd name="connsiteY1896" fmla="*/ 994377 h 1608850"/>
                <a:gd name="connsiteX1897" fmla="*/ 220430 w 12192000"/>
                <a:gd name="connsiteY1897" fmla="*/ 1006000 h 1608850"/>
                <a:gd name="connsiteX1898" fmla="*/ 280612 w 12192000"/>
                <a:gd name="connsiteY1898" fmla="*/ 1006000 h 1608850"/>
                <a:gd name="connsiteX1899" fmla="*/ 280612 w 12192000"/>
                <a:gd name="connsiteY1899" fmla="*/ 1012974 h 1608850"/>
                <a:gd name="connsiteX1900" fmla="*/ 298444 w 12192000"/>
                <a:gd name="connsiteY1900" fmla="*/ 1012974 h 1608850"/>
                <a:gd name="connsiteX1901" fmla="*/ 298444 w 12192000"/>
                <a:gd name="connsiteY1901" fmla="*/ 1019948 h 1608850"/>
                <a:gd name="connsiteX1902" fmla="*/ 314048 w 12192000"/>
                <a:gd name="connsiteY1902" fmla="*/ 1019948 h 1608850"/>
                <a:gd name="connsiteX1903" fmla="*/ 314048 w 12192000"/>
                <a:gd name="connsiteY1903" fmla="*/ 915339 h 1608850"/>
                <a:gd name="connsiteX1904" fmla="*/ 360858 w 12192000"/>
                <a:gd name="connsiteY1904" fmla="*/ 901391 h 1608850"/>
                <a:gd name="connsiteX1905" fmla="*/ 447789 w 12192000"/>
                <a:gd name="connsiteY1905" fmla="*/ 901391 h 1608850"/>
                <a:gd name="connsiteX1906" fmla="*/ 447789 w 12192000"/>
                <a:gd name="connsiteY1906" fmla="*/ 734017 h 1608850"/>
                <a:gd name="connsiteX1907" fmla="*/ 472308 w 12192000"/>
                <a:gd name="connsiteY1907" fmla="*/ 722393 h 1608850"/>
                <a:gd name="connsiteX1908" fmla="*/ 579301 w 12192000"/>
                <a:gd name="connsiteY1908" fmla="*/ 703796 h 1608850"/>
                <a:gd name="connsiteX1909" fmla="*/ 617194 w 12192000"/>
                <a:gd name="connsiteY1909" fmla="*/ 715419 h 1608850"/>
                <a:gd name="connsiteX1910" fmla="*/ 623881 w 12192000"/>
                <a:gd name="connsiteY1910" fmla="*/ 722393 h 1608850"/>
                <a:gd name="connsiteX1911" fmla="*/ 623881 w 12192000"/>
                <a:gd name="connsiteY1911" fmla="*/ 1033896 h 1608850"/>
                <a:gd name="connsiteX1912" fmla="*/ 639484 w 12192000"/>
                <a:gd name="connsiteY1912" fmla="*/ 1033896 h 1608850"/>
                <a:gd name="connsiteX1913" fmla="*/ 639484 w 12192000"/>
                <a:gd name="connsiteY1913" fmla="*/ 908365 h 1608850"/>
                <a:gd name="connsiteX1914" fmla="*/ 652858 w 12192000"/>
                <a:gd name="connsiteY1914" fmla="*/ 908365 h 1608850"/>
                <a:gd name="connsiteX1915" fmla="*/ 652858 w 12192000"/>
                <a:gd name="connsiteY1915" fmla="*/ 896742 h 1608850"/>
                <a:gd name="connsiteX1916" fmla="*/ 666232 w 12192000"/>
                <a:gd name="connsiteY1916" fmla="*/ 889768 h 1608850"/>
                <a:gd name="connsiteX1917" fmla="*/ 677377 w 12192000"/>
                <a:gd name="connsiteY1917" fmla="*/ 889768 h 1608850"/>
                <a:gd name="connsiteX1918" fmla="*/ 677377 w 12192000"/>
                <a:gd name="connsiteY1918" fmla="*/ 878145 h 1608850"/>
                <a:gd name="connsiteX1919" fmla="*/ 686293 w 12192000"/>
                <a:gd name="connsiteY1919" fmla="*/ 871171 h 1608850"/>
                <a:gd name="connsiteX1920" fmla="*/ 708584 w 12192000"/>
                <a:gd name="connsiteY1920" fmla="*/ 871171 h 1608850"/>
                <a:gd name="connsiteX1921" fmla="*/ 708584 w 12192000"/>
                <a:gd name="connsiteY1921" fmla="*/ 908365 h 1608850"/>
                <a:gd name="connsiteX1922" fmla="*/ 755393 w 12192000"/>
                <a:gd name="connsiteY1922" fmla="*/ 908365 h 1608850"/>
                <a:gd name="connsiteX1923" fmla="*/ 755393 w 12192000"/>
                <a:gd name="connsiteY1923" fmla="*/ 1038546 h 1608850"/>
                <a:gd name="connsiteX1924" fmla="*/ 773225 w 12192000"/>
                <a:gd name="connsiteY1924" fmla="*/ 1038546 h 1608850"/>
                <a:gd name="connsiteX1925" fmla="*/ 791057 w 12192000"/>
                <a:gd name="connsiteY1925" fmla="*/ 1031572 h 1608850"/>
                <a:gd name="connsiteX1926" fmla="*/ 791057 w 12192000"/>
                <a:gd name="connsiteY1926" fmla="*/ 1022273 h 1608850"/>
                <a:gd name="connsiteX1927" fmla="*/ 784370 w 12192000"/>
                <a:gd name="connsiteY1927" fmla="*/ 1019948 h 1608850"/>
                <a:gd name="connsiteX1928" fmla="*/ 784370 w 12192000"/>
                <a:gd name="connsiteY1928" fmla="*/ 1012974 h 1608850"/>
                <a:gd name="connsiteX1929" fmla="*/ 791057 w 12192000"/>
                <a:gd name="connsiteY1929" fmla="*/ 1008325 h 1608850"/>
                <a:gd name="connsiteX1930" fmla="*/ 791057 w 12192000"/>
                <a:gd name="connsiteY1930" fmla="*/ 957183 h 1608850"/>
                <a:gd name="connsiteX1931" fmla="*/ 784370 w 12192000"/>
                <a:gd name="connsiteY1931" fmla="*/ 954858 h 1608850"/>
                <a:gd name="connsiteX1932" fmla="*/ 784370 w 12192000"/>
                <a:gd name="connsiteY1932" fmla="*/ 947884 h 1608850"/>
                <a:gd name="connsiteX1933" fmla="*/ 791057 w 12192000"/>
                <a:gd name="connsiteY1933" fmla="*/ 943235 h 1608850"/>
                <a:gd name="connsiteX1934" fmla="*/ 795515 w 12192000"/>
                <a:gd name="connsiteY1934" fmla="*/ 938586 h 1608850"/>
                <a:gd name="connsiteX1935" fmla="*/ 795515 w 12192000"/>
                <a:gd name="connsiteY1935" fmla="*/ 929287 h 1608850"/>
                <a:gd name="connsiteX1936" fmla="*/ 791057 w 12192000"/>
                <a:gd name="connsiteY1936" fmla="*/ 929287 h 1608850"/>
                <a:gd name="connsiteX1937" fmla="*/ 791057 w 12192000"/>
                <a:gd name="connsiteY1937" fmla="*/ 922313 h 1608850"/>
                <a:gd name="connsiteX1938" fmla="*/ 797744 w 12192000"/>
                <a:gd name="connsiteY1938" fmla="*/ 917664 h 1608850"/>
                <a:gd name="connsiteX1939" fmla="*/ 833408 w 12192000"/>
                <a:gd name="connsiteY1939" fmla="*/ 852574 h 1608850"/>
                <a:gd name="connsiteX1940" fmla="*/ 828950 w 12192000"/>
                <a:gd name="connsiteY1940" fmla="*/ 850249 h 1608850"/>
                <a:gd name="connsiteX1941" fmla="*/ 828950 w 12192000"/>
                <a:gd name="connsiteY1941" fmla="*/ 843275 h 1608850"/>
                <a:gd name="connsiteX1942" fmla="*/ 835637 w 12192000"/>
                <a:gd name="connsiteY1942" fmla="*/ 840950 h 1608850"/>
                <a:gd name="connsiteX1943" fmla="*/ 835637 w 12192000"/>
                <a:gd name="connsiteY1943" fmla="*/ 831652 h 1608850"/>
                <a:gd name="connsiteX1944" fmla="*/ 840095 w 12192000"/>
                <a:gd name="connsiteY1944" fmla="*/ 831652 h 1608850"/>
                <a:gd name="connsiteX1945" fmla="*/ 840095 w 12192000"/>
                <a:gd name="connsiteY1945" fmla="*/ 810730 h 1608850"/>
                <a:gd name="connsiteX1946" fmla="*/ 835637 w 12192000"/>
                <a:gd name="connsiteY1946" fmla="*/ 810730 h 1608850"/>
                <a:gd name="connsiteX1947" fmla="*/ 835637 w 12192000"/>
                <a:gd name="connsiteY1947" fmla="*/ 806081 h 1608850"/>
                <a:gd name="connsiteX1948" fmla="*/ 840095 w 12192000"/>
                <a:gd name="connsiteY1948" fmla="*/ 803756 h 1608850"/>
                <a:gd name="connsiteX1949" fmla="*/ 851240 w 12192000"/>
                <a:gd name="connsiteY1949" fmla="*/ 787483 h 1608850"/>
                <a:gd name="connsiteX1950" fmla="*/ 853469 w 12192000"/>
                <a:gd name="connsiteY1950" fmla="*/ 778185 h 1608850"/>
                <a:gd name="connsiteX1951" fmla="*/ 853469 w 12192000"/>
                <a:gd name="connsiteY1951" fmla="*/ 752614 h 1608850"/>
                <a:gd name="connsiteX1952" fmla="*/ 853748 w 12192000"/>
                <a:gd name="connsiteY1952" fmla="*/ 751742 h 1608850"/>
                <a:gd name="connsiteX1953" fmla="*/ 855698 w 12192000"/>
                <a:gd name="connsiteY1953" fmla="*/ 745640 h 1608850"/>
                <a:gd name="connsiteX1954" fmla="*/ 855977 w 12192000"/>
                <a:gd name="connsiteY1954" fmla="*/ 746512 h 1608850"/>
                <a:gd name="connsiteX1955" fmla="*/ 857927 w 12192000"/>
                <a:gd name="connsiteY1955" fmla="*/ 752614 h 1608850"/>
                <a:gd name="connsiteX1956" fmla="*/ 860156 w 12192000"/>
                <a:gd name="connsiteY1956" fmla="*/ 778185 h 1608850"/>
                <a:gd name="connsiteX1957" fmla="*/ 860156 w 12192000"/>
                <a:gd name="connsiteY1957" fmla="*/ 785159 h 1608850"/>
                <a:gd name="connsiteX1958" fmla="*/ 871302 w 12192000"/>
                <a:gd name="connsiteY1958" fmla="*/ 803756 h 1608850"/>
                <a:gd name="connsiteX1959" fmla="*/ 875760 w 12192000"/>
                <a:gd name="connsiteY1959" fmla="*/ 806081 h 1608850"/>
                <a:gd name="connsiteX1960" fmla="*/ 875760 w 12192000"/>
                <a:gd name="connsiteY1960" fmla="*/ 810730 h 1608850"/>
                <a:gd name="connsiteX1961" fmla="*/ 873531 w 12192000"/>
                <a:gd name="connsiteY1961" fmla="*/ 831652 h 1608850"/>
                <a:gd name="connsiteX1962" fmla="*/ 877989 w 12192000"/>
                <a:gd name="connsiteY1962" fmla="*/ 840950 h 1608850"/>
                <a:gd name="connsiteX1963" fmla="*/ 882447 w 12192000"/>
                <a:gd name="connsiteY1963" fmla="*/ 843275 h 1608850"/>
                <a:gd name="connsiteX1964" fmla="*/ 882447 w 12192000"/>
                <a:gd name="connsiteY1964" fmla="*/ 850249 h 1608850"/>
                <a:gd name="connsiteX1965" fmla="*/ 877989 w 12192000"/>
                <a:gd name="connsiteY1965" fmla="*/ 852574 h 1608850"/>
                <a:gd name="connsiteX1966" fmla="*/ 904180 w 12192000"/>
                <a:gd name="connsiteY1966" fmla="*/ 879888 h 1608850"/>
                <a:gd name="connsiteX1967" fmla="*/ 913070 w 12192000"/>
                <a:gd name="connsiteY1967" fmla="*/ 915339 h 1608850"/>
                <a:gd name="connsiteX1968" fmla="*/ 944859 w 12192000"/>
                <a:gd name="connsiteY1968" fmla="*/ 915339 h 1608850"/>
                <a:gd name="connsiteX1969" fmla="*/ 944859 w 12192000"/>
                <a:gd name="connsiteY1969" fmla="*/ 886329 h 1608850"/>
                <a:gd name="connsiteX1970" fmla="*/ 939475 w 12192000"/>
                <a:gd name="connsiteY1970" fmla="*/ 886329 h 1608850"/>
                <a:gd name="connsiteX1971" fmla="*/ 939475 w 12192000"/>
                <a:gd name="connsiteY1971" fmla="*/ 724196 h 1608850"/>
                <a:gd name="connsiteX1972" fmla="*/ 959742 w 12192000"/>
                <a:gd name="connsiteY1972" fmla="*/ 724196 h 1608850"/>
                <a:gd name="connsiteX1973" fmla="*/ 960249 w 12192000"/>
                <a:gd name="connsiteY1973" fmla="*/ 723115 h 1608850"/>
                <a:gd name="connsiteX1974" fmla="*/ 963795 w 12192000"/>
                <a:gd name="connsiteY1974" fmla="*/ 715549 h 1608850"/>
                <a:gd name="connsiteX1975" fmla="*/ 965569 w 12192000"/>
                <a:gd name="connsiteY1975" fmla="*/ 715819 h 1608850"/>
                <a:gd name="connsiteX1976" fmla="*/ 977982 w 12192000"/>
                <a:gd name="connsiteY1976" fmla="*/ 717710 h 1608850"/>
                <a:gd name="connsiteX1977" fmla="*/ 978489 w 12192000"/>
                <a:gd name="connsiteY1977" fmla="*/ 719062 h 1608850"/>
                <a:gd name="connsiteX1978" fmla="*/ 982035 w 12192000"/>
                <a:gd name="connsiteY1978" fmla="*/ 728519 h 1608850"/>
                <a:gd name="connsiteX1979" fmla="*/ 1008382 w 12192000"/>
                <a:gd name="connsiteY1979" fmla="*/ 730681 h 1608850"/>
                <a:gd name="connsiteX1980" fmla="*/ 1008382 w 12192000"/>
                <a:gd name="connsiteY1980" fmla="*/ 607460 h 1608850"/>
                <a:gd name="connsiteX1981" fmla="*/ 1010409 w 12192000"/>
                <a:gd name="connsiteY1981" fmla="*/ 607460 h 1608850"/>
                <a:gd name="connsiteX1982" fmla="*/ 1024597 w 12192000"/>
                <a:gd name="connsiteY1982" fmla="*/ 607460 h 1608850"/>
                <a:gd name="connsiteX1983" fmla="*/ 1024597 w 12192000"/>
                <a:gd name="connsiteY1983" fmla="*/ 471268 h 1608850"/>
                <a:gd name="connsiteX1984" fmla="*/ 1026369 w 12192000"/>
                <a:gd name="connsiteY1984" fmla="*/ 471268 h 1608850"/>
                <a:gd name="connsiteX1985" fmla="*/ 1038783 w 12192000"/>
                <a:gd name="connsiteY1985" fmla="*/ 471268 h 1608850"/>
                <a:gd name="connsiteX1986" fmla="*/ 1038783 w 12192000"/>
                <a:gd name="connsiteY1986" fmla="*/ 356694 h 1608850"/>
                <a:gd name="connsiteX1987" fmla="*/ 1042837 w 12192000"/>
                <a:gd name="connsiteY1987" fmla="*/ 328590 h 1608850"/>
                <a:gd name="connsiteX1988" fmla="*/ 1044863 w 12192000"/>
                <a:gd name="connsiteY1988" fmla="*/ 328590 h 1608850"/>
                <a:gd name="connsiteX1989" fmla="*/ 1059050 w 12192000"/>
                <a:gd name="connsiteY1989" fmla="*/ 328590 h 1608850"/>
                <a:gd name="connsiteX1990" fmla="*/ 1095531 w 12192000"/>
                <a:gd name="connsiteY1990" fmla="*/ 246443 h 1608850"/>
                <a:gd name="connsiteX1991" fmla="*/ 1099585 w 12192000"/>
                <a:gd name="connsiteY1991" fmla="*/ 0 h 16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</a:cxnLst>
              <a:rect l="l" t="t" r="r" b="b"/>
              <a:pathLst>
                <a:path w="12192000" h="1608850">
                  <a:moveTo>
                    <a:pt x="8760317" y="780798"/>
                  </a:moveTo>
                  <a:lnTo>
                    <a:pt x="8760317" y="785159"/>
                  </a:lnTo>
                  <a:lnTo>
                    <a:pt x="8761882" y="787771"/>
                  </a:lnTo>
                  <a:lnTo>
                    <a:pt x="8762996" y="787771"/>
                  </a:lnTo>
                  <a:cubicBezTo>
                    <a:pt x="8762996" y="787771"/>
                    <a:pt x="8762996" y="787771"/>
                    <a:pt x="8762996" y="786900"/>
                  </a:cubicBezTo>
                  <a:lnTo>
                    <a:pt x="8762996" y="780798"/>
                  </a:lnTo>
                  <a:cubicBezTo>
                    <a:pt x="8762996" y="780798"/>
                    <a:pt x="8762996" y="780798"/>
                    <a:pt x="8761881" y="780798"/>
                  </a:cubicBezTo>
                  <a:close/>
                  <a:moveTo>
                    <a:pt x="8758924" y="762200"/>
                  </a:moveTo>
                  <a:lnTo>
                    <a:pt x="8759734" y="771499"/>
                  </a:lnTo>
                  <a:lnTo>
                    <a:pt x="8762996" y="771499"/>
                  </a:lnTo>
                  <a:cubicBezTo>
                    <a:pt x="8762996" y="771499"/>
                    <a:pt x="8762996" y="771499"/>
                    <a:pt x="8762996" y="770337"/>
                  </a:cubicBezTo>
                  <a:lnTo>
                    <a:pt x="8762996" y="762200"/>
                  </a:lnTo>
                  <a:cubicBezTo>
                    <a:pt x="8762996" y="762200"/>
                    <a:pt x="8762996" y="762200"/>
                    <a:pt x="8761881" y="762200"/>
                  </a:cubicBezTo>
                  <a:close/>
                  <a:moveTo>
                    <a:pt x="8755951" y="745928"/>
                  </a:moveTo>
                  <a:lnTo>
                    <a:pt x="8756137" y="746512"/>
                  </a:lnTo>
                  <a:lnTo>
                    <a:pt x="8758088" y="752614"/>
                  </a:lnTo>
                  <a:lnTo>
                    <a:pt x="8758113" y="752902"/>
                  </a:lnTo>
                  <a:lnTo>
                    <a:pt x="8762996" y="752902"/>
                  </a:lnTo>
                  <a:cubicBezTo>
                    <a:pt x="8762996" y="752902"/>
                    <a:pt x="8762996" y="752902"/>
                    <a:pt x="8762996" y="752030"/>
                  </a:cubicBezTo>
                  <a:lnTo>
                    <a:pt x="8762996" y="745928"/>
                  </a:lnTo>
                  <a:cubicBezTo>
                    <a:pt x="8762996" y="745928"/>
                    <a:pt x="8762996" y="745928"/>
                    <a:pt x="8761881" y="745928"/>
                  </a:cubicBezTo>
                  <a:close/>
                  <a:moveTo>
                    <a:pt x="8907881" y="718032"/>
                  </a:moveTo>
                  <a:cubicBezTo>
                    <a:pt x="8907881" y="718032"/>
                    <a:pt x="8907881" y="718032"/>
                    <a:pt x="8907881" y="719194"/>
                  </a:cubicBezTo>
                  <a:lnTo>
                    <a:pt x="8907881" y="727331"/>
                  </a:lnTo>
                  <a:lnTo>
                    <a:pt x="8908543" y="727331"/>
                  </a:lnTo>
                  <a:lnTo>
                    <a:pt x="8908543" y="718032"/>
                  </a:lnTo>
                  <a:close/>
                  <a:moveTo>
                    <a:pt x="1099585" y="0"/>
                  </a:moveTo>
                  <a:cubicBezTo>
                    <a:pt x="1099585" y="18"/>
                    <a:pt x="1099601" y="2040"/>
                    <a:pt x="1101611" y="246443"/>
                  </a:cubicBezTo>
                  <a:cubicBezTo>
                    <a:pt x="1101623" y="246467"/>
                    <a:pt x="1102267" y="247808"/>
                    <a:pt x="1140117" y="326429"/>
                  </a:cubicBezTo>
                  <a:cubicBezTo>
                    <a:pt x="1140125" y="326429"/>
                    <a:pt x="1140236" y="326429"/>
                    <a:pt x="1142145" y="326429"/>
                  </a:cubicBezTo>
                  <a:lnTo>
                    <a:pt x="1156331" y="326429"/>
                  </a:lnTo>
                  <a:cubicBezTo>
                    <a:pt x="1156331" y="326443"/>
                    <a:pt x="1156331" y="327005"/>
                    <a:pt x="1156331" y="350208"/>
                  </a:cubicBezTo>
                  <a:cubicBezTo>
                    <a:pt x="1156333" y="350214"/>
                    <a:pt x="1156371" y="350272"/>
                    <a:pt x="1156839" y="351019"/>
                  </a:cubicBezTo>
                  <a:lnTo>
                    <a:pt x="1160385" y="356694"/>
                  </a:lnTo>
                  <a:cubicBezTo>
                    <a:pt x="1160385" y="356714"/>
                    <a:pt x="1160385" y="358229"/>
                    <a:pt x="1160385" y="471268"/>
                  </a:cubicBezTo>
                  <a:cubicBezTo>
                    <a:pt x="1160393" y="471268"/>
                    <a:pt x="1160533" y="471268"/>
                    <a:pt x="1162664" y="471268"/>
                  </a:cubicBezTo>
                  <a:lnTo>
                    <a:pt x="1178625" y="471268"/>
                  </a:lnTo>
                  <a:cubicBezTo>
                    <a:pt x="1178625" y="471288"/>
                    <a:pt x="1178625" y="472923"/>
                    <a:pt x="1178625" y="611783"/>
                  </a:cubicBezTo>
                  <a:cubicBezTo>
                    <a:pt x="1178635" y="611782"/>
                    <a:pt x="1178747" y="611761"/>
                    <a:pt x="1180145" y="611513"/>
                  </a:cubicBezTo>
                  <a:lnTo>
                    <a:pt x="1190785" y="609622"/>
                  </a:lnTo>
                  <a:cubicBezTo>
                    <a:pt x="1190785" y="609644"/>
                    <a:pt x="1190755" y="610978"/>
                    <a:pt x="1188759" y="698254"/>
                  </a:cubicBezTo>
                  <a:cubicBezTo>
                    <a:pt x="1188769" y="698256"/>
                    <a:pt x="1188879" y="698276"/>
                    <a:pt x="1190279" y="698525"/>
                  </a:cubicBezTo>
                  <a:lnTo>
                    <a:pt x="1200919" y="700416"/>
                  </a:lnTo>
                  <a:cubicBezTo>
                    <a:pt x="1200921" y="700423"/>
                    <a:pt x="1200941" y="700487"/>
                    <a:pt x="1201171" y="701227"/>
                  </a:cubicBezTo>
                  <a:lnTo>
                    <a:pt x="1202945" y="706902"/>
                  </a:lnTo>
                  <a:cubicBezTo>
                    <a:pt x="1202947" y="706893"/>
                    <a:pt x="1202993" y="706750"/>
                    <a:pt x="1203705" y="704470"/>
                  </a:cubicBezTo>
                  <a:lnTo>
                    <a:pt x="1209025" y="687446"/>
                  </a:lnTo>
                  <a:cubicBezTo>
                    <a:pt x="1209032" y="687446"/>
                    <a:pt x="1209133" y="687446"/>
                    <a:pt x="1210799" y="687446"/>
                  </a:cubicBezTo>
                  <a:lnTo>
                    <a:pt x="1223212" y="687446"/>
                  </a:lnTo>
                  <a:cubicBezTo>
                    <a:pt x="1223212" y="687463"/>
                    <a:pt x="1223212" y="688156"/>
                    <a:pt x="1223212" y="719872"/>
                  </a:cubicBezTo>
                  <a:cubicBezTo>
                    <a:pt x="1223219" y="719877"/>
                    <a:pt x="1223295" y="719917"/>
                    <a:pt x="1224225" y="720413"/>
                  </a:cubicBezTo>
                  <a:lnTo>
                    <a:pt x="1231319" y="724196"/>
                  </a:lnTo>
                  <a:cubicBezTo>
                    <a:pt x="1231319" y="724205"/>
                    <a:pt x="1231319" y="724306"/>
                    <a:pt x="1231319" y="725547"/>
                  </a:cubicBezTo>
                  <a:lnTo>
                    <a:pt x="1231319" y="735005"/>
                  </a:lnTo>
                  <a:cubicBezTo>
                    <a:pt x="1231339" y="735005"/>
                    <a:pt x="1232247" y="735005"/>
                    <a:pt x="1275907" y="735005"/>
                  </a:cubicBezTo>
                  <a:cubicBezTo>
                    <a:pt x="1275907" y="735013"/>
                    <a:pt x="1275907" y="735096"/>
                    <a:pt x="1275907" y="736086"/>
                  </a:cubicBezTo>
                  <a:lnTo>
                    <a:pt x="1275907" y="743652"/>
                  </a:lnTo>
                  <a:cubicBezTo>
                    <a:pt x="1275915" y="743652"/>
                    <a:pt x="1276037" y="743652"/>
                    <a:pt x="1277933" y="743652"/>
                  </a:cubicBezTo>
                  <a:lnTo>
                    <a:pt x="1292119" y="743652"/>
                  </a:lnTo>
                  <a:cubicBezTo>
                    <a:pt x="1292119" y="743634"/>
                    <a:pt x="1292119" y="742905"/>
                    <a:pt x="1292119" y="713387"/>
                  </a:cubicBezTo>
                  <a:cubicBezTo>
                    <a:pt x="1292141" y="713387"/>
                    <a:pt x="1293071" y="713387"/>
                    <a:pt x="1336706" y="713387"/>
                  </a:cubicBezTo>
                  <a:cubicBezTo>
                    <a:pt x="1336706" y="713379"/>
                    <a:pt x="1336706" y="713282"/>
                    <a:pt x="1336706" y="712036"/>
                  </a:cubicBezTo>
                  <a:lnTo>
                    <a:pt x="1336706" y="702578"/>
                  </a:lnTo>
                  <a:cubicBezTo>
                    <a:pt x="1336713" y="702578"/>
                    <a:pt x="1336787" y="702578"/>
                    <a:pt x="1337721" y="702578"/>
                  </a:cubicBezTo>
                  <a:lnTo>
                    <a:pt x="1344813" y="702578"/>
                  </a:lnTo>
                  <a:cubicBezTo>
                    <a:pt x="1344813" y="702571"/>
                    <a:pt x="1344813" y="702458"/>
                    <a:pt x="1344813" y="700687"/>
                  </a:cubicBezTo>
                  <a:lnTo>
                    <a:pt x="1344813" y="687446"/>
                  </a:lnTo>
                  <a:cubicBezTo>
                    <a:pt x="1344823" y="687446"/>
                    <a:pt x="1344895" y="687446"/>
                    <a:pt x="1345573" y="687446"/>
                  </a:cubicBezTo>
                  <a:lnTo>
                    <a:pt x="1350893" y="687446"/>
                  </a:lnTo>
                  <a:cubicBezTo>
                    <a:pt x="1350893" y="687439"/>
                    <a:pt x="1350893" y="687354"/>
                    <a:pt x="1350893" y="686365"/>
                  </a:cubicBezTo>
                  <a:lnTo>
                    <a:pt x="1350893" y="678798"/>
                  </a:lnTo>
                  <a:cubicBezTo>
                    <a:pt x="1350901" y="678798"/>
                    <a:pt x="1351025" y="678798"/>
                    <a:pt x="1352921" y="678798"/>
                  </a:cubicBezTo>
                  <a:lnTo>
                    <a:pt x="1367107" y="678798"/>
                  </a:lnTo>
                  <a:cubicBezTo>
                    <a:pt x="1367107" y="678805"/>
                    <a:pt x="1367107" y="678882"/>
                    <a:pt x="1367107" y="679879"/>
                  </a:cubicBezTo>
                  <a:lnTo>
                    <a:pt x="1367107" y="687446"/>
                  </a:lnTo>
                  <a:cubicBezTo>
                    <a:pt x="1367119" y="687446"/>
                    <a:pt x="1367619" y="687446"/>
                    <a:pt x="1389401" y="687446"/>
                  </a:cubicBezTo>
                  <a:cubicBezTo>
                    <a:pt x="1389401" y="687438"/>
                    <a:pt x="1389401" y="687324"/>
                    <a:pt x="1389401" y="685554"/>
                  </a:cubicBezTo>
                  <a:lnTo>
                    <a:pt x="1389401" y="672313"/>
                  </a:lnTo>
                  <a:cubicBezTo>
                    <a:pt x="1389407" y="672313"/>
                    <a:pt x="1389503" y="672313"/>
                    <a:pt x="1391174" y="672313"/>
                  </a:cubicBezTo>
                  <a:lnTo>
                    <a:pt x="1403587" y="672313"/>
                  </a:lnTo>
                  <a:cubicBezTo>
                    <a:pt x="1403587" y="672325"/>
                    <a:pt x="1403587" y="672839"/>
                    <a:pt x="1403587" y="696093"/>
                  </a:cubicBezTo>
                  <a:cubicBezTo>
                    <a:pt x="1403595" y="696093"/>
                    <a:pt x="1403675" y="696093"/>
                    <a:pt x="1404601" y="696093"/>
                  </a:cubicBezTo>
                  <a:lnTo>
                    <a:pt x="1411695" y="696093"/>
                  </a:lnTo>
                  <a:cubicBezTo>
                    <a:pt x="1411695" y="696087"/>
                    <a:pt x="1411695" y="696006"/>
                    <a:pt x="1411695" y="695012"/>
                  </a:cubicBezTo>
                  <a:lnTo>
                    <a:pt x="1411695" y="687446"/>
                  </a:lnTo>
                  <a:cubicBezTo>
                    <a:pt x="1411703" y="687446"/>
                    <a:pt x="1411821" y="687446"/>
                    <a:pt x="1413467" y="687446"/>
                  </a:cubicBezTo>
                  <a:lnTo>
                    <a:pt x="1425881" y="687446"/>
                  </a:lnTo>
                  <a:cubicBezTo>
                    <a:pt x="1425881" y="687459"/>
                    <a:pt x="1425881" y="688018"/>
                    <a:pt x="1425881" y="713387"/>
                  </a:cubicBezTo>
                  <a:cubicBezTo>
                    <a:pt x="1425889" y="713387"/>
                    <a:pt x="1426007" y="713387"/>
                    <a:pt x="1427909" y="713387"/>
                  </a:cubicBezTo>
                  <a:lnTo>
                    <a:pt x="1442095" y="713387"/>
                  </a:lnTo>
                  <a:cubicBezTo>
                    <a:pt x="1442095" y="713398"/>
                    <a:pt x="1442095" y="713513"/>
                    <a:pt x="1442095" y="715008"/>
                  </a:cubicBezTo>
                  <a:lnTo>
                    <a:pt x="1442095" y="726358"/>
                  </a:lnTo>
                  <a:cubicBezTo>
                    <a:pt x="1442103" y="726358"/>
                    <a:pt x="1442173" y="726358"/>
                    <a:pt x="1442855" y="726358"/>
                  </a:cubicBezTo>
                  <a:lnTo>
                    <a:pt x="1448175" y="726358"/>
                  </a:lnTo>
                  <a:cubicBezTo>
                    <a:pt x="1448175" y="726350"/>
                    <a:pt x="1448175" y="726274"/>
                    <a:pt x="1448175" y="725547"/>
                  </a:cubicBezTo>
                  <a:lnTo>
                    <a:pt x="1448175" y="719872"/>
                  </a:lnTo>
                  <a:cubicBezTo>
                    <a:pt x="1448193" y="719872"/>
                    <a:pt x="1448911" y="719872"/>
                    <a:pt x="1478575" y="719872"/>
                  </a:cubicBezTo>
                  <a:cubicBezTo>
                    <a:pt x="1478575" y="719886"/>
                    <a:pt x="1478575" y="720449"/>
                    <a:pt x="1478575" y="743652"/>
                  </a:cubicBezTo>
                  <a:cubicBezTo>
                    <a:pt x="1478583" y="743652"/>
                    <a:pt x="1478661" y="743652"/>
                    <a:pt x="1479589" y="743652"/>
                  </a:cubicBezTo>
                  <a:lnTo>
                    <a:pt x="1486683" y="743652"/>
                  </a:lnTo>
                  <a:cubicBezTo>
                    <a:pt x="1486683" y="743659"/>
                    <a:pt x="1486683" y="743732"/>
                    <a:pt x="1486683" y="744733"/>
                  </a:cubicBezTo>
                  <a:lnTo>
                    <a:pt x="1486683" y="752299"/>
                  </a:lnTo>
                  <a:cubicBezTo>
                    <a:pt x="1486691" y="752299"/>
                    <a:pt x="1486765" y="752299"/>
                    <a:pt x="1487443" y="752299"/>
                  </a:cubicBezTo>
                  <a:lnTo>
                    <a:pt x="1492763" y="752299"/>
                  </a:lnTo>
                  <a:cubicBezTo>
                    <a:pt x="1492763" y="752292"/>
                    <a:pt x="1492763" y="752172"/>
                    <a:pt x="1492763" y="750137"/>
                  </a:cubicBezTo>
                  <a:lnTo>
                    <a:pt x="1492763" y="735005"/>
                  </a:lnTo>
                  <a:cubicBezTo>
                    <a:pt x="1492769" y="735005"/>
                    <a:pt x="1492847" y="735005"/>
                    <a:pt x="1493775" y="735005"/>
                  </a:cubicBezTo>
                  <a:lnTo>
                    <a:pt x="1500869" y="735005"/>
                  </a:lnTo>
                  <a:cubicBezTo>
                    <a:pt x="1500869" y="735013"/>
                    <a:pt x="1500869" y="735096"/>
                    <a:pt x="1500869" y="736086"/>
                  </a:cubicBezTo>
                  <a:lnTo>
                    <a:pt x="1500869" y="743652"/>
                  </a:lnTo>
                  <a:lnTo>
                    <a:pt x="1506189" y="741659"/>
                  </a:lnTo>
                  <a:cubicBezTo>
                    <a:pt x="1506949" y="741287"/>
                    <a:pt x="1506949" y="741085"/>
                    <a:pt x="1506949" y="740679"/>
                  </a:cubicBezTo>
                  <a:lnTo>
                    <a:pt x="1506949" y="735005"/>
                  </a:lnTo>
                  <a:cubicBezTo>
                    <a:pt x="1506966" y="735005"/>
                    <a:pt x="1507767" y="735005"/>
                    <a:pt x="1545457" y="735005"/>
                  </a:cubicBezTo>
                  <a:cubicBezTo>
                    <a:pt x="1545457" y="735019"/>
                    <a:pt x="1545457" y="735566"/>
                    <a:pt x="1545457" y="758784"/>
                  </a:cubicBezTo>
                  <a:cubicBezTo>
                    <a:pt x="1545464" y="758784"/>
                    <a:pt x="1545583" y="758784"/>
                    <a:pt x="1547483" y="758784"/>
                  </a:cubicBezTo>
                  <a:lnTo>
                    <a:pt x="1561669" y="758784"/>
                  </a:lnTo>
                  <a:cubicBezTo>
                    <a:pt x="1561669" y="758792"/>
                    <a:pt x="1561669" y="758874"/>
                    <a:pt x="1561669" y="759865"/>
                  </a:cubicBezTo>
                  <a:lnTo>
                    <a:pt x="1561669" y="767431"/>
                  </a:lnTo>
                  <a:cubicBezTo>
                    <a:pt x="1561679" y="767431"/>
                    <a:pt x="1561801" y="767431"/>
                    <a:pt x="1563443" y="767431"/>
                  </a:cubicBezTo>
                  <a:lnTo>
                    <a:pt x="1575857" y="767431"/>
                  </a:lnTo>
                  <a:cubicBezTo>
                    <a:pt x="1575857" y="767419"/>
                    <a:pt x="1575857" y="766908"/>
                    <a:pt x="1575857" y="743652"/>
                  </a:cubicBezTo>
                  <a:cubicBezTo>
                    <a:pt x="1575863" y="743652"/>
                    <a:pt x="1575941" y="743652"/>
                    <a:pt x="1576869" y="743652"/>
                  </a:cubicBezTo>
                  <a:lnTo>
                    <a:pt x="1583963" y="743652"/>
                  </a:lnTo>
                  <a:cubicBezTo>
                    <a:pt x="1583963" y="743633"/>
                    <a:pt x="1583963" y="742862"/>
                    <a:pt x="1583963" y="711225"/>
                  </a:cubicBezTo>
                  <a:cubicBezTo>
                    <a:pt x="1583971" y="711225"/>
                    <a:pt x="1584047" y="711225"/>
                    <a:pt x="1584977" y="711225"/>
                  </a:cubicBezTo>
                  <a:lnTo>
                    <a:pt x="1592071" y="711225"/>
                  </a:lnTo>
                  <a:cubicBezTo>
                    <a:pt x="1592071" y="711219"/>
                    <a:pt x="1592071" y="711110"/>
                    <a:pt x="1592071" y="709334"/>
                  </a:cubicBezTo>
                  <a:lnTo>
                    <a:pt x="1592071" y="696093"/>
                  </a:lnTo>
                  <a:cubicBezTo>
                    <a:pt x="1590043" y="696093"/>
                    <a:pt x="1590043" y="696093"/>
                    <a:pt x="1590803" y="694471"/>
                  </a:cubicBezTo>
                  <a:lnTo>
                    <a:pt x="1596123" y="683122"/>
                  </a:lnTo>
                  <a:cubicBezTo>
                    <a:pt x="1596129" y="683139"/>
                    <a:pt x="1596323" y="683813"/>
                    <a:pt x="1604231" y="711225"/>
                  </a:cubicBezTo>
                  <a:cubicBezTo>
                    <a:pt x="1604239" y="711225"/>
                    <a:pt x="1604311" y="711225"/>
                    <a:pt x="1604991" y="711225"/>
                  </a:cubicBezTo>
                  <a:lnTo>
                    <a:pt x="1610311" y="711225"/>
                  </a:lnTo>
                  <a:cubicBezTo>
                    <a:pt x="1610311" y="711212"/>
                    <a:pt x="1610311" y="710033"/>
                    <a:pt x="1610311" y="605298"/>
                  </a:cubicBezTo>
                  <a:cubicBezTo>
                    <a:pt x="1610321" y="605298"/>
                    <a:pt x="1610435" y="605298"/>
                    <a:pt x="1611831" y="605298"/>
                  </a:cubicBezTo>
                  <a:lnTo>
                    <a:pt x="1622471" y="605298"/>
                  </a:lnTo>
                  <a:cubicBezTo>
                    <a:pt x="1622471" y="605276"/>
                    <a:pt x="1622471" y="604266"/>
                    <a:pt x="1622471" y="557739"/>
                  </a:cubicBezTo>
                  <a:cubicBezTo>
                    <a:pt x="1622487" y="557739"/>
                    <a:pt x="1623113" y="557739"/>
                    <a:pt x="1648817" y="557739"/>
                  </a:cubicBezTo>
                  <a:cubicBezTo>
                    <a:pt x="1648817" y="557727"/>
                    <a:pt x="1648817" y="557217"/>
                    <a:pt x="1648817" y="536121"/>
                  </a:cubicBezTo>
                  <a:cubicBezTo>
                    <a:pt x="1648837" y="536121"/>
                    <a:pt x="1649625" y="536121"/>
                    <a:pt x="1683271" y="536121"/>
                  </a:cubicBezTo>
                  <a:cubicBezTo>
                    <a:pt x="1683271" y="536129"/>
                    <a:pt x="1683271" y="536259"/>
                    <a:pt x="1683271" y="538553"/>
                  </a:cubicBezTo>
                  <a:lnTo>
                    <a:pt x="1683271" y="555577"/>
                  </a:lnTo>
                  <a:cubicBezTo>
                    <a:pt x="1683281" y="555577"/>
                    <a:pt x="1683411" y="555577"/>
                    <a:pt x="1685551" y="555577"/>
                  </a:cubicBezTo>
                  <a:lnTo>
                    <a:pt x="1701511" y="555577"/>
                  </a:lnTo>
                  <a:cubicBezTo>
                    <a:pt x="1701511" y="555595"/>
                    <a:pt x="1701511" y="556489"/>
                    <a:pt x="1701511" y="603136"/>
                  </a:cubicBezTo>
                  <a:cubicBezTo>
                    <a:pt x="1701517" y="603136"/>
                    <a:pt x="1701593" y="603136"/>
                    <a:pt x="1702525" y="603136"/>
                  </a:cubicBezTo>
                  <a:lnTo>
                    <a:pt x="1709619" y="603136"/>
                  </a:lnTo>
                  <a:lnTo>
                    <a:pt x="1723805" y="607460"/>
                  </a:lnTo>
                  <a:cubicBezTo>
                    <a:pt x="1723805" y="607470"/>
                    <a:pt x="1723805" y="608120"/>
                    <a:pt x="1723805" y="646372"/>
                  </a:cubicBezTo>
                  <a:cubicBezTo>
                    <a:pt x="1723811" y="646372"/>
                    <a:pt x="1723887" y="646372"/>
                    <a:pt x="1724819" y="646372"/>
                  </a:cubicBezTo>
                  <a:lnTo>
                    <a:pt x="1731911" y="646372"/>
                  </a:lnTo>
                  <a:cubicBezTo>
                    <a:pt x="1731911" y="646382"/>
                    <a:pt x="1731911" y="646488"/>
                    <a:pt x="1731911" y="647993"/>
                  </a:cubicBezTo>
                  <a:lnTo>
                    <a:pt x="1731911" y="659342"/>
                  </a:lnTo>
                  <a:cubicBezTo>
                    <a:pt x="1731919" y="659342"/>
                    <a:pt x="1732043" y="659342"/>
                    <a:pt x="1733939" y="659342"/>
                  </a:cubicBezTo>
                  <a:lnTo>
                    <a:pt x="1748125" y="659342"/>
                  </a:lnTo>
                  <a:lnTo>
                    <a:pt x="1754205" y="665828"/>
                  </a:lnTo>
                  <a:cubicBezTo>
                    <a:pt x="1754205" y="665840"/>
                    <a:pt x="1754205" y="666326"/>
                    <a:pt x="1754205" y="687446"/>
                  </a:cubicBezTo>
                  <a:cubicBezTo>
                    <a:pt x="1754214" y="687446"/>
                    <a:pt x="1754345" y="687446"/>
                    <a:pt x="1756485" y="687446"/>
                  </a:cubicBezTo>
                  <a:lnTo>
                    <a:pt x="1772445" y="687446"/>
                  </a:lnTo>
                  <a:cubicBezTo>
                    <a:pt x="1772445" y="687453"/>
                    <a:pt x="1772445" y="687533"/>
                    <a:pt x="1772445" y="688526"/>
                  </a:cubicBezTo>
                  <a:lnTo>
                    <a:pt x="1772445" y="696093"/>
                  </a:lnTo>
                  <a:cubicBezTo>
                    <a:pt x="1772455" y="696093"/>
                    <a:pt x="1772553" y="696093"/>
                    <a:pt x="1773713" y="696093"/>
                  </a:cubicBezTo>
                  <a:lnTo>
                    <a:pt x="1782579" y="696093"/>
                  </a:lnTo>
                  <a:cubicBezTo>
                    <a:pt x="1782579" y="696102"/>
                    <a:pt x="1782579" y="696231"/>
                    <a:pt x="1782579" y="698254"/>
                  </a:cubicBezTo>
                  <a:lnTo>
                    <a:pt x="1782579" y="713387"/>
                  </a:lnTo>
                  <a:cubicBezTo>
                    <a:pt x="1786633" y="713387"/>
                    <a:pt x="1786633" y="713387"/>
                    <a:pt x="1786633" y="711495"/>
                  </a:cubicBezTo>
                  <a:lnTo>
                    <a:pt x="1786633" y="698254"/>
                  </a:lnTo>
                  <a:cubicBezTo>
                    <a:pt x="1786639" y="698254"/>
                    <a:pt x="1786716" y="698254"/>
                    <a:pt x="1787645" y="698254"/>
                  </a:cubicBezTo>
                  <a:lnTo>
                    <a:pt x="1794739" y="698254"/>
                  </a:lnTo>
                  <a:cubicBezTo>
                    <a:pt x="1794739" y="698265"/>
                    <a:pt x="1794739" y="698384"/>
                    <a:pt x="1794739" y="699876"/>
                  </a:cubicBezTo>
                  <a:lnTo>
                    <a:pt x="1794739" y="711225"/>
                  </a:lnTo>
                  <a:cubicBezTo>
                    <a:pt x="1794749" y="711225"/>
                    <a:pt x="1794821" y="711225"/>
                    <a:pt x="1795499" y="711225"/>
                  </a:cubicBezTo>
                  <a:lnTo>
                    <a:pt x="1800819" y="711225"/>
                  </a:lnTo>
                  <a:cubicBezTo>
                    <a:pt x="1800819" y="706902"/>
                    <a:pt x="1800819" y="706902"/>
                    <a:pt x="1849459" y="706902"/>
                  </a:cubicBezTo>
                  <a:cubicBezTo>
                    <a:pt x="1849459" y="706911"/>
                    <a:pt x="1849459" y="707012"/>
                    <a:pt x="1849459" y="708253"/>
                  </a:cubicBezTo>
                  <a:lnTo>
                    <a:pt x="1849459" y="717710"/>
                  </a:lnTo>
                  <a:cubicBezTo>
                    <a:pt x="1849467" y="717710"/>
                    <a:pt x="1849543" y="717710"/>
                    <a:pt x="1850219" y="717710"/>
                  </a:cubicBezTo>
                  <a:lnTo>
                    <a:pt x="1855541" y="717710"/>
                  </a:lnTo>
                  <a:cubicBezTo>
                    <a:pt x="1855541" y="717719"/>
                    <a:pt x="1855541" y="717841"/>
                    <a:pt x="1855541" y="719872"/>
                  </a:cubicBezTo>
                  <a:lnTo>
                    <a:pt x="1855541" y="735005"/>
                  </a:lnTo>
                  <a:cubicBezTo>
                    <a:pt x="1855549" y="735001"/>
                    <a:pt x="1855665" y="734923"/>
                    <a:pt x="1857567" y="733654"/>
                  </a:cubicBezTo>
                  <a:lnTo>
                    <a:pt x="1871753" y="724196"/>
                  </a:lnTo>
                  <a:cubicBezTo>
                    <a:pt x="1871755" y="724177"/>
                    <a:pt x="1871887" y="723302"/>
                    <a:pt x="1877833" y="683122"/>
                  </a:cubicBezTo>
                  <a:cubicBezTo>
                    <a:pt x="1877843" y="683120"/>
                    <a:pt x="1877911" y="683094"/>
                    <a:pt x="1878593" y="682852"/>
                  </a:cubicBezTo>
                  <a:lnTo>
                    <a:pt x="1883913" y="680960"/>
                  </a:lnTo>
                  <a:cubicBezTo>
                    <a:pt x="1883913" y="680944"/>
                    <a:pt x="1883947" y="679883"/>
                    <a:pt x="1885941" y="611783"/>
                  </a:cubicBezTo>
                  <a:cubicBezTo>
                    <a:pt x="1885941" y="611801"/>
                    <a:pt x="1885973" y="612892"/>
                    <a:pt x="1887967" y="680960"/>
                  </a:cubicBezTo>
                  <a:cubicBezTo>
                    <a:pt x="1887977" y="680963"/>
                    <a:pt x="1888047" y="680988"/>
                    <a:pt x="1888727" y="681230"/>
                  </a:cubicBezTo>
                  <a:lnTo>
                    <a:pt x="1894047" y="683122"/>
                  </a:lnTo>
                  <a:cubicBezTo>
                    <a:pt x="1894047" y="683102"/>
                    <a:pt x="1894047" y="681769"/>
                    <a:pt x="1894047" y="596651"/>
                  </a:cubicBezTo>
                  <a:cubicBezTo>
                    <a:pt x="1898101" y="596651"/>
                    <a:pt x="1898101" y="596651"/>
                    <a:pt x="1898101" y="564224"/>
                  </a:cubicBezTo>
                  <a:cubicBezTo>
                    <a:pt x="1898113" y="564224"/>
                    <a:pt x="1898799" y="564224"/>
                    <a:pt x="1936607" y="564224"/>
                  </a:cubicBezTo>
                  <a:cubicBezTo>
                    <a:pt x="1936607" y="564241"/>
                    <a:pt x="1936607" y="564959"/>
                    <a:pt x="1936607" y="596651"/>
                  </a:cubicBezTo>
                  <a:cubicBezTo>
                    <a:pt x="1936617" y="596651"/>
                    <a:pt x="1936689" y="596651"/>
                    <a:pt x="1937367" y="596651"/>
                  </a:cubicBezTo>
                  <a:lnTo>
                    <a:pt x="1942687" y="596651"/>
                  </a:lnTo>
                  <a:cubicBezTo>
                    <a:pt x="1942687" y="596630"/>
                    <a:pt x="1942687" y="595324"/>
                    <a:pt x="1942687" y="514503"/>
                  </a:cubicBezTo>
                  <a:cubicBezTo>
                    <a:pt x="1942693" y="514503"/>
                    <a:pt x="1942793" y="514503"/>
                    <a:pt x="1944461" y="514503"/>
                  </a:cubicBezTo>
                  <a:lnTo>
                    <a:pt x="1956875" y="514503"/>
                  </a:lnTo>
                  <a:cubicBezTo>
                    <a:pt x="1956875" y="514496"/>
                    <a:pt x="1956875" y="514385"/>
                    <a:pt x="1956875" y="512612"/>
                  </a:cubicBezTo>
                  <a:lnTo>
                    <a:pt x="1956875" y="499371"/>
                  </a:lnTo>
                  <a:cubicBezTo>
                    <a:pt x="1956885" y="499371"/>
                    <a:pt x="1957383" y="499371"/>
                    <a:pt x="1979169" y="499371"/>
                  </a:cubicBezTo>
                  <a:cubicBezTo>
                    <a:pt x="1979169" y="499364"/>
                    <a:pt x="1979169" y="499283"/>
                    <a:pt x="1979169" y="498290"/>
                  </a:cubicBezTo>
                  <a:lnTo>
                    <a:pt x="1979169" y="490724"/>
                  </a:lnTo>
                  <a:cubicBezTo>
                    <a:pt x="1979175" y="490724"/>
                    <a:pt x="1979285" y="490724"/>
                    <a:pt x="1980941" y="490724"/>
                  </a:cubicBezTo>
                  <a:lnTo>
                    <a:pt x="1993355" y="490724"/>
                  </a:lnTo>
                  <a:cubicBezTo>
                    <a:pt x="1993355" y="490732"/>
                    <a:pt x="1993355" y="490811"/>
                    <a:pt x="1993355" y="491805"/>
                  </a:cubicBezTo>
                  <a:lnTo>
                    <a:pt x="1993355" y="499371"/>
                  </a:lnTo>
                  <a:cubicBezTo>
                    <a:pt x="1993365" y="499371"/>
                    <a:pt x="1993437" y="499371"/>
                    <a:pt x="1994115" y="499371"/>
                  </a:cubicBezTo>
                  <a:lnTo>
                    <a:pt x="1999435" y="499371"/>
                  </a:lnTo>
                  <a:lnTo>
                    <a:pt x="2009569" y="495047"/>
                  </a:lnTo>
                  <a:lnTo>
                    <a:pt x="2013621" y="498290"/>
                  </a:lnTo>
                  <a:lnTo>
                    <a:pt x="2013621" y="490724"/>
                  </a:lnTo>
                  <a:cubicBezTo>
                    <a:pt x="2013631" y="490724"/>
                    <a:pt x="2013767" y="490724"/>
                    <a:pt x="2015901" y="490724"/>
                  </a:cubicBezTo>
                  <a:lnTo>
                    <a:pt x="2031863" y="490724"/>
                  </a:lnTo>
                  <a:cubicBezTo>
                    <a:pt x="2031863" y="490732"/>
                    <a:pt x="2031863" y="490811"/>
                    <a:pt x="2031863" y="491805"/>
                  </a:cubicBezTo>
                  <a:lnTo>
                    <a:pt x="2031863" y="499371"/>
                  </a:lnTo>
                  <a:cubicBezTo>
                    <a:pt x="2031881" y="499371"/>
                    <a:pt x="2032617" y="499371"/>
                    <a:pt x="2062263" y="499371"/>
                  </a:cubicBezTo>
                  <a:cubicBezTo>
                    <a:pt x="2062263" y="499381"/>
                    <a:pt x="2062263" y="499490"/>
                    <a:pt x="2062263" y="500992"/>
                  </a:cubicBezTo>
                  <a:lnTo>
                    <a:pt x="2062263" y="512342"/>
                  </a:lnTo>
                  <a:cubicBezTo>
                    <a:pt x="2062279" y="512342"/>
                    <a:pt x="2062919" y="512342"/>
                    <a:pt x="2088609" y="512342"/>
                  </a:cubicBezTo>
                  <a:cubicBezTo>
                    <a:pt x="2088609" y="512358"/>
                    <a:pt x="2088609" y="513038"/>
                    <a:pt x="2088609" y="542606"/>
                  </a:cubicBezTo>
                  <a:cubicBezTo>
                    <a:pt x="2088619" y="542606"/>
                    <a:pt x="2088691" y="542606"/>
                    <a:pt x="2089369" y="542606"/>
                  </a:cubicBezTo>
                  <a:lnTo>
                    <a:pt x="2094689" y="542606"/>
                  </a:lnTo>
                  <a:cubicBezTo>
                    <a:pt x="2094689" y="542613"/>
                    <a:pt x="2094689" y="542699"/>
                    <a:pt x="2094689" y="543687"/>
                  </a:cubicBezTo>
                  <a:lnTo>
                    <a:pt x="2094689" y="551254"/>
                  </a:lnTo>
                  <a:cubicBezTo>
                    <a:pt x="2098743" y="551254"/>
                    <a:pt x="2098743" y="551254"/>
                    <a:pt x="2098743" y="581518"/>
                  </a:cubicBezTo>
                  <a:cubicBezTo>
                    <a:pt x="2098753" y="581518"/>
                    <a:pt x="2098827" y="581518"/>
                    <a:pt x="2099503" y="581518"/>
                  </a:cubicBezTo>
                  <a:lnTo>
                    <a:pt x="2104823" y="581518"/>
                  </a:lnTo>
                  <a:cubicBezTo>
                    <a:pt x="2104823" y="581527"/>
                    <a:pt x="2104823" y="581594"/>
                    <a:pt x="2104823" y="582329"/>
                  </a:cubicBezTo>
                  <a:lnTo>
                    <a:pt x="2104823" y="588004"/>
                  </a:lnTo>
                  <a:cubicBezTo>
                    <a:pt x="2104829" y="588004"/>
                    <a:pt x="2104907" y="588004"/>
                    <a:pt x="2105837" y="588004"/>
                  </a:cubicBezTo>
                  <a:lnTo>
                    <a:pt x="2112929" y="588004"/>
                  </a:lnTo>
                  <a:cubicBezTo>
                    <a:pt x="2112929" y="588021"/>
                    <a:pt x="2112929" y="588734"/>
                    <a:pt x="2112929" y="618269"/>
                  </a:cubicBezTo>
                  <a:cubicBezTo>
                    <a:pt x="2112937" y="618269"/>
                    <a:pt x="2113057" y="618269"/>
                    <a:pt x="2114957" y="618269"/>
                  </a:cubicBezTo>
                  <a:lnTo>
                    <a:pt x="2129143" y="618269"/>
                  </a:lnTo>
                  <a:cubicBezTo>
                    <a:pt x="2129143" y="618285"/>
                    <a:pt x="2129143" y="618865"/>
                    <a:pt x="2129143" y="642048"/>
                  </a:cubicBezTo>
                  <a:cubicBezTo>
                    <a:pt x="2131171" y="642048"/>
                    <a:pt x="2131171" y="642048"/>
                    <a:pt x="2131171" y="643669"/>
                  </a:cubicBezTo>
                  <a:lnTo>
                    <a:pt x="2131171" y="655019"/>
                  </a:lnTo>
                  <a:cubicBezTo>
                    <a:pt x="2131179" y="655019"/>
                    <a:pt x="2131249" y="655019"/>
                    <a:pt x="2131931" y="655019"/>
                  </a:cubicBezTo>
                  <a:lnTo>
                    <a:pt x="2137251" y="655019"/>
                  </a:lnTo>
                  <a:cubicBezTo>
                    <a:pt x="2137251" y="655033"/>
                    <a:pt x="2137251" y="655596"/>
                    <a:pt x="2137251" y="678798"/>
                  </a:cubicBezTo>
                  <a:cubicBezTo>
                    <a:pt x="2137259" y="678798"/>
                    <a:pt x="2137357" y="678798"/>
                    <a:pt x="2138517" y="678798"/>
                  </a:cubicBezTo>
                  <a:lnTo>
                    <a:pt x="2147383" y="678798"/>
                  </a:lnTo>
                  <a:cubicBezTo>
                    <a:pt x="2149411" y="680960"/>
                    <a:pt x="2149411" y="680960"/>
                    <a:pt x="2149411" y="682852"/>
                  </a:cubicBezTo>
                  <a:lnTo>
                    <a:pt x="2149411" y="696093"/>
                  </a:lnTo>
                  <a:cubicBezTo>
                    <a:pt x="2149415" y="696086"/>
                    <a:pt x="2149503" y="695979"/>
                    <a:pt x="2150931" y="694201"/>
                  </a:cubicBezTo>
                  <a:lnTo>
                    <a:pt x="2161571" y="680960"/>
                  </a:lnTo>
                  <a:cubicBezTo>
                    <a:pt x="2161585" y="680960"/>
                    <a:pt x="2162225" y="680960"/>
                    <a:pt x="2189945" y="680960"/>
                  </a:cubicBezTo>
                  <a:cubicBezTo>
                    <a:pt x="2189945" y="680985"/>
                    <a:pt x="2189945" y="682386"/>
                    <a:pt x="2189945" y="767431"/>
                  </a:cubicBezTo>
                  <a:cubicBezTo>
                    <a:pt x="2189953" y="767431"/>
                    <a:pt x="2190029" y="767431"/>
                    <a:pt x="2190705" y="767431"/>
                  </a:cubicBezTo>
                  <a:lnTo>
                    <a:pt x="2196025" y="767431"/>
                  </a:lnTo>
                  <a:cubicBezTo>
                    <a:pt x="2196029" y="767423"/>
                    <a:pt x="2196087" y="767323"/>
                    <a:pt x="2196785" y="766080"/>
                  </a:cubicBezTo>
                  <a:lnTo>
                    <a:pt x="2202105" y="756622"/>
                  </a:lnTo>
                  <a:cubicBezTo>
                    <a:pt x="2202105" y="756629"/>
                    <a:pt x="2202105" y="756728"/>
                    <a:pt x="2202105" y="758514"/>
                  </a:cubicBezTo>
                  <a:lnTo>
                    <a:pt x="2202105" y="771755"/>
                  </a:lnTo>
                  <a:cubicBezTo>
                    <a:pt x="2206157" y="771755"/>
                    <a:pt x="2206157" y="771755"/>
                    <a:pt x="2206157" y="726358"/>
                  </a:cubicBezTo>
                  <a:cubicBezTo>
                    <a:pt x="2206167" y="726358"/>
                    <a:pt x="2206237" y="726358"/>
                    <a:pt x="2206917" y="726358"/>
                  </a:cubicBezTo>
                  <a:lnTo>
                    <a:pt x="2212237" y="726358"/>
                  </a:lnTo>
                  <a:cubicBezTo>
                    <a:pt x="2212237" y="726343"/>
                    <a:pt x="2212237" y="725343"/>
                    <a:pt x="2212237" y="661504"/>
                  </a:cubicBezTo>
                  <a:cubicBezTo>
                    <a:pt x="2212245" y="661504"/>
                    <a:pt x="2212325" y="661504"/>
                    <a:pt x="2213251" y="661504"/>
                  </a:cubicBezTo>
                  <a:lnTo>
                    <a:pt x="2220345" y="661504"/>
                  </a:lnTo>
                  <a:cubicBezTo>
                    <a:pt x="2220351" y="661483"/>
                    <a:pt x="2220615" y="660543"/>
                    <a:pt x="2232505" y="618269"/>
                  </a:cubicBezTo>
                  <a:cubicBezTo>
                    <a:pt x="2232514" y="618269"/>
                    <a:pt x="2232611" y="618269"/>
                    <a:pt x="2233771" y="618269"/>
                  </a:cubicBezTo>
                  <a:lnTo>
                    <a:pt x="2242639" y="618269"/>
                  </a:lnTo>
                  <a:cubicBezTo>
                    <a:pt x="2242644" y="618292"/>
                    <a:pt x="2242869" y="619258"/>
                    <a:pt x="2252771" y="661504"/>
                  </a:cubicBezTo>
                  <a:cubicBezTo>
                    <a:pt x="2252777" y="661504"/>
                    <a:pt x="2252851" y="661504"/>
                    <a:pt x="2253785" y="661504"/>
                  </a:cubicBezTo>
                  <a:lnTo>
                    <a:pt x="2260879" y="661504"/>
                  </a:lnTo>
                  <a:cubicBezTo>
                    <a:pt x="2260879" y="661515"/>
                    <a:pt x="2260879" y="662182"/>
                    <a:pt x="2260879" y="700416"/>
                  </a:cubicBezTo>
                  <a:cubicBezTo>
                    <a:pt x="2260885" y="700416"/>
                    <a:pt x="2260985" y="700416"/>
                    <a:pt x="2262651" y="700416"/>
                  </a:cubicBezTo>
                  <a:lnTo>
                    <a:pt x="2275065" y="700416"/>
                  </a:lnTo>
                  <a:cubicBezTo>
                    <a:pt x="2275065" y="700424"/>
                    <a:pt x="2275065" y="700546"/>
                    <a:pt x="2275065" y="702578"/>
                  </a:cubicBezTo>
                  <a:lnTo>
                    <a:pt x="2275065" y="717710"/>
                  </a:lnTo>
                  <a:cubicBezTo>
                    <a:pt x="2279119" y="717710"/>
                    <a:pt x="2279119" y="717710"/>
                    <a:pt x="2279119" y="715549"/>
                  </a:cubicBezTo>
                  <a:lnTo>
                    <a:pt x="2279119" y="700416"/>
                  </a:lnTo>
                  <a:cubicBezTo>
                    <a:pt x="2279129" y="700416"/>
                    <a:pt x="2279241" y="700416"/>
                    <a:pt x="2280639" y="700416"/>
                  </a:cubicBezTo>
                  <a:lnTo>
                    <a:pt x="2291279" y="700416"/>
                  </a:lnTo>
                  <a:cubicBezTo>
                    <a:pt x="2291279" y="700426"/>
                    <a:pt x="2291279" y="700543"/>
                    <a:pt x="2291279" y="702037"/>
                  </a:cubicBezTo>
                  <a:lnTo>
                    <a:pt x="2291279" y="713387"/>
                  </a:lnTo>
                  <a:cubicBezTo>
                    <a:pt x="2291295" y="713387"/>
                    <a:pt x="2292003" y="713387"/>
                    <a:pt x="2321680" y="713387"/>
                  </a:cubicBezTo>
                  <a:cubicBezTo>
                    <a:pt x="2321680" y="713370"/>
                    <a:pt x="2321680" y="712599"/>
                    <a:pt x="2321680" y="676637"/>
                  </a:cubicBezTo>
                  <a:cubicBezTo>
                    <a:pt x="2321687" y="676637"/>
                    <a:pt x="2321781" y="676637"/>
                    <a:pt x="2322945" y="676637"/>
                  </a:cubicBezTo>
                  <a:lnTo>
                    <a:pt x="2331813" y="676637"/>
                  </a:lnTo>
                  <a:cubicBezTo>
                    <a:pt x="2331813" y="676648"/>
                    <a:pt x="2331813" y="677142"/>
                    <a:pt x="2331813" y="698254"/>
                  </a:cubicBezTo>
                  <a:cubicBezTo>
                    <a:pt x="2333840" y="698254"/>
                    <a:pt x="2333840" y="698254"/>
                    <a:pt x="2333840" y="665828"/>
                  </a:cubicBezTo>
                  <a:cubicBezTo>
                    <a:pt x="2333853" y="665828"/>
                    <a:pt x="2334395" y="665828"/>
                    <a:pt x="2356133" y="665828"/>
                  </a:cubicBezTo>
                  <a:cubicBezTo>
                    <a:pt x="2356133" y="665818"/>
                    <a:pt x="2356133" y="665698"/>
                    <a:pt x="2356133" y="664206"/>
                  </a:cubicBezTo>
                  <a:lnTo>
                    <a:pt x="2356133" y="652857"/>
                  </a:lnTo>
                  <a:cubicBezTo>
                    <a:pt x="2356141" y="652857"/>
                    <a:pt x="2356215" y="652857"/>
                    <a:pt x="2356893" y="652857"/>
                  </a:cubicBezTo>
                  <a:lnTo>
                    <a:pt x="2362213" y="652857"/>
                  </a:lnTo>
                  <a:cubicBezTo>
                    <a:pt x="2362213" y="652851"/>
                    <a:pt x="2362213" y="652738"/>
                    <a:pt x="2362213" y="650966"/>
                  </a:cubicBezTo>
                  <a:lnTo>
                    <a:pt x="2362213" y="637725"/>
                  </a:lnTo>
                  <a:lnTo>
                    <a:pt x="2366267" y="644210"/>
                  </a:lnTo>
                  <a:cubicBezTo>
                    <a:pt x="2366275" y="644210"/>
                    <a:pt x="2366403" y="644210"/>
                    <a:pt x="2368547" y="644210"/>
                  </a:cubicBezTo>
                  <a:lnTo>
                    <a:pt x="2384507" y="644210"/>
                  </a:lnTo>
                  <a:cubicBezTo>
                    <a:pt x="2384507" y="644202"/>
                    <a:pt x="2384507" y="644134"/>
                    <a:pt x="2384507" y="643399"/>
                  </a:cubicBezTo>
                  <a:lnTo>
                    <a:pt x="2384507" y="637725"/>
                  </a:lnTo>
                  <a:cubicBezTo>
                    <a:pt x="2384516" y="637725"/>
                    <a:pt x="2384590" y="637725"/>
                    <a:pt x="2385267" y="637725"/>
                  </a:cubicBezTo>
                  <a:lnTo>
                    <a:pt x="2390587" y="637725"/>
                  </a:lnTo>
                  <a:cubicBezTo>
                    <a:pt x="2390587" y="637734"/>
                    <a:pt x="2390587" y="637834"/>
                    <a:pt x="2390587" y="639076"/>
                  </a:cubicBezTo>
                  <a:lnTo>
                    <a:pt x="2390587" y="648534"/>
                  </a:lnTo>
                  <a:cubicBezTo>
                    <a:pt x="2390601" y="648534"/>
                    <a:pt x="2391335" y="648534"/>
                    <a:pt x="2429093" y="648534"/>
                  </a:cubicBezTo>
                  <a:cubicBezTo>
                    <a:pt x="2429093" y="648552"/>
                    <a:pt x="2429093" y="650062"/>
                    <a:pt x="2429093" y="786887"/>
                  </a:cubicBezTo>
                  <a:cubicBezTo>
                    <a:pt x="2429104" y="786887"/>
                    <a:pt x="2429219" y="786887"/>
                    <a:pt x="2430613" y="786887"/>
                  </a:cubicBezTo>
                  <a:lnTo>
                    <a:pt x="2441254" y="786887"/>
                  </a:lnTo>
                  <a:cubicBezTo>
                    <a:pt x="2441254" y="782564"/>
                    <a:pt x="2441254" y="778240"/>
                    <a:pt x="2441254" y="773917"/>
                  </a:cubicBezTo>
                  <a:cubicBezTo>
                    <a:pt x="2443281" y="773917"/>
                    <a:pt x="2443281" y="773917"/>
                    <a:pt x="2445307" y="773917"/>
                  </a:cubicBezTo>
                  <a:cubicBezTo>
                    <a:pt x="2445307" y="778240"/>
                    <a:pt x="2445307" y="782564"/>
                    <a:pt x="2445307" y="786887"/>
                  </a:cubicBezTo>
                  <a:cubicBezTo>
                    <a:pt x="2455441" y="786887"/>
                    <a:pt x="2465575" y="786887"/>
                    <a:pt x="2475707" y="786887"/>
                  </a:cubicBezTo>
                  <a:cubicBezTo>
                    <a:pt x="2475707" y="776078"/>
                    <a:pt x="2475707" y="767431"/>
                    <a:pt x="2475707" y="756622"/>
                  </a:cubicBezTo>
                  <a:cubicBezTo>
                    <a:pt x="2479762" y="756622"/>
                    <a:pt x="2483815" y="756622"/>
                    <a:pt x="2487867" y="756622"/>
                  </a:cubicBezTo>
                  <a:lnTo>
                    <a:pt x="2500027" y="754461"/>
                  </a:lnTo>
                  <a:cubicBezTo>
                    <a:pt x="2502055" y="754461"/>
                    <a:pt x="2502055" y="756622"/>
                    <a:pt x="2504082" y="756622"/>
                  </a:cubicBezTo>
                  <a:lnTo>
                    <a:pt x="2514215" y="756622"/>
                  </a:lnTo>
                  <a:cubicBezTo>
                    <a:pt x="2514215" y="767431"/>
                    <a:pt x="2514215" y="778240"/>
                    <a:pt x="2514215" y="786887"/>
                  </a:cubicBezTo>
                  <a:cubicBezTo>
                    <a:pt x="2516242" y="786887"/>
                    <a:pt x="2518269" y="786887"/>
                    <a:pt x="2522321" y="786887"/>
                  </a:cubicBezTo>
                  <a:cubicBezTo>
                    <a:pt x="2522321" y="793373"/>
                    <a:pt x="2522321" y="799858"/>
                    <a:pt x="2522321" y="804182"/>
                  </a:cubicBezTo>
                  <a:lnTo>
                    <a:pt x="2531658" y="805087"/>
                  </a:lnTo>
                  <a:lnTo>
                    <a:pt x="2544615" y="805087"/>
                  </a:lnTo>
                  <a:cubicBezTo>
                    <a:pt x="2544615" y="799278"/>
                    <a:pt x="2544615" y="795106"/>
                    <a:pt x="2544615" y="789049"/>
                  </a:cubicBezTo>
                  <a:lnTo>
                    <a:pt x="2612571" y="789049"/>
                  </a:lnTo>
                  <a:lnTo>
                    <a:pt x="2612571" y="703796"/>
                  </a:lnTo>
                  <a:lnTo>
                    <a:pt x="2684579" y="703796"/>
                  </a:lnTo>
                  <a:lnTo>
                    <a:pt x="2684579" y="782564"/>
                  </a:lnTo>
                  <a:cubicBezTo>
                    <a:pt x="2685215" y="782564"/>
                    <a:pt x="2685849" y="782564"/>
                    <a:pt x="2686483" y="782564"/>
                  </a:cubicBezTo>
                  <a:lnTo>
                    <a:pt x="2687725" y="805087"/>
                  </a:lnTo>
                  <a:lnTo>
                    <a:pt x="2697401" y="805087"/>
                  </a:lnTo>
                  <a:cubicBezTo>
                    <a:pt x="2697937" y="797873"/>
                    <a:pt x="2698643" y="790219"/>
                    <a:pt x="2698643" y="782564"/>
                  </a:cubicBezTo>
                  <a:cubicBezTo>
                    <a:pt x="2700671" y="782564"/>
                    <a:pt x="2702697" y="782564"/>
                    <a:pt x="2704723" y="782564"/>
                  </a:cubicBezTo>
                  <a:lnTo>
                    <a:pt x="2705965" y="805087"/>
                  </a:lnTo>
                  <a:lnTo>
                    <a:pt x="2756588" y="805087"/>
                  </a:lnTo>
                  <a:lnTo>
                    <a:pt x="2756588" y="642059"/>
                  </a:lnTo>
                  <a:lnTo>
                    <a:pt x="2953915" y="642059"/>
                  </a:lnTo>
                  <a:lnTo>
                    <a:pt x="2953915" y="805087"/>
                  </a:lnTo>
                  <a:lnTo>
                    <a:pt x="2972611" y="805087"/>
                  </a:lnTo>
                  <a:lnTo>
                    <a:pt x="2972611" y="722394"/>
                  </a:lnTo>
                  <a:lnTo>
                    <a:pt x="3067731" y="722394"/>
                  </a:lnTo>
                  <a:cubicBezTo>
                    <a:pt x="3071806" y="616373"/>
                    <a:pt x="3075185" y="510899"/>
                    <a:pt x="3079662" y="404253"/>
                  </a:cubicBezTo>
                  <a:cubicBezTo>
                    <a:pt x="3069529" y="404253"/>
                    <a:pt x="3045209" y="391282"/>
                    <a:pt x="3067502" y="382635"/>
                  </a:cubicBezTo>
                  <a:cubicBezTo>
                    <a:pt x="3065474" y="380473"/>
                    <a:pt x="3063449" y="378311"/>
                    <a:pt x="3061422" y="378311"/>
                  </a:cubicBezTo>
                  <a:cubicBezTo>
                    <a:pt x="3061422" y="365341"/>
                    <a:pt x="3059394" y="363179"/>
                    <a:pt x="3069529" y="354532"/>
                  </a:cubicBezTo>
                  <a:cubicBezTo>
                    <a:pt x="3069529" y="350208"/>
                    <a:pt x="3069529" y="343723"/>
                    <a:pt x="3069529" y="337238"/>
                  </a:cubicBezTo>
                  <a:cubicBezTo>
                    <a:pt x="3073582" y="337238"/>
                    <a:pt x="3077635" y="337238"/>
                    <a:pt x="3083715" y="337238"/>
                  </a:cubicBezTo>
                  <a:cubicBezTo>
                    <a:pt x="3083715" y="328590"/>
                    <a:pt x="3083715" y="322105"/>
                    <a:pt x="3083715" y="315620"/>
                  </a:cubicBezTo>
                  <a:cubicBezTo>
                    <a:pt x="3083715" y="313458"/>
                    <a:pt x="3085742" y="313458"/>
                    <a:pt x="3085742" y="311296"/>
                  </a:cubicBezTo>
                  <a:cubicBezTo>
                    <a:pt x="3085742" y="285355"/>
                    <a:pt x="3085742" y="259414"/>
                    <a:pt x="3085742" y="233472"/>
                  </a:cubicBezTo>
                  <a:cubicBezTo>
                    <a:pt x="3085742" y="231310"/>
                    <a:pt x="3083715" y="229149"/>
                    <a:pt x="3083715" y="226987"/>
                  </a:cubicBezTo>
                  <a:cubicBezTo>
                    <a:pt x="3085742" y="224825"/>
                    <a:pt x="3087769" y="222663"/>
                    <a:pt x="3089795" y="220501"/>
                  </a:cubicBezTo>
                  <a:cubicBezTo>
                    <a:pt x="3089795" y="201045"/>
                    <a:pt x="3089795" y="181589"/>
                    <a:pt x="3089795" y="162133"/>
                  </a:cubicBezTo>
                  <a:cubicBezTo>
                    <a:pt x="3089795" y="159972"/>
                    <a:pt x="3089795" y="159972"/>
                    <a:pt x="3091822" y="157810"/>
                  </a:cubicBezTo>
                  <a:cubicBezTo>
                    <a:pt x="3091822" y="140516"/>
                    <a:pt x="3091822" y="121060"/>
                    <a:pt x="3091822" y="101604"/>
                  </a:cubicBezTo>
                  <a:cubicBezTo>
                    <a:pt x="3093849" y="92957"/>
                    <a:pt x="3093849" y="88633"/>
                    <a:pt x="3093849" y="82148"/>
                  </a:cubicBezTo>
                  <a:cubicBezTo>
                    <a:pt x="3097902" y="88633"/>
                    <a:pt x="3097902" y="92957"/>
                    <a:pt x="3097902" y="99442"/>
                  </a:cubicBezTo>
                  <a:cubicBezTo>
                    <a:pt x="3099929" y="121060"/>
                    <a:pt x="3099929" y="140516"/>
                    <a:pt x="3099929" y="157810"/>
                  </a:cubicBezTo>
                  <a:cubicBezTo>
                    <a:pt x="3101955" y="181589"/>
                    <a:pt x="3101955" y="201045"/>
                    <a:pt x="3101955" y="220501"/>
                  </a:cubicBezTo>
                  <a:cubicBezTo>
                    <a:pt x="3103982" y="222663"/>
                    <a:pt x="3106009" y="224825"/>
                    <a:pt x="3108035" y="226987"/>
                  </a:cubicBezTo>
                  <a:cubicBezTo>
                    <a:pt x="3108035" y="229149"/>
                    <a:pt x="3106009" y="231310"/>
                    <a:pt x="3106009" y="233472"/>
                  </a:cubicBezTo>
                  <a:cubicBezTo>
                    <a:pt x="3106009" y="259414"/>
                    <a:pt x="3106009" y="285355"/>
                    <a:pt x="3106009" y="311296"/>
                  </a:cubicBezTo>
                  <a:cubicBezTo>
                    <a:pt x="3106009" y="313458"/>
                    <a:pt x="3108035" y="313458"/>
                    <a:pt x="3108035" y="315620"/>
                  </a:cubicBezTo>
                  <a:cubicBezTo>
                    <a:pt x="3108035" y="322105"/>
                    <a:pt x="3108035" y="328590"/>
                    <a:pt x="3108035" y="337238"/>
                  </a:cubicBezTo>
                  <a:cubicBezTo>
                    <a:pt x="3112089" y="337238"/>
                    <a:pt x="3118169" y="337238"/>
                    <a:pt x="3122222" y="337238"/>
                  </a:cubicBezTo>
                  <a:cubicBezTo>
                    <a:pt x="3122222" y="343723"/>
                    <a:pt x="3122222" y="350208"/>
                    <a:pt x="3122222" y="354532"/>
                  </a:cubicBezTo>
                  <a:cubicBezTo>
                    <a:pt x="3130330" y="363179"/>
                    <a:pt x="3130330" y="363179"/>
                    <a:pt x="3130330" y="378311"/>
                  </a:cubicBezTo>
                  <a:cubicBezTo>
                    <a:pt x="3128302" y="378311"/>
                    <a:pt x="3126275" y="380473"/>
                    <a:pt x="3124250" y="382635"/>
                  </a:cubicBezTo>
                  <a:cubicBezTo>
                    <a:pt x="3144515" y="393444"/>
                    <a:pt x="3120195" y="402091"/>
                    <a:pt x="3112089" y="404253"/>
                  </a:cubicBezTo>
                  <a:cubicBezTo>
                    <a:pt x="3114115" y="488562"/>
                    <a:pt x="3118169" y="572871"/>
                    <a:pt x="3120195" y="657181"/>
                  </a:cubicBezTo>
                  <a:cubicBezTo>
                    <a:pt x="3142490" y="657181"/>
                    <a:pt x="3164782" y="657181"/>
                    <a:pt x="3185050" y="657181"/>
                  </a:cubicBezTo>
                  <a:cubicBezTo>
                    <a:pt x="3185050" y="683122"/>
                    <a:pt x="3185050" y="709063"/>
                    <a:pt x="3185050" y="732843"/>
                  </a:cubicBezTo>
                  <a:cubicBezTo>
                    <a:pt x="3189103" y="732843"/>
                    <a:pt x="3191130" y="732843"/>
                    <a:pt x="3193157" y="732843"/>
                  </a:cubicBezTo>
                  <a:cubicBezTo>
                    <a:pt x="3193157" y="730681"/>
                    <a:pt x="3195183" y="728519"/>
                    <a:pt x="3195183" y="726358"/>
                  </a:cubicBezTo>
                  <a:cubicBezTo>
                    <a:pt x="3197210" y="726358"/>
                    <a:pt x="3199237" y="726358"/>
                    <a:pt x="3201263" y="726358"/>
                  </a:cubicBezTo>
                  <a:cubicBezTo>
                    <a:pt x="3201263" y="728519"/>
                    <a:pt x="3201263" y="730681"/>
                    <a:pt x="3203291" y="735005"/>
                  </a:cubicBezTo>
                  <a:cubicBezTo>
                    <a:pt x="3207343" y="735005"/>
                    <a:pt x="3211397" y="735005"/>
                    <a:pt x="3215451" y="735005"/>
                  </a:cubicBezTo>
                  <a:cubicBezTo>
                    <a:pt x="3215451" y="732843"/>
                    <a:pt x="3215451" y="730681"/>
                    <a:pt x="3215451" y="728519"/>
                  </a:cubicBezTo>
                  <a:cubicBezTo>
                    <a:pt x="3223557" y="728519"/>
                    <a:pt x="3229636" y="728519"/>
                    <a:pt x="3237744" y="728519"/>
                  </a:cubicBezTo>
                  <a:cubicBezTo>
                    <a:pt x="3237744" y="730681"/>
                    <a:pt x="3237744" y="732843"/>
                    <a:pt x="3237744" y="735005"/>
                  </a:cubicBezTo>
                  <a:cubicBezTo>
                    <a:pt x="3243823" y="735005"/>
                    <a:pt x="3251931" y="735005"/>
                    <a:pt x="3258011" y="735005"/>
                  </a:cubicBezTo>
                  <a:cubicBezTo>
                    <a:pt x="3258011" y="750137"/>
                    <a:pt x="3258011" y="765270"/>
                    <a:pt x="3258011" y="780402"/>
                  </a:cubicBezTo>
                  <a:cubicBezTo>
                    <a:pt x="3262065" y="780402"/>
                    <a:pt x="3268145" y="780402"/>
                    <a:pt x="3272198" y="780402"/>
                  </a:cubicBezTo>
                  <a:cubicBezTo>
                    <a:pt x="3272198" y="776078"/>
                    <a:pt x="3272198" y="771755"/>
                    <a:pt x="3272198" y="767431"/>
                  </a:cubicBezTo>
                  <a:cubicBezTo>
                    <a:pt x="3278278" y="767431"/>
                    <a:pt x="3284358" y="767431"/>
                    <a:pt x="3288412" y="767431"/>
                  </a:cubicBezTo>
                  <a:cubicBezTo>
                    <a:pt x="3288412" y="706902"/>
                    <a:pt x="3288412" y="648534"/>
                    <a:pt x="3288412" y="588004"/>
                  </a:cubicBezTo>
                  <a:cubicBezTo>
                    <a:pt x="3290438" y="585842"/>
                    <a:pt x="3292465" y="583680"/>
                    <a:pt x="3294492" y="581518"/>
                  </a:cubicBezTo>
                  <a:cubicBezTo>
                    <a:pt x="3318811" y="581518"/>
                    <a:pt x="3343131" y="581518"/>
                    <a:pt x="3367453" y="581518"/>
                  </a:cubicBezTo>
                  <a:lnTo>
                    <a:pt x="3367453" y="590166"/>
                  </a:lnTo>
                  <a:lnTo>
                    <a:pt x="3377586" y="590166"/>
                  </a:lnTo>
                  <a:cubicBezTo>
                    <a:pt x="3377586" y="629078"/>
                    <a:pt x="3377586" y="667990"/>
                    <a:pt x="3377586" y="704740"/>
                  </a:cubicBezTo>
                  <a:cubicBezTo>
                    <a:pt x="3385693" y="704740"/>
                    <a:pt x="3391773" y="704740"/>
                    <a:pt x="3399879" y="704740"/>
                  </a:cubicBezTo>
                  <a:cubicBezTo>
                    <a:pt x="3399879" y="683122"/>
                    <a:pt x="3399879" y="661504"/>
                    <a:pt x="3399879" y="637725"/>
                  </a:cubicBezTo>
                  <a:cubicBezTo>
                    <a:pt x="3407986" y="637725"/>
                    <a:pt x="3418119" y="637725"/>
                    <a:pt x="3426227" y="637725"/>
                  </a:cubicBezTo>
                  <a:cubicBezTo>
                    <a:pt x="3428253" y="637725"/>
                    <a:pt x="3428253" y="635563"/>
                    <a:pt x="3430279" y="633401"/>
                  </a:cubicBezTo>
                  <a:lnTo>
                    <a:pt x="3438387" y="633401"/>
                  </a:lnTo>
                  <a:cubicBezTo>
                    <a:pt x="3440413" y="635563"/>
                    <a:pt x="3440413" y="637725"/>
                    <a:pt x="3442439" y="637725"/>
                  </a:cubicBezTo>
                  <a:cubicBezTo>
                    <a:pt x="3448519" y="637725"/>
                    <a:pt x="3456627" y="637725"/>
                    <a:pt x="3464734" y="637725"/>
                  </a:cubicBezTo>
                  <a:cubicBezTo>
                    <a:pt x="3464734" y="598813"/>
                    <a:pt x="3464734" y="559901"/>
                    <a:pt x="3464734" y="520989"/>
                  </a:cubicBezTo>
                  <a:cubicBezTo>
                    <a:pt x="3464747" y="520986"/>
                    <a:pt x="3465614" y="520822"/>
                    <a:pt x="3521481" y="510180"/>
                  </a:cubicBezTo>
                  <a:cubicBezTo>
                    <a:pt x="3521481" y="510187"/>
                    <a:pt x="3521481" y="510261"/>
                    <a:pt x="3521481" y="511261"/>
                  </a:cubicBezTo>
                  <a:lnTo>
                    <a:pt x="3521481" y="518827"/>
                  </a:lnTo>
                  <a:cubicBezTo>
                    <a:pt x="3521498" y="518827"/>
                    <a:pt x="3522142" y="518827"/>
                    <a:pt x="3547828" y="518827"/>
                  </a:cubicBezTo>
                  <a:cubicBezTo>
                    <a:pt x="3547828" y="518849"/>
                    <a:pt x="3547828" y="521220"/>
                    <a:pt x="3547828" y="773917"/>
                  </a:cubicBezTo>
                  <a:cubicBezTo>
                    <a:pt x="3553907" y="773917"/>
                    <a:pt x="3562015" y="773917"/>
                    <a:pt x="3570122" y="773917"/>
                  </a:cubicBezTo>
                  <a:cubicBezTo>
                    <a:pt x="3570122" y="771755"/>
                    <a:pt x="3570122" y="771755"/>
                    <a:pt x="3570122" y="769593"/>
                  </a:cubicBezTo>
                  <a:cubicBezTo>
                    <a:pt x="3574174" y="769593"/>
                    <a:pt x="3578227" y="769593"/>
                    <a:pt x="3582282" y="769593"/>
                  </a:cubicBezTo>
                  <a:cubicBezTo>
                    <a:pt x="3582282" y="771755"/>
                    <a:pt x="3582282" y="771755"/>
                    <a:pt x="3582282" y="773917"/>
                  </a:cubicBezTo>
                  <a:cubicBezTo>
                    <a:pt x="3590389" y="773917"/>
                    <a:pt x="3598494" y="773917"/>
                    <a:pt x="3606602" y="773917"/>
                  </a:cubicBezTo>
                  <a:cubicBezTo>
                    <a:pt x="3606602" y="769593"/>
                    <a:pt x="3606602" y="765270"/>
                    <a:pt x="3606602" y="760946"/>
                  </a:cubicBezTo>
                  <a:cubicBezTo>
                    <a:pt x="3616735" y="760946"/>
                    <a:pt x="3626870" y="760946"/>
                    <a:pt x="3634975" y="760946"/>
                  </a:cubicBezTo>
                  <a:cubicBezTo>
                    <a:pt x="3639029" y="756622"/>
                    <a:pt x="3643083" y="756622"/>
                    <a:pt x="3647135" y="756622"/>
                  </a:cubicBezTo>
                  <a:cubicBezTo>
                    <a:pt x="3653215" y="760946"/>
                    <a:pt x="3661323" y="760946"/>
                    <a:pt x="3667403" y="760946"/>
                  </a:cubicBezTo>
                  <a:cubicBezTo>
                    <a:pt x="3667403" y="754461"/>
                    <a:pt x="3667403" y="750137"/>
                    <a:pt x="3667403" y="743652"/>
                  </a:cubicBezTo>
                  <a:lnTo>
                    <a:pt x="3675510" y="743652"/>
                  </a:lnTo>
                  <a:cubicBezTo>
                    <a:pt x="3675510" y="739328"/>
                    <a:pt x="3675510" y="735005"/>
                    <a:pt x="3675510" y="730681"/>
                  </a:cubicBezTo>
                  <a:cubicBezTo>
                    <a:pt x="3693750" y="730681"/>
                    <a:pt x="3714017" y="730681"/>
                    <a:pt x="3732257" y="730681"/>
                  </a:cubicBezTo>
                  <a:cubicBezTo>
                    <a:pt x="3732257" y="719872"/>
                    <a:pt x="3732257" y="711225"/>
                    <a:pt x="3732257" y="700416"/>
                  </a:cubicBezTo>
                  <a:cubicBezTo>
                    <a:pt x="3738337" y="700416"/>
                    <a:pt x="3744417" y="700416"/>
                    <a:pt x="3750497" y="700416"/>
                  </a:cubicBezTo>
                  <a:cubicBezTo>
                    <a:pt x="3750497" y="698254"/>
                    <a:pt x="3750497" y="696093"/>
                    <a:pt x="3750497" y="693931"/>
                  </a:cubicBezTo>
                  <a:cubicBezTo>
                    <a:pt x="3754550" y="693931"/>
                    <a:pt x="3758603" y="693931"/>
                    <a:pt x="3762657" y="693931"/>
                  </a:cubicBezTo>
                  <a:cubicBezTo>
                    <a:pt x="3762657" y="696093"/>
                    <a:pt x="3762657" y="698254"/>
                    <a:pt x="3762657" y="700416"/>
                  </a:cubicBezTo>
                  <a:cubicBezTo>
                    <a:pt x="3768737" y="700416"/>
                    <a:pt x="3772790" y="700416"/>
                    <a:pt x="3778870" y="700416"/>
                  </a:cubicBezTo>
                  <a:cubicBezTo>
                    <a:pt x="3778870" y="715549"/>
                    <a:pt x="3778870" y="732843"/>
                    <a:pt x="3778870" y="750137"/>
                  </a:cubicBezTo>
                  <a:lnTo>
                    <a:pt x="3789470" y="750137"/>
                  </a:lnTo>
                  <a:lnTo>
                    <a:pt x="3789470" y="586174"/>
                  </a:lnTo>
                  <a:lnTo>
                    <a:pt x="3791390" y="586174"/>
                  </a:lnTo>
                  <a:lnTo>
                    <a:pt x="3791390" y="723865"/>
                  </a:lnTo>
                  <a:lnTo>
                    <a:pt x="3791390" y="750137"/>
                  </a:lnTo>
                  <a:lnTo>
                    <a:pt x="3806350" y="750137"/>
                  </a:lnTo>
                  <a:lnTo>
                    <a:pt x="3806350" y="742023"/>
                  </a:lnTo>
                  <a:lnTo>
                    <a:pt x="3811298" y="742023"/>
                  </a:lnTo>
                  <a:lnTo>
                    <a:pt x="3811298" y="724196"/>
                  </a:lnTo>
                  <a:cubicBezTo>
                    <a:pt x="3823458" y="724196"/>
                    <a:pt x="3837645" y="724196"/>
                    <a:pt x="3849805" y="724196"/>
                  </a:cubicBezTo>
                  <a:cubicBezTo>
                    <a:pt x="3849805" y="713387"/>
                    <a:pt x="3849805" y="704740"/>
                    <a:pt x="3849805" y="693931"/>
                  </a:cubicBezTo>
                  <a:lnTo>
                    <a:pt x="3888823" y="693931"/>
                  </a:lnTo>
                  <a:lnTo>
                    <a:pt x="3888823" y="690579"/>
                  </a:lnTo>
                  <a:cubicBezTo>
                    <a:pt x="3888823" y="690579"/>
                    <a:pt x="3888823" y="690579"/>
                    <a:pt x="3887708" y="690579"/>
                  </a:cubicBezTo>
                  <a:lnTo>
                    <a:pt x="3879906" y="690579"/>
                  </a:lnTo>
                  <a:cubicBezTo>
                    <a:pt x="3879906" y="690579"/>
                    <a:pt x="3879906" y="690579"/>
                    <a:pt x="3879906" y="689443"/>
                  </a:cubicBezTo>
                  <a:lnTo>
                    <a:pt x="3879906" y="681500"/>
                  </a:lnTo>
                  <a:cubicBezTo>
                    <a:pt x="3879906" y="681500"/>
                    <a:pt x="3879906" y="681500"/>
                    <a:pt x="3881022" y="681500"/>
                  </a:cubicBezTo>
                  <a:lnTo>
                    <a:pt x="3888823" y="681500"/>
                  </a:lnTo>
                  <a:cubicBezTo>
                    <a:pt x="3888823" y="681500"/>
                    <a:pt x="3888823" y="681500"/>
                    <a:pt x="3888823" y="679986"/>
                  </a:cubicBezTo>
                  <a:lnTo>
                    <a:pt x="3888823" y="669395"/>
                  </a:lnTo>
                  <a:cubicBezTo>
                    <a:pt x="3888823" y="669395"/>
                    <a:pt x="3888823" y="669395"/>
                    <a:pt x="3887708" y="669395"/>
                  </a:cubicBezTo>
                  <a:lnTo>
                    <a:pt x="3879906" y="669395"/>
                  </a:lnTo>
                  <a:cubicBezTo>
                    <a:pt x="3879906" y="669395"/>
                    <a:pt x="3879906" y="669395"/>
                    <a:pt x="3879906" y="667882"/>
                  </a:cubicBezTo>
                  <a:lnTo>
                    <a:pt x="3879906" y="657290"/>
                  </a:lnTo>
                  <a:cubicBezTo>
                    <a:pt x="3879906" y="657290"/>
                    <a:pt x="3879906" y="657290"/>
                    <a:pt x="3881022" y="657290"/>
                  </a:cubicBezTo>
                  <a:lnTo>
                    <a:pt x="3888823" y="657290"/>
                  </a:lnTo>
                  <a:cubicBezTo>
                    <a:pt x="3888823" y="657290"/>
                    <a:pt x="3888823" y="657290"/>
                    <a:pt x="3888823" y="656156"/>
                  </a:cubicBezTo>
                  <a:lnTo>
                    <a:pt x="3888823" y="648212"/>
                  </a:lnTo>
                  <a:cubicBezTo>
                    <a:pt x="3888823" y="648212"/>
                    <a:pt x="3888823" y="648212"/>
                    <a:pt x="3887708" y="648212"/>
                  </a:cubicBezTo>
                  <a:lnTo>
                    <a:pt x="3879906" y="648212"/>
                  </a:lnTo>
                  <a:cubicBezTo>
                    <a:pt x="3879906" y="648212"/>
                    <a:pt x="3879906" y="648212"/>
                    <a:pt x="3879906" y="646698"/>
                  </a:cubicBezTo>
                  <a:lnTo>
                    <a:pt x="3879906" y="636107"/>
                  </a:lnTo>
                  <a:cubicBezTo>
                    <a:pt x="3879906" y="636107"/>
                    <a:pt x="3879906" y="636107"/>
                    <a:pt x="3881022" y="636107"/>
                  </a:cubicBezTo>
                  <a:lnTo>
                    <a:pt x="3888823" y="636107"/>
                  </a:lnTo>
                  <a:cubicBezTo>
                    <a:pt x="3888823" y="636107"/>
                    <a:pt x="3888823" y="636107"/>
                    <a:pt x="3888823" y="634594"/>
                  </a:cubicBezTo>
                  <a:lnTo>
                    <a:pt x="3888823" y="624002"/>
                  </a:lnTo>
                  <a:cubicBezTo>
                    <a:pt x="3888823" y="624002"/>
                    <a:pt x="3888823" y="624002"/>
                    <a:pt x="3887708" y="624002"/>
                  </a:cubicBezTo>
                  <a:lnTo>
                    <a:pt x="3879906" y="624002"/>
                  </a:lnTo>
                  <a:cubicBezTo>
                    <a:pt x="3879906" y="624002"/>
                    <a:pt x="3879906" y="624002"/>
                    <a:pt x="3879906" y="622489"/>
                  </a:cubicBezTo>
                  <a:lnTo>
                    <a:pt x="3879906" y="611898"/>
                  </a:lnTo>
                  <a:cubicBezTo>
                    <a:pt x="3879906" y="611898"/>
                    <a:pt x="3879906" y="611898"/>
                    <a:pt x="3881022" y="611898"/>
                  </a:cubicBezTo>
                  <a:lnTo>
                    <a:pt x="3888823" y="611898"/>
                  </a:lnTo>
                  <a:cubicBezTo>
                    <a:pt x="3888823" y="611898"/>
                    <a:pt x="3888823" y="611898"/>
                    <a:pt x="3888823" y="610763"/>
                  </a:cubicBezTo>
                  <a:lnTo>
                    <a:pt x="3888823" y="602819"/>
                  </a:lnTo>
                  <a:cubicBezTo>
                    <a:pt x="3888823" y="602819"/>
                    <a:pt x="3888823" y="602819"/>
                    <a:pt x="3887708" y="602819"/>
                  </a:cubicBezTo>
                  <a:lnTo>
                    <a:pt x="3879906" y="602819"/>
                  </a:lnTo>
                  <a:cubicBezTo>
                    <a:pt x="3879906" y="602819"/>
                    <a:pt x="3879906" y="602819"/>
                    <a:pt x="3879906" y="601307"/>
                  </a:cubicBezTo>
                  <a:lnTo>
                    <a:pt x="3879906" y="590714"/>
                  </a:lnTo>
                  <a:cubicBezTo>
                    <a:pt x="3879906" y="590714"/>
                    <a:pt x="3879906" y="590714"/>
                    <a:pt x="3881022" y="590714"/>
                  </a:cubicBezTo>
                  <a:lnTo>
                    <a:pt x="3888823" y="590714"/>
                  </a:lnTo>
                  <a:cubicBezTo>
                    <a:pt x="3888823" y="590714"/>
                    <a:pt x="3888823" y="590714"/>
                    <a:pt x="3888823" y="589202"/>
                  </a:cubicBezTo>
                  <a:lnTo>
                    <a:pt x="3888823" y="578610"/>
                  </a:lnTo>
                  <a:cubicBezTo>
                    <a:pt x="3888823" y="578610"/>
                    <a:pt x="3888823" y="578610"/>
                    <a:pt x="3887708" y="578610"/>
                  </a:cubicBezTo>
                  <a:lnTo>
                    <a:pt x="3879906" y="578610"/>
                  </a:lnTo>
                  <a:cubicBezTo>
                    <a:pt x="3879906" y="578610"/>
                    <a:pt x="3879906" y="578610"/>
                    <a:pt x="3879906" y="577096"/>
                  </a:cubicBezTo>
                  <a:lnTo>
                    <a:pt x="3879906" y="566505"/>
                  </a:lnTo>
                  <a:cubicBezTo>
                    <a:pt x="3879906" y="566505"/>
                    <a:pt x="3879906" y="566505"/>
                    <a:pt x="3881022" y="566505"/>
                  </a:cubicBezTo>
                  <a:lnTo>
                    <a:pt x="3888823" y="566505"/>
                  </a:lnTo>
                  <a:cubicBezTo>
                    <a:pt x="3888823" y="566505"/>
                    <a:pt x="3888823" y="566505"/>
                    <a:pt x="3888823" y="565370"/>
                  </a:cubicBezTo>
                  <a:lnTo>
                    <a:pt x="3888823" y="557427"/>
                  </a:lnTo>
                  <a:cubicBezTo>
                    <a:pt x="3888823" y="557427"/>
                    <a:pt x="3888823" y="557427"/>
                    <a:pt x="3887708" y="557427"/>
                  </a:cubicBezTo>
                  <a:lnTo>
                    <a:pt x="3879906" y="557427"/>
                  </a:lnTo>
                  <a:cubicBezTo>
                    <a:pt x="3879906" y="557427"/>
                    <a:pt x="3879906" y="557427"/>
                    <a:pt x="3879906" y="555914"/>
                  </a:cubicBezTo>
                  <a:lnTo>
                    <a:pt x="3879906" y="545322"/>
                  </a:lnTo>
                  <a:cubicBezTo>
                    <a:pt x="3879906" y="545322"/>
                    <a:pt x="3879906" y="545322"/>
                    <a:pt x="3881022" y="545322"/>
                  </a:cubicBezTo>
                  <a:lnTo>
                    <a:pt x="3888823" y="545322"/>
                  </a:lnTo>
                  <a:cubicBezTo>
                    <a:pt x="3888823" y="545322"/>
                    <a:pt x="3888823" y="545322"/>
                    <a:pt x="3887708" y="543053"/>
                  </a:cubicBezTo>
                  <a:lnTo>
                    <a:pt x="3879906" y="527166"/>
                  </a:lnTo>
                  <a:cubicBezTo>
                    <a:pt x="3879906" y="527166"/>
                    <a:pt x="3879906" y="527166"/>
                    <a:pt x="3879906" y="478746"/>
                  </a:cubicBezTo>
                  <a:cubicBezTo>
                    <a:pt x="3879906" y="478746"/>
                    <a:pt x="3879906" y="478746"/>
                    <a:pt x="4029251" y="478746"/>
                  </a:cubicBezTo>
                  <a:cubicBezTo>
                    <a:pt x="4029251" y="478746"/>
                    <a:pt x="4029251" y="478746"/>
                    <a:pt x="4042623" y="505982"/>
                  </a:cubicBezTo>
                  <a:cubicBezTo>
                    <a:pt x="4042623" y="505982"/>
                    <a:pt x="4042623" y="505982"/>
                    <a:pt x="4042623" y="566505"/>
                  </a:cubicBezTo>
                  <a:cubicBezTo>
                    <a:pt x="4042623" y="566505"/>
                    <a:pt x="4042623" y="566505"/>
                    <a:pt x="4041510" y="566505"/>
                  </a:cubicBezTo>
                  <a:lnTo>
                    <a:pt x="4033708" y="566505"/>
                  </a:lnTo>
                  <a:cubicBezTo>
                    <a:pt x="4033708" y="566505"/>
                    <a:pt x="4033708" y="566505"/>
                    <a:pt x="4033708" y="568018"/>
                  </a:cubicBezTo>
                  <a:lnTo>
                    <a:pt x="4033708" y="578610"/>
                  </a:lnTo>
                  <a:cubicBezTo>
                    <a:pt x="4033708" y="578610"/>
                    <a:pt x="4033708" y="578610"/>
                    <a:pt x="4034823" y="578610"/>
                  </a:cubicBezTo>
                  <a:lnTo>
                    <a:pt x="4042623" y="578610"/>
                  </a:lnTo>
                  <a:cubicBezTo>
                    <a:pt x="4042623" y="578610"/>
                    <a:pt x="4042623" y="578610"/>
                    <a:pt x="4042623" y="580123"/>
                  </a:cubicBezTo>
                  <a:lnTo>
                    <a:pt x="4042623" y="590714"/>
                  </a:lnTo>
                  <a:cubicBezTo>
                    <a:pt x="4042623" y="590714"/>
                    <a:pt x="4042623" y="590714"/>
                    <a:pt x="4041510" y="590714"/>
                  </a:cubicBezTo>
                  <a:lnTo>
                    <a:pt x="4033708" y="590714"/>
                  </a:lnTo>
                  <a:cubicBezTo>
                    <a:pt x="4033708" y="590714"/>
                    <a:pt x="4033708" y="590714"/>
                    <a:pt x="4033708" y="592227"/>
                  </a:cubicBezTo>
                  <a:lnTo>
                    <a:pt x="4033708" y="602819"/>
                  </a:lnTo>
                  <a:cubicBezTo>
                    <a:pt x="4033708" y="602819"/>
                    <a:pt x="4033708" y="602819"/>
                    <a:pt x="4034823" y="602819"/>
                  </a:cubicBezTo>
                  <a:lnTo>
                    <a:pt x="4042623" y="602819"/>
                  </a:lnTo>
                  <a:cubicBezTo>
                    <a:pt x="4042623" y="602819"/>
                    <a:pt x="4042623" y="602819"/>
                    <a:pt x="4042623" y="603955"/>
                  </a:cubicBezTo>
                  <a:lnTo>
                    <a:pt x="4042623" y="611898"/>
                  </a:lnTo>
                  <a:cubicBezTo>
                    <a:pt x="4042623" y="611898"/>
                    <a:pt x="4042623" y="611898"/>
                    <a:pt x="4041510" y="611898"/>
                  </a:cubicBezTo>
                  <a:lnTo>
                    <a:pt x="4033708" y="611898"/>
                  </a:lnTo>
                  <a:cubicBezTo>
                    <a:pt x="4033708" y="611898"/>
                    <a:pt x="4033708" y="611898"/>
                    <a:pt x="4033708" y="613411"/>
                  </a:cubicBezTo>
                  <a:lnTo>
                    <a:pt x="4033708" y="624002"/>
                  </a:lnTo>
                  <a:cubicBezTo>
                    <a:pt x="4033708" y="624002"/>
                    <a:pt x="4033708" y="624002"/>
                    <a:pt x="4034823" y="624002"/>
                  </a:cubicBezTo>
                  <a:lnTo>
                    <a:pt x="4042623" y="624002"/>
                  </a:lnTo>
                  <a:cubicBezTo>
                    <a:pt x="4042623" y="624002"/>
                    <a:pt x="4042623" y="624002"/>
                    <a:pt x="4042623" y="625516"/>
                  </a:cubicBezTo>
                  <a:lnTo>
                    <a:pt x="4042623" y="636107"/>
                  </a:lnTo>
                  <a:cubicBezTo>
                    <a:pt x="4042623" y="636107"/>
                    <a:pt x="4042623" y="636107"/>
                    <a:pt x="4041510" y="636107"/>
                  </a:cubicBezTo>
                  <a:lnTo>
                    <a:pt x="4033708" y="636107"/>
                  </a:lnTo>
                  <a:cubicBezTo>
                    <a:pt x="4033708" y="636107"/>
                    <a:pt x="4033708" y="636107"/>
                    <a:pt x="4033708" y="637620"/>
                  </a:cubicBezTo>
                  <a:lnTo>
                    <a:pt x="4033708" y="648212"/>
                  </a:lnTo>
                  <a:cubicBezTo>
                    <a:pt x="4033708" y="648212"/>
                    <a:pt x="4033708" y="648212"/>
                    <a:pt x="4034823" y="648212"/>
                  </a:cubicBezTo>
                  <a:lnTo>
                    <a:pt x="4042623" y="648212"/>
                  </a:lnTo>
                  <a:cubicBezTo>
                    <a:pt x="4042623" y="648212"/>
                    <a:pt x="4042623" y="648212"/>
                    <a:pt x="4042623" y="649346"/>
                  </a:cubicBezTo>
                  <a:lnTo>
                    <a:pt x="4042623" y="657290"/>
                  </a:lnTo>
                  <a:cubicBezTo>
                    <a:pt x="4042623" y="657290"/>
                    <a:pt x="4042623" y="657290"/>
                    <a:pt x="4041510" y="657290"/>
                  </a:cubicBezTo>
                  <a:lnTo>
                    <a:pt x="4033708" y="657290"/>
                  </a:lnTo>
                  <a:cubicBezTo>
                    <a:pt x="4033708" y="657290"/>
                    <a:pt x="4033708" y="657290"/>
                    <a:pt x="4033708" y="658804"/>
                  </a:cubicBezTo>
                  <a:lnTo>
                    <a:pt x="4033708" y="669395"/>
                  </a:lnTo>
                  <a:cubicBezTo>
                    <a:pt x="4033708" y="669395"/>
                    <a:pt x="4033708" y="669395"/>
                    <a:pt x="4034823" y="669395"/>
                  </a:cubicBezTo>
                  <a:lnTo>
                    <a:pt x="4042623" y="669395"/>
                  </a:lnTo>
                  <a:cubicBezTo>
                    <a:pt x="4042623" y="669395"/>
                    <a:pt x="4042623" y="669395"/>
                    <a:pt x="4042623" y="670908"/>
                  </a:cubicBezTo>
                  <a:lnTo>
                    <a:pt x="4042623" y="681500"/>
                  </a:lnTo>
                  <a:cubicBezTo>
                    <a:pt x="4042623" y="681500"/>
                    <a:pt x="4042623" y="681500"/>
                    <a:pt x="4041510" y="681500"/>
                  </a:cubicBezTo>
                  <a:lnTo>
                    <a:pt x="4033708" y="681500"/>
                  </a:lnTo>
                  <a:cubicBezTo>
                    <a:pt x="4033708" y="681500"/>
                    <a:pt x="4033708" y="681500"/>
                    <a:pt x="4033708" y="682634"/>
                  </a:cubicBezTo>
                  <a:lnTo>
                    <a:pt x="4033708" y="690579"/>
                  </a:lnTo>
                  <a:cubicBezTo>
                    <a:pt x="4033708" y="690579"/>
                    <a:pt x="4033708" y="690579"/>
                    <a:pt x="4034823" y="690579"/>
                  </a:cubicBezTo>
                  <a:lnTo>
                    <a:pt x="4042623" y="690579"/>
                  </a:lnTo>
                  <a:cubicBezTo>
                    <a:pt x="4042623" y="690579"/>
                    <a:pt x="4042623" y="690579"/>
                    <a:pt x="4042623" y="692091"/>
                  </a:cubicBezTo>
                  <a:lnTo>
                    <a:pt x="4042623" y="702682"/>
                  </a:lnTo>
                  <a:cubicBezTo>
                    <a:pt x="4042623" y="702682"/>
                    <a:pt x="4042623" y="702682"/>
                    <a:pt x="4041510" y="702682"/>
                  </a:cubicBezTo>
                  <a:lnTo>
                    <a:pt x="4033708" y="702682"/>
                  </a:lnTo>
                  <a:cubicBezTo>
                    <a:pt x="4033708" y="702682"/>
                    <a:pt x="4033708" y="702682"/>
                    <a:pt x="4033708" y="704195"/>
                  </a:cubicBezTo>
                  <a:lnTo>
                    <a:pt x="4033708" y="714788"/>
                  </a:lnTo>
                  <a:cubicBezTo>
                    <a:pt x="4033708" y="714788"/>
                    <a:pt x="4033708" y="714788"/>
                    <a:pt x="4034823" y="714788"/>
                  </a:cubicBezTo>
                  <a:lnTo>
                    <a:pt x="4042623" y="714788"/>
                  </a:lnTo>
                  <a:cubicBezTo>
                    <a:pt x="4042623" y="714788"/>
                    <a:pt x="4042623" y="714788"/>
                    <a:pt x="4042623" y="716300"/>
                  </a:cubicBezTo>
                  <a:lnTo>
                    <a:pt x="4042623" y="726892"/>
                  </a:lnTo>
                  <a:cubicBezTo>
                    <a:pt x="4042623" y="726892"/>
                    <a:pt x="4042623" y="726892"/>
                    <a:pt x="4041510" y="726892"/>
                  </a:cubicBezTo>
                  <a:lnTo>
                    <a:pt x="4033708" y="726892"/>
                  </a:lnTo>
                  <a:cubicBezTo>
                    <a:pt x="4033708" y="726892"/>
                    <a:pt x="4033708" y="726892"/>
                    <a:pt x="4033708" y="728027"/>
                  </a:cubicBezTo>
                  <a:lnTo>
                    <a:pt x="4033708" y="735970"/>
                  </a:lnTo>
                  <a:cubicBezTo>
                    <a:pt x="4033708" y="735970"/>
                    <a:pt x="4033708" y="735970"/>
                    <a:pt x="4034823" y="735970"/>
                  </a:cubicBezTo>
                  <a:lnTo>
                    <a:pt x="4042623" y="735970"/>
                  </a:lnTo>
                  <a:cubicBezTo>
                    <a:pt x="4042623" y="735970"/>
                    <a:pt x="4042623" y="735970"/>
                    <a:pt x="4042623" y="737484"/>
                  </a:cubicBezTo>
                  <a:lnTo>
                    <a:pt x="4042623" y="748075"/>
                  </a:lnTo>
                  <a:cubicBezTo>
                    <a:pt x="4042623" y="748075"/>
                    <a:pt x="4042623" y="748075"/>
                    <a:pt x="4041510" y="748075"/>
                  </a:cubicBezTo>
                  <a:lnTo>
                    <a:pt x="4033708" y="748075"/>
                  </a:lnTo>
                  <a:cubicBezTo>
                    <a:pt x="4033708" y="748075"/>
                    <a:pt x="4033708" y="748075"/>
                    <a:pt x="4033708" y="749588"/>
                  </a:cubicBezTo>
                  <a:lnTo>
                    <a:pt x="4033708" y="760181"/>
                  </a:lnTo>
                  <a:cubicBezTo>
                    <a:pt x="4033708" y="760181"/>
                    <a:pt x="4033708" y="760181"/>
                    <a:pt x="4034823" y="760181"/>
                  </a:cubicBezTo>
                  <a:lnTo>
                    <a:pt x="4042623" y="760181"/>
                  </a:lnTo>
                  <a:cubicBezTo>
                    <a:pt x="4042623" y="760181"/>
                    <a:pt x="4042623" y="760181"/>
                    <a:pt x="4042623" y="761314"/>
                  </a:cubicBezTo>
                  <a:lnTo>
                    <a:pt x="4042623" y="769258"/>
                  </a:lnTo>
                  <a:cubicBezTo>
                    <a:pt x="4042623" y="769258"/>
                    <a:pt x="4042623" y="769258"/>
                    <a:pt x="4041510" y="769258"/>
                  </a:cubicBezTo>
                  <a:lnTo>
                    <a:pt x="4033708" y="769258"/>
                  </a:lnTo>
                  <a:cubicBezTo>
                    <a:pt x="4033708" y="769258"/>
                    <a:pt x="4033708" y="769258"/>
                    <a:pt x="4033708" y="770772"/>
                  </a:cubicBezTo>
                  <a:lnTo>
                    <a:pt x="4033708" y="781363"/>
                  </a:lnTo>
                  <a:cubicBezTo>
                    <a:pt x="4033708" y="781363"/>
                    <a:pt x="4033708" y="781363"/>
                    <a:pt x="4034823" y="781363"/>
                  </a:cubicBezTo>
                  <a:lnTo>
                    <a:pt x="4042623" y="781363"/>
                  </a:lnTo>
                  <a:cubicBezTo>
                    <a:pt x="4042623" y="781363"/>
                    <a:pt x="4042623" y="781363"/>
                    <a:pt x="4042623" y="782876"/>
                  </a:cubicBezTo>
                  <a:lnTo>
                    <a:pt x="4042623" y="793468"/>
                  </a:lnTo>
                  <a:cubicBezTo>
                    <a:pt x="4042623" y="793468"/>
                    <a:pt x="4042623" y="793468"/>
                    <a:pt x="4041510" y="793468"/>
                  </a:cubicBezTo>
                  <a:lnTo>
                    <a:pt x="4033708" y="793468"/>
                  </a:lnTo>
                  <a:cubicBezTo>
                    <a:pt x="4033708" y="793468"/>
                    <a:pt x="4033708" y="793468"/>
                    <a:pt x="4033708" y="794981"/>
                  </a:cubicBezTo>
                  <a:lnTo>
                    <a:pt x="4033708" y="805572"/>
                  </a:lnTo>
                  <a:cubicBezTo>
                    <a:pt x="4033708" y="805572"/>
                    <a:pt x="4033708" y="805572"/>
                    <a:pt x="4034823" y="805572"/>
                  </a:cubicBezTo>
                  <a:lnTo>
                    <a:pt x="4042623" y="805572"/>
                  </a:lnTo>
                  <a:cubicBezTo>
                    <a:pt x="4042623" y="805572"/>
                    <a:pt x="4042623" y="805572"/>
                    <a:pt x="4042623" y="806707"/>
                  </a:cubicBezTo>
                  <a:lnTo>
                    <a:pt x="4042623" y="814651"/>
                  </a:lnTo>
                  <a:cubicBezTo>
                    <a:pt x="4042623" y="814651"/>
                    <a:pt x="4042623" y="814651"/>
                    <a:pt x="4041510" y="814651"/>
                  </a:cubicBezTo>
                  <a:lnTo>
                    <a:pt x="4033708" y="814651"/>
                  </a:lnTo>
                  <a:cubicBezTo>
                    <a:pt x="4033708" y="814651"/>
                    <a:pt x="4033708" y="814651"/>
                    <a:pt x="4033708" y="816163"/>
                  </a:cubicBezTo>
                  <a:lnTo>
                    <a:pt x="4033708" y="826756"/>
                  </a:lnTo>
                  <a:cubicBezTo>
                    <a:pt x="4033708" y="826756"/>
                    <a:pt x="4033708" y="826756"/>
                    <a:pt x="4058227" y="853992"/>
                  </a:cubicBezTo>
                  <a:cubicBezTo>
                    <a:pt x="4058227" y="860044"/>
                    <a:pt x="4058227" y="860044"/>
                    <a:pt x="4057113" y="860044"/>
                  </a:cubicBezTo>
                  <a:lnTo>
                    <a:pt x="4049311" y="860044"/>
                  </a:lnTo>
                  <a:cubicBezTo>
                    <a:pt x="4049311" y="860044"/>
                    <a:pt x="4049311" y="860044"/>
                    <a:pt x="4049311" y="893331"/>
                  </a:cubicBezTo>
                  <a:cubicBezTo>
                    <a:pt x="4049311" y="893331"/>
                    <a:pt x="4049311" y="893331"/>
                    <a:pt x="4050427" y="893331"/>
                  </a:cubicBezTo>
                  <a:lnTo>
                    <a:pt x="4058227" y="893331"/>
                  </a:lnTo>
                  <a:cubicBezTo>
                    <a:pt x="4058227" y="893331"/>
                    <a:pt x="4058227" y="893331"/>
                    <a:pt x="4058227" y="891440"/>
                  </a:cubicBezTo>
                  <a:lnTo>
                    <a:pt x="4058227" y="878201"/>
                  </a:lnTo>
                  <a:cubicBezTo>
                    <a:pt x="4058227" y="878201"/>
                    <a:pt x="4058227" y="878201"/>
                    <a:pt x="4059342" y="877444"/>
                  </a:cubicBezTo>
                  <a:lnTo>
                    <a:pt x="4067142" y="872149"/>
                  </a:lnTo>
                  <a:cubicBezTo>
                    <a:pt x="4067142" y="872149"/>
                    <a:pt x="4067142" y="872149"/>
                    <a:pt x="4069094" y="872149"/>
                  </a:cubicBezTo>
                  <a:lnTo>
                    <a:pt x="4082747" y="872149"/>
                  </a:lnTo>
                  <a:cubicBezTo>
                    <a:pt x="4082747" y="872149"/>
                    <a:pt x="4082747" y="872149"/>
                    <a:pt x="4082747" y="873661"/>
                  </a:cubicBezTo>
                  <a:lnTo>
                    <a:pt x="4082747" y="884253"/>
                  </a:lnTo>
                  <a:cubicBezTo>
                    <a:pt x="4082747" y="884253"/>
                    <a:pt x="4082747" y="884253"/>
                    <a:pt x="4084419" y="884253"/>
                  </a:cubicBezTo>
                  <a:lnTo>
                    <a:pt x="4096121" y="884253"/>
                  </a:lnTo>
                  <a:cubicBezTo>
                    <a:pt x="4096121" y="890305"/>
                    <a:pt x="4096121" y="890305"/>
                    <a:pt x="4097235" y="890305"/>
                  </a:cubicBezTo>
                  <a:lnTo>
                    <a:pt x="4105038" y="890305"/>
                  </a:lnTo>
                  <a:cubicBezTo>
                    <a:pt x="4105038" y="890305"/>
                    <a:pt x="4105038" y="890305"/>
                    <a:pt x="4129555" y="932671"/>
                  </a:cubicBezTo>
                  <a:cubicBezTo>
                    <a:pt x="4129555" y="932671"/>
                    <a:pt x="4129555" y="932671"/>
                    <a:pt x="4129555" y="951821"/>
                  </a:cubicBezTo>
                  <a:lnTo>
                    <a:pt x="4129555" y="970823"/>
                  </a:lnTo>
                  <a:lnTo>
                    <a:pt x="4138472" y="970823"/>
                  </a:lnTo>
                  <a:lnTo>
                    <a:pt x="4138472" y="956881"/>
                  </a:lnTo>
                  <a:cubicBezTo>
                    <a:pt x="4138472" y="956881"/>
                    <a:pt x="4138472" y="956881"/>
                    <a:pt x="4139308" y="956881"/>
                  </a:cubicBezTo>
                  <a:lnTo>
                    <a:pt x="4145159" y="956881"/>
                  </a:lnTo>
                  <a:cubicBezTo>
                    <a:pt x="4145159" y="956881"/>
                    <a:pt x="4145159" y="956881"/>
                    <a:pt x="4145159" y="958394"/>
                  </a:cubicBezTo>
                  <a:lnTo>
                    <a:pt x="4145159" y="968985"/>
                  </a:lnTo>
                  <a:cubicBezTo>
                    <a:pt x="4154075" y="972013"/>
                    <a:pt x="4154075" y="972013"/>
                    <a:pt x="4154075" y="905436"/>
                  </a:cubicBezTo>
                  <a:cubicBezTo>
                    <a:pt x="4154075" y="905436"/>
                    <a:pt x="4154075" y="905436"/>
                    <a:pt x="4191968" y="905436"/>
                  </a:cubicBezTo>
                  <a:cubicBezTo>
                    <a:pt x="4191968" y="905436"/>
                    <a:pt x="4191968" y="905436"/>
                    <a:pt x="4191968" y="808599"/>
                  </a:cubicBezTo>
                  <a:cubicBezTo>
                    <a:pt x="4191968" y="808599"/>
                    <a:pt x="4191968" y="808599"/>
                    <a:pt x="4227631" y="808599"/>
                  </a:cubicBezTo>
                  <a:cubicBezTo>
                    <a:pt x="4227631" y="808599"/>
                    <a:pt x="4227631" y="808599"/>
                    <a:pt x="4227631" y="807464"/>
                  </a:cubicBezTo>
                  <a:lnTo>
                    <a:pt x="4227631" y="799520"/>
                  </a:lnTo>
                  <a:cubicBezTo>
                    <a:pt x="4227631" y="799520"/>
                    <a:pt x="4227631" y="799520"/>
                    <a:pt x="4249922" y="799520"/>
                  </a:cubicBezTo>
                  <a:cubicBezTo>
                    <a:pt x="4249922" y="799520"/>
                    <a:pt x="4249922" y="799520"/>
                    <a:pt x="4249922" y="748075"/>
                  </a:cubicBezTo>
                  <a:cubicBezTo>
                    <a:pt x="4245463" y="748075"/>
                    <a:pt x="4245463" y="748075"/>
                    <a:pt x="4245463" y="745805"/>
                  </a:cubicBezTo>
                  <a:lnTo>
                    <a:pt x="4245463" y="729918"/>
                  </a:lnTo>
                  <a:lnTo>
                    <a:pt x="4249922" y="732945"/>
                  </a:lnTo>
                  <a:cubicBezTo>
                    <a:pt x="4249922" y="732945"/>
                    <a:pt x="4249922" y="732945"/>
                    <a:pt x="4254381" y="702682"/>
                  </a:cubicBezTo>
                  <a:cubicBezTo>
                    <a:pt x="4254381" y="702682"/>
                    <a:pt x="4254381" y="702682"/>
                    <a:pt x="4258839" y="732945"/>
                  </a:cubicBezTo>
                  <a:cubicBezTo>
                    <a:pt x="4261067" y="729918"/>
                    <a:pt x="4261067" y="729918"/>
                    <a:pt x="4261346" y="728783"/>
                  </a:cubicBezTo>
                  <a:lnTo>
                    <a:pt x="4263297" y="720840"/>
                  </a:lnTo>
                  <a:cubicBezTo>
                    <a:pt x="4263297" y="720840"/>
                    <a:pt x="4263297" y="720840"/>
                    <a:pt x="4263853" y="719327"/>
                  </a:cubicBezTo>
                  <a:lnTo>
                    <a:pt x="4267754" y="708734"/>
                  </a:lnTo>
                  <a:cubicBezTo>
                    <a:pt x="4267754" y="708734"/>
                    <a:pt x="4267754" y="708734"/>
                    <a:pt x="4268311" y="707222"/>
                  </a:cubicBezTo>
                  <a:lnTo>
                    <a:pt x="4272213" y="696631"/>
                  </a:lnTo>
                  <a:cubicBezTo>
                    <a:pt x="4272213" y="696631"/>
                    <a:pt x="4272213" y="696631"/>
                    <a:pt x="4273605" y="695495"/>
                  </a:cubicBezTo>
                  <a:lnTo>
                    <a:pt x="4283357" y="687552"/>
                  </a:lnTo>
                  <a:cubicBezTo>
                    <a:pt x="4283357" y="687552"/>
                    <a:pt x="4283357" y="687552"/>
                    <a:pt x="4285030" y="686039"/>
                  </a:cubicBezTo>
                  <a:lnTo>
                    <a:pt x="4296732" y="675447"/>
                  </a:lnTo>
                  <a:cubicBezTo>
                    <a:pt x="4296732" y="675447"/>
                    <a:pt x="4296732" y="675447"/>
                    <a:pt x="4297568" y="673934"/>
                  </a:cubicBezTo>
                  <a:lnTo>
                    <a:pt x="4303418" y="663343"/>
                  </a:lnTo>
                  <a:cubicBezTo>
                    <a:pt x="4303418" y="663343"/>
                    <a:pt x="4303418" y="663343"/>
                    <a:pt x="4303976" y="660695"/>
                  </a:cubicBezTo>
                  <a:lnTo>
                    <a:pt x="4307877" y="642159"/>
                  </a:lnTo>
                  <a:cubicBezTo>
                    <a:pt x="4307877" y="642159"/>
                    <a:pt x="4307877" y="642159"/>
                    <a:pt x="4308435" y="644807"/>
                  </a:cubicBezTo>
                  <a:lnTo>
                    <a:pt x="4312335" y="663343"/>
                  </a:lnTo>
                  <a:cubicBezTo>
                    <a:pt x="4312335" y="663343"/>
                    <a:pt x="4312335" y="663343"/>
                    <a:pt x="4312893" y="664477"/>
                  </a:cubicBezTo>
                  <a:lnTo>
                    <a:pt x="4316793" y="672421"/>
                  </a:lnTo>
                  <a:cubicBezTo>
                    <a:pt x="4316793" y="672421"/>
                    <a:pt x="4316793" y="672421"/>
                    <a:pt x="4318186" y="673934"/>
                  </a:cubicBezTo>
                  <a:lnTo>
                    <a:pt x="4327938" y="684525"/>
                  </a:lnTo>
                  <a:cubicBezTo>
                    <a:pt x="4327938" y="684525"/>
                    <a:pt x="4327938" y="684525"/>
                    <a:pt x="4329054" y="686039"/>
                  </a:cubicBezTo>
                  <a:lnTo>
                    <a:pt x="4336853" y="696631"/>
                  </a:lnTo>
                  <a:cubicBezTo>
                    <a:pt x="4336853" y="696631"/>
                    <a:pt x="4336853" y="696631"/>
                    <a:pt x="4337969" y="698143"/>
                  </a:cubicBezTo>
                  <a:lnTo>
                    <a:pt x="4345771" y="708734"/>
                  </a:lnTo>
                  <a:cubicBezTo>
                    <a:pt x="4345771" y="708734"/>
                    <a:pt x="4345771" y="708734"/>
                    <a:pt x="4346049" y="710248"/>
                  </a:cubicBezTo>
                  <a:lnTo>
                    <a:pt x="4347998" y="720840"/>
                  </a:lnTo>
                  <a:cubicBezTo>
                    <a:pt x="4347998" y="720840"/>
                    <a:pt x="4347998" y="720840"/>
                    <a:pt x="4348277" y="722352"/>
                  </a:cubicBezTo>
                  <a:lnTo>
                    <a:pt x="4350228" y="732945"/>
                  </a:lnTo>
                  <a:cubicBezTo>
                    <a:pt x="4354685" y="732945"/>
                    <a:pt x="4354685" y="732945"/>
                    <a:pt x="4356914" y="702682"/>
                  </a:cubicBezTo>
                  <a:cubicBezTo>
                    <a:pt x="4356914" y="702682"/>
                    <a:pt x="4356914" y="702682"/>
                    <a:pt x="4361373" y="732945"/>
                  </a:cubicBezTo>
                  <a:cubicBezTo>
                    <a:pt x="4365830" y="732945"/>
                    <a:pt x="4365830" y="732945"/>
                    <a:pt x="4365830" y="735214"/>
                  </a:cubicBezTo>
                  <a:lnTo>
                    <a:pt x="4365830" y="751102"/>
                  </a:lnTo>
                  <a:cubicBezTo>
                    <a:pt x="4361373" y="751102"/>
                    <a:pt x="4361373" y="751102"/>
                    <a:pt x="4361373" y="793468"/>
                  </a:cubicBezTo>
                  <a:cubicBezTo>
                    <a:pt x="4361373" y="793468"/>
                    <a:pt x="4361373" y="793468"/>
                    <a:pt x="4362489" y="793468"/>
                  </a:cubicBezTo>
                  <a:lnTo>
                    <a:pt x="4370289" y="793468"/>
                  </a:lnTo>
                  <a:cubicBezTo>
                    <a:pt x="4370289" y="799520"/>
                    <a:pt x="4370289" y="799520"/>
                    <a:pt x="4371126" y="799520"/>
                  </a:cubicBezTo>
                  <a:lnTo>
                    <a:pt x="4376976" y="799520"/>
                  </a:lnTo>
                  <a:cubicBezTo>
                    <a:pt x="4376976" y="799520"/>
                    <a:pt x="4376976" y="799520"/>
                    <a:pt x="4376976" y="798007"/>
                  </a:cubicBezTo>
                  <a:lnTo>
                    <a:pt x="4376976" y="787415"/>
                  </a:lnTo>
                  <a:cubicBezTo>
                    <a:pt x="4376976" y="787415"/>
                    <a:pt x="4376976" y="787415"/>
                    <a:pt x="4379206" y="787415"/>
                  </a:cubicBezTo>
                  <a:lnTo>
                    <a:pt x="4394808" y="787415"/>
                  </a:lnTo>
                  <a:cubicBezTo>
                    <a:pt x="4394808" y="787415"/>
                    <a:pt x="4394808" y="787415"/>
                    <a:pt x="4394808" y="784767"/>
                  </a:cubicBezTo>
                  <a:lnTo>
                    <a:pt x="4394808" y="766232"/>
                  </a:lnTo>
                  <a:cubicBezTo>
                    <a:pt x="4394808" y="766232"/>
                    <a:pt x="4394808" y="766232"/>
                    <a:pt x="4432702" y="766232"/>
                  </a:cubicBezTo>
                  <a:cubicBezTo>
                    <a:pt x="4432702" y="766232"/>
                    <a:pt x="4432702" y="766232"/>
                    <a:pt x="4432702" y="768124"/>
                  </a:cubicBezTo>
                  <a:lnTo>
                    <a:pt x="4432702" y="781363"/>
                  </a:lnTo>
                  <a:cubicBezTo>
                    <a:pt x="4432702" y="781363"/>
                    <a:pt x="4432702" y="781363"/>
                    <a:pt x="4452762" y="781363"/>
                  </a:cubicBezTo>
                  <a:cubicBezTo>
                    <a:pt x="4452762" y="781363"/>
                    <a:pt x="4452762" y="781363"/>
                    <a:pt x="4452762" y="784390"/>
                  </a:cubicBezTo>
                  <a:lnTo>
                    <a:pt x="4452762" y="805572"/>
                  </a:lnTo>
                  <a:cubicBezTo>
                    <a:pt x="4448306" y="805572"/>
                    <a:pt x="4448306" y="805572"/>
                    <a:pt x="4448306" y="806707"/>
                  </a:cubicBezTo>
                  <a:lnTo>
                    <a:pt x="4448306" y="814651"/>
                  </a:lnTo>
                  <a:cubicBezTo>
                    <a:pt x="4452762" y="814651"/>
                    <a:pt x="4452762" y="814651"/>
                    <a:pt x="4452762" y="816921"/>
                  </a:cubicBezTo>
                  <a:lnTo>
                    <a:pt x="4452762" y="832808"/>
                  </a:lnTo>
                  <a:lnTo>
                    <a:pt x="4448306" y="838860"/>
                  </a:lnTo>
                  <a:cubicBezTo>
                    <a:pt x="4448306" y="838860"/>
                    <a:pt x="4448306" y="838860"/>
                    <a:pt x="4448306" y="911488"/>
                  </a:cubicBezTo>
                  <a:cubicBezTo>
                    <a:pt x="4448306" y="911488"/>
                    <a:pt x="4448306" y="911488"/>
                    <a:pt x="4450255" y="911488"/>
                  </a:cubicBezTo>
                  <a:lnTo>
                    <a:pt x="4463908" y="911488"/>
                  </a:lnTo>
                  <a:cubicBezTo>
                    <a:pt x="4463908" y="917540"/>
                    <a:pt x="4463908" y="917540"/>
                    <a:pt x="4465579" y="917540"/>
                  </a:cubicBezTo>
                  <a:lnTo>
                    <a:pt x="4477282" y="917540"/>
                  </a:lnTo>
                  <a:cubicBezTo>
                    <a:pt x="4477282" y="917540"/>
                    <a:pt x="4477282" y="917540"/>
                    <a:pt x="4477282" y="920188"/>
                  </a:cubicBezTo>
                  <a:lnTo>
                    <a:pt x="4477282" y="938724"/>
                  </a:lnTo>
                  <a:cubicBezTo>
                    <a:pt x="4477282" y="938724"/>
                    <a:pt x="4477282" y="938724"/>
                    <a:pt x="4478955" y="938724"/>
                  </a:cubicBezTo>
                  <a:lnTo>
                    <a:pt x="4490656" y="938724"/>
                  </a:lnTo>
                  <a:cubicBezTo>
                    <a:pt x="4490656" y="938724"/>
                    <a:pt x="4490656" y="938724"/>
                    <a:pt x="4490656" y="936076"/>
                  </a:cubicBezTo>
                  <a:lnTo>
                    <a:pt x="4490656" y="917540"/>
                  </a:lnTo>
                  <a:cubicBezTo>
                    <a:pt x="4490656" y="917540"/>
                    <a:pt x="4490656" y="917540"/>
                    <a:pt x="4492605" y="916028"/>
                  </a:cubicBezTo>
                  <a:lnTo>
                    <a:pt x="4506258" y="905436"/>
                  </a:lnTo>
                  <a:cubicBezTo>
                    <a:pt x="4506258" y="905436"/>
                    <a:pt x="4506258" y="905436"/>
                    <a:pt x="4506258" y="878201"/>
                  </a:cubicBezTo>
                  <a:cubicBezTo>
                    <a:pt x="4501802" y="878201"/>
                    <a:pt x="4501802" y="878201"/>
                    <a:pt x="4501802" y="847938"/>
                  </a:cubicBezTo>
                  <a:cubicBezTo>
                    <a:pt x="4501802" y="847938"/>
                    <a:pt x="4501802" y="847938"/>
                    <a:pt x="4502914" y="847938"/>
                  </a:cubicBezTo>
                  <a:lnTo>
                    <a:pt x="4510717" y="847938"/>
                  </a:lnTo>
                  <a:cubicBezTo>
                    <a:pt x="4510717" y="844913"/>
                    <a:pt x="4510717" y="844913"/>
                    <a:pt x="4530778" y="844913"/>
                  </a:cubicBezTo>
                  <a:cubicBezTo>
                    <a:pt x="4530778" y="844913"/>
                    <a:pt x="4530778" y="844913"/>
                    <a:pt x="4530778" y="843399"/>
                  </a:cubicBezTo>
                  <a:lnTo>
                    <a:pt x="4530778" y="832808"/>
                  </a:lnTo>
                  <a:cubicBezTo>
                    <a:pt x="4530778" y="832808"/>
                    <a:pt x="4530778" y="832808"/>
                    <a:pt x="4532451" y="832808"/>
                  </a:cubicBezTo>
                  <a:lnTo>
                    <a:pt x="4544152" y="832808"/>
                  </a:lnTo>
                  <a:cubicBezTo>
                    <a:pt x="4544152" y="832808"/>
                    <a:pt x="4544152" y="832808"/>
                    <a:pt x="4544152" y="681500"/>
                  </a:cubicBezTo>
                  <a:cubicBezTo>
                    <a:pt x="4544152" y="681500"/>
                    <a:pt x="4544152" y="681500"/>
                    <a:pt x="4545267" y="681500"/>
                  </a:cubicBezTo>
                  <a:lnTo>
                    <a:pt x="4553068" y="681500"/>
                  </a:lnTo>
                  <a:cubicBezTo>
                    <a:pt x="4553068" y="681500"/>
                    <a:pt x="4553068" y="681500"/>
                    <a:pt x="4553068" y="678473"/>
                  </a:cubicBezTo>
                  <a:lnTo>
                    <a:pt x="4553068" y="657290"/>
                  </a:lnTo>
                  <a:cubicBezTo>
                    <a:pt x="4555298" y="657290"/>
                    <a:pt x="4555298" y="657290"/>
                    <a:pt x="4555298" y="596766"/>
                  </a:cubicBezTo>
                  <a:cubicBezTo>
                    <a:pt x="4555298" y="596766"/>
                    <a:pt x="4555298" y="596766"/>
                    <a:pt x="4556412" y="596766"/>
                  </a:cubicBezTo>
                  <a:lnTo>
                    <a:pt x="4564213" y="596766"/>
                  </a:lnTo>
                  <a:cubicBezTo>
                    <a:pt x="4564213" y="596766"/>
                    <a:pt x="4564213" y="596766"/>
                    <a:pt x="4564213" y="598280"/>
                  </a:cubicBezTo>
                  <a:lnTo>
                    <a:pt x="4564213" y="608871"/>
                  </a:lnTo>
                  <a:cubicBezTo>
                    <a:pt x="4568671" y="608871"/>
                    <a:pt x="4568671" y="608871"/>
                    <a:pt x="4568671" y="605845"/>
                  </a:cubicBezTo>
                  <a:lnTo>
                    <a:pt x="4568671" y="584662"/>
                  </a:lnTo>
                  <a:cubicBezTo>
                    <a:pt x="4568671" y="584662"/>
                    <a:pt x="4568671" y="584662"/>
                    <a:pt x="4570065" y="583906"/>
                  </a:cubicBezTo>
                  <a:lnTo>
                    <a:pt x="4579816" y="578610"/>
                  </a:lnTo>
                  <a:cubicBezTo>
                    <a:pt x="4579816" y="578610"/>
                    <a:pt x="4579816" y="578610"/>
                    <a:pt x="4580930" y="579367"/>
                  </a:cubicBezTo>
                  <a:lnTo>
                    <a:pt x="4588733" y="584662"/>
                  </a:lnTo>
                  <a:cubicBezTo>
                    <a:pt x="4588733" y="584662"/>
                    <a:pt x="4588733" y="584662"/>
                    <a:pt x="4590404" y="584662"/>
                  </a:cubicBezTo>
                  <a:lnTo>
                    <a:pt x="4602107" y="584662"/>
                  </a:lnTo>
                  <a:cubicBezTo>
                    <a:pt x="4602107" y="584662"/>
                    <a:pt x="4602107" y="584662"/>
                    <a:pt x="4602107" y="545322"/>
                  </a:cubicBezTo>
                  <a:cubicBezTo>
                    <a:pt x="4602107" y="545322"/>
                    <a:pt x="4602107" y="545322"/>
                    <a:pt x="4603221" y="545322"/>
                  </a:cubicBezTo>
                  <a:lnTo>
                    <a:pt x="4611021" y="545322"/>
                  </a:lnTo>
                  <a:cubicBezTo>
                    <a:pt x="4611021" y="551375"/>
                    <a:pt x="4611021" y="551375"/>
                    <a:pt x="4612414" y="551375"/>
                  </a:cubicBezTo>
                  <a:lnTo>
                    <a:pt x="4622169" y="551375"/>
                  </a:lnTo>
                  <a:cubicBezTo>
                    <a:pt x="4622169" y="545322"/>
                    <a:pt x="4622169" y="545322"/>
                    <a:pt x="4623282" y="545322"/>
                  </a:cubicBezTo>
                  <a:lnTo>
                    <a:pt x="4631084" y="545322"/>
                  </a:lnTo>
                  <a:cubicBezTo>
                    <a:pt x="4631084" y="545322"/>
                    <a:pt x="4631084" y="545322"/>
                    <a:pt x="4631084" y="590714"/>
                  </a:cubicBezTo>
                  <a:cubicBezTo>
                    <a:pt x="4631084" y="590714"/>
                    <a:pt x="4631084" y="590714"/>
                    <a:pt x="4632477" y="592227"/>
                  </a:cubicBezTo>
                  <a:lnTo>
                    <a:pt x="4642230" y="602819"/>
                  </a:lnTo>
                  <a:cubicBezTo>
                    <a:pt x="4640000" y="611898"/>
                    <a:pt x="4640000" y="611898"/>
                    <a:pt x="4664518" y="611898"/>
                  </a:cubicBezTo>
                  <a:cubicBezTo>
                    <a:pt x="4664518" y="611898"/>
                    <a:pt x="4664518" y="611898"/>
                    <a:pt x="4664518" y="610007"/>
                  </a:cubicBezTo>
                  <a:lnTo>
                    <a:pt x="4664518" y="596766"/>
                  </a:lnTo>
                  <a:cubicBezTo>
                    <a:pt x="4664518" y="596766"/>
                    <a:pt x="4664518" y="596766"/>
                    <a:pt x="4693496" y="584662"/>
                  </a:cubicBezTo>
                  <a:cubicBezTo>
                    <a:pt x="4693496" y="584662"/>
                    <a:pt x="4693496" y="584662"/>
                    <a:pt x="4693496" y="583150"/>
                  </a:cubicBezTo>
                  <a:lnTo>
                    <a:pt x="4693496" y="572557"/>
                  </a:lnTo>
                  <a:cubicBezTo>
                    <a:pt x="4693496" y="572557"/>
                    <a:pt x="4693496" y="572557"/>
                    <a:pt x="4694332" y="572557"/>
                  </a:cubicBezTo>
                  <a:lnTo>
                    <a:pt x="4700182" y="572557"/>
                  </a:lnTo>
                  <a:cubicBezTo>
                    <a:pt x="4700182" y="572557"/>
                    <a:pt x="4700182" y="572557"/>
                    <a:pt x="4700182" y="571423"/>
                  </a:cubicBezTo>
                  <a:lnTo>
                    <a:pt x="4700182" y="563479"/>
                  </a:lnTo>
                  <a:cubicBezTo>
                    <a:pt x="4700182" y="563479"/>
                    <a:pt x="4700182" y="563479"/>
                    <a:pt x="4702412" y="563479"/>
                  </a:cubicBezTo>
                  <a:lnTo>
                    <a:pt x="4718014" y="563479"/>
                  </a:lnTo>
                  <a:cubicBezTo>
                    <a:pt x="4718014" y="563479"/>
                    <a:pt x="4718014" y="563479"/>
                    <a:pt x="4718014" y="564614"/>
                  </a:cubicBezTo>
                  <a:lnTo>
                    <a:pt x="4718014" y="572557"/>
                  </a:lnTo>
                  <a:cubicBezTo>
                    <a:pt x="4718014" y="572557"/>
                    <a:pt x="4718014" y="572557"/>
                    <a:pt x="4719686" y="572557"/>
                  </a:cubicBezTo>
                  <a:lnTo>
                    <a:pt x="4731390" y="572557"/>
                  </a:lnTo>
                  <a:cubicBezTo>
                    <a:pt x="4731390" y="572557"/>
                    <a:pt x="4731390" y="572557"/>
                    <a:pt x="4731390" y="574828"/>
                  </a:cubicBezTo>
                  <a:lnTo>
                    <a:pt x="4731390" y="590714"/>
                  </a:lnTo>
                  <a:cubicBezTo>
                    <a:pt x="4731390" y="590714"/>
                    <a:pt x="4731390" y="590714"/>
                    <a:pt x="4755908" y="590714"/>
                  </a:cubicBezTo>
                  <a:cubicBezTo>
                    <a:pt x="4755908" y="590714"/>
                    <a:pt x="4755908" y="590714"/>
                    <a:pt x="4755908" y="589202"/>
                  </a:cubicBezTo>
                  <a:lnTo>
                    <a:pt x="4755908" y="578610"/>
                  </a:lnTo>
                  <a:cubicBezTo>
                    <a:pt x="4755908" y="578610"/>
                    <a:pt x="4755908" y="578610"/>
                    <a:pt x="4757302" y="578610"/>
                  </a:cubicBezTo>
                  <a:lnTo>
                    <a:pt x="4767053" y="578610"/>
                  </a:lnTo>
                  <a:cubicBezTo>
                    <a:pt x="4767053" y="578610"/>
                    <a:pt x="4767053" y="578610"/>
                    <a:pt x="4767053" y="577096"/>
                  </a:cubicBezTo>
                  <a:lnTo>
                    <a:pt x="4767053" y="566505"/>
                  </a:lnTo>
                  <a:cubicBezTo>
                    <a:pt x="4767053" y="566505"/>
                    <a:pt x="4767053" y="566505"/>
                    <a:pt x="4768725" y="566505"/>
                  </a:cubicBezTo>
                  <a:lnTo>
                    <a:pt x="4780426" y="566505"/>
                  </a:lnTo>
                  <a:cubicBezTo>
                    <a:pt x="4780426" y="566505"/>
                    <a:pt x="4780426" y="566505"/>
                    <a:pt x="4780426" y="568018"/>
                  </a:cubicBezTo>
                  <a:lnTo>
                    <a:pt x="4780426" y="578610"/>
                  </a:lnTo>
                  <a:cubicBezTo>
                    <a:pt x="4784886" y="578610"/>
                    <a:pt x="4784886" y="578610"/>
                    <a:pt x="4784886" y="505982"/>
                  </a:cubicBezTo>
                  <a:cubicBezTo>
                    <a:pt x="4784886" y="505982"/>
                    <a:pt x="4784886" y="505982"/>
                    <a:pt x="4885191" y="505982"/>
                  </a:cubicBezTo>
                  <a:cubicBezTo>
                    <a:pt x="4885191" y="505982"/>
                    <a:pt x="4885191" y="505982"/>
                    <a:pt x="4885191" y="602819"/>
                  </a:cubicBezTo>
                  <a:cubicBezTo>
                    <a:pt x="4885191" y="602819"/>
                    <a:pt x="4885191" y="602819"/>
                    <a:pt x="4887420" y="602819"/>
                  </a:cubicBezTo>
                  <a:lnTo>
                    <a:pt x="4903022" y="602819"/>
                  </a:lnTo>
                  <a:cubicBezTo>
                    <a:pt x="4903022" y="602819"/>
                    <a:pt x="4903022" y="602819"/>
                    <a:pt x="4903022" y="493877"/>
                  </a:cubicBezTo>
                  <a:cubicBezTo>
                    <a:pt x="4903022" y="493877"/>
                    <a:pt x="4903022" y="493877"/>
                    <a:pt x="4925313" y="478746"/>
                  </a:cubicBezTo>
                  <a:cubicBezTo>
                    <a:pt x="4925313" y="478746"/>
                    <a:pt x="4925313" y="478746"/>
                    <a:pt x="4954291" y="478746"/>
                  </a:cubicBezTo>
                  <a:cubicBezTo>
                    <a:pt x="4954291" y="478746"/>
                    <a:pt x="4954291" y="478746"/>
                    <a:pt x="4956242" y="476477"/>
                  </a:cubicBezTo>
                  <a:lnTo>
                    <a:pt x="4969893" y="460589"/>
                  </a:lnTo>
                  <a:cubicBezTo>
                    <a:pt x="4969893" y="460589"/>
                    <a:pt x="4969893" y="460589"/>
                    <a:pt x="5007787" y="460589"/>
                  </a:cubicBezTo>
                  <a:cubicBezTo>
                    <a:pt x="5007787" y="460589"/>
                    <a:pt x="5007787" y="460589"/>
                    <a:pt x="5007787" y="462859"/>
                  </a:cubicBezTo>
                  <a:lnTo>
                    <a:pt x="5007787" y="478746"/>
                  </a:lnTo>
                  <a:cubicBezTo>
                    <a:pt x="5007787" y="478746"/>
                    <a:pt x="5007787" y="478746"/>
                    <a:pt x="5045681" y="478746"/>
                  </a:cubicBezTo>
                  <a:cubicBezTo>
                    <a:pt x="5045681" y="478746"/>
                    <a:pt x="5045681" y="478746"/>
                    <a:pt x="5045681" y="596766"/>
                  </a:cubicBezTo>
                  <a:cubicBezTo>
                    <a:pt x="5045681" y="596766"/>
                    <a:pt x="5045681" y="596766"/>
                    <a:pt x="5047073" y="596766"/>
                  </a:cubicBezTo>
                  <a:lnTo>
                    <a:pt x="5056825" y="596766"/>
                  </a:lnTo>
                  <a:cubicBezTo>
                    <a:pt x="5056825" y="596766"/>
                    <a:pt x="5056825" y="596766"/>
                    <a:pt x="5056825" y="769258"/>
                  </a:cubicBezTo>
                  <a:cubicBezTo>
                    <a:pt x="5056825" y="769258"/>
                    <a:pt x="5056825" y="769258"/>
                    <a:pt x="5059053" y="769258"/>
                  </a:cubicBezTo>
                  <a:lnTo>
                    <a:pt x="5074657" y="769258"/>
                  </a:lnTo>
                  <a:cubicBezTo>
                    <a:pt x="5074657" y="769258"/>
                    <a:pt x="5074657" y="769258"/>
                    <a:pt x="5074657" y="657290"/>
                  </a:cubicBezTo>
                  <a:cubicBezTo>
                    <a:pt x="5074657" y="657290"/>
                    <a:pt x="5074657" y="657290"/>
                    <a:pt x="5075493" y="656533"/>
                  </a:cubicBezTo>
                  <a:lnTo>
                    <a:pt x="5081344" y="651238"/>
                  </a:lnTo>
                  <a:cubicBezTo>
                    <a:pt x="5085802" y="651238"/>
                    <a:pt x="5085802" y="651238"/>
                    <a:pt x="5085802" y="652750"/>
                  </a:cubicBezTo>
                  <a:lnTo>
                    <a:pt x="5085802" y="663343"/>
                  </a:lnTo>
                  <a:cubicBezTo>
                    <a:pt x="5085802" y="663343"/>
                    <a:pt x="5085802" y="663343"/>
                    <a:pt x="5088030" y="661829"/>
                  </a:cubicBezTo>
                  <a:lnTo>
                    <a:pt x="5103634" y="651238"/>
                  </a:lnTo>
                  <a:cubicBezTo>
                    <a:pt x="5103634" y="651238"/>
                    <a:pt x="5103634" y="651238"/>
                    <a:pt x="5105585" y="651238"/>
                  </a:cubicBezTo>
                  <a:lnTo>
                    <a:pt x="5119237" y="651238"/>
                  </a:lnTo>
                  <a:cubicBezTo>
                    <a:pt x="5119237" y="651238"/>
                    <a:pt x="5119237" y="651238"/>
                    <a:pt x="5119237" y="857017"/>
                  </a:cubicBezTo>
                  <a:cubicBezTo>
                    <a:pt x="5119237" y="857017"/>
                    <a:pt x="5119237" y="857017"/>
                    <a:pt x="5150444" y="863070"/>
                  </a:cubicBezTo>
                  <a:cubicBezTo>
                    <a:pt x="5150444" y="860044"/>
                    <a:pt x="5150444" y="857017"/>
                    <a:pt x="5150444" y="853992"/>
                  </a:cubicBezTo>
                  <a:cubicBezTo>
                    <a:pt x="5161589" y="853992"/>
                    <a:pt x="5172733" y="853992"/>
                    <a:pt x="5183878" y="853992"/>
                  </a:cubicBezTo>
                  <a:cubicBezTo>
                    <a:pt x="5183878" y="838860"/>
                    <a:pt x="5183878" y="826756"/>
                    <a:pt x="5183878" y="814651"/>
                  </a:cubicBezTo>
                  <a:lnTo>
                    <a:pt x="5192794" y="814651"/>
                  </a:lnTo>
                  <a:cubicBezTo>
                    <a:pt x="5192794" y="796494"/>
                    <a:pt x="5192794" y="781363"/>
                    <a:pt x="5192794" y="763206"/>
                  </a:cubicBezTo>
                  <a:cubicBezTo>
                    <a:pt x="5195024" y="763206"/>
                    <a:pt x="5197254" y="763206"/>
                    <a:pt x="5199482" y="763206"/>
                  </a:cubicBezTo>
                  <a:cubicBezTo>
                    <a:pt x="5199482" y="745049"/>
                    <a:pt x="5199482" y="729918"/>
                    <a:pt x="5199482" y="711761"/>
                  </a:cubicBezTo>
                  <a:cubicBezTo>
                    <a:pt x="5203940" y="711761"/>
                    <a:pt x="5208398" y="711761"/>
                    <a:pt x="5215086" y="711761"/>
                  </a:cubicBezTo>
                  <a:cubicBezTo>
                    <a:pt x="5230688" y="705709"/>
                    <a:pt x="5248520" y="693604"/>
                    <a:pt x="5264122" y="684525"/>
                  </a:cubicBezTo>
                  <a:cubicBezTo>
                    <a:pt x="5266352" y="675447"/>
                    <a:pt x="5266352" y="666368"/>
                    <a:pt x="5266352" y="657290"/>
                  </a:cubicBezTo>
                  <a:cubicBezTo>
                    <a:pt x="5268582" y="666368"/>
                    <a:pt x="5268582" y="675447"/>
                    <a:pt x="5270810" y="684525"/>
                  </a:cubicBezTo>
                  <a:cubicBezTo>
                    <a:pt x="5288642" y="696631"/>
                    <a:pt x="5304245" y="708734"/>
                    <a:pt x="5322078" y="720840"/>
                  </a:cubicBezTo>
                  <a:cubicBezTo>
                    <a:pt x="5322078" y="717821"/>
                    <a:pt x="5322078" y="714803"/>
                    <a:pt x="5322078" y="714788"/>
                  </a:cubicBezTo>
                  <a:cubicBezTo>
                    <a:pt x="5326534" y="714788"/>
                    <a:pt x="5330994" y="714788"/>
                    <a:pt x="5335452" y="714788"/>
                  </a:cubicBezTo>
                  <a:cubicBezTo>
                    <a:pt x="5335452" y="729918"/>
                    <a:pt x="5335452" y="748075"/>
                    <a:pt x="5335452" y="763206"/>
                  </a:cubicBezTo>
                  <a:cubicBezTo>
                    <a:pt x="5337681" y="763206"/>
                    <a:pt x="5339909" y="763206"/>
                    <a:pt x="5342138" y="763206"/>
                  </a:cubicBezTo>
                  <a:lnTo>
                    <a:pt x="5342138" y="801467"/>
                  </a:lnTo>
                  <a:lnTo>
                    <a:pt x="5377917" y="790806"/>
                  </a:lnTo>
                  <a:cubicBezTo>
                    <a:pt x="5411603" y="790806"/>
                    <a:pt x="5445289" y="790806"/>
                    <a:pt x="5478973" y="790806"/>
                  </a:cubicBezTo>
                  <a:cubicBezTo>
                    <a:pt x="5478973" y="725949"/>
                    <a:pt x="5478973" y="661090"/>
                    <a:pt x="5478973" y="596233"/>
                  </a:cubicBezTo>
                  <a:cubicBezTo>
                    <a:pt x="5486748" y="590828"/>
                    <a:pt x="5497114" y="588126"/>
                    <a:pt x="5507479" y="582720"/>
                  </a:cubicBezTo>
                  <a:cubicBezTo>
                    <a:pt x="5548938" y="577316"/>
                    <a:pt x="5590398" y="569208"/>
                    <a:pt x="5631857" y="561101"/>
                  </a:cubicBezTo>
                  <a:cubicBezTo>
                    <a:pt x="5647405" y="566506"/>
                    <a:pt x="5660362" y="571911"/>
                    <a:pt x="5675909" y="574613"/>
                  </a:cubicBezTo>
                  <a:cubicBezTo>
                    <a:pt x="5678501" y="577316"/>
                    <a:pt x="5681091" y="580019"/>
                    <a:pt x="5683682" y="582720"/>
                  </a:cubicBezTo>
                  <a:lnTo>
                    <a:pt x="5683682" y="833084"/>
                  </a:lnTo>
                  <a:lnTo>
                    <a:pt x="5701821" y="873985"/>
                  </a:lnTo>
                  <a:lnTo>
                    <a:pt x="5701821" y="798914"/>
                  </a:lnTo>
                  <a:cubicBezTo>
                    <a:pt x="5707004" y="798914"/>
                    <a:pt x="5712186" y="798914"/>
                    <a:pt x="5717369" y="798914"/>
                  </a:cubicBezTo>
                  <a:cubicBezTo>
                    <a:pt x="5717369" y="793509"/>
                    <a:pt x="5717369" y="790806"/>
                    <a:pt x="5717369" y="785402"/>
                  </a:cubicBezTo>
                  <a:cubicBezTo>
                    <a:pt x="5722551" y="782699"/>
                    <a:pt x="5727734" y="779997"/>
                    <a:pt x="5732917" y="777295"/>
                  </a:cubicBezTo>
                  <a:lnTo>
                    <a:pt x="5745871" y="777295"/>
                  </a:lnTo>
                  <a:cubicBezTo>
                    <a:pt x="5745871" y="771890"/>
                    <a:pt x="5745871" y="769187"/>
                    <a:pt x="5745871" y="763783"/>
                  </a:cubicBezTo>
                  <a:cubicBezTo>
                    <a:pt x="5748464" y="761080"/>
                    <a:pt x="5753646" y="758377"/>
                    <a:pt x="5756236" y="755675"/>
                  </a:cubicBezTo>
                  <a:cubicBezTo>
                    <a:pt x="5764011" y="755675"/>
                    <a:pt x="5774376" y="755675"/>
                    <a:pt x="5782151" y="755675"/>
                  </a:cubicBezTo>
                  <a:cubicBezTo>
                    <a:pt x="5782151" y="769187"/>
                    <a:pt x="5782151" y="785402"/>
                    <a:pt x="5782151" y="798914"/>
                  </a:cubicBezTo>
                  <a:cubicBezTo>
                    <a:pt x="5800289" y="798914"/>
                    <a:pt x="5818428" y="798914"/>
                    <a:pt x="5836566" y="798914"/>
                  </a:cubicBezTo>
                  <a:cubicBezTo>
                    <a:pt x="5836566" y="850260"/>
                    <a:pt x="5836566" y="898903"/>
                    <a:pt x="5836566" y="950250"/>
                  </a:cubicBezTo>
                  <a:cubicBezTo>
                    <a:pt x="5844340" y="950250"/>
                    <a:pt x="5852114" y="950250"/>
                    <a:pt x="5857295" y="950250"/>
                  </a:cubicBezTo>
                  <a:cubicBezTo>
                    <a:pt x="5865070" y="947547"/>
                    <a:pt x="5870253" y="944844"/>
                    <a:pt x="5878025" y="942143"/>
                  </a:cubicBezTo>
                  <a:cubicBezTo>
                    <a:pt x="5878025" y="936737"/>
                    <a:pt x="5878025" y="934035"/>
                    <a:pt x="5878025" y="931332"/>
                  </a:cubicBezTo>
                  <a:cubicBezTo>
                    <a:pt x="5875435" y="931332"/>
                    <a:pt x="5872843" y="928630"/>
                    <a:pt x="5870253" y="928630"/>
                  </a:cubicBezTo>
                  <a:cubicBezTo>
                    <a:pt x="5870253" y="925928"/>
                    <a:pt x="5870253" y="923225"/>
                    <a:pt x="5870253" y="920522"/>
                  </a:cubicBezTo>
                  <a:cubicBezTo>
                    <a:pt x="5872843" y="917821"/>
                    <a:pt x="5875435" y="917821"/>
                    <a:pt x="5878025" y="915118"/>
                  </a:cubicBezTo>
                  <a:cubicBezTo>
                    <a:pt x="5878025" y="896202"/>
                    <a:pt x="5878025" y="874581"/>
                    <a:pt x="5878025" y="855665"/>
                  </a:cubicBezTo>
                  <a:cubicBezTo>
                    <a:pt x="5875435" y="855665"/>
                    <a:pt x="5872843" y="852962"/>
                    <a:pt x="5870253" y="852962"/>
                  </a:cubicBezTo>
                  <a:cubicBezTo>
                    <a:pt x="5870253" y="850260"/>
                    <a:pt x="5870253" y="847558"/>
                    <a:pt x="5870253" y="844855"/>
                  </a:cubicBezTo>
                  <a:cubicBezTo>
                    <a:pt x="5872843" y="842153"/>
                    <a:pt x="5875435" y="842153"/>
                    <a:pt x="5878025" y="839450"/>
                  </a:cubicBezTo>
                  <a:lnTo>
                    <a:pt x="5883208" y="834046"/>
                  </a:lnTo>
                  <a:lnTo>
                    <a:pt x="5883208" y="823236"/>
                  </a:lnTo>
                  <a:cubicBezTo>
                    <a:pt x="5880618" y="823236"/>
                    <a:pt x="5880618" y="823236"/>
                    <a:pt x="5878025" y="823236"/>
                  </a:cubicBezTo>
                  <a:cubicBezTo>
                    <a:pt x="5878025" y="820533"/>
                    <a:pt x="5878025" y="817831"/>
                    <a:pt x="5878025" y="815128"/>
                  </a:cubicBezTo>
                  <a:cubicBezTo>
                    <a:pt x="5880618" y="815128"/>
                    <a:pt x="5883208" y="812426"/>
                    <a:pt x="5885800" y="809724"/>
                  </a:cubicBezTo>
                  <a:cubicBezTo>
                    <a:pt x="5888390" y="777295"/>
                    <a:pt x="5896165" y="750271"/>
                    <a:pt x="5927259" y="734056"/>
                  </a:cubicBezTo>
                  <a:cubicBezTo>
                    <a:pt x="5924668" y="734056"/>
                    <a:pt x="5924668" y="731353"/>
                    <a:pt x="5922077" y="731353"/>
                  </a:cubicBezTo>
                  <a:cubicBezTo>
                    <a:pt x="5922077" y="728651"/>
                    <a:pt x="5922077" y="725949"/>
                    <a:pt x="5922077" y="723246"/>
                  </a:cubicBezTo>
                  <a:cubicBezTo>
                    <a:pt x="5924668" y="723246"/>
                    <a:pt x="5927259" y="720543"/>
                    <a:pt x="5929850" y="720543"/>
                  </a:cubicBezTo>
                  <a:cubicBezTo>
                    <a:pt x="5929850" y="715139"/>
                    <a:pt x="5929850" y="712436"/>
                    <a:pt x="5929850" y="709734"/>
                  </a:cubicBezTo>
                  <a:cubicBezTo>
                    <a:pt x="5932442" y="709734"/>
                    <a:pt x="5932442" y="709734"/>
                    <a:pt x="5935033" y="709734"/>
                  </a:cubicBezTo>
                  <a:cubicBezTo>
                    <a:pt x="5935033" y="701627"/>
                    <a:pt x="5935033" y="693520"/>
                    <a:pt x="5935033" y="685412"/>
                  </a:cubicBezTo>
                  <a:cubicBezTo>
                    <a:pt x="5932442" y="685412"/>
                    <a:pt x="5932442" y="685412"/>
                    <a:pt x="5929850" y="685412"/>
                  </a:cubicBezTo>
                  <a:cubicBezTo>
                    <a:pt x="5929850" y="682710"/>
                    <a:pt x="5929850" y="682710"/>
                    <a:pt x="5929850" y="680008"/>
                  </a:cubicBezTo>
                  <a:lnTo>
                    <a:pt x="5935033" y="677305"/>
                  </a:lnTo>
                  <a:cubicBezTo>
                    <a:pt x="5940215" y="671901"/>
                    <a:pt x="5942806" y="666495"/>
                    <a:pt x="5947989" y="658388"/>
                  </a:cubicBezTo>
                  <a:cubicBezTo>
                    <a:pt x="5950579" y="652983"/>
                    <a:pt x="5950579" y="650281"/>
                    <a:pt x="5950579" y="647579"/>
                  </a:cubicBezTo>
                  <a:cubicBezTo>
                    <a:pt x="5945398" y="639471"/>
                    <a:pt x="5945398" y="625960"/>
                    <a:pt x="5950579" y="617852"/>
                  </a:cubicBezTo>
                  <a:cubicBezTo>
                    <a:pt x="5950581" y="617849"/>
                    <a:pt x="5950598" y="617795"/>
                    <a:pt x="5950904" y="616838"/>
                  </a:cubicBezTo>
                  <a:lnTo>
                    <a:pt x="5953171" y="609745"/>
                  </a:lnTo>
                  <a:cubicBezTo>
                    <a:pt x="5953173" y="609748"/>
                    <a:pt x="5953190" y="609802"/>
                    <a:pt x="5953495" y="610759"/>
                  </a:cubicBezTo>
                  <a:lnTo>
                    <a:pt x="5955763" y="617852"/>
                  </a:lnTo>
                  <a:cubicBezTo>
                    <a:pt x="5960944" y="625960"/>
                    <a:pt x="5963537" y="639471"/>
                    <a:pt x="5958354" y="647579"/>
                  </a:cubicBezTo>
                  <a:cubicBezTo>
                    <a:pt x="5958354" y="650281"/>
                    <a:pt x="5958354" y="652983"/>
                    <a:pt x="5958354" y="655686"/>
                  </a:cubicBezTo>
                  <a:cubicBezTo>
                    <a:pt x="5963537" y="663793"/>
                    <a:pt x="5968719" y="671901"/>
                    <a:pt x="5971311" y="677305"/>
                  </a:cubicBezTo>
                  <a:cubicBezTo>
                    <a:pt x="5973903" y="677305"/>
                    <a:pt x="5973903" y="680008"/>
                    <a:pt x="5976494" y="680008"/>
                  </a:cubicBezTo>
                  <a:cubicBezTo>
                    <a:pt x="5976494" y="682710"/>
                    <a:pt x="5976494" y="682710"/>
                    <a:pt x="5976494" y="685412"/>
                  </a:cubicBezTo>
                  <a:cubicBezTo>
                    <a:pt x="5973903" y="693520"/>
                    <a:pt x="5973903" y="701627"/>
                    <a:pt x="5973903" y="709734"/>
                  </a:cubicBezTo>
                  <a:cubicBezTo>
                    <a:pt x="5979084" y="712436"/>
                    <a:pt x="5979084" y="715139"/>
                    <a:pt x="5979084" y="720543"/>
                  </a:cubicBezTo>
                  <a:lnTo>
                    <a:pt x="5984268" y="723246"/>
                  </a:lnTo>
                  <a:cubicBezTo>
                    <a:pt x="5984268" y="725949"/>
                    <a:pt x="5984268" y="728651"/>
                    <a:pt x="5984268" y="731353"/>
                  </a:cubicBezTo>
                  <a:cubicBezTo>
                    <a:pt x="5981676" y="734056"/>
                    <a:pt x="5981676" y="734056"/>
                    <a:pt x="5979084" y="734056"/>
                  </a:cubicBezTo>
                  <a:lnTo>
                    <a:pt x="5999269" y="755105"/>
                  </a:lnTo>
                  <a:lnTo>
                    <a:pt x="5999269" y="627662"/>
                  </a:lnTo>
                  <a:lnTo>
                    <a:pt x="5999299" y="627662"/>
                  </a:lnTo>
                  <a:cubicBezTo>
                    <a:pt x="6004989" y="627662"/>
                    <a:pt x="6016130" y="627662"/>
                    <a:pt x="6037948" y="627662"/>
                  </a:cubicBezTo>
                  <a:cubicBezTo>
                    <a:pt x="6037948" y="627654"/>
                    <a:pt x="6037948" y="627557"/>
                    <a:pt x="6037948" y="626311"/>
                  </a:cubicBezTo>
                  <a:lnTo>
                    <a:pt x="6037948" y="616853"/>
                  </a:lnTo>
                  <a:cubicBezTo>
                    <a:pt x="6037954" y="616853"/>
                    <a:pt x="6038029" y="616853"/>
                    <a:pt x="6038962" y="616853"/>
                  </a:cubicBezTo>
                  <a:lnTo>
                    <a:pt x="6046055" y="616853"/>
                  </a:lnTo>
                  <a:cubicBezTo>
                    <a:pt x="6046055" y="616846"/>
                    <a:pt x="6046055" y="616733"/>
                    <a:pt x="6046055" y="614962"/>
                  </a:cubicBezTo>
                  <a:lnTo>
                    <a:pt x="6046055" y="601721"/>
                  </a:lnTo>
                  <a:cubicBezTo>
                    <a:pt x="6046064" y="601721"/>
                    <a:pt x="6046136" y="601721"/>
                    <a:pt x="6046815" y="601721"/>
                  </a:cubicBezTo>
                  <a:lnTo>
                    <a:pt x="6052135" y="601721"/>
                  </a:lnTo>
                  <a:cubicBezTo>
                    <a:pt x="6052135" y="601714"/>
                    <a:pt x="6052135" y="601629"/>
                    <a:pt x="6052135" y="600640"/>
                  </a:cubicBezTo>
                  <a:lnTo>
                    <a:pt x="6052135" y="593073"/>
                  </a:lnTo>
                  <a:cubicBezTo>
                    <a:pt x="6052143" y="593073"/>
                    <a:pt x="6052267" y="593073"/>
                    <a:pt x="6054163" y="593073"/>
                  </a:cubicBezTo>
                  <a:lnTo>
                    <a:pt x="6068350" y="593073"/>
                  </a:lnTo>
                  <a:cubicBezTo>
                    <a:pt x="6068350" y="593080"/>
                    <a:pt x="6068350" y="593157"/>
                    <a:pt x="6068350" y="594154"/>
                  </a:cubicBezTo>
                  <a:lnTo>
                    <a:pt x="6068350" y="601721"/>
                  </a:lnTo>
                  <a:cubicBezTo>
                    <a:pt x="6068360" y="601721"/>
                    <a:pt x="6068861" y="601721"/>
                    <a:pt x="6090642" y="601721"/>
                  </a:cubicBezTo>
                  <a:cubicBezTo>
                    <a:pt x="6090642" y="601713"/>
                    <a:pt x="6090642" y="601599"/>
                    <a:pt x="6090642" y="599829"/>
                  </a:cubicBezTo>
                  <a:lnTo>
                    <a:pt x="6090642" y="586588"/>
                  </a:lnTo>
                  <a:cubicBezTo>
                    <a:pt x="6090648" y="586588"/>
                    <a:pt x="6090745" y="586588"/>
                    <a:pt x="6092416" y="586588"/>
                  </a:cubicBezTo>
                  <a:lnTo>
                    <a:pt x="6104829" y="586588"/>
                  </a:lnTo>
                  <a:cubicBezTo>
                    <a:pt x="6104829" y="586600"/>
                    <a:pt x="6104829" y="587114"/>
                    <a:pt x="6104829" y="610368"/>
                  </a:cubicBezTo>
                  <a:cubicBezTo>
                    <a:pt x="6104836" y="610368"/>
                    <a:pt x="6104916" y="610368"/>
                    <a:pt x="6105843" y="610368"/>
                  </a:cubicBezTo>
                  <a:lnTo>
                    <a:pt x="6112936" y="610368"/>
                  </a:lnTo>
                  <a:cubicBezTo>
                    <a:pt x="6112936" y="610362"/>
                    <a:pt x="6112936" y="610281"/>
                    <a:pt x="6112936" y="609287"/>
                  </a:cubicBezTo>
                  <a:lnTo>
                    <a:pt x="6112936" y="601721"/>
                  </a:lnTo>
                  <a:cubicBezTo>
                    <a:pt x="6112945" y="601721"/>
                    <a:pt x="6113063" y="601721"/>
                    <a:pt x="6114709" y="601721"/>
                  </a:cubicBezTo>
                  <a:lnTo>
                    <a:pt x="6127123" y="601721"/>
                  </a:lnTo>
                  <a:cubicBezTo>
                    <a:pt x="6127123" y="601734"/>
                    <a:pt x="6127123" y="602293"/>
                    <a:pt x="6127123" y="627662"/>
                  </a:cubicBezTo>
                  <a:cubicBezTo>
                    <a:pt x="6127131" y="627662"/>
                    <a:pt x="6127249" y="627662"/>
                    <a:pt x="6129150" y="627662"/>
                  </a:cubicBezTo>
                  <a:lnTo>
                    <a:pt x="6143336" y="627662"/>
                  </a:lnTo>
                  <a:cubicBezTo>
                    <a:pt x="6143336" y="627673"/>
                    <a:pt x="6143336" y="627788"/>
                    <a:pt x="6143336" y="629283"/>
                  </a:cubicBezTo>
                  <a:lnTo>
                    <a:pt x="6143336" y="640633"/>
                  </a:lnTo>
                  <a:cubicBezTo>
                    <a:pt x="6143344" y="640633"/>
                    <a:pt x="6143415" y="640633"/>
                    <a:pt x="6144096" y="640633"/>
                  </a:cubicBezTo>
                  <a:lnTo>
                    <a:pt x="6149417" y="640633"/>
                  </a:lnTo>
                  <a:cubicBezTo>
                    <a:pt x="6149417" y="640625"/>
                    <a:pt x="6149417" y="640549"/>
                    <a:pt x="6149417" y="639822"/>
                  </a:cubicBezTo>
                  <a:lnTo>
                    <a:pt x="6149417" y="634147"/>
                  </a:lnTo>
                  <a:cubicBezTo>
                    <a:pt x="6149434" y="634147"/>
                    <a:pt x="6150153" y="634147"/>
                    <a:pt x="6179817" y="634147"/>
                  </a:cubicBezTo>
                  <a:cubicBezTo>
                    <a:pt x="6179817" y="634161"/>
                    <a:pt x="6179817" y="634724"/>
                    <a:pt x="6179817" y="657927"/>
                  </a:cubicBezTo>
                  <a:cubicBezTo>
                    <a:pt x="6179824" y="657927"/>
                    <a:pt x="6179903" y="657927"/>
                    <a:pt x="6180830" y="657927"/>
                  </a:cubicBezTo>
                  <a:lnTo>
                    <a:pt x="6187924" y="657927"/>
                  </a:lnTo>
                  <a:cubicBezTo>
                    <a:pt x="6187924" y="657934"/>
                    <a:pt x="6187924" y="658007"/>
                    <a:pt x="6187924" y="659008"/>
                  </a:cubicBezTo>
                  <a:lnTo>
                    <a:pt x="6187924" y="666574"/>
                  </a:lnTo>
                  <a:cubicBezTo>
                    <a:pt x="6187933" y="666574"/>
                    <a:pt x="6188006" y="666574"/>
                    <a:pt x="6188684" y="666574"/>
                  </a:cubicBezTo>
                  <a:lnTo>
                    <a:pt x="6194004" y="666574"/>
                  </a:lnTo>
                  <a:cubicBezTo>
                    <a:pt x="6194004" y="666567"/>
                    <a:pt x="6194004" y="666447"/>
                    <a:pt x="6194004" y="664412"/>
                  </a:cubicBezTo>
                  <a:lnTo>
                    <a:pt x="6194004" y="649280"/>
                  </a:lnTo>
                  <a:cubicBezTo>
                    <a:pt x="6194011" y="649280"/>
                    <a:pt x="6194089" y="649280"/>
                    <a:pt x="6195017" y="649280"/>
                  </a:cubicBezTo>
                  <a:lnTo>
                    <a:pt x="6202111" y="649280"/>
                  </a:lnTo>
                  <a:cubicBezTo>
                    <a:pt x="6202111" y="649288"/>
                    <a:pt x="6202111" y="649371"/>
                    <a:pt x="6202111" y="650361"/>
                  </a:cubicBezTo>
                  <a:lnTo>
                    <a:pt x="6202111" y="657927"/>
                  </a:lnTo>
                  <a:lnTo>
                    <a:pt x="6207431" y="655934"/>
                  </a:lnTo>
                  <a:cubicBezTo>
                    <a:pt x="6208191" y="655562"/>
                    <a:pt x="6208191" y="655360"/>
                    <a:pt x="6208191" y="654954"/>
                  </a:cubicBezTo>
                  <a:lnTo>
                    <a:pt x="6208191" y="649280"/>
                  </a:lnTo>
                  <a:cubicBezTo>
                    <a:pt x="6208208" y="649280"/>
                    <a:pt x="6209009" y="649280"/>
                    <a:pt x="6246698" y="649280"/>
                  </a:cubicBezTo>
                  <a:cubicBezTo>
                    <a:pt x="6246698" y="649294"/>
                    <a:pt x="6246698" y="649841"/>
                    <a:pt x="6246698" y="673059"/>
                  </a:cubicBezTo>
                  <a:cubicBezTo>
                    <a:pt x="6246706" y="673059"/>
                    <a:pt x="6246824" y="673059"/>
                    <a:pt x="6248724" y="673059"/>
                  </a:cubicBezTo>
                  <a:lnTo>
                    <a:pt x="6262911" y="673059"/>
                  </a:lnTo>
                  <a:cubicBezTo>
                    <a:pt x="6262911" y="673067"/>
                    <a:pt x="6262911" y="673149"/>
                    <a:pt x="6262911" y="674140"/>
                  </a:cubicBezTo>
                  <a:lnTo>
                    <a:pt x="6262911" y="681706"/>
                  </a:lnTo>
                  <a:cubicBezTo>
                    <a:pt x="6262920" y="681706"/>
                    <a:pt x="6263043" y="681706"/>
                    <a:pt x="6264685" y="681706"/>
                  </a:cubicBezTo>
                  <a:lnTo>
                    <a:pt x="6277098" y="681706"/>
                  </a:lnTo>
                  <a:cubicBezTo>
                    <a:pt x="6277098" y="681694"/>
                    <a:pt x="6277098" y="681183"/>
                    <a:pt x="6277098" y="657927"/>
                  </a:cubicBezTo>
                  <a:cubicBezTo>
                    <a:pt x="6277105" y="657927"/>
                    <a:pt x="6277183" y="657927"/>
                    <a:pt x="6278111" y="657927"/>
                  </a:cubicBezTo>
                  <a:lnTo>
                    <a:pt x="6285205" y="657927"/>
                  </a:lnTo>
                  <a:cubicBezTo>
                    <a:pt x="6285205" y="657908"/>
                    <a:pt x="6285205" y="657137"/>
                    <a:pt x="6285205" y="625500"/>
                  </a:cubicBezTo>
                  <a:cubicBezTo>
                    <a:pt x="6285212" y="625500"/>
                    <a:pt x="6285289" y="625500"/>
                    <a:pt x="6286218" y="625500"/>
                  </a:cubicBezTo>
                  <a:lnTo>
                    <a:pt x="6293312" y="625500"/>
                  </a:lnTo>
                  <a:cubicBezTo>
                    <a:pt x="6293312" y="625494"/>
                    <a:pt x="6293312" y="625385"/>
                    <a:pt x="6293312" y="623609"/>
                  </a:cubicBezTo>
                  <a:lnTo>
                    <a:pt x="6293312" y="610368"/>
                  </a:lnTo>
                  <a:cubicBezTo>
                    <a:pt x="6291285" y="610368"/>
                    <a:pt x="6291285" y="610368"/>
                    <a:pt x="6292045" y="608746"/>
                  </a:cubicBezTo>
                  <a:lnTo>
                    <a:pt x="6297365" y="597397"/>
                  </a:lnTo>
                  <a:cubicBezTo>
                    <a:pt x="6297370" y="597414"/>
                    <a:pt x="6297565" y="598088"/>
                    <a:pt x="6305472" y="625500"/>
                  </a:cubicBezTo>
                  <a:cubicBezTo>
                    <a:pt x="6305480" y="625500"/>
                    <a:pt x="6305553" y="625500"/>
                    <a:pt x="6306232" y="625500"/>
                  </a:cubicBezTo>
                  <a:lnTo>
                    <a:pt x="6311552" y="625500"/>
                  </a:lnTo>
                  <a:cubicBezTo>
                    <a:pt x="6311552" y="625487"/>
                    <a:pt x="6311552" y="624308"/>
                    <a:pt x="6311552" y="519573"/>
                  </a:cubicBezTo>
                  <a:cubicBezTo>
                    <a:pt x="6311562" y="519573"/>
                    <a:pt x="6311676" y="519573"/>
                    <a:pt x="6313072" y="519573"/>
                  </a:cubicBezTo>
                  <a:lnTo>
                    <a:pt x="6323712" y="519573"/>
                  </a:lnTo>
                  <a:cubicBezTo>
                    <a:pt x="6323712" y="519551"/>
                    <a:pt x="6323712" y="518541"/>
                    <a:pt x="6323712" y="472014"/>
                  </a:cubicBezTo>
                  <a:cubicBezTo>
                    <a:pt x="6323729" y="472014"/>
                    <a:pt x="6324354" y="472014"/>
                    <a:pt x="6350059" y="472014"/>
                  </a:cubicBezTo>
                  <a:cubicBezTo>
                    <a:pt x="6350059" y="472002"/>
                    <a:pt x="6350059" y="471492"/>
                    <a:pt x="6350059" y="450396"/>
                  </a:cubicBezTo>
                  <a:cubicBezTo>
                    <a:pt x="6350078" y="450396"/>
                    <a:pt x="6350867" y="450396"/>
                    <a:pt x="6384513" y="450396"/>
                  </a:cubicBezTo>
                  <a:cubicBezTo>
                    <a:pt x="6384513" y="450404"/>
                    <a:pt x="6384513" y="450534"/>
                    <a:pt x="6384513" y="452828"/>
                  </a:cubicBezTo>
                  <a:lnTo>
                    <a:pt x="6384513" y="469852"/>
                  </a:lnTo>
                  <a:cubicBezTo>
                    <a:pt x="6384522" y="469852"/>
                    <a:pt x="6384653" y="469852"/>
                    <a:pt x="6386793" y="469852"/>
                  </a:cubicBezTo>
                  <a:lnTo>
                    <a:pt x="6402753" y="469852"/>
                  </a:lnTo>
                  <a:cubicBezTo>
                    <a:pt x="6402753" y="469870"/>
                    <a:pt x="6402753" y="470764"/>
                    <a:pt x="6402753" y="517411"/>
                  </a:cubicBezTo>
                  <a:cubicBezTo>
                    <a:pt x="6402759" y="517411"/>
                    <a:pt x="6402835" y="517411"/>
                    <a:pt x="6403766" y="517411"/>
                  </a:cubicBezTo>
                  <a:lnTo>
                    <a:pt x="6410860" y="517411"/>
                  </a:lnTo>
                  <a:lnTo>
                    <a:pt x="6425047" y="521735"/>
                  </a:lnTo>
                  <a:cubicBezTo>
                    <a:pt x="6425047" y="521745"/>
                    <a:pt x="6425047" y="522395"/>
                    <a:pt x="6425047" y="560647"/>
                  </a:cubicBezTo>
                  <a:cubicBezTo>
                    <a:pt x="6425053" y="560647"/>
                    <a:pt x="6425128" y="560647"/>
                    <a:pt x="6426060" y="560647"/>
                  </a:cubicBezTo>
                  <a:lnTo>
                    <a:pt x="6433153" y="560647"/>
                  </a:lnTo>
                  <a:cubicBezTo>
                    <a:pt x="6433153" y="560657"/>
                    <a:pt x="6433153" y="560763"/>
                    <a:pt x="6433153" y="562268"/>
                  </a:cubicBezTo>
                  <a:lnTo>
                    <a:pt x="6433153" y="573617"/>
                  </a:lnTo>
                  <a:cubicBezTo>
                    <a:pt x="6433161" y="573617"/>
                    <a:pt x="6433285" y="573617"/>
                    <a:pt x="6435180" y="573617"/>
                  </a:cubicBezTo>
                  <a:lnTo>
                    <a:pt x="6449367" y="573617"/>
                  </a:lnTo>
                  <a:lnTo>
                    <a:pt x="6455447" y="580103"/>
                  </a:lnTo>
                  <a:cubicBezTo>
                    <a:pt x="6455447" y="580115"/>
                    <a:pt x="6455447" y="580601"/>
                    <a:pt x="6455447" y="601721"/>
                  </a:cubicBezTo>
                  <a:cubicBezTo>
                    <a:pt x="6455456" y="601721"/>
                    <a:pt x="6455587" y="601721"/>
                    <a:pt x="6457727" y="601721"/>
                  </a:cubicBezTo>
                  <a:lnTo>
                    <a:pt x="6473687" y="601721"/>
                  </a:lnTo>
                  <a:cubicBezTo>
                    <a:pt x="6473687" y="601728"/>
                    <a:pt x="6473687" y="601808"/>
                    <a:pt x="6473687" y="602801"/>
                  </a:cubicBezTo>
                  <a:lnTo>
                    <a:pt x="6473687" y="610368"/>
                  </a:lnTo>
                  <a:cubicBezTo>
                    <a:pt x="6473696" y="610368"/>
                    <a:pt x="6473795" y="610368"/>
                    <a:pt x="6474954" y="610368"/>
                  </a:cubicBezTo>
                  <a:lnTo>
                    <a:pt x="6483821" y="610368"/>
                  </a:lnTo>
                  <a:cubicBezTo>
                    <a:pt x="6483821" y="610377"/>
                    <a:pt x="6483821" y="610506"/>
                    <a:pt x="6483821" y="612529"/>
                  </a:cubicBezTo>
                  <a:lnTo>
                    <a:pt x="6483821" y="627662"/>
                  </a:lnTo>
                  <a:cubicBezTo>
                    <a:pt x="6487874" y="627662"/>
                    <a:pt x="6487874" y="627662"/>
                    <a:pt x="6487874" y="625770"/>
                  </a:cubicBezTo>
                  <a:lnTo>
                    <a:pt x="6487874" y="612529"/>
                  </a:lnTo>
                  <a:cubicBezTo>
                    <a:pt x="6487880" y="612529"/>
                    <a:pt x="6487958" y="612529"/>
                    <a:pt x="6488887" y="612529"/>
                  </a:cubicBezTo>
                  <a:lnTo>
                    <a:pt x="6495981" y="612529"/>
                  </a:lnTo>
                  <a:cubicBezTo>
                    <a:pt x="6495981" y="612540"/>
                    <a:pt x="6495981" y="612659"/>
                    <a:pt x="6495981" y="614151"/>
                  </a:cubicBezTo>
                  <a:lnTo>
                    <a:pt x="6495981" y="625500"/>
                  </a:lnTo>
                  <a:cubicBezTo>
                    <a:pt x="6495990" y="625500"/>
                    <a:pt x="6496063" y="625500"/>
                    <a:pt x="6496741" y="625500"/>
                  </a:cubicBezTo>
                  <a:lnTo>
                    <a:pt x="6502061" y="625500"/>
                  </a:lnTo>
                  <a:cubicBezTo>
                    <a:pt x="6502061" y="621177"/>
                    <a:pt x="6502061" y="621177"/>
                    <a:pt x="6550701" y="621177"/>
                  </a:cubicBezTo>
                  <a:cubicBezTo>
                    <a:pt x="6550701" y="621186"/>
                    <a:pt x="6550701" y="621287"/>
                    <a:pt x="6550701" y="622528"/>
                  </a:cubicBezTo>
                  <a:lnTo>
                    <a:pt x="6550701" y="631985"/>
                  </a:lnTo>
                  <a:cubicBezTo>
                    <a:pt x="6550709" y="631985"/>
                    <a:pt x="6550784" y="631985"/>
                    <a:pt x="6551461" y="631985"/>
                  </a:cubicBezTo>
                  <a:lnTo>
                    <a:pt x="6556782" y="631985"/>
                  </a:lnTo>
                  <a:cubicBezTo>
                    <a:pt x="6556782" y="631994"/>
                    <a:pt x="6556782" y="632116"/>
                    <a:pt x="6556782" y="634147"/>
                  </a:cubicBezTo>
                  <a:lnTo>
                    <a:pt x="6556782" y="649280"/>
                  </a:lnTo>
                  <a:cubicBezTo>
                    <a:pt x="6556790" y="649276"/>
                    <a:pt x="6556906" y="649198"/>
                    <a:pt x="6558808" y="647929"/>
                  </a:cubicBezTo>
                  <a:lnTo>
                    <a:pt x="6572995" y="638471"/>
                  </a:lnTo>
                  <a:cubicBezTo>
                    <a:pt x="6572997" y="638452"/>
                    <a:pt x="6573128" y="637577"/>
                    <a:pt x="6579075" y="597397"/>
                  </a:cubicBezTo>
                  <a:cubicBezTo>
                    <a:pt x="6579084" y="597395"/>
                    <a:pt x="6579153" y="597369"/>
                    <a:pt x="6579835" y="597127"/>
                  </a:cubicBezTo>
                  <a:lnTo>
                    <a:pt x="6585155" y="595235"/>
                  </a:lnTo>
                  <a:cubicBezTo>
                    <a:pt x="6585155" y="595219"/>
                    <a:pt x="6585188" y="594158"/>
                    <a:pt x="6587182" y="526058"/>
                  </a:cubicBezTo>
                  <a:cubicBezTo>
                    <a:pt x="6587182" y="526076"/>
                    <a:pt x="6587215" y="527167"/>
                    <a:pt x="6589209" y="595235"/>
                  </a:cubicBezTo>
                  <a:cubicBezTo>
                    <a:pt x="6589218" y="595238"/>
                    <a:pt x="6589289" y="595263"/>
                    <a:pt x="6589969" y="595505"/>
                  </a:cubicBezTo>
                  <a:lnTo>
                    <a:pt x="6595289" y="597397"/>
                  </a:lnTo>
                  <a:cubicBezTo>
                    <a:pt x="6595289" y="597377"/>
                    <a:pt x="6595289" y="596044"/>
                    <a:pt x="6595289" y="510926"/>
                  </a:cubicBezTo>
                  <a:cubicBezTo>
                    <a:pt x="6599342" y="510926"/>
                    <a:pt x="6599342" y="510926"/>
                    <a:pt x="6599342" y="478499"/>
                  </a:cubicBezTo>
                  <a:cubicBezTo>
                    <a:pt x="6599354" y="478499"/>
                    <a:pt x="6600040" y="478499"/>
                    <a:pt x="6637849" y="478499"/>
                  </a:cubicBezTo>
                  <a:cubicBezTo>
                    <a:pt x="6637849" y="478516"/>
                    <a:pt x="6637849" y="479234"/>
                    <a:pt x="6637849" y="510926"/>
                  </a:cubicBezTo>
                  <a:cubicBezTo>
                    <a:pt x="6637858" y="510926"/>
                    <a:pt x="6637930" y="510926"/>
                    <a:pt x="6638609" y="510926"/>
                  </a:cubicBezTo>
                  <a:lnTo>
                    <a:pt x="6643929" y="510926"/>
                  </a:lnTo>
                  <a:cubicBezTo>
                    <a:pt x="6643929" y="510905"/>
                    <a:pt x="6643929" y="509599"/>
                    <a:pt x="6643929" y="428778"/>
                  </a:cubicBezTo>
                  <a:cubicBezTo>
                    <a:pt x="6643935" y="428778"/>
                    <a:pt x="6644034" y="428778"/>
                    <a:pt x="6645703" y="428778"/>
                  </a:cubicBezTo>
                  <a:lnTo>
                    <a:pt x="6658116" y="428778"/>
                  </a:lnTo>
                  <a:cubicBezTo>
                    <a:pt x="6658116" y="428771"/>
                    <a:pt x="6658116" y="428660"/>
                    <a:pt x="6658116" y="426887"/>
                  </a:cubicBezTo>
                  <a:lnTo>
                    <a:pt x="6658116" y="413646"/>
                  </a:lnTo>
                  <a:cubicBezTo>
                    <a:pt x="6658127" y="413646"/>
                    <a:pt x="6658625" y="413646"/>
                    <a:pt x="6680410" y="413646"/>
                  </a:cubicBezTo>
                  <a:cubicBezTo>
                    <a:pt x="6680410" y="413639"/>
                    <a:pt x="6680410" y="413558"/>
                    <a:pt x="6680410" y="412565"/>
                  </a:cubicBezTo>
                  <a:lnTo>
                    <a:pt x="6680410" y="404999"/>
                  </a:lnTo>
                  <a:cubicBezTo>
                    <a:pt x="6680417" y="404999"/>
                    <a:pt x="6680527" y="404999"/>
                    <a:pt x="6682183" y="404999"/>
                  </a:cubicBezTo>
                  <a:lnTo>
                    <a:pt x="6694597" y="404999"/>
                  </a:lnTo>
                  <a:cubicBezTo>
                    <a:pt x="6694597" y="405007"/>
                    <a:pt x="6694597" y="405086"/>
                    <a:pt x="6694597" y="406080"/>
                  </a:cubicBezTo>
                  <a:lnTo>
                    <a:pt x="6694597" y="413646"/>
                  </a:lnTo>
                  <a:cubicBezTo>
                    <a:pt x="6694606" y="413646"/>
                    <a:pt x="6694679" y="413646"/>
                    <a:pt x="6695357" y="413646"/>
                  </a:cubicBezTo>
                  <a:lnTo>
                    <a:pt x="6700677" y="413646"/>
                  </a:lnTo>
                  <a:lnTo>
                    <a:pt x="6710810" y="409322"/>
                  </a:lnTo>
                  <a:lnTo>
                    <a:pt x="6714863" y="412565"/>
                  </a:lnTo>
                  <a:lnTo>
                    <a:pt x="6714863" y="404999"/>
                  </a:lnTo>
                  <a:cubicBezTo>
                    <a:pt x="6714872" y="404999"/>
                    <a:pt x="6715009" y="404999"/>
                    <a:pt x="6717143" y="404999"/>
                  </a:cubicBezTo>
                  <a:lnTo>
                    <a:pt x="6733104" y="404999"/>
                  </a:lnTo>
                  <a:cubicBezTo>
                    <a:pt x="6733104" y="405007"/>
                    <a:pt x="6733104" y="405086"/>
                    <a:pt x="6733104" y="406080"/>
                  </a:cubicBezTo>
                  <a:lnTo>
                    <a:pt x="6733104" y="413646"/>
                  </a:lnTo>
                  <a:cubicBezTo>
                    <a:pt x="6733123" y="413646"/>
                    <a:pt x="6733859" y="413646"/>
                    <a:pt x="6763504" y="413646"/>
                  </a:cubicBezTo>
                  <a:cubicBezTo>
                    <a:pt x="6763504" y="413656"/>
                    <a:pt x="6763504" y="413765"/>
                    <a:pt x="6763504" y="415267"/>
                  </a:cubicBezTo>
                  <a:lnTo>
                    <a:pt x="6763504" y="426617"/>
                  </a:lnTo>
                  <a:cubicBezTo>
                    <a:pt x="6763521" y="426617"/>
                    <a:pt x="6764161" y="426617"/>
                    <a:pt x="6789851" y="426617"/>
                  </a:cubicBezTo>
                  <a:cubicBezTo>
                    <a:pt x="6789851" y="426633"/>
                    <a:pt x="6789851" y="427313"/>
                    <a:pt x="6789851" y="456881"/>
                  </a:cubicBezTo>
                  <a:cubicBezTo>
                    <a:pt x="6789860" y="456881"/>
                    <a:pt x="6789933" y="456881"/>
                    <a:pt x="6790611" y="456881"/>
                  </a:cubicBezTo>
                  <a:lnTo>
                    <a:pt x="6795931" y="456881"/>
                  </a:lnTo>
                  <a:cubicBezTo>
                    <a:pt x="6795931" y="456888"/>
                    <a:pt x="6795931" y="456974"/>
                    <a:pt x="6795931" y="457962"/>
                  </a:cubicBezTo>
                  <a:lnTo>
                    <a:pt x="6795931" y="465529"/>
                  </a:lnTo>
                  <a:cubicBezTo>
                    <a:pt x="6799985" y="465529"/>
                    <a:pt x="6799985" y="465529"/>
                    <a:pt x="6799985" y="495793"/>
                  </a:cubicBezTo>
                  <a:cubicBezTo>
                    <a:pt x="6799994" y="495793"/>
                    <a:pt x="6800068" y="495793"/>
                    <a:pt x="6800745" y="495793"/>
                  </a:cubicBezTo>
                  <a:lnTo>
                    <a:pt x="6806065" y="495793"/>
                  </a:lnTo>
                  <a:cubicBezTo>
                    <a:pt x="6806065" y="495802"/>
                    <a:pt x="6806065" y="495869"/>
                    <a:pt x="6806065" y="496604"/>
                  </a:cubicBezTo>
                  <a:lnTo>
                    <a:pt x="6806065" y="502279"/>
                  </a:lnTo>
                  <a:cubicBezTo>
                    <a:pt x="6806071" y="502279"/>
                    <a:pt x="6806149" y="502279"/>
                    <a:pt x="6807078" y="502279"/>
                  </a:cubicBezTo>
                  <a:lnTo>
                    <a:pt x="6814171" y="502279"/>
                  </a:lnTo>
                  <a:cubicBezTo>
                    <a:pt x="6814171" y="502296"/>
                    <a:pt x="6814171" y="503009"/>
                    <a:pt x="6814171" y="532544"/>
                  </a:cubicBezTo>
                  <a:cubicBezTo>
                    <a:pt x="6814179" y="532544"/>
                    <a:pt x="6814299" y="532544"/>
                    <a:pt x="6816198" y="532544"/>
                  </a:cubicBezTo>
                  <a:lnTo>
                    <a:pt x="6830385" y="532544"/>
                  </a:lnTo>
                  <a:cubicBezTo>
                    <a:pt x="6830385" y="532560"/>
                    <a:pt x="6830385" y="533140"/>
                    <a:pt x="6830385" y="556323"/>
                  </a:cubicBezTo>
                  <a:cubicBezTo>
                    <a:pt x="6832412" y="556323"/>
                    <a:pt x="6832412" y="556323"/>
                    <a:pt x="6832412" y="557944"/>
                  </a:cubicBezTo>
                  <a:lnTo>
                    <a:pt x="6832412" y="569294"/>
                  </a:lnTo>
                  <a:cubicBezTo>
                    <a:pt x="6832421" y="569294"/>
                    <a:pt x="6832491" y="569294"/>
                    <a:pt x="6833172" y="569294"/>
                  </a:cubicBezTo>
                  <a:lnTo>
                    <a:pt x="6838492" y="569294"/>
                  </a:lnTo>
                  <a:cubicBezTo>
                    <a:pt x="6838492" y="569308"/>
                    <a:pt x="6838492" y="569871"/>
                    <a:pt x="6838492" y="593073"/>
                  </a:cubicBezTo>
                  <a:cubicBezTo>
                    <a:pt x="6838500" y="593073"/>
                    <a:pt x="6838599" y="593073"/>
                    <a:pt x="6839758" y="593073"/>
                  </a:cubicBezTo>
                  <a:lnTo>
                    <a:pt x="6848625" y="593073"/>
                  </a:lnTo>
                  <a:cubicBezTo>
                    <a:pt x="6850652" y="595235"/>
                    <a:pt x="6850652" y="595235"/>
                    <a:pt x="6850652" y="597127"/>
                  </a:cubicBezTo>
                  <a:lnTo>
                    <a:pt x="6850652" y="610368"/>
                  </a:lnTo>
                  <a:cubicBezTo>
                    <a:pt x="6850657" y="610361"/>
                    <a:pt x="6850744" y="610254"/>
                    <a:pt x="6852172" y="608476"/>
                  </a:cubicBezTo>
                  <a:lnTo>
                    <a:pt x="6862812" y="595235"/>
                  </a:lnTo>
                  <a:cubicBezTo>
                    <a:pt x="6862827" y="595235"/>
                    <a:pt x="6863466" y="595235"/>
                    <a:pt x="6891186" y="595235"/>
                  </a:cubicBezTo>
                  <a:cubicBezTo>
                    <a:pt x="6891186" y="595260"/>
                    <a:pt x="6891186" y="596661"/>
                    <a:pt x="6891186" y="681706"/>
                  </a:cubicBezTo>
                  <a:cubicBezTo>
                    <a:pt x="6891194" y="681706"/>
                    <a:pt x="6891270" y="681706"/>
                    <a:pt x="6891946" y="681706"/>
                  </a:cubicBezTo>
                  <a:lnTo>
                    <a:pt x="6897266" y="681706"/>
                  </a:lnTo>
                  <a:cubicBezTo>
                    <a:pt x="6897270" y="681698"/>
                    <a:pt x="6897329" y="681598"/>
                    <a:pt x="6898026" y="680355"/>
                  </a:cubicBezTo>
                  <a:lnTo>
                    <a:pt x="6903346" y="670897"/>
                  </a:lnTo>
                  <a:cubicBezTo>
                    <a:pt x="6903346" y="670904"/>
                    <a:pt x="6903346" y="671003"/>
                    <a:pt x="6903346" y="672789"/>
                  </a:cubicBezTo>
                  <a:lnTo>
                    <a:pt x="6903346" y="686030"/>
                  </a:lnTo>
                  <a:cubicBezTo>
                    <a:pt x="6907399" y="686030"/>
                    <a:pt x="6907399" y="686030"/>
                    <a:pt x="6907399" y="640633"/>
                  </a:cubicBezTo>
                  <a:cubicBezTo>
                    <a:pt x="6907408" y="640633"/>
                    <a:pt x="6907478" y="640633"/>
                    <a:pt x="6908159" y="640633"/>
                  </a:cubicBezTo>
                  <a:lnTo>
                    <a:pt x="6913479" y="640633"/>
                  </a:lnTo>
                  <a:cubicBezTo>
                    <a:pt x="6913479" y="640618"/>
                    <a:pt x="6913479" y="639618"/>
                    <a:pt x="6913479" y="575779"/>
                  </a:cubicBezTo>
                  <a:cubicBezTo>
                    <a:pt x="6913486" y="575779"/>
                    <a:pt x="6913567" y="575779"/>
                    <a:pt x="6914493" y="575779"/>
                  </a:cubicBezTo>
                  <a:lnTo>
                    <a:pt x="6921586" y="575779"/>
                  </a:lnTo>
                  <a:cubicBezTo>
                    <a:pt x="6921592" y="575758"/>
                    <a:pt x="6921856" y="574818"/>
                    <a:pt x="6933746" y="532544"/>
                  </a:cubicBezTo>
                  <a:cubicBezTo>
                    <a:pt x="6933755" y="532544"/>
                    <a:pt x="6933852" y="532544"/>
                    <a:pt x="6935013" y="532544"/>
                  </a:cubicBezTo>
                  <a:lnTo>
                    <a:pt x="6943880" y="532544"/>
                  </a:lnTo>
                  <a:cubicBezTo>
                    <a:pt x="6943885" y="532567"/>
                    <a:pt x="6944111" y="533533"/>
                    <a:pt x="6954013" y="575779"/>
                  </a:cubicBezTo>
                  <a:cubicBezTo>
                    <a:pt x="6954019" y="575779"/>
                    <a:pt x="6954093" y="575779"/>
                    <a:pt x="6955026" y="575779"/>
                  </a:cubicBezTo>
                  <a:lnTo>
                    <a:pt x="6962120" y="575779"/>
                  </a:lnTo>
                  <a:cubicBezTo>
                    <a:pt x="6962120" y="575790"/>
                    <a:pt x="6962120" y="576457"/>
                    <a:pt x="6962120" y="614691"/>
                  </a:cubicBezTo>
                  <a:cubicBezTo>
                    <a:pt x="6962127" y="614691"/>
                    <a:pt x="6962226" y="614691"/>
                    <a:pt x="6963893" y="614691"/>
                  </a:cubicBezTo>
                  <a:lnTo>
                    <a:pt x="6976307" y="614691"/>
                  </a:lnTo>
                  <a:cubicBezTo>
                    <a:pt x="6976307" y="614699"/>
                    <a:pt x="6976307" y="614821"/>
                    <a:pt x="6976307" y="616853"/>
                  </a:cubicBezTo>
                  <a:lnTo>
                    <a:pt x="6976307" y="631985"/>
                  </a:lnTo>
                  <a:cubicBezTo>
                    <a:pt x="6980360" y="631985"/>
                    <a:pt x="6980360" y="631985"/>
                    <a:pt x="6980360" y="629824"/>
                  </a:cubicBezTo>
                  <a:lnTo>
                    <a:pt x="6980360" y="614691"/>
                  </a:lnTo>
                  <a:cubicBezTo>
                    <a:pt x="6980370" y="614691"/>
                    <a:pt x="6980482" y="614691"/>
                    <a:pt x="6981880" y="614691"/>
                  </a:cubicBezTo>
                  <a:lnTo>
                    <a:pt x="6992520" y="614691"/>
                  </a:lnTo>
                  <a:cubicBezTo>
                    <a:pt x="6992520" y="614701"/>
                    <a:pt x="6992520" y="614818"/>
                    <a:pt x="6992520" y="616312"/>
                  </a:cubicBezTo>
                  <a:lnTo>
                    <a:pt x="6992520" y="627662"/>
                  </a:lnTo>
                  <a:cubicBezTo>
                    <a:pt x="6992536" y="627662"/>
                    <a:pt x="6993245" y="627662"/>
                    <a:pt x="7022921" y="627662"/>
                  </a:cubicBezTo>
                  <a:cubicBezTo>
                    <a:pt x="7022921" y="627645"/>
                    <a:pt x="7022921" y="626874"/>
                    <a:pt x="7022921" y="590912"/>
                  </a:cubicBezTo>
                  <a:cubicBezTo>
                    <a:pt x="7022929" y="590912"/>
                    <a:pt x="7023022" y="590912"/>
                    <a:pt x="7024187" y="590912"/>
                  </a:cubicBezTo>
                  <a:lnTo>
                    <a:pt x="7033054" y="590912"/>
                  </a:lnTo>
                  <a:cubicBezTo>
                    <a:pt x="7033054" y="590923"/>
                    <a:pt x="7033054" y="591417"/>
                    <a:pt x="7033054" y="612529"/>
                  </a:cubicBezTo>
                  <a:cubicBezTo>
                    <a:pt x="7035081" y="612529"/>
                    <a:pt x="7035081" y="612529"/>
                    <a:pt x="7035081" y="580103"/>
                  </a:cubicBezTo>
                  <a:cubicBezTo>
                    <a:pt x="7035095" y="580103"/>
                    <a:pt x="7035636" y="580103"/>
                    <a:pt x="7057374" y="580103"/>
                  </a:cubicBezTo>
                  <a:cubicBezTo>
                    <a:pt x="7057374" y="580093"/>
                    <a:pt x="7057374" y="579973"/>
                    <a:pt x="7057374" y="578481"/>
                  </a:cubicBezTo>
                  <a:lnTo>
                    <a:pt x="7057374" y="567132"/>
                  </a:lnTo>
                  <a:cubicBezTo>
                    <a:pt x="7057382" y="567132"/>
                    <a:pt x="7057457" y="567132"/>
                    <a:pt x="7058134" y="567132"/>
                  </a:cubicBezTo>
                  <a:lnTo>
                    <a:pt x="7063454" y="567132"/>
                  </a:lnTo>
                  <a:cubicBezTo>
                    <a:pt x="7063454" y="567126"/>
                    <a:pt x="7063454" y="567013"/>
                    <a:pt x="7063454" y="565241"/>
                  </a:cubicBezTo>
                  <a:lnTo>
                    <a:pt x="7063454" y="552000"/>
                  </a:lnTo>
                  <a:lnTo>
                    <a:pt x="7067508" y="558485"/>
                  </a:lnTo>
                  <a:cubicBezTo>
                    <a:pt x="7067516" y="558485"/>
                    <a:pt x="7067645" y="558485"/>
                    <a:pt x="7069788" y="558485"/>
                  </a:cubicBezTo>
                  <a:lnTo>
                    <a:pt x="7085748" y="558485"/>
                  </a:lnTo>
                  <a:cubicBezTo>
                    <a:pt x="7085748" y="558477"/>
                    <a:pt x="7085748" y="558409"/>
                    <a:pt x="7085748" y="557674"/>
                  </a:cubicBezTo>
                  <a:lnTo>
                    <a:pt x="7085748" y="552000"/>
                  </a:lnTo>
                  <a:cubicBezTo>
                    <a:pt x="7085757" y="552000"/>
                    <a:pt x="7085831" y="552000"/>
                    <a:pt x="7086508" y="552000"/>
                  </a:cubicBezTo>
                  <a:lnTo>
                    <a:pt x="7091828" y="552000"/>
                  </a:lnTo>
                  <a:cubicBezTo>
                    <a:pt x="7091828" y="552009"/>
                    <a:pt x="7091828" y="552109"/>
                    <a:pt x="7091828" y="553351"/>
                  </a:cubicBezTo>
                  <a:lnTo>
                    <a:pt x="7091828" y="562809"/>
                  </a:lnTo>
                  <a:cubicBezTo>
                    <a:pt x="7091843" y="562809"/>
                    <a:pt x="7092576" y="562809"/>
                    <a:pt x="7130335" y="562809"/>
                  </a:cubicBezTo>
                  <a:cubicBezTo>
                    <a:pt x="7130335" y="562827"/>
                    <a:pt x="7130335" y="564337"/>
                    <a:pt x="7130335" y="701162"/>
                  </a:cubicBezTo>
                  <a:cubicBezTo>
                    <a:pt x="7130345" y="701162"/>
                    <a:pt x="7130460" y="701162"/>
                    <a:pt x="7131855" y="701162"/>
                  </a:cubicBezTo>
                  <a:lnTo>
                    <a:pt x="7142495" y="701162"/>
                  </a:lnTo>
                  <a:cubicBezTo>
                    <a:pt x="7142495" y="696839"/>
                    <a:pt x="7142495" y="692515"/>
                    <a:pt x="7142495" y="688192"/>
                  </a:cubicBezTo>
                  <a:cubicBezTo>
                    <a:pt x="7144522" y="688192"/>
                    <a:pt x="7144522" y="688192"/>
                    <a:pt x="7146549" y="688192"/>
                  </a:cubicBezTo>
                  <a:cubicBezTo>
                    <a:pt x="7146549" y="692515"/>
                    <a:pt x="7146549" y="696839"/>
                    <a:pt x="7146549" y="701162"/>
                  </a:cubicBezTo>
                  <a:cubicBezTo>
                    <a:pt x="7156682" y="701162"/>
                    <a:pt x="7166816" y="701162"/>
                    <a:pt x="7176949" y="701162"/>
                  </a:cubicBezTo>
                  <a:cubicBezTo>
                    <a:pt x="7176949" y="690353"/>
                    <a:pt x="7176949" y="681706"/>
                    <a:pt x="7176949" y="670897"/>
                  </a:cubicBezTo>
                  <a:cubicBezTo>
                    <a:pt x="7181003" y="670897"/>
                    <a:pt x="7185056" y="670897"/>
                    <a:pt x="7189109" y="670897"/>
                  </a:cubicBezTo>
                  <a:lnTo>
                    <a:pt x="7201269" y="668736"/>
                  </a:lnTo>
                  <a:cubicBezTo>
                    <a:pt x="7203296" y="668736"/>
                    <a:pt x="7203296" y="670897"/>
                    <a:pt x="7205323" y="670897"/>
                  </a:cubicBezTo>
                  <a:lnTo>
                    <a:pt x="7215456" y="670897"/>
                  </a:lnTo>
                  <a:cubicBezTo>
                    <a:pt x="7215456" y="681706"/>
                    <a:pt x="7215456" y="692515"/>
                    <a:pt x="7215456" y="701162"/>
                  </a:cubicBezTo>
                  <a:cubicBezTo>
                    <a:pt x="7217483" y="701162"/>
                    <a:pt x="7219510" y="701162"/>
                    <a:pt x="7223563" y="701162"/>
                  </a:cubicBezTo>
                  <a:cubicBezTo>
                    <a:pt x="7223563" y="707648"/>
                    <a:pt x="7223563" y="714133"/>
                    <a:pt x="7223563" y="718457"/>
                  </a:cubicBezTo>
                  <a:lnTo>
                    <a:pt x="7232899" y="719362"/>
                  </a:lnTo>
                  <a:lnTo>
                    <a:pt x="7245857" y="719362"/>
                  </a:lnTo>
                  <a:cubicBezTo>
                    <a:pt x="7245857" y="713553"/>
                    <a:pt x="7245857" y="709381"/>
                    <a:pt x="7245857" y="703324"/>
                  </a:cubicBezTo>
                  <a:lnTo>
                    <a:pt x="7313813" y="703324"/>
                  </a:lnTo>
                  <a:lnTo>
                    <a:pt x="7313813" y="618071"/>
                  </a:lnTo>
                  <a:lnTo>
                    <a:pt x="7385821" y="618071"/>
                  </a:lnTo>
                  <a:lnTo>
                    <a:pt x="7385821" y="696839"/>
                  </a:lnTo>
                  <a:cubicBezTo>
                    <a:pt x="7386456" y="696839"/>
                    <a:pt x="7387091" y="696839"/>
                    <a:pt x="7387725" y="696839"/>
                  </a:cubicBezTo>
                  <a:lnTo>
                    <a:pt x="7388967" y="719362"/>
                  </a:lnTo>
                  <a:lnTo>
                    <a:pt x="7398643" y="719362"/>
                  </a:lnTo>
                  <a:cubicBezTo>
                    <a:pt x="7399179" y="712148"/>
                    <a:pt x="7399885" y="704494"/>
                    <a:pt x="7399885" y="696839"/>
                  </a:cubicBezTo>
                  <a:cubicBezTo>
                    <a:pt x="7401912" y="696839"/>
                    <a:pt x="7403939" y="696839"/>
                    <a:pt x="7405965" y="696839"/>
                  </a:cubicBezTo>
                  <a:lnTo>
                    <a:pt x="7407207" y="719362"/>
                  </a:lnTo>
                  <a:lnTo>
                    <a:pt x="7457829" y="719362"/>
                  </a:lnTo>
                  <a:lnTo>
                    <a:pt x="7457829" y="556334"/>
                  </a:lnTo>
                  <a:lnTo>
                    <a:pt x="7655156" y="556334"/>
                  </a:lnTo>
                  <a:lnTo>
                    <a:pt x="7655156" y="719362"/>
                  </a:lnTo>
                  <a:lnTo>
                    <a:pt x="7673853" y="719362"/>
                  </a:lnTo>
                  <a:lnTo>
                    <a:pt x="7673853" y="636669"/>
                  </a:lnTo>
                  <a:lnTo>
                    <a:pt x="7768973" y="636669"/>
                  </a:lnTo>
                  <a:lnTo>
                    <a:pt x="7773382" y="519115"/>
                  </a:lnTo>
                  <a:lnTo>
                    <a:pt x="7819759" y="519115"/>
                  </a:lnTo>
                  <a:lnTo>
                    <a:pt x="7821437" y="571456"/>
                  </a:lnTo>
                  <a:cubicBezTo>
                    <a:pt x="7843732" y="571456"/>
                    <a:pt x="7866024" y="571456"/>
                    <a:pt x="7886292" y="571456"/>
                  </a:cubicBezTo>
                  <a:cubicBezTo>
                    <a:pt x="7886292" y="597397"/>
                    <a:pt x="7886292" y="623338"/>
                    <a:pt x="7886292" y="647118"/>
                  </a:cubicBezTo>
                  <a:cubicBezTo>
                    <a:pt x="7890345" y="647118"/>
                    <a:pt x="7892372" y="647118"/>
                    <a:pt x="7894398" y="647118"/>
                  </a:cubicBezTo>
                  <a:cubicBezTo>
                    <a:pt x="7894398" y="644956"/>
                    <a:pt x="7896425" y="642794"/>
                    <a:pt x="7896425" y="640633"/>
                  </a:cubicBezTo>
                  <a:cubicBezTo>
                    <a:pt x="7898452" y="640633"/>
                    <a:pt x="7900478" y="640633"/>
                    <a:pt x="7902505" y="640633"/>
                  </a:cubicBezTo>
                  <a:cubicBezTo>
                    <a:pt x="7902505" y="642794"/>
                    <a:pt x="7902505" y="644956"/>
                    <a:pt x="7904533" y="649280"/>
                  </a:cubicBezTo>
                  <a:cubicBezTo>
                    <a:pt x="7908585" y="649280"/>
                    <a:pt x="7912638" y="649280"/>
                    <a:pt x="7916693" y="649280"/>
                  </a:cubicBezTo>
                  <a:cubicBezTo>
                    <a:pt x="7916693" y="647118"/>
                    <a:pt x="7916693" y="644956"/>
                    <a:pt x="7916693" y="642794"/>
                  </a:cubicBezTo>
                  <a:cubicBezTo>
                    <a:pt x="7924798" y="642794"/>
                    <a:pt x="7930878" y="642794"/>
                    <a:pt x="7938985" y="642794"/>
                  </a:cubicBezTo>
                  <a:cubicBezTo>
                    <a:pt x="7938985" y="644956"/>
                    <a:pt x="7938985" y="647118"/>
                    <a:pt x="7938985" y="649280"/>
                  </a:cubicBezTo>
                  <a:cubicBezTo>
                    <a:pt x="7945065" y="649280"/>
                    <a:pt x="7953173" y="649280"/>
                    <a:pt x="7959253" y="649280"/>
                  </a:cubicBezTo>
                  <a:cubicBezTo>
                    <a:pt x="7959253" y="664412"/>
                    <a:pt x="7959253" y="679545"/>
                    <a:pt x="7959253" y="694677"/>
                  </a:cubicBezTo>
                  <a:cubicBezTo>
                    <a:pt x="7963306" y="694677"/>
                    <a:pt x="7969386" y="694677"/>
                    <a:pt x="7973440" y="694677"/>
                  </a:cubicBezTo>
                  <a:cubicBezTo>
                    <a:pt x="7973440" y="690353"/>
                    <a:pt x="7973440" y="686030"/>
                    <a:pt x="7973440" y="681706"/>
                  </a:cubicBezTo>
                  <a:cubicBezTo>
                    <a:pt x="7979520" y="681706"/>
                    <a:pt x="7985600" y="681706"/>
                    <a:pt x="7989653" y="681706"/>
                  </a:cubicBezTo>
                  <a:cubicBezTo>
                    <a:pt x="7989653" y="621177"/>
                    <a:pt x="7989653" y="562809"/>
                    <a:pt x="7989653" y="502279"/>
                  </a:cubicBezTo>
                  <a:cubicBezTo>
                    <a:pt x="7991680" y="500117"/>
                    <a:pt x="7993706" y="497955"/>
                    <a:pt x="7995733" y="495793"/>
                  </a:cubicBezTo>
                  <a:cubicBezTo>
                    <a:pt x="8020053" y="495793"/>
                    <a:pt x="8044373" y="495793"/>
                    <a:pt x="8068694" y="495793"/>
                  </a:cubicBezTo>
                  <a:lnTo>
                    <a:pt x="8068694" y="504441"/>
                  </a:lnTo>
                  <a:lnTo>
                    <a:pt x="8078828" y="504441"/>
                  </a:lnTo>
                  <a:cubicBezTo>
                    <a:pt x="8078828" y="543353"/>
                    <a:pt x="8078828" y="582265"/>
                    <a:pt x="8078828" y="619015"/>
                  </a:cubicBezTo>
                  <a:cubicBezTo>
                    <a:pt x="8086934" y="619015"/>
                    <a:pt x="8093014" y="619015"/>
                    <a:pt x="8101121" y="619015"/>
                  </a:cubicBezTo>
                  <a:cubicBezTo>
                    <a:pt x="8101121" y="597397"/>
                    <a:pt x="8101121" y="575779"/>
                    <a:pt x="8101121" y="552000"/>
                  </a:cubicBezTo>
                  <a:cubicBezTo>
                    <a:pt x="8109228" y="552000"/>
                    <a:pt x="8119361" y="552000"/>
                    <a:pt x="8127469" y="552000"/>
                  </a:cubicBezTo>
                  <a:cubicBezTo>
                    <a:pt x="8129494" y="552000"/>
                    <a:pt x="8129494" y="549838"/>
                    <a:pt x="8131521" y="547676"/>
                  </a:cubicBezTo>
                  <a:lnTo>
                    <a:pt x="8139629" y="547676"/>
                  </a:lnTo>
                  <a:cubicBezTo>
                    <a:pt x="8141654" y="549838"/>
                    <a:pt x="8141654" y="552000"/>
                    <a:pt x="8143681" y="552000"/>
                  </a:cubicBezTo>
                  <a:cubicBezTo>
                    <a:pt x="8149761" y="552000"/>
                    <a:pt x="8157869" y="552000"/>
                    <a:pt x="8165976" y="552000"/>
                  </a:cubicBezTo>
                  <a:cubicBezTo>
                    <a:pt x="8165976" y="513088"/>
                    <a:pt x="8165976" y="474176"/>
                    <a:pt x="8165976" y="435264"/>
                  </a:cubicBezTo>
                  <a:cubicBezTo>
                    <a:pt x="8165989" y="435261"/>
                    <a:pt x="8166856" y="435097"/>
                    <a:pt x="8222722" y="424455"/>
                  </a:cubicBezTo>
                  <a:cubicBezTo>
                    <a:pt x="8222722" y="424462"/>
                    <a:pt x="8222722" y="424536"/>
                    <a:pt x="8222722" y="425536"/>
                  </a:cubicBezTo>
                  <a:lnTo>
                    <a:pt x="8222722" y="433102"/>
                  </a:lnTo>
                  <a:cubicBezTo>
                    <a:pt x="8222740" y="433102"/>
                    <a:pt x="8223384" y="433102"/>
                    <a:pt x="8249069" y="433102"/>
                  </a:cubicBezTo>
                  <a:cubicBezTo>
                    <a:pt x="8249069" y="433124"/>
                    <a:pt x="8249069" y="435495"/>
                    <a:pt x="8249069" y="688192"/>
                  </a:cubicBezTo>
                  <a:cubicBezTo>
                    <a:pt x="8255149" y="688192"/>
                    <a:pt x="8263256" y="688192"/>
                    <a:pt x="8271364" y="688192"/>
                  </a:cubicBezTo>
                  <a:cubicBezTo>
                    <a:pt x="8271364" y="686030"/>
                    <a:pt x="8271364" y="686030"/>
                    <a:pt x="8271364" y="683868"/>
                  </a:cubicBezTo>
                  <a:cubicBezTo>
                    <a:pt x="8275416" y="683868"/>
                    <a:pt x="8279469" y="683868"/>
                    <a:pt x="8283524" y="683868"/>
                  </a:cubicBezTo>
                  <a:cubicBezTo>
                    <a:pt x="8283524" y="686030"/>
                    <a:pt x="8283524" y="686030"/>
                    <a:pt x="8283524" y="688192"/>
                  </a:cubicBezTo>
                  <a:cubicBezTo>
                    <a:pt x="8291630" y="688192"/>
                    <a:pt x="8299736" y="688192"/>
                    <a:pt x="8307844" y="688192"/>
                  </a:cubicBezTo>
                  <a:cubicBezTo>
                    <a:pt x="8307844" y="683868"/>
                    <a:pt x="8307844" y="679545"/>
                    <a:pt x="8307844" y="675221"/>
                  </a:cubicBezTo>
                  <a:cubicBezTo>
                    <a:pt x="8317977" y="675221"/>
                    <a:pt x="8328110" y="675221"/>
                    <a:pt x="8336217" y="675221"/>
                  </a:cubicBezTo>
                  <a:cubicBezTo>
                    <a:pt x="8340270" y="670897"/>
                    <a:pt x="8344325" y="670897"/>
                    <a:pt x="8348377" y="670897"/>
                  </a:cubicBezTo>
                  <a:cubicBezTo>
                    <a:pt x="8354457" y="675221"/>
                    <a:pt x="8362565" y="675221"/>
                    <a:pt x="8368645" y="675221"/>
                  </a:cubicBezTo>
                  <a:cubicBezTo>
                    <a:pt x="8368645" y="668736"/>
                    <a:pt x="8368645" y="664412"/>
                    <a:pt x="8368645" y="657927"/>
                  </a:cubicBezTo>
                  <a:lnTo>
                    <a:pt x="8376752" y="657927"/>
                  </a:lnTo>
                  <a:cubicBezTo>
                    <a:pt x="8376752" y="653603"/>
                    <a:pt x="8376752" y="649280"/>
                    <a:pt x="8376752" y="644956"/>
                  </a:cubicBezTo>
                  <a:cubicBezTo>
                    <a:pt x="8394992" y="644956"/>
                    <a:pt x="8415258" y="644956"/>
                    <a:pt x="8433498" y="644956"/>
                  </a:cubicBezTo>
                  <a:cubicBezTo>
                    <a:pt x="8433498" y="634147"/>
                    <a:pt x="8433498" y="625500"/>
                    <a:pt x="8433498" y="614691"/>
                  </a:cubicBezTo>
                  <a:cubicBezTo>
                    <a:pt x="8439578" y="614691"/>
                    <a:pt x="8445658" y="614691"/>
                    <a:pt x="8451738" y="614691"/>
                  </a:cubicBezTo>
                  <a:cubicBezTo>
                    <a:pt x="8451738" y="612529"/>
                    <a:pt x="8451738" y="610368"/>
                    <a:pt x="8451738" y="608206"/>
                  </a:cubicBezTo>
                  <a:cubicBezTo>
                    <a:pt x="8455792" y="608206"/>
                    <a:pt x="8459845" y="608206"/>
                    <a:pt x="8463898" y="608206"/>
                  </a:cubicBezTo>
                  <a:cubicBezTo>
                    <a:pt x="8463898" y="610368"/>
                    <a:pt x="8463898" y="612529"/>
                    <a:pt x="8463898" y="614691"/>
                  </a:cubicBezTo>
                  <a:cubicBezTo>
                    <a:pt x="8469978" y="614691"/>
                    <a:pt x="8474032" y="614691"/>
                    <a:pt x="8480112" y="614691"/>
                  </a:cubicBezTo>
                  <a:cubicBezTo>
                    <a:pt x="8480112" y="629824"/>
                    <a:pt x="8480112" y="647118"/>
                    <a:pt x="8480112" y="664412"/>
                  </a:cubicBezTo>
                  <a:cubicBezTo>
                    <a:pt x="8490245" y="664412"/>
                    <a:pt x="8502406" y="664412"/>
                    <a:pt x="8512540" y="664412"/>
                  </a:cubicBezTo>
                  <a:cubicBezTo>
                    <a:pt x="8512540" y="655765"/>
                    <a:pt x="8512540" y="647118"/>
                    <a:pt x="8512540" y="638471"/>
                  </a:cubicBezTo>
                  <a:cubicBezTo>
                    <a:pt x="8524700" y="638471"/>
                    <a:pt x="8538886" y="638471"/>
                    <a:pt x="8551046" y="638471"/>
                  </a:cubicBezTo>
                  <a:cubicBezTo>
                    <a:pt x="8551046" y="627662"/>
                    <a:pt x="8551046" y="619015"/>
                    <a:pt x="8551046" y="608206"/>
                  </a:cubicBezTo>
                  <a:cubicBezTo>
                    <a:pt x="8567261" y="608206"/>
                    <a:pt x="8583473" y="608206"/>
                    <a:pt x="8599688" y="608206"/>
                  </a:cubicBezTo>
                  <a:cubicBezTo>
                    <a:pt x="8599688" y="608235"/>
                    <a:pt x="8599688" y="610010"/>
                    <a:pt x="8599688" y="719362"/>
                  </a:cubicBezTo>
                  <a:lnTo>
                    <a:pt x="8599688" y="733141"/>
                  </a:lnTo>
                  <a:lnTo>
                    <a:pt x="8665562" y="733141"/>
                  </a:lnTo>
                  <a:lnTo>
                    <a:pt x="8665562" y="838913"/>
                  </a:lnTo>
                  <a:lnTo>
                    <a:pt x="8665562" y="862160"/>
                  </a:lnTo>
                  <a:lnTo>
                    <a:pt x="8680522" y="862160"/>
                  </a:lnTo>
                  <a:cubicBezTo>
                    <a:pt x="8680522" y="862160"/>
                    <a:pt x="8680522" y="862160"/>
                    <a:pt x="8680522" y="860998"/>
                  </a:cubicBezTo>
                  <a:lnTo>
                    <a:pt x="8680522" y="852862"/>
                  </a:lnTo>
                  <a:cubicBezTo>
                    <a:pt x="8680522" y="852862"/>
                    <a:pt x="8680522" y="852862"/>
                    <a:pt x="8725102" y="852862"/>
                  </a:cubicBezTo>
                  <a:cubicBezTo>
                    <a:pt x="8725102" y="852862"/>
                    <a:pt x="8725102" y="852862"/>
                    <a:pt x="8725102" y="855477"/>
                  </a:cubicBezTo>
                  <a:lnTo>
                    <a:pt x="8725102" y="861131"/>
                  </a:lnTo>
                  <a:lnTo>
                    <a:pt x="8733569" y="852574"/>
                  </a:lnTo>
                  <a:cubicBezTo>
                    <a:pt x="8731340" y="852574"/>
                    <a:pt x="8731340" y="850249"/>
                    <a:pt x="8729111" y="850249"/>
                  </a:cubicBezTo>
                  <a:cubicBezTo>
                    <a:pt x="8729111" y="847924"/>
                    <a:pt x="8729111" y="845600"/>
                    <a:pt x="8729111" y="843275"/>
                  </a:cubicBezTo>
                  <a:cubicBezTo>
                    <a:pt x="8731340" y="843275"/>
                    <a:pt x="8733569" y="840950"/>
                    <a:pt x="8735797" y="840950"/>
                  </a:cubicBezTo>
                  <a:cubicBezTo>
                    <a:pt x="8735797" y="836301"/>
                    <a:pt x="8735797" y="833976"/>
                    <a:pt x="8735797" y="831652"/>
                  </a:cubicBezTo>
                  <a:cubicBezTo>
                    <a:pt x="8738027" y="831652"/>
                    <a:pt x="8738027" y="831652"/>
                    <a:pt x="8740256" y="831652"/>
                  </a:cubicBezTo>
                  <a:cubicBezTo>
                    <a:pt x="8740256" y="824678"/>
                    <a:pt x="8740256" y="817704"/>
                    <a:pt x="8740256" y="810730"/>
                  </a:cubicBezTo>
                  <a:cubicBezTo>
                    <a:pt x="8738027" y="810730"/>
                    <a:pt x="8738027" y="810730"/>
                    <a:pt x="8735797" y="810730"/>
                  </a:cubicBezTo>
                  <a:cubicBezTo>
                    <a:pt x="8735797" y="808405"/>
                    <a:pt x="8735797" y="808405"/>
                    <a:pt x="8735797" y="806081"/>
                  </a:cubicBezTo>
                  <a:lnTo>
                    <a:pt x="8740256" y="803756"/>
                  </a:lnTo>
                  <a:cubicBezTo>
                    <a:pt x="8744713" y="799107"/>
                    <a:pt x="8746943" y="794457"/>
                    <a:pt x="8751401" y="787483"/>
                  </a:cubicBezTo>
                  <a:cubicBezTo>
                    <a:pt x="8753629" y="782834"/>
                    <a:pt x="8753629" y="780510"/>
                    <a:pt x="8753629" y="778185"/>
                  </a:cubicBezTo>
                  <a:cubicBezTo>
                    <a:pt x="8749172" y="771211"/>
                    <a:pt x="8749172" y="759588"/>
                    <a:pt x="8753629" y="752614"/>
                  </a:cubicBezTo>
                  <a:cubicBezTo>
                    <a:pt x="8753631" y="752611"/>
                    <a:pt x="8753645" y="752565"/>
                    <a:pt x="8753909" y="751742"/>
                  </a:cubicBezTo>
                  <a:lnTo>
                    <a:pt x="8755767" y="745928"/>
                  </a:lnTo>
                  <a:lnTo>
                    <a:pt x="8754080" y="745928"/>
                  </a:lnTo>
                  <a:cubicBezTo>
                    <a:pt x="8754080" y="745928"/>
                    <a:pt x="8754080" y="745928"/>
                    <a:pt x="8754080" y="744766"/>
                  </a:cubicBezTo>
                  <a:lnTo>
                    <a:pt x="8754080" y="736629"/>
                  </a:lnTo>
                  <a:cubicBezTo>
                    <a:pt x="8754080" y="736629"/>
                    <a:pt x="8754080" y="736629"/>
                    <a:pt x="8755194" y="736629"/>
                  </a:cubicBezTo>
                  <a:lnTo>
                    <a:pt x="8762996" y="736629"/>
                  </a:lnTo>
                  <a:cubicBezTo>
                    <a:pt x="8762996" y="736629"/>
                    <a:pt x="8762996" y="736629"/>
                    <a:pt x="8762996" y="735467"/>
                  </a:cubicBezTo>
                  <a:lnTo>
                    <a:pt x="8762996" y="727331"/>
                  </a:lnTo>
                  <a:cubicBezTo>
                    <a:pt x="8762996" y="727331"/>
                    <a:pt x="8762996" y="727331"/>
                    <a:pt x="8761881" y="727331"/>
                  </a:cubicBezTo>
                  <a:lnTo>
                    <a:pt x="8754080" y="727331"/>
                  </a:lnTo>
                  <a:cubicBezTo>
                    <a:pt x="8754080" y="727331"/>
                    <a:pt x="8754080" y="727331"/>
                    <a:pt x="8754080" y="726168"/>
                  </a:cubicBezTo>
                  <a:lnTo>
                    <a:pt x="8754080" y="718032"/>
                  </a:lnTo>
                  <a:cubicBezTo>
                    <a:pt x="8754080" y="718032"/>
                    <a:pt x="8754080" y="718032"/>
                    <a:pt x="8755194" y="718032"/>
                  </a:cubicBezTo>
                  <a:lnTo>
                    <a:pt x="8762996" y="718032"/>
                  </a:lnTo>
                  <a:cubicBezTo>
                    <a:pt x="8762996" y="718032"/>
                    <a:pt x="8762996" y="718032"/>
                    <a:pt x="8762996" y="717160"/>
                  </a:cubicBezTo>
                  <a:lnTo>
                    <a:pt x="8762996" y="711058"/>
                  </a:lnTo>
                  <a:cubicBezTo>
                    <a:pt x="8762996" y="711058"/>
                    <a:pt x="8762996" y="711058"/>
                    <a:pt x="8761881" y="711058"/>
                  </a:cubicBezTo>
                  <a:lnTo>
                    <a:pt x="8754080" y="711058"/>
                  </a:lnTo>
                  <a:cubicBezTo>
                    <a:pt x="8754080" y="711058"/>
                    <a:pt x="8754080" y="711058"/>
                    <a:pt x="8754080" y="709896"/>
                  </a:cubicBezTo>
                  <a:lnTo>
                    <a:pt x="8754080" y="701759"/>
                  </a:lnTo>
                  <a:cubicBezTo>
                    <a:pt x="8754080" y="701759"/>
                    <a:pt x="8754080" y="701759"/>
                    <a:pt x="8755194" y="701759"/>
                  </a:cubicBezTo>
                  <a:lnTo>
                    <a:pt x="8762996" y="701759"/>
                  </a:lnTo>
                  <a:cubicBezTo>
                    <a:pt x="8762996" y="701759"/>
                    <a:pt x="8762996" y="701759"/>
                    <a:pt x="8761881" y="700016"/>
                  </a:cubicBezTo>
                  <a:lnTo>
                    <a:pt x="8754080" y="687812"/>
                  </a:lnTo>
                  <a:cubicBezTo>
                    <a:pt x="8754080" y="687812"/>
                    <a:pt x="8754080" y="687812"/>
                    <a:pt x="8754080" y="650617"/>
                  </a:cubicBezTo>
                  <a:cubicBezTo>
                    <a:pt x="8754080" y="650617"/>
                    <a:pt x="8754080" y="650617"/>
                    <a:pt x="8903424" y="650617"/>
                  </a:cubicBezTo>
                  <a:cubicBezTo>
                    <a:pt x="8903424" y="650617"/>
                    <a:pt x="8903424" y="650617"/>
                    <a:pt x="8905096" y="653232"/>
                  </a:cubicBezTo>
                  <a:lnTo>
                    <a:pt x="8908543" y="658626"/>
                  </a:lnTo>
                  <a:lnTo>
                    <a:pt x="8908543" y="647687"/>
                  </a:lnTo>
                  <a:cubicBezTo>
                    <a:pt x="8908543" y="636001"/>
                    <a:pt x="8908543" y="622669"/>
                    <a:pt x="8908543" y="607460"/>
                  </a:cubicBezTo>
                  <a:cubicBezTo>
                    <a:pt x="8908552" y="607460"/>
                    <a:pt x="8908671" y="607460"/>
                    <a:pt x="8910570" y="607460"/>
                  </a:cubicBezTo>
                  <a:lnTo>
                    <a:pt x="8924757" y="607460"/>
                  </a:lnTo>
                  <a:cubicBezTo>
                    <a:pt x="8924757" y="607441"/>
                    <a:pt x="8924757" y="606126"/>
                    <a:pt x="8924757" y="515723"/>
                  </a:cubicBezTo>
                  <a:lnTo>
                    <a:pt x="8924757" y="490724"/>
                  </a:lnTo>
                  <a:lnTo>
                    <a:pt x="9078786" y="490724"/>
                  </a:lnTo>
                  <a:lnTo>
                    <a:pt x="9078786" y="506306"/>
                  </a:lnTo>
                  <a:cubicBezTo>
                    <a:pt x="9078786" y="526935"/>
                    <a:pt x="9078786" y="559711"/>
                    <a:pt x="9078786" y="611783"/>
                  </a:cubicBezTo>
                  <a:cubicBezTo>
                    <a:pt x="9078796" y="611782"/>
                    <a:pt x="9078908" y="611761"/>
                    <a:pt x="9080306" y="611513"/>
                  </a:cubicBezTo>
                  <a:lnTo>
                    <a:pt x="9090946" y="609622"/>
                  </a:lnTo>
                  <a:cubicBezTo>
                    <a:pt x="9090946" y="609644"/>
                    <a:pt x="9090916" y="610978"/>
                    <a:pt x="9088919" y="698254"/>
                  </a:cubicBezTo>
                  <a:cubicBezTo>
                    <a:pt x="9088929" y="698256"/>
                    <a:pt x="9089040" y="698276"/>
                    <a:pt x="9090439" y="698525"/>
                  </a:cubicBezTo>
                  <a:lnTo>
                    <a:pt x="9101079" y="700416"/>
                  </a:lnTo>
                  <a:cubicBezTo>
                    <a:pt x="9101081" y="700423"/>
                    <a:pt x="9101101" y="700487"/>
                    <a:pt x="9101332" y="701227"/>
                  </a:cubicBezTo>
                  <a:lnTo>
                    <a:pt x="9103106" y="706902"/>
                  </a:lnTo>
                  <a:cubicBezTo>
                    <a:pt x="9103108" y="706893"/>
                    <a:pt x="9103153" y="706750"/>
                    <a:pt x="9103866" y="704470"/>
                  </a:cubicBezTo>
                  <a:lnTo>
                    <a:pt x="9109186" y="687446"/>
                  </a:lnTo>
                  <a:cubicBezTo>
                    <a:pt x="9109193" y="687446"/>
                    <a:pt x="9109293" y="687446"/>
                    <a:pt x="9110959" y="687446"/>
                  </a:cubicBezTo>
                  <a:lnTo>
                    <a:pt x="9123373" y="687446"/>
                  </a:lnTo>
                  <a:cubicBezTo>
                    <a:pt x="9123373" y="687463"/>
                    <a:pt x="9123373" y="688156"/>
                    <a:pt x="9123373" y="719872"/>
                  </a:cubicBezTo>
                  <a:cubicBezTo>
                    <a:pt x="9123379" y="719877"/>
                    <a:pt x="9123456" y="719917"/>
                    <a:pt x="9124386" y="720413"/>
                  </a:cubicBezTo>
                  <a:lnTo>
                    <a:pt x="9131480" y="724196"/>
                  </a:lnTo>
                  <a:cubicBezTo>
                    <a:pt x="9131480" y="724205"/>
                    <a:pt x="9131480" y="724306"/>
                    <a:pt x="9131480" y="725547"/>
                  </a:cubicBezTo>
                  <a:lnTo>
                    <a:pt x="9131480" y="735005"/>
                  </a:lnTo>
                  <a:cubicBezTo>
                    <a:pt x="9131500" y="735005"/>
                    <a:pt x="9132408" y="735005"/>
                    <a:pt x="9176067" y="735005"/>
                  </a:cubicBezTo>
                  <a:cubicBezTo>
                    <a:pt x="9176067" y="735013"/>
                    <a:pt x="9176067" y="735096"/>
                    <a:pt x="9176067" y="736086"/>
                  </a:cubicBezTo>
                  <a:lnTo>
                    <a:pt x="9176067" y="743652"/>
                  </a:lnTo>
                  <a:cubicBezTo>
                    <a:pt x="9176076" y="743652"/>
                    <a:pt x="9176197" y="743652"/>
                    <a:pt x="9178093" y="743652"/>
                  </a:cubicBezTo>
                  <a:lnTo>
                    <a:pt x="9192280" y="743652"/>
                  </a:lnTo>
                  <a:cubicBezTo>
                    <a:pt x="9192280" y="743634"/>
                    <a:pt x="9192280" y="742905"/>
                    <a:pt x="9192280" y="713387"/>
                  </a:cubicBezTo>
                  <a:cubicBezTo>
                    <a:pt x="9192301" y="713387"/>
                    <a:pt x="9193231" y="713387"/>
                    <a:pt x="9236867" y="713387"/>
                  </a:cubicBezTo>
                  <a:cubicBezTo>
                    <a:pt x="9236867" y="713379"/>
                    <a:pt x="9236867" y="713282"/>
                    <a:pt x="9236867" y="712036"/>
                  </a:cubicBezTo>
                  <a:lnTo>
                    <a:pt x="9236867" y="702578"/>
                  </a:lnTo>
                  <a:cubicBezTo>
                    <a:pt x="9236873" y="702578"/>
                    <a:pt x="9236947" y="702578"/>
                    <a:pt x="9237881" y="702578"/>
                  </a:cubicBezTo>
                  <a:lnTo>
                    <a:pt x="9244974" y="702578"/>
                  </a:lnTo>
                  <a:cubicBezTo>
                    <a:pt x="9244974" y="702571"/>
                    <a:pt x="9244974" y="702458"/>
                    <a:pt x="9244974" y="700687"/>
                  </a:cubicBezTo>
                  <a:lnTo>
                    <a:pt x="9244974" y="687446"/>
                  </a:lnTo>
                  <a:cubicBezTo>
                    <a:pt x="9244983" y="687446"/>
                    <a:pt x="9245055" y="687446"/>
                    <a:pt x="9245734" y="687446"/>
                  </a:cubicBezTo>
                  <a:lnTo>
                    <a:pt x="9251054" y="687446"/>
                  </a:lnTo>
                  <a:cubicBezTo>
                    <a:pt x="9251054" y="687439"/>
                    <a:pt x="9251054" y="687354"/>
                    <a:pt x="9251054" y="686365"/>
                  </a:cubicBezTo>
                  <a:lnTo>
                    <a:pt x="9251054" y="678798"/>
                  </a:lnTo>
                  <a:cubicBezTo>
                    <a:pt x="9251062" y="678798"/>
                    <a:pt x="9251186" y="678798"/>
                    <a:pt x="9253081" y="678798"/>
                  </a:cubicBezTo>
                  <a:lnTo>
                    <a:pt x="9267268" y="678798"/>
                  </a:lnTo>
                  <a:cubicBezTo>
                    <a:pt x="9267268" y="678805"/>
                    <a:pt x="9267268" y="678882"/>
                    <a:pt x="9267268" y="679879"/>
                  </a:cubicBezTo>
                  <a:lnTo>
                    <a:pt x="9267268" y="687446"/>
                  </a:lnTo>
                  <a:cubicBezTo>
                    <a:pt x="9267279" y="687446"/>
                    <a:pt x="9267780" y="687446"/>
                    <a:pt x="9289561" y="687446"/>
                  </a:cubicBezTo>
                  <a:cubicBezTo>
                    <a:pt x="9289561" y="687438"/>
                    <a:pt x="9289561" y="687324"/>
                    <a:pt x="9289561" y="685554"/>
                  </a:cubicBezTo>
                  <a:lnTo>
                    <a:pt x="9289561" y="672313"/>
                  </a:lnTo>
                  <a:cubicBezTo>
                    <a:pt x="9289567" y="672313"/>
                    <a:pt x="9289664" y="672313"/>
                    <a:pt x="9291335" y="672313"/>
                  </a:cubicBezTo>
                  <a:lnTo>
                    <a:pt x="9303748" y="672313"/>
                  </a:lnTo>
                  <a:cubicBezTo>
                    <a:pt x="9303748" y="672325"/>
                    <a:pt x="9303748" y="672839"/>
                    <a:pt x="9303748" y="696093"/>
                  </a:cubicBezTo>
                  <a:cubicBezTo>
                    <a:pt x="9303755" y="696093"/>
                    <a:pt x="9303835" y="696093"/>
                    <a:pt x="9304762" y="696093"/>
                  </a:cubicBezTo>
                  <a:lnTo>
                    <a:pt x="9311855" y="696093"/>
                  </a:lnTo>
                  <a:cubicBezTo>
                    <a:pt x="9311855" y="696087"/>
                    <a:pt x="9311855" y="696006"/>
                    <a:pt x="9311855" y="695012"/>
                  </a:cubicBezTo>
                  <a:lnTo>
                    <a:pt x="9311855" y="687446"/>
                  </a:lnTo>
                  <a:cubicBezTo>
                    <a:pt x="9311864" y="687446"/>
                    <a:pt x="9311982" y="687446"/>
                    <a:pt x="9313628" y="687446"/>
                  </a:cubicBezTo>
                  <a:lnTo>
                    <a:pt x="9326042" y="687446"/>
                  </a:lnTo>
                  <a:cubicBezTo>
                    <a:pt x="9326042" y="687459"/>
                    <a:pt x="9326042" y="688018"/>
                    <a:pt x="9326042" y="713387"/>
                  </a:cubicBezTo>
                  <a:cubicBezTo>
                    <a:pt x="9326050" y="713387"/>
                    <a:pt x="9326168" y="713387"/>
                    <a:pt x="9328069" y="713387"/>
                  </a:cubicBezTo>
                  <a:lnTo>
                    <a:pt x="9342255" y="713387"/>
                  </a:lnTo>
                  <a:cubicBezTo>
                    <a:pt x="9342255" y="713398"/>
                    <a:pt x="9342255" y="713513"/>
                    <a:pt x="9342255" y="715008"/>
                  </a:cubicBezTo>
                  <a:lnTo>
                    <a:pt x="9342255" y="726358"/>
                  </a:lnTo>
                  <a:cubicBezTo>
                    <a:pt x="9342263" y="726358"/>
                    <a:pt x="9342334" y="726358"/>
                    <a:pt x="9343015" y="726358"/>
                  </a:cubicBezTo>
                  <a:lnTo>
                    <a:pt x="9348336" y="726358"/>
                  </a:lnTo>
                  <a:cubicBezTo>
                    <a:pt x="9348336" y="726350"/>
                    <a:pt x="9348336" y="726274"/>
                    <a:pt x="9348336" y="725547"/>
                  </a:cubicBezTo>
                  <a:lnTo>
                    <a:pt x="9348336" y="719872"/>
                  </a:lnTo>
                  <a:cubicBezTo>
                    <a:pt x="9348353" y="719872"/>
                    <a:pt x="9349072" y="719872"/>
                    <a:pt x="9378736" y="719872"/>
                  </a:cubicBezTo>
                  <a:cubicBezTo>
                    <a:pt x="9378736" y="719886"/>
                    <a:pt x="9378736" y="720449"/>
                    <a:pt x="9378736" y="743652"/>
                  </a:cubicBezTo>
                  <a:cubicBezTo>
                    <a:pt x="9378743" y="743652"/>
                    <a:pt x="9378822" y="743652"/>
                    <a:pt x="9379749" y="743652"/>
                  </a:cubicBezTo>
                  <a:lnTo>
                    <a:pt x="9386843" y="743652"/>
                  </a:lnTo>
                  <a:cubicBezTo>
                    <a:pt x="9386843" y="743659"/>
                    <a:pt x="9386843" y="743732"/>
                    <a:pt x="9386843" y="744733"/>
                  </a:cubicBezTo>
                  <a:lnTo>
                    <a:pt x="9386843" y="752299"/>
                  </a:lnTo>
                  <a:cubicBezTo>
                    <a:pt x="9386852" y="752299"/>
                    <a:pt x="9386925" y="752299"/>
                    <a:pt x="9387603" y="752299"/>
                  </a:cubicBezTo>
                  <a:lnTo>
                    <a:pt x="9392923" y="752299"/>
                  </a:lnTo>
                  <a:cubicBezTo>
                    <a:pt x="9392923" y="752292"/>
                    <a:pt x="9392923" y="752172"/>
                    <a:pt x="9392923" y="750137"/>
                  </a:cubicBezTo>
                  <a:lnTo>
                    <a:pt x="9392923" y="735005"/>
                  </a:lnTo>
                  <a:cubicBezTo>
                    <a:pt x="9392930" y="735005"/>
                    <a:pt x="9393008" y="735005"/>
                    <a:pt x="9393936" y="735005"/>
                  </a:cubicBezTo>
                  <a:lnTo>
                    <a:pt x="9401030" y="735005"/>
                  </a:lnTo>
                  <a:cubicBezTo>
                    <a:pt x="9401030" y="735013"/>
                    <a:pt x="9401030" y="735096"/>
                    <a:pt x="9401030" y="736086"/>
                  </a:cubicBezTo>
                  <a:lnTo>
                    <a:pt x="9401030" y="743652"/>
                  </a:lnTo>
                  <a:lnTo>
                    <a:pt x="9406350" y="741659"/>
                  </a:lnTo>
                  <a:cubicBezTo>
                    <a:pt x="9407110" y="741287"/>
                    <a:pt x="9407110" y="741085"/>
                    <a:pt x="9407110" y="740679"/>
                  </a:cubicBezTo>
                  <a:lnTo>
                    <a:pt x="9407110" y="735005"/>
                  </a:lnTo>
                  <a:cubicBezTo>
                    <a:pt x="9407127" y="735005"/>
                    <a:pt x="9407928" y="735005"/>
                    <a:pt x="9445617" y="735005"/>
                  </a:cubicBezTo>
                  <a:cubicBezTo>
                    <a:pt x="9445617" y="735019"/>
                    <a:pt x="9445617" y="735566"/>
                    <a:pt x="9445617" y="758784"/>
                  </a:cubicBezTo>
                  <a:cubicBezTo>
                    <a:pt x="9445625" y="758784"/>
                    <a:pt x="9445743" y="758784"/>
                    <a:pt x="9447643" y="758784"/>
                  </a:cubicBezTo>
                  <a:lnTo>
                    <a:pt x="9461830" y="758784"/>
                  </a:lnTo>
                  <a:cubicBezTo>
                    <a:pt x="9461830" y="758792"/>
                    <a:pt x="9461830" y="758874"/>
                    <a:pt x="9461830" y="759865"/>
                  </a:cubicBezTo>
                  <a:lnTo>
                    <a:pt x="9461830" y="767431"/>
                  </a:lnTo>
                  <a:cubicBezTo>
                    <a:pt x="9461839" y="767431"/>
                    <a:pt x="9461962" y="767431"/>
                    <a:pt x="9463604" y="767431"/>
                  </a:cubicBezTo>
                  <a:lnTo>
                    <a:pt x="9476017" y="767431"/>
                  </a:lnTo>
                  <a:cubicBezTo>
                    <a:pt x="9476017" y="767419"/>
                    <a:pt x="9476017" y="766908"/>
                    <a:pt x="9476017" y="743652"/>
                  </a:cubicBezTo>
                  <a:cubicBezTo>
                    <a:pt x="9476024" y="743652"/>
                    <a:pt x="9476102" y="743652"/>
                    <a:pt x="9477030" y="743652"/>
                  </a:cubicBezTo>
                  <a:lnTo>
                    <a:pt x="9484124" y="743652"/>
                  </a:lnTo>
                  <a:cubicBezTo>
                    <a:pt x="9484124" y="743633"/>
                    <a:pt x="9484124" y="742862"/>
                    <a:pt x="9484124" y="711225"/>
                  </a:cubicBezTo>
                  <a:cubicBezTo>
                    <a:pt x="9484131" y="711225"/>
                    <a:pt x="9484208" y="711225"/>
                    <a:pt x="9485137" y="711225"/>
                  </a:cubicBezTo>
                  <a:lnTo>
                    <a:pt x="9492231" y="711225"/>
                  </a:lnTo>
                  <a:cubicBezTo>
                    <a:pt x="9492231" y="711219"/>
                    <a:pt x="9492231" y="711110"/>
                    <a:pt x="9492231" y="709334"/>
                  </a:cubicBezTo>
                  <a:lnTo>
                    <a:pt x="9492231" y="696093"/>
                  </a:lnTo>
                  <a:cubicBezTo>
                    <a:pt x="9490204" y="696093"/>
                    <a:pt x="9490204" y="696093"/>
                    <a:pt x="9490964" y="694471"/>
                  </a:cubicBezTo>
                  <a:lnTo>
                    <a:pt x="9496284" y="683122"/>
                  </a:lnTo>
                  <a:cubicBezTo>
                    <a:pt x="9496289" y="683139"/>
                    <a:pt x="9496484" y="683813"/>
                    <a:pt x="9504391" y="711225"/>
                  </a:cubicBezTo>
                  <a:cubicBezTo>
                    <a:pt x="9504399" y="711225"/>
                    <a:pt x="9504472" y="711225"/>
                    <a:pt x="9505151" y="711225"/>
                  </a:cubicBezTo>
                  <a:lnTo>
                    <a:pt x="9510471" y="711225"/>
                  </a:lnTo>
                  <a:cubicBezTo>
                    <a:pt x="9510471" y="711212"/>
                    <a:pt x="9510471" y="710033"/>
                    <a:pt x="9510471" y="605298"/>
                  </a:cubicBezTo>
                  <a:cubicBezTo>
                    <a:pt x="9510481" y="605298"/>
                    <a:pt x="9510595" y="605298"/>
                    <a:pt x="9511991" y="605298"/>
                  </a:cubicBezTo>
                  <a:lnTo>
                    <a:pt x="9522631" y="605298"/>
                  </a:lnTo>
                  <a:cubicBezTo>
                    <a:pt x="9522631" y="605276"/>
                    <a:pt x="9522631" y="604266"/>
                    <a:pt x="9522631" y="557739"/>
                  </a:cubicBezTo>
                  <a:cubicBezTo>
                    <a:pt x="9522648" y="557739"/>
                    <a:pt x="9523273" y="557739"/>
                    <a:pt x="9548978" y="557739"/>
                  </a:cubicBezTo>
                  <a:cubicBezTo>
                    <a:pt x="9548978" y="557727"/>
                    <a:pt x="9548978" y="557217"/>
                    <a:pt x="9548978" y="536121"/>
                  </a:cubicBezTo>
                  <a:cubicBezTo>
                    <a:pt x="9548997" y="536121"/>
                    <a:pt x="9549786" y="536121"/>
                    <a:pt x="9583432" y="536121"/>
                  </a:cubicBezTo>
                  <a:cubicBezTo>
                    <a:pt x="9583432" y="536129"/>
                    <a:pt x="9583432" y="536259"/>
                    <a:pt x="9583432" y="538553"/>
                  </a:cubicBezTo>
                  <a:lnTo>
                    <a:pt x="9583432" y="555577"/>
                  </a:lnTo>
                  <a:cubicBezTo>
                    <a:pt x="9583441" y="555577"/>
                    <a:pt x="9583572" y="555577"/>
                    <a:pt x="9585712" y="555577"/>
                  </a:cubicBezTo>
                  <a:lnTo>
                    <a:pt x="9601672" y="555577"/>
                  </a:lnTo>
                  <a:cubicBezTo>
                    <a:pt x="9601672" y="555595"/>
                    <a:pt x="9601672" y="556489"/>
                    <a:pt x="9601672" y="603136"/>
                  </a:cubicBezTo>
                  <a:cubicBezTo>
                    <a:pt x="9601678" y="603136"/>
                    <a:pt x="9601754" y="603136"/>
                    <a:pt x="9602685" y="603136"/>
                  </a:cubicBezTo>
                  <a:lnTo>
                    <a:pt x="9609779" y="603136"/>
                  </a:lnTo>
                  <a:lnTo>
                    <a:pt x="9623966" y="607460"/>
                  </a:lnTo>
                  <a:cubicBezTo>
                    <a:pt x="9623966" y="607470"/>
                    <a:pt x="9623966" y="608120"/>
                    <a:pt x="9623966" y="646372"/>
                  </a:cubicBezTo>
                  <a:cubicBezTo>
                    <a:pt x="9623972" y="646372"/>
                    <a:pt x="9624047" y="646372"/>
                    <a:pt x="9624979" y="646372"/>
                  </a:cubicBezTo>
                  <a:lnTo>
                    <a:pt x="9632072" y="646372"/>
                  </a:lnTo>
                  <a:cubicBezTo>
                    <a:pt x="9632072" y="646382"/>
                    <a:pt x="9632072" y="646488"/>
                    <a:pt x="9632072" y="647993"/>
                  </a:cubicBezTo>
                  <a:lnTo>
                    <a:pt x="9632072" y="659342"/>
                  </a:lnTo>
                  <a:cubicBezTo>
                    <a:pt x="9632080" y="659342"/>
                    <a:pt x="9632204" y="659342"/>
                    <a:pt x="9634099" y="659342"/>
                  </a:cubicBezTo>
                  <a:lnTo>
                    <a:pt x="9648286" y="659342"/>
                  </a:lnTo>
                  <a:lnTo>
                    <a:pt x="9654366" y="665828"/>
                  </a:lnTo>
                  <a:cubicBezTo>
                    <a:pt x="9654366" y="665840"/>
                    <a:pt x="9654366" y="666326"/>
                    <a:pt x="9654366" y="687446"/>
                  </a:cubicBezTo>
                  <a:cubicBezTo>
                    <a:pt x="9654375" y="687446"/>
                    <a:pt x="9654506" y="687446"/>
                    <a:pt x="9656646" y="687446"/>
                  </a:cubicBezTo>
                  <a:lnTo>
                    <a:pt x="9672606" y="687446"/>
                  </a:lnTo>
                  <a:cubicBezTo>
                    <a:pt x="9672606" y="687453"/>
                    <a:pt x="9672606" y="687533"/>
                    <a:pt x="9672606" y="688526"/>
                  </a:cubicBezTo>
                  <a:lnTo>
                    <a:pt x="9672606" y="696093"/>
                  </a:lnTo>
                  <a:cubicBezTo>
                    <a:pt x="9672615" y="696093"/>
                    <a:pt x="9672714" y="696093"/>
                    <a:pt x="9673873" y="696093"/>
                  </a:cubicBezTo>
                  <a:lnTo>
                    <a:pt x="9682740" y="696093"/>
                  </a:lnTo>
                  <a:cubicBezTo>
                    <a:pt x="9682740" y="696102"/>
                    <a:pt x="9682740" y="696231"/>
                    <a:pt x="9682740" y="698254"/>
                  </a:cubicBezTo>
                  <a:lnTo>
                    <a:pt x="9682740" y="713387"/>
                  </a:lnTo>
                  <a:cubicBezTo>
                    <a:pt x="9686793" y="713387"/>
                    <a:pt x="9686793" y="713387"/>
                    <a:pt x="9686793" y="711495"/>
                  </a:cubicBezTo>
                  <a:lnTo>
                    <a:pt x="9686793" y="698254"/>
                  </a:lnTo>
                  <a:cubicBezTo>
                    <a:pt x="9686799" y="698254"/>
                    <a:pt x="9686877" y="698254"/>
                    <a:pt x="9687806" y="698254"/>
                  </a:cubicBezTo>
                  <a:lnTo>
                    <a:pt x="9694900" y="698254"/>
                  </a:lnTo>
                  <a:cubicBezTo>
                    <a:pt x="9694900" y="698265"/>
                    <a:pt x="9694900" y="698384"/>
                    <a:pt x="9694900" y="699876"/>
                  </a:cubicBezTo>
                  <a:lnTo>
                    <a:pt x="9694900" y="711225"/>
                  </a:lnTo>
                  <a:cubicBezTo>
                    <a:pt x="9694909" y="711225"/>
                    <a:pt x="9694982" y="711225"/>
                    <a:pt x="9695660" y="711225"/>
                  </a:cubicBezTo>
                  <a:lnTo>
                    <a:pt x="9700980" y="711225"/>
                  </a:lnTo>
                  <a:cubicBezTo>
                    <a:pt x="9700980" y="706902"/>
                    <a:pt x="9700980" y="706902"/>
                    <a:pt x="9749620" y="706902"/>
                  </a:cubicBezTo>
                  <a:cubicBezTo>
                    <a:pt x="9749620" y="706911"/>
                    <a:pt x="9749620" y="707012"/>
                    <a:pt x="9749620" y="708253"/>
                  </a:cubicBezTo>
                  <a:lnTo>
                    <a:pt x="9749620" y="717710"/>
                  </a:lnTo>
                  <a:cubicBezTo>
                    <a:pt x="9749628" y="717710"/>
                    <a:pt x="9749703" y="717710"/>
                    <a:pt x="9750380" y="717710"/>
                  </a:cubicBezTo>
                  <a:lnTo>
                    <a:pt x="9755702" y="717710"/>
                  </a:lnTo>
                  <a:cubicBezTo>
                    <a:pt x="9755702" y="717719"/>
                    <a:pt x="9755702" y="717841"/>
                    <a:pt x="9755702" y="719872"/>
                  </a:cubicBezTo>
                  <a:lnTo>
                    <a:pt x="9755702" y="735005"/>
                  </a:lnTo>
                  <a:cubicBezTo>
                    <a:pt x="9755710" y="735001"/>
                    <a:pt x="9755826" y="734923"/>
                    <a:pt x="9757728" y="733654"/>
                  </a:cubicBezTo>
                  <a:lnTo>
                    <a:pt x="9771914" y="724196"/>
                  </a:lnTo>
                  <a:cubicBezTo>
                    <a:pt x="9771916" y="724177"/>
                    <a:pt x="9772048" y="723302"/>
                    <a:pt x="9777994" y="683122"/>
                  </a:cubicBezTo>
                  <a:cubicBezTo>
                    <a:pt x="9778004" y="683120"/>
                    <a:pt x="9778072" y="683094"/>
                    <a:pt x="9778754" y="682852"/>
                  </a:cubicBezTo>
                  <a:lnTo>
                    <a:pt x="9784074" y="680960"/>
                  </a:lnTo>
                  <a:cubicBezTo>
                    <a:pt x="9784074" y="680944"/>
                    <a:pt x="9784108" y="679883"/>
                    <a:pt x="9786102" y="611783"/>
                  </a:cubicBezTo>
                  <a:cubicBezTo>
                    <a:pt x="9786102" y="611801"/>
                    <a:pt x="9786134" y="612892"/>
                    <a:pt x="9788128" y="680960"/>
                  </a:cubicBezTo>
                  <a:cubicBezTo>
                    <a:pt x="9788138" y="680963"/>
                    <a:pt x="9788208" y="680988"/>
                    <a:pt x="9788888" y="681230"/>
                  </a:cubicBezTo>
                  <a:lnTo>
                    <a:pt x="9794208" y="683122"/>
                  </a:lnTo>
                  <a:cubicBezTo>
                    <a:pt x="9794208" y="683102"/>
                    <a:pt x="9794208" y="681769"/>
                    <a:pt x="9794208" y="596651"/>
                  </a:cubicBezTo>
                  <a:cubicBezTo>
                    <a:pt x="9798262" y="596651"/>
                    <a:pt x="9798262" y="596651"/>
                    <a:pt x="9798262" y="564224"/>
                  </a:cubicBezTo>
                  <a:cubicBezTo>
                    <a:pt x="9798274" y="564224"/>
                    <a:pt x="9798960" y="564224"/>
                    <a:pt x="9836768" y="564224"/>
                  </a:cubicBezTo>
                  <a:cubicBezTo>
                    <a:pt x="9836768" y="564241"/>
                    <a:pt x="9836768" y="564959"/>
                    <a:pt x="9836768" y="596651"/>
                  </a:cubicBezTo>
                  <a:cubicBezTo>
                    <a:pt x="9836778" y="596651"/>
                    <a:pt x="9836850" y="596651"/>
                    <a:pt x="9837528" y="596651"/>
                  </a:cubicBezTo>
                  <a:lnTo>
                    <a:pt x="9842848" y="596651"/>
                  </a:lnTo>
                  <a:cubicBezTo>
                    <a:pt x="9842848" y="596630"/>
                    <a:pt x="9842848" y="595324"/>
                    <a:pt x="9842848" y="514503"/>
                  </a:cubicBezTo>
                  <a:cubicBezTo>
                    <a:pt x="9842854" y="514503"/>
                    <a:pt x="9842954" y="514503"/>
                    <a:pt x="9844622" y="514503"/>
                  </a:cubicBezTo>
                  <a:lnTo>
                    <a:pt x="9857036" y="514503"/>
                  </a:lnTo>
                  <a:cubicBezTo>
                    <a:pt x="9857036" y="514496"/>
                    <a:pt x="9857036" y="514385"/>
                    <a:pt x="9857036" y="512612"/>
                  </a:cubicBezTo>
                  <a:lnTo>
                    <a:pt x="9857036" y="499371"/>
                  </a:lnTo>
                  <a:cubicBezTo>
                    <a:pt x="9857046" y="499371"/>
                    <a:pt x="9857544" y="499371"/>
                    <a:pt x="9879330" y="499371"/>
                  </a:cubicBezTo>
                  <a:cubicBezTo>
                    <a:pt x="9879330" y="499364"/>
                    <a:pt x="9879330" y="499283"/>
                    <a:pt x="9879330" y="498290"/>
                  </a:cubicBezTo>
                  <a:lnTo>
                    <a:pt x="9879330" y="490724"/>
                  </a:lnTo>
                  <a:cubicBezTo>
                    <a:pt x="9879336" y="490724"/>
                    <a:pt x="9879446" y="490724"/>
                    <a:pt x="9881102" y="490724"/>
                  </a:cubicBezTo>
                  <a:lnTo>
                    <a:pt x="9893516" y="490724"/>
                  </a:lnTo>
                  <a:cubicBezTo>
                    <a:pt x="9893516" y="490732"/>
                    <a:pt x="9893516" y="490811"/>
                    <a:pt x="9893516" y="491805"/>
                  </a:cubicBezTo>
                  <a:lnTo>
                    <a:pt x="9893516" y="499371"/>
                  </a:lnTo>
                  <a:cubicBezTo>
                    <a:pt x="9893526" y="499371"/>
                    <a:pt x="9893598" y="499371"/>
                    <a:pt x="9894276" y="499371"/>
                  </a:cubicBezTo>
                  <a:lnTo>
                    <a:pt x="9899596" y="499371"/>
                  </a:lnTo>
                  <a:lnTo>
                    <a:pt x="9909730" y="495047"/>
                  </a:lnTo>
                  <a:lnTo>
                    <a:pt x="9913782" y="498290"/>
                  </a:lnTo>
                  <a:lnTo>
                    <a:pt x="9913782" y="490724"/>
                  </a:lnTo>
                  <a:cubicBezTo>
                    <a:pt x="9913792" y="490724"/>
                    <a:pt x="9913928" y="490724"/>
                    <a:pt x="9916062" y="490724"/>
                  </a:cubicBezTo>
                  <a:lnTo>
                    <a:pt x="9932024" y="490724"/>
                  </a:lnTo>
                  <a:cubicBezTo>
                    <a:pt x="9932024" y="490732"/>
                    <a:pt x="9932024" y="490811"/>
                    <a:pt x="9932024" y="491805"/>
                  </a:cubicBezTo>
                  <a:lnTo>
                    <a:pt x="9932024" y="499371"/>
                  </a:lnTo>
                  <a:cubicBezTo>
                    <a:pt x="9932042" y="499371"/>
                    <a:pt x="9932778" y="499371"/>
                    <a:pt x="9962424" y="499371"/>
                  </a:cubicBezTo>
                  <a:cubicBezTo>
                    <a:pt x="9962424" y="499381"/>
                    <a:pt x="9962424" y="499490"/>
                    <a:pt x="9962424" y="500992"/>
                  </a:cubicBezTo>
                  <a:lnTo>
                    <a:pt x="9962424" y="512342"/>
                  </a:lnTo>
                  <a:cubicBezTo>
                    <a:pt x="9962440" y="512342"/>
                    <a:pt x="9963080" y="512342"/>
                    <a:pt x="9988770" y="512342"/>
                  </a:cubicBezTo>
                  <a:cubicBezTo>
                    <a:pt x="9988770" y="512358"/>
                    <a:pt x="9988770" y="513038"/>
                    <a:pt x="9988770" y="542606"/>
                  </a:cubicBezTo>
                  <a:cubicBezTo>
                    <a:pt x="9988780" y="542606"/>
                    <a:pt x="9988852" y="542606"/>
                    <a:pt x="9989530" y="542606"/>
                  </a:cubicBezTo>
                  <a:lnTo>
                    <a:pt x="9994850" y="542606"/>
                  </a:lnTo>
                  <a:cubicBezTo>
                    <a:pt x="9994850" y="542613"/>
                    <a:pt x="9994850" y="542699"/>
                    <a:pt x="9994850" y="543687"/>
                  </a:cubicBezTo>
                  <a:lnTo>
                    <a:pt x="9994850" y="551254"/>
                  </a:lnTo>
                  <a:cubicBezTo>
                    <a:pt x="9998904" y="551254"/>
                    <a:pt x="9998904" y="551254"/>
                    <a:pt x="9998904" y="581518"/>
                  </a:cubicBezTo>
                  <a:cubicBezTo>
                    <a:pt x="9998914" y="581518"/>
                    <a:pt x="9998988" y="581518"/>
                    <a:pt x="9999664" y="581518"/>
                  </a:cubicBezTo>
                  <a:lnTo>
                    <a:pt x="10004984" y="581518"/>
                  </a:lnTo>
                  <a:cubicBezTo>
                    <a:pt x="10004984" y="581527"/>
                    <a:pt x="10004984" y="581594"/>
                    <a:pt x="10004984" y="582329"/>
                  </a:cubicBezTo>
                  <a:lnTo>
                    <a:pt x="10004984" y="588004"/>
                  </a:lnTo>
                  <a:cubicBezTo>
                    <a:pt x="10004990" y="588004"/>
                    <a:pt x="10005068" y="588004"/>
                    <a:pt x="10005998" y="588004"/>
                  </a:cubicBezTo>
                  <a:lnTo>
                    <a:pt x="10013090" y="588004"/>
                  </a:lnTo>
                  <a:cubicBezTo>
                    <a:pt x="10013090" y="588021"/>
                    <a:pt x="10013090" y="588734"/>
                    <a:pt x="10013090" y="618269"/>
                  </a:cubicBezTo>
                  <a:cubicBezTo>
                    <a:pt x="10013098" y="618269"/>
                    <a:pt x="10013218" y="618269"/>
                    <a:pt x="10015118" y="618269"/>
                  </a:cubicBezTo>
                  <a:lnTo>
                    <a:pt x="10029304" y="618269"/>
                  </a:lnTo>
                  <a:cubicBezTo>
                    <a:pt x="10029304" y="618285"/>
                    <a:pt x="10029304" y="618865"/>
                    <a:pt x="10029304" y="642048"/>
                  </a:cubicBezTo>
                  <a:cubicBezTo>
                    <a:pt x="10031332" y="642048"/>
                    <a:pt x="10031332" y="642048"/>
                    <a:pt x="10031332" y="643669"/>
                  </a:cubicBezTo>
                  <a:lnTo>
                    <a:pt x="10031332" y="655019"/>
                  </a:lnTo>
                  <a:cubicBezTo>
                    <a:pt x="10031340" y="655019"/>
                    <a:pt x="10031410" y="655019"/>
                    <a:pt x="10032092" y="655019"/>
                  </a:cubicBezTo>
                  <a:lnTo>
                    <a:pt x="10037412" y="655019"/>
                  </a:lnTo>
                  <a:cubicBezTo>
                    <a:pt x="10037412" y="655033"/>
                    <a:pt x="10037412" y="655596"/>
                    <a:pt x="10037412" y="678798"/>
                  </a:cubicBezTo>
                  <a:cubicBezTo>
                    <a:pt x="10037420" y="678798"/>
                    <a:pt x="10037518" y="678798"/>
                    <a:pt x="10038678" y="678798"/>
                  </a:cubicBezTo>
                  <a:lnTo>
                    <a:pt x="10047544" y="678798"/>
                  </a:lnTo>
                  <a:cubicBezTo>
                    <a:pt x="10049572" y="680960"/>
                    <a:pt x="10049572" y="680960"/>
                    <a:pt x="10049572" y="682852"/>
                  </a:cubicBezTo>
                  <a:lnTo>
                    <a:pt x="10049572" y="696093"/>
                  </a:lnTo>
                  <a:cubicBezTo>
                    <a:pt x="10049576" y="696086"/>
                    <a:pt x="10049664" y="695979"/>
                    <a:pt x="10051092" y="694201"/>
                  </a:cubicBezTo>
                  <a:lnTo>
                    <a:pt x="10061732" y="680960"/>
                  </a:lnTo>
                  <a:cubicBezTo>
                    <a:pt x="10061746" y="680960"/>
                    <a:pt x="10062386" y="680960"/>
                    <a:pt x="10090106" y="680960"/>
                  </a:cubicBezTo>
                  <a:cubicBezTo>
                    <a:pt x="10090106" y="680985"/>
                    <a:pt x="10090106" y="682386"/>
                    <a:pt x="10090106" y="767431"/>
                  </a:cubicBezTo>
                  <a:cubicBezTo>
                    <a:pt x="10090114" y="767431"/>
                    <a:pt x="10090190" y="767431"/>
                    <a:pt x="10090866" y="767431"/>
                  </a:cubicBezTo>
                  <a:lnTo>
                    <a:pt x="10096186" y="767431"/>
                  </a:lnTo>
                  <a:cubicBezTo>
                    <a:pt x="10096190" y="767423"/>
                    <a:pt x="10096248" y="767323"/>
                    <a:pt x="10096946" y="766080"/>
                  </a:cubicBezTo>
                  <a:lnTo>
                    <a:pt x="10102266" y="756622"/>
                  </a:lnTo>
                  <a:cubicBezTo>
                    <a:pt x="10102266" y="756629"/>
                    <a:pt x="10102266" y="756728"/>
                    <a:pt x="10102266" y="758514"/>
                  </a:cubicBezTo>
                  <a:lnTo>
                    <a:pt x="10102266" y="771755"/>
                  </a:lnTo>
                  <a:cubicBezTo>
                    <a:pt x="10106318" y="771755"/>
                    <a:pt x="10106318" y="771755"/>
                    <a:pt x="10106318" y="726358"/>
                  </a:cubicBezTo>
                  <a:cubicBezTo>
                    <a:pt x="10106328" y="726358"/>
                    <a:pt x="10106398" y="726358"/>
                    <a:pt x="10107078" y="726358"/>
                  </a:cubicBezTo>
                  <a:lnTo>
                    <a:pt x="10112398" y="726358"/>
                  </a:lnTo>
                  <a:cubicBezTo>
                    <a:pt x="10112398" y="726343"/>
                    <a:pt x="10112398" y="725343"/>
                    <a:pt x="10112398" y="661504"/>
                  </a:cubicBezTo>
                  <a:cubicBezTo>
                    <a:pt x="10112406" y="661504"/>
                    <a:pt x="10112486" y="661504"/>
                    <a:pt x="10113412" y="661504"/>
                  </a:cubicBezTo>
                  <a:lnTo>
                    <a:pt x="10120506" y="661504"/>
                  </a:lnTo>
                  <a:cubicBezTo>
                    <a:pt x="10120512" y="661483"/>
                    <a:pt x="10120776" y="660543"/>
                    <a:pt x="10132666" y="618269"/>
                  </a:cubicBezTo>
                  <a:cubicBezTo>
                    <a:pt x="10132674" y="618269"/>
                    <a:pt x="10132772" y="618269"/>
                    <a:pt x="10133932" y="618269"/>
                  </a:cubicBezTo>
                  <a:lnTo>
                    <a:pt x="10142800" y="618269"/>
                  </a:lnTo>
                  <a:cubicBezTo>
                    <a:pt x="10142804" y="618292"/>
                    <a:pt x="10143030" y="619258"/>
                    <a:pt x="10152932" y="661504"/>
                  </a:cubicBezTo>
                  <a:cubicBezTo>
                    <a:pt x="10152938" y="661504"/>
                    <a:pt x="10153012" y="661504"/>
                    <a:pt x="10153946" y="661504"/>
                  </a:cubicBezTo>
                  <a:lnTo>
                    <a:pt x="10161040" y="661504"/>
                  </a:lnTo>
                  <a:cubicBezTo>
                    <a:pt x="10161040" y="661515"/>
                    <a:pt x="10161040" y="662182"/>
                    <a:pt x="10161040" y="700416"/>
                  </a:cubicBezTo>
                  <a:cubicBezTo>
                    <a:pt x="10161046" y="700416"/>
                    <a:pt x="10161146" y="700416"/>
                    <a:pt x="10162812" y="700416"/>
                  </a:cubicBezTo>
                  <a:lnTo>
                    <a:pt x="10175226" y="700416"/>
                  </a:lnTo>
                  <a:cubicBezTo>
                    <a:pt x="10175226" y="700424"/>
                    <a:pt x="10175226" y="700546"/>
                    <a:pt x="10175226" y="702578"/>
                  </a:cubicBezTo>
                  <a:lnTo>
                    <a:pt x="10175226" y="717710"/>
                  </a:lnTo>
                  <a:cubicBezTo>
                    <a:pt x="10179280" y="717710"/>
                    <a:pt x="10179280" y="717710"/>
                    <a:pt x="10179280" y="715549"/>
                  </a:cubicBezTo>
                  <a:lnTo>
                    <a:pt x="10179280" y="700416"/>
                  </a:lnTo>
                  <a:cubicBezTo>
                    <a:pt x="10179290" y="700416"/>
                    <a:pt x="10179402" y="700416"/>
                    <a:pt x="10180800" y="700416"/>
                  </a:cubicBezTo>
                  <a:lnTo>
                    <a:pt x="10191440" y="700416"/>
                  </a:lnTo>
                  <a:cubicBezTo>
                    <a:pt x="10191440" y="700426"/>
                    <a:pt x="10191440" y="700543"/>
                    <a:pt x="10191440" y="702037"/>
                  </a:cubicBezTo>
                  <a:lnTo>
                    <a:pt x="10191440" y="713387"/>
                  </a:lnTo>
                  <a:cubicBezTo>
                    <a:pt x="10191456" y="713387"/>
                    <a:pt x="10192164" y="713387"/>
                    <a:pt x="10221840" y="713387"/>
                  </a:cubicBezTo>
                  <a:cubicBezTo>
                    <a:pt x="10221840" y="713370"/>
                    <a:pt x="10221840" y="712599"/>
                    <a:pt x="10221840" y="676637"/>
                  </a:cubicBezTo>
                  <a:cubicBezTo>
                    <a:pt x="10221848" y="676637"/>
                    <a:pt x="10221942" y="676637"/>
                    <a:pt x="10223106" y="676637"/>
                  </a:cubicBezTo>
                  <a:lnTo>
                    <a:pt x="10231974" y="676637"/>
                  </a:lnTo>
                  <a:cubicBezTo>
                    <a:pt x="10231974" y="676648"/>
                    <a:pt x="10231974" y="677142"/>
                    <a:pt x="10231974" y="698254"/>
                  </a:cubicBezTo>
                  <a:cubicBezTo>
                    <a:pt x="10234000" y="698254"/>
                    <a:pt x="10234000" y="698254"/>
                    <a:pt x="10234000" y="665828"/>
                  </a:cubicBezTo>
                  <a:cubicBezTo>
                    <a:pt x="10234014" y="665828"/>
                    <a:pt x="10234556" y="665828"/>
                    <a:pt x="10256294" y="665828"/>
                  </a:cubicBezTo>
                  <a:cubicBezTo>
                    <a:pt x="10256294" y="665818"/>
                    <a:pt x="10256294" y="665698"/>
                    <a:pt x="10256294" y="664206"/>
                  </a:cubicBezTo>
                  <a:lnTo>
                    <a:pt x="10256294" y="652857"/>
                  </a:lnTo>
                  <a:cubicBezTo>
                    <a:pt x="10256302" y="652857"/>
                    <a:pt x="10256376" y="652857"/>
                    <a:pt x="10257054" y="652857"/>
                  </a:cubicBezTo>
                  <a:lnTo>
                    <a:pt x="10262374" y="652857"/>
                  </a:lnTo>
                  <a:cubicBezTo>
                    <a:pt x="10262374" y="652851"/>
                    <a:pt x="10262374" y="652738"/>
                    <a:pt x="10262374" y="650966"/>
                  </a:cubicBezTo>
                  <a:lnTo>
                    <a:pt x="10262374" y="637725"/>
                  </a:lnTo>
                  <a:lnTo>
                    <a:pt x="10266428" y="644210"/>
                  </a:lnTo>
                  <a:cubicBezTo>
                    <a:pt x="10266436" y="644210"/>
                    <a:pt x="10266564" y="644210"/>
                    <a:pt x="10268708" y="644210"/>
                  </a:cubicBezTo>
                  <a:lnTo>
                    <a:pt x="10284668" y="644210"/>
                  </a:lnTo>
                  <a:cubicBezTo>
                    <a:pt x="10284668" y="644202"/>
                    <a:pt x="10284668" y="644134"/>
                    <a:pt x="10284668" y="643399"/>
                  </a:cubicBezTo>
                  <a:lnTo>
                    <a:pt x="10284668" y="637725"/>
                  </a:lnTo>
                  <a:cubicBezTo>
                    <a:pt x="10284676" y="637725"/>
                    <a:pt x="10284750" y="637725"/>
                    <a:pt x="10285428" y="637725"/>
                  </a:cubicBezTo>
                  <a:lnTo>
                    <a:pt x="10290748" y="637725"/>
                  </a:lnTo>
                  <a:cubicBezTo>
                    <a:pt x="10290748" y="637734"/>
                    <a:pt x="10290748" y="637834"/>
                    <a:pt x="10290748" y="639076"/>
                  </a:cubicBezTo>
                  <a:lnTo>
                    <a:pt x="10290748" y="648534"/>
                  </a:lnTo>
                  <a:cubicBezTo>
                    <a:pt x="10290762" y="648534"/>
                    <a:pt x="10291496" y="648534"/>
                    <a:pt x="10329254" y="648534"/>
                  </a:cubicBezTo>
                  <a:cubicBezTo>
                    <a:pt x="10329254" y="648552"/>
                    <a:pt x="10329254" y="650062"/>
                    <a:pt x="10329254" y="786887"/>
                  </a:cubicBezTo>
                  <a:cubicBezTo>
                    <a:pt x="10329264" y="786887"/>
                    <a:pt x="10329380" y="786887"/>
                    <a:pt x="10330774" y="786887"/>
                  </a:cubicBezTo>
                  <a:lnTo>
                    <a:pt x="10341414" y="786887"/>
                  </a:lnTo>
                  <a:cubicBezTo>
                    <a:pt x="10341414" y="782564"/>
                    <a:pt x="10341414" y="778240"/>
                    <a:pt x="10341414" y="773917"/>
                  </a:cubicBezTo>
                  <a:cubicBezTo>
                    <a:pt x="10343442" y="773917"/>
                    <a:pt x="10343442" y="773917"/>
                    <a:pt x="10345468" y="773917"/>
                  </a:cubicBezTo>
                  <a:cubicBezTo>
                    <a:pt x="10345468" y="778240"/>
                    <a:pt x="10345468" y="782564"/>
                    <a:pt x="10345468" y="786887"/>
                  </a:cubicBezTo>
                  <a:cubicBezTo>
                    <a:pt x="10355602" y="786887"/>
                    <a:pt x="10365736" y="786887"/>
                    <a:pt x="10375868" y="786887"/>
                  </a:cubicBezTo>
                  <a:cubicBezTo>
                    <a:pt x="10375868" y="776078"/>
                    <a:pt x="10375868" y="767431"/>
                    <a:pt x="10375868" y="756622"/>
                  </a:cubicBezTo>
                  <a:cubicBezTo>
                    <a:pt x="10379922" y="756622"/>
                    <a:pt x="10383976" y="756622"/>
                    <a:pt x="10388028" y="756622"/>
                  </a:cubicBezTo>
                  <a:lnTo>
                    <a:pt x="10400188" y="754461"/>
                  </a:lnTo>
                  <a:cubicBezTo>
                    <a:pt x="10402216" y="754461"/>
                    <a:pt x="10402216" y="756622"/>
                    <a:pt x="10404242" y="756622"/>
                  </a:cubicBezTo>
                  <a:lnTo>
                    <a:pt x="10414376" y="756622"/>
                  </a:lnTo>
                  <a:cubicBezTo>
                    <a:pt x="10414376" y="767431"/>
                    <a:pt x="10414376" y="778240"/>
                    <a:pt x="10414376" y="786887"/>
                  </a:cubicBezTo>
                  <a:cubicBezTo>
                    <a:pt x="10416402" y="786887"/>
                    <a:pt x="10418430" y="786887"/>
                    <a:pt x="10422482" y="786887"/>
                  </a:cubicBezTo>
                  <a:cubicBezTo>
                    <a:pt x="10422482" y="793373"/>
                    <a:pt x="10422482" y="799858"/>
                    <a:pt x="10422482" y="804182"/>
                  </a:cubicBezTo>
                  <a:lnTo>
                    <a:pt x="10431818" y="805087"/>
                  </a:lnTo>
                  <a:lnTo>
                    <a:pt x="10444776" y="805087"/>
                  </a:lnTo>
                  <a:cubicBezTo>
                    <a:pt x="10444776" y="799278"/>
                    <a:pt x="10444776" y="795106"/>
                    <a:pt x="10444776" y="789049"/>
                  </a:cubicBezTo>
                  <a:lnTo>
                    <a:pt x="10512732" y="789049"/>
                  </a:lnTo>
                  <a:lnTo>
                    <a:pt x="10512732" y="703796"/>
                  </a:lnTo>
                  <a:lnTo>
                    <a:pt x="10584740" y="703796"/>
                  </a:lnTo>
                  <a:lnTo>
                    <a:pt x="10584740" y="782564"/>
                  </a:lnTo>
                  <a:cubicBezTo>
                    <a:pt x="10585376" y="782564"/>
                    <a:pt x="10586010" y="782564"/>
                    <a:pt x="10586644" y="782564"/>
                  </a:cubicBezTo>
                  <a:lnTo>
                    <a:pt x="10587886" y="805087"/>
                  </a:lnTo>
                  <a:lnTo>
                    <a:pt x="10597562" y="805087"/>
                  </a:lnTo>
                  <a:cubicBezTo>
                    <a:pt x="10598098" y="797873"/>
                    <a:pt x="10598804" y="790219"/>
                    <a:pt x="10598804" y="782564"/>
                  </a:cubicBezTo>
                  <a:cubicBezTo>
                    <a:pt x="10600832" y="782564"/>
                    <a:pt x="10602858" y="782564"/>
                    <a:pt x="10604884" y="782564"/>
                  </a:cubicBezTo>
                  <a:lnTo>
                    <a:pt x="10606126" y="805087"/>
                  </a:lnTo>
                  <a:lnTo>
                    <a:pt x="10656748" y="805087"/>
                  </a:lnTo>
                  <a:lnTo>
                    <a:pt x="10656748" y="642059"/>
                  </a:lnTo>
                  <a:lnTo>
                    <a:pt x="10854076" y="642059"/>
                  </a:lnTo>
                  <a:lnTo>
                    <a:pt x="10854076" y="805087"/>
                  </a:lnTo>
                  <a:lnTo>
                    <a:pt x="10872772" y="805087"/>
                  </a:lnTo>
                  <a:lnTo>
                    <a:pt x="10872772" y="722394"/>
                  </a:lnTo>
                  <a:lnTo>
                    <a:pt x="10967892" y="722394"/>
                  </a:lnTo>
                  <a:cubicBezTo>
                    <a:pt x="10971967" y="616373"/>
                    <a:pt x="10975346" y="510899"/>
                    <a:pt x="10979823" y="404253"/>
                  </a:cubicBezTo>
                  <a:cubicBezTo>
                    <a:pt x="10969690" y="404253"/>
                    <a:pt x="10945370" y="391282"/>
                    <a:pt x="10967663" y="382635"/>
                  </a:cubicBezTo>
                  <a:cubicBezTo>
                    <a:pt x="10965635" y="380473"/>
                    <a:pt x="10963610" y="378311"/>
                    <a:pt x="10961583" y="378311"/>
                  </a:cubicBezTo>
                  <a:cubicBezTo>
                    <a:pt x="10961583" y="365341"/>
                    <a:pt x="10959555" y="363179"/>
                    <a:pt x="10969690" y="354532"/>
                  </a:cubicBezTo>
                  <a:cubicBezTo>
                    <a:pt x="10969690" y="350208"/>
                    <a:pt x="10969690" y="343723"/>
                    <a:pt x="10969690" y="337238"/>
                  </a:cubicBezTo>
                  <a:cubicBezTo>
                    <a:pt x="10973743" y="337238"/>
                    <a:pt x="10977796" y="337238"/>
                    <a:pt x="10983876" y="337238"/>
                  </a:cubicBezTo>
                  <a:cubicBezTo>
                    <a:pt x="10983876" y="328590"/>
                    <a:pt x="10983876" y="322105"/>
                    <a:pt x="10983876" y="315620"/>
                  </a:cubicBezTo>
                  <a:cubicBezTo>
                    <a:pt x="10983876" y="313458"/>
                    <a:pt x="10985903" y="313458"/>
                    <a:pt x="10985903" y="311296"/>
                  </a:cubicBezTo>
                  <a:cubicBezTo>
                    <a:pt x="10985903" y="285355"/>
                    <a:pt x="10985903" y="259414"/>
                    <a:pt x="10985903" y="233472"/>
                  </a:cubicBezTo>
                  <a:cubicBezTo>
                    <a:pt x="10985903" y="231310"/>
                    <a:pt x="10983876" y="229149"/>
                    <a:pt x="10983876" y="226987"/>
                  </a:cubicBezTo>
                  <a:cubicBezTo>
                    <a:pt x="10985903" y="224825"/>
                    <a:pt x="10987930" y="222663"/>
                    <a:pt x="10989956" y="220501"/>
                  </a:cubicBezTo>
                  <a:cubicBezTo>
                    <a:pt x="10989956" y="201045"/>
                    <a:pt x="10989956" y="181589"/>
                    <a:pt x="10989956" y="162133"/>
                  </a:cubicBezTo>
                  <a:cubicBezTo>
                    <a:pt x="10989956" y="159972"/>
                    <a:pt x="10989956" y="159972"/>
                    <a:pt x="10991983" y="157810"/>
                  </a:cubicBezTo>
                  <a:cubicBezTo>
                    <a:pt x="10991983" y="140516"/>
                    <a:pt x="10991983" y="121060"/>
                    <a:pt x="10991983" y="101604"/>
                  </a:cubicBezTo>
                  <a:cubicBezTo>
                    <a:pt x="10994010" y="92957"/>
                    <a:pt x="10994010" y="88633"/>
                    <a:pt x="10994010" y="82148"/>
                  </a:cubicBezTo>
                  <a:cubicBezTo>
                    <a:pt x="10998063" y="88633"/>
                    <a:pt x="10998063" y="92957"/>
                    <a:pt x="10998063" y="99442"/>
                  </a:cubicBezTo>
                  <a:cubicBezTo>
                    <a:pt x="11000090" y="121060"/>
                    <a:pt x="11000090" y="140516"/>
                    <a:pt x="11000090" y="157810"/>
                  </a:cubicBezTo>
                  <a:cubicBezTo>
                    <a:pt x="11002116" y="181589"/>
                    <a:pt x="11002116" y="201045"/>
                    <a:pt x="11002116" y="220501"/>
                  </a:cubicBezTo>
                  <a:cubicBezTo>
                    <a:pt x="11004143" y="222663"/>
                    <a:pt x="11006170" y="224825"/>
                    <a:pt x="11008196" y="226987"/>
                  </a:cubicBezTo>
                  <a:cubicBezTo>
                    <a:pt x="11008196" y="229149"/>
                    <a:pt x="11006170" y="231310"/>
                    <a:pt x="11006170" y="233472"/>
                  </a:cubicBezTo>
                  <a:cubicBezTo>
                    <a:pt x="11006170" y="259414"/>
                    <a:pt x="11006170" y="285355"/>
                    <a:pt x="11006170" y="311296"/>
                  </a:cubicBezTo>
                  <a:cubicBezTo>
                    <a:pt x="11006170" y="313458"/>
                    <a:pt x="11008196" y="313458"/>
                    <a:pt x="11008196" y="315620"/>
                  </a:cubicBezTo>
                  <a:cubicBezTo>
                    <a:pt x="11008196" y="322105"/>
                    <a:pt x="11008196" y="328590"/>
                    <a:pt x="11008196" y="337238"/>
                  </a:cubicBezTo>
                  <a:cubicBezTo>
                    <a:pt x="11012250" y="337238"/>
                    <a:pt x="11018330" y="337238"/>
                    <a:pt x="11022383" y="337238"/>
                  </a:cubicBezTo>
                  <a:cubicBezTo>
                    <a:pt x="11022383" y="343723"/>
                    <a:pt x="11022383" y="350208"/>
                    <a:pt x="11022383" y="354532"/>
                  </a:cubicBezTo>
                  <a:cubicBezTo>
                    <a:pt x="11030491" y="363179"/>
                    <a:pt x="11030491" y="363179"/>
                    <a:pt x="11030491" y="378311"/>
                  </a:cubicBezTo>
                  <a:cubicBezTo>
                    <a:pt x="11028463" y="378311"/>
                    <a:pt x="11026436" y="380473"/>
                    <a:pt x="11024411" y="382635"/>
                  </a:cubicBezTo>
                  <a:cubicBezTo>
                    <a:pt x="11044676" y="393444"/>
                    <a:pt x="11020356" y="402091"/>
                    <a:pt x="11012250" y="404253"/>
                  </a:cubicBezTo>
                  <a:cubicBezTo>
                    <a:pt x="11014276" y="488562"/>
                    <a:pt x="11018330" y="572871"/>
                    <a:pt x="11020356" y="657181"/>
                  </a:cubicBezTo>
                  <a:cubicBezTo>
                    <a:pt x="11042651" y="657181"/>
                    <a:pt x="11064943" y="657181"/>
                    <a:pt x="11085211" y="657181"/>
                  </a:cubicBezTo>
                  <a:cubicBezTo>
                    <a:pt x="11085211" y="683122"/>
                    <a:pt x="11085211" y="709063"/>
                    <a:pt x="11085211" y="732843"/>
                  </a:cubicBezTo>
                  <a:cubicBezTo>
                    <a:pt x="11089264" y="732843"/>
                    <a:pt x="11091291" y="732843"/>
                    <a:pt x="11093318" y="732843"/>
                  </a:cubicBezTo>
                  <a:cubicBezTo>
                    <a:pt x="11093318" y="730681"/>
                    <a:pt x="11095344" y="728519"/>
                    <a:pt x="11095344" y="726358"/>
                  </a:cubicBezTo>
                  <a:cubicBezTo>
                    <a:pt x="11097371" y="726358"/>
                    <a:pt x="11099398" y="726358"/>
                    <a:pt x="11101424" y="726358"/>
                  </a:cubicBezTo>
                  <a:cubicBezTo>
                    <a:pt x="11101424" y="728519"/>
                    <a:pt x="11101424" y="730681"/>
                    <a:pt x="11103452" y="735005"/>
                  </a:cubicBezTo>
                  <a:cubicBezTo>
                    <a:pt x="11107504" y="735005"/>
                    <a:pt x="11111558" y="735005"/>
                    <a:pt x="11115612" y="735005"/>
                  </a:cubicBezTo>
                  <a:cubicBezTo>
                    <a:pt x="11115612" y="732843"/>
                    <a:pt x="11115612" y="730681"/>
                    <a:pt x="11115612" y="728519"/>
                  </a:cubicBezTo>
                  <a:cubicBezTo>
                    <a:pt x="11123718" y="728519"/>
                    <a:pt x="11129798" y="728519"/>
                    <a:pt x="11137904" y="728519"/>
                  </a:cubicBezTo>
                  <a:cubicBezTo>
                    <a:pt x="11137904" y="730681"/>
                    <a:pt x="11137904" y="732843"/>
                    <a:pt x="11137904" y="735005"/>
                  </a:cubicBezTo>
                  <a:cubicBezTo>
                    <a:pt x="11143984" y="735005"/>
                    <a:pt x="11152092" y="735005"/>
                    <a:pt x="11158172" y="735005"/>
                  </a:cubicBezTo>
                  <a:cubicBezTo>
                    <a:pt x="11158172" y="750137"/>
                    <a:pt x="11158172" y="765270"/>
                    <a:pt x="11158172" y="780402"/>
                  </a:cubicBezTo>
                  <a:cubicBezTo>
                    <a:pt x="11162226" y="780402"/>
                    <a:pt x="11168306" y="780402"/>
                    <a:pt x="11172359" y="780402"/>
                  </a:cubicBezTo>
                  <a:cubicBezTo>
                    <a:pt x="11172359" y="776078"/>
                    <a:pt x="11172359" y="771755"/>
                    <a:pt x="11172359" y="767431"/>
                  </a:cubicBezTo>
                  <a:cubicBezTo>
                    <a:pt x="11178439" y="767431"/>
                    <a:pt x="11184519" y="767431"/>
                    <a:pt x="11188572" y="767431"/>
                  </a:cubicBezTo>
                  <a:cubicBezTo>
                    <a:pt x="11188572" y="706902"/>
                    <a:pt x="11188572" y="648534"/>
                    <a:pt x="11188572" y="588004"/>
                  </a:cubicBezTo>
                  <a:cubicBezTo>
                    <a:pt x="11190599" y="585842"/>
                    <a:pt x="11192626" y="583680"/>
                    <a:pt x="11194652" y="581518"/>
                  </a:cubicBezTo>
                  <a:cubicBezTo>
                    <a:pt x="11218972" y="581518"/>
                    <a:pt x="11243292" y="581518"/>
                    <a:pt x="11267614" y="581518"/>
                  </a:cubicBezTo>
                  <a:lnTo>
                    <a:pt x="11267614" y="590166"/>
                  </a:lnTo>
                  <a:lnTo>
                    <a:pt x="11277747" y="590166"/>
                  </a:lnTo>
                  <a:cubicBezTo>
                    <a:pt x="11277747" y="629078"/>
                    <a:pt x="11277747" y="667990"/>
                    <a:pt x="11277747" y="704740"/>
                  </a:cubicBezTo>
                  <a:cubicBezTo>
                    <a:pt x="11285854" y="704740"/>
                    <a:pt x="11291934" y="704740"/>
                    <a:pt x="11300040" y="704740"/>
                  </a:cubicBezTo>
                  <a:cubicBezTo>
                    <a:pt x="11300040" y="683122"/>
                    <a:pt x="11300040" y="661504"/>
                    <a:pt x="11300040" y="637725"/>
                  </a:cubicBezTo>
                  <a:cubicBezTo>
                    <a:pt x="11308147" y="637725"/>
                    <a:pt x="11318280" y="637725"/>
                    <a:pt x="11326388" y="637725"/>
                  </a:cubicBezTo>
                  <a:cubicBezTo>
                    <a:pt x="11328414" y="637725"/>
                    <a:pt x="11328414" y="635563"/>
                    <a:pt x="11330440" y="633401"/>
                  </a:cubicBezTo>
                  <a:lnTo>
                    <a:pt x="11338548" y="633401"/>
                  </a:lnTo>
                  <a:cubicBezTo>
                    <a:pt x="11340574" y="635563"/>
                    <a:pt x="11340574" y="637725"/>
                    <a:pt x="11342600" y="637725"/>
                  </a:cubicBezTo>
                  <a:cubicBezTo>
                    <a:pt x="11348680" y="637725"/>
                    <a:pt x="11356788" y="637725"/>
                    <a:pt x="11364895" y="637725"/>
                  </a:cubicBezTo>
                  <a:cubicBezTo>
                    <a:pt x="11364895" y="598813"/>
                    <a:pt x="11364895" y="559901"/>
                    <a:pt x="11364895" y="520989"/>
                  </a:cubicBezTo>
                  <a:cubicBezTo>
                    <a:pt x="11364908" y="520986"/>
                    <a:pt x="11365775" y="520822"/>
                    <a:pt x="11421642" y="510180"/>
                  </a:cubicBezTo>
                  <a:cubicBezTo>
                    <a:pt x="11421642" y="510187"/>
                    <a:pt x="11421642" y="510261"/>
                    <a:pt x="11421642" y="511261"/>
                  </a:cubicBezTo>
                  <a:lnTo>
                    <a:pt x="11421642" y="518827"/>
                  </a:lnTo>
                  <a:cubicBezTo>
                    <a:pt x="11421659" y="518827"/>
                    <a:pt x="11422303" y="518827"/>
                    <a:pt x="11447988" y="518827"/>
                  </a:cubicBezTo>
                  <a:cubicBezTo>
                    <a:pt x="11447988" y="518849"/>
                    <a:pt x="11447988" y="521220"/>
                    <a:pt x="11447988" y="773917"/>
                  </a:cubicBezTo>
                  <a:cubicBezTo>
                    <a:pt x="11454068" y="773917"/>
                    <a:pt x="11462175" y="773917"/>
                    <a:pt x="11470283" y="773917"/>
                  </a:cubicBezTo>
                  <a:cubicBezTo>
                    <a:pt x="11470283" y="771755"/>
                    <a:pt x="11470283" y="771755"/>
                    <a:pt x="11470283" y="769593"/>
                  </a:cubicBezTo>
                  <a:cubicBezTo>
                    <a:pt x="11474335" y="769593"/>
                    <a:pt x="11478388" y="769593"/>
                    <a:pt x="11482443" y="769593"/>
                  </a:cubicBezTo>
                  <a:cubicBezTo>
                    <a:pt x="11482443" y="771755"/>
                    <a:pt x="11482443" y="771755"/>
                    <a:pt x="11482443" y="773917"/>
                  </a:cubicBezTo>
                  <a:cubicBezTo>
                    <a:pt x="11490550" y="773917"/>
                    <a:pt x="11498655" y="773917"/>
                    <a:pt x="11506763" y="773917"/>
                  </a:cubicBezTo>
                  <a:cubicBezTo>
                    <a:pt x="11506763" y="769593"/>
                    <a:pt x="11506763" y="765270"/>
                    <a:pt x="11506763" y="760946"/>
                  </a:cubicBezTo>
                  <a:cubicBezTo>
                    <a:pt x="11516896" y="760946"/>
                    <a:pt x="11527030" y="760946"/>
                    <a:pt x="11535136" y="760946"/>
                  </a:cubicBezTo>
                  <a:cubicBezTo>
                    <a:pt x="11539190" y="756622"/>
                    <a:pt x="11543244" y="756622"/>
                    <a:pt x="11547296" y="756622"/>
                  </a:cubicBezTo>
                  <a:cubicBezTo>
                    <a:pt x="11553376" y="760946"/>
                    <a:pt x="11561484" y="760946"/>
                    <a:pt x="11567564" y="760946"/>
                  </a:cubicBezTo>
                  <a:cubicBezTo>
                    <a:pt x="11567564" y="754461"/>
                    <a:pt x="11567564" y="750137"/>
                    <a:pt x="11567564" y="743652"/>
                  </a:cubicBezTo>
                  <a:lnTo>
                    <a:pt x="11575671" y="743652"/>
                  </a:lnTo>
                  <a:cubicBezTo>
                    <a:pt x="11575671" y="739328"/>
                    <a:pt x="11575671" y="735005"/>
                    <a:pt x="11575671" y="730681"/>
                  </a:cubicBezTo>
                  <a:cubicBezTo>
                    <a:pt x="11593911" y="730681"/>
                    <a:pt x="11614178" y="730681"/>
                    <a:pt x="11632418" y="730681"/>
                  </a:cubicBezTo>
                  <a:cubicBezTo>
                    <a:pt x="11632418" y="719872"/>
                    <a:pt x="11632418" y="711225"/>
                    <a:pt x="11632418" y="700416"/>
                  </a:cubicBezTo>
                  <a:cubicBezTo>
                    <a:pt x="11638498" y="700416"/>
                    <a:pt x="11644578" y="700416"/>
                    <a:pt x="11650658" y="700416"/>
                  </a:cubicBezTo>
                  <a:cubicBezTo>
                    <a:pt x="11650658" y="698254"/>
                    <a:pt x="11650658" y="696093"/>
                    <a:pt x="11650658" y="693931"/>
                  </a:cubicBezTo>
                  <a:cubicBezTo>
                    <a:pt x="11654711" y="693931"/>
                    <a:pt x="11658764" y="693931"/>
                    <a:pt x="11662818" y="693931"/>
                  </a:cubicBezTo>
                  <a:cubicBezTo>
                    <a:pt x="11662818" y="696093"/>
                    <a:pt x="11662818" y="698254"/>
                    <a:pt x="11662818" y="700416"/>
                  </a:cubicBezTo>
                  <a:cubicBezTo>
                    <a:pt x="11668898" y="700416"/>
                    <a:pt x="11672951" y="700416"/>
                    <a:pt x="11679031" y="700416"/>
                  </a:cubicBezTo>
                  <a:cubicBezTo>
                    <a:pt x="11679031" y="715549"/>
                    <a:pt x="11679031" y="732843"/>
                    <a:pt x="11679031" y="750137"/>
                  </a:cubicBezTo>
                  <a:cubicBezTo>
                    <a:pt x="11689164" y="750137"/>
                    <a:pt x="11701326" y="750137"/>
                    <a:pt x="11711459" y="750137"/>
                  </a:cubicBezTo>
                  <a:cubicBezTo>
                    <a:pt x="11711459" y="741490"/>
                    <a:pt x="11711459" y="732843"/>
                    <a:pt x="11711459" y="724196"/>
                  </a:cubicBezTo>
                  <a:cubicBezTo>
                    <a:pt x="11723619" y="724196"/>
                    <a:pt x="11737806" y="724196"/>
                    <a:pt x="11749966" y="724196"/>
                  </a:cubicBezTo>
                  <a:cubicBezTo>
                    <a:pt x="11749966" y="713387"/>
                    <a:pt x="11749966" y="704740"/>
                    <a:pt x="11749966" y="693931"/>
                  </a:cubicBezTo>
                  <a:cubicBezTo>
                    <a:pt x="11766180" y="693931"/>
                    <a:pt x="11782392" y="693931"/>
                    <a:pt x="11798607" y="693931"/>
                  </a:cubicBezTo>
                  <a:cubicBezTo>
                    <a:pt x="11798607" y="693960"/>
                    <a:pt x="11798607" y="695735"/>
                    <a:pt x="11798607" y="805087"/>
                  </a:cubicBezTo>
                  <a:lnTo>
                    <a:pt x="11798607" y="818866"/>
                  </a:lnTo>
                  <a:lnTo>
                    <a:pt x="11864482" y="818866"/>
                  </a:lnTo>
                  <a:lnTo>
                    <a:pt x="11864482" y="924638"/>
                  </a:lnTo>
                  <a:lnTo>
                    <a:pt x="11864482" y="947885"/>
                  </a:lnTo>
                  <a:lnTo>
                    <a:pt x="11879442" y="947885"/>
                  </a:lnTo>
                  <a:cubicBezTo>
                    <a:pt x="11879442" y="947885"/>
                    <a:pt x="11879442" y="947885"/>
                    <a:pt x="11879442" y="946723"/>
                  </a:cubicBezTo>
                  <a:lnTo>
                    <a:pt x="11879442" y="938587"/>
                  </a:lnTo>
                  <a:cubicBezTo>
                    <a:pt x="11879442" y="938587"/>
                    <a:pt x="11879442" y="938587"/>
                    <a:pt x="11924022" y="938587"/>
                  </a:cubicBezTo>
                  <a:cubicBezTo>
                    <a:pt x="11924022" y="938587"/>
                    <a:pt x="11924022" y="938587"/>
                    <a:pt x="11924022" y="959508"/>
                  </a:cubicBezTo>
                  <a:cubicBezTo>
                    <a:pt x="11924022" y="959508"/>
                    <a:pt x="11924022" y="959508"/>
                    <a:pt x="11926250" y="960671"/>
                  </a:cubicBezTo>
                  <a:lnTo>
                    <a:pt x="11941854" y="968807"/>
                  </a:lnTo>
                  <a:cubicBezTo>
                    <a:pt x="11941854" y="968807"/>
                    <a:pt x="11941854" y="968807"/>
                    <a:pt x="11941854" y="999027"/>
                  </a:cubicBezTo>
                  <a:cubicBezTo>
                    <a:pt x="11941854" y="999027"/>
                    <a:pt x="11941854" y="999027"/>
                    <a:pt x="11943247" y="999609"/>
                  </a:cubicBezTo>
                  <a:lnTo>
                    <a:pt x="11952999" y="1003677"/>
                  </a:lnTo>
                  <a:cubicBezTo>
                    <a:pt x="11952999" y="1003677"/>
                    <a:pt x="11952999" y="1003677"/>
                    <a:pt x="11952999" y="1002515"/>
                  </a:cubicBezTo>
                  <a:lnTo>
                    <a:pt x="11952999" y="994378"/>
                  </a:lnTo>
                  <a:cubicBezTo>
                    <a:pt x="11952999" y="994378"/>
                    <a:pt x="11952999" y="994378"/>
                    <a:pt x="11954114" y="994378"/>
                  </a:cubicBezTo>
                  <a:lnTo>
                    <a:pt x="11961915" y="994378"/>
                  </a:lnTo>
                  <a:cubicBezTo>
                    <a:pt x="11961915" y="994378"/>
                    <a:pt x="11961915" y="994378"/>
                    <a:pt x="11961915" y="993506"/>
                  </a:cubicBezTo>
                  <a:lnTo>
                    <a:pt x="11961915" y="987404"/>
                  </a:lnTo>
                  <a:cubicBezTo>
                    <a:pt x="11961915" y="987404"/>
                    <a:pt x="11961915" y="987404"/>
                    <a:pt x="11960800" y="987404"/>
                  </a:cubicBezTo>
                  <a:lnTo>
                    <a:pt x="11952999" y="987404"/>
                  </a:lnTo>
                  <a:cubicBezTo>
                    <a:pt x="11952999" y="987404"/>
                    <a:pt x="11952999" y="987404"/>
                    <a:pt x="11952999" y="986242"/>
                  </a:cubicBezTo>
                  <a:lnTo>
                    <a:pt x="11952999" y="978106"/>
                  </a:lnTo>
                  <a:cubicBezTo>
                    <a:pt x="11952999" y="978106"/>
                    <a:pt x="11952999" y="978106"/>
                    <a:pt x="11954114" y="978106"/>
                  </a:cubicBezTo>
                  <a:lnTo>
                    <a:pt x="11961915" y="978106"/>
                  </a:lnTo>
                  <a:cubicBezTo>
                    <a:pt x="11961915" y="978106"/>
                    <a:pt x="11961915" y="978106"/>
                    <a:pt x="11961915" y="976943"/>
                  </a:cubicBezTo>
                  <a:lnTo>
                    <a:pt x="11961915" y="968807"/>
                  </a:lnTo>
                  <a:cubicBezTo>
                    <a:pt x="11961915" y="968807"/>
                    <a:pt x="11961915" y="968807"/>
                    <a:pt x="11960800" y="968807"/>
                  </a:cubicBezTo>
                  <a:lnTo>
                    <a:pt x="11952999" y="968807"/>
                  </a:lnTo>
                  <a:cubicBezTo>
                    <a:pt x="11952999" y="968807"/>
                    <a:pt x="11952999" y="968807"/>
                    <a:pt x="11952999" y="967645"/>
                  </a:cubicBezTo>
                  <a:lnTo>
                    <a:pt x="11952999" y="959508"/>
                  </a:lnTo>
                  <a:cubicBezTo>
                    <a:pt x="11952999" y="959508"/>
                    <a:pt x="11952999" y="959508"/>
                    <a:pt x="11954114" y="959508"/>
                  </a:cubicBezTo>
                  <a:lnTo>
                    <a:pt x="11961915" y="959508"/>
                  </a:lnTo>
                  <a:cubicBezTo>
                    <a:pt x="11961915" y="959508"/>
                    <a:pt x="11961915" y="959508"/>
                    <a:pt x="11961915" y="958637"/>
                  </a:cubicBezTo>
                  <a:lnTo>
                    <a:pt x="11961915" y="952535"/>
                  </a:lnTo>
                  <a:cubicBezTo>
                    <a:pt x="11961915" y="952535"/>
                    <a:pt x="11961915" y="952535"/>
                    <a:pt x="11960800" y="952535"/>
                  </a:cubicBezTo>
                  <a:lnTo>
                    <a:pt x="11952999" y="952535"/>
                  </a:lnTo>
                  <a:cubicBezTo>
                    <a:pt x="11952999" y="952535"/>
                    <a:pt x="11952999" y="952535"/>
                    <a:pt x="11952999" y="951372"/>
                  </a:cubicBezTo>
                  <a:lnTo>
                    <a:pt x="11952999" y="943236"/>
                  </a:lnTo>
                  <a:cubicBezTo>
                    <a:pt x="11952999" y="943236"/>
                    <a:pt x="11952999" y="943236"/>
                    <a:pt x="11954114" y="943236"/>
                  </a:cubicBezTo>
                  <a:lnTo>
                    <a:pt x="11961915" y="943236"/>
                  </a:lnTo>
                  <a:cubicBezTo>
                    <a:pt x="11961915" y="943236"/>
                    <a:pt x="11961915" y="943236"/>
                    <a:pt x="11961915" y="942074"/>
                  </a:cubicBezTo>
                  <a:lnTo>
                    <a:pt x="11961915" y="933937"/>
                  </a:lnTo>
                  <a:cubicBezTo>
                    <a:pt x="11961915" y="933937"/>
                    <a:pt x="11961915" y="933937"/>
                    <a:pt x="11960800" y="933937"/>
                  </a:cubicBezTo>
                  <a:lnTo>
                    <a:pt x="11952999" y="933937"/>
                  </a:lnTo>
                  <a:cubicBezTo>
                    <a:pt x="11952999" y="933937"/>
                    <a:pt x="11952999" y="933937"/>
                    <a:pt x="11952999" y="933066"/>
                  </a:cubicBezTo>
                  <a:lnTo>
                    <a:pt x="11952999" y="926963"/>
                  </a:lnTo>
                  <a:cubicBezTo>
                    <a:pt x="11952999" y="926963"/>
                    <a:pt x="11952999" y="926963"/>
                    <a:pt x="11954114" y="926963"/>
                  </a:cubicBezTo>
                  <a:lnTo>
                    <a:pt x="11961915" y="926963"/>
                  </a:lnTo>
                  <a:cubicBezTo>
                    <a:pt x="11961915" y="926963"/>
                    <a:pt x="11961915" y="926963"/>
                    <a:pt x="11961915" y="925801"/>
                  </a:cubicBezTo>
                  <a:lnTo>
                    <a:pt x="11961915" y="917665"/>
                  </a:lnTo>
                  <a:cubicBezTo>
                    <a:pt x="11961915" y="917665"/>
                    <a:pt x="11961915" y="917665"/>
                    <a:pt x="11960800" y="917665"/>
                  </a:cubicBezTo>
                  <a:lnTo>
                    <a:pt x="11952999" y="917665"/>
                  </a:lnTo>
                  <a:cubicBezTo>
                    <a:pt x="11952999" y="917665"/>
                    <a:pt x="11952999" y="917665"/>
                    <a:pt x="11952999" y="916503"/>
                  </a:cubicBezTo>
                  <a:lnTo>
                    <a:pt x="11952999" y="908366"/>
                  </a:lnTo>
                  <a:cubicBezTo>
                    <a:pt x="11952999" y="908366"/>
                    <a:pt x="11952999" y="908366"/>
                    <a:pt x="11954114" y="908366"/>
                  </a:cubicBezTo>
                  <a:lnTo>
                    <a:pt x="11961915" y="908366"/>
                  </a:lnTo>
                  <a:cubicBezTo>
                    <a:pt x="11961915" y="908366"/>
                    <a:pt x="11961915" y="908366"/>
                    <a:pt x="11961915" y="907204"/>
                  </a:cubicBezTo>
                  <a:lnTo>
                    <a:pt x="11961915" y="899068"/>
                  </a:lnTo>
                  <a:cubicBezTo>
                    <a:pt x="11961915" y="899068"/>
                    <a:pt x="11961915" y="899068"/>
                    <a:pt x="11960800" y="899068"/>
                  </a:cubicBezTo>
                  <a:lnTo>
                    <a:pt x="11952999" y="899068"/>
                  </a:lnTo>
                  <a:cubicBezTo>
                    <a:pt x="11952999" y="899068"/>
                    <a:pt x="11952999" y="899068"/>
                    <a:pt x="11952999" y="898196"/>
                  </a:cubicBezTo>
                  <a:lnTo>
                    <a:pt x="11952999" y="892094"/>
                  </a:lnTo>
                  <a:cubicBezTo>
                    <a:pt x="11952999" y="892094"/>
                    <a:pt x="11952999" y="892094"/>
                    <a:pt x="11954114" y="892094"/>
                  </a:cubicBezTo>
                  <a:lnTo>
                    <a:pt x="11961915" y="892094"/>
                  </a:lnTo>
                  <a:cubicBezTo>
                    <a:pt x="11961915" y="892094"/>
                    <a:pt x="11961915" y="892094"/>
                    <a:pt x="11961915" y="890931"/>
                  </a:cubicBezTo>
                  <a:lnTo>
                    <a:pt x="11961915" y="882795"/>
                  </a:lnTo>
                  <a:cubicBezTo>
                    <a:pt x="11961915" y="882795"/>
                    <a:pt x="11961915" y="882795"/>
                    <a:pt x="11960800" y="882795"/>
                  </a:cubicBezTo>
                  <a:lnTo>
                    <a:pt x="11952999" y="882795"/>
                  </a:lnTo>
                  <a:cubicBezTo>
                    <a:pt x="11952999" y="882795"/>
                    <a:pt x="11952999" y="882795"/>
                    <a:pt x="11952999" y="881633"/>
                  </a:cubicBezTo>
                  <a:lnTo>
                    <a:pt x="11952999" y="873496"/>
                  </a:lnTo>
                  <a:cubicBezTo>
                    <a:pt x="11952999" y="873496"/>
                    <a:pt x="11952999" y="873496"/>
                    <a:pt x="11954114" y="873496"/>
                  </a:cubicBezTo>
                  <a:lnTo>
                    <a:pt x="11961915" y="873496"/>
                  </a:lnTo>
                  <a:cubicBezTo>
                    <a:pt x="11961915" y="873496"/>
                    <a:pt x="11961915" y="873496"/>
                    <a:pt x="11961915" y="872625"/>
                  </a:cubicBezTo>
                  <a:lnTo>
                    <a:pt x="11961915" y="866523"/>
                  </a:lnTo>
                  <a:cubicBezTo>
                    <a:pt x="11961915" y="866523"/>
                    <a:pt x="11961915" y="866523"/>
                    <a:pt x="11960800" y="866523"/>
                  </a:cubicBezTo>
                  <a:lnTo>
                    <a:pt x="11952999" y="866523"/>
                  </a:lnTo>
                  <a:cubicBezTo>
                    <a:pt x="11952999" y="866523"/>
                    <a:pt x="11952999" y="866523"/>
                    <a:pt x="11952999" y="865360"/>
                  </a:cubicBezTo>
                  <a:lnTo>
                    <a:pt x="11952999" y="857224"/>
                  </a:lnTo>
                  <a:cubicBezTo>
                    <a:pt x="11952999" y="857224"/>
                    <a:pt x="11952999" y="857224"/>
                    <a:pt x="11954114" y="857224"/>
                  </a:cubicBezTo>
                  <a:lnTo>
                    <a:pt x="11961915" y="857224"/>
                  </a:lnTo>
                  <a:cubicBezTo>
                    <a:pt x="11961915" y="857224"/>
                    <a:pt x="11961915" y="857224"/>
                    <a:pt x="11961915" y="856062"/>
                  </a:cubicBezTo>
                  <a:lnTo>
                    <a:pt x="11961915" y="847925"/>
                  </a:lnTo>
                  <a:cubicBezTo>
                    <a:pt x="11961915" y="847925"/>
                    <a:pt x="11961915" y="847925"/>
                    <a:pt x="11960800" y="847925"/>
                  </a:cubicBezTo>
                  <a:lnTo>
                    <a:pt x="11952999" y="847925"/>
                  </a:lnTo>
                  <a:cubicBezTo>
                    <a:pt x="11952999" y="847925"/>
                    <a:pt x="11952999" y="847925"/>
                    <a:pt x="11952999" y="846763"/>
                  </a:cubicBezTo>
                  <a:lnTo>
                    <a:pt x="11952999" y="838627"/>
                  </a:lnTo>
                  <a:cubicBezTo>
                    <a:pt x="11952999" y="838627"/>
                    <a:pt x="11952999" y="838627"/>
                    <a:pt x="11954114" y="838627"/>
                  </a:cubicBezTo>
                  <a:lnTo>
                    <a:pt x="11961915" y="838627"/>
                  </a:lnTo>
                  <a:cubicBezTo>
                    <a:pt x="11961915" y="838627"/>
                    <a:pt x="11961915" y="838627"/>
                    <a:pt x="11961915" y="837755"/>
                  </a:cubicBezTo>
                  <a:lnTo>
                    <a:pt x="11961915" y="831653"/>
                  </a:lnTo>
                  <a:cubicBezTo>
                    <a:pt x="11961915" y="831653"/>
                    <a:pt x="11961915" y="831653"/>
                    <a:pt x="11960800" y="831653"/>
                  </a:cubicBezTo>
                  <a:lnTo>
                    <a:pt x="11952999" y="831653"/>
                  </a:lnTo>
                  <a:cubicBezTo>
                    <a:pt x="11952999" y="831653"/>
                    <a:pt x="11952999" y="831653"/>
                    <a:pt x="11952999" y="830491"/>
                  </a:cubicBezTo>
                  <a:lnTo>
                    <a:pt x="11952999" y="822354"/>
                  </a:lnTo>
                  <a:cubicBezTo>
                    <a:pt x="11952999" y="822354"/>
                    <a:pt x="11952999" y="822354"/>
                    <a:pt x="11954114" y="822354"/>
                  </a:cubicBezTo>
                  <a:lnTo>
                    <a:pt x="11961915" y="822354"/>
                  </a:lnTo>
                  <a:cubicBezTo>
                    <a:pt x="11961915" y="822354"/>
                    <a:pt x="11961915" y="822354"/>
                    <a:pt x="11961915" y="821192"/>
                  </a:cubicBezTo>
                  <a:lnTo>
                    <a:pt x="11961915" y="813056"/>
                  </a:lnTo>
                  <a:cubicBezTo>
                    <a:pt x="11961915" y="813056"/>
                    <a:pt x="11961915" y="813056"/>
                    <a:pt x="11960800" y="813056"/>
                  </a:cubicBezTo>
                  <a:lnTo>
                    <a:pt x="11952999" y="813056"/>
                  </a:lnTo>
                  <a:cubicBezTo>
                    <a:pt x="11952999" y="813056"/>
                    <a:pt x="11952999" y="813056"/>
                    <a:pt x="11952999" y="811893"/>
                  </a:cubicBezTo>
                  <a:lnTo>
                    <a:pt x="11952999" y="803757"/>
                  </a:lnTo>
                  <a:cubicBezTo>
                    <a:pt x="11952999" y="803757"/>
                    <a:pt x="11952999" y="803757"/>
                    <a:pt x="11954114" y="803757"/>
                  </a:cubicBezTo>
                  <a:lnTo>
                    <a:pt x="11961915" y="803757"/>
                  </a:lnTo>
                  <a:cubicBezTo>
                    <a:pt x="11961915" y="803757"/>
                    <a:pt x="11961915" y="803757"/>
                    <a:pt x="11961915" y="802885"/>
                  </a:cubicBezTo>
                  <a:lnTo>
                    <a:pt x="11961915" y="796783"/>
                  </a:lnTo>
                  <a:cubicBezTo>
                    <a:pt x="11961915" y="796783"/>
                    <a:pt x="11961915" y="796783"/>
                    <a:pt x="11960800" y="796783"/>
                  </a:cubicBezTo>
                  <a:lnTo>
                    <a:pt x="11952999" y="796783"/>
                  </a:lnTo>
                  <a:cubicBezTo>
                    <a:pt x="11952999" y="796783"/>
                    <a:pt x="11952999" y="796783"/>
                    <a:pt x="11952999" y="795621"/>
                  </a:cubicBezTo>
                  <a:lnTo>
                    <a:pt x="11952999" y="787484"/>
                  </a:lnTo>
                  <a:cubicBezTo>
                    <a:pt x="11952999" y="787484"/>
                    <a:pt x="11952999" y="787484"/>
                    <a:pt x="11954114" y="787484"/>
                  </a:cubicBezTo>
                  <a:lnTo>
                    <a:pt x="11961915" y="787484"/>
                  </a:lnTo>
                  <a:cubicBezTo>
                    <a:pt x="11961915" y="787484"/>
                    <a:pt x="11961915" y="787484"/>
                    <a:pt x="11960800" y="785741"/>
                  </a:cubicBezTo>
                  <a:lnTo>
                    <a:pt x="11952999" y="773537"/>
                  </a:lnTo>
                  <a:cubicBezTo>
                    <a:pt x="11952999" y="773537"/>
                    <a:pt x="11952999" y="773537"/>
                    <a:pt x="11952999" y="736342"/>
                  </a:cubicBezTo>
                  <a:cubicBezTo>
                    <a:pt x="11952999" y="736342"/>
                    <a:pt x="11952999" y="736342"/>
                    <a:pt x="12102343" y="736342"/>
                  </a:cubicBezTo>
                  <a:cubicBezTo>
                    <a:pt x="12102343" y="736342"/>
                    <a:pt x="12102343" y="736342"/>
                    <a:pt x="12115716" y="757264"/>
                  </a:cubicBezTo>
                  <a:cubicBezTo>
                    <a:pt x="12115716" y="757264"/>
                    <a:pt x="12115716" y="757264"/>
                    <a:pt x="12115716" y="803757"/>
                  </a:cubicBezTo>
                  <a:cubicBezTo>
                    <a:pt x="12115716" y="803757"/>
                    <a:pt x="12115716" y="803757"/>
                    <a:pt x="12114602" y="803757"/>
                  </a:cubicBezTo>
                  <a:lnTo>
                    <a:pt x="12106800" y="803757"/>
                  </a:lnTo>
                  <a:cubicBezTo>
                    <a:pt x="12106800" y="803757"/>
                    <a:pt x="12106800" y="803757"/>
                    <a:pt x="12106800" y="804919"/>
                  </a:cubicBezTo>
                  <a:lnTo>
                    <a:pt x="12106800" y="813056"/>
                  </a:lnTo>
                  <a:cubicBezTo>
                    <a:pt x="12106800" y="813056"/>
                    <a:pt x="12106800" y="813056"/>
                    <a:pt x="12107915" y="813056"/>
                  </a:cubicBezTo>
                  <a:lnTo>
                    <a:pt x="12115716" y="813056"/>
                  </a:lnTo>
                  <a:cubicBezTo>
                    <a:pt x="12115716" y="813056"/>
                    <a:pt x="12115716" y="813056"/>
                    <a:pt x="12115716" y="814218"/>
                  </a:cubicBezTo>
                  <a:lnTo>
                    <a:pt x="12115716" y="822354"/>
                  </a:lnTo>
                  <a:cubicBezTo>
                    <a:pt x="12115716" y="822354"/>
                    <a:pt x="12115716" y="822354"/>
                    <a:pt x="12114602" y="822354"/>
                  </a:cubicBezTo>
                  <a:lnTo>
                    <a:pt x="12106800" y="822354"/>
                  </a:lnTo>
                  <a:cubicBezTo>
                    <a:pt x="12106800" y="822354"/>
                    <a:pt x="12106800" y="822354"/>
                    <a:pt x="12106800" y="823516"/>
                  </a:cubicBezTo>
                  <a:lnTo>
                    <a:pt x="12106800" y="831653"/>
                  </a:lnTo>
                  <a:cubicBezTo>
                    <a:pt x="12106800" y="831653"/>
                    <a:pt x="12106800" y="831653"/>
                    <a:pt x="12107915" y="831653"/>
                  </a:cubicBezTo>
                  <a:lnTo>
                    <a:pt x="12115716" y="831653"/>
                  </a:lnTo>
                  <a:cubicBezTo>
                    <a:pt x="12115716" y="831653"/>
                    <a:pt x="12115716" y="831653"/>
                    <a:pt x="12115716" y="832525"/>
                  </a:cubicBezTo>
                  <a:lnTo>
                    <a:pt x="12115716" y="838627"/>
                  </a:lnTo>
                  <a:cubicBezTo>
                    <a:pt x="12115716" y="838627"/>
                    <a:pt x="12115716" y="838627"/>
                    <a:pt x="12114602" y="838627"/>
                  </a:cubicBezTo>
                  <a:lnTo>
                    <a:pt x="12106800" y="838627"/>
                  </a:lnTo>
                  <a:cubicBezTo>
                    <a:pt x="12106800" y="838627"/>
                    <a:pt x="12106800" y="838627"/>
                    <a:pt x="12106800" y="839789"/>
                  </a:cubicBezTo>
                  <a:lnTo>
                    <a:pt x="12106800" y="847925"/>
                  </a:lnTo>
                  <a:cubicBezTo>
                    <a:pt x="12106800" y="847925"/>
                    <a:pt x="12106800" y="847925"/>
                    <a:pt x="12107915" y="847925"/>
                  </a:cubicBezTo>
                  <a:lnTo>
                    <a:pt x="12115716" y="847925"/>
                  </a:lnTo>
                  <a:cubicBezTo>
                    <a:pt x="12115716" y="847925"/>
                    <a:pt x="12115716" y="847925"/>
                    <a:pt x="12115716" y="849088"/>
                  </a:cubicBezTo>
                  <a:lnTo>
                    <a:pt x="12115716" y="857224"/>
                  </a:lnTo>
                  <a:cubicBezTo>
                    <a:pt x="12115716" y="857224"/>
                    <a:pt x="12115716" y="857224"/>
                    <a:pt x="12114602" y="857224"/>
                  </a:cubicBezTo>
                  <a:lnTo>
                    <a:pt x="12106800" y="857224"/>
                  </a:lnTo>
                  <a:cubicBezTo>
                    <a:pt x="12106800" y="857224"/>
                    <a:pt x="12106800" y="857224"/>
                    <a:pt x="12106800" y="858386"/>
                  </a:cubicBezTo>
                  <a:lnTo>
                    <a:pt x="12106800" y="866523"/>
                  </a:lnTo>
                  <a:cubicBezTo>
                    <a:pt x="12106800" y="866523"/>
                    <a:pt x="12106800" y="866523"/>
                    <a:pt x="12107915" y="866523"/>
                  </a:cubicBezTo>
                  <a:lnTo>
                    <a:pt x="12115716" y="866523"/>
                  </a:lnTo>
                  <a:cubicBezTo>
                    <a:pt x="12115716" y="866523"/>
                    <a:pt x="12115716" y="866523"/>
                    <a:pt x="12115716" y="867394"/>
                  </a:cubicBezTo>
                  <a:lnTo>
                    <a:pt x="12115716" y="873496"/>
                  </a:lnTo>
                  <a:cubicBezTo>
                    <a:pt x="12115716" y="873496"/>
                    <a:pt x="12115716" y="873496"/>
                    <a:pt x="12114602" y="873496"/>
                  </a:cubicBezTo>
                  <a:lnTo>
                    <a:pt x="12106800" y="873496"/>
                  </a:lnTo>
                  <a:cubicBezTo>
                    <a:pt x="12106800" y="873496"/>
                    <a:pt x="12106800" y="873496"/>
                    <a:pt x="12106800" y="874659"/>
                  </a:cubicBezTo>
                  <a:lnTo>
                    <a:pt x="12106800" y="882795"/>
                  </a:lnTo>
                  <a:cubicBezTo>
                    <a:pt x="12106800" y="882795"/>
                    <a:pt x="12106800" y="882795"/>
                    <a:pt x="12107915" y="882795"/>
                  </a:cubicBezTo>
                  <a:lnTo>
                    <a:pt x="12115716" y="882795"/>
                  </a:lnTo>
                  <a:cubicBezTo>
                    <a:pt x="12115716" y="882795"/>
                    <a:pt x="12115716" y="882795"/>
                    <a:pt x="12115716" y="883957"/>
                  </a:cubicBezTo>
                  <a:lnTo>
                    <a:pt x="12115716" y="892094"/>
                  </a:lnTo>
                  <a:cubicBezTo>
                    <a:pt x="12115716" y="892094"/>
                    <a:pt x="12115716" y="892094"/>
                    <a:pt x="12114602" y="892094"/>
                  </a:cubicBezTo>
                  <a:lnTo>
                    <a:pt x="12106800" y="892094"/>
                  </a:lnTo>
                  <a:cubicBezTo>
                    <a:pt x="12106800" y="892094"/>
                    <a:pt x="12106800" y="892094"/>
                    <a:pt x="12106800" y="892965"/>
                  </a:cubicBezTo>
                  <a:lnTo>
                    <a:pt x="12106800" y="899068"/>
                  </a:lnTo>
                  <a:cubicBezTo>
                    <a:pt x="12106800" y="899068"/>
                    <a:pt x="12106800" y="899068"/>
                    <a:pt x="12107915" y="899068"/>
                  </a:cubicBezTo>
                  <a:lnTo>
                    <a:pt x="12115716" y="899068"/>
                  </a:lnTo>
                  <a:cubicBezTo>
                    <a:pt x="12115716" y="899068"/>
                    <a:pt x="12115716" y="899068"/>
                    <a:pt x="12115716" y="900230"/>
                  </a:cubicBezTo>
                  <a:lnTo>
                    <a:pt x="12115716" y="908366"/>
                  </a:lnTo>
                  <a:cubicBezTo>
                    <a:pt x="12115716" y="908366"/>
                    <a:pt x="12115716" y="908366"/>
                    <a:pt x="12114602" y="908366"/>
                  </a:cubicBezTo>
                  <a:lnTo>
                    <a:pt x="12106800" y="908366"/>
                  </a:lnTo>
                  <a:cubicBezTo>
                    <a:pt x="12106800" y="908366"/>
                    <a:pt x="12106800" y="908366"/>
                    <a:pt x="12106800" y="909528"/>
                  </a:cubicBezTo>
                  <a:lnTo>
                    <a:pt x="12106800" y="917665"/>
                  </a:lnTo>
                  <a:cubicBezTo>
                    <a:pt x="12106800" y="917665"/>
                    <a:pt x="12106800" y="917665"/>
                    <a:pt x="12107915" y="917665"/>
                  </a:cubicBezTo>
                  <a:lnTo>
                    <a:pt x="12115716" y="917665"/>
                  </a:lnTo>
                  <a:cubicBezTo>
                    <a:pt x="12115716" y="917665"/>
                    <a:pt x="12115716" y="917665"/>
                    <a:pt x="12115716" y="918827"/>
                  </a:cubicBezTo>
                  <a:lnTo>
                    <a:pt x="12115716" y="926963"/>
                  </a:lnTo>
                  <a:cubicBezTo>
                    <a:pt x="12115716" y="926963"/>
                    <a:pt x="12115716" y="926963"/>
                    <a:pt x="12114602" y="926963"/>
                  </a:cubicBezTo>
                  <a:lnTo>
                    <a:pt x="12106800" y="926963"/>
                  </a:lnTo>
                  <a:cubicBezTo>
                    <a:pt x="12106800" y="926963"/>
                    <a:pt x="12106800" y="926963"/>
                    <a:pt x="12106800" y="927835"/>
                  </a:cubicBezTo>
                  <a:lnTo>
                    <a:pt x="12106800" y="933937"/>
                  </a:lnTo>
                  <a:cubicBezTo>
                    <a:pt x="12106800" y="933937"/>
                    <a:pt x="12106800" y="933937"/>
                    <a:pt x="12107915" y="933937"/>
                  </a:cubicBezTo>
                  <a:lnTo>
                    <a:pt x="12115716" y="933937"/>
                  </a:lnTo>
                  <a:cubicBezTo>
                    <a:pt x="12115716" y="933937"/>
                    <a:pt x="12115716" y="933937"/>
                    <a:pt x="12115716" y="935100"/>
                  </a:cubicBezTo>
                  <a:lnTo>
                    <a:pt x="12115716" y="943236"/>
                  </a:lnTo>
                  <a:cubicBezTo>
                    <a:pt x="12115716" y="943236"/>
                    <a:pt x="12115716" y="943236"/>
                    <a:pt x="12114602" y="943236"/>
                  </a:cubicBezTo>
                  <a:lnTo>
                    <a:pt x="12106800" y="943236"/>
                  </a:lnTo>
                  <a:cubicBezTo>
                    <a:pt x="12106800" y="943236"/>
                    <a:pt x="12106800" y="943236"/>
                    <a:pt x="12106800" y="944398"/>
                  </a:cubicBezTo>
                  <a:lnTo>
                    <a:pt x="12106800" y="952535"/>
                  </a:lnTo>
                  <a:cubicBezTo>
                    <a:pt x="12106800" y="952535"/>
                    <a:pt x="12106800" y="952535"/>
                    <a:pt x="12107915" y="952535"/>
                  </a:cubicBezTo>
                  <a:lnTo>
                    <a:pt x="12115716" y="952535"/>
                  </a:lnTo>
                  <a:cubicBezTo>
                    <a:pt x="12115716" y="952535"/>
                    <a:pt x="12115716" y="952535"/>
                    <a:pt x="12115716" y="953406"/>
                  </a:cubicBezTo>
                  <a:lnTo>
                    <a:pt x="12115716" y="959508"/>
                  </a:lnTo>
                  <a:cubicBezTo>
                    <a:pt x="12115716" y="959508"/>
                    <a:pt x="12115716" y="959508"/>
                    <a:pt x="12114602" y="959508"/>
                  </a:cubicBezTo>
                  <a:lnTo>
                    <a:pt x="12106800" y="959508"/>
                  </a:lnTo>
                  <a:cubicBezTo>
                    <a:pt x="12106800" y="959508"/>
                    <a:pt x="12106800" y="959508"/>
                    <a:pt x="12106800" y="960671"/>
                  </a:cubicBezTo>
                  <a:lnTo>
                    <a:pt x="12106800" y="968807"/>
                  </a:lnTo>
                  <a:cubicBezTo>
                    <a:pt x="12106800" y="968807"/>
                    <a:pt x="12106800" y="968807"/>
                    <a:pt x="12107915" y="968807"/>
                  </a:cubicBezTo>
                  <a:lnTo>
                    <a:pt x="12115716" y="968807"/>
                  </a:lnTo>
                  <a:cubicBezTo>
                    <a:pt x="12115716" y="968807"/>
                    <a:pt x="12115716" y="968807"/>
                    <a:pt x="12115716" y="969969"/>
                  </a:cubicBezTo>
                  <a:lnTo>
                    <a:pt x="12115716" y="978106"/>
                  </a:lnTo>
                  <a:cubicBezTo>
                    <a:pt x="12115716" y="978106"/>
                    <a:pt x="12115716" y="978106"/>
                    <a:pt x="12114602" y="978106"/>
                  </a:cubicBezTo>
                  <a:lnTo>
                    <a:pt x="12106800" y="978106"/>
                  </a:lnTo>
                  <a:cubicBezTo>
                    <a:pt x="12106800" y="978106"/>
                    <a:pt x="12106800" y="978106"/>
                    <a:pt x="12106800" y="979268"/>
                  </a:cubicBezTo>
                  <a:lnTo>
                    <a:pt x="12106800" y="987404"/>
                  </a:lnTo>
                  <a:cubicBezTo>
                    <a:pt x="12106800" y="987404"/>
                    <a:pt x="12106800" y="987404"/>
                    <a:pt x="12107915" y="987404"/>
                  </a:cubicBezTo>
                  <a:lnTo>
                    <a:pt x="12115716" y="987404"/>
                  </a:lnTo>
                  <a:cubicBezTo>
                    <a:pt x="12115716" y="987404"/>
                    <a:pt x="12115716" y="987404"/>
                    <a:pt x="12115716" y="988276"/>
                  </a:cubicBezTo>
                  <a:lnTo>
                    <a:pt x="12115716" y="994378"/>
                  </a:lnTo>
                  <a:cubicBezTo>
                    <a:pt x="12115716" y="994378"/>
                    <a:pt x="12115716" y="994378"/>
                    <a:pt x="12114602" y="994378"/>
                  </a:cubicBezTo>
                  <a:lnTo>
                    <a:pt x="12106800" y="994378"/>
                  </a:lnTo>
                  <a:cubicBezTo>
                    <a:pt x="12106800" y="994378"/>
                    <a:pt x="12106800" y="994378"/>
                    <a:pt x="12106800" y="995540"/>
                  </a:cubicBezTo>
                  <a:lnTo>
                    <a:pt x="12106800" y="1003677"/>
                  </a:lnTo>
                  <a:cubicBezTo>
                    <a:pt x="12106800" y="1003677"/>
                    <a:pt x="12106800" y="1003677"/>
                    <a:pt x="12131319" y="1024599"/>
                  </a:cubicBezTo>
                  <a:cubicBezTo>
                    <a:pt x="12131319" y="1029248"/>
                    <a:pt x="12131319" y="1029248"/>
                    <a:pt x="12130206" y="1029248"/>
                  </a:cubicBezTo>
                  <a:lnTo>
                    <a:pt x="12122403" y="1029248"/>
                  </a:lnTo>
                  <a:cubicBezTo>
                    <a:pt x="12122403" y="1029248"/>
                    <a:pt x="12122403" y="1029248"/>
                    <a:pt x="12122403" y="1040036"/>
                  </a:cubicBezTo>
                  <a:lnTo>
                    <a:pt x="12122403" y="1046874"/>
                  </a:lnTo>
                  <a:lnTo>
                    <a:pt x="12131319" y="1046874"/>
                  </a:lnTo>
                  <a:lnTo>
                    <a:pt x="12131319" y="1043196"/>
                  </a:lnTo>
                  <a:cubicBezTo>
                    <a:pt x="12131319" y="1043196"/>
                    <a:pt x="12131319" y="1043196"/>
                    <a:pt x="12132434" y="1042615"/>
                  </a:cubicBezTo>
                  <a:lnTo>
                    <a:pt x="12140235" y="1038547"/>
                  </a:lnTo>
                  <a:cubicBezTo>
                    <a:pt x="12140235" y="1038547"/>
                    <a:pt x="12140235" y="1038547"/>
                    <a:pt x="12142186" y="1038547"/>
                  </a:cubicBezTo>
                  <a:lnTo>
                    <a:pt x="12155839" y="1038547"/>
                  </a:lnTo>
                  <a:cubicBezTo>
                    <a:pt x="12155839" y="1038547"/>
                    <a:pt x="12155839" y="1038547"/>
                    <a:pt x="12155839" y="1039709"/>
                  </a:cubicBezTo>
                  <a:lnTo>
                    <a:pt x="12155839" y="1046874"/>
                  </a:lnTo>
                  <a:lnTo>
                    <a:pt x="12192000" y="1046874"/>
                  </a:lnTo>
                  <a:lnTo>
                    <a:pt x="12192000" y="1070905"/>
                  </a:lnTo>
                  <a:lnTo>
                    <a:pt x="12192000" y="1121663"/>
                  </a:lnTo>
                  <a:lnTo>
                    <a:pt x="12192000" y="1608850"/>
                  </a:lnTo>
                  <a:lnTo>
                    <a:pt x="0" y="1608850"/>
                  </a:lnTo>
                  <a:lnTo>
                    <a:pt x="0" y="1046874"/>
                  </a:lnTo>
                  <a:lnTo>
                    <a:pt x="65773" y="1046874"/>
                  </a:lnTo>
                  <a:lnTo>
                    <a:pt x="82231" y="1045519"/>
                  </a:lnTo>
                  <a:cubicBezTo>
                    <a:pt x="82231" y="1033896"/>
                    <a:pt x="82231" y="1024598"/>
                    <a:pt x="82231" y="1012974"/>
                  </a:cubicBezTo>
                  <a:cubicBezTo>
                    <a:pt x="97834" y="1012974"/>
                    <a:pt x="113436" y="1012974"/>
                    <a:pt x="126811" y="1012974"/>
                  </a:cubicBezTo>
                  <a:cubicBezTo>
                    <a:pt x="126811" y="1006000"/>
                    <a:pt x="126811" y="1001351"/>
                    <a:pt x="126811" y="994377"/>
                  </a:cubicBezTo>
                  <a:cubicBezTo>
                    <a:pt x="158018" y="994377"/>
                    <a:pt x="189224" y="994377"/>
                    <a:pt x="220430" y="994377"/>
                  </a:cubicBezTo>
                  <a:cubicBezTo>
                    <a:pt x="220430" y="999026"/>
                    <a:pt x="220430" y="1001351"/>
                    <a:pt x="220430" y="1006000"/>
                  </a:cubicBezTo>
                  <a:cubicBezTo>
                    <a:pt x="240491" y="1006000"/>
                    <a:pt x="260552" y="1006000"/>
                    <a:pt x="280612" y="1006000"/>
                  </a:cubicBezTo>
                  <a:cubicBezTo>
                    <a:pt x="280612" y="1008325"/>
                    <a:pt x="280612" y="1010650"/>
                    <a:pt x="280612" y="1012974"/>
                  </a:cubicBezTo>
                  <a:cubicBezTo>
                    <a:pt x="285071" y="1012974"/>
                    <a:pt x="291758" y="1012974"/>
                    <a:pt x="298444" y="1012974"/>
                  </a:cubicBezTo>
                  <a:cubicBezTo>
                    <a:pt x="298444" y="1015299"/>
                    <a:pt x="298444" y="1017624"/>
                    <a:pt x="298444" y="1019948"/>
                  </a:cubicBezTo>
                  <a:cubicBezTo>
                    <a:pt x="302903" y="1019948"/>
                    <a:pt x="309590" y="1019948"/>
                    <a:pt x="314048" y="1019948"/>
                  </a:cubicBezTo>
                  <a:cubicBezTo>
                    <a:pt x="314048" y="985079"/>
                    <a:pt x="314048" y="950209"/>
                    <a:pt x="314048" y="915339"/>
                  </a:cubicBezTo>
                  <a:cubicBezTo>
                    <a:pt x="329651" y="910690"/>
                    <a:pt x="345255" y="906041"/>
                    <a:pt x="360858" y="901391"/>
                  </a:cubicBezTo>
                  <a:cubicBezTo>
                    <a:pt x="389835" y="901391"/>
                    <a:pt x="418812" y="901391"/>
                    <a:pt x="447789" y="901391"/>
                  </a:cubicBezTo>
                  <a:cubicBezTo>
                    <a:pt x="447789" y="845600"/>
                    <a:pt x="447789" y="789808"/>
                    <a:pt x="447789" y="734017"/>
                  </a:cubicBezTo>
                  <a:cubicBezTo>
                    <a:pt x="454476" y="729367"/>
                    <a:pt x="463392" y="727043"/>
                    <a:pt x="472308" y="722393"/>
                  </a:cubicBezTo>
                  <a:cubicBezTo>
                    <a:pt x="507972" y="717744"/>
                    <a:pt x="543636" y="710770"/>
                    <a:pt x="579301" y="703796"/>
                  </a:cubicBezTo>
                  <a:cubicBezTo>
                    <a:pt x="592675" y="708445"/>
                    <a:pt x="603820" y="713095"/>
                    <a:pt x="617194" y="715419"/>
                  </a:cubicBezTo>
                  <a:cubicBezTo>
                    <a:pt x="619423" y="717744"/>
                    <a:pt x="621652" y="720069"/>
                    <a:pt x="623881" y="722393"/>
                  </a:cubicBezTo>
                  <a:cubicBezTo>
                    <a:pt x="623881" y="827002"/>
                    <a:pt x="623881" y="931612"/>
                    <a:pt x="623881" y="1033896"/>
                  </a:cubicBezTo>
                  <a:cubicBezTo>
                    <a:pt x="628339" y="1033896"/>
                    <a:pt x="632796" y="1033896"/>
                    <a:pt x="639484" y="1033896"/>
                  </a:cubicBezTo>
                  <a:cubicBezTo>
                    <a:pt x="639484" y="992053"/>
                    <a:pt x="639484" y="950209"/>
                    <a:pt x="639484" y="908365"/>
                  </a:cubicBezTo>
                  <a:cubicBezTo>
                    <a:pt x="643942" y="908365"/>
                    <a:pt x="648400" y="908365"/>
                    <a:pt x="652858" y="908365"/>
                  </a:cubicBezTo>
                  <a:cubicBezTo>
                    <a:pt x="652858" y="903716"/>
                    <a:pt x="652858" y="901391"/>
                    <a:pt x="652858" y="896742"/>
                  </a:cubicBezTo>
                  <a:cubicBezTo>
                    <a:pt x="657316" y="894417"/>
                    <a:pt x="661774" y="892093"/>
                    <a:pt x="666232" y="889768"/>
                  </a:cubicBezTo>
                  <a:lnTo>
                    <a:pt x="677377" y="889768"/>
                  </a:lnTo>
                  <a:cubicBezTo>
                    <a:pt x="677377" y="885119"/>
                    <a:pt x="677377" y="882794"/>
                    <a:pt x="677377" y="878145"/>
                  </a:cubicBezTo>
                  <a:cubicBezTo>
                    <a:pt x="679606" y="875820"/>
                    <a:pt x="684064" y="873495"/>
                    <a:pt x="686293" y="871171"/>
                  </a:cubicBezTo>
                  <a:cubicBezTo>
                    <a:pt x="692981" y="871171"/>
                    <a:pt x="701896" y="871171"/>
                    <a:pt x="708584" y="871171"/>
                  </a:cubicBezTo>
                  <a:cubicBezTo>
                    <a:pt x="708584" y="882794"/>
                    <a:pt x="708584" y="896742"/>
                    <a:pt x="708584" y="908365"/>
                  </a:cubicBezTo>
                  <a:cubicBezTo>
                    <a:pt x="724187" y="908365"/>
                    <a:pt x="739790" y="908365"/>
                    <a:pt x="755393" y="908365"/>
                  </a:cubicBezTo>
                  <a:cubicBezTo>
                    <a:pt x="755393" y="952534"/>
                    <a:pt x="755393" y="994377"/>
                    <a:pt x="755393" y="1038546"/>
                  </a:cubicBezTo>
                  <a:cubicBezTo>
                    <a:pt x="762080" y="1038546"/>
                    <a:pt x="768767" y="1038546"/>
                    <a:pt x="773225" y="1038546"/>
                  </a:cubicBezTo>
                  <a:cubicBezTo>
                    <a:pt x="779912" y="1036221"/>
                    <a:pt x="784370" y="1033896"/>
                    <a:pt x="791057" y="1031572"/>
                  </a:cubicBezTo>
                  <a:cubicBezTo>
                    <a:pt x="791057" y="1026922"/>
                    <a:pt x="791057" y="1024598"/>
                    <a:pt x="791057" y="1022273"/>
                  </a:cubicBezTo>
                  <a:cubicBezTo>
                    <a:pt x="788828" y="1022273"/>
                    <a:pt x="786599" y="1019948"/>
                    <a:pt x="784370" y="1019948"/>
                  </a:cubicBezTo>
                  <a:cubicBezTo>
                    <a:pt x="784370" y="1017624"/>
                    <a:pt x="784370" y="1015299"/>
                    <a:pt x="784370" y="1012974"/>
                  </a:cubicBezTo>
                  <a:cubicBezTo>
                    <a:pt x="786599" y="1010650"/>
                    <a:pt x="788828" y="1010650"/>
                    <a:pt x="791057" y="1008325"/>
                  </a:cubicBezTo>
                  <a:cubicBezTo>
                    <a:pt x="791057" y="992053"/>
                    <a:pt x="791057" y="973455"/>
                    <a:pt x="791057" y="957183"/>
                  </a:cubicBezTo>
                  <a:cubicBezTo>
                    <a:pt x="788828" y="957183"/>
                    <a:pt x="786599" y="954858"/>
                    <a:pt x="784370" y="954858"/>
                  </a:cubicBezTo>
                  <a:cubicBezTo>
                    <a:pt x="784370" y="952534"/>
                    <a:pt x="784370" y="950209"/>
                    <a:pt x="784370" y="947884"/>
                  </a:cubicBezTo>
                  <a:cubicBezTo>
                    <a:pt x="786599" y="945560"/>
                    <a:pt x="788828" y="945560"/>
                    <a:pt x="791057" y="943235"/>
                  </a:cubicBezTo>
                  <a:lnTo>
                    <a:pt x="795515" y="938586"/>
                  </a:lnTo>
                  <a:lnTo>
                    <a:pt x="795515" y="929287"/>
                  </a:lnTo>
                  <a:cubicBezTo>
                    <a:pt x="793286" y="929287"/>
                    <a:pt x="793286" y="929287"/>
                    <a:pt x="791057" y="929287"/>
                  </a:cubicBezTo>
                  <a:cubicBezTo>
                    <a:pt x="791057" y="926962"/>
                    <a:pt x="791057" y="924638"/>
                    <a:pt x="791057" y="922313"/>
                  </a:cubicBezTo>
                  <a:cubicBezTo>
                    <a:pt x="793286" y="922313"/>
                    <a:pt x="795515" y="919988"/>
                    <a:pt x="797744" y="917664"/>
                  </a:cubicBezTo>
                  <a:cubicBezTo>
                    <a:pt x="799972" y="889768"/>
                    <a:pt x="806660" y="866522"/>
                    <a:pt x="833408" y="852574"/>
                  </a:cubicBezTo>
                  <a:cubicBezTo>
                    <a:pt x="831179" y="852574"/>
                    <a:pt x="831179" y="850249"/>
                    <a:pt x="828950" y="850249"/>
                  </a:cubicBezTo>
                  <a:cubicBezTo>
                    <a:pt x="828950" y="847924"/>
                    <a:pt x="828950" y="845600"/>
                    <a:pt x="828950" y="843275"/>
                  </a:cubicBezTo>
                  <a:cubicBezTo>
                    <a:pt x="831179" y="843275"/>
                    <a:pt x="833408" y="840950"/>
                    <a:pt x="835637" y="840950"/>
                  </a:cubicBezTo>
                  <a:cubicBezTo>
                    <a:pt x="835637" y="836301"/>
                    <a:pt x="835637" y="833976"/>
                    <a:pt x="835637" y="831652"/>
                  </a:cubicBezTo>
                  <a:cubicBezTo>
                    <a:pt x="837866" y="831652"/>
                    <a:pt x="837866" y="831652"/>
                    <a:pt x="840095" y="831652"/>
                  </a:cubicBezTo>
                  <a:cubicBezTo>
                    <a:pt x="840095" y="824678"/>
                    <a:pt x="840095" y="817704"/>
                    <a:pt x="840095" y="810730"/>
                  </a:cubicBezTo>
                  <a:cubicBezTo>
                    <a:pt x="837866" y="810730"/>
                    <a:pt x="837866" y="810730"/>
                    <a:pt x="835637" y="810730"/>
                  </a:cubicBezTo>
                  <a:cubicBezTo>
                    <a:pt x="835637" y="808405"/>
                    <a:pt x="835637" y="808405"/>
                    <a:pt x="835637" y="806081"/>
                  </a:cubicBezTo>
                  <a:lnTo>
                    <a:pt x="840095" y="803756"/>
                  </a:lnTo>
                  <a:cubicBezTo>
                    <a:pt x="844552" y="799107"/>
                    <a:pt x="846782" y="794457"/>
                    <a:pt x="851240" y="787483"/>
                  </a:cubicBezTo>
                  <a:cubicBezTo>
                    <a:pt x="853469" y="782834"/>
                    <a:pt x="853469" y="780510"/>
                    <a:pt x="853469" y="778185"/>
                  </a:cubicBezTo>
                  <a:cubicBezTo>
                    <a:pt x="849011" y="771211"/>
                    <a:pt x="849011" y="759588"/>
                    <a:pt x="853469" y="752614"/>
                  </a:cubicBezTo>
                  <a:cubicBezTo>
                    <a:pt x="853470" y="752611"/>
                    <a:pt x="853485" y="752565"/>
                    <a:pt x="853748" y="751742"/>
                  </a:cubicBezTo>
                  <a:lnTo>
                    <a:pt x="855698" y="745640"/>
                  </a:lnTo>
                  <a:cubicBezTo>
                    <a:pt x="855699" y="745643"/>
                    <a:pt x="855714" y="745689"/>
                    <a:pt x="855977" y="746512"/>
                  </a:cubicBezTo>
                  <a:lnTo>
                    <a:pt x="857927" y="752614"/>
                  </a:lnTo>
                  <a:cubicBezTo>
                    <a:pt x="862384" y="759588"/>
                    <a:pt x="864614" y="771211"/>
                    <a:pt x="860156" y="778185"/>
                  </a:cubicBezTo>
                  <a:cubicBezTo>
                    <a:pt x="860156" y="780510"/>
                    <a:pt x="860156" y="782834"/>
                    <a:pt x="860156" y="785159"/>
                  </a:cubicBezTo>
                  <a:cubicBezTo>
                    <a:pt x="864614" y="792133"/>
                    <a:pt x="869072" y="799107"/>
                    <a:pt x="871302" y="803756"/>
                  </a:cubicBezTo>
                  <a:cubicBezTo>
                    <a:pt x="873531" y="803756"/>
                    <a:pt x="873531" y="806081"/>
                    <a:pt x="875760" y="806081"/>
                  </a:cubicBezTo>
                  <a:cubicBezTo>
                    <a:pt x="875760" y="808405"/>
                    <a:pt x="875760" y="808405"/>
                    <a:pt x="875760" y="810730"/>
                  </a:cubicBezTo>
                  <a:cubicBezTo>
                    <a:pt x="873531" y="817704"/>
                    <a:pt x="873531" y="824678"/>
                    <a:pt x="873531" y="831652"/>
                  </a:cubicBezTo>
                  <a:cubicBezTo>
                    <a:pt x="877989" y="833976"/>
                    <a:pt x="877989" y="836301"/>
                    <a:pt x="877989" y="840950"/>
                  </a:cubicBezTo>
                  <a:lnTo>
                    <a:pt x="882447" y="843275"/>
                  </a:lnTo>
                  <a:cubicBezTo>
                    <a:pt x="882447" y="845600"/>
                    <a:pt x="882447" y="847924"/>
                    <a:pt x="882447" y="850249"/>
                  </a:cubicBezTo>
                  <a:cubicBezTo>
                    <a:pt x="880218" y="852574"/>
                    <a:pt x="880218" y="852574"/>
                    <a:pt x="877989" y="852574"/>
                  </a:cubicBezTo>
                  <a:cubicBezTo>
                    <a:pt x="891362" y="859548"/>
                    <a:pt x="899165" y="868846"/>
                    <a:pt x="904180" y="879888"/>
                  </a:cubicBezTo>
                  <a:lnTo>
                    <a:pt x="913070" y="915339"/>
                  </a:lnTo>
                  <a:lnTo>
                    <a:pt x="944859" y="915339"/>
                  </a:lnTo>
                  <a:lnTo>
                    <a:pt x="944859" y="886329"/>
                  </a:lnTo>
                  <a:lnTo>
                    <a:pt x="939475" y="886329"/>
                  </a:lnTo>
                  <a:cubicBezTo>
                    <a:pt x="939475" y="886306"/>
                    <a:pt x="939475" y="884414"/>
                    <a:pt x="939475" y="724196"/>
                  </a:cubicBezTo>
                  <a:cubicBezTo>
                    <a:pt x="939487" y="724196"/>
                    <a:pt x="939957" y="724196"/>
                    <a:pt x="959742" y="724196"/>
                  </a:cubicBezTo>
                  <a:cubicBezTo>
                    <a:pt x="959747" y="724190"/>
                    <a:pt x="959783" y="724108"/>
                    <a:pt x="960249" y="723115"/>
                  </a:cubicBezTo>
                  <a:lnTo>
                    <a:pt x="963795" y="715549"/>
                  </a:lnTo>
                  <a:cubicBezTo>
                    <a:pt x="963804" y="715550"/>
                    <a:pt x="963917" y="715568"/>
                    <a:pt x="965569" y="715819"/>
                  </a:cubicBezTo>
                  <a:lnTo>
                    <a:pt x="977982" y="717710"/>
                  </a:lnTo>
                  <a:cubicBezTo>
                    <a:pt x="977985" y="717720"/>
                    <a:pt x="978023" y="717821"/>
                    <a:pt x="978489" y="719062"/>
                  </a:cubicBezTo>
                  <a:lnTo>
                    <a:pt x="982035" y="728519"/>
                  </a:lnTo>
                  <a:cubicBezTo>
                    <a:pt x="982049" y="728520"/>
                    <a:pt x="982645" y="728570"/>
                    <a:pt x="1008382" y="730681"/>
                  </a:cubicBezTo>
                  <a:cubicBezTo>
                    <a:pt x="1008382" y="730661"/>
                    <a:pt x="1008382" y="729131"/>
                    <a:pt x="1008382" y="607460"/>
                  </a:cubicBezTo>
                  <a:cubicBezTo>
                    <a:pt x="1008391" y="607460"/>
                    <a:pt x="1008510" y="607460"/>
                    <a:pt x="1010409" y="607460"/>
                  </a:cubicBezTo>
                  <a:lnTo>
                    <a:pt x="1024597" y="607460"/>
                  </a:lnTo>
                  <a:cubicBezTo>
                    <a:pt x="1024597" y="607438"/>
                    <a:pt x="1024597" y="605724"/>
                    <a:pt x="1024597" y="471268"/>
                  </a:cubicBezTo>
                  <a:cubicBezTo>
                    <a:pt x="1024605" y="471268"/>
                    <a:pt x="1024712" y="471268"/>
                    <a:pt x="1026369" y="471268"/>
                  </a:cubicBezTo>
                  <a:lnTo>
                    <a:pt x="1038783" y="471268"/>
                  </a:lnTo>
                  <a:cubicBezTo>
                    <a:pt x="1038783" y="471251"/>
                    <a:pt x="1038783" y="469845"/>
                    <a:pt x="1038783" y="356694"/>
                  </a:cubicBezTo>
                  <a:cubicBezTo>
                    <a:pt x="1042837" y="354532"/>
                    <a:pt x="1042837" y="354532"/>
                    <a:pt x="1042837" y="328590"/>
                  </a:cubicBezTo>
                  <a:cubicBezTo>
                    <a:pt x="1042843" y="328590"/>
                    <a:pt x="1042963" y="328590"/>
                    <a:pt x="1044863" y="328590"/>
                  </a:cubicBezTo>
                  <a:lnTo>
                    <a:pt x="1059050" y="328590"/>
                  </a:lnTo>
                  <a:cubicBezTo>
                    <a:pt x="1059061" y="328567"/>
                    <a:pt x="1059667" y="327200"/>
                    <a:pt x="1095531" y="246443"/>
                  </a:cubicBezTo>
                  <a:cubicBezTo>
                    <a:pt x="1095531" y="246429"/>
                    <a:pt x="1095565" y="244478"/>
                    <a:pt x="10995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70467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14"/>
          <p:cNvGrpSpPr/>
          <p:nvPr userDrawn="1"/>
        </p:nvGrpSpPr>
        <p:grpSpPr>
          <a:xfrm>
            <a:off x="720076" y="1536177"/>
            <a:ext cx="3862162" cy="3037656"/>
            <a:chOff x="2444748" y="555045"/>
            <a:chExt cx="7282048" cy="5727454"/>
          </a:xfrm>
        </p:grpSpPr>
        <p:sp>
          <p:nvSpPr>
            <p:cNvPr id="4" name="Freeform: Shape 3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" name="Graphic 14"/>
          <p:cNvGrpSpPr/>
          <p:nvPr userDrawn="1"/>
        </p:nvGrpSpPr>
        <p:grpSpPr>
          <a:xfrm>
            <a:off x="7624988" y="2977447"/>
            <a:ext cx="3862162" cy="3037656"/>
            <a:chOff x="2444748" y="555045"/>
            <a:chExt cx="7282048" cy="5727454"/>
          </a:xfrm>
        </p:grpSpPr>
        <p:sp>
          <p:nvSpPr>
            <p:cNvPr id="13" name="Freeform: Shape 12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899554" y="1730073"/>
            <a:ext cx="3529615" cy="20027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7796362" y="3147364"/>
            <a:ext cx="3529615" cy="20027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Rectangle: Top Corners Rounded 22"/>
          <p:cNvSpPr/>
          <p:nvPr userDrawn="1"/>
        </p:nvSpPr>
        <p:spPr>
          <a:xfrm rot="5400000">
            <a:off x="4877311" y="1608819"/>
            <a:ext cx="138403" cy="98930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/>
          <p:cNvSpPr/>
          <p:nvPr userDrawn="1"/>
        </p:nvSpPr>
        <p:spPr>
          <a:xfrm rot="16200000" flipH="1">
            <a:off x="11665598" y="6098134"/>
            <a:ext cx="138403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 userDrawn="1"/>
        </p:nvSpPr>
        <p:spPr>
          <a:xfrm>
            <a:off x="9893028" y="6386058"/>
            <a:ext cx="1384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accent1"/>
                </a:solidFill>
                <a:latin typeface="+mn-lt"/>
                <a:cs typeface="Arial" panose="020B0604020202090204" pitchFamily="34" charset="0"/>
              </a:rPr>
              <a:t>Real Estate</a:t>
            </a:r>
            <a:endParaRPr lang="ko-KR" altLang="en-US" sz="1600" b="1" dirty="0">
              <a:solidFill>
                <a:schemeClr val="accent1"/>
              </a:solidFill>
              <a:latin typeface="+mn-lt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5676669" y="924448"/>
            <a:ext cx="5298456" cy="5009104"/>
          </a:xfrm>
          <a:custGeom>
            <a:avLst/>
            <a:gdLst>
              <a:gd name="connsiteX0" fmla="*/ 383512 w 4232031"/>
              <a:gd name="connsiteY0" fmla="*/ 152400 h 4000919"/>
              <a:gd name="connsiteX1" fmla="*/ 4232031 w 4232031"/>
              <a:gd name="connsiteY1" fmla="*/ 152400 h 4000919"/>
              <a:gd name="connsiteX2" fmla="*/ 4232031 w 4232031"/>
              <a:gd name="connsiteY2" fmla="*/ 4000919 h 4000919"/>
              <a:gd name="connsiteX3" fmla="*/ 0 w 4232031"/>
              <a:gd name="connsiteY3" fmla="*/ 0 h 4000919"/>
              <a:gd name="connsiteX4" fmla="*/ 3848519 w 4232031"/>
              <a:gd name="connsiteY4" fmla="*/ 3848519 h 4000919"/>
              <a:gd name="connsiteX5" fmla="*/ 0 w 4232031"/>
              <a:gd name="connsiteY5" fmla="*/ 3848519 h 400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2031" h="4000919">
                <a:moveTo>
                  <a:pt x="383512" y="152400"/>
                </a:moveTo>
                <a:lnTo>
                  <a:pt x="4232031" y="152400"/>
                </a:lnTo>
                <a:lnTo>
                  <a:pt x="4232031" y="4000919"/>
                </a:lnTo>
                <a:close/>
                <a:moveTo>
                  <a:pt x="0" y="0"/>
                </a:moveTo>
                <a:lnTo>
                  <a:pt x="3848519" y="3848519"/>
                </a:lnTo>
                <a:lnTo>
                  <a:pt x="0" y="38485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 userDrawn="1"/>
        </p:nvSpPr>
        <p:spPr>
          <a:xfrm>
            <a:off x="1065125" y="615462"/>
            <a:ext cx="10061750" cy="5627077"/>
          </a:xfrm>
          <a:prstGeom prst="frame">
            <a:avLst>
              <a:gd name="adj1" fmla="val 12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5525478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7783566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10041654" y="2672860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267390" y="2672859"/>
            <a:ext cx="1768509" cy="2510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672858"/>
            <a:ext cx="3064747" cy="2510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2266858" y="364253"/>
            <a:ext cx="6012983" cy="30647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8486787" y="364253"/>
            <a:ext cx="3172650" cy="605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2266858" y="3627455"/>
            <a:ext cx="2902063" cy="286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5381193" y="3627455"/>
            <a:ext cx="2898648" cy="286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4788995" y="2249718"/>
            <a:ext cx="1952494" cy="2933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12-Oct-23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jpe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95"/>
          <p:cNvGrpSpPr/>
          <p:nvPr/>
        </p:nvGrpSpPr>
        <p:grpSpPr>
          <a:xfrm>
            <a:off x="4107219" y="2771850"/>
            <a:ext cx="3724579" cy="1339211"/>
            <a:chOff x="72370" y="560319"/>
            <a:chExt cx="3724579" cy="1339211"/>
          </a:xfrm>
        </p:grpSpPr>
        <p:grpSp>
          <p:nvGrpSpPr>
            <p:cNvPr id="194" name="Group 193"/>
            <p:cNvGrpSpPr/>
            <p:nvPr/>
          </p:nvGrpSpPr>
          <p:grpSpPr>
            <a:xfrm>
              <a:off x="102369" y="588209"/>
              <a:ext cx="3676679" cy="1220090"/>
              <a:chOff x="4067546" y="4123739"/>
              <a:chExt cx="3676679" cy="1220090"/>
            </a:xfrm>
          </p:grpSpPr>
          <p:sp>
            <p:nvSpPr>
              <p:cNvPr id="185" name="Rectangle 184"/>
              <p:cNvSpPr/>
              <p:nvPr/>
            </p:nvSpPr>
            <p:spPr>
              <a:xfrm>
                <a:off x="4447643" y="4123739"/>
                <a:ext cx="214892" cy="12200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4800373" y="4611034"/>
                <a:ext cx="301172" cy="611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5249722" y="4765455"/>
                <a:ext cx="301172" cy="4810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6012699" y="4794858"/>
                <a:ext cx="230206" cy="5376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7412084" y="4927006"/>
                <a:ext cx="332141" cy="3751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Freeform: Shape 191"/>
              <p:cNvSpPr/>
              <p:nvPr/>
            </p:nvSpPr>
            <p:spPr>
              <a:xfrm>
                <a:off x="6424578" y="4322737"/>
                <a:ext cx="344968" cy="729909"/>
              </a:xfrm>
              <a:custGeom>
                <a:avLst/>
                <a:gdLst>
                  <a:gd name="connsiteX0" fmla="*/ 0 w 344968"/>
                  <a:gd name="connsiteY0" fmla="*/ 0 h 729909"/>
                  <a:gd name="connsiteX1" fmla="*/ 112879 w 344968"/>
                  <a:gd name="connsiteY1" fmla="*/ 0 h 729909"/>
                  <a:gd name="connsiteX2" fmla="*/ 112879 w 344968"/>
                  <a:gd name="connsiteY2" fmla="*/ 262206 h 729909"/>
                  <a:gd name="connsiteX3" fmla="*/ 344968 w 344968"/>
                  <a:gd name="connsiteY3" fmla="*/ 262206 h 729909"/>
                  <a:gd name="connsiteX4" fmla="*/ 344968 w 344968"/>
                  <a:gd name="connsiteY4" fmla="*/ 729909 h 729909"/>
                  <a:gd name="connsiteX5" fmla="*/ 112879 w 344968"/>
                  <a:gd name="connsiteY5" fmla="*/ 729909 h 729909"/>
                  <a:gd name="connsiteX6" fmla="*/ 104808 w 344968"/>
                  <a:gd name="connsiteY6" fmla="*/ 729909 h 729909"/>
                  <a:gd name="connsiteX7" fmla="*/ 0 w 344968"/>
                  <a:gd name="connsiteY7" fmla="*/ 729909 h 72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4968" h="729909">
                    <a:moveTo>
                      <a:pt x="0" y="0"/>
                    </a:moveTo>
                    <a:lnTo>
                      <a:pt x="112879" y="0"/>
                    </a:lnTo>
                    <a:lnTo>
                      <a:pt x="112879" y="262206"/>
                    </a:lnTo>
                    <a:lnTo>
                      <a:pt x="344968" y="262206"/>
                    </a:lnTo>
                    <a:lnTo>
                      <a:pt x="344968" y="729909"/>
                    </a:lnTo>
                    <a:lnTo>
                      <a:pt x="112879" y="729909"/>
                    </a:lnTo>
                    <a:lnTo>
                      <a:pt x="104808" y="729909"/>
                    </a:lnTo>
                    <a:lnTo>
                      <a:pt x="0" y="72990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6924401" y="4567247"/>
                <a:ext cx="123249" cy="765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Freeform: Shape 200"/>
              <p:cNvSpPr/>
              <p:nvPr/>
            </p:nvSpPr>
            <p:spPr>
              <a:xfrm flipH="1">
                <a:off x="4067546" y="4602487"/>
                <a:ext cx="248823" cy="526477"/>
              </a:xfrm>
              <a:custGeom>
                <a:avLst/>
                <a:gdLst>
                  <a:gd name="connsiteX0" fmla="*/ 0 w 344968"/>
                  <a:gd name="connsiteY0" fmla="*/ 0 h 729909"/>
                  <a:gd name="connsiteX1" fmla="*/ 112879 w 344968"/>
                  <a:gd name="connsiteY1" fmla="*/ 0 h 729909"/>
                  <a:gd name="connsiteX2" fmla="*/ 112879 w 344968"/>
                  <a:gd name="connsiteY2" fmla="*/ 262206 h 729909"/>
                  <a:gd name="connsiteX3" fmla="*/ 344968 w 344968"/>
                  <a:gd name="connsiteY3" fmla="*/ 262206 h 729909"/>
                  <a:gd name="connsiteX4" fmla="*/ 344968 w 344968"/>
                  <a:gd name="connsiteY4" fmla="*/ 729909 h 729909"/>
                  <a:gd name="connsiteX5" fmla="*/ 112879 w 344968"/>
                  <a:gd name="connsiteY5" fmla="*/ 729909 h 729909"/>
                  <a:gd name="connsiteX6" fmla="*/ 104808 w 344968"/>
                  <a:gd name="connsiteY6" fmla="*/ 729909 h 729909"/>
                  <a:gd name="connsiteX7" fmla="*/ 0 w 344968"/>
                  <a:gd name="connsiteY7" fmla="*/ 729909 h 72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4968" h="729909">
                    <a:moveTo>
                      <a:pt x="0" y="0"/>
                    </a:moveTo>
                    <a:lnTo>
                      <a:pt x="112879" y="0"/>
                    </a:lnTo>
                    <a:lnTo>
                      <a:pt x="112879" y="262206"/>
                    </a:lnTo>
                    <a:lnTo>
                      <a:pt x="344968" y="262206"/>
                    </a:lnTo>
                    <a:lnTo>
                      <a:pt x="344968" y="729909"/>
                    </a:lnTo>
                    <a:lnTo>
                      <a:pt x="112879" y="729909"/>
                    </a:lnTo>
                    <a:lnTo>
                      <a:pt x="104808" y="729909"/>
                    </a:lnTo>
                    <a:lnTo>
                      <a:pt x="0" y="72990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5" name="Group 194"/>
            <p:cNvGrpSpPr/>
            <p:nvPr/>
          </p:nvGrpSpPr>
          <p:grpSpPr>
            <a:xfrm>
              <a:off x="72370" y="560319"/>
              <a:ext cx="3724579" cy="1339211"/>
              <a:chOff x="4037547" y="4095849"/>
              <a:chExt cx="3724579" cy="1339211"/>
            </a:xfrm>
          </p:grpSpPr>
          <p:sp>
            <p:nvSpPr>
              <p:cNvPr id="178" name="Freeform: Shape 177"/>
              <p:cNvSpPr/>
              <p:nvPr/>
            </p:nvSpPr>
            <p:spPr>
              <a:xfrm>
                <a:off x="4693877" y="4464737"/>
                <a:ext cx="532405" cy="970323"/>
              </a:xfrm>
              <a:custGeom>
                <a:avLst/>
                <a:gdLst>
                  <a:gd name="connsiteX0" fmla="*/ 475422 w 923439"/>
                  <a:gd name="connsiteY0" fmla="*/ 855427 h 1647670"/>
                  <a:gd name="connsiteX1" fmla="*/ 475422 w 923439"/>
                  <a:gd name="connsiteY1" fmla="*/ 969146 h 1647670"/>
                  <a:gd name="connsiteX2" fmla="*/ 589141 w 923439"/>
                  <a:gd name="connsiteY2" fmla="*/ 969146 h 1647670"/>
                  <a:gd name="connsiteX3" fmla="*/ 589141 w 923439"/>
                  <a:gd name="connsiteY3" fmla="*/ 855427 h 1647670"/>
                  <a:gd name="connsiteX4" fmla="*/ 334298 w 923439"/>
                  <a:gd name="connsiteY4" fmla="*/ 855427 h 1647670"/>
                  <a:gd name="connsiteX5" fmla="*/ 334298 w 923439"/>
                  <a:gd name="connsiteY5" fmla="*/ 969146 h 1647670"/>
                  <a:gd name="connsiteX6" fmla="*/ 448017 w 923439"/>
                  <a:gd name="connsiteY6" fmla="*/ 969146 h 1647670"/>
                  <a:gd name="connsiteX7" fmla="*/ 448017 w 923439"/>
                  <a:gd name="connsiteY7" fmla="*/ 855427 h 1647670"/>
                  <a:gd name="connsiteX8" fmla="*/ 475422 w 923439"/>
                  <a:gd name="connsiteY8" fmla="*/ 709876 h 1647670"/>
                  <a:gd name="connsiteX9" fmla="*/ 475422 w 923439"/>
                  <a:gd name="connsiteY9" fmla="*/ 823595 h 1647670"/>
                  <a:gd name="connsiteX10" fmla="*/ 589141 w 923439"/>
                  <a:gd name="connsiteY10" fmla="*/ 823595 h 1647670"/>
                  <a:gd name="connsiteX11" fmla="*/ 589141 w 923439"/>
                  <a:gd name="connsiteY11" fmla="*/ 709876 h 1647670"/>
                  <a:gd name="connsiteX12" fmla="*/ 334298 w 923439"/>
                  <a:gd name="connsiteY12" fmla="*/ 709876 h 1647670"/>
                  <a:gd name="connsiteX13" fmla="*/ 334298 w 923439"/>
                  <a:gd name="connsiteY13" fmla="*/ 823595 h 1647670"/>
                  <a:gd name="connsiteX14" fmla="*/ 448017 w 923439"/>
                  <a:gd name="connsiteY14" fmla="*/ 823595 h 1647670"/>
                  <a:gd name="connsiteX15" fmla="*/ 448017 w 923439"/>
                  <a:gd name="connsiteY15" fmla="*/ 709876 h 1647670"/>
                  <a:gd name="connsiteX16" fmla="*/ 475422 w 923439"/>
                  <a:gd name="connsiteY16" fmla="*/ 500489 h 1647670"/>
                  <a:gd name="connsiteX17" fmla="*/ 475422 w 923439"/>
                  <a:gd name="connsiteY17" fmla="*/ 614208 h 1647670"/>
                  <a:gd name="connsiteX18" fmla="*/ 589141 w 923439"/>
                  <a:gd name="connsiteY18" fmla="*/ 614208 h 1647670"/>
                  <a:gd name="connsiteX19" fmla="*/ 589141 w 923439"/>
                  <a:gd name="connsiteY19" fmla="*/ 500489 h 1647670"/>
                  <a:gd name="connsiteX20" fmla="*/ 334298 w 923439"/>
                  <a:gd name="connsiteY20" fmla="*/ 500489 h 1647670"/>
                  <a:gd name="connsiteX21" fmla="*/ 334298 w 923439"/>
                  <a:gd name="connsiteY21" fmla="*/ 614208 h 1647670"/>
                  <a:gd name="connsiteX22" fmla="*/ 448017 w 923439"/>
                  <a:gd name="connsiteY22" fmla="*/ 614208 h 1647670"/>
                  <a:gd name="connsiteX23" fmla="*/ 448017 w 923439"/>
                  <a:gd name="connsiteY23" fmla="*/ 500489 h 1647670"/>
                  <a:gd name="connsiteX24" fmla="*/ 475422 w 923439"/>
                  <a:gd name="connsiteY24" fmla="*/ 354938 h 1647670"/>
                  <a:gd name="connsiteX25" fmla="*/ 475422 w 923439"/>
                  <a:gd name="connsiteY25" fmla="*/ 468657 h 1647670"/>
                  <a:gd name="connsiteX26" fmla="*/ 589141 w 923439"/>
                  <a:gd name="connsiteY26" fmla="*/ 468657 h 1647670"/>
                  <a:gd name="connsiteX27" fmla="*/ 589141 w 923439"/>
                  <a:gd name="connsiteY27" fmla="*/ 354938 h 1647670"/>
                  <a:gd name="connsiteX28" fmla="*/ 334298 w 923439"/>
                  <a:gd name="connsiteY28" fmla="*/ 354938 h 1647670"/>
                  <a:gd name="connsiteX29" fmla="*/ 334298 w 923439"/>
                  <a:gd name="connsiteY29" fmla="*/ 468657 h 1647670"/>
                  <a:gd name="connsiteX30" fmla="*/ 448017 w 923439"/>
                  <a:gd name="connsiteY30" fmla="*/ 468657 h 1647670"/>
                  <a:gd name="connsiteX31" fmla="*/ 448017 w 923439"/>
                  <a:gd name="connsiteY31" fmla="*/ 354938 h 1647670"/>
                  <a:gd name="connsiteX32" fmla="*/ 461720 w 923439"/>
                  <a:gd name="connsiteY32" fmla="*/ 0 h 1647670"/>
                  <a:gd name="connsiteX33" fmla="*/ 923439 w 923439"/>
                  <a:gd name="connsiteY33" fmla="*/ 308459 h 1647670"/>
                  <a:gd name="connsiteX34" fmla="*/ 768082 w 923439"/>
                  <a:gd name="connsiteY34" fmla="*/ 308459 h 1647670"/>
                  <a:gd name="connsiteX35" fmla="*/ 768082 w 923439"/>
                  <a:gd name="connsiteY35" fmla="*/ 1647670 h 1647670"/>
                  <a:gd name="connsiteX36" fmla="*/ 155357 w 923439"/>
                  <a:gd name="connsiteY36" fmla="*/ 1647670 h 1647670"/>
                  <a:gd name="connsiteX37" fmla="*/ 155357 w 923439"/>
                  <a:gd name="connsiteY37" fmla="*/ 308459 h 1647670"/>
                  <a:gd name="connsiteX38" fmla="*/ 0 w 923439"/>
                  <a:gd name="connsiteY38" fmla="*/ 308459 h 164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23439" h="1647670">
                    <a:moveTo>
                      <a:pt x="475422" y="855427"/>
                    </a:moveTo>
                    <a:lnTo>
                      <a:pt x="475422" y="969146"/>
                    </a:lnTo>
                    <a:lnTo>
                      <a:pt x="589141" y="969146"/>
                    </a:lnTo>
                    <a:lnTo>
                      <a:pt x="589141" y="855427"/>
                    </a:lnTo>
                    <a:close/>
                    <a:moveTo>
                      <a:pt x="334298" y="855427"/>
                    </a:moveTo>
                    <a:lnTo>
                      <a:pt x="334298" y="969146"/>
                    </a:lnTo>
                    <a:lnTo>
                      <a:pt x="448017" y="969146"/>
                    </a:lnTo>
                    <a:lnTo>
                      <a:pt x="448017" y="855427"/>
                    </a:lnTo>
                    <a:close/>
                    <a:moveTo>
                      <a:pt x="475422" y="709876"/>
                    </a:moveTo>
                    <a:lnTo>
                      <a:pt x="475422" y="823595"/>
                    </a:lnTo>
                    <a:lnTo>
                      <a:pt x="589141" y="823595"/>
                    </a:lnTo>
                    <a:lnTo>
                      <a:pt x="589141" y="709876"/>
                    </a:lnTo>
                    <a:close/>
                    <a:moveTo>
                      <a:pt x="334298" y="709876"/>
                    </a:moveTo>
                    <a:lnTo>
                      <a:pt x="334298" y="823595"/>
                    </a:lnTo>
                    <a:lnTo>
                      <a:pt x="448017" y="823595"/>
                    </a:lnTo>
                    <a:lnTo>
                      <a:pt x="448017" y="709876"/>
                    </a:lnTo>
                    <a:close/>
                    <a:moveTo>
                      <a:pt x="475422" y="500489"/>
                    </a:moveTo>
                    <a:lnTo>
                      <a:pt x="475422" y="614208"/>
                    </a:lnTo>
                    <a:lnTo>
                      <a:pt x="589141" y="614208"/>
                    </a:lnTo>
                    <a:lnTo>
                      <a:pt x="589141" y="500489"/>
                    </a:lnTo>
                    <a:close/>
                    <a:moveTo>
                      <a:pt x="334298" y="500489"/>
                    </a:moveTo>
                    <a:lnTo>
                      <a:pt x="334298" y="614208"/>
                    </a:lnTo>
                    <a:lnTo>
                      <a:pt x="448017" y="614208"/>
                    </a:lnTo>
                    <a:lnTo>
                      <a:pt x="448017" y="500489"/>
                    </a:lnTo>
                    <a:close/>
                    <a:moveTo>
                      <a:pt x="475422" y="354938"/>
                    </a:moveTo>
                    <a:lnTo>
                      <a:pt x="475422" y="468657"/>
                    </a:lnTo>
                    <a:lnTo>
                      <a:pt x="589141" y="468657"/>
                    </a:lnTo>
                    <a:lnTo>
                      <a:pt x="589141" y="354938"/>
                    </a:lnTo>
                    <a:close/>
                    <a:moveTo>
                      <a:pt x="334298" y="354938"/>
                    </a:moveTo>
                    <a:lnTo>
                      <a:pt x="334298" y="468657"/>
                    </a:lnTo>
                    <a:lnTo>
                      <a:pt x="448017" y="468657"/>
                    </a:lnTo>
                    <a:lnTo>
                      <a:pt x="448017" y="354938"/>
                    </a:lnTo>
                    <a:close/>
                    <a:moveTo>
                      <a:pt x="461720" y="0"/>
                    </a:moveTo>
                    <a:lnTo>
                      <a:pt x="923439" y="308459"/>
                    </a:lnTo>
                    <a:lnTo>
                      <a:pt x="768082" y="308459"/>
                    </a:lnTo>
                    <a:lnTo>
                      <a:pt x="768082" y="1647670"/>
                    </a:lnTo>
                    <a:lnTo>
                      <a:pt x="155357" y="1647670"/>
                    </a:lnTo>
                    <a:lnTo>
                      <a:pt x="155357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Freeform: Shape 178"/>
              <p:cNvSpPr/>
              <p:nvPr/>
            </p:nvSpPr>
            <p:spPr>
              <a:xfrm>
                <a:off x="6882746" y="4407892"/>
                <a:ext cx="202983" cy="1027168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  <a:gd name="connsiteX0-1" fmla="*/ 99275 w 306850"/>
                  <a:gd name="connsiteY0-2" fmla="*/ 1277348 h 1520186"/>
                  <a:gd name="connsiteX1-3" fmla="*/ 99275 w 306850"/>
                  <a:gd name="connsiteY1-4" fmla="*/ 1331640 h 1520186"/>
                  <a:gd name="connsiteX2-5" fmla="*/ 207575 w 306850"/>
                  <a:gd name="connsiteY2-6" fmla="*/ 1331640 h 1520186"/>
                  <a:gd name="connsiteX3-7" fmla="*/ 207575 w 306850"/>
                  <a:gd name="connsiteY3-8" fmla="*/ 1277348 h 1520186"/>
                  <a:gd name="connsiteX4-9" fmla="*/ 99275 w 306850"/>
                  <a:gd name="connsiteY4-10" fmla="*/ 1277348 h 1520186"/>
                  <a:gd name="connsiteX5-11" fmla="*/ 99275 w 306850"/>
                  <a:gd name="connsiteY5-12" fmla="*/ 1155366 h 1520186"/>
                  <a:gd name="connsiteX6-13" fmla="*/ 99275 w 306850"/>
                  <a:gd name="connsiteY6-14" fmla="*/ 1209659 h 1520186"/>
                  <a:gd name="connsiteX7-15" fmla="*/ 207575 w 306850"/>
                  <a:gd name="connsiteY7-16" fmla="*/ 1209659 h 1520186"/>
                  <a:gd name="connsiteX8-17" fmla="*/ 207575 w 306850"/>
                  <a:gd name="connsiteY8-18" fmla="*/ 1155366 h 1520186"/>
                  <a:gd name="connsiteX9-19" fmla="*/ 99275 w 306850"/>
                  <a:gd name="connsiteY9-20" fmla="*/ 1155366 h 1520186"/>
                  <a:gd name="connsiteX10-21" fmla="*/ 99275 w 306850"/>
                  <a:gd name="connsiteY10-22" fmla="*/ 1033384 h 1520186"/>
                  <a:gd name="connsiteX11-23" fmla="*/ 99275 w 306850"/>
                  <a:gd name="connsiteY11-24" fmla="*/ 1087677 h 1520186"/>
                  <a:gd name="connsiteX12-25" fmla="*/ 207575 w 306850"/>
                  <a:gd name="connsiteY12-26" fmla="*/ 1087677 h 1520186"/>
                  <a:gd name="connsiteX13-27" fmla="*/ 207575 w 306850"/>
                  <a:gd name="connsiteY13-28" fmla="*/ 1033384 h 1520186"/>
                  <a:gd name="connsiteX14-29" fmla="*/ 99275 w 306850"/>
                  <a:gd name="connsiteY14-30" fmla="*/ 1033384 h 1520186"/>
                  <a:gd name="connsiteX15-31" fmla="*/ 99275 w 306850"/>
                  <a:gd name="connsiteY15-32" fmla="*/ 911402 h 1520186"/>
                  <a:gd name="connsiteX16-33" fmla="*/ 99275 w 306850"/>
                  <a:gd name="connsiteY16-34" fmla="*/ 965695 h 1520186"/>
                  <a:gd name="connsiteX17-35" fmla="*/ 207575 w 306850"/>
                  <a:gd name="connsiteY17-36" fmla="*/ 965695 h 1520186"/>
                  <a:gd name="connsiteX18-37" fmla="*/ 207575 w 306850"/>
                  <a:gd name="connsiteY18-38" fmla="*/ 911402 h 1520186"/>
                  <a:gd name="connsiteX19-39" fmla="*/ 99275 w 306850"/>
                  <a:gd name="connsiteY19-40" fmla="*/ 911402 h 1520186"/>
                  <a:gd name="connsiteX20-41" fmla="*/ 99275 w 306850"/>
                  <a:gd name="connsiteY20-42" fmla="*/ 789421 h 1520186"/>
                  <a:gd name="connsiteX21-43" fmla="*/ 99275 w 306850"/>
                  <a:gd name="connsiteY21-44" fmla="*/ 843713 h 1520186"/>
                  <a:gd name="connsiteX22-45" fmla="*/ 207575 w 306850"/>
                  <a:gd name="connsiteY22-46" fmla="*/ 843713 h 1520186"/>
                  <a:gd name="connsiteX23-47" fmla="*/ 207575 w 306850"/>
                  <a:gd name="connsiteY23-48" fmla="*/ 789421 h 1520186"/>
                  <a:gd name="connsiteX24-49" fmla="*/ 99275 w 306850"/>
                  <a:gd name="connsiteY24-50" fmla="*/ 789421 h 1520186"/>
                  <a:gd name="connsiteX25-51" fmla="*/ 99275 w 306850"/>
                  <a:gd name="connsiteY25-52" fmla="*/ 667439 h 1520186"/>
                  <a:gd name="connsiteX26-53" fmla="*/ 99275 w 306850"/>
                  <a:gd name="connsiteY26-54" fmla="*/ 721731 h 1520186"/>
                  <a:gd name="connsiteX27-55" fmla="*/ 207575 w 306850"/>
                  <a:gd name="connsiteY27-56" fmla="*/ 721731 h 1520186"/>
                  <a:gd name="connsiteX28-57" fmla="*/ 207575 w 306850"/>
                  <a:gd name="connsiteY28-58" fmla="*/ 667439 h 1520186"/>
                  <a:gd name="connsiteX29-59" fmla="*/ 99275 w 306850"/>
                  <a:gd name="connsiteY29-60" fmla="*/ 667439 h 1520186"/>
                  <a:gd name="connsiteX30-61" fmla="*/ 99275 w 306850"/>
                  <a:gd name="connsiteY30-62" fmla="*/ 545457 h 1520186"/>
                  <a:gd name="connsiteX31-63" fmla="*/ 99275 w 306850"/>
                  <a:gd name="connsiteY31-64" fmla="*/ 599749 h 1520186"/>
                  <a:gd name="connsiteX32-65" fmla="*/ 207575 w 306850"/>
                  <a:gd name="connsiteY32-66" fmla="*/ 599749 h 1520186"/>
                  <a:gd name="connsiteX33-67" fmla="*/ 207575 w 306850"/>
                  <a:gd name="connsiteY33-68" fmla="*/ 545457 h 1520186"/>
                  <a:gd name="connsiteX34-69" fmla="*/ 99275 w 306850"/>
                  <a:gd name="connsiteY34-70" fmla="*/ 545457 h 1520186"/>
                  <a:gd name="connsiteX35-71" fmla="*/ 99275 w 306850"/>
                  <a:gd name="connsiteY35-72" fmla="*/ 423475 h 1520186"/>
                  <a:gd name="connsiteX36-73" fmla="*/ 99275 w 306850"/>
                  <a:gd name="connsiteY36-74" fmla="*/ 477767 h 1520186"/>
                  <a:gd name="connsiteX37-75" fmla="*/ 207575 w 306850"/>
                  <a:gd name="connsiteY37-76" fmla="*/ 477767 h 1520186"/>
                  <a:gd name="connsiteX38-77" fmla="*/ 207575 w 306850"/>
                  <a:gd name="connsiteY38-78" fmla="*/ 423475 h 1520186"/>
                  <a:gd name="connsiteX39-79" fmla="*/ 99275 w 306850"/>
                  <a:gd name="connsiteY39-80" fmla="*/ 423475 h 1520186"/>
                  <a:gd name="connsiteX40" fmla="*/ 99275 w 306850"/>
                  <a:gd name="connsiteY40" fmla="*/ 301493 h 1520186"/>
                  <a:gd name="connsiteX41" fmla="*/ 99275 w 306850"/>
                  <a:gd name="connsiteY41" fmla="*/ 355786 h 1520186"/>
                  <a:gd name="connsiteX42" fmla="*/ 207575 w 306850"/>
                  <a:gd name="connsiteY42" fmla="*/ 355786 h 1520186"/>
                  <a:gd name="connsiteX43" fmla="*/ 207575 w 306850"/>
                  <a:gd name="connsiteY43" fmla="*/ 301493 h 1520186"/>
                  <a:gd name="connsiteX44" fmla="*/ 99275 w 306850"/>
                  <a:gd name="connsiteY44" fmla="*/ 301493 h 1520186"/>
                  <a:gd name="connsiteX45" fmla="*/ 0 w 306850"/>
                  <a:gd name="connsiteY45" fmla="*/ 180975 h 1520186"/>
                  <a:gd name="connsiteX46" fmla="*/ 297325 w 306850"/>
                  <a:gd name="connsiteY46" fmla="*/ 0 h 1520186"/>
                  <a:gd name="connsiteX47" fmla="*/ 306850 w 306850"/>
                  <a:gd name="connsiteY47" fmla="*/ 1520186 h 1520186"/>
                  <a:gd name="connsiteX48" fmla="*/ 0 w 306850"/>
                  <a:gd name="connsiteY48" fmla="*/ 1520186 h 1520186"/>
                  <a:gd name="connsiteX49" fmla="*/ 0 w 306850"/>
                  <a:gd name="connsiteY49" fmla="*/ 180975 h 152018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06850" h="1520186">
                    <a:moveTo>
                      <a:pt x="99275" y="1277348"/>
                    </a:moveTo>
                    <a:lnTo>
                      <a:pt x="99275" y="1331640"/>
                    </a:lnTo>
                    <a:lnTo>
                      <a:pt x="207575" y="1331640"/>
                    </a:lnTo>
                    <a:lnTo>
                      <a:pt x="207575" y="1277348"/>
                    </a:lnTo>
                    <a:lnTo>
                      <a:pt x="99275" y="1277348"/>
                    </a:lnTo>
                    <a:close/>
                    <a:moveTo>
                      <a:pt x="99275" y="1155366"/>
                    </a:moveTo>
                    <a:lnTo>
                      <a:pt x="99275" y="1209659"/>
                    </a:lnTo>
                    <a:lnTo>
                      <a:pt x="207575" y="1209659"/>
                    </a:lnTo>
                    <a:lnTo>
                      <a:pt x="207575" y="1155366"/>
                    </a:lnTo>
                    <a:lnTo>
                      <a:pt x="99275" y="1155366"/>
                    </a:lnTo>
                    <a:close/>
                    <a:moveTo>
                      <a:pt x="99275" y="1033384"/>
                    </a:moveTo>
                    <a:lnTo>
                      <a:pt x="99275" y="1087677"/>
                    </a:lnTo>
                    <a:lnTo>
                      <a:pt x="207575" y="1087677"/>
                    </a:lnTo>
                    <a:lnTo>
                      <a:pt x="207575" y="1033384"/>
                    </a:lnTo>
                    <a:lnTo>
                      <a:pt x="99275" y="1033384"/>
                    </a:lnTo>
                    <a:close/>
                    <a:moveTo>
                      <a:pt x="99275" y="911402"/>
                    </a:moveTo>
                    <a:lnTo>
                      <a:pt x="99275" y="965695"/>
                    </a:lnTo>
                    <a:lnTo>
                      <a:pt x="207575" y="965695"/>
                    </a:lnTo>
                    <a:lnTo>
                      <a:pt x="207575" y="911402"/>
                    </a:lnTo>
                    <a:lnTo>
                      <a:pt x="99275" y="911402"/>
                    </a:lnTo>
                    <a:close/>
                    <a:moveTo>
                      <a:pt x="99275" y="789421"/>
                    </a:moveTo>
                    <a:lnTo>
                      <a:pt x="99275" y="843713"/>
                    </a:lnTo>
                    <a:lnTo>
                      <a:pt x="207575" y="843713"/>
                    </a:lnTo>
                    <a:lnTo>
                      <a:pt x="207575" y="789421"/>
                    </a:lnTo>
                    <a:lnTo>
                      <a:pt x="99275" y="789421"/>
                    </a:lnTo>
                    <a:close/>
                    <a:moveTo>
                      <a:pt x="99275" y="667439"/>
                    </a:moveTo>
                    <a:lnTo>
                      <a:pt x="99275" y="721731"/>
                    </a:lnTo>
                    <a:lnTo>
                      <a:pt x="207575" y="721731"/>
                    </a:lnTo>
                    <a:lnTo>
                      <a:pt x="207575" y="667439"/>
                    </a:lnTo>
                    <a:lnTo>
                      <a:pt x="99275" y="667439"/>
                    </a:lnTo>
                    <a:close/>
                    <a:moveTo>
                      <a:pt x="99275" y="545457"/>
                    </a:moveTo>
                    <a:lnTo>
                      <a:pt x="99275" y="599749"/>
                    </a:lnTo>
                    <a:lnTo>
                      <a:pt x="207575" y="599749"/>
                    </a:lnTo>
                    <a:lnTo>
                      <a:pt x="207575" y="545457"/>
                    </a:lnTo>
                    <a:lnTo>
                      <a:pt x="99275" y="545457"/>
                    </a:lnTo>
                    <a:close/>
                    <a:moveTo>
                      <a:pt x="99275" y="423475"/>
                    </a:moveTo>
                    <a:lnTo>
                      <a:pt x="99275" y="477767"/>
                    </a:lnTo>
                    <a:lnTo>
                      <a:pt x="207575" y="477767"/>
                    </a:lnTo>
                    <a:lnTo>
                      <a:pt x="207575" y="423475"/>
                    </a:lnTo>
                    <a:lnTo>
                      <a:pt x="99275" y="423475"/>
                    </a:lnTo>
                    <a:close/>
                    <a:moveTo>
                      <a:pt x="99275" y="301493"/>
                    </a:moveTo>
                    <a:lnTo>
                      <a:pt x="99275" y="355786"/>
                    </a:lnTo>
                    <a:lnTo>
                      <a:pt x="207575" y="355786"/>
                    </a:lnTo>
                    <a:lnTo>
                      <a:pt x="207575" y="301493"/>
                    </a:lnTo>
                    <a:lnTo>
                      <a:pt x="99275" y="301493"/>
                    </a:lnTo>
                    <a:close/>
                    <a:moveTo>
                      <a:pt x="0" y="180975"/>
                    </a:moveTo>
                    <a:lnTo>
                      <a:pt x="297325" y="0"/>
                    </a:lnTo>
                    <a:lnTo>
                      <a:pt x="306850" y="1520186"/>
                    </a:lnTo>
                    <a:lnTo>
                      <a:pt x="0" y="1520186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80" name="Freeform: Shape 179"/>
              <p:cNvSpPr/>
              <p:nvPr/>
            </p:nvSpPr>
            <p:spPr>
              <a:xfrm>
                <a:off x="4410083" y="4095849"/>
                <a:ext cx="300410" cy="1339211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06850" h="1339211">
                    <a:moveTo>
                      <a:pt x="99275" y="1096373"/>
                    </a:moveTo>
                    <a:lnTo>
                      <a:pt x="99275" y="1150665"/>
                    </a:lnTo>
                    <a:lnTo>
                      <a:pt x="207575" y="1150665"/>
                    </a:lnTo>
                    <a:lnTo>
                      <a:pt x="207575" y="1096373"/>
                    </a:lnTo>
                    <a:close/>
                    <a:moveTo>
                      <a:pt x="99275" y="974391"/>
                    </a:moveTo>
                    <a:lnTo>
                      <a:pt x="99275" y="1028684"/>
                    </a:lnTo>
                    <a:lnTo>
                      <a:pt x="207575" y="1028684"/>
                    </a:lnTo>
                    <a:lnTo>
                      <a:pt x="207575" y="974391"/>
                    </a:lnTo>
                    <a:close/>
                    <a:moveTo>
                      <a:pt x="99275" y="852409"/>
                    </a:moveTo>
                    <a:lnTo>
                      <a:pt x="99275" y="906702"/>
                    </a:lnTo>
                    <a:lnTo>
                      <a:pt x="207575" y="906702"/>
                    </a:lnTo>
                    <a:lnTo>
                      <a:pt x="207575" y="852409"/>
                    </a:lnTo>
                    <a:close/>
                    <a:moveTo>
                      <a:pt x="99275" y="730427"/>
                    </a:moveTo>
                    <a:lnTo>
                      <a:pt x="99275" y="784720"/>
                    </a:lnTo>
                    <a:lnTo>
                      <a:pt x="207575" y="784720"/>
                    </a:lnTo>
                    <a:lnTo>
                      <a:pt x="207575" y="730427"/>
                    </a:lnTo>
                    <a:close/>
                    <a:moveTo>
                      <a:pt x="99275" y="608446"/>
                    </a:moveTo>
                    <a:lnTo>
                      <a:pt x="99275" y="662738"/>
                    </a:lnTo>
                    <a:lnTo>
                      <a:pt x="207575" y="662738"/>
                    </a:lnTo>
                    <a:lnTo>
                      <a:pt x="207575" y="608446"/>
                    </a:lnTo>
                    <a:close/>
                    <a:moveTo>
                      <a:pt x="99275" y="486464"/>
                    </a:moveTo>
                    <a:lnTo>
                      <a:pt x="99275" y="540756"/>
                    </a:lnTo>
                    <a:lnTo>
                      <a:pt x="207575" y="540756"/>
                    </a:lnTo>
                    <a:lnTo>
                      <a:pt x="207575" y="486464"/>
                    </a:lnTo>
                    <a:close/>
                    <a:moveTo>
                      <a:pt x="99275" y="364482"/>
                    </a:moveTo>
                    <a:lnTo>
                      <a:pt x="99275" y="418774"/>
                    </a:lnTo>
                    <a:lnTo>
                      <a:pt x="207575" y="418774"/>
                    </a:lnTo>
                    <a:lnTo>
                      <a:pt x="207575" y="364482"/>
                    </a:lnTo>
                    <a:close/>
                    <a:moveTo>
                      <a:pt x="99275" y="242500"/>
                    </a:moveTo>
                    <a:lnTo>
                      <a:pt x="99275" y="296792"/>
                    </a:lnTo>
                    <a:lnTo>
                      <a:pt x="207575" y="296792"/>
                    </a:lnTo>
                    <a:lnTo>
                      <a:pt x="207575" y="242500"/>
                    </a:lnTo>
                    <a:close/>
                    <a:moveTo>
                      <a:pt x="99275" y="120518"/>
                    </a:moveTo>
                    <a:lnTo>
                      <a:pt x="99275" y="174811"/>
                    </a:lnTo>
                    <a:lnTo>
                      <a:pt x="207575" y="174811"/>
                    </a:lnTo>
                    <a:lnTo>
                      <a:pt x="207575" y="120518"/>
                    </a:lnTo>
                    <a:close/>
                    <a:moveTo>
                      <a:pt x="0" y="0"/>
                    </a:moveTo>
                    <a:lnTo>
                      <a:pt x="306850" y="0"/>
                    </a:lnTo>
                    <a:lnTo>
                      <a:pt x="306850" y="1339211"/>
                    </a:lnTo>
                    <a:lnTo>
                      <a:pt x="0" y="133921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81" name="Freeform: Shape 180"/>
              <p:cNvSpPr/>
              <p:nvPr/>
            </p:nvSpPr>
            <p:spPr>
              <a:xfrm>
                <a:off x="5216540" y="4730927"/>
                <a:ext cx="623978" cy="704133"/>
              </a:xfrm>
              <a:custGeom>
                <a:avLst/>
                <a:gdLst>
                  <a:gd name="connsiteX0" fmla="*/ 220666 w 637355"/>
                  <a:gd name="connsiteY0" fmla="*/ 230805 h 704133"/>
                  <a:gd name="connsiteX1" fmla="*/ 220666 w 637355"/>
                  <a:gd name="connsiteY1" fmla="*/ 344524 h 704133"/>
                  <a:gd name="connsiteX2" fmla="*/ 334385 w 637355"/>
                  <a:gd name="connsiteY2" fmla="*/ 344524 h 704133"/>
                  <a:gd name="connsiteX3" fmla="*/ 334385 w 637355"/>
                  <a:gd name="connsiteY3" fmla="*/ 230805 h 704133"/>
                  <a:gd name="connsiteX4" fmla="*/ 79542 w 637355"/>
                  <a:gd name="connsiteY4" fmla="*/ 230805 h 704133"/>
                  <a:gd name="connsiteX5" fmla="*/ 79542 w 637355"/>
                  <a:gd name="connsiteY5" fmla="*/ 344524 h 704133"/>
                  <a:gd name="connsiteX6" fmla="*/ 193261 w 637355"/>
                  <a:gd name="connsiteY6" fmla="*/ 344524 h 704133"/>
                  <a:gd name="connsiteX7" fmla="*/ 193261 w 637355"/>
                  <a:gd name="connsiteY7" fmla="*/ 230805 h 704133"/>
                  <a:gd name="connsiteX8" fmla="*/ 220666 w 637355"/>
                  <a:gd name="connsiteY8" fmla="*/ 85254 h 704133"/>
                  <a:gd name="connsiteX9" fmla="*/ 220666 w 637355"/>
                  <a:gd name="connsiteY9" fmla="*/ 198973 h 704133"/>
                  <a:gd name="connsiteX10" fmla="*/ 334385 w 637355"/>
                  <a:gd name="connsiteY10" fmla="*/ 198973 h 704133"/>
                  <a:gd name="connsiteX11" fmla="*/ 334385 w 637355"/>
                  <a:gd name="connsiteY11" fmla="*/ 85254 h 704133"/>
                  <a:gd name="connsiteX12" fmla="*/ 79542 w 637355"/>
                  <a:gd name="connsiteY12" fmla="*/ 85254 h 704133"/>
                  <a:gd name="connsiteX13" fmla="*/ 79542 w 637355"/>
                  <a:gd name="connsiteY13" fmla="*/ 198973 h 704133"/>
                  <a:gd name="connsiteX14" fmla="*/ 193261 w 637355"/>
                  <a:gd name="connsiteY14" fmla="*/ 198973 h 704133"/>
                  <a:gd name="connsiteX15" fmla="*/ 193261 w 637355"/>
                  <a:gd name="connsiteY15" fmla="*/ 85254 h 704133"/>
                  <a:gd name="connsiteX16" fmla="*/ 0 w 637355"/>
                  <a:gd name="connsiteY16" fmla="*/ 0 h 704133"/>
                  <a:gd name="connsiteX17" fmla="*/ 637355 w 637355"/>
                  <a:gd name="connsiteY17" fmla="*/ 0 h 704133"/>
                  <a:gd name="connsiteX18" fmla="*/ 637355 w 637355"/>
                  <a:gd name="connsiteY18" fmla="*/ 704133 h 704133"/>
                  <a:gd name="connsiteX19" fmla="*/ 0 w 637355"/>
                  <a:gd name="connsiteY19" fmla="*/ 704133 h 704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37355" h="704133">
                    <a:moveTo>
                      <a:pt x="220666" y="230805"/>
                    </a:moveTo>
                    <a:lnTo>
                      <a:pt x="220666" y="344524"/>
                    </a:lnTo>
                    <a:lnTo>
                      <a:pt x="334385" y="344524"/>
                    </a:lnTo>
                    <a:lnTo>
                      <a:pt x="334385" y="230805"/>
                    </a:lnTo>
                    <a:close/>
                    <a:moveTo>
                      <a:pt x="79542" y="230805"/>
                    </a:moveTo>
                    <a:lnTo>
                      <a:pt x="79542" y="344524"/>
                    </a:lnTo>
                    <a:lnTo>
                      <a:pt x="193261" y="344524"/>
                    </a:lnTo>
                    <a:lnTo>
                      <a:pt x="193261" y="230805"/>
                    </a:lnTo>
                    <a:close/>
                    <a:moveTo>
                      <a:pt x="220666" y="85254"/>
                    </a:moveTo>
                    <a:lnTo>
                      <a:pt x="220666" y="198973"/>
                    </a:lnTo>
                    <a:lnTo>
                      <a:pt x="334385" y="198973"/>
                    </a:lnTo>
                    <a:lnTo>
                      <a:pt x="334385" y="85254"/>
                    </a:lnTo>
                    <a:close/>
                    <a:moveTo>
                      <a:pt x="79542" y="85254"/>
                    </a:moveTo>
                    <a:lnTo>
                      <a:pt x="79542" y="198973"/>
                    </a:lnTo>
                    <a:lnTo>
                      <a:pt x="193261" y="198973"/>
                    </a:lnTo>
                    <a:lnTo>
                      <a:pt x="193261" y="85254"/>
                    </a:lnTo>
                    <a:close/>
                    <a:moveTo>
                      <a:pt x="0" y="0"/>
                    </a:moveTo>
                    <a:lnTo>
                      <a:pt x="637355" y="0"/>
                    </a:lnTo>
                    <a:lnTo>
                      <a:pt x="637355" y="704133"/>
                    </a:lnTo>
                    <a:lnTo>
                      <a:pt x="0" y="70413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Freeform: Shape 181"/>
              <p:cNvSpPr/>
              <p:nvPr/>
            </p:nvSpPr>
            <p:spPr>
              <a:xfrm>
                <a:off x="5819397" y="4564529"/>
                <a:ext cx="602196" cy="870531"/>
              </a:xfrm>
              <a:custGeom>
                <a:avLst/>
                <a:gdLst>
                  <a:gd name="connsiteX0" fmla="*/ 238494 w 462454"/>
                  <a:gd name="connsiteY0" fmla="*/ 563076 h 870531"/>
                  <a:gd name="connsiteX1" fmla="*/ 238494 w 462454"/>
                  <a:gd name="connsiteY1" fmla="*/ 715154 h 870531"/>
                  <a:gd name="connsiteX2" fmla="*/ 324676 w 462454"/>
                  <a:gd name="connsiteY2" fmla="*/ 715154 h 870531"/>
                  <a:gd name="connsiteX3" fmla="*/ 324676 w 462454"/>
                  <a:gd name="connsiteY3" fmla="*/ 563076 h 870531"/>
                  <a:gd name="connsiteX4" fmla="*/ 238494 w 462454"/>
                  <a:gd name="connsiteY4" fmla="*/ 353251 h 870531"/>
                  <a:gd name="connsiteX5" fmla="*/ 238494 w 462454"/>
                  <a:gd name="connsiteY5" fmla="*/ 505329 h 870531"/>
                  <a:gd name="connsiteX6" fmla="*/ 324676 w 462454"/>
                  <a:gd name="connsiteY6" fmla="*/ 505329 h 870531"/>
                  <a:gd name="connsiteX7" fmla="*/ 324676 w 462454"/>
                  <a:gd name="connsiteY7" fmla="*/ 353251 h 870531"/>
                  <a:gd name="connsiteX8" fmla="*/ 231227 w 462454"/>
                  <a:gd name="connsiteY8" fmla="*/ 0 h 870531"/>
                  <a:gd name="connsiteX9" fmla="*/ 462454 w 462454"/>
                  <a:gd name="connsiteY9" fmla="*/ 308459 h 870531"/>
                  <a:gd name="connsiteX10" fmla="*/ 384652 w 462454"/>
                  <a:gd name="connsiteY10" fmla="*/ 308459 h 870531"/>
                  <a:gd name="connsiteX11" fmla="*/ 384652 w 462454"/>
                  <a:gd name="connsiteY11" fmla="*/ 870531 h 870531"/>
                  <a:gd name="connsiteX12" fmla="*/ 77802 w 462454"/>
                  <a:gd name="connsiteY12" fmla="*/ 870531 h 870531"/>
                  <a:gd name="connsiteX13" fmla="*/ 77802 w 462454"/>
                  <a:gd name="connsiteY13" fmla="*/ 308459 h 870531"/>
                  <a:gd name="connsiteX14" fmla="*/ 0 w 462454"/>
                  <a:gd name="connsiteY14" fmla="*/ 308459 h 87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62454" h="870531">
                    <a:moveTo>
                      <a:pt x="238494" y="563076"/>
                    </a:moveTo>
                    <a:lnTo>
                      <a:pt x="238494" y="715154"/>
                    </a:lnTo>
                    <a:lnTo>
                      <a:pt x="324676" y="715154"/>
                    </a:lnTo>
                    <a:lnTo>
                      <a:pt x="324676" y="563076"/>
                    </a:lnTo>
                    <a:close/>
                    <a:moveTo>
                      <a:pt x="238494" y="353251"/>
                    </a:moveTo>
                    <a:lnTo>
                      <a:pt x="238494" y="505329"/>
                    </a:lnTo>
                    <a:lnTo>
                      <a:pt x="324676" y="505329"/>
                    </a:lnTo>
                    <a:lnTo>
                      <a:pt x="324676" y="353251"/>
                    </a:lnTo>
                    <a:close/>
                    <a:moveTo>
                      <a:pt x="231227" y="0"/>
                    </a:moveTo>
                    <a:lnTo>
                      <a:pt x="462454" y="308459"/>
                    </a:lnTo>
                    <a:lnTo>
                      <a:pt x="384652" y="308459"/>
                    </a:lnTo>
                    <a:lnTo>
                      <a:pt x="384652" y="870531"/>
                    </a:lnTo>
                    <a:lnTo>
                      <a:pt x="77802" y="870531"/>
                    </a:lnTo>
                    <a:lnTo>
                      <a:pt x="77802" y="308459"/>
                    </a:lnTo>
                    <a:lnTo>
                      <a:pt x="0" y="30845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Freeform: Shape 182"/>
              <p:cNvSpPr/>
              <p:nvPr/>
            </p:nvSpPr>
            <p:spPr>
              <a:xfrm>
                <a:off x="7174463" y="4795378"/>
                <a:ext cx="587663" cy="639087"/>
              </a:xfrm>
              <a:custGeom>
                <a:avLst/>
                <a:gdLst>
                  <a:gd name="connsiteX0" fmla="*/ 426331 w 600261"/>
                  <a:gd name="connsiteY0" fmla="*/ 337859 h 639087"/>
                  <a:gd name="connsiteX1" fmla="*/ 426331 w 600261"/>
                  <a:gd name="connsiteY1" fmla="*/ 451578 h 639087"/>
                  <a:gd name="connsiteX2" fmla="*/ 540050 w 600261"/>
                  <a:gd name="connsiteY2" fmla="*/ 451578 h 639087"/>
                  <a:gd name="connsiteX3" fmla="*/ 540050 w 600261"/>
                  <a:gd name="connsiteY3" fmla="*/ 337859 h 639087"/>
                  <a:gd name="connsiteX4" fmla="*/ 285207 w 600261"/>
                  <a:gd name="connsiteY4" fmla="*/ 337859 h 639087"/>
                  <a:gd name="connsiteX5" fmla="*/ 285207 w 600261"/>
                  <a:gd name="connsiteY5" fmla="*/ 451578 h 639087"/>
                  <a:gd name="connsiteX6" fmla="*/ 398926 w 600261"/>
                  <a:gd name="connsiteY6" fmla="*/ 451578 h 639087"/>
                  <a:gd name="connsiteX7" fmla="*/ 398926 w 600261"/>
                  <a:gd name="connsiteY7" fmla="*/ 337859 h 639087"/>
                  <a:gd name="connsiteX8" fmla="*/ 426331 w 600261"/>
                  <a:gd name="connsiteY8" fmla="*/ 192308 h 639087"/>
                  <a:gd name="connsiteX9" fmla="*/ 426331 w 600261"/>
                  <a:gd name="connsiteY9" fmla="*/ 306027 h 639087"/>
                  <a:gd name="connsiteX10" fmla="*/ 540050 w 600261"/>
                  <a:gd name="connsiteY10" fmla="*/ 306027 h 639087"/>
                  <a:gd name="connsiteX11" fmla="*/ 540050 w 600261"/>
                  <a:gd name="connsiteY11" fmla="*/ 192308 h 639087"/>
                  <a:gd name="connsiteX12" fmla="*/ 285207 w 600261"/>
                  <a:gd name="connsiteY12" fmla="*/ 192308 h 639087"/>
                  <a:gd name="connsiteX13" fmla="*/ 285207 w 600261"/>
                  <a:gd name="connsiteY13" fmla="*/ 306027 h 639087"/>
                  <a:gd name="connsiteX14" fmla="*/ 398926 w 600261"/>
                  <a:gd name="connsiteY14" fmla="*/ 306027 h 639087"/>
                  <a:gd name="connsiteX15" fmla="*/ 398926 w 600261"/>
                  <a:gd name="connsiteY15" fmla="*/ 192308 h 639087"/>
                  <a:gd name="connsiteX16" fmla="*/ 0 w 600261"/>
                  <a:gd name="connsiteY16" fmla="*/ 0 h 639087"/>
                  <a:gd name="connsiteX17" fmla="*/ 306850 w 600261"/>
                  <a:gd name="connsiteY17" fmla="*/ 0 h 639087"/>
                  <a:gd name="connsiteX18" fmla="*/ 306850 w 600261"/>
                  <a:gd name="connsiteY18" fmla="*/ 115748 h 639087"/>
                  <a:gd name="connsiteX19" fmla="*/ 600261 w 600261"/>
                  <a:gd name="connsiteY19" fmla="*/ 115748 h 639087"/>
                  <a:gd name="connsiteX20" fmla="*/ 600261 w 600261"/>
                  <a:gd name="connsiteY20" fmla="*/ 639087 h 639087"/>
                  <a:gd name="connsiteX21" fmla="*/ 0 w 600261"/>
                  <a:gd name="connsiteY21" fmla="*/ 639087 h 639087"/>
                  <a:gd name="connsiteX22" fmla="*/ 0 w 600261"/>
                  <a:gd name="connsiteY22" fmla="*/ 523339 h 639087"/>
                  <a:gd name="connsiteX23" fmla="*/ 0 w 600261"/>
                  <a:gd name="connsiteY23" fmla="*/ 115748 h 63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0261" h="639087">
                    <a:moveTo>
                      <a:pt x="426331" y="337859"/>
                    </a:moveTo>
                    <a:lnTo>
                      <a:pt x="426331" y="451578"/>
                    </a:lnTo>
                    <a:lnTo>
                      <a:pt x="540050" y="451578"/>
                    </a:lnTo>
                    <a:lnTo>
                      <a:pt x="540050" y="337859"/>
                    </a:lnTo>
                    <a:close/>
                    <a:moveTo>
                      <a:pt x="285207" y="337859"/>
                    </a:moveTo>
                    <a:lnTo>
                      <a:pt x="285207" y="451578"/>
                    </a:lnTo>
                    <a:lnTo>
                      <a:pt x="398926" y="451578"/>
                    </a:lnTo>
                    <a:lnTo>
                      <a:pt x="398926" y="337859"/>
                    </a:lnTo>
                    <a:close/>
                    <a:moveTo>
                      <a:pt x="426331" y="192308"/>
                    </a:moveTo>
                    <a:lnTo>
                      <a:pt x="426331" y="306027"/>
                    </a:lnTo>
                    <a:lnTo>
                      <a:pt x="540050" y="306027"/>
                    </a:lnTo>
                    <a:lnTo>
                      <a:pt x="540050" y="192308"/>
                    </a:lnTo>
                    <a:close/>
                    <a:moveTo>
                      <a:pt x="285207" y="192308"/>
                    </a:moveTo>
                    <a:lnTo>
                      <a:pt x="285207" y="306027"/>
                    </a:lnTo>
                    <a:lnTo>
                      <a:pt x="398926" y="306027"/>
                    </a:lnTo>
                    <a:lnTo>
                      <a:pt x="398926" y="192308"/>
                    </a:lnTo>
                    <a:close/>
                    <a:moveTo>
                      <a:pt x="0" y="0"/>
                    </a:moveTo>
                    <a:lnTo>
                      <a:pt x="306850" y="0"/>
                    </a:lnTo>
                    <a:lnTo>
                      <a:pt x="306850" y="115748"/>
                    </a:lnTo>
                    <a:lnTo>
                      <a:pt x="600261" y="115748"/>
                    </a:lnTo>
                    <a:lnTo>
                      <a:pt x="600261" y="639087"/>
                    </a:lnTo>
                    <a:lnTo>
                      <a:pt x="0" y="639087"/>
                    </a:lnTo>
                    <a:lnTo>
                      <a:pt x="0" y="523339"/>
                    </a:lnTo>
                    <a:lnTo>
                      <a:pt x="0" y="1157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Freeform: Shape 183"/>
              <p:cNvSpPr/>
              <p:nvPr/>
            </p:nvSpPr>
            <p:spPr>
              <a:xfrm>
                <a:off x="6399687" y="4276328"/>
                <a:ext cx="399552" cy="1158732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2" name="Freeform: Shape 201"/>
              <p:cNvSpPr/>
              <p:nvPr/>
            </p:nvSpPr>
            <p:spPr>
              <a:xfrm flipH="1">
                <a:off x="4037547" y="4564529"/>
                <a:ext cx="299970" cy="869936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 rot="16200000">
            <a:off x="5700153" y="1148861"/>
            <a:ext cx="791694" cy="6074652"/>
            <a:chOff x="4093890" y="1870877"/>
            <a:chExt cx="791694" cy="4045791"/>
          </a:xfrm>
        </p:grpSpPr>
        <p:sp>
          <p:nvSpPr>
            <p:cNvPr id="37" name="Rectangle 36"/>
            <p:cNvSpPr/>
            <p:nvPr/>
          </p:nvSpPr>
          <p:spPr>
            <a:xfrm>
              <a:off x="4093890" y="2089729"/>
              <a:ext cx="526478" cy="364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pic>
          <p:nvPicPr>
            <p:cNvPr id="38" name="Picture 2" descr="E:\002-KIMS BUSINESS\007-04-1-FIVERR\01-PPT-TEMPLATE\COVER-PSD\05-cut-01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636281" y="3667365"/>
              <a:ext cx="4045791" cy="452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/>
          <p:cNvGrpSpPr/>
          <p:nvPr/>
        </p:nvGrpSpPr>
        <p:grpSpPr>
          <a:xfrm>
            <a:off x="10465952" y="353335"/>
            <a:ext cx="1262227" cy="310203"/>
            <a:chOff x="3275856" y="1242391"/>
            <a:chExt cx="1656184" cy="407020"/>
          </a:xfrm>
        </p:grpSpPr>
        <p:sp>
          <p:nvSpPr>
            <p:cNvPr id="42" name="Rounded Rectangle 7"/>
            <p:cNvSpPr/>
            <p:nvPr/>
          </p:nvSpPr>
          <p:spPr>
            <a:xfrm>
              <a:off x="3275856" y="1242391"/>
              <a:ext cx="1656184" cy="4070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pic>
          <p:nvPicPr>
            <p:cNvPr id="43" name="Picture 2" descr="E:\002-KIMS BUSINESS\007-01-ALLPPT.com\011-ALLPPT-LOGO\allppt-logo-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10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120" y="1319622"/>
              <a:ext cx="1187245" cy="247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TextBox 43"/>
          <p:cNvSpPr txBox="1"/>
          <p:nvPr/>
        </p:nvSpPr>
        <p:spPr>
          <a:xfrm>
            <a:off x="0" y="4601675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90204" pitchFamily="34" charset="0"/>
              </a:rPr>
              <a:t>SCAMPER METHODS</a:t>
            </a:r>
            <a:endParaRPr lang="ko-KR" altLang="en-US" sz="5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Arial" panose="020B0604020202090204" pitchFamily="34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094" y="481071"/>
            <a:ext cx="5074554" cy="4066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000" dirty="0" err="1"/>
              <a:t>Apa</a:t>
            </a:r>
            <a:r>
              <a:rPr lang="en-US" sz="4000" dirty="0"/>
              <a:t> </a:t>
            </a:r>
            <a:r>
              <a:rPr lang="en-US" sz="4000" dirty="0" err="1"/>
              <a:t>itu</a:t>
            </a:r>
            <a:r>
              <a:rPr lang="en-US" sz="4000" dirty="0"/>
              <a:t> </a:t>
            </a:r>
            <a:r>
              <a:rPr lang="en-US" sz="4000" dirty="0" err="1"/>
              <a:t>metode</a:t>
            </a:r>
            <a:r>
              <a:rPr lang="en-US" sz="4000" dirty="0"/>
              <a:t> SCAMPER?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52" y="1918545"/>
            <a:ext cx="61207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69850" algn="just">
              <a:buClr>
                <a:schemeClr val="dk1"/>
              </a:buClr>
              <a:buSzPts val="1100"/>
            </a:pPr>
            <a:r>
              <a:rPr lang="en-ID" dirty="0" err="1"/>
              <a:t>Metode</a:t>
            </a:r>
            <a:r>
              <a:rPr lang="en-ID" dirty="0"/>
              <a:t> SCAMPER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yang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ide-ide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menanyakan</a:t>
            </a:r>
            <a:r>
              <a:rPr lang="en-ID" dirty="0"/>
              <a:t> 7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 (</a:t>
            </a:r>
            <a:r>
              <a:rPr lang="en-ID" dirty="0" err="1"/>
              <a:t>elemen</a:t>
            </a:r>
            <a:r>
              <a:rPr lang="en-ID" dirty="0"/>
              <a:t>) yang mana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mengerti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berinovasi</a:t>
            </a:r>
            <a:r>
              <a:rPr lang="en-ID" dirty="0"/>
              <a:t> dan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, </a:t>
            </a:r>
            <a:r>
              <a:rPr lang="en-ID" dirty="0" err="1"/>
              <a:t>jasa</a:t>
            </a:r>
            <a:r>
              <a:rPr lang="en-ID" dirty="0"/>
              <a:t>, </a:t>
            </a:r>
            <a:r>
              <a:rPr lang="en-ID" dirty="0" err="1"/>
              <a:t>masalah</a:t>
            </a:r>
            <a:r>
              <a:rPr lang="en-ID" dirty="0"/>
              <a:t>, dan ide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. </a:t>
            </a:r>
          </a:p>
          <a:p>
            <a:pPr lvl="0" indent="-69850" algn="just">
              <a:buClr>
                <a:schemeClr val="dk1"/>
              </a:buClr>
              <a:buSzPts val="1100"/>
            </a:pPr>
            <a:endParaRPr lang="en-ID" dirty="0"/>
          </a:p>
          <a:p>
            <a:pPr lvl="0" indent="-69850" algn="just">
              <a:buClr>
                <a:schemeClr val="dk1"/>
              </a:buClr>
              <a:buSzPts val="1100"/>
            </a:pPr>
            <a:r>
              <a:rPr lang="en-ID" dirty="0"/>
              <a:t>SCAMPER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7 </a:t>
            </a:r>
            <a:r>
              <a:rPr lang="en-ID" dirty="0" err="1"/>
              <a:t>elemen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 err="1"/>
              <a:t>S</a:t>
            </a:r>
            <a:r>
              <a:rPr lang="en-ID" dirty="0" err="1"/>
              <a:t>ubstitue</a:t>
            </a:r>
            <a:endParaRPr lang="en-ID" dirty="0"/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C</a:t>
            </a:r>
            <a:r>
              <a:rPr lang="en-ID" dirty="0"/>
              <a:t>ombine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A</a:t>
            </a:r>
            <a:r>
              <a:rPr lang="en-ID" dirty="0"/>
              <a:t>dapt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M</a:t>
            </a:r>
            <a:r>
              <a:rPr lang="en-ID" dirty="0"/>
              <a:t>odify (Magnify &amp; Minify)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P</a:t>
            </a:r>
            <a:r>
              <a:rPr lang="en-ID" dirty="0"/>
              <a:t>ut to another use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E</a:t>
            </a:r>
            <a:r>
              <a:rPr lang="en-ID" dirty="0"/>
              <a:t>liminate</a:t>
            </a:r>
          </a:p>
          <a:p>
            <a:pPr marL="273050" lvl="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/>
              <a:t>R</a:t>
            </a:r>
            <a:r>
              <a:rPr lang="en-ID" dirty="0"/>
              <a:t>everse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666" y="1918545"/>
            <a:ext cx="4741933" cy="379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sz="4000" b="1" dirty="0"/>
              <a:t>Cara </a:t>
            </a:r>
            <a:r>
              <a:rPr lang="en-US" sz="4000" b="1" dirty="0" err="1"/>
              <a:t>menggunakan</a:t>
            </a:r>
            <a:r>
              <a:rPr lang="en-US" sz="4000" b="1" dirty="0"/>
              <a:t> </a:t>
            </a:r>
            <a:r>
              <a:rPr lang="en-US" sz="4000" b="1" dirty="0" err="1"/>
              <a:t>metode</a:t>
            </a:r>
            <a:r>
              <a:rPr lang="en-US" sz="4000" b="1" dirty="0"/>
              <a:t> SCAMPER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52" y="1918545"/>
            <a:ext cx="103349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b="1" dirty="0" err="1"/>
              <a:t>Pertama</a:t>
            </a:r>
            <a:r>
              <a:rPr lang="en-ID" dirty="0"/>
              <a:t>, </a:t>
            </a:r>
            <a:r>
              <a:rPr lang="en-ID" dirty="0" err="1"/>
              <a:t>ambil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ide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awalan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di masa </a:t>
            </a:r>
            <a:r>
              <a:rPr lang="en-ID" dirty="0" err="1"/>
              <a:t>depan</a:t>
            </a:r>
            <a:r>
              <a:rPr lang="en-ID" dirty="0"/>
              <a:t>.</a:t>
            </a:r>
          </a:p>
          <a:p>
            <a:pPr marL="27305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dirty="0" err="1"/>
              <a:t>Lalu</a:t>
            </a:r>
            <a:r>
              <a:rPr lang="en-ID" dirty="0"/>
              <a:t>, </a:t>
            </a:r>
            <a:r>
              <a:rPr lang="en-ID" b="1" dirty="0" err="1"/>
              <a:t>lihat</a:t>
            </a:r>
            <a:r>
              <a:rPr lang="en-ID" b="1" dirty="0"/>
              <a:t> daftar dan </a:t>
            </a:r>
            <a:r>
              <a:rPr lang="en-ID" b="1" dirty="0" err="1"/>
              <a:t>tanyakan</a:t>
            </a:r>
            <a:r>
              <a:rPr lang="en-ID" b="1" dirty="0"/>
              <a:t> </a:t>
            </a:r>
            <a:r>
              <a:rPr lang="en-ID" b="1" dirty="0" err="1"/>
              <a:t>pertanyaan</a:t>
            </a:r>
            <a:r>
              <a:rPr lang="en-ID" b="1" dirty="0"/>
              <a:t> yang </a:t>
            </a:r>
            <a:r>
              <a:rPr lang="en-ID" b="1" dirty="0" err="1"/>
              <a:t>berhubungan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ketujuh</a:t>
            </a:r>
            <a:r>
              <a:rPr lang="en-ID" b="1" dirty="0"/>
              <a:t> </a:t>
            </a:r>
            <a:r>
              <a:rPr lang="en-ID" b="1" dirty="0" err="1"/>
              <a:t>elemen</a:t>
            </a:r>
            <a:r>
              <a:rPr lang="en-ID" b="1" dirty="0"/>
              <a:t> SCAMPER</a:t>
            </a:r>
            <a:r>
              <a:rPr lang="en-ID" dirty="0"/>
              <a:t>. </a:t>
            </a:r>
          </a:p>
          <a:p>
            <a:pPr marL="27305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pada </a:t>
            </a:r>
            <a:r>
              <a:rPr lang="en-ID" b="1" dirty="0" err="1"/>
              <a:t>nilai</a:t>
            </a:r>
            <a:r>
              <a:rPr lang="en-ID" b="1" dirty="0"/>
              <a:t>/</a:t>
            </a:r>
            <a:r>
              <a:rPr lang="en-ID" b="1" dirty="0" err="1"/>
              <a:t>manfaat</a:t>
            </a:r>
            <a:r>
              <a:rPr lang="en-ID" b="1" dirty="0"/>
              <a:t>/</a:t>
            </a:r>
            <a:r>
              <a:rPr lang="en-ID" b="1" dirty="0" err="1"/>
              <a:t>layanan</a:t>
            </a:r>
            <a:r>
              <a:rPr lang="en-ID" b="1" dirty="0"/>
              <a:t>/</a:t>
            </a:r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produk</a:t>
            </a:r>
            <a:r>
              <a:rPr lang="en-ID" b="1" dirty="0"/>
              <a:t> </a:t>
            </a:r>
            <a:r>
              <a:rPr lang="en-ID" dirty="0"/>
              <a:t>pada </a:t>
            </a:r>
            <a:r>
              <a:rPr lang="en-ID" dirty="0" err="1"/>
              <a:t>beberapa</a:t>
            </a:r>
            <a:r>
              <a:rPr lang="en-ID" dirty="0"/>
              <a:t> target </a:t>
            </a:r>
            <a:r>
              <a:rPr lang="en-ID" dirty="0" err="1"/>
              <a:t>konsumen</a:t>
            </a:r>
            <a:r>
              <a:rPr lang="en-ID" dirty="0"/>
              <a:t> yang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terlayani</a:t>
            </a:r>
            <a:r>
              <a:rPr lang="en-ID" dirty="0"/>
              <a:t>/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terlayani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maksimal</a:t>
            </a:r>
            <a:r>
              <a:rPr lang="en-ID" dirty="0"/>
              <a:t>? pada </a:t>
            </a:r>
            <a:r>
              <a:rPr lang="en-ID" dirty="0" err="1"/>
              <a:t>dasarnya</a:t>
            </a:r>
            <a:r>
              <a:rPr lang="en-ID" dirty="0"/>
              <a:t> </a:t>
            </a:r>
            <a:r>
              <a:rPr lang="en-ID" dirty="0" err="1"/>
              <a:t>segala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dipikirkan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relevansi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ide.</a:t>
            </a:r>
            <a:endParaRPr lang="en-ID" b="1" dirty="0"/>
          </a:p>
          <a:p>
            <a:pPr marL="27305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dirty="0" err="1"/>
              <a:t>Lihat</a:t>
            </a:r>
            <a:r>
              <a:rPr lang="en-ID" dirty="0"/>
              <a:t> pada </a:t>
            </a:r>
            <a:r>
              <a:rPr lang="en-ID" dirty="0" err="1"/>
              <a:t>jawaban</a:t>
            </a:r>
            <a:r>
              <a:rPr lang="en-ID" dirty="0"/>
              <a:t> yang </a:t>
            </a:r>
            <a:r>
              <a:rPr lang="en-ID" dirty="0" err="1"/>
              <a:t>muncul</a:t>
            </a:r>
            <a:r>
              <a:rPr lang="en-ID" dirty="0"/>
              <a:t>. </a:t>
            </a:r>
            <a:r>
              <a:rPr lang="en-ID" b="1" dirty="0" err="1"/>
              <a:t>Apakah</a:t>
            </a:r>
            <a:r>
              <a:rPr lang="en-ID" b="1" dirty="0"/>
              <a:t> </a:t>
            </a:r>
            <a:r>
              <a:rPr lang="en-ID" b="1" dirty="0" err="1"/>
              <a:t>jawaban-jawaban</a:t>
            </a:r>
            <a:r>
              <a:rPr lang="en-ID" b="1" dirty="0"/>
              <a:t> </a:t>
            </a:r>
            <a:r>
              <a:rPr lang="en-ID" b="1" dirty="0" err="1"/>
              <a:t>tersebut</a:t>
            </a:r>
            <a:r>
              <a:rPr lang="en-ID" b="1" dirty="0"/>
              <a:t> </a:t>
            </a:r>
            <a:r>
              <a:rPr lang="en-ID" b="1" dirty="0" err="1"/>
              <a:t>menjadi</a:t>
            </a:r>
            <a:r>
              <a:rPr lang="en-ID" b="1" dirty="0"/>
              <a:t> </a:t>
            </a:r>
            <a:r>
              <a:rPr lang="en-ID" b="1" dirty="0" err="1"/>
              <a:t>solusi</a:t>
            </a:r>
            <a:r>
              <a:rPr lang="en-ID" b="1" dirty="0"/>
              <a:t> yang </a:t>
            </a:r>
            <a:r>
              <a:rPr lang="en-ID" b="1" dirty="0" err="1"/>
              <a:t>layak</a:t>
            </a:r>
            <a:r>
              <a:rPr lang="en-ID" b="1" dirty="0"/>
              <a:t>? </a:t>
            </a:r>
            <a:r>
              <a:rPr lang="en-ID" b="1" dirty="0" err="1"/>
              <a:t>Dapatkah</a:t>
            </a:r>
            <a:r>
              <a:rPr lang="en-ID" b="1" dirty="0"/>
              <a:t> Anda </a:t>
            </a:r>
            <a:r>
              <a:rPr lang="en-ID" b="1" dirty="0" err="1"/>
              <a:t>menggunakan</a:t>
            </a:r>
            <a:r>
              <a:rPr lang="en-ID" b="1" dirty="0"/>
              <a:t> </a:t>
            </a:r>
            <a:r>
              <a:rPr lang="en-ID" b="1" dirty="0" err="1"/>
              <a:t>jawaban-jawaban</a:t>
            </a:r>
            <a:r>
              <a:rPr lang="en-ID" b="1" dirty="0"/>
              <a:t> </a:t>
            </a:r>
            <a:r>
              <a:rPr lang="en-ID" b="1" dirty="0" err="1"/>
              <a:t>tersebut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menciptakn</a:t>
            </a:r>
            <a:r>
              <a:rPr lang="en-ID" b="1" dirty="0"/>
              <a:t> </a:t>
            </a:r>
            <a:r>
              <a:rPr lang="en-ID" b="1" dirty="0" err="1"/>
              <a:t>produk</a:t>
            </a:r>
            <a:r>
              <a:rPr lang="en-ID" b="1" dirty="0"/>
              <a:t> </a:t>
            </a:r>
            <a:r>
              <a:rPr lang="en-ID" b="1" dirty="0" err="1"/>
              <a:t>baru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mengembangkan</a:t>
            </a:r>
            <a:r>
              <a:rPr lang="en-ID" b="1" dirty="0"/>
              <a:t> yang </a:t>
            </a:r>
            <a:r>
              <a:rPr lang="en-ID" b="1" dirty="0" err="1"/>
              <a:t>sudah</a:t>
            </a:r>
            <a:r>
              <a:rPr lang="en-ID" b="1" dirty="0"/>
              <a:t> </a:t>
            </a:r>
            <a:r>
              <a:rPr lang="en-ID" b="1" dirty="0" err="1"/>
              <a:t>ada</a:t>
            </a:r>
            <a:r>
              <a:rPr lang="en-ID" b="1" dirty="0"/>
              <a:t>?</a:t>
            </a:r>
          </a:p>
          <a:p>
            <a:pPr marL="273050" indent="-342900" algn="just">
              <a:buClr>
                <a:schemeClr val="dk1"/>
              </a:buClr>
              <a:buSzPts val="1100"/>
              <a:buAutoNum type="arabicPeriod"/>
            </a:pPr>
            <a:r>
              <a:rPr lang="en-ID" dirty="0"/>
              <a:t>Cari ide-ide yang </a:t>
            </a:r>
            <a:r>
              <a:rPr lang="en-ID" dirty="0" err="1"/>
              <a:t>bagus</a:t>
            </a:r>
            <a:r>
              <a:rPr lang="en-ID" dirty="0"/>
              <a:t> dan </a:t>
            </a:r>
            <a:r>
              <a:rPr lang="en-ID" dirty="0" err="1"/>
              <a:t>eksplor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ID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65541" y="471469"/>
            <a:ext cx="5081467" cy="61555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Step-</a:t>
            </a:r>
            <a:r>
              <a:rPr lang="en-US" altLang="ko-KR" sz="4000" dirty="0">
                <a:solidFill>
                  <a:schemeClr val="accent4"/>
                </a:solidFill>
              </a:rPr>
              <a:t>By-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 </a:t>
            </a:r>
            <a:r>
              <a:rPr lang="en-US" altLang="ko-KR" sz="4000" dirty="0">
                <a:solidFill>
                  <a:schemeClr val="accent3"/>
                </a:solidFill>
              </a:rPr>
              <a:t>Guide </a:t>
            </a:r>
          </a:p>
        </p:txBody>
      </p:sp>
      <p:sp>
        <p:nvSpPr>
          <p:cNvPr id="24" name="Rounded Rectangle 6"/>
          <p:cNvSpPr/>
          <p:nvPr/>
        </p:nvSpPr>
        <p:spPr>
          <a:xfrm>
            <a:off x="1510175" y="4432827"/>
            <a:ext cx="268631" cy="27311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Frame 17"/>
          <p:cNvSpPr/>
          <p:nvPr/>
        </p:nvSpPr>
        <p:spPr>
          <a:xfrm>
            <a:off x="3824180" y="4412077"/>
            <a:ext cx="273722" cy="27372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489" y="2003684"/>
            <a:ext cx="1068006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Substitute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berupa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pengganti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.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Pertanyaan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dipikirkan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yaitu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90204" pitchFamily="34" charset="0"/>
            </a:endParaRPr>
          </a:p>
          <a:p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bagaimana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cara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kita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mengsubstitusikan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(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)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produk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masalah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atau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proses pada model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bisnis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sudah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ada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untuk</a:t>
            </a:r>
            <a:r>
              <a:rPr lang="en-ID" sz="1600" b="1" dirty="0"/>
              <a:t> target </a:t>
            </a:r>
            <a:r>
              <a:rPr lang="en-ID" sz="1600" b="1" dirty="0" err="1"/>
              <a:t>konsumen</a:t>
            </a:r>
            <a:r>
              <a:rPr lang="en-ID" sz="1600" b="1" dirty="0"/>
              <a:t> yang </a:t>
            </a:r>
            <a:r>
              <a:rPr lang="en-ID" sz="1600" b="1" dirty="0" err="1"/>
              <a:t>belum</a:t>
            </a:r>
            <a:r>
              <a:rPr lang="en-ID" sz="1600" b="1" dirty="0"/>
              <a:t> </a:t>
            </a:r>
            <a:r>
              <a:rPr lang="en-ID" sz="1600" b="1" dirty="0" err="1"/>
              <a:t>terlayani</a:t>
            </a:r>
            <a:r>
              <a:rPr lang="en-ID" sz="1600" b="1" dirty="0"/>
              <a:t>/</a:t>
            </a:r>
            <a:r>
              <a:rPr lang="en-ID" sz="1600" b="1" dirty="0" err="1"/>
              <a:t>sudah</a:t>
            </a:r>
            <a:r>
              <a:rPr lang="en-ID" sz="1600" b="1" dirty="0"/>
              <a:t> </a:t>
            </a:r>
            <a:r>
              <a:rPr lang="en-ID" sz="1600" b="1" dirty="0" err="1"/>
              <a:t>terlayani</a:t>
            </a:r>
            <a:r>
              <a:rPr lang="en-ID" sz="1600" b="1" dirty="0"/>
              <a:t> </a:t>
            </a:r>
            <a:r>
              <a:rPr lang="en-ID" sz="1600" b="1" dirty="0" err="1"/>
              <a:t>tetapi</a:t>
            </a:r>
            <a:r>
              <a:rPr lang="en-ID" sz="1600" b="1" dirty="0"/>
              <a:t> </a:t>
            </a:r>
            <a:r>
              <a:rPr lang="en-ID" sz="1600" b="1" dirty="0" err="1"/>
              <a:t>belum</a:t>
            </a:r>
            <a:r>
              <a:rPr lang="en-ID" sz="1600" b="1" dirty="0"/>
              <a:t> </a:t>
            </a:r>
            <a:r>
              <a:rPr lang="en-ID" sz="1600" b="1" dirty="0" err="1"/>
              <a:t>maksimal</a:t>
            </a:r>
            <a:r>
              <a:rPr lang="en-ID" sz="1600" b="1" dirty="0"/>
              <a:t>?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90204" pitchFamily="34" charset="0"/>
            </a:endParaRPr>
          </a:p>
          <a:p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90204" pitchFamily="34" charset="0"/>
            </a:endParaRPr>
          </a:p>
          <a:p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Detail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Pertanyaan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bisa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menginspirasi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: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Apa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bisa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substitusi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(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) agar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menimbulkan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peningkatan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Bagaimana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cara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agar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tempat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waktu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material,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atau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pekerja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salah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satu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bagian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untuk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di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bagian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lainnya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peran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seseorang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mengubah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aturan-aturan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Haruskah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nama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menggunakan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bahan-bahan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berbeda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menggunakan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proses dan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prosedur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berbeda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mengganti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bentuk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warna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tekstur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suara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atau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bau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dari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suatu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produk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Dapatkah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saya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menggunakan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ide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ini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untuk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projek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lain?</a:t>
            </a:r>
          </a:p>
          <a:p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9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2175" y="1414055"/>
            <a:ext cx="2196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SUBSTITUTE</a:t>
            </a:r>
            <a:endParaRPr lang="ko-KR" altLang="en-US" b="1" dirty="0">
              <a:solidFill>
                <a:schemeClr val="accent1"/>
              </a:solidFill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05052" y="1493542"/>
            <a:ext cx="103080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Keseluruhan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 yang </a:t>
            </a:r>
            <a:r>
              <a:rPr lang="en-ID" sz="1600" dirty="0" err="1"/>
              <a:t>ada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b="1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b="1" dirty="0" err="1"/>
              <a:t>Bagaimana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dapat</a:t>
            </a:r>
            <a:r>
              <a:rPr lang="en-ID" sz="1600" b="1" dirty="0"/>
              <a:t> </a:t>
            </a:r>
            <a:r>
              <a:rPr lang="en-ID" sz="1600" b="1" dirty="0" err="1"/>
              <a:t>mengkombinasikan</a:t>
            </a:r>
            <a:r>
              <a:rPr lang="en-ID" sz="1600" b="1" dirty="0"/>
              <a:t> </a:t>
            </a:r>
            <a:r>
              <a:rPr lang="en-ID" sz="1600" b="1" dirty="0" err="1"/>
              <a:t>dua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beberapa</a:t>
            </a:r>
            <a:r>
              <a:rPr lang="en-ID" sz="1600" b="1" dirty="0"/>
              <a:t> </a:t>
            </a:r>
            <a:r>
              <a:rPr lang="en-ID" sz="1600" b="1" dirty="0" err="1"/>
              <a:t>bagian</a:t>
            </a:r>
            <a:r>
              <a:rPr lang="en-ID" sz="1600" b="1" dirty="0"/>
              <a:t>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, </a:t>
            </a:r>
            <a:r>
              <a:rPr lang="en-ID" sz="1600" b="1" dirty="0" err="1"/>
              <a:t>masalah</a:t>
            </a:r>
            <a:r>
              <a:rPr lang="en-ID" sz="1600" b="1" dirty="0"/>
              <a:t>, dan proses agar </a:t>
            </a:r>
            <a:r>
              <a:rPr lang="en-ID" sz="1600" b="1" dirty="0" err="1"/>
              <a:t>bisa</a:t>
            </a:r>
            <a:r>
              <a:rPr lang="en-ID" sz="1600" b="1" dirty="0"/>
              <a:t> </a:t>
            </a:r>
            <a:r>
              <a:rPr lang="en-ID" sz="1600" b="1" dirty="0" err="1"/>
              <a:t>bersinergi</a:t>
            </a:r>
            <a:r>
              <a:rPr lang="en-ID" sz="1600" b="1" dirty="0"/>
              <a:t> </a:t>
            </a:r>
            <a:r>
              <a:rPr lang="en-ID" sz="1600" b="1" dirty="0" err="1"/>
              <a:t>satu</a:t>
            </a:r>
            <a:r>
              <a:rPr lang="en-ID" sz="1600" b="1" dirty="0"/>
              <a:t> </a:t>
            </a:r>
            <a:r>
              <a:rPr lang="en-ID" sz="1600" b="1" dirty="0" err="1"/>
              <a:t>sama</a:t>
            </a:r>
            <a:r>
              <a:rPr lang="en-ID" sz="1600" b="1" dirty="0"/>
              <a:t> lain? </a:t>
            </a:r>
            <a:r>
              <a:rPr lang="en-ID" sz="1600" b="1" dirty="0" err="1"/>
              <a:t>Adakah</a:t>
            </a:r>
            <a:r>
              <a:rPr lang="en-ID" sz="1600" b="1" dirty="0"/>
              <a:t> target </a:t>
            </a:r>
            <a:r>
              <a:rPr lang="en-ID" sz="1600" b="1" dirty="0" err="1"/>
              <a:t>konsumen</a:t>
            </a:r>
            <a:r>
              <a:rPr lang="en-ID" sz="1600" b="1" dirty="0"/>
              <a:t> yang </a:t>
            </a:r>
            <a:r>
              <a:rPr lang="en-ID" sz="1600" b="1" dirty="0" err="1"/>
              <a:t>membutuhkan</a:t>
            </a:r>
            <a:r>
              <a:rPr lang="en-ID" sz="1600" b="1" dirty="0"/>
              <a:t> </a:t>
            </a:r>
            <a:r>
              <a:rPr lang="en-ID" sz="1600" b="1" dirty="0" err="1"/>
              <a:t>sinergi</a:t>
            </a:r>
            <a:r>
              <a:rPr lang="en-ID" sz="1600" b="1" dirty="0"/>
              <a:t> </a:t>
            </a:r>
            <a:r>
              <a:rPr lang="en-ID" sz="1600" b="1" dirty="0" err="1"/>
              <a:t>tersebut</a:t>
            </a:r>
            <a:r>
              <a:rPr lang="en-ID" sz="1600" b="1" dirty="0"/>
              <a:t>?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b="1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b="1" dirty="0" err="1"/>
              <a:t>Taktik</a:t>
            </a:r>
            <a:r>
              <a:rPr lang="en-ID" sz="1600" b="1" dirty="0"/>
              <a:t> : 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Berpikir</a:t>
            </a:r>
            <a:r>
              <a:rPr lang="en-ID" sz="1600" dirty="0"/>
              <a:t> </a:t>
            </a:r>
            <a:r>
              <a:rPr lang="en-ID" sz="1600" dirty="0" err="1"/>
              <a:t>kreatif</a:t>
            </a:r>
            <a:r>
              <a:rPr lang="en-ID" sz="1600" dirty="0"/>
              <a:t> </a:t>
            </a:r>
            <a:r>
              <a:rPr lang="en-ID" sz="1600" dirty="0" err="1"/>
              <a:t>termasuk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mengkombinasikan</a:t>
            </a:r>
            <a:r>
              <a:rPr lang="en-ID" sz="1600" dirty="0"/>
              <a:t> ide-ide, </a:t>
            </a:r>
            <a:r>
              <a:rPr lang="en-ID" sz="1600" dirty="0" err="1"/>
              <a:t>produk-produk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jasa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berhubungan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lain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rangka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menciptakan</a:t>
            </a:r>
            <a:r>
              <a:rPr lang="en-ID" sz="1600" dirty="0"/>
              <a:t> </a:t>
            </a:r>
            <a:r>
              <a:rPr lang="en-ID" sz="1600" dirty="0" err="1"/>
              <a:t>sesuatu</a:t>
            </a:r>
            <a:r>
              <a:rPr lang="en-ID" sz="1600" dirty="0"/>
              <a:t> yang </a:t>
            </a:r>
            <a:r>
              <a:rPr lang="en-ID" sz="1600" dirty="0" err="1"/>
              <a:t>baru</a:t>
            </a:r>
            <a:r>
              <a:rPr lang="en-ID" sz="1600" dirty="0"/>
              <a:t> dan </a:t>
            </a:r>
            <a:r>
              <a:rPr lang="en-ID" sz="1600" dirty="0" err="1"/>
              <a:t>inovatif</a:t>
            </a:r>
            <a:r>
              <a:rPr lang="en-ID" sz="1600" dirty="0"/>
              <a:t>.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Detail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Pertanyaan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bisa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menginspirasi</a:t>
            </a:r>
            <a:r>
              <a:rPr lang="en-US" altLang="ko-KR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Ide, material, </a:t>
            </a:r>
            <a:r>
              <a:rPr lang="en-ID" sz="1600" dirty="0" err="1"/>
              <a:t>fitur</a:t>
            </a:r>
            <a:r>
              <a:rPr lang="en-ID" sz="1600" dirty="0"/>
              <a:t>, proses, orang/</a:t>
            </a:r>
            <a:r>
              <a:rPr lang="en-ID" sz="1600" dirty="0" err="1"/>
              <a:t>pekerja</a:t>
            </a:r>
            <a:r>
              <a:rPr lang="en-ID" sz="1600" dirty="0"/>
              <a:t>,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kombinasikan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mengkombinasikan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menyatukan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dan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 lain?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kombinasikan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memaksimalkan</a:t>
            </a:r>
            <a:r>
              <a:rPr lang="en-ID" sz="1600" dirty="0"/>
              <a:t> </a:t>
            </a:r>
            <a:r>
              <a:rPr lang="en-ID" sz="1600" dirty="0" err="1"/>
              <a:t>jumlah</a:t>
            </a:r>
            <a:r>
              <a:rPr lang="en-ID" sz="1600" dirty="0"/>
              <a:t> </a:t>
            </a:r>
            <a:r>
              <a:rPr lang="en-ID" sz="1600" dirty="0" err="1"/>
              <a:t>penggunaan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kombinasikan</a:t>
            </a:r>
            <a:r>
              <a:rPr lang="en-ID" sz="1600" dirty="0"/>
              <a:t> agar </a:t>
            </a:r>
            <a:r>
              <a:rPr lang="en-ID" sz="1600" dirty="0" err="1"/>
              <a:t>mengurangi</a:t>
            </a:r>
            <a:r>
              <a:rPr lang="en-ID" sz="1600" dirty="0"/>
              <a:t> </a:t>
            </a:r>
            <a:r>
              <a:rPr lang="en-ID" sz="1600" dirty="0" err="1"/>
              <a:t>biaya</a:t>
            </a:r>
            <a:r>
              <a:rPr lang="en-ID" sz="1600" dirty="0"/>
              <a:t> </a:t>
            </a:r>
            <a:r>
              <a:rPr lang="en-ID" sz="1600" dirty="0" err="1"/>
              <a:t>produksi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Material mana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kombinasikan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Dimana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membangun</a:t>
            </a:r>
            <a:r>
              <a:rPr lang="en-ID" sz="1600" dirty="0"/>
              <a:t> </a:t>
            </a:r>
            <a:r>
              <a:rPr lang="en-ID" sz="1600" dirty="0" err="1"/>
              <a:t>sinergi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Elemen</a:t>
            </a:r>
            <a:r>
              <a:rPr lang="en-ID" sz="1600" dirty="0"/>
              <a:t> mana yang paling </a:t>
            </a:r>
            <a:r>
              <a:rPr lang="en-ID" sz="1600" dirty="0" err="1"/>
              <a:t>baik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kombinasikan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mencapai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endParaRPr lang="en-ID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0810" y="937537"/>
            <a:ext cx="36131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COMBINE (</a:t>
            </a:r>
            <a:r>
              <a:rPr lang="en-US" altLang="ko-KR" b="1" dirty="0" err="1">
                <a:solidFill>
                  <a:schemeClr val="accent1"/>
                </a:solidFill>
                <a:cs typeface="Arial" panose="020B0604020202090204" pitchFamily="34" charset="0"/>
              </a:rPr>
              <a:t>Kombinasi</a:t>
            </a:r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)</a:t>
            </a:r>
          </a:p>
        </p:txBody>
      </p:sp>
      <p:sp>
        <p:nvSpPr>
          <p:cNvPr id="10" name="Rectangle 14"/>
          <p:cNvSpPr/>
          <p:nvPr/>
        </p:nvSpPr>
        <p:spPr>
          <a:xfrm>
            <a:off x="10218986" y="5909747"/>
            <a:ext cx="1740786" cy="846774"/>
          </a:xfrm>
          <a:custGeom>
            <a:avLst/>
            <a:gdLst/>
            <a:ahLst/>
            <a:cxnLst/>
            <a:rect l="l" t="t" r="r" b="b"/>
            <a:pathLst>
              <a:path w="3942192" h="3931865">
                <a:moveTo>
                  <a:pt x="2826148" y="3448804"/>
                </a:moveTo>
                <a:lnTo>
                  <a:pt x="2826148" y="3556804"/>
                </a:lnTo>
                <a:lnTo>
                  <a:pt x="3042148" y="3556804"/>
                </a:lnTo>
                <a:lnTo>
                  <a:pt x="3042148" y="3448804"/>
                </a:lnTo>
                <a:close/>
                <a:moveTo>
                  <a:pt x="890988" y="3448804"/>
                </a:moveTo>
                <a:lnTo>
                  <a:pt x="890988" y="3556804"/>
                </a:lnTo>
                <a:lnTo>
                  <a:pt x="1106988" y="3556804"/>
                </a:lnTo>
                <a:lnTo>
                  <a:pt x="1106988" y="3448804"/>
                </a:lnTo>
                <a:close/>
                <a:moveTo>
                  <a:pt x="3528192" y="3439467"/>
                </a:moveTo>
                <a:lnTo>
                  <a:pt x="3528192" y="3547467"/>
                </a:lnTo>
                <a:lnTo>
                  <a:pt x="3744192" y="3547467"/>
                </a:lnTo>
                <a:lnTo>
                  <a:pt x="3744192" y="3439467"/>
                </a:lnTo>
                <a:close/>
                <a:moveTo>
                  <a:pt x="198000" y="3439467"/>
                </a:moveTo>
                <a:lnTo>
                  <a:pt x="198000" y="3547467"/>
                </a:lnTo>
                <a:lnTo>
                  <a:pt x="414000" y="3547467"/>
                </a:lnTo>
                <a:lnTo>
                  <a:pt x="414000" y="3439467"/>
                </a:lnTo>
                <a:close/>
                <a:moveTo>
                  <a:pt x="2826148" y="3206154"/>
                </a:moveTo>
                <a:lnTo>
                  <a:pt x="2826148" y="3314154"/>
                </a:lnTo>
                <a:lnTo>
                  <a:pt x="3042148" y="3314154"/>
                </a:lnTo>
                <a:lnTo>
                  <a:pt x="3042148" y="3206154"/>
                </a:lnTo>
                <a:close/>
                <a:moveTo>
                  <a:pt x="890988" y="3206154"/>
                </a:moveTo>
                <a:lnTo>
                  <a:pt x="890988" y="3314154"/>
                </a:lnTo>
                <a:lnTo>
                  <a:pt x="1106988" y="3314154"/>
                </a:lnTo>
                <a:lnTo>
                  <a:pt x="1106988" y="3206154"/>
                </a:lnTo>
                <a:close/>
                <a:moveTo>
                  <a:pt x="3528192" y="3196817"/>
                </a:moveTo>
                <a:lnTo>
                  <a:pt x="3528192" y="3304817"/>
                </a:lnTo>
                <a:lnTo>
                  <a:pt x="3744192" y="3304817"/>
                </a:lnTo>
                <a:lnTo>
                  <a:pt x="3744192" y="3196817"/>
                </a:lnTo>
                <a:close/>
                <a:moveTo>
                  <a:pt x="198000" y="3196817"/>
                </a:moveTo>
                <a:lnTo>
                  <a:pt x="198000" y="3304817"/>
                </a:lnTo>
                <a:lnTo>
                  <a:pt x="414000" y="3304817"/>
                </a:lnTo>
                <a:lnTo>
                  <a:pt x="414000" y="3196817"/>
                </a:lnTo>
                <a:close/>
                <a:moveTo>
                  <a:pt x="2070064" y="3046635"/>
                </a:moveTo>
                <a:lnTo>
                  <a:pt x="2070064" y="3154635"/>
                </a:lnTo>
                <a:lnTo>
                  <a:pt x="2286064" y="3154635"/>
                </a:lnTo>
                <a:lnTo>
                  <a:pt x="2286064" y="3046635"/>
                </a:lnTo>
                <a:close/>
                <a:moveTo>
                  <a:pt x="1638016" y="3037298"/>
                </a:moveTo>
                <a:lnTo>
                  <a:pt x="1638016" y="3145298"/>
                </a:lnTo>
                <a:lnTo>
                  <a:pt x="1854016" y="3145298"/>
                </a:lnTo>
                <a:lnTo>
                  <a:pt x="1854016" y="3037298"/>
                </a:lnTo>
                <a:close/>
                <a:moveTo>
                  <a:pt x="2826148" y="2963504"/>
                </a:moveTo>
                <a:lnTo>
                  <a:pt x="2826148" y="3071504"/>
                </a:lnTo>
                <a:lnTo>
                  <a:pt x="3042148" y="3071504"/>
                </a:lnTo>
                <a:lnTo>
                  <a:pt x="3042148" y="2963504"/>
                </a:lnTo>
                <a:close/>
                <a:moveTo>
                  <a:pt x="890988" y="2963504"/>
                </a:moveTo>
                <a:lnTo>
                  <a:pt x="890988" y="3071504"/>
                </a:lnTo>
                <a:lnTo>
                  <a:pt x="1106988" y="3071504"/>
                </a:lnTo>
                <a:lnTo>
                  <a:pt x="1106988" y="2963504"/>
                </a:lnTo>
                <a:close/>
                <a:moveTo>
                  <a:pt x="3528192" y="2954167"/>
                </a:moveTo>
                <a:lnTo>
                  <a:pt x="3528192" y="3062167"/>
                </a:lnTo>
                <a:lnTo>
                  <a:pt x="3744192" y="3062167"/>
                </a:lnTo>
                <a:lnTo>
                  <a:pt x="3744192" y="2954167"/>
                </a:lnTo>
                <a:close/>
                <a:moveTo>
                  <a:pt x="198000" y="2954167"/>
                </a:moveTo>
                <a:lnTo>
                  <a:pt x="198000" y="3062167"/>
                </a:lnTo>
                <a:lnTo>
                  <a:pt x="414000" y="3062167"/>
                </a:lnTo>
                <a:lnTo>
                  <a:pt x="414000" y="2954167"/>
                </a:lnTo>
                <a:close/>
                <a:moveTo>
                  <a:pt x="2070064" y="2803981"/>
                </a:moveTo>
                <a:lnTo>
                  <a:pt x="2070064" y="2911981"/>
                </a:lnTo>
                <a:lnTo>
                  <a:pt x="2286064" y="2911981"/>
                </a:lnTo>
                <a:lnTo>
                  <a:pt x="2286064" y="2803981"/>
                </a:lnTo>
                <a:close/>
                <a:moveTo>
                  <a:pt x="1638016" y="2794644"/>
                </a:moveTo>
                <a:lnTo>
                  <a:pt x="1638016" y="2902644"/>
                </a:lnTo>
                <a:lnTo>
                  <a:pt x="1854016" y="2902644"/>
                </a:lnTo>
                <a:lnTo>
                  <a:pt x="1854016" y="2794644"/>
                </a:lnTo>
                <a:close/>
                <a:moveTo>
                  <a:pt x="2826148" y="2720854"/>
                </a:moveTo>
                <a:lnTo>
                  <a:pt x="2826148" y="2828854"/>
                </a:lnTo>
                <a:lnTo>
                  <a:pt x="3042148" y="2828854"/>
                </a:lnTo>
                <a:lnTo>
                  <a:pt x="3042148" y="2720854"/>
                </a:lnTo>
                <a:close/>
                <a:moveTo>
                  <a:pt x="890988" y="2720854"/>
                </a:moveTo>
                <a:lnTo>
                  <a:pt x="890988" y="2828854"/>
                </a:lnTo>
                <a:lnTo>
                  <a:pt x="1106988" y="2828854"/>
                </a:lnTo>
                <a:lnTo>
                  <a:pt x="1106988" y="2720854"/>
                </a:lnTo>
                <a:close/>
                <a:moveTo>
                  <a:pt x="3528192" y="2711517"/>
                </a:moveTo>
                <a:lnTo>
                  <a:pt x="3528192" y="2819517"/>
                </a:lnTo>
                <a:lnTo>
                  <a:pt x="3744192" y="2819517"/>
                </a:lnTo>
                <a:lnTo>
                  <a:pt x="3744192" y="2711517"/>
                </a:lnTo>
                <a:close/>
                <a:moveTo>
                  <a:pt x="198000" y="2711517"/>
                </a:moveTo>
                <a:lnTo>
                  <a:pt x="198000" y="2819517"/>
                </a:lnTo>
                <a:lnTo>
                  <a:pt x="414000" y="2819517"/>
                </a:lnTo>
                <a:lnTo>
                  <a:pt x="414000" y="2711517"/>
                </a:lnTo>
                <a:close/>
                <a:moveTo>
                  <a:pt x="2070064" y="2561331"/>
                </a:moveTo>
                <a:lnTo>
                  <a:pt x="2070064" y="2669331"/>
                </a:lnTo>
                <a:lnTo>
                  <a:pt x="2286064" y="2669331"/>
                </a:lnTo>
                <a:lnTo>
                  <a:pt x="2286064" y="2561331"/>
                </a:lnTo>
                <a:close/>
                <a:moveTo>
                  <a:pt x="1638016" y="2551994"/>
                </a:moveTo>
                <a:lnTo>
                  <a:pt x="1638016" y="2659994"/>
                </a:lnTo>
                <a:lnTo>
                  <a:pt x="1854016" y="2659994"/>
                </a:lnTo>
                <a:lnTo>
                  <a:pt x="1854016" y="2551994"/>
                </a:lnTo>
                <a:close/>
                <a:moveTo>
                  <a:pt x="2826148" y="2478204"/>
                </a:moveTo>
                <a:lnTo>
                  <a:pt x="2826148" y="2586204"/>
                </a:lnTo>
                <a:lnTo>
                  <a:pt x="3042148" y="2586204"/>
                </a:lnTo>
                <a:lnTo>
                  <a:pt x="3042148" y="2478204"/>
                </a:lnTo>
                <a:close/>
                <a:moveTo>
                  <a:pt x="890988" y="2478204"/>
                </a:moveTo>
                <a:lnTo>
                  <a:pt x="890988" y="2586204"/>
                </a:lnTo>
                <a:lnTo>
                  <a:pt x="1106988" y="2586204"/>
                </a:lnTo>
                <a:lnTo>
                  <a:pt x="1106988" y="2478204"/>
                </a:lnTo>
                <a:close/>
                <a:moveTo>
                  <a:pt x="3528192" y="2468867"/>
                </a:moveTo>
                <a:lnTo>
                  <a:pt x="3528192" y="2576867"/>
                </a:lnTo>
                <a:lnTo>
                  <a:pt x="3744192" y="2576867"/>
                </a:lnTo>
                <a:lnTo>
                  <a:pt x="3744192" y="2468867"/>
                </a:lnTo>
                <a:close/>
                <a:moveTo>
                  <a:pt x="198000" y="2468867"/>
                </a:moveTo>
                <a:lnTo>
                  <a:pt x="198000" y="2576867"/>
                </a:lnTo>
                <a:lnTo>
                  <a:pt x="414000" y="2576867"/>
                </a:lnTo>
                <a:lnTo>
                  <a:pt x="414000" y="2468867"/>
                </a:lnTo>
                <a:close/>
                <a:moveTo>
                  <a:pt x="2070064" y="2318681"/>
                </a:moveTo>
                <a:lnTo>
                  <a:pt x="2070064" y="2426681"/>
                </a:lnTo>
                <a:lnTo>
                  <a:pt x="2286064" y="2426681"/>
                </a:lnTo>
                <a:lnTo>
                  <a:pt x="2286064" y="2318681"/>
                </a:lnTo>
                <a:close/>
                <a:moveTo>
                  <a:pt x="1638016" y="2309344"/>
                </a:moveTo>
                <a:lnTo>
                  <a:pt x="1638016" y="2417344"/>
                </a:lnTo>
                <a:lnTo>
                  <a:pt x="1854016" y="2417344"/>
                </a:lnTo>
                <a:lnTo>
                  <a:pt x="1854016" y="2309344"/>
                </a:lnTo>
                <a:close/>
                <a:moveTo>
                  <a:pt x="2826148" y="2235554"/>
                </a:moveTo>
                <a:lnTo>
                  <a:pt x="2826148" y="2343554"/>
                </a:lnTo>
                <a:lnTo>
                  <a:pt x="3042148" y="2343554"/>
                </a:lnTo>
                <a:lnTo>
                  <a:pt x="3042148" y="2235554"/>
                </a:lnTo>
                <a:close/>
                <a:moveTo>
                  <a:pt x="890988" y="2235554"/>
                </a:moveTo>
                <a:lnTo>
                  <a:pt x="890988" y="2343554"/>
                </a:lnTo>
                <a:lnTo>
                  <a:pt x="1106988" y="2343554"/>
                </a:lnTo>
                <a:lnTo>
                  <a:pt x="1106988" y="2235554"/>
                </a:lnTo>
                <a:close/>
                <a:moveTo>
                  <a:pt x="3528192" y="2226217"/>
                </a:moveTo>
                <a:lnTo>
                  <a:pt x="3528192" y="2334217"/>
                </a:lnTo>
                <a:lnTo>
                  <a:pt x="3744192" y="2334217"/>
                </a:lnTo>
                <a:lnTo>
                  <a:pt x="3744192" y="2226217"/>
                </a:lnTo>
                <a:close/>
                <a:moveTo>
                  <a:pt x="198000" y="2226217"/>
                </a:moveTo>
                <a:lnTo>
                  <a:pt x="198000" y="2334217"/>
                </a:lnTo>
                <a:lnTo>
                  <a:pt x="414000" y="2334217"/>
                </a:lnTo>
                <a:lnTo>
                  <a:pt x="414000" y="2226217"/>
                </a:lnTo>
                <a:close/>
                <a:moveTo>
                  <a:pt x="2070064" y="2076031"/>
                </a:moveTo>
                <a:lnTo>
                  <a:pt x="2070064" y="2184031"/>
                </a:lnTo>
                <a:lnTo>
                  <a:pt x="2286064" y="2184031"/>
                </a:lnTo>
                <a:lnTo>
                  <a:pt x="2286064" y="2076031"/>
                </a:lnTo>
                <a:close/>
                <a:moveTo>
                  <a:pt x="1638016" y="2066694"/>
                </a:moveTo>
                <a:lnTo>
                  <a:pt x="1638016" y="2174694"/>
                </a:lnTo>
                <a:lnTo>
                  <a:pt x="1854016" y="2174694"/>
                </a:lnTo>
                <a:lnTo>
                  <a:pt x="1854016" y="2066694"/>
                </a:lnTo>
                <a:close/>
                <a:moveTo>
                  <a:pt x="2826148" y="1992904"/>
                </a:moveTo>
                <a:lnTo>
                  <a:pt x="2826148" y="2100904"/>
                </a:lnTo>
                <a:lnTo>
                  <a:pt x="3042148" y="2100904"/>
                </a:lnTo>
                <a:lnTo>
                  <a:pt x="3042148" y="1992904"/>
                </a:lnTo>
                <a:close/>
                <a:moveTo>
                  <a:pt x="890988" y="1992904"/>
                </a:moveTo>
                <a:lnTo>
                  <a:pt x="890988" y="2100904"/>
                </a:lnTo>
                <a:lnTo>
                  <a:pt x="1106988" y="2100904"/>
                </a:lnTo>
                <a:lnTo>
                  <a:pt x="1106988" y="1992904"/>
                </a:lnTo>
                <a:close/>
                <a:moveTo>
                  <a:pt x="3528192" y="1983567"/>
                </a:moveTo>
                <a:lnTo>
                  <a:pt x="3528192" y="2091567"/>
                </a:lnTo>
                <a:lnTo>
                  <a:pt x="3744192" y="2091567"/>
                </a:lnTo>
                <a:lnTo>
                  <a:pt x="3744192" y="1983567"/>
                </a:lnTo>
                <a:close/>
                <a:moveTo>
                  <a:pt x="198000" y="1983567"/>
                </a:moveTo>
                <a:lnTo>
                  <a:pt x="198000" y="2091567"/>
                </a:lnTo>
                <a:lnTo>
                  <a:pt x="414000" y="2091567"/>
                </a:lnTo>
                <a:lnTo>
                  <a:pt x="414000" y="1983567"/>
                </a:lnTo>
                <a:close/>
                <a:moveTo>
                  <a:pt x="2070064" y="1833381"/>
                </a:moveTo>
                <a:lnTo>
                  <a:pt x="2070064" y="1941381"/>
                </a:lnTo>
                <a:lnTo>
                  <a:pt x="2286064" y="1941381"/>
                </a:lnTo>
                <a:lnTo>
                  <a:pt x="2286064" y="1833381"/>
                </a:lnTo>
                <a:close/>
                <a:moveTo>
                  <a:pt x="1638016" y="1824044"/>
                </a:moveTo>
                <a:lnTo>
                  <a:pt x="1638016" y="1932044"/>
                </a:lnTo>
                <a:lnTo>
                  <a:pt x="1854016" y="1932044"/>
                </a:lnTo>
                <a:lnTo>
                  <a:pt x="1854016" y="1824044"/>
                </a:lnTo>
                <a:close/>
                <a:moveTo>
                  <a:pt x="2826148" y="1750254"/>
                </a:moveTo>
                <a:lnTo>
                  <a:pt x="2826148" y="1858254"/>
                </a:lnTo>
                <a:lnTo>
                  <a:pt x="3042148" y="1858254"/>
                </a:lnTo>
                <a:lnTo>
                  <a:pt x="3042148" y="1750254"/>
                </a:lnTo>
                <a:close/>
                <a:moveTo>
                  <a:pt x="890988" y="1750254"/>
                </a:moveTo>
                <a:lnTo>
                  <a:pt x="890988" y="1858254"/>
                </a:lnTo>
                <a:lnTo>
                  <a:pt x="1106988" y="1858254"/>
                </a:lnTo>
                <a:lnTo>
                  <a:pt x="1106988" y="1750254"/>
                </a:lnTo>
                <a:close/>
                <a:moveTo>
                  <a:pt x="3528192" y="1740917"/>
                </a:moveTo>
                <a:lnTo>
                  <a:pt x="3528192" y="1848917"/>
                </a:lnTo>
                <a:lnTo>
                  <a:pt x="3744192" y="1848917"/>
                </a:lnTo>
                <a:lnTo>
                  <a:pt x="3744192" y="1740917"/>
                </a:lnTo>
                <a:close/>
                <a:moveTo>
                  <a:pt x="198000" y="1740917"/>
                </a:moveTo>
                <a:lnTo>
                  <a:pt x="198000" y="1848917"/>
                </a:lnTo>
                <a:lnTo>
                  <a:pt x="414000" y="1848917"/>
                </a:lnTo>
                <a:lnTo>
                  <a:pt x="414000" y="1740917"/>
                </a:lnTo>
                <a:close/>
                <a:moveTo>
                  <a:pt x="2070064" y="1590731"/>
                </a:moveTo>
                <a:lnTo>
                  <a:pt x="2070064" y="1698731"/>
                </a:lnTo>
                <a:lnTo>
                  <a:pt x="2286064" y="1698731"/>
                </a:lnTo>
                <a:lnTo>
                  <a:pt x="2286064" y="1590731"/>
                </a:lnTo>
                <a:close/>
                <a:moveTo>
                  <a:pt x="1638016" y="1581394"/>
                </a:moveTo>
                <a:lnTo>
                  <a:pt x="1638016" y="1689394"/>
                </a:lnTo>
                <a:lnTo>
                  <a:pt x="1854016" y="1689394"/>
                </a:lnTo>
                <a:lnTo>
                  <a:pt x="1854016" y="1581394"/>
                </a:lnTo>
                <a:close/>
                <a:moveTo>
                  <a:pt x="3330192" y="1507604"/>
                </a:moveTo>
                <a:lnTo>
                  <a:pt x="3942192" y="1507604"/>
                </a:lnTo>
                <a:lnTo>
                  <a:pt x="3942192" y="3931865"/>
                </a:lnTo>
                <a:lnTo>
                  <a:pt x="3330192" y="3931865"/>
                </a:lnTo>
                <a:close/>
                <a:moveTo>
                  <a:pt x="2826148" y="1507604"/>
                </a:moveTo>
                <a:lnTo>
                  <a:pt x="2826148" y="1615604"/>
                </a:lnTo>
                <a:lnTo>
                  <a:pt x="3042148" y="1615604"/>
                </a:lnTo>
                <a:lnTo>
                  <a:pt x="3042148" y="1507604"/>
                </a:lnTo>
                <a:close/>
                <a:moveTo>
                  <a:pt x="890988" y="1507604"/>
                </a:moveTo>
                <a:lnTo>
                  <a:pt x="890988" y="1615604"/>
                </a:lnTo>
                <a:lnTo>
                  <a:pt x="1106988" y="1615604"/>
                </a:lnTo>
                <a:lnTo>
                  <a:pt x="1106988" y="1507604"/>
                </a:lnTo>
                <a:close/>
                <a:moveTo>
                  <a:pt x="0" y="1507604"/>
                </a:moveTo>
                <a:lnTo>
                  <a:pt x="612000" y="1507604"/>
                </a:lnTo>
                <a:lnTo>
                  <a:pt x="612000" y="3931865"/>
                </a:lnTo>
                <a:lnTo>
                  <a:pt x="0" y="3931865"/>
                </a:lnTo>
                <a:close/>
                <a:moveTo>
                  <a:pt x="2070064" y="1348081"/>
                </a:moveTo>
                <a:lnTo>
                  <a:pt x="2070064" y="1456081"/>
                </a:lnTo>
                <a:lnTo>
                  <a:pt x="2286064" y="1456081"/>
                </a:lnTo>
                <a:lnTo>
                  <a:pt x="2286064" y="1348081"/>
                </a:lnTo>
                <a:close/>
                <a:moveTo>
                  <a:pt x="1638016" y="1338744"/>
                </a:moveTo>
                <a:lnTo>
                  <a:pt x="1638016" y="1446744"/>
                </a:lnTo>
                <a:lnTo>
                  <a:pt x="1854016" y="1446744"/>
                </a:lnTo>
                <a:lnTo>
                  <a:pt x="1854016" y="1338744"/>
                </a:lnTo>
                <a:close/>
                <a:moveTo>
                  <a:pt x="2628148" y="1267865"/>
                </a:moveTo>
                <a:lnTo>
                  <a:pt x="3240148" y="1267865"/>
                </a:lnTo>
                <a:lnTo>
                  <a:pt x="3240148" y="3931865"/>
                </a:lnTo>
                <a:lnTo>
                  <a:pt x="2628148" y="3931865"/>
                </a:lnTo>
                <a:close/>
                <a:moveTo>
                  <a:pt x="692988" y="1267865"/>
                </a:moveTo>
                <a:lnTo>
                  <a:pt x="1304988" y="1267865"/>
                </a:lnTo>
                <a:lnTo>
                  <a:pt x="1304988" y="3931865"/>
                </a:lnTo>
                <a:lnTo>
                  <a:pt x="692988" y="3931865"/>
                </a:lnTo>
                <a:close/>
                <a:moveTo>
                  <a:pt x="2070064" y="1105431"/>
                </a:moveTo>
                <a:lnTo>
                  <a:pt x="2070064" y="1213431"/>
                </a:lnTo>
                <a:lnTo>
                  <a:pt x="2286064" y="1213431"/>
                </a:lnTo>
                <a:lnTo>
                  <a:pt x="2286064" y="1105431"/>
                </a:lnTo>
                <a:close/>
                <a:moveTo>
                  <a:pt x="1638016" y="1096094"/>
                </a:moveTo>
                <a:lnTo>
                  <a:pt x="1638016" y="1204094"/>
                </a:lnTo>
                <a:lnTo>
                  <a:pt x="1854016" y="1204094"/>
                </a:lnTo>
                <a:lnTo>
                  <a:pt x="1854016" y="1096094"/>
                </a:lnTo>
                <a:close/>
                <a:moveTo>
                  <a:pt x="2070064" y="862781"/>
                </a:moveTo>
                <a:lnTo>
                  <a:pt x="2070064" y="970781"/>
                </a:lnTo>
                <a:lnTo>
                  <a:pt x="2286064" y="970781"/>
                </a:lnTo>
                <a:lnTo>
                  <a:pt x="2286064" y="862781"/>
                </a:lnTo>
                <a:close/>
                <a:moveTo>
                  <a:pt x="1638016" y="853444"/>
                </a:moveTo>
                <a:lnTo>
                  <a:pt x="1638016" y="961444"/>
                </a:lnTo>
                <a:lnTo>
                  <a:pt x="1854016" y="961444"/>
                </a:lnTo>
                <a:lnTo>
                  <a:pt x="1854016" y="853444"/>
                </a:lnTo>
                <a:close/>
                <a:moveTo>
                  <a:pt x="1883174" y="0"/>
                </a:moveTo>
                <a:lnTo>
                  <a:pt x="2040907" y="0"/>
                </a:lnTo>
                <a:lnTo>
                  <a:pt x="2040907" y="355600"/>
                </a:lnTo>
                <a:lnTo>
                  <a:pt x="2178064" y="355600"/>
                </a:lnTo>
                <a:lnTo>
                  <a:pt x="2178064" y="596007"/>
                </a:lnTo>
                <a:lnTo>
                  <a:pt x="2538104" y="596007"/>
                </a:lnTo>
                <a:lnTo>
                  <a:pt x="2538104" y="3931865"/>
                </a:lnTo>
                <a:lnTo>
                  <a:pt x="2142040" y="3931865"/>
                </a:lnTo>
                <a:lnTo>
                  <a:pt x="2142040" y="3291036"/>
                </a:lnTo>
                <a:lnTo>
                  <a:pt x="1782040" y="3291036"/>
                </a:lnTo>
                <a:lnTo>
                  <a:pt x="1782040" y="3931865"/>
                </a:lnTo>
                <a:lnTo>
                  <a:pt x="1385976" y="3931865"/>
                </a:lnTo>
                <a:lnTo>
                  <a:pt x="1385976" y="596007"/>
                </a:lnTo>
                <a:lnTo>
                  <a:pt x="1746016" y="596007"/>
                </a:lnTo>
                <a:lnTo>
                  <a:pt x="1746016" y="355600"/>
                </a:lnTo>
                <a:lnTo>
                  <a:pt x="1883174" y="355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10828" y="1392136"/>
            <a:ext cx="76275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Pertanyaan</a:t>
            </a:r>
            <a:r>
              <a:rPr lang="en-ID" sz="1600" dirty="0"/>
              <a:t> </a:t>
            </a:r>
            <a:r>
              <a:rPr lang="en-ID" sz="1600" dirty="0" err="1"/>
              <a:t>keseluruhan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dipikirkan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b="1" dirty="0" err="1"/>
              <a:t>Pikirkan</a:t>
            </a:r>
            <a:r>
              <a:rPr lang="en-ID" sz="1600" b="1" dirty="0"/>
              <a:t> </a:t>
            </a:r>
            <a:r>
              <a:rPr lang="en-ID" sz="1600" b="1" dirty="0" err="1"/>
              <a:t>bagian</a:t>
            </a:r>
            <a:r>
              <a:rPr lang="en-ID" sz="1600" b="1" dirty="0"/>
              <a:t> mana </a:t>
            </a:r>
            <a:r>
              <a:rPr lang="en-ID" sz="1600" b="1" dirty="0" err="1"/>
              <a:t>dari</a:t>
            </a:r>
            <a:r>
              <a:rPr lang="en-ID" sz="1600" b="1" dirty="0"/>
              <a:t> model </a:t>
            </a:r>
            <a:r>
              <a:rPr lang="en-ID" sz="1600" b="1" dirty="0" err="1"/>
              <a:t>bisnis</a:t>
            </a:r>
            <a:r>
              <a:rPr lang="en-ID" sz="1600" b="1" dirty="0"/>
              <a:t> yang </a:t>
            </a:r>
            <a:r>
              <a:rPr lang="en-ID" sz="1600" b="1" dirty="0" err="1"/>
              <a:t>sudah</a:t>
            </a:r>
            <a:r>
              <a:rPr lang="en-ID" sz="1600" b="1" dirty="0"/>
              <a:t> </a:t>
            </a:r>
            <a:r>
              <a:rPr lang="en-ID" sz="1600" b="1" dirty="0" err="1"/>
              <a:t>ada</a:t>
            </a:r>
            <a:r>
              <a:rPr lang="en-ID" sz="1600" b="1" dirty="0"/>
              <a:t> yang </a:t>
            </a:r>
            <a:r>
              <a:rPr lang="en-ID" sz="1600" b="1" dirty="0" err="1"/>
              <a:t>perlu</a:t>
            </a:r>
            <a:r>
              <a:rPr lang="en-ID" sz="1600" b="1" dirty="0"/>
              <a:t> </a:t>
            </a:r>
            <a:r>
              <a:rPr lang="en-ID" sz="1600" b="1" dirty="0" err="1"/>
              <a:t>dilakukan</a:t>
            </a:r>
            <a:r>
              <a:rPr lang="en-ID" sz="1600" b="1" dirty="0"/>
              <a:t> </a:t>
            </a:r>
            <a:r>
              <a:rPr lang="en-ID" sz="1600" b="1" dirty="0" err="1"/>
              <a:t>adaptasi</a:t>
            </a:r>
            <a:r>
              <a:rPr lang="en-ID" sz="1600" b="1" dirty="0"/>
              <a:t> Kembali? </a:t>
            </a:r>
            <a:r>
              <a:rPr lang="en-ID" sz="1600" b="1" dirty="0" err="1"/>
              <a:t>Apakah</a:t>
            </a:r>
            <a:r>
              <a:rPr lang="en-ID" sz="1600" b="1" dirty="0"/>
              <a:t> target </a:t>
            </a:r>
            <a:r>
              <a:rPr lang="en-ID" sz="1600" b="1" dirty="0" err="1"/>
              <a:t>konsumen</a:t>
            </a:r>
            <a:r>
              <a:rPr lang="en-ID" sz="1600" b="1" dirty="0"/>
              <a:t> </a:t>
            </a:r>
            <a:r>
              <a:rPr lang="en-ID" sz="1600" b="1" dirty="0" err="1"/>
              <a:t>tertentu</a:t>
            </a:r>
            <a:r>
              <a:rPr lang="en-ID" sz="1600" b="1" dirty="0"/>
              <a:t> </a:t>
            </a:r>
            <a:r>
              <a:rPr lang="en-ID" sz="1600" b="1" dirty="0" err="1"/>
              <a:t>sedang</a:t>
            </a:r>
            <a:r>
              <a:rPr lang="en-ID" sz="1600" b="1" dirty="0"/>
              <a:t> </a:t>
            </a:r>
            <a:r>
              <a:rPr lang="en-ID" sz="1600" b="1" dirty="0" err="1"/>
              <a:t>beradapatasi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, </a:t>
            </a:r>
            <a:r>
              <a:rPr lang="en-ID" sz="1600" b="1" dirty="0" err="1"/>
              <a:t>masalah</a:t>
            </a:r>
            <a:r>
              <a:rPr lang="en-ID" sz="1600" b="1" dirty="0"/>
              <a:t>, </a:t>
            </a:r>
            <a:r>
              <a:rPr lang="en-ID" sz="1600" b="1" dirty="0" err="1"/>
              <a:t>atau</a:t>
            </a:r>
            <a:r>
              <a:rPr lang="en-ID" sz="1600" b="1" dirty="0"/>
              <a:t> proses</a:t>
            </a:r>
            <a:r>
              <a:rPr lang="en-ID" sz="1600" dirty="0"/>
              <a:t>?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/>
              <a:t>Guiding Questions: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Bagian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mana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ganti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mengganti</a:t>
            </a:r>
            <a:r>
              <a:rPr lang="en-ID" sz="1600" dirty="0"/>
              <a:t> </a:t>
            </a:r>
            <a:r>
              <a:rPr lang="en-ID" sz="1600" dirty="0" err="1"/>
              <a:t>karakteristik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mencari</a:t>
            </a:r>
            <a:r>
              <a:rPr lang="en-ID" sz="1600" dirty="0"/>
              <a:t> </a:t>
            </a:r>
            <a:r>
              <a:rPr lang="en-ID" sz="1600" dirty="0" err="1"/>
              <a:t>inspirasi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lain </a:t>
            </a:r>
            <a:r>
              <a:rPr lang="en-ID" sz="1600" dirty="0" err="1"/>
              <a:t>atau</a:t>
            </a:r>
            <a:r>
              <a:rPr lang="en-ID" sz="1600" dirty="0"/>
              <a:t> proses, </a:t>
            </a:r>
            <a:r>
              <a:rPr lang="en-ID" sz="1600" dirty="0" err="1"/>
              <a:t>tetapi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yang </a:t>
            </a:r>
            <a:r>
              <a:rPr lang="en-ID" sz="1600" dirty="0" err="1"/>
              <a:t>berbeda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Apakah</a:t>
            </a:r>
            <a:r>
              <a:rPr lang="en-ID" sz="1600" dirty="0"/>
              <a:t> history </a:t>
            </a:r>
            <a:r>
              <a:rPr lang="en-ID" sz="1600" dirty="0" err="1"/>
              <a:t>menawarkan</a:t>
            </a:r>
            <a:r>
              <a:rPr lang="en-ID" sz="1600" dirty="0"/>
              <a:t> </a:t>
            </a:r>
            <a:r>
              <a:rPr lang="en-ID" sz="1600" dirty="0" err="1"/>
              <a:t>solusi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Ide mana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adaptasi</a:t>
            </a:r>
            <a:r>
              <a:rPr lang="en-ID" sz="1600" dirty="0"/>
              <a:t>, </a:t>
            </a:r>
            <a:r>
              <a:rPr lang="en-ID" sz="1600" dirty="0" err="1"/>
              <a:t>menyalin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meminjam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orang lain?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Proses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adaptasi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mengadaptasi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target </a:t>
            </a:r>
            <a:r>
              <a:rPr lang="en-ID" sz="1600" dirty="0" err="1"/>
              <a:t>kelompok</a:t>
            </a:r>
            <a:r>
              <a:rPr lang="en-ID" sz="1600" dirty="0"/>
              <a:t>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828" y="904863"/>
            <a:ext cx="2196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ADAPT (</a:t>
            </a:r>
            <a:r>
              <a:rPr lang="en-US" altLang="ko-KR" b="1" dirty="0" err="1">
                <a:solidFill>
                  <a:schemeClr val="accent1"/>
                </a:solidFill>
                <a:cs typeface="Arial" panose="020B0604020202090204" pitchFamily="34" charset="0"/>
              </a:rPr>
              <a:t>Adaptasi</a:t>
            </a:r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4789654"/>
            <a:ext cx="4485126" cy="2068346"/>
            <a:chOff x="3058674" y="1780667"/>
            <a:chExt cx="6074652" cy="2801367"/>
          </a:xfrm>
        </p:grpSpPr>
        <p:grpSp>
          <p:nvGrpSpPr>
            <p:cNvPr id="5" name="Group 4"/>
            <p:cNvGrpSpPr/>
            <p:nvPr/>
          </p:nvGrpSpPr>
          <p:grpSpPr>
            <a:xfrm>
              <a:off x="3387274" y="1780667"/>
              <a:ext cx="5347719" cy="2333046"/>
              <a:chOff x="3387275" y="1423862"/>
              <a:chExt cx="5347719" cy="2333046"/>
            </a:xfrm>
          </p:grpSpPr>
          <p:sp>
            <p:nvSpPr>
              <p:cNvPr id="30" name="Freeform: Shape 29"/>
              <p:cNvSpPr/>
              <p:nvPr/>
            </p:nvSpPr>
            <p:spPr>
              <a:xfrm>
                <a:off x="5167979" y="1635491"/>
                <a:ext cx="428693" cy="2119360"/>
              </a:xfrm>
              <a:custGeom>
                <a:avLst/>
                <a:gdLst>
                  <a:gd name="connsiteX0" fmla="*/ 477202 w 476250"/>
                  <a:gd name="connsiteY0" fmla="*/ 2308860 h 2305050"/>
                  <a:gd name="connsiteX1" fmla="*/ 0 w 476250"/>
                  <a:gd name="connsiteY1" fmla="*/ 2308860 h 2305050"/>
                  <a:gd name="connsiteX2" fmla="*/ 0 w 476250"/>
                  <a:gd name="connsiteY2" fmla="*/ 0 h 2305050"/>
                  <a:gd name="connsiteX3" fmla="*/ 477202 w 476250"/>
                  <a:gd name="connsiteY3" fmla="*/ 0 h 2305050"/>
                  <a:gd name="connsiteX4" fmla="*/ 477202 w 476250"/>
                  <a:gd name="connsiteY4" fmla="*/ 2308860 h 2305050"/>
                  <a:gd name="connsiteX5" fmla="*/ 452438 w 476250"/>
                  <a:gd name="connsiteY5" fmla="*/ 1071563 h 2305050"/>
                  <a:gd name="connsiteX6" fmla="*/ 332422 w 476250"/>
                  <a:gd name="connsiteY6" fmla="*/ 1071563 h 2305050"/>
                  <a:gd name="connsiteX7" fmla="*/ 332422 w 476250"/>
                  <a:gd name="connsiteY7" fmla="*/ 1188720 h 2305050"/>
                  <a:gd name="connsiteX8" fmla="*/ 452438 w 476250"/>
                  <a:gd name="connsiteY8" fmla="*/ 1188720 h 2305050"/>
                  <a:gd name="connsiteX9" fmla="*/ 452438 w 476250"/>
                  <a:gd name="connsiteY9" fmla="*/ 1071563 h 2305050"/>
                  <a:gd name="connsiteX10" fmla="*/ 298132 w 476250"/>
                  <a:gd name="connsiteY10" fmla="*/ 1190625 h 2305050"/>
                  <a:gd name="connsiteX11" fmla="*/ 298132 w 476250"/>
                  <a:gd name="connsiteY11" fmla="*/ 1070610 h 2305050"/>
                  <a:gd name="connsiteX12" fmla="*/ 180975 w 476250"/>
                  <a:gd name="connsiteY12" fmla="*/ 1070610 h 2305050"/>
                  <a:gd name="connsiteX13" fmla="*/ 180975 w 476250"/>
                  <a:gd name="connsiteY13" fmla="*/ 1190625 h 2305050"/>
                  <a:gd name="connsiteX14" fmla="*/ 298132 w 476250"/>
                  <a:gd name="connsiteY14" fmla="*/ 1190625 h 2305050"/>
                  <a:gd name="connsiteX15" fmla="*/ 27622 w 476250"/>
                  <a:gd name="connsiteY15" fmla="*/ 1188720 h 2305050"/>
                  <a:gd name="connsiteX16" fmla="*/ 146685 w 476250"/>
                  <a:gd name="connsiteY16" fmla="*/ 1188720 h 2305050"/>
                  <a:gd name="connsiteX17" fmla="*/ 146685 w 476250"/>
                  <a:gd name="connsiteY17" fmla="*/ 1070610 h 2305050"/>
                  <a:gd name="connsiteX18" fmla="*/ 27622 w 476250"/>
                  <a:gd name="connsiteY18" fmla="*/ 1070610 h 2305050"/>
                  <a:gd name="connsiteX19" fmla="*/ 27622 w 476250"/>
                  <a:gd name="connsiteY19" fmla="*/ 1188720 h 2305050"/>
                  <a:gd name="connsiteX20" fmla="*/ 28575 w 476250"/>
                  <a:gd name="connsiteY20" fmla="*/ 328613 h 2305050"/>
                  <a:gd name="connsiteX21" fmla="*/ 28575 w 476250"/>
                  <a:gd name="connsiteY21" fmla="*/ 448627 h 2305050"/>
                  <a:gd name="connsiteX22" fmla="*/ 147638 w 476250"/>
                  <a:gd name="connsiteY22" fmla="*/ 448627 h 2305050"/>
                  <a:gd name="connsiteX23" fmla="*/ 147638 w 476250"/>
                  <a:gd name="connsiteY23" fmla="*/ 328613 h 2305050"/>
                  <a:gd name="connsiteX24" fmla="*/ 28575 w 476250"/>
                  <a:gd name="connsiteY24" fmla="*/ 328613 h 2305050"/>
                  <a:gd name="connsiteX25" fmla="*/ 450532 w 476250"/>
                  <a:gd name="connsiteY25" fmla="*/ 744855 h 2305050"/>
                  <a:gd name="connsiteX26" fmla="*/ 450532 w 476250"/>
                  <a:gd name="connsiteY26" fmla="*/ 627697 h 2305050"/>
                  <a:gd name="connsiteX27" fmla="*/ 331470 w 476250"/>
                  <a:gd name="connsiteY27" fmla="*/ 627697 h 2305050"/>
                  <a:gd name="connsiteX28" fmla="*/ 331470 w 476250"/>
                  <a:gd name="connsiteY28" fmla="*/ 744855 h 2305050"/>
                  <a:gd name="connsiteX29" fmla="*/ 450532 w 476250"/>
                  <a:gd name="connsiteY29" fmla="*/ 744855 h 2305050"/>
                  <a:gd name="connsiteX30" fmla="*/ 147638 w 476250"/>
                  <a:gd name="connsiteY30" fmla="*/ 626745 h 2305050"/>
                  <a:gd name="connsiteX31" fmla="*/ 27622 w 476250"/>
                  <a:gd name="connsiteY31" fmla="*/ 626745 h 2305050"/>
                  <a:gd name="connsiteX32" fmla="*/ 27622 w 476250"/>
                  <a:gd name="connsiteY32" fmla="*/ 743902 h 2305050"/>
                  <a:gd name="connsiteX33" fmla="*/ 147638 w 476250"/>
                  <a:gd name="connsiteY33" fmla="*/ 743902 h 2305050"/>
                  <a:gd name="connsiteX34" fmla="*/ 147638 w 476250"/>
                  <a:gd name="connsiteY34" fmla="*/ 626745 h 2305050"/>
                  <a:gd name="connsiteX35" fmla="*/ 298132 w 476250"/>
                  <a:gd name="connsiteY35" fmla="*/ 1337310 h 2305050"/>
                  <a:gd name="connsiteX36" fmla="*/ 298132 w 476250"/>
                  <a:gd name="connsiteY36" fmla="*/ 1219200 h 2305050"/>
                  <a:gd name="connsiteX37" fmla="*/ 180975 w 476250"/>
                  <a:gd name="connsiteY37" fmla="*/ 1219200 h 2305050"/>
                  <a:gd name="connsiteX38" fmla="*/ 180975 w 476250"/>
                  <a:gd name="connsiteY38" fmla="*/ 1337310 h 2305050"/>
                  <a:gd name="connsiteX39" fmla="*/ 298132 w 476250"/>
                  <a:gd name="connsiteY39" fmla="*/ 1337310 h 2305050"/>
                  <a:gd name="connsiteX40" fmla="*/ 180022 w 476250"/>
                  <a:gd name="connsiteY40" fmla="*/ 476250 h 2305050"/>
                  <a:gd name="connsiteX41" fmla="*/ 180022 w 476250"/>
                  <a:gd name="connsiteY41" fmla="*/ 595313 h 2305050"/>
                  <a:gd name="connsiteX42" fmla="*/ 299085 w 476250"/>
                  <a:gd name="connsiteY42" fmla="*/ 595313 h 2305050"/>
                  <a:gd name="connsiteX43" fmla="*/ 299085 w 476250"/>
                  <a:gd name="connsiteY43" fmla="*/ 476250 h 2305050"/>
                  <a:gd name="connsiteX44" fmla="*/ 180022 w 476250"/>
                  <a:gd name="connsiteY44" fmla="*/ 476250 h 2305050"/>
                  <a:gd name="connsiteX45" fmla="*/ 452438 w 476250"/>
                  <a:gd name="connsiteY45" fmla="*/ 32385 h 2305050"/>
                  <a:gd name="connsiteX46" fmla="*/ 330518 w 476250"/>
                  <a:gd name="connsiteY46" fmla="*/ 32385 h 2305050"/>
                  <a:gd name="connsiteX47" fmla="*/ 330518 w 476250"/>
                  <a:gd name="connsiteY47" fmla="*/ 148590 h 2305050"/>
                  <a:gd name="connsiteX48" fmla="*/ 452438 w 476250"/>
                  <a:gd name="connsiteY48" fmla="*/ 148590 h 2305050"/>
                  <a:gd name="connsiteX49" fmla="*/ 452438 w 476250"/>
                  <a:gd name="connsiteY49" fmla="*/ 32385 h 2305050"/>
                  <a:gd name="connsiteX50" fmla="*/ 300038 w 476250"/>
                  <a:gd name="connsiteY50" fmla="*/ 31432 h 2305050"/>
                  <a:gd name="connsiteX51" fmla="*/ 180022 w 476250"/>
                  <a:gd name="connsiteY51" fmla="*/ 31432 h 2305050"/>
                  <a:gd name="connsiteX52" fmla="*/ 180022 w 476250"/>
                  <a:gd name="connsiteY52" fmla="*/ 149542 h 2305050"/>
                  <a:gd name="connsiteX53" fmla="*/ 300038 w 476250"/>
                  <a:gd name="connsiteY53" fmla="*/ 149542 h 2305050"/>
                  <a:gd name="connsiteX54" fmla="*/ 300038 w 476250"/>
                  <a:gd name="connsiteY54" fmla="*/ 31432 h 2305050"/>
                  <a:gd name="connsiteX55" fmla="*/ 300038 w 476250"/>
                  <a:gd name="connsiteY55" fmla="*/ 299085 h 2305050"/>
                  <a:gd name="connsiteX56" fmla="*/ 300038 w 476250"/>
                  <a:gd name="connsiteY56" fmla="*/ 180022 h 2305050"/>
                  <a:gd name="connsiteX57" fmla="*/ 179070 w 476250"/>
                  <a:gd name="connsiteY57" fmla="*/ 180022 h 2305050"/>
                  <a:gd name="connsiteX58" fmla="*/ 179070 w 476250"/>
                  <a:gd name="connsiteY58" fmla="*/ 299085 h 2305050"/>
                  <a:gd name="connsiteX59" fmla="*/ 300038 w 476250"/>
                  <a:gd name="connsiteY59" fmla="*/ 299085 h 2305050"/>
                  <a:gd name="connsiteX60" fmla="*/ 147638 w 476250"/>
                  <a:gd name="connsiteY60" fmla="*/ 477202 h 2305050"/>
                  <a:gd name="connsiteX61" fmla="*/ 26670 w 476250"/>
                  <a:gd name="connsiteY61" fmla="*/ 477202 h 2305050"/>
                  <a:gd name="connsiteX62" fmla="*/ 26670 w 476250"/>
                  <a:gd name="connsiteY62" fmla="*/ 594360 h 2305050"/>
                  <a:gd name="connsiteX63" fmla="*/ 147638 w 476250"/>
                  <a:gd name="connsiteY63" fmla="*/ 594360 h 2305050"/>
                  <a:gd name="connsiteX64" fmla="*/ 147638 w 476250"/>
                  <a:gd name="connsiteY64" fmla="*/ 477202 h 2305050"/>
                  <a:gd name="connsiteX65" fmla="*/ 450532 w 476250"/>
                  <a:gd name="connsiteY65" fmla="*/ 1041082 h 2305050"/>
                  <a:gd name="connsiteX66" fmla="*/ 450532 w 476250"/>
                  <a:gd name="connsiteY66" fmla="*/ 923925 h 2305050"/>
                  <a:gd name="connsiteX67" fmla="*/ 331470 w 476250"/>
                  <a:gd name="connsiteY67" fmla="*/ 923925 h 2305050"/>
                  <a:gd name="connsiteX68" fmla="*/ 331470 w 476250"/>
                  <a:gd name="connsiteY68" fmla="*/ 1041082 h 2305050"/>
                  <a:gd name="connsiteX69" fmla="*/ 450532 w 476250"/>
                  <a:gd name="connsiteY69" fmla="*/ 1041082 h 2305050"/>
                  <a:gd name="connsiteX70" fmla="*/ 332422 w 476250"/>
                  <a:gd name="connsiteY70" fmla="*/ 1218248 h 2305050"/>
                  <a:gd name="connsiteX71" fmla="*/ 332422 w 476250"/>
                  <a:gd name="connsiteY71" fmla="*/ 1336357 h 2305050"/>
                  <a:gd name="connsiteX72" fmla="*/ 451485 w 476250"/>
                  <a:gd name="connsiteY72" fmla="*/ 1336357 h 2305050"/>
                  <a:gd name="connsiteX73" fmla="*/ 451485 w 476250"/>
                  <a:gd name="connsiteY73" fmla="*/ 1218248 h 2305050"/>
                  <a:gd name="connsiteX74" fmla="*/ 332422 w 476250"/>
                  <a:gd name="connsiteY74" fmla="*/ 1218248 h 2305050"/>
                  <a:gd name="connsiteX75" fmla="*/ 452438 w 476250"/>
                  <a:gd name="connsiteY75" fmla="*/ 447675 h 2305050"/>
                  <a:gd name="connsiteX76" fmla="*/ 452438 w 476250"/>
                  <a:gd name="connsiteY76" fmla="*/ 329565 h 2305050"/>
                  <a:gd name="connsiteX77" fmla="*/ 331470 w 476250"/>
                  <a:gd name="connsiteY77" fmla="*/ 329565 h 2305050"/>
                  <a:gd name="connsiteX78" fmla="*/ 331470 w 476250"/>
                  <a:gd name="connsiteY78" fmla="*/ 447675 h 2305050"/>
                  <a:gd name="connsiteX79" fmla="*/ 452438 w 476250"/>
                  <a:gd name="connsiteY79" fmla="*/ 447675 h 2305050"/>
                  <a:gd name="connsiteX80" fmla="*/ 300038 w 476250"/>
                  <a:gd name="connsiteY80" fmla="*/ 448627 h 2305050"/>
                  <a:gd name="connsiteX81" fmla="*/ 300038 w 476250"/>
                  <a:gd name="connsiteY81" fmla="*/ 328613 h 2305050"/>
                  <a:gd name="connsiteX82" fmla="*/ 180022 w 476250"/>
                  <a:gd name="connsiteY82" fmla="*/ 328613 h 2305050"/>
                  <a:gd name="connsiteX83" fmla="*/ 180022 w 476250"/>
                  <a:gd name="connsiteY83" fmla="*/ 448627 h 2305050"/>
                  <a:gd name="connsiteX84" fmla="*/ 300038 w 476250"/>
                  <a:gd name="connsiteY84" fmla="*/ 448627 h 2305050"/>
                  <a:gd name="connsiteX85" fmla="*/ 146685 w 476250"/>
                  <a:gd name="connsiteY85" fmla="*/ 299085 h 2305050"/>
                  <a:gd name="connsiteX86" fmla="*/ 146685 w 476250"/>
                  <a:gd name="connsiteY86" fmla="*/ 181927 h 2305050"/>
                  <a:gd name="connsiteX87" fmla="*/ 27622 w 476250"/>
                  <a:gd name="connsiteY87" fmla="*/ 181927 h 2305050"/>
                  <a:gd name="connsiteX88" fmla="*/ 27622 w 476250"/>
                  <a:gd name="connsiteY88" fmla="*/ 299085 h 2305050"/>
                  <a:gd name="connsiteX89" fmla="*/ 146685 w 476250"/>
                  <a:gd name="connsiteY89" fmla="*/ 299085 h 2305050"/>
                  <a:gd name="connsiteX90" fmla="*/ 145732 w 476250"/>
                  <a:gd name="connsiteY90" fmla="*/ 889635 h 2305050"/>
                  <a:gd name="connsiteX91" fmla="*/ 145732 w 476250"/>
                  <a:gd name="connsiteY91" fmla="*/ 772477 h 2305050"/>
                  <a:gd name="connsiteX92" fmla="*/ 28575 w 476250"/>
                  <a:gd name="connsiteY92" fmla="*/ 772477 h 2305050"/>
                  <a:gd name="connsiteX93" fmla="*/ 28575 w 476250"/>
                  <a:gd name="connsiteY93" fmla="*/ 889635 h 2305050"/>
                  <a:gd name="connsiteX94" fmla="*/ 145732 w 476250"/>
                  <a:gd name="connsiteY94" fmla="*/ 889635 h 2305050"/>
                  <a:gd name="connsiteX95" fmla="*/ 179070 w 476250"/>
                  <a:gd name="connsiteY95" fmla="*/ 889635 h 2305050"/>
                  <a:gd name="connsiteX96" fmla="*/ 298132 w 476250"/>
                  <a:gd name="connsiteY96" fmla="*/ 889635 h 2305050"/>
                  <a:gd name="connsiteX97" fmla="*/ 298132 w 476250"/>
                  <a:gd name="connsiteY97" fmla="*/ 772477 h 2305050"/>
                  <a:gd name="connsiteX98" fmla="*/ 179070 w 476250"/>
                  <a:gd name="connsiteY98" fmla="*/ 772477 h 2305050"/>
                  <a:gd name="connsiteX99" fmla="*/ 179070 w 476250"/>
                  <a:gd name="connsiteY99" fmla="*/ 889635 h 2305050"/>
                  <a:gd name="connsiteX100" fmla="*/ 450532 w 476250"/>
                  <a:gd name="connsiteY100" fmla="*/ 890588 h 2305050"/>
                  <a:gd name="connsiteX101" fmla="*/ 450532 w 476250"/>
                  <a:gd name="connsiteY101" fmla="*/ 771525 h 2305050"/>
                  <a:gd name="connsiteX102" fmla="*/ 331470 w 476250"/>
                  <a:gd name="connsiteY102" fmla="*/ 771525 h 2305050"/>
                  <a:gd name="connsiteX103" fmla="*/ 331470 w 476250"/>
                  <a:gd name="connsiteY103" fmla="*/ 890588 h 2305050"/>
                  <a:gd name="connsiteX104" fmla="*/ 450532 w 476250"/>
                  <a:gd name="connsiteY104" fmla="*/ 890588 h 2305050"/>
                  <a:gd name="connsiteX105" fmla="*/ 298132 w 476250"/>
                  <a:gd name="connsiteY105" fmla="*/ 1370648 h 2305050"/>
                  <a:gd name="connsiteX106" fmla="*/ 180022 w 476250"/>
                  <a:gd name="connsiteY106" fmla="*/ 1370648 h 2305050"/>
                  <a:gd name="connsiteX107" fmla="*/ 180022 w 476250"/>
                  <a:gd name="connsiteY107" fmla="*/ 1486853 h 2305050"/>
                  <a:gd name="connsiteX108" fmla="*/ 298132 w 476250"/>
                  <a:gd name="connsiteY108" fmla="*/ 1486853 h 2305050"/>
                  <a:gd name="connsiteX109" fmla="*/ 298132 w 476250"/>
                  <a:gd name="connsiteY109" fmla="*/ 1370648 h 2305050"/>
                  <a:gd name="connsiteX110" fmla="*/ 299085 w 476250"/>
                  <a:gd name="connsiteY110" fmla="*/ 1632585 h 2305050"/>
                  <a:gd name="connsiteX111" fmla="*/ 299085 w 476250"/>
                  <a:gd name="connsiteY111" fmla="*/ 1516380 h 2305050"/>
                  <a:gd name="connsiteX112" fmla="*/ 179070 w 476250"/>
                  <a:gd name="connsiteY112" fmla="*/ 1516380 h 2305050"/>
                  <a:gd name="connsiteX113" fmla="*/ 179070 w 476250"/>
                  <a:gd name="connsiteY113" fmla="*/ 1632585 h 2305050"/>
                  <a:gd name="connsiteX114" fmla="*/ 299085 w 476250"/>
                  <a:gd name="connsiteY114" fmla="*/ 1632585 h 2305050"/>
                  <a:gd name="connsiteX115" fmla="*/ 146685 w 476250"/>
                  <a:gd name="connsiteY115" fmla="*/ 1370648 h 2305050"/>
                  <a:gd name="connsiteX116" fmla="*/ 28575 w 476250"/>
                  <a:gd name="connsiteY116" fmla="*/ 1370648 h 2305050"/>
                  <a:gd name="connsiteX117" fmla="*/ 28575 w 476250"/>
                  <a:gd name="connsiteY117" fmla="*/ 1486853 h 2305050"/>
                  <a:gd name="connsiteX118" fmla="*/ 146685 w 476250"/>
                  <a:gd name="connsiteY118" fmla="*/ 1486853 h 2305050"/>
                  <a:gd name="connsiteX119" fmla="*/ 146685 w 476250"/>
                  <a:gd name="connsiteY119" fmla="*/ 1370648 h 2305050"/>
                  <a:gd name="connsiteX120" fmla="*/ 449580 w 476250"/>
                  <a:gd name="connsiteY120" fmla="*/ 1631632 h 2305050"/>
                  <a:gd name="connsiteX121" fmla="*/ 449580 w 476250"/>
                  <a:gd name="connsiteY121" fmla="*/ 1514475 h 2305050"/>
                  <a:gd name="connsiteX122" fmla="*/ 332422 w 476250"/>
                  <a:gd name="connsiteY122" fmla="*/ 1514475 h 2305050"/>
                  <a:gd name="connsiteX123" fmla="*/ 332422 w 476250"/>
                  <a:gd name="connsiteY123" fmla="*/ 1631632 h 2305050"/>
                  <a:gd name="connsiteX124" fmla="*/ 449580 w 476250"/>
                  <a:gd name="connsiteY124" fmla="*/ 1631632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76250" h="2305050">
                    <a:moveTo>
                      <a:pt x="477202" y="2308860"/>
                    </a:moveTo>
                    <a:cubicBezTo>
                      <a:pt x="316230" y="2308860"/>
                      <a:pt x="160020" y="2308860"/>
                      <a:pt x="0" y="2308860"/>
                    </a:cubicBezTo>
                    <a:cubicBezTo>
                      <a:pt x="0" y="1539240"/>
                      <a:pt x="0" y="771525"/>
                      <a:pt x="0" y="0"/>
                    </a:cubicBezTo>
                    <a:cubicBezTo>
                      <a:pt x="157163" y="0"/>
                      <a:pt x="315277" y="0"/>
                      <a:pt x="477202" y="0"/>
                    </a:cubicBezTo>
                    <a:cubicBezTo>
                      <a:pt x="477202" y="767715"/>
                      <a:pt x="477202" y="1536382"/>
                      <a:pt x="477202" y="2308860"/>
                    </a:cubicBezTo>
                    <a:close/>
                    <a:moveTo>
                      <a:pt x="452438" y="1071563"/>
                    </a:moveTo>
                    <a:cubicBezTo>
                      <a:pt x="412432" y="1071563"/>
                      <a:pt x="372427" y="1071563"/>
                      <a:pt x="332422" y="1071563"/>
                    </a:cubicBezTo>
                    <a:cubicBezTo>
                      <a:pt x="332422" y="1112520"/>
                      <a:pt x="332422" y="1150620"/>
                      <a:pt x="332422" y="1188720"/>
                    </a:cubicBezTo>
                    <a:cubicBezTo>
                      <a:pt x="374332" y="1188720"/>
                      <a:pt x="412432" y="1188720"/>
                      <a:pt x="452438" y="1188720"/>
                    </a:cubicBezTo>
                    <a:cubicBezTo>
                      <a:pt x="452438" y="1147763"/>
                      <a:pt x="452438" y="1111567"/>
                      <a:pt x="452438" y="1071563"/>
                    </a:cubicBezTo>
                    <a:close/>
                    <a:moveTo>
                      <a:pt x="298132" y="1190625"/>
                    </a:moveTo>
                    <a:cubicBezTo>
                      <a:pt x="298132" y="1147763"/>
                      <a:pt x="298132" y="1108710"/>
                      <a:pt x="298132" y="1070610"/>
                    </a:cubicBezTo>
                    <a:cubicBezTo>
                      <a:pt x="256222" y="1070610"/>
                      <a:pt x="218122" y="1070610"/>
                      <a:pt x="180975" y="1070610"/>
                    </a:cubicBezTo>
                    <a:cubicBezTo>
                      <a:pt x="180975" y="1112520"/>
                      <a:pt x="180975" y="1151573"/>
                      <a:pt x="180975" y="1190625"/>
                    </a:cubicBezTo>
                    <a:cubicBezTo>
                      <a:pt x="220980" y="1190625"/>
                      <a:pt x="257175" y="1190625"/>
                      <a:pt x="298132" y="1190625"/>
                    </a:cubicBezTo>
                    <a:close/>
                    <a:moveTo>
                      <a:pt x="27622" y="1188720"/>
                    </a:moveTo>
                    <a:cubicBezTo>
                      <a:pt x="68580" y="1188720"/>
                      <a:pt x="106680" y="1188720"/>
                      <a:pt x="146685" y="1188720"/>
                    </a:cubicBezTo>
                    <a:cubicBezTo>
                      <a:pt x="146685" y="1146810"/>
                      <a:pt x="146685" y="1108710"/>
                      <a:pt x="146685" y="1070610"/>
                    </a:cubicBezTo>
                    <a:cubicBezTo>
                      <a:pt x="104775" y="1070610"/>
                      <a:pt x="66675" y="1070610"/>
                      <a:pt x="27622" y="1070610"/>
                    </a:cubicBezTo>
                    <a:cubicBezTo>
                      <a:pt x="27622" y="1112520"/>
                      <a:pt x="27622" y="1149667"/>
                      <a:pt x="27622" y="1188720"/>
                    </a:cubicBezTo>
                    <a:close/>
                    <a:moveTo>
                      <a:pt x="28575" y="328613"/>
                    </a:moveTo>
                    <a:cubicBezTo>
                      <a:pt x="28575" y="372427"/>
                      <a:pt x="28575" y="410527"/>
                      <a:pt x="28575" y="448627"/>
                    </a:cubicBezTo>
                    <a:cubicBezTo>
                      <a:pt x="70485" y="448627"/>
                      <a:pt x="107632" y="448627"/>
                      <a:pt x="147638" y="448627"/>
                    </a:cubicBezTo>
                    <a:cubicBezTo>
                      <a:pt x="147638" y="407670"/>
                      <a:pt x="147638" y="369570"/>
                      <a:pt x="147638" y="328613"/>
                    </a:cubicBezTo>
                    <a:cubicBezTo>
                      <a:pt x="106680" y="328613"/>
                      <a:pt x="68580" y="328613"/>
                      <a:pt x="28575" y="328613"/>
                    </a:cubicBezTo>
                    <a:close/>
                    <a:moveTo>
                      <a:pt x="450532" y="744855"/>
                    </a:moveTo>
                    <a:cubicBezTo>
                      <a:pt x="450532" y="702945"/>
                      <a:pt x="450532" y="664845"/>
                      <a:pt x="450532" y="627697"/>
                    </a:cubicBezTo>
                    <a:cubicBezTo>
                      <a:pt x="408622" y="627697"/>
                      <a:pt x="369570" y="627697"/>
                      <a:pt x="331470" y="627697"/>
                    </a:cubicBezTo>
                    <a:cubicBezTo>
                      <a:pt x="331470" y="668655"/>
                      <a:pt x="331470" y="705802"/>
                      <a:pt x="331470" y="744855"/>
                    </a:cubicBezTo>
                    <a:cubicBezTo>
                      <a:pt x="371475" y="744855"/>
                      <a:pt x="409575" y="744855"/>
                      <a:pt x="450532" y="744855"/>
                    </a:cubicBezTo>
                    <a:close/>
                    <a:moveTo>
                      <a:pt x="147638" y="626745"/>
                    </a:moveTo>
                    <a:cubicBezTo>
                      <a:pt x="106680" y="626745"/>
                      <a:pt x="67627" y="626745"/>
                      <a:pt x="27622" y="626745"/>
                    </a:cubicBezTo>
                    <a:cubicBezTo>
                      <a:pt x="27622" y="667702"/>
                      <a:pt x="27622" y="706755"/>
                      <a:pt x="27622" y="743902"/>
                    </a:cubicBezTo>
                    <a:cubicBezTo>
                      <a:pt x="69532" y="743902"/>
                      <a:pt x="107632" y="743902"/>
                      <a:pt x="147638" y="743902"/>
                    </a:cubicBezTo>
                    <a:cubicBezTo>
                      <a:pt x="147638" y="702945"/>
                      <a:pt x="147638" y="665797"/>
                      <a:pt x="147638" y="626745"/>
                    </a:cubicBezTo>
                    <a:close/>
                    <a:moveTo>
                      <a:pt x="298132" y="1337310"/>
                    </a:moveTo>
                    <a:cubicBezTo>
                      <a:pt x="298132" y="1295400"/>
                      <a:pt x="298132" y="1257300"/>
                      <a:pt x="298132" y="1219200"/>
                    </a:cubicBezTo>
                    <a:cubicBezTo>
                      <a:pt x="256222" y="1219200"/>
                      <a:pt x="219075" y="1219200"/>
                      <a:pt x="180975" y="1219200"/>
                    </a:cubicBezTo>
                    <a:cubicBezTo>
                      <a:pt x="180975" y="1260157"/>
                      <a:pt x="180975" y="1298257"/>
                      <a:pt x="180975" y="1337310"/>
                    </a:cubicBezTo>
                    <a:cubicBezTo>
                      <a:pt x="220980" y="1337310"/>
                      <a:pt x="257175" y="1337310"/>
                      <a:pt x="298132" y="1337310"/>
                    </a:cubicBezTo>
                    <a:close/>
                    <a:moveTo>
                      <a:pt x="180022" y="476250"/>
                    </a:moveTo>
                    <a:cubicBezTo>
                      <a:pt x="180022" y="518160"/>
                      <a:pt x="180022" y="556260"/>
                      <a:pt x="180022" y="595313"/>
                    </a:cubicBezTo>
                    <a:cubicBezTo>
                      <a:pt x="220980" y="595313"/>
                      <a:pt x="259080" y="595313"/>
                      <a:pt x="299085" y="595313"/>
                    </a:cubicBezTo>
                    <a:cubicBezTo>
                      <a:pt x="299085" y="554355"/>
                      <a:pt x="299085" y="516255"/>
                      <a:pt x="299085" y="476250"/>
                    </a:cubicBezTo>
                    <a:cubicBezTo>
                      <a:pt x="259080" y="476250"/>
                      <a:pt x="220980" y="476250"/>
                      <a:pt x="180022" y="476250"/>
                    </a:cubicBezTo>
                    <a:close/>
                    <a:moveTo>
                      <a:pt x="452438" y="32385"/>
                    </a:moveTo>
                    <a:cubicBezTo>
                      <a:pt x="411480" y="32385"/>
                      <a:pt x="372427" y="32385"/>
                      <a:pt x="330518" y="32385"/>
                    </a:cubicBezTo>
                    <a:cubicBezTo>
                      <a:pt x="330518" y="71438"/>
                      <a:pt x="330518" y="108585"/>
                      <a:pt x="330518" y="148590"/>
                    </a:cubicBezTo>
                    <a:cubicBezTo>
                      <a:pt x="371475" y="148590"/>
                      <a:pt x="411480" y="148590"/>
                      <a:pt x="452438" y="148590"/>
                    </a:cubicBezTo>
                    <a:cubicBezTo>
                      <a:pt x="452438" y="109538"/>
                      <a:pt x="452438" y="73342"/>
                      <a:pt x="452438" y="32385"/>
                    </a:cubicBezTo>
                    <a:close/>
                    <a:moveTo>
                      <a:pt x="300038" y="31432"/>
                    </a:moveTo>
                    <a:cubicBezTo>
                      <a:pt x="257175" y="31432"/>
                      <a:pt x="219075" y="31432"/>
                      <a:pt x="180022" y="31432"/>
                    </a:cubicBezTo>
                    <a:cubicBezTo>
                      <a:pt x="180022" y="72390"/>
                      <a:pt x="180022" y="111442"/>
                      <a:pt x="180022" y="149542"/>
                    </a:cubicBezTo>
                    <a:cubicBezTo>
                      <a:pt x="221932" y="149542"/>
                      <a:pt x="260985" y="149542"/>
                      <a:pt x="300038" y="149542"/>
                    </a:cubicBezTo>
                    <a:cubicBezTo>
                      <a:pt x="300038" y="108585"/>
                      <a:pt x="300038" y="71438"/>
                      <a:pt x="300038" y="31432"/>
                    </a:cubicBezTo>
                    <a:close/>
                    <a:moveTo>
                      <a:pt x="300038" y="299085"/>
                    </a:moveTo>
                    <a:cubicBezTo>
                      <a:pt x="300038" y="257175"/>
                      <a:pt x="300038" y="220027"/>
                      <a:pt x="300038" y="180022"/>
                    </a:cubicBezTo>
                    <a:cubicBezTo>
                      <a:pt x="259080" y="180022"/>
                      <a:pt x="220027" y="180022"/>
                      <a:pt x="179070" y="180022"/>
                    </a:cubicBezTo>
                    <a:cubicBezTo>
                      <a:pt x="179070" y="220027"/>
                      <a:pt x="179070" y="258127"/>
                      <a:pt x="179070" y="299085"/>
                    </a:cubicBezTo>
                    <a:cubicBezTo>
                      <a:pt x="220027" y="299085"/>
                      <a:pt x="258127" y="299085"/>
                      <a:pt x="300038" y="299085"/>
                    </a:cubicBezTo>
                    <a:close/>
                    <a:moveTo>
                      <a:pt x="147638" y="477202"/>
                    </a:moveTo>
                    <a:cubicBezTo>
                      <a:pt x="104775" y="477202"/>
                      <a:pt x="66675" y="477202"/>
                      <a:pt x="26670" y="477202"/>
                    </a:cubicBezTo>
                    <a:cubicBezTo>
                      <a:pt x="26670" y="517207"/>
                      <a:pt x="26670" y="554355"/>
                      <a:pt x="26670" y="594360"/>
                    </a:cubicBezTo>
                    <a:cubicBezTo>
                      <a:pt x="67627" y="594360"/>
                      <a:pt x="106680" y="594360"/>
                      <a:pt x="147638" y="594360"/>
                    </a:cubicBezTo>
                    <a:cubicBezTo>
                      <a:pt x="147638" y="554355"/>
                      <a:pt x="147638" y="517207"/>
                      <a:pt x="147638" y="477202"/>
                    </a:cubicBezTo>
                    <a:close/>
                    <a:moveTo>
                      <a:pt x="450532" y="1041082"/>
                    </a:moveTo>
                    <a:cubicBezTo>
                      <a:pt x="450532" y="1001077"/>
                      <a:pt x="450532" y="962025"/>
                      <a:pt x="450532" y="923925"/>
                    </a:cubicBezTo>
                    <a:cubicBezTo>
                      <a:pt x="408622" y="923925"/>
                      <a:pt x="370522" y="923925"/>
                      <a:pt x="331470" y="923925"/>
                    </a:cubicBezTo>
                    <a:cubicBezTo>
                      <a:pt x="331470" y="964882"/>
                      <a:pt x="331470" y="1002030"/>
                      <a:pt x="331470" y="1041082"/>
                    </a:cubicBezTo>
                    <a:cubicBezTo>
                      <a:pt x="372427" y="1041082"/>
                      <a:pt x="410527" y="1041082"/>
                      <a:pt x="450532" y="1041082"/>
                    </a:cubicBezTo>
                    <a:close/>
                    <a:moveTo>
                      <a:pt x="332422" y="1218248"/>
                    </a:moveTo>
                    <a:cubicBezTo>
                      <a:pt x="332422" y="1258253"/>
                      <a:pt x="332422" y="1296353"/>
                      <a:pt x="332422" y="1336357"/>
                    </a:cubicBezTo>
                    <a:cubicBezTo>
                      <a:pt x="373380" y="1336357"/>
                      <a:pt x="410527" y="1336357"/>
                      <a:pt x="451485" y="1336357"/>
                    </a:cubicBezTo>
                    <a:cubicBezTo>
                      <a:pt x="451485" y="1296353"/>
                      <a:pt x="451485" y="1257300"/>
                      <a:pt x="451485" y="1218248"/>
                    </a:cubicBezTo>
                    <a:cubicBezTo>
                      <a:pt x="409575" y="1218248"/>
                      <a:pt x="372427" y="1218248"/>
                      <a:pt x="332422" y="1218248"/>
                    </a:cubicBezTo>
                    <a:close/>
                    <a:moveTo>
                      <a:pt x="452438" y="447675"/>
                    </a:moveTo>
                    <a:cubicBezTo>
                      <a:pt x="452438" y="406717"/>
                      <a:pt x="452438" y="369570"/>
                      <a:pt x="452438" y="329565"/>
                    </a:cubicBezTo>
                    <a:cubicBezTo>
                      <a:pt x="411480" y="329565"/>
                      <a:pt x="371475" y="329565"/>
                      <a:pt x="331470" y="329565"/>
                    </a:cubicBezTo>
                    <a:cubicBezTo>
                      <a:pt x="331470" y="370522"/>
                      <a:pt x="331470" y="408622"/>
                      <a:pt x="331470" y="447675"/>
                    </a:cubicBezTo>
                    <a:cubicBezTo>
                      <a:pt x="371475" y="447675"/>
                      <a:pt x="409575" y="447675"/>
                      <a:pt x="452438" y="447675"/>
                    </a:cubicBezTo>
                    <a:close/>
                    <a:moveTo>
                      <a:pt x="300038" y="448627"/>
                    </a:moveTo>
                    <a:cubicBezTo>
                      <a:pt x="300038" y="405765"/>
                      <a:pt x="300038" y="368617"/>
                      <a:pt x="300038" y="328613"/>
                    </a:cubicBezTo>
                    <a:cubicBezTo>
                      <a:pt x="258127" y="328613"/>
                      <a:pt x="219075" y="328613"/>
                      <a:pt x="180022" y="328613"/>
                    </a:cubicBezTo>
                    <a:cubicBezTo>
                      <a:pt x="180022" y="370522"/>
                      <a:pt x="180022" y="408622"/>
                      <a:pt x="180022" y="448627"/>
                    </a:cubicBezTo>
                    <a:cubicBezTo>
                      <a:pt x="220980" y="448627"/>
                      <a:pt x="258127" y="448627"/>
                      <a:pt x="300038" y="448627"/>
                    </a:cubicBezTo>
                    <a:close/>
                    <a:moveTo>
                      <a:pt x="146685" y="299085"/>
                    </a:moveTo>
                    <a:cubicBezTo>
                      <a:pt x="146685" y="256222"/>
                      <a:pt x="146685" y="218122"/>
                      <a:pt x="146685" y="181927"/>
                    </a:cubicBezTo>
                    <a:cubicBezTo>
                      <a:pt x="103822" y="181927"/>
                      <a:pt x="65722" y="181927"/>
                      <a:pt x="27622" y="181927"/>
                    </a:cubicBezTo>
                    <a:cubicBezTo>
                      <a:pt x="27622" y="222885"/>
                      <a:pt x="27622" y="260032"/>
                      <a:pt x="27622" y="299085"/>
                    </a:cubicBezTo>
                    <a:cubicBezTo>
                      <a:pt x="67627" y="299085"/>
                      <a:pt x="104775" y="299085"/>
                      <a:pt x="146685" y="299085"/>
                    </a:cubicBezTo>
                    <a:close/>
                    <a:moveTo>
                      <a:pt x="145732" y="889635"/>
                    </a:moveTo>
                    <a:cubicBezTo>
                      <a:pt x="145732" y="848677"/>
                      <a:pt x="145732" y="810577"/>
                      <a:pt x="145732" y="772477"/>
                    </a:cubicBezTo>
                    <a:cubicBezTo>
                      <a:pt x="103822" y="772477"/>
                      <a:pt x="66675" y="772477"/>
                      <a:pt x="28575" y="772477"/>
                    </a:cubicBezTo>
                    <a:cubicBezTo>
                      <a:pt x="28575" y="813435"/>
                      <a:pt x="28575" y="851535"/>
                      <a:pt x="28575" y="889635"/>
                    </a:cubicBezTo>
                    <a:cubicBezTo>
                      <a:pt x="70485" y="889635"/>
                      <a:pt x="107632" y="889635"/>
                      <a:pt x="145732" y="889635"/>
                    </a:cubicBezTo>
                    <a:close/>
                    <a:moveTo>
                      <a:pt x="179070" y="889635"/>
                    </a:moveTo>
                    <a:cubicBezTo>
                      <a:pt x="220027" y="889635"/>
                      <a:pt x="258127" y="889635"/>
                      <a:pt x="298132" y="889635"/>
                    </a:cubicBezTo>
                    <a:cubicBezTo>
                      <a:pt x="298132" y="848677"/>
                      <a:pt x="298132" y="810577"/>
                      <a:pt x="298132" y="772477"/>
                    </a:cubicBezTo>
                    <a:cubicBezTo>
                      <a:pt x="256222" y="772477"/>
                      <a:pt x="219075" y="772477"/>
                      <a:pt x="179070" y="772477"/>
                    </a:cubicBezTo>
                    <a:cubicBezTo>
                      <a:pt x="179070" y="812482"/>
                      <a:pt x="179070" y="849630"/>
                      <a:pt x="179070" y="889635"/>
                    </a:cubicBezTo>
                    <a:close/>
                    <a:moveTo>
                      <a:pt x="450532" y="890588"/>
                    </a:moveTo>
                    <a:cubicBezTo>
                      <a:pt x="450532" y="849630"/>
                      <a:pt x="450532" y="811530"/>
                      <a:pt x="450532" y="771525"/>
                    </a:cubicBezTo>
                    <a:cubicBezTo>
                      <a:pt x="409575" y="771525"/>
                      <a:pt x="372427" y="771525"/>
                      <a:pt x="331470" y="771525"/>
                    </a:cubicBezTo>
                    <a:cubicBezTo>
                      <a:pt x="331470" y="811530"/>
                      <a:pt x="331470" y="850582"/>
                      <a:pt x="331470" y="890588"/>
                    </a:cubicBezTo>
                    <a:cubicBezTo>
                      <a:pt x="372427" y="890588"/>
                      <a:pt x="410527" y="890588"/>
                      <a:pt x="450532" y="890588"/>
                    </a:cubicBezTo>
                    <a:close/>
                    <a:moveTo>
                      <a:pt x="298132" y="1370648"/>
                    </a:moveTo>
                    <a:cubicBezTo>
                      <a:pt x="257175" y="1370648"/>
                      <a:pt x="218122" y="1370648"/>
                      <a:pt x="180022" y="1370648"/>
                    </a:cubicBezTo>
                    <a:cubicBezTo>
                      <a:pt x="180022" y="1410653"/>
                      <a:pt x="180022" y="1447800"/>
                      <a:pt x="180022" y="1486853"/>
                    </a:cubicBezTo>
                    <a:cubicBezTo>
                      <a:pt x="220980" y="1486853"/>
                      <a:pt x="257175" y="1486853"/>
                      <a:pt x="298132" y="1486853"/>
                    </a:cubicBezTo>
                    <a:cubicBezTo>
                      <a:pt x="298132" y="1447800"/>
                      <a:pt x="298132" y="1411605"/>
                      <a:pt x="298132" y="1370648"/>
                    </a:cubicBezTo>
                    <a:close/>
                    <a:moveTo>
                      <a:pt x="299085" y="1632585"/>
                    </a:moveTo>
                    <a:cubicBezTo>
                      <a:pt x="299085" y="1590675"/>
                      <a:pt x="299085" y="1553528"/>
                      <a:pt x="299085" y="1516380"/>
                    </a:cubicBezTo>
                    <a:cubicBezTo>
                      <a:pt x="258127" y="1516380"/>
                      <a:pt x="219075" y="1516380"/>
                      <a:pt x="179070" y="1516380"/>
                    </a:cubicBezTo>
                    <a:cubicBezTo>
                      <a:pt x="179070" y="1557338"/>
                      <a:pt x="179070" y="1594485"/>
                      <a:pt x="179070" y="1632585"/>
                    </a:cubicBezTo>
                    <a:cubicBezTo>
                      <a:pt x="219075" y="1632585"/>
                      <a:pt x="256222" y="1632585"/>
                      <a:pt x="299085" y="1632585"/>
                    </a:cubicBezTo>
                    <a:close/>
                    <a:moveTo>
                      <a:pt x="146685" y="1370648"/>
                    </a:moveTo>
                    <a:cubicBezTo>
                      <a:pt x="104775" y="1370648"/>
                      <a:pt x="65722" y="1370648"/>
                      <a:pt x="28575" y="1370648"/>
                    </a:cubicBezTo>
                    <a:cubicBezTo>
                      <a:pt x="28575" y="1410653"/>
                      <a:pt x="28575" y="1447800"/>
                      <a:pt x="28575" y="1486853"/>
                    </a:cubicBezTo>
                    <a:cubicBezTo>
                      <a:pt x="69532" y="1486853"/>
                      <a:pt x="106680" y="1486853"/>
                      <a:pt x="146685" y="1486853"/>
                    </a:cubicBezTo>
                    <a:cubicBezTo>
                      <a:pt x="146685" y="1447800"/>
                      <a:pt x="146685" y="1410653"/>
                      <a:pt x="146685" y="1370648"/>
                    </a:cubicBezTo>
                    <a:close/>
                    <a:moveTo>
                      <a:pt x="449580" y="1631632"/>
                    </a:moveTo>
                    <a:cubicBezTo>
                      <a:pt x="449580" y="1591628"/>
                      <a:pt x="449580" y="1553528"/>
                      <a:pt x="449580" y="1514475"/>
                    </a:cubicBezTo>
                    <a:cubicBezTo>
                      <a:pt x="409575" y="1514475"/>
                      <a:pt x="372427" y="1514475"/>
                      <a:pt x="332422" y="1514475"/>
                    </a:cubicBezTo>
                    <a:cubicBezTo>
                      <a:pt x="332422" y="1554480"/>
                      <a:pt x="332422" y="1592580"/>
                      <a:pt x="332422" y="1631632"/>
                    </a:cubicBezTo>
                    <a:cubicBezTo>
                      <a:pt x="373380" y="1631632"/>
                      <a:pt x="410527" y="1631632"/>
                      <a:pt x="449580" y="163163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/>
              <p:cNvSpPr/>
              <p:nvPr/>
            </p:nvSpPr>
            <p:spPr>
              <a:xfrm>
                <a:off x="5647753" y="1778275"/>
                <a:ext cx="565541" cy="1976576"/>
              </a:xfrm>
              <a:custGeom>
                <a:avLst/>
                <a:gdLst>
                  <a:gd name="connsiteX0" fmla="*/ 335796 w 565541"/>
                  <a:gd name="connsiteY0" fmla="*/ 1531565 h 1976576"/>
                  <a:gd name="connsiteX1" fmla="*/ 335796 w 565541"/>
                  <a:gd name="connsiteY1" fmla="*/ 1585857 h 1976576"/>
                  <a:gd name="connsiteX2" fmla="*/ 441823 w 565541"/>
                  <a:gd name="connsiteY2" fmla="*/ 1585857 h 1976576"/>
                  <a:gd name="connsiteX3" fmla="*/ 441823 w 565541"/>
                  <a:gd name="connsiteY3" fmla="*/ 1531565 h 1976576"/>
                  <a:gd name="connsiteX4" fmla="*/ 123718 w 565541"/>
                  <a:gd name="connsiteY4" fmla="*/ 1526871 h 1976576"/>
                  <a:gd name="connsiteX5" fmla="*/ 123718 w 565541"/>
                  <a:gd name="connsiteY5" fmla="*/ 1581163 h 1976576"/>
                  <a:gd name="connsiteX6" fmla="*/ 229745 w 565541"/>
                  <a:gd name="connsiteY6" fmla="*/ 1581163 h 1976576"/>
                  <a:gd name="connsiteX7" fmla="*/ 229745 w 565541"/>
                  <a:gd name="connsiteY7" fmla="*/ 1526871 h 1976576"/>
                  <a:gd name="connsiteX8" fmla="*/ 335796 w 565541"/>
                  <a:gd name="connsiteY8" fmla="*/ 1409581 h 1976576"/>
                  <a:gd name="connsiteX9" fmla="*/ 335796 w 565541"/>
                  <a:gd name="connsiteY9" fmla="*/ 1463873 h 1976576"/>
                  <a:gd name="connsiteX10" fmla="*/ 441823 w 565541"/>
                  <a:gd name="connsiteY10" fmla="*/ 1463873 h 1976576"/>
                  <a:gd name="connsiteX11" fmla="*/ 441823 w 565541"/>
                  <a:gd name="connsiteY11" fmla="*/ 1409581 h 1976576"/>
                  <a:gd name="connsiteX12" fmla="*/ 123718 w 565541"/>
                  <a:gd name="connsiteY12" fmla="*/ 1404887 h 1976576"/>
                  <a:gd name="connsiteX13" fmla="*/ 123718 w 565541"/>
                  <a:gd name="connsiteY13" fmla="*/ 1459180 h 1976576"/>
                  <a:gd name="connsiteX14" fmla="*/ 229745 w 565541"/>
                  <a:gd name="connsiteY14" fmla="*/ 1459180 h 1976576"/>
                  <a:gd name="connsiteX15" fmla="*/ 229745 w 565541"/>
                  <a:gd name="connsiteY15" fmla="*/ 1404887 h 1976576"/>
                  <a:gd name="connsiteX16" fmla="*/ 335796 w 565541"/>
                  <a:gd name="connsiteY16" fmla="*/ 1287599 h 1976576"/>
                  <a:gd name="connsiteX17" fmla="*/ 335796 w 565541"/>
                  <a:gd name="connsiteY17" fmla="*/ 1341892 h 1976576"/>
                  <a:gd name="connsiteX18" fmla="*/ 441823 w 565541"/>
                  <a:gd name="connsiteY18" fmla="*/ 1341892 h 1976576"/>
                  <a:gd name="connsiteX19" fmla="*/ 441823 w 565541"/>
                  <a:gd name="connsiteY19" fmla="*/ 1287599 h 1976576"/>
                  <a:gd name="connsiteX20" fmla="*/ 123718 w 565541"/>
                  <a:gd name="connsiteY20" fmla="*/ 1282905 h 1976576"/>
                  <a:gd name="connsiteX21" fmla="*/ 123718 w 565541"/>
                  <a:gd name="connsiteY21" fmla="*/ 1337198 h 1976576"/>
                  <a:gd name="connsiteX22" fmla="*/ 229745 w 565541"/>
                  <a:gd name="connsiteY22" fmla="*/ 1337198 h 1976576"/>
                  <a:gd name="connsiteX23" fmla="*/ 229745 w 565541"/>
                  <a:gd name="connsiteY23" fmla="*/ 1282905 h 1976576"/>
                  <a:gd name="connsiteX24" fmla="*/ 335796 w 565541"/>
                  <a:gd name="connsiteY24" fmla="*/ 1165617 h 1976576"/>
                  <a:gd name="connsiteX25" fmla="*/ 335796 w 565541"/>
                  <a:gd name="connsiteY25" fmla="*/ 1219910 h 1976576"/>
                  <a:gd name="connsiteX26" fmla="*/ 441823 w 565541"/>
                  <a:gd name="connsiteY26" fmla="*/ 1219910 h 1976576"/>
                  <a:gd name="connsiteX27" fmla="*/ 441823 w 565541"/>
                  <a:gd name="connsiteY27" fmla="*/ 1165617 h 1976576"/>
                  <a:gd name="connsiteX28" fmla="*/ 123718 w 565541"/>
                  <a:gd name="connsiteY28" fmla="*/ 1160924 h 1976576"/>
                  <a:gd name="connsiteX29" fmla="*/ 123718 w 565541"/>
                  <a:gd name="connsiteY29" fmla="*/ 1215216 h 1976576"/>
                  <a:gd name="connsiteX30" fmla="*/ 229745 w 565541"/>
                  <a:gd name="connsiteY30" fmla="*/ 1215216 h 1976576"/>
                  <a:gd name="connsiteX31" fmla="*/ 229745 w 565541"/>
                  <a:gd name="connsiteY31" fmla="*/ 1160924 h 1976576"/>
                  <a:gd name="connsiteX32" fmla="*/ 335796 w 565541"/>
                  <a:gd name="connsiteY32" fmla="*/ 1043636 h 1976576"/>
                  <a:gd name="connsiteX33" fmla="*/ 335796 w 565541"/>
                  <a:gd name="connsiteY33" fmla="*/ 1097928 h 1976576"/>
                  <a:gd name="connsiteX34" fmla="*/ 441823 w 565541"/>
                  <a:gd name="connsiteY34" fmla="*/ 1097928 h 1976576"/>
                  <a:gd name="connsiteX35" fmla="*/ 441823 w 565541"/>
                  <a:gd name="connsiteY35" fmla="*/ 1043636 h 1976576"/>
                  <a:gd name="connsiteX36" fmla="*/ 123718 w 565541"/>
                  <a:gd name="connsiteY36" fmla="*/ 1038942 h 1976576"/>
                  <a:gd name="connsiteX37" fmla="*/ 123718 w 565541"/>
                  <a:gd name="connsiteY37" fmla="*/ 1093234 h 1976576"/>
                  <a:gd name="connsiteX38" fmla="*/ 229745 w 565541"/>
                  <a:gd name="connsiteY38" fmla="*/ 1093234 h 1976576"/>
                  <a:gd name="connsiteX39" fmla="*/ 229745 w 565541"/>
                  <a:gd name="connsiteY39" fmla="*/ 1038942 h 1976576"/>
                  <a:gd name="connsiteX40" fmla="*/ 335796 w 565541"/>
                  <a:gd name="connsiteY40" fmla="*/ 921654 h 1976576"/>
                  <a:gd name="connsiteX41" fmla="*/ 335796 w 565541"/>
                  <a:gd name="connsiteY41" fmla="*/ 975946 h 1976576"/>
                  <a:gd name="connsiteX42" fmla="*/ 441823 w 565541"/>
                  <a:gd name="connsiteY42" fmla="*/ 975946 h 1976576"/>
                  <a:gd name="connsiteX43" fmla="*/ 441823 w 565541"/>
                  <a:gd name="connsiteY43" fmla="*/ 921654 h 1976576"/>
                  <a:gd name="connsiteX44" fmla="*/ 123718 w 565541"/>
                  <a:gd name="connsiteY44" fmla="*/ 916960 h 1976576"/>
                  <a:gd name="connsiteX45" fmla="*/ 123718 w 565541"/>
                  <a:gd name="connsiteY45" fmla="*/ 971252 h 1976576"/>
                  <a:gd name="connsiteX46" fmla="*/ 229745 w 565541"/>
                  <a:gd name="connsiteY46" fmla="*/ 971252 h 1976576"/>
                  <a:gd name="connsiteX47" fmla="*/ 229745 w 565541"/>
                  <a:gd name="connsiteY47" fmla="*/ 916960 h 1976576"/>
                  <a:gd name="connsiteX48" fmla="*/ 335796 w 565541"/>
                  <a:gd name="connsiteY48" fmla="*/ 799672 h 1976576"/>
                  <a:gd name="connsiteX49" fmla="*/ 335796 w 565541"/>
                  <a:gd name="connsiteY49" fmla="*/ 853964 h 1976576"/>
                  <a:gd name="connsiteX50" fmla="*/ 441823 w 565541"/>
                  <a:gd name="connsiteY50" fmla="*/ 853964 h 1976576"/>
                  <a:gd name="connsiteX51" fmla="*/ 441823 w 565541"/>
                  <a:gd name="connsiteY51" fmla="*/ 799672 h 1976576"/>
                  <a:gd name="connsiteX52" fmla="*/ 123718 w 565541"/>
                  <a:gd name="connsiteY52" fmla="*/ 794978 h 1976576"/>
                  <a:gd name="connsiteX53" fmla="*/ 123718 w 565541"/>
                  <a:gd name="connsiteY53" fmla="*/ 849270 h 1976576"/>
                  <a:gd name="connsiteX54" fmla="*/ 229745 w 565541"/>
                  <a:gd name="connsiteY54" fmla="*/ 849270 h 1976576"/>
                  <a:gd name="connsiteX55" fmla="*/ 229745 w 565541"/>
                  <a:gd name="connsiteY55" fmla="*/ 794978 h 1976576"/>
                  <a:gd name="connsiteX56" fmla="*/ 335796 w 565541"/>
                  <a:gd name="connsiteY56" fmla="*/ 677690 h 1976576"/>
                  <a:gd name="connsiteX57" fmla="*/ 335796 w 565541"/>
                  <a:gd name="connsiteY57" fmla="*/ 731982 h 1976576"/>
                  <a:gd name="connsiteX58" fmla="*/ 441823 w 565541"/>
                  <a:gd name="connsiteY58" fmla="*/ 731982 h 1976576"/>
                  <a:gd name="connsiteX59" fmla="*/ 441823 w 565541"/>
                  <a:gd name="connsiteY59" fmla="*/ 677690 h 1976576"/>
                  <a:gd name="connsiteX60" fmla="*/ 123718 w 565541"/>
                  <a:gd name="connsiteY60" fmla="*/ 672996 h 1976576"/>
                  <a:gd name="connsiteX61" fmla="*/ 123718 w 565541"/>
                  <a:gd name="connsiteY61" fmla="*/ 727289 h 1976576"/>
                  <a:gd name="connsiteX62" fmla="*/ 229745 w 565541"/>
                  <a:gd name="connsiteY62" fmla="*/ 727289 h 1976576"/>
                  <a:gd name="connsiteX63" fmla="*/ 229745 w 565541"/>
                  <a:gd name="connsiteY63" fmla="*/ 672996 h 1976576"/>
                  <a:gd name="connsiteX64" fmla="*/ 335796 w 565541"/>
                  <a:gd name="connsiteY64" fmla="*/ 555708 h 1976576"/>
                  <a:gd name="connsiteX65" fmla="*/ 335796 w 565541"/>
                  <a:gd name="connsiteY65" fmla="*/ 610000 h 1976576"/>
                  <a:gd name="connsiteX66" fmla="*/ 441823 w 565541"/>
                  <a:gd name="connsiteY66" fmla="*/ 610000 h 1976576"/>
                  <a:gd name="connsiteX67" fmla="*/ 441823 w 565541"/>
                  <a:gd name="connsiteY67" fmla="*/ 555708 h 1976576"/>
                  <a:gd name="connsiteX68" fmla="*/ 123718 w 565541"/>
                  <a:gd name="connsiteY68" fmla="*/ 551014 h 1976576"/>
                  <a:gd name="connsiteX69" fmla="*/ 123718 w 565541"/>
                  <a:gd name="connsiteY69" fmla="*/ 605307 h 1976576"/>
                  <a:gd name="connsiteX70" fmla="*/ 229745 w 565541"/>
                  <a:gd name="connsiteY70" fmla="*/ 605307 h 1976576"/>
                  <a:gd name="connsiteX71" fmla="*/ 229745 w 565541"/>
                  <a:gd name="connsiteY71" fmla="*/ 551014 h 1976576"/>
                  <a:gd name="connsiteX72" fmla="*/ 335796 w 565541"/>
                  <a:gd name="connsiteY72" fmla="*/ 433726 h 1976576"/>
                  <a:gd name="connsiteX73" fmla="*/ 335796 w 565541"/>
                  <a:gd name="connsiteY73" fmla="*/ 488019 h 1976576"/>
                  <a:gd name="connsiteX74" fmla="*/ 441823 w 565541"/>
                  <a:gd name="connsiteY74" fmla="*/ 488019 h 1976576"/>
                  <a:gd name="connsiteX75" fmla="*/ 441823 w 565541"/>
                  <a:gd name="connsiteY75" fmla="*/ 433726 h 1976576"/>
                  <a:gd name="connsiteX76" fmla="*/ 123718 w 565541"/>
                  <a:gd name="connsiteY76" fmla="*/ 429032 h 1976576"/>
                  <a:gd name="connsiteX77" fmla="*/ 123718 w 565541"/>
                  <a:gd name="connsiteY77" fmla="*/ 483325 h 1976576"/>
                  <a:gd name="connsiteX78" fmla="*/ 229745 w 565541"/>
                  <a:gd name="connsiteY78" fmla="*/ 483325 h 1976576"/>
                  <a:gd name="connsiteX79" fmla="*/ 229745 w 565541"/>
                  <a:gd name="connsiteY79" fmla="*/ 429032 h 1976576"/>
                  <a:gd name="connsiteX80" fmla="*/ 244058 w 565541"/>
                  <a:gd name="connsiteY80" fmla="*/ 0 h 1976576"/>
                  <a:gd name="connsiteX81" fmla="*/ 321484 w 565541"/>
                  <a:gd name="connsiteY81" fmla="*/ 0 h 1976576"/>
                  <a:gd name="connsiteX82" fmla="*/ 321484 w 565541"/>
                  <a:gd name="connsiteY82" fmla="*/ 178763 h 1976576"/>
                  <a:gd name="connsiteX83" fmla="*/ 388810 w 565541"/>
                  <a:gd name="connsiteY83" fmla="*/ 178763 h 1976576"/>
                  <a:gd name="connsiteX84" fmla="*/ 388810 w 565541"/>
                  <a:gd name="connsiteY84" fmla="*/ 299617 h 1976576"/>
                  <a:gd name="connsiteX85" fmla="*/ 565541 w 565541"/>
                  <a:gd name="connsiteY85" fmla="*/ 299617 h 1976576"/>
                  <a:gd name="connsiteX86" fmla="*/ 565541 w 565541"/>
                  <a:gd name="connsiteY86" fmla="*/ 1976576 h 1976576"/>
                  <a:gd name="connsiteX87" fmla="*/ 448247 w 565541"/>
                  <a:gd name="connsiteY87" fmla="*/ 1976576 h 1976576"/>
                  <a:gd name="connsiteX88" fmla="*/ 371127 w 565541"/>
                  <a:gd name="connsiteY88" fmla="*/ 1976576 h 1976576"/>
                  <a:gd name="connsiteX89" fmla="*/ 194414 w 565541"/>
                  <a:gd name="connsiteY89" fmla="*/ 1976576 h 1976576"/>
                  <a:gd name="connsiteX90" fmla="*/ 88332 w 565541"/>
                  <a:gd name="connsiteY90" fmla="*/ 1976576 h 1976576"/>
                  <a:gd name="connsiteX91" fmla="*/ 0 w 565541"/>
                  <a:gd name="connsiteY91" fmla="*/ 1976576 h 1976576"/>
                  <a:gd name="connsiteX92" fmla="*/ 0 w 565541"/>
                  <a:gd name="connsiteY92" fmla="*/ 299617 h 1976576"/>
                  <a:gd name="connsiteX93" fmla="*/ 176731 w 565541"/>
                  <a:gd name="connsiteY93" fmla="*/ 299617 h 1976576"/>
                  <a:gd name="connsiteX94" fmla="*/ 176731 w 565541"/>
                  <a:gd name="connsiteY94" fmla="*/ 178763 h 1976576"/>
                  <a:gd name="connsiteX95" fmla="*/ 244058 w 565541"/>
                  <a:gd name="connsiteY95" fmla="*/ 178763 h 197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565541" h="1976576">
                    <a:moveTo>
                      <a:pt x="335796" y="1531565"/>
                    </a:moveTo>
                    <a:lnTo>
                      <a:pt x="335796" y="1585857"/>
                    </a:lnTo>
                    <a:lnTo>
                      <a:pt x="441823" y="1585857"/>
                    </a:lnTo>
                    <a:lnTo>
                      <a:pt x="441823" y="1531565"/>
                    </a:lnTo>
                    <a:close/>
                    <a:moveTo>
                      <a:pt x="123718" y="1526871"/>
                    </a:moveTo>
                    <a:lnTo>
                      <a:pt x="123718" y="1581163"/>
                    </a:lnTo>
                    <a:lnTo>
                      <a:pt x="229745" y="1581163"/>
                    </a:lnTo>
                    <a:lnTo>
                      <a:pt x="229745" y="1526871"/>
                    </a:lnTo>
                    <a:close/>
                    <a:moveTo>
                      <a:pt x="335796" y="1409581"/>
                    </a:moveTo>
                    <a:lnTo>
                      <a:pt x="335796" y="1463873"/>
                    </a:lnTo>
                    <a:lnTo>
                      <a:pt x="441823" y="1463873"/>
                    </a:lnTo>
                    <a:lnTo>
                      <a:pt x="441823" y="1409581"/>
                    </a:lnTo>
                    <a:close/>
                    <a:moveTo>
                      <a:pt x="123718" y="1404887"/>
                    </a:moveTo>
                    <a:lnTo>
                      <a:pt x="123718" y="1459180"/>
                    </a:lnTo>
                    <a:lnTo>
                      <a:pt x="229745" y="1459180"/>
                    </a:lnTo>
                    <a:lnTo>
                      <a:pt x="229745" y="1404887"/>
                    </a:lnTo>
                    <a:close/>
                    <a:moveTo>
                      <a:pt x="335796" y="1287599"/>
                    </a:moveTo>
                    <a:lnTo>
                      <a:pt x="335796" y="1341892"/>
                    </a:lnTo>
                    <a:lnTo>
                      <a:pt x="441823" y="1341892"/>
                    </a:lnTo>
                    <a:lnTo>
                      <a:pt x="441823" y="1287599"/>
                    </a:lnTo>
                    <a:close/>
                    <a:moveTo>
                      <a:pt x="123718" y="1282905"/>
                    </a:moveTo>
                    <a:lnTo>
                      <a:pt x="123718" y="1337198"/>
                    </a:lnTo>
                    <a:lnTo>
                      <a:pt x="229745" y="1337198"/>
                    </a:lnTo>
                    <a:lnTo>
                      <a:pt x="229745" y="1282905"/>
                    </a:lnTo>
                    <a:close/>
                    <a:moveTo>
                      <a:pt x="335796" y="1165617"/>
                    </a:moveTo>
                    <a:lnTo>
                      <a:pt x="335796" y="1219910"/>
                    </a:lnTo>
                    <a:lnTo>
                      <a:pt x="441823" y="1219910"/>
                    </a:lnTo>
                    <a:lnTo>
                      <a:pt x="441823" y="1165617"/>
                    </a:lnTo>
                    <a:close/>
                    <a:moveTo>
                      <a:pt x="123718" y="1160924"/>
                    </a:moveTo>
                    <a:lnTo>
                      <a:pt x="123718" y="1215216"/>
                    </a:lnTo>
                    <a:lnTo>
                      <a:pt x="229745" y="1215216"/>
                    </a:lnTo>
                    <a:lnTo>
                      <a:pt x="229745" y="1160924"/>
                    </a:lnTo>
                    <a:close/>
                    <a:moveTo>
                      <a:pt x="335796" y="1043636"/>
                    </a:moveTo>
                    <a:lnTo>
                      <a:pt x="335796" y="1097928"/>
                    </a:lnTo>
                    <a:lnTo>
                      <a:pt x="441823" y="1097928"/>
                    </a:lnTo>
                    <a:lnTo>
                      <a:pt x="441823" y="1043636"/>
                    </a:lnTo>
                    <a:close/>
                    <a:moveTo>
                      <a:pt x="123718" y="1038942"/>
                    </a:moveTo>
                    <a:lnTo>
                      <a:pt x="123718" y="1093234"/>
                    </a:lnTo>
                    <a:lnTo>
                      <a:pt x="229745" y="1093234"/>
                    </a:lnTo>
                    <a:lnTo>
                      <a:pt x="229745" y="1038942"/>
                    </a:lnTo>
                    <a:close/>
                    <a:moveTo>
                      <a:pt x="335796" y="921654"/>
                    </a:moveTo>
                    <a:lnTo>
                      <a:pt x="335796" y="975946"/>
                    </a:lnTo>
                    <a:lnTo>
                      <a:pt x="441823" y="975946"/>
                    </a:lnTo>
                    <a:lnTo>
                      <a:pt x="441823" y="921654"/>
                    </a:lnTo>
                    <a:close/>
                    <a:moveTo>
                      <a:pt x="123718" y="916960"/>
                    </a:moveTo>
                    <a:lnTo>
                      <a:pt x="123718" y="971252"/>
                    </a:lnTo>
                    <a:lnTo>
                      <a:pt x="229745" y="971252"/>
                    </a:lnTo>
                    <a:lnTo>
                      <a:pt x="229745" y="916960"/>
                    </a:lnTo>
                    <a:close/>
                    <a:moveTo>
                      <a:pt x="335796" y="799672"/>
                    </a:moveTo>
                    <a:lnTo>
                      <a:pt x="335796" y="853964"/>
                    </a:lnTo>
                    <a:lnTo>
                      <a:pt x="441823" y="853964"/>
                    </a:lnTo>
                    <a:lnTo>
                      <a:pt x="441823" y="799672"/>
                    </a:lnTo>
                    <a:close/>
                    <a:moveTo>
                      <a:pt x="123718" y="794978"/>
                    </a:moveTo>
                    <a:lnTo>
                      <a:pt x="123718" y="849270"/>
                    </a:lnTo>
                    <a:lnTo>
                      <a:pt x="229745" y="849270"/>
                    </a:lnTo>
                    <a:lnTo>
                      <a:pt x="229745" y="794978"/>
                    </a:lnTo>
                    <a:close/>
                    <a:moveTo>
                      <a:pt x="335796" y="677690"/>
                    </a:moveTo>
                    <a:lnTo>
                      <a:pt x="335796" y="731982"/>
                    </a:lnTo>
                    <a:lnTo>
                      <a:pt x="441823" y="731982"/>
                    </a:lnTo>
                    <a:lnTo>
                      <a:pt x="441823" y="677690"/>
                    </a:lnTo>
                    <a:close/>
                    <a:moveTo>
                      <a:pt x="123718" y="672996"/>
                    </a:moveTo>
                    <a:lnTo>
                      <a:pt x="123718" y="727289"/>
                    </a:lnTo>
                    <a:lnTo>
                      <a:pt x="229745" y="727289"/>
                    </a:lnTo>
                    <a:lnTo>
                      <a:pt x="229745" y="672996"/>
                    </a:lnTo>
                    <a:close/>
                    <a:moveTo>
                      <a:pt x="335796" y="555708"/>
                    </a:moveTo>
                    <a:lnTo>
                      <a:pt x="335796" y="610000"/>
                    </a:lnTo>
                    <a:lnTo>
                      <a:pt x="441823" y="610000"/>
                    </a:lnTo>
                    <a:lnTo>
                      <a:pt x="441823" y="555708"/>
                    </a:lnTo>
                    <a:close/>
                    <a:moveTo>
                      <a:pt x="123718" y="551014"/>
                    </a:moveTo>
                    <a:lnTo>
                      <a:pt x="123718" y="605307"/>
                    </a:lnTo>
                    <a:lnTo>
                      <a:pt x="229745" y="605307"/>
                    </a:lnTo>
                    <a:lnTo>
                      <a:pt x="229745" y="551014"/>
                    </a:lnTo>
                    <a:close/>
                    <a:moveTo>
                      <a:pt x="335796" y="433726"/>
                    </a:moveTo>
                    <a:lnTo>
                      <a:pt x="335796" y="488019"/>
                    </a:lnTo>
                    <a:lnTo>
                      <a:pt x="441823" y="488019"/>
                    </a:lnTo>
                    <a:lnTo>
                      <a:pt x="441823" y="433726"/>
                    </a:lnTo>
                    <a:close/>
                    <a:moveTo>
                      <a:pt x="123718" y="429032"/>
                    </a:moveTo>
                    <a:lnTo>
                      <a:pt x="123718" y="483325"/>
                    </a:lnTo>
                    <a:lnTo>
                      <a:pt x="229745" y="483325"/>
                    </a:lnTo>
                    <a:lnTo>
                      <a:pt x="229745" y="429032"/>
                    </a:lnTo>
                    <a:close/>
                    <a:moveTo>
                      <a:pt x="244058" y="0"/>
                    </a:moveTo>
                    <a:lnTo>
                      <a:pt x="321484" y="0"/>
                    </a:lnTo>
                    <a:lnTo>
                      <a:pt x="321484" y="178763"/>
                    </a:lnTo>
                    <a:lnTo>
                      <a:pt x="388810" y="178763"/>
                    </a:lnTo>
                    <a:lnTo>
                      <a:pt x="388810" y="299617"/>
                    </a:lnTo>
                    <a:lnTo>
                      <a:pt x="565541" y="299617"/>
                    </a:lnTo>
                    <a:lnTo>
                      <a:pt x="565541" y="1976576"/>
                    </a:lnTo>
                    <a:lnTo>
                      <a:pt x="448247" y="1976576"/>
                    </a:lnTo>
                    <a:lnTo>
                      <a:pt x="371127" y="1976576"/>
                    </a:lnTo>
                    <a:lnTo>
                      <a:pt x="194414" y="1976576"/>
                    </a:lnTo>
                    <a:lnTo>
                      <a:pt x="88332" y="1976576"/>
                    </a:lnTo>
                    <a:lnTo>
                      <a:pt x="0" y="1976576"/>
                    </a:lnTo>
                    <a:lnTo>
                      <a:pt x="0" y="299617"/>
                    </a:lnTo>
                    <a:lnTo>
                      <a:pt x="176731" y="299617"/>
                    </a:lnTo>
                    <a:lnTo>
                      <a:pt x="176731" y="178763"/>
                    </a:lnTo>
                    <a:lnTo>
                      <a:pt x="244058" y="1787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2" name="Freeform: Shape 31"/>
              <p:cNvSpPr/>
              <p:nvPr/>
            </p:nvSpPr>
            <p:spPr>
              <a:xfrm>
                <a:off x="6261477" y="1635492"/>
                <a:ext cx="373686" cy="2119359"/>
              </a:xfrm>
              <a:custGeom>
                <a:avLst/>
                <a:gdLst>
                  <a:gd name="connsiteX0" fmla="*/ 335280 w 333375"/>
                  <a:gd name="connsiteY0" fmla="*/ 3057525 h 3057525"/>
                  <a:gd name="connsiteX1" fmla="*/ 0 w 333375"/>
                  <a:gd name="connsiteY1" fmla="*/ 3057525 h 3057525"/>
                  <a:gd name="connsiteX2" fmla="*/ 0 w 333375"/>
                  <a:gd name="connsiteY2" fmla="*/ 0 h 3057525"/>
                  <a:gd name="connsiteX3" fmla="*/ 203835 w 333375"/>
                  <a:gd name="connsiteY3" fmla="*/ 217170 h 3057525"/>
                  <a:gd name="connsiteX4" fmla="*/ 218123 w 333375"/>
                  <a:gd name="connsiteY4" fmla="*/ 269558 h 3057525"/>
                  <a:gd name="connsiteX5" fmla="*/ 218123 w 333375"/>
                  <a:gd name="connsiteY5" fmla="*/ 788670 h 3057525"/>
                  <a:gd name="connsiteX6" fmla="*/ 252413 w 333375"/>
                  <a:gd name="connsiteY6" fmla="*/ 870585 h 3057525"/>
                  <a:gd name="connsiteX7" fmla="*/ 338138 w 333375"/>
                  <a:gd name="connsiteY7" fmla="*/ 1076325 h 3057525"/>
                  <a:gd name="connsiteX8" fmla="*/ 336233 w 333375"/>
                  <a:gd name="connsiteY8" fmla="*/ 2999423 h 3057525"/>
                  <a:gd name="connsiteX9" fmla="*/ 335280 w 333375"/>
                  <a:gd name="connsiteY9" fmla="*/ 3057525 h 3057525"/>
                  <a:gd name="connsiteX10" fmla="*/ 58103 w 333375"/>
                  <a:gd name="connsiteY10" fmla="*/ 796290 h 3057525"/>
                  <a:gd name="connsiteX11" fmla="*/ 35243 w 333375"/>
                  <a:gd name="connsiteY11" fmla="*/ 755333 h 3057525"/>
                  <a:gd name="connsiteX12" fmla="*/ 20955 w 333375"/>
                  <a:gd name="connsiteY12" fmla="*/ 768668 h 3057525"/>
                  <a:gd name="connsiteX13" fmla="*/ 20955 w 333375"/>
                  <a:gd name="connsiteY13" fmla="*/ 1084898 h 3057525"/>
                  <a:gd name="connsiteX14" fmla="*/ 91440 w 333375"/>
                  <a:gd name="connsiteY14" fmla="*/ 1084898 h 3057525"/>
                  <a:gd name="connsiteX15" fmla="*/ 90488 w 333375"/>
                  <a:gd name="connsiteY15" fmla="*/ 832485 h 3057525"/>
                  <a:gd name="connsiteX16" fmla="*/ 61913 w 333375"/>
                  <a:gd name="connsiteY16" fmla="*/ 801053 h 3057525"/>
                  <a:gd name="connsiteX17" fmla="*/ 58103 w 333375"/>
                  <a:gd name="connsiteY17" fmla="*/ 796290 h 3057525"/>
                  <a:gd name="connsiteX18" fmla="*/ 158115 w 333375"/>
                  <a:gd name="connsiteY18" fmla="*/ 875347 h 3057525"/>
                  <a:gd name="connsiteX19" fmla="*/ 159068 w 333375"/>
                  <a:gd name="connsiteY19" fmla="*/ 877253 h 3057525"/>
                  <a:gd name="connsiteX20" fmla="*/ 116205 w 333375"/>
                  <a:gd name="connsiteY20" fmla="*/ 837247 h 3057525"/>
                  <a:gd name="connsiteX21" fmla="*/ 116205 w 333375"/>
                  <a:gd name="connsiteY21" fmla="*/ 1084898 h 3057525"/>
                  <a:gd name="connsiteX22" fmla="*/ 215265 w 333375"/>
                  <a:gd name="connsiteY22" fmla="*/ 1084898 h 3057525"/>
                  <a:gd name="connsiteX23" fmla="*/ 216218 w 333375"/>
                  <a:gd name="connsiteY23" fmla="*/ 975360 h 3057525"/>
                  <a:gd name="connsiteX24" fmla="*/ 158115 w 333375"/>
                  <a:gd name="connsiteY24" fmla="*/ 875347 h 3057525"/>
                  <a:gd name="connsiteX25" fmla="*/ 215265 w 333375"/>
                  <a:gd name="connsiteY25" fmla="*/ 1448753 h 3057525"/>
                  <a:gd name="connsiteX26" fmla="*/ 215265 w 333375"/>
                  <a:gd name="connsiteY26" fmla="*/ 1114425 h 3057525"/>
                  <a:gd name="connsiteX27" fmla="*/ 118110 w 333375"/>
                  <a:gd name="connsiteY27" fmla="*/ 1114425 h 3057525"/>
                  <a:gd name="connsiteX28" fmla="*/ 118110 w 333375"/>
                  <a:gd name="connsiteY28" fmla="*/ 1448753 h 3057525"/>
                  <a:gd name="connsiteX29" fmla="*/ 215265 w 333375"/>
                  <a:gd name="connsiteY29" fmla="*/ 1448753 h 3057525"/>
                  <a:gd name="connsiteX30" fmla="*/ 236220 w 333375"/>
                  <a:gd name="connsiteY30" fmla="*/ 1113473 h 3057525"/>
                  <a:gd name="connsiteX31" fmla="*/ 236220 w 333375"/>
                  <a:gd name="connsiteY31" fmla="*/ 1447800 h 3057525"/>
                  <a:gd name="connsiteX32" fmla="*/ 313373 w 333375"/>
                  <a:gd name="connsiteY32" fmla="*/ 1447800 h 3057525"/>
                  <a:gd name="connsiteX33" fmla="*/ 313373 w 333375"/>
                  <a:gd name="connsiteY33" fmla="*/ 1113473 h 3057525"/>
                  <a:gd name="connsiteX34" fmla="*/ 236220 w 333375"/>
                  <a:gd name="connsiteY34" fmla="*/ 1113473 h 3057525"/>
                  <a:gd name="connsiteX35" fmla="*/ 89535 w 333375"/>
                  <a:gd name="connsiteY35" fmla="*/ 1448753 h 3057525"/>
                  <a:gd name="connsiteX36" fmla="*/ 89535 w 333375"/>
                  <a:gd name="connsiteY36" fmla="*/ 1114425 h 3057525"/>
                  <a:gd name="connsiteX37" fmla="*/ 20003 w 333375"/>
                  <a:gd name="connsiteY37" fmla="*/ 1114425 h 3057525"/>
                  <a:gd name="connsiteX38" fmla="*/ 20003 w 333375"/>
                  <a:gd name="connsiteY38" fmla="*/ 1448753 h 3057525"/>
                  <a:gd name="connsiteX39" fmla="*/ 89535 w 333375"/>
                  <a:gd name="connsiteY39" fmla="*/ 1448753 h 3057525"/>
                  <a:gd name="connsiteX40" fmla="*/ 135255 w 333375"/>
                  <a:gd name="connsiteY40" fmla="*/ 742950 h 3057525"/>
                  <a:gd name="connsiteX41" fmla="*/ 135255 w 333375"/>
                  <a:gd name="connsiteY41" fmla="*/ 366713 h 3057525"/>
                  <a:gd name="connsiteX42" fmla="*/ 76200 w 333375"/>
                  <a:gd name="connsiteY42" fmla="*/ 366713 h 3057525"/>
                  <a:gd name="connsiteX43" fmla="*/ 75248 w 333375"/>
                  <a:gd name="connsiteY43" fmla="*/ 633413 h 3057525"/>
                  <a:gd name="connsiteX44" fmla="*/ 135255 w 333375"/>
                  <a:gd name="connsiteY44" fmla="*/ 742950 h 3057525"/>
                  <a:gd name="connsiteX45" fmla="*/ 154305 w 333375"/>
                  <a:gd name="connsiteY45" fmla="*/ 367665 h 3057525"/>
                  <a:gd name="connsiteX46" fmla="*/ 156210 w 333375"/>
                  <a:gd name="connsiteY46" fmla="*/ 753428 h 3057525"/>
                  <a:gd name="connsiteX47" fmla="*/ 194310 w 333375"/>
                  <a:gd name="connsiteY47" fmla="*/ 816293 h 3057525"/>
                  <a:gd name="connsiteX48" fmla="*/ 194310 w 333375"/>
                  <a:gd name="connsiteY48" fmla="*/ 365760 h 3057525"/>
                  <a:gd name="connsiteX49" fmla="*/ 154305 w 333375"/>
                  <a:gd name="connsiteY49" fmla="*/ 367665 h 3057525"/>
                  <a:gd name="connsiteX50" fmla="*/ 176213 w 333375"/>
                  <a:gd name="connsiteY50" fmla="*/ 1740218 h 3057525"/>
                  <a:gd name="connsiteX51" fmla="*/ 20955 w 333375"/>
                  <a:gd name="connsiteY51" fmla="*/ 1740218 h 3057525"/>
                  <a:gd name="connsiteX52" fmla="*/ 20955 w 333375"/>
                  <a:gd name="connsiteY52" fmla="*/ 1836420 h 3057525"/>
                  <a:gd name="connsiteX53" fmla="*/ 176213 w 333375"/>
                  <a:gd name="connsiteY53" fmla="*/ 1836420 h 3057525"/>
                  <a:gd name="connsiteX54" fmla="*/ 176213 w 333375"/>
                  <a:gd name="connsiteY54" fmla="*/ 1740218 h 3057525"/>
                  <a:gd name="connsiteX55" fmla="*/ 155258 w 333375"/>
                  <a:gd name="connsiteY55" fmla="*/ 1618298 h 3057525"/>
                  <a:gd name="connsiteX56" fmla="*/ 155258 w 333375"/>
                  <a:gd name="connsiteY56" fmla="*/ 1713548 h 3057525"/>
                  <a:gd name="connsiteX57" fmla="*/ 311468 w 333375"/>
                  <a:gd name="connsiteY57" fmla="*/ 1713548 h 3057525"/>
                  <a:gd name="connsiteX58" fmla="*/ 311468 w 333375"/>
                  <a:gd name="connsiteY58" fmla="*/ 1618298 h 3057525"/>
                  <a:gd name="connsiteX59" fmla="*/ 155258 w 333375"/>
                  <a:gd name="connsiteY59" fmla="*/ 1618298 h 3057525"/>
                  <a:gd name="connsiteX60" fmla="*/ 87630 w 333375"/>
                  <a:gd name="connsiteY60" fmla="*/ 1595438 h 3057525"/>
                  <a:gd name="connsiteX61" fmla="*/ 243840 w 333375"/>
                  <a:gd name="connsiteY61" fmla="*/ 1595438 h 3057525"/>
                  <a:gd name="connsiteX62" fmla="*/ 243840 w 333375"/>
                  <a:gd name="connsiteY62" fmla="*/ 1501140 h 3057525"/>
                  <a:gd name="connsiteX63" fmla="*/ 87630 w 333375"/>
                  <a:gd name="connsiteY63" fmla="*/ 1501140 h 3057525"/>
                  <a:gd name="connsiteX64" fmla="*/ 87630 w 333375"/>
                  <a:gd name="connsiteY64" fmla="*/ 1595438 h 3057525"/>
                  <a:gd name="connsiteX65" fmla="*/ 244793 w 333375"/>
                  <a:gd name="connsiteY65" fmla="*/ 1861185 h 3057525"/>
                  <a:gd name="connsiteX66" fmla="*/ 89535 w 333375"/>
                  <a:gd name="connsiteY66" fmla="*/ 1861185 h 3057525"/>
                  <a:gd name="connsiteX67" fmla="*/ 89535 w 333375"/>
                  <a:gd name="connsiteY67" fmla="*/ 1955482 h 3057525"/>
                  <a:gd name="connsiteX68" fmla="*/ 244793 w 333375"/>
                  <a:gd name="connsiteY68" fmla="*/ 1955482 h 3057525"/>
                  <a:gd name="connsiteX69" fmla="*/ 244793 w 333375"/>
                  <a:gd name="connsiteY69" fmla="*/ 1861185 h 3057525"/>
                  <a:gd name="connsiteX70" fmla="*/ 40958 w 333375"/>
                  <a:gd name="connsiteY70" fmla="*/ 659130 h 3057525"/>
                  <a:gd name="connsiteX71" fmla="*/ 53340 w 333375"/>
                  <a:gd name="connsiteY71" fmla="*/ 652463 h 3057525"/>
                  <a:gd name="connsiteX72" fmla="*/ 53340 w 333375"/>
                  <a:gd name="connsiteY72" fmla="*/ 369570 h 3057525"/>
                  <a:gd name="connsiteX73" fmla="*/ 17145 w 333375"/>
                  <a:gd name="connsiteY73" fmla="*/ 396240 h 3057525"/>
                  <a:gd name="connsiteX74" fmla="*/ 18098 w 333375"/>
                  <a:gd name="connsiteY74" fmla="*/ 599123 h 3057525"/>
                  <a:gd name="connsiteX75" fmla="*/ 40958 w 333375"/>
                  <a:gd name="connsiteY75" fmla="*/ 659130 h 3057525"/>
                  <a:gd name="connsiteX76" fmla="*/ 178118 w 333375"/>
                  <a:gd name="connsiteY76" fmla="*/ 2103120 h 3057525"/>
                  <a:gd name="connsiteX77" fmla="*/ 21908 w 333375"/>
                  <a:gd name="connsiteY77" fmla="*/ 2103120 h 3057525"/>
                  <a:gd name="connsiteX78" fmla="*/ 21908 w 333375"/>
                  <a:gd name="connsiteY78" fmla="*/ 2197418 h 3057525"/>
                  <a:gd name="connsiteX79" fmla="*/ 175260 w 333375"/>
                  <a:gd name="connsiteY79" fmla="*/ 2197418 h 3057525"/>
                  <a:gd name="connsiteX80" fmla="*/ 178118 w 333375"/>
                  <a:gd name="connsiteY80" fmla="*/ 2177415 h 3057525"/>
                  <a:gd name="connsiteX81" fmla="*/ 178118 w 333375"/>
                  <a:gd name="connsiteY81" fmla="*/ 2103120 h 3057525"/>
                  <a:gd name="connsiteX82" fmla="*/ 313373 w 333375"/>
                  <a:gd name="connsiteY82" fmla="*/ 1086803 h 3057525"/>
                  <a:gd name="connsiteX83" fmla="*/ 238125 w 333375"/>
                  <a:gd name="connsiteY83" fmla="*/ 942022 h 3057525"/>
                  <a:gd name="connsiteX84" fmla="*/ 238125 w 333375"/>
                  <a:gd name="connsiteY84" fmla="*/ 1086803 h 3057525"/>
                  <a:gd name="connsiteX85" fmla="*/ 313373 w 333375"/>
                  <a:gd name="connsiteY85" fmla="*/ 1086803 h 3057525"/>
                  <a:gd name="connsiteX86" fmla="*/ 133350 w 333375"/>
                  <a:gd name="connsiteY86" fmla="*/ 339090 h 3057525"/>
                  <a:gd name="connsiteX87" fmla="*/ 79058 w 333375"/>
                  <a:gd name="connsiteY87" fmla="*/ 186690 h 3057525"/>
                  <a:gd name="connsiteX88" fmla="*/ 79058 w 333375"/>
                  <a:gd name="connsiteY88" fmla="*/ 339090 h 3057525"/>
                  <a:gd name="connsiteX89" fmla="*/ 133350 w 333375"/>
                  <a:gd name="connsiteY89" fmla="*/ 339090 h 3057525"/>
                  <a:gd name="connsiteX90" fmla="*/ 33338 w 333375"/>
                  <a:gd name="connsiteY90" fmla="*/ 140970 h 3057525"/>
                  <a:gd name="connsiteX91" fmla="*/ 20003 w 333375"/>
                  <a:gd name="connsiteY91" fmla="*/ 142875 h 3057525"/>
                  <a:gd name="connsiteX92" fmla="*/ 20003 w 333375"/>
                  <a:gd name="connsiteY92" fmla="*/ 346710 h 3057525"/>
                  <a:gd name="connsiteX93" fmla="*/ 52388 w 333375"/>
                  <a:gd name="connsiteY93" fmla="*/ 325755 h 3057525"/>
                  <a:gd name="connsiteX94" fmla="*/ 33338 w 333375"/>
                  <a:gd name="connsiteY94" fmla="*/ 140970 h 3057525"/>
                  <a:gd name="connsiteX95" fmla="*/ 130493 w 333375"/>
                  <a:gd name="connsiteY95" fmla="*/ 1713548 h 3057525"/>
                  <a:gd name="connsiteX96" fmla="*/ 130493 w 333375"/>
                  <a:gd name="connsiteY96" fmla="*/ 1614488 h 3057525"/>
                  <a:gd name="connsiteX97" fmla="*/ 87630 w 333375"/>
                  <a:gd name="connsiteY97" fmla="*/ 1619250 h 3057525"/>
                  <a:gd name="connsiteX98" fmla="*/ 87630 w 333375"/>
                  <a:gd name="connsiteY98" fmla="*/ 1713548 h 3057525"/>
                  <a:gd name="connsiteX99" fmla="*/ 130493 w 333375"/>
                  <a:gd name="connsiteY99" fmla="*/ 1713548 h 3057525"/>
                  <a:gd name="connsiteX100" fmla="*/ 312420 w 333375"/>
                  <a:gd name="connsiteY100" fmla="*/ 2099310 h 3057525"/>
                  <a:gd name="connsiteX101" fmla="*/ 269558 w 333375"/>
                  <a:gd name="connsiteY101" fmla="*/ 2103120 h 3057525"/>
                  <a:gd name="connsiteX102" fmla="*/ 269558 w 333375"/>
                  <a:gd name="connsiteY102" fmla="*/ 2196465 h 3057525"/>
                  <a:gd name="connsiteX103" fmla="*/ 312420 w 333375"/>
                  <a:gd name="connsiteY103" fmla="*/ 2196465 h 3057525"/>
                  <a:gd name="connsiteX104" fmla="*/ 312420 w 333375"/>
                  <a:gd name="connsiteY104" fmla="*/ 2099310 h 3057525"/>
                  <a:gd name="connsiteX105" fmla="*/ 244793 w 333375"/>
                  <a:gd name="connsiteY105" fmla="*/ 1975485 h 3057525"/>
                  <a:gd name="connsiteX106" fmla="*/ 200978 w 333375"/>
                  <a:gd name="connsiteY106" fmla="*/ 1980248 h 3057525"/>
                  <a:gd name="connsiteX107" fmla="*/ 200978 w 333375"/>
                  <a:gd name="connsiteY107" fmla="*/ 2073593 h 3057525"/>
                  <a:gd name="connsiteX108" fmla="*/ 244793 w 333375"/>
                  <a:gd name="connsiteY108" fmla="*/ 2073593 h 3057525"/>
                  <a:gd name="connsiteX109" fmla="*/ 244793 w 333375"/>
                  <a:gd name="connsiteY109" fmla="*/ 1975485 h 3057525"/>
                  <a:gd name="connsiteX110" fmla="*/ 202883 w 333375"/>
                  <a:gd name="connsiteY110" fmla="*/ 2101215 h 3057525"/>
                  <a:gd name="connsiteX111" fmla="*/ 202883 w 333375"/>
                  <a:gd name="connsiteY111" fmla="*/ 2196465 h 3057525"/>
                  <a:gd name="connsiteX112" fmla="*/ 243840 w 333375"/>
                  <a:gd name="connsiteY112" fmla="*/ 2196465 h 3057525"/>
                  <a:gd name="connsiteX113" fmla="*/ 243840 w 333375"/>
                  <a:gd name="connsiteY113" fmla="*/ 2101215 h 3057525"/>
                  <a:gd name="connsiteX114" fmla="*/ 202883 w 333375"/>
                  <a:gd name="connsiteY114" fmla="*/ 2101215 h 3057525"/>
                  <a:gd name="connsiteX115" fmla="*/ 270510 w 333375"/>
                  <a:gd name="connsiteY115" fmla="*/ 1979295 h 3057525"/>
                  <a:gd name="connsiteX116" fmla="*/ 270510 w 333375"/>
                  <a:gd name="connsiteY116" fmla="*/ 2078355 h 3057525"/>
                  <a:gd name="connsiteX117" fmla="*/ 312420 w 333375"/>
                  <a:gd name="connsiteY117" fmla="*/ 2073593 h 3057525"/>
                  <a:gd name="connsiteX118" fmla="*/ 312420 w 333375"/>
                  <a:gd name="connsiteY118" fmla="*/ 1979295 h 3057525"/>
                  <a:gd name="connsiteX119" fmla="*/ 270510 w 333375"/>
                  <a:gd name="connsiteY119" fmla="*/ 1979295 h 3057525"/>
                  <a:gd name="connsiteX120" fmla="*/ 313373 w 333375"/>
                  <a:gd name="connsiteY120" fmla="*/ 1741170 h 3057525"/>
                  <a:gd name="connsiteX121" fmla="*/ 268605 w 333375"/>
                  <a:gd name="connsiteY121" fmla="*/ 1741170 h 3057525"/>
                  <a:gd name="connsiteX122" fmla="*/ 268605 w 333375"/>
                  <a:gd name="connsiteY122" fmla="*/ 1836420 h 3057525"/>
                  <a:gd name="connsiteX123" fmla="*/ 313373 w 333375"/>
                  <a:gd name="connsiteY123" fmla="*/ 1836420 h 3057525"/>
                  <a:gd name="connsiteX124" fmla="*/ 313373 w 333375"/>
                  <a:gd name="connsiteY124" fmla="*/ 1741170 h 3057525"/>
                  <a:gd name="connsiteX125" fmla="*/ 268605 w 333375"/>
                  <a:gd name="connsiteY125" fmla="*/ 1499235 h 3057525"/>
                  <a:gd name="connsiteX126" fmla="*/ 268605 w 333375"/>
                  <a:gd name="connsiteY126" fmla="*/ 1594485 h 3057525"/>
                  <a:gd name="connsiteX127" fmla="*/ 312420 w 333375"/>
                  <a:gd name="connsiteY127" fmla="*/ 1594485 h 3057525"/>
                  <a:gd name="connsiteX128" fmla="*/ 312420 w 333375"/>
                  <a:gd name="connsiteY128" fmla="*/ 1499235 h 3057525"/>
                  <a:gd name="connsiteX129" fmla="*/ 268605 w 333375"/>
                  <a:gd name="connsiteY129" fmla="*/ 1499235 h 3057525"/>
                  <a:gd name="connsiteX130" fmla="*/ 62865 w 333375"/>
                  <a:gd name="connsiteY130" fmla="*/ 1595438 h 3057525"/>
                  <a:gd name="connsiteX131" fmla="*/ 62865 w 333375"/>
                  <a:gd name="connsiteY131" fmla="*/ 1500188 h 3057525"/>
                  <a:gd name="connsiteX132" fmla="*/ 20003 w 333375"/>
                  <a:gd name="connsiteY132" fmla="*/ 1500188 h 3057525"/>
                  <a:gd name="connsiteX133" fmla="*/ 20003 w 333375"/>
                  <a:gd name="connsiteY133" fmla="*/ 1595438 h 3057525"/>
                  <a:gd name="connsiteX134" fmla="*/ 62865 w 333375"/>
                  <a:gd name="connsiteY134" fmla="*/ 1595438 h 3057525"/>
                  <a:gd name="connsiteX135" fmla="*/ 157163 w 333375"/>
                  <a:gd name="connsiteY135" fmla="*/ 2435543 h 3057525"/>
                  <a:gd name="connsiteX136" fmla="*/ 308610 w 333375"/>
                  <a:gd name="connsiteY136" fmla="*/ 2435543 h 3057525"/>
                  <a:gd name="connsiteX137" fmla="*/ 308610 w 333375"/>
                  <a:gd name="connsiteY137" fmla="*/ 2342198 h 3057525"/>
                  <a:gd name="connsiteX138" fmla="*/ 157163 w 333375"/>
                  <a:gd name="connsiteY138" fmla="*/ 2342198 h 3057525"/>
                  <a:gd name="connsiteX139" fmla="*/ 157163 w 333375"/>
                  <a:gd name="connsiteY139" fmla="*/ 2435543 h 3057525"/>
                  <a:gd name="connsiteX140" fmla="*/ 63818 w 333375"/>
                  <a:gd name="connsiteY140" fmla="*/ 1862138 h 3057525"/>
                  <a:gd name="connsiteX141" fmla="*/ 20003 w 333375"/>
                  <a:gd name="connsiteY141" fmla="*/ 1862138 h 3057525"/>
                  <a:gd name="connsiteX142" fmla="*/ 20003 w 333375"/>
                  <a:gd name="connsiteY142" fmla="*/ 1954530 h 3057525"/>
                  <a:gd name="connsiteX143" fmla="*/ 63818 w 333375"/>
                  <a:gd name="connsiteY143" fmla="*/ 1954530 h 3057525"/>
                  <a:gd name="connsiteX144" fmla="*/ 63818 w 333375"/>
                  <a:gd name="connsiteY144" fmla="*/ 1862138 h 3057525"/>
                  <a:gd name="connsiteX145" fmla="*/ 21908 w 333375"/>
                  <a:gd name="connsiteY145" fmla="*/ 2225993 h 3057525"/>
                  <a:gd name="connsiteX146" fmla="*/ 21908 w 333375"/>
                  <a:gd name="connsiteY146" fmla="*/ 2310765 h 3057525"/>
                  <a:gd name="connsiteX147" fmla="*/ 61913 w 333375"/>
                  <a:gd name="connsiteY147" fmla="*/ 2270760 h 3057525"/>
                  <a:gd name="connsiteX148" fmla="*/ 21908 w 333375"/>
                  <a:gd name="connsiteY148" fmla="*/ 2225993 h 3057525"/>
                  <a:gd name="connsiteX149" fmla="*/ 157163 w 333375"/>
                  <a:gd name="connsiteY149" fmla="*/ 242888 h 3057525"/>
                  <a:gd name="connsiteX150" fmla="*/ 195263 w 333375"/>
                  <a:gd name="connsiteY150" fmla="*/ 334328 h 3057525"/>
                  <a:gd name="connsiteX151" fmla="*/ 157163 w 333375"/>
                  <a:gd name="connsiteY151" fmla="*/ 242888 h 3057525"/>
                  <a:gd name="connsiteX152" fmla="*/ 268605 w 333375"/>
                  <a:gd name="connsiteY152" fmla="*/ 1861185 h 3057525"/>
                  <a:gd name="connsiteX153" fmla="*/ 268605 w 333375"/>
                  <a:gd name="connsiteY153" fmla="*/ 1953578 h 3057525"/>
                  <a:gd name="connsiteX154" fmla="*/ 312420 w 333375"/>
                  <a:gd name="connsiteY154" fmla="*/ 1953578 h 3057525"/>
                  <a:gd name="connsiteX155" fmla="*/ 312420 w 333375"/>
                  <a:gd name="connsiteY155" fmla="*/ 1861185 h 3057525"/>
                  <a:gd name="connsiteX156" fmla="*/ 268605 w 333375"/>
                  <a:gd name="connsiteY156" fmla="*/ 1861185 h 3057525"/>
                  <a:gd name="connsiteX157" fmla="*/ 90488 w 333375"/>
                  <a:gd name="connsiteY157" fmla="*/ 2223135 h 3057525"/>
                  <a:gd name="connsiteX158" fmla="*/ 90488 w 333375"/>
                  <a:gd name="connsiteY158" fmla="*/ 2312670 h 3057525"/>
                  <a:gd name="connsiteX159" fmla="*/ 242888 w 333375"/>
                  <a:gd name="connsiteY159" fmla="*/ 2312670 h 3057525"/>
                  <a:gd name="connsiteX160" fmla="*/ 242888 w 333375"/>
                  <a:gd name="connsiteY160" fmla="*/ 2223135 h 3057525"/>
                  <a:gd name="connsiteX161" fmla="*/ 90488 w 333375"/>
                  <a:gd name="connsiteY161" fmla="*/ 2223135 h 3057525"/>
                  <a:gd name="connsiteX162" fmla="*/ 126683 w 333375"/>
                  <a:gd name="connsiteY162" fmla="*/ 2436495 h 3057525"/>
                  <a:gd name="connsiteX163" fmla="*/ 126683 w 333375"/>
                  <a:gd name="connsiteY163" fmla="*/ 2336483 h 3057525"/>
                  <a:gd name="connsiteX164" fmla="*/ 90488 w 333375"/>
                  <a:gd name="connsiteY164" fmla="*/ 2346960 h 3057525"/>
                  <a:gd name="connsiteX165" fmla="*/ 88583 w 333375"/>
                  <a:gd name="connsiteY165" fmla="*/ 2436495 h 3057525"/>
                  <a:gd name="connsiteX166" fmla="*/ 126683 w 333375"/>
                  <a:gd name="connsiteY166" fmla="*/ 2436495 h 3057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</a:cxnLst>
                <a:rect l="l" t="t" r="r" b="b"/>
                <a:pathLst>
                  <a:path w="333375" h="3057525">
                    <a:moveTo>
                      <a:pt x="335280" y="3057525"/>
                    </a:moveTo>
                    <a:cubicBezTo>
                      <a:pt x="220980" y="3057525"/>
                      <a:pt x="112395" y="3057525"/>
                      <a:pt x="0" y="3057525"/>
                    </a:cubicBezTo>
                    <a:cubicBezTo>
                      <a:pt x="0" y="2040255"/>
                      <a:pt x="0" y="1022985"/>
                      <a:pt x="0" y="0"/>
                    </a:cubicBezTo>
                    <a:cubicBezTo>
                      <a:pt x="70485" y="74295"/>
                      <a:pt x="138113" y="144780"/>
                      <a:pt x="203835" y="217170"/>
                    </a:cubicBezTo>
                    <a:cubicBezTo>
                      <a:pt x="214313" y="229552"/>
                      <a:pt x="218123" y="251460"/>
                      <a:pt x="218123" y="269558"/>
                    </a:cubicBezTo>
                    <a:cubicBezTo>
                      <a:pt x="219075" y="442913"/>
                      <a:pt x="220028" y="615315"/>
                      <a:pt x="218123" y="788670"/>
                    </a:cubicBezTo>
                    <a:cubicBezTo>
                      <a:pt x="218123" y="822960"/>
                      <a:pt x="224790" y="850583"/>
                      <a:pt x="252413" y="870585"/>
                    </a:cubicBezTo>
                    <a:cubicBezTo>
                      <a:pt x="323850" y="922020"/>
                      <a:pt x="338138" y="989647"/>
                      <a:pt x="338138" y="1076325"/>
                    </a:cubicBezTo>
                    <a:cubicBezTo>
                      <a:pt x="334328" y="1717358"/>
                      <a:pt x="336233" y="2358390"/>
                      <a:pt x="336233" y="2999423"/>
                    </a:cubicBezTo>
                    <a:cubicBezTo>
                      <a:pt x="335280" y="3017520"/>
                      <a:pt x="335280" y="3036570"/>
                      <a:pt x="335280" y="3057525"/>
                    </a:cubicBezTo>
                    <a:close/>
                    <a:moveTo>
                      <a:pt x="58103" y="796290"/>
                    </a:moveTo>
                    <a:cubicBezTo>
                      <a:pt x="50483" y="782955"/>
                      <a:pt x="42863" y="768668"/>
                      <a:pt x="35243" y="755333"/>
                    </a:cubicBezTo>
                    <a:cubicBezTo>
                      <a:pt x="30480" y="760095"/>
                      <a:pt x="25718" y="763905"/>
                      <a:pt x="20955" y="768668"/>
                    </a:cubicBezTo>
                    <a:cubicBezTo>
                      <a:pt x="20955" y="873443"/>
                      <a:pt x="20955" y="979170"/>
                      <a:pt x="20955" y="1084898"/>
                    </a:cubicBezTo>
                    <a:cubicBezTo>
                      <a:pt x="45720" y="1084898"/>
                      <a:pt x="66675" y="1084898"/>
                      <a:pt x="91440" y="1084898"/>
                    </a:cubicBezTo>
                    <a:cubicBezTo>
                      <a:pt x="91440" y="999172"/>
                      <a:pt x="92393" y="915353"/>
                      <a:pt x="90488" y="832485"/>
                    </a:cubicBezTo>
                    <a:cubicBezTo>
                      <a:pt x="90488" y="822008"/>
                      <a:pt x="71438" y="811530"/>
                      <a:pt x="61913" y="801053"/>
                    </a:cubicBezTo>
                    <a:cubicBezTo>
                      <a:pt x="60008" y="799147"/>
                      <a:pt x="59055" y="798195"/>
                      <a:pt x="58103" y="796290"/>
                    </a:cubicBezTo>
                    <a:close/>
                    <a:moveTo>
                      <a:pt x="158115" y="875347"/>
                    </a:moveTo>
                    <a:lnTo>
                      <a:pt x="159068" y="877253"/>
                    </a:lnTo>
                    <a:cubicBezTo>
                      <a:pt x="145733" y="864870"/>
                      <a:pt x="133350" y="852488"/>
                      <a:pt x="116205" y="837247"/>
                    </a:cubicBezTo>
                    <a:cubicBezTo>
                      <a:pt x="116205" y="923925"/>
                      <a:pt x="116205" y="1003935"/>
                      <a:pt x="116205" y="1084898"/>
                    </a:cubicBezTo>
                    <a:cubicBezTo>
                      <a:pt x="149543" y="1084898"/>
                      <a:pt x="180023" y="1084898"/>
                      <a:pt x="215265" y="1084898"/>
                    </a:cubicBezTo>
                    <a:cubicBezTo>
                      <a:pt x="215265" y="1046797"/>
                      <a:pt x="212408" y="1010603"/>
                      <a:pt x="216218" y="975360"/>
                    </a:cubicBezTo>
                    <a:cubicBezTo>
                      <a:pt x="221933" y="925830"/>
                      <a:pt x="203835" y="893445"/>
                      <a:pt x="158115" y="875347"/>
                    </a:cubicBezTo>
                    <a:close/>
                    <a:moveTo>
                      <a:pt x="215265" y="1448753"/>
                    </a:moveTo>
                    <a:cubicBezTo>
                      <a:pt x="215265" y="1334453"/>
                      <a:pt x="215265" y="1225868"/>
                      <a:pt x="215265" y="1114425"/>
                    </a:cubicBezTo>
                    <a:cubicBezTo>
                      <a:pt x="180975" y="1114425"/>
                      <a:pt x="148590" y="1114425"/>
                      <a:pt x="118110" y="1114425"/>
                    </a:cubicBezTo>
                    <a:cubicBezTo>
                      <a:pt x="118110" y="1227773"/>
                      <a:pt x="118110" y="1338263"/>
                      <a:pt x="118110" y="1448753"/>
                    </a:cubicBezTo>
                    <a:cubicBezTo>
                      <a:pt x="151448" y="1448753"/>
                      <a:pt x="180975" y="1448753"/>
                      <a:pt x="215265" y="1448753"/>
                    </a:cubicBezTo>
                    <a:close/>
                    <a:moveTo>
                      <a:pt x="236220" y="1113473"/>
                    </a:moveTo>
                    <a:cubicBezTo>
                      <a:pt x="236220" y="1225868"/>
                      <a:pt x="236220" y="1337310"/>
                      <a:pt x="236220" y="1447800"/>
                    </a:cubicBezTo>
                    <a:cubicBezTo>
                      <a:pt x="263843" y="1447800"/>
                      <a:pt x="288608" y="1447800"/>
                      <a:pt x="313373" y="1447800"/>
                    </a:cubicBezTo>
                    <a:cubicBezTo>
                      <a:pt x="313373" y="1335405"/>
                      <a:pt x="313373" y="1224915"/>
                      <a:pt x="313373" y="1113473"/>
                    </a:cubicBezTo>
                    <a:cubicBezTo>
                      <a:pt x="286703" y="1113473"/>
                      <a:pt x="262890" y="1113473"/>
                      <a:pt x="236220" y="1113473"/>
                    </a:cubicBezTo>
                    <a:close/>
                    <a:moveTo>
                      <a:pt x="89535" y="1448753"/>
                    </a:moveTo>
                    <a:cubicBezTo>
                      <a:pt x="89535" y="1333500"/>
                      <a:pt x="89535" y="1223963"/>
                      <a:pt x="89535" y="1114425"/>
                    </a:cubicBezTo>
                    <a:cubicBezTo>
                      <a:pt x="63818" y="1114425"/>
                      <a:pt x="42863" y="1114425"/>
                      <a:pt x="20003" y="1114425"/>
                    </a:cubicBezTo>
                    <a:cubicBezTo>
                      <a:pt x="20003" y="1226820"/>
                      <a:pt x="20003" y="1337310"/>
                      <a:pt x="20003" y="1448753"/>
                    </a:cubicBezTo>
                    <a:cubicBezTo>
                      <a:pt x="44768" y="1448753"/>
                      <a:pt x="66675" y="1448753"/>
                      <a:pt x="89535" y="1448753"/>
                    </a:cubicBezTo>
                    <a:close/>
                    <a:moveTo>
                      <a:pt x="135255" y="742950"/>
                    </a:moveTo>
                    <a:cubicBezTo>
                      <a:pt x="135255" y="615315"/>
                      <a:pt x="135255" y="491490"/>
                      <a:pt x="135255" y="366713"/>
                    </a:cubicBezTo>
                    <a:cubicBezTo>
                      <a:pt x="115253" y="366713"/>
                      <a:pt x="98108" y="366713"/>
                      <a:pt x="76200" y="366713"/>
                    </a:cubicBezTo>
                    <a:cubicBezTo>
                      <a:pt x="76200" y="457200"/>
                      <a:pt x="80010" y="545783"/>
                      <a:pt x="75248" y="633413"/>
                    </a:cubicBezTo>
                    <a:cubicBezTo>
                      <a:pt x="71438" y="685800"/>
                      <a:pt x="94298" y="715328"/>
                      <a:pt x="135255" y="742950"/>
                    </a:cubicBezTo>
                    <a:close/>
                    <a:moveTo>
                      <a:pt x="154305" y="367665"/>
                    </a:moveTo>
                    <a:cubicBezTo>
                      <a:pt x="154305" y="497205"/>
                      <a:pt x="153353" y="625793"/>
                      <a:pt x="156210" y="753428"/>
                    </a:cubicBezTo>
                    <a:cubicBezTo>
                      <a:pt x="156210" y="770572"/>
                      <a:pt x="176213" y="787718"/>
                      <a:pt x="194310" y="816293"/>
                    </a:cubicBezTo>
                    <a:cubicBezTo>
                      <a:pt x="194310" y="656273"/>
                      <a:pt x="194310" y="511492"/>
                      <a:pt x="194310" y="365760"/>
                    </a:cubicBezTo>
                    <a:cubicBezTo>
                      <a:pt x="180023" y="365760"/>
                      <a:pt x="169545" y="366713"/>
                      <a:pt x="154305" y="367665"/>
                    </a:cubicBezTo>
                    <a:close/>
                    <a:moveTo>
                      <a:pt x="176213" y="1740218"/>
                    </a:moveTo>
                    <a:cubicBezTo>
                      <a:pt x="122873" y="1740218"/>
                      <a:pt x="71438" y="1740218"/>
                      <a:pt x="20955" y="1740218"/>
                    </a:cubicBezTo>
                    <a:cubicBezTo>
                      <a:pt x="20955" y="1774508"/>
                      <a:pt x="20955" y="1804988"/>
                      <a:pt x="20955" y="1836420"/>
                    </a:cubicBezTo>
                    <a:cubicBezTo>
                      <a:pt x="74295" y="1836420"/>
                      <a:pt x="124778" y="1836420"/>
                      <a:pt x="176213" y="1836420"/>
                    </a:cubicBezTo>
                    <a:cubicBezTo>
                      <a:pt x="176213" y="1803083"/>
                      <a:pt x="176213" y="1772603"/>
                      <a:pt x="176213" y="1740218"/>
                    </a:cubicBezTo>
                    <a:close/>
                    <a:moveTo>
                      <a:pt x="155258" y="1618298"/>
                    </a:moveTo>
                    <a:cubicBezTo>
                      <a:pt x="155258" y="1651635"/>
                      <a:pt x="155258" y="1682115"/>
                      <a:pt x="155258" y="1713548"/>
                    </a:cubicBezTo>
                    <a:cubicBezTo>
                      <a:pt x="209550" y="1713548"/>
                      <a:pt x="260985" y="1713548"/>
                      <a:pt x="311468" y="1713548"/>
                    </a:cubicBezTo>
                    <a:cubicBezTo>
                      <a:pt x="311468" y="1679258"/>
                      <a:pt x="311468" y="1648778"/>
                      <a:pt x="311468" y="1618298"/>
                    </a:cubicBezTo>
                    <a:cubicBezTo>
                      <a:pt x="257175" y="1618298"/>
                      <a:pt x="207645" y="1618298"/>
                      <a:pt x="155258" y="1618298"/>
                    </a:cubicBezTo>
                    <a:close/>
                    <a:moveTo>
                      <a:pt x="87630" y="1595438"/>
                    </a:moveTo>
                    <a:cubicBezTo>
                      <a:pt x="140970" y="1595438"/>
                      <a:pt x="191453" y="1595438"/>
                      <a:pt x="243840" y="1595438"/>
                    </a:cubicBezTo>
                    <a:cubicBezTo>
                      <a:pt x="243840" y="1563053"/>
                      <a:pt x="243840" y="1531620"/>
                      <a:pt x="243840" y="1501140"/>
                    </a:cubicBezTo>
                    <a:cubicBezTo>
                      <a:pt x="190500" y="1501140"/>
                      <a:pt x="139065" y="1501140"/>
                      <a:pt x="87630" y="1501140"/>
                    </a:cubicBezTo>
                    <a:cubicBezTo>
                      <a:pt x="87630" y="1533525"/>
                      <a:pt x="87630" y="1563053"/>
                      <a:pt x="87630" y="1595438"/>
                    </a:cubicBezTo>
                    <a:close/>
                    <a:moveTo>
                      <a:pt x="244793" y="1861185"/>
                    </a:moveTo>
                    <a:cubicBezTo>
                      <a:pt x="190500" y="1861185"/>
                      <a:pt x="140970" y="1861185"/>
                      <a:pt x="89535" y="1861185"/>
                    </a:cubicBezTo>
                    <a:cubicBezTo>
                      <a:pt x="89535" y="1894523"/>
                      <a:pt x="89535" y="1924050"/>
                      <a:pt x="89535" y="1955482"/>
                    </a:cubicBezTo>
                    <a:cubicBezTo>
                      <a:pt x="142875" y="1955482"/>
                      <a:pt x="192405" y="1955482"/>
                      <a:pt x="244793" y="1955482"/>
                    </a:cubicBezTo>
                    <a:cubicBezTo>
                      <a:pt x="244793" y="1924050"/>
                      <a:pt x="244793" y="1894523"/>
                      <a:pt x="244793" y="1861185"/>
                    </a:cubicBezTo>
                    <a:close/>
                    <a:moveTo>
                      <a:pt x="40958" y="659130"/>
                    </a:moveTo>
                    <a:cubicBezTo>
                      <a:pt x="44768" y="657225"/>
                      <a:pt x="48578" y="654368"/>
                      <a:pt x="53340" y="652463"/>
                    </a:cubicBezTo>
                    <a:cubicBezTo>
                      <a:pt x="53340" y="558165"/>
                      <a:pt x="53340" y="463867"/>
                      <a:pt x="53340" y="369570"/>
                    </a:cubicBezTo>
                    <a:cubicBezTo>
                      <a:pt x="22860" y="357188"/>
                      <a:pt x="17145" y="371475"/>
                      <a:pt x="17145" y="396240"/>
                    </a:cubicBezTo>
                    <a:cubicBezTo>
                      <a:pt x="18098" y="463867"/>
                      <a:pt x="15240" y="531495"/>
                      <a:pt x="18098" y="599123"/>
                    </a:cubicBezTo>
                    <a:cubicBezTo>
                      <a:pt x="19050" y="620078"/>
                      <a:pt x="33338" y="640080"/>
                      <a:pt x="40958" y="659130"/>
                    </a:cubicBezTo>
                    <a:close/>
                    <a:moveTo>
                      <a:pt x="178118" y="2103120"/>
                    </a:moveTo>
                    <a:cubicBezTo>
                      <a:pt x="121920" y="2103120"/>
                      <a:pt x="71438" y="2103120"/>
                      <a:pt x="21908" y="2103120"/>
                    </a:cubicBezTo>
                    <a:cubicBezTo>
                      <a:pt x="21908" y="2136458"/>
                      <a:pt x="21908" y="2165985"/>
                      <a:pt x="21908" y="2197418"/>
                    </a:cubicBezTo>
                    <a:cubicBezTo>
                      <a:pt x="74295" y="2197418"/>
                      <a:pt x="123825" y="2197418"/>
                      <a:pt x="175260" y="2197418"/>
                    </a:cubicBezTo>
                    <a:cubicBezTo>
                      <a:pt x="176213" y="2189798"/>
                      <a:pt x="178118" y="2183130"/>
                      <a:pt x="178118" y="2177415"/>
                    </a:cubicBezTo>
                    <a:cubicBezTo>
                      <a:pt x="178118" y="2153603"/>
                      <a:pt x="178118" y="2129790"/>
                      <a:pt x="178118" y="2103120"/>
                    </a:cubicBezTo>
                    <a:close/>
                    <a:moveTo>
                      <a:pt x="313373" y="1086803"/>
                    </a:moveTo>
                    <a:cubicBezTo>
                      <a:pt x="320993" y="989647"/>
                      <a:pt x="316230" y="981075"/>
                      <a:pt x="238125" y="942022"/>
                    </a:cubicBezTo>
                    <a:cubicBezTo>
                      <a:pt x="238125" y="989647"/>
                      <a:pt x="238125" y="1037272"/>
                      <a:pt x="238125" y="1086803"/>
                    </a:cubicBezTo>
                    <a:cubicBezTo>
                      <a:pt x="263843" y="1086803"/>
                      <a:pt x="287655" y="1086803"/>
                      <a:pt x="313373" y="1086803"/>
                    </a:cubicBezTo>
                    <a:close/>
                    <a:moveTo>
                      <a:pt x="133350" y="339090"/>
                    </a:moveTo>
                    <a:cubicBezTo>
                      <a:pt x="146685" y="225742"/>
                      <a:pt x="140018" y="207645"/>
                      <a:pt x="79058" y="186690"/>
                    </a:cubicBezTo>
                    <a:cubicBezTo>
                      <a:pt x="79058" y="236220"/>
                      <a:pt x="79058" y="286703"/>
                      <a:pt x="79058" y="339090"/>
                    </a:cubicBezTo>
                    <a:cubicBezTo>
                      <a:pt x="97155" y="339090"/>
                      <a:pt x="113348" y="339090"/>
                      <a:pt x="133350" y="339090"/>
                    </a:cubicBezTo>
                    <a:close/>
                    <a:moveTo>
                      <a:pt x="33338" y="140970"/>
                    </a:moveTo>
                    <a:cubicBezTo>
                      <a:pt x="28575" y="141923"/>
                      <a:pt x="23813" y="142875"/>
                      <a:pt x="20003" y="142875"/>
                    </a:cubicBezTo>
                    <a:cubicBezTo>
                      <a:pt x="20003" y="207645"/>
                      <a:pt x="20003" y="271463"/>
                      <a:pt x="20003" y="346710"/>
                    </a:cubicBezTo>
                    <a:cubicBezTo>
                      <a:pt x="35243" y="337185"/>
                      <a:pt x="53340" y="330517"/>
                      <a:pt x="52388" y="325755"/>
                    </a:cubicBezTo>
                    <a:cubicBezTo>
                      <a:pt x="44768" y="263842"/>
                      <a:pt x="75248" y="197167"/>
                      <a:pt x="33338" y="140970"/>
                    </a:cubicBezTo>
                    <a:close/>
                    <a:moveTo>
                      <a:pt x="130493" y="1713548"/>
                    </a:moveTo>
                    <a:cubicBezTo>
                      <a:pt x="130493" y="1678305"/>
                      <a:pt x="130493" y="1647825"/>
                      <a:pt x="130493" y="1614488"/>
                    </a:cubicBezTo>
                    <a:cubicBezTo>
                      <a:pt x="113348" y="1616393"/>
                      <a:pt x="100013" y="1618298"/>
                      <a:pt x="87630" y="1619250"/>
                    </a:cubicBezTo>
                    <a:cubicBezTo>
                      <a:pt x="87630" y="1652588"/>
                      <a:pt x="87630" y="1682115"/>
                      <a:pt x="87630" y="1713548"/>
                    </a:cubicBezTo>
                    <a:cubicBezTo>
                      <a:pt x="101918" y="1713548"/>
                      <a:pt x="115253" y="1713548"/>
                      <a:pt x="130493" y="1713548"/>
                    </a:cubicBezTo>
                    <a:close/>
                    <a:moveTo>
                      <a:pt x="312420" y="2099310"/>
                    </a:moveTo>
                    <a:cubicBezTo>
                      <a:pt x="295275" y="2101215"/>
                      <a:pt x="281940" y="2102168"/>
                      <a:pt x="269558" y="2103120"/>
                    </a:cubicBezTo>
                    <a:cubicBezTo>
                      <a:pt x="269558" y="2136458"/>
                      <a:pt x="269558" y="2165985"/>
                      <a:pt x="269558" y="2196465"/>
                    </a:cubicBezTo>
                    <a:cubicBezTo>
                      <a:pt x="284798" y="2196465"/>
                      <a:pt x="297180" y="2196465"/>
                      <a:pt x="312420" y="2196465"/>
                    </a:cubicBezTo>
                    <a:cubicBezTo>
                      <a:pt x="312420" y="2164080"/>
                      <a:pt x="312420" y="2135505"/>
                      <a:pt x="312420" y="2099310"/>
                    </a:cubicBezTo>
                    <a:close/>
                    <a:moveTo>
                      <a:pt x="244793" y="1975485"/>
                    </a:moveTo>
                    <a:cubicBezTo>
                      <a:pt x="226695" y="1977390"/>
                      <a:pt x="213360" y="1979295"/>
                      <a:pt x="200978" y="1980248"/>
                    </a:cubicBezTo>
                    <a:cubicBezTo>
                      <a:pt x="200978" y="2013585"/>
                      <a:pt x="200978" y="2043113"/>
                      <a:pt x="200978" y="2073593"/>
                    </a:cubicBezTo>
                    <a:cubicBezTo>
                      <a:pt x="217170" y="2073593"/>
                      <a:pt x="230505" y="2073593"/>
                      <a:pt x="244793" y="2073593"/>
                    </a:cubicBezTo>
                    <a:cubicBezTo>
                      <a:pt x="244793" y="2042160"/>
                      <a:pt x="244793" y="2012632"/>
                      <a:pt x="244793" y="1975485"/>
                    </a:cubicBezTo>
                    <a:close/>
                    <a:moveTo>
                      <a:pt x="202883" y="2101215"/>
                    </a:moveTo>
                    <a:cubicBezTo>
                      <a:pt x="202883" y="2135505"/>
                      <a:pt x="202883" y="2165985"/>
                      <a:pt x="202883" y="2196465"/>
                    </a:cubicBezTo>
                    <a:cubicBezTo>
                      <a:pt x="218123" y="2196465"/>
                      <a:pt x="229553" y="2196465"/>
                      <a:pt x="243840" y="2196465"/>
                    </a:cubicBezTo>
                    <a:cubicBezTo>
                      <a:pt x="243840" y="2164080"/>
                      <a:pt x="243840" y="2132648"/>
                      <a:pt x="243840" y="2101215"/>
                    </a:cubicBezTo>
                    <a:cubicBezTo>
                      <a:pt x="229553" y="2101215"/>
                      <a:pt x="218123" y="2101215"/>
                      <a:pt x="202883" y="2101215"/>
                    </a:cubicBezTo>
                    <a:close/>
                    <a:moveTo>
                      <a:pt x="270510" y="1979295"/>
                    </a:moveTo>
                    <a:cubicBezTo>
                      <a:pt x="270510" y="2014538"/>
                      <a:pt x="270510" y="2045018"/>
                      <a:pt x="270510" y="2078355"/>
                    </a:cubicBezTo>
                    <a:cubicBezTo>
                      <a:pt x="287655" y="2076450"/>
                      <a:pt x="300038" y="2075498"/>
                      <a:pt x="312420" y="2073593"/>
                    </a:cubicBezTo>
                    <a:cubicBezTo>
                      <a:pt x="312420" y="2039303"/>
                      <a:pt x="312420" y="2009775"/>
                      <a:pt x="312420" y="1979295"/>
                    </a:cubicBezTo>
                    <a:cubicBezTo>
                      <a:pt x="297180" y="1979295"/>
                      <a:pt x="284798" y="1979295"/>
                      <a:pt x="270510" y="1979295"/>
                    </a:cubicBezTo>
                    <a:close/>
                    <a:moveTo>
                      <a:pt x="313373" y="1741170"/>
                    </a:moveTo>
                    <a:cubicBezTo>
                      <a:pt x="296228" y="1741170"/>
                      <a:pt x="281940" y="1741170"/>
                      <a:pt x="268605" y="1741170"/>
                    </a:cubicBezTo>
                    <a:cubicBezTo>
                      <a:pt x="268605" y="1774508"/>
                      <a:pt x="268605" y="1804988"/>
                      <a:pt x="268605" y="1836420"/>
                    </a:cubicBezTo>
                    <a:cubicBezTo>
                      <a:pt x="283845" y="1836420"/>
                      <a:pt x="297180" y="1836420"/>
                      <a:pt x="313373" y="1836420"/>
                    </a:cubicBezTo>
                    <a:cubicBezTo>
                      <a:pt x="313373" y="1803083"/>
                      <a:pt x="313373" y="1772603"/>
                      <a:pt x="313373" y="1741170"/>
                    </a:cubicBezTo>
                    <a:close/>
                    <a:moveTo>
                      <a:pt x="268605" y="1499235"/>
                    </a:moveTo>
                    <a:cubicBezTo>
                      <a:pt x="268605" y="1533525"/>
                      <a:pt x="268605" y="1564005"/>
                      <a:pt x="268605" y="1594485"/>
                    </a:cubicBezTo>
                    <a:cubicBezTo>
                      <a:pt x="284798" y="1594485"/>
                      <a:pt x="298133" y="1594485"/>
                      <a:pt x="312420" y="1594485"/>
                    </a:cubicBezTo>
                    <a:cubicBezTo>
                      <a:pt x="312420" y="1561148"/>
                      <a:pt x="312420" y="1530668"/>
                      <a:pt x="312420" y="1499235"/>
                    </a:cubicBezTo>
                    <a:cubicBezTo>
                      <a:pt x="298133" y="1499235"/>
                      <a:pt x="285750" y="1499235"/>
                      <a:pt x="268605" y="1499235"/>
                    </a:cubicBezTo>
                    <a:close/>
                    <a:moveTo>
                      <a:pt x="62865" y="1595438"/>
                    </a:moveTo>
                    <a:cubicBezTo>
                      <a:pt x="62865" y="1561148"/>
                      <a:pt x="62865" y="1531620"/>
                      <a:pt x="62865" y="1500188"/>
                    </a:cubicBezTo>
                    <a:cubicBezTo>
                      <a:pt x="47625" y="1500188"/>
                      <a:pt x="34290" y="1500188"/>
                      <a:pt x="20003" y="1500188"/>
                    </a:cubicBezTo>
                    <a:cubicBezTo>
                      <a:pt x="20003" y="1533525"/>
                      <a:pt x="20003" y="1564005"/>
                      <a:pt x="20003" y="1595438"/>
                    </a:cubicBezTo>
                    <a:cubicBezTo>
                      <a:pt x="36195" y="1595438"/>
                      <a:pt x="47625" y="1595438"/>
                      <a:pt x="62865" y="1595438"/>
                    </a:cubicBezTo>
                    <a:close/>
                    <a:moveTo>
                      <a:pt x="157163" y="2435543"/>
                    </a:moveTo>
                    <a:cubicBezTo>
                      <a:pt x="210503" y="2435543"/>
                      <a:pt x="258128" y="2435543"/>
                      <a:pt x="308610" y="2435543"/>
                    </a:cubicBezTo>
                    <a:cubicBezTo>
                      <a:pt x="308610" y="2402205"/>
                      <a:pt x="308610" y="2372678"/>
                      <a:pt x="308610" y="2342198"/>
                    </a:cubicBezTo>
                    <a:cubicBezTo>
                      <a:pt x="256223" y="2342198"/>
                      <a:pt x="208598" y="2342198"/>
                      <a:pt x="157163" y="2342198"/>
                    </a:cubicBezTo>
                    <a:cubicBezTo>
                      <a:pt x="157163" y="2373630"/>
                      <a:pt x="157163" y="2403158"/>
                      <a:pt x="157163" y="2435543"/>
                    </a:cubicBezTo>
                    <a:close/>
                    <a:moveTo>
                      <a:pt x="63818" y="1862138"/>
                    </a:moveTo>
                    <a:cubicBezTo>
                      <a:pt x="46673" y="1862138"/>
                      <a:pt x="34290" y="1862138"/>
                      <a:pt x="20003" y="1862138"/>
                    </a:cubicBezTo>
                    <a:cubicBezTo>
                      <a:pt x="20003" y="1894523"/>
                      <a:pt x="20003" y="1924050"/>
                      <a:pt x="20003" y="1954530"/>
                    </a:cubicBezTo>
                    <a:cubicBezTo>
                      <a:pt x="35243" y="1954530"/>
                      <a:pt x="48578" y="1954530"/>
                      <a:pt x="63818" y="1954530"/>
                    </a:cubicBezTo>
                    <a:cubicBezTo>
                      <a:pt x="63818" y="1923098"/>
                      <a:pt x="63818" y="1895475"/>
                      <a:pt x="63818" y="1862138"/>
                    </a:cubicBezTo>
                    <a:close/>
                    <a:moveTo>
                      <a:pt x="21908" y="2225993"/>
                    </a:moveTo>
                    <a:cubicBezTo>
                      <a:pt x="21908" y="2253615"/>
                      <a:pt x="21908" y="2282190"/>
                      <a:pt x="21908" y="2310765"/>
                    </a:cubicBezTo>
                    <a:cubicBezTo>
                      <a:pt x="63818" y="2324100"/>
                      <a:pt x="62865" y="2297430"/>
                      <a:pt x="61913" y="2270760"/>
                    </a:cubicBezTo>
                    <a:cubicBezTo>
                      <a:pt x="61913" y="2245995"/>
                      <a:pt x="72390" y="2212658"/>
                      <a:pt x="21908" y="2225993"/>
                    </a:cubicBezTo>
                    <a:close/>
                    <a:moveTo>
                      <a:pt x="157163" y="242888"/>
                    </a:moveTo>
                    <a:cubicBezTo>
                      <a:pt x="151448" y="340995"/>
                      <a:pt x="151448" y="340995"/>
                      <a:pt x="195263" y="334328"/>
                    </a:cubicBezTo>
                    <a:cubicBezTo>
                      <a:pt x="193358" y="300990"/>
                      <a:pt x="211455" y="260033"/>
                      <a:pt x="157163" y="242888"/>
                    </a:cubicBezTo>
                    <a:close/>
                    <a:moveTo>
                      <a:pt x="268605" y="1861185"/>
                    </a:moveTo>
                    <a:cubicBezTo>
                      <a:pt x="268605" y="1892618"/>
                      <a:pt x="268605" y="1922145"/>
                      <a:pt x="268605" y="1953578"/>
                    </a:cubicBezTo>
                    <a:cubicBezTo>
                      <a:pt x="283845" y="1953578"/>
                      <a:pt x="297180" y="1953578"/>
                      <a:pt x="312420" y="1953578"/>
                    </a:cubicBezTo>
                    <a:cubicBezTo>
                      <a:pt x="312420" y="1922145"/>
                      <a:pt x="312420" y="1892618"/>
                      <a:pt x="312420" y="1861185"/>
                    </a:cubicBezTo>
                    <a:cubicBezTo>
                      <a:pt x="297180" y="1861185"/>
                      <a:pt x="283845" y="1861185"/>
                      <a:pt x="268605" y="1861185"/>
                    </a:cubicBezTo>
                    <a:close/>
                    <a:moveTo>
                      <a:pt x="90488" y="2223135"/>
                    </a:moveTo>
                    <a:cubicBezTo>
                      <a:pt x="90488" y="2255520"/>
                      <a:pt x="90488" y="2283143"/>
                      <a:pt x="90488" y="2312670"/>
                    </a:cubicBezTo>
                    <a:cubicBezTo>
                      <a:pt x="142875" y="2312670"/>
                      <a:pt x="192405" y="2312670"/>
                      <a:pt x="242888" y="2312670"/>
                    </a:cubicBezTo>
                    <a:cubicBezTo>
                      <a:pt x="242888" y="2281238"/>
                      <a:pt x="242888" y="2252663"/>
                      <a:pt x="242888" y="2223135"/>
                    </a:cubicBezTo>
                    <a:cubicBezTo>
                      <a:pt x="190500" y="2223135"/>
                      <a:pt x="141923" y="2223135"/>
                      <a:pt x="90488" y="2223135"/>
                    </a:cubicBezTo>
                    <a:close/>
                    <a:moveTo>
                      <a:pt x="126683" y="2436495"/>
                    </a:moveTo>
                    <a:cubicBezTo>
                      <a:pt x="126683" y="2402205"/>
                      <a:pt x="126683" y="2371725"/>
                      <a:pt x="126683" y="2336483"/>
                    </a:cubicBezTo>
                    <a:cubicBezTo>
                      <a:pt x="111443" y="2341245"/>
                      <a:pt x="90488" y="2343150"/>
                      <a:pt x="90488" y="2346960"/>
                    </a:cubicBezTo>
                    <a:cubicBezTo>
                      <a:pt x="87630" y="2376488"/>
                      <a:pt x="88583" y="2405063"/>
                      <a:pt x="88583" y="2436495"/>
                    </a:cubicBezTo>
                    <a:cubicBezTo>
                      <a:pt x="102870" y="2436495"/>
                      <a:pt x="113348" y="2436495"/>
                      <a:pt x="126683" y="2436495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/>
              <p:cNvSpPr/>
              <p:nvPr/>
            </p:nvSpPr>
            <p:spPr>
              <a:xfrm>
                <a:off x="4641190" y="1423862"/>
                <a:ext cx="477157" cy="2330989"/>
              </a:xfrm>
              <a:custGeom>
                <a:avLst/>
                <a:gdLst>
                  <a:gd name="connsiteX0" fmla="*/ 285608 w 487386"/>
                  <a:gd name="connsiteY0" fmla="*/ 1339706 h 2330989"/>
                  <a:gd name="connsiteX1" fmla="*/ 285608 w 487386"/>
                  <a:gd name="connsiteY1" fmla="*/ 1414297 h 2330989"/>
                  <a:gd name="connsiteX2" fmla="*/ 356272 w 487386"/>
                  <a:gd name="connsiteY2" fmla="*/ 1414297 h 2330989"/>
                  <a:gd name="connsiteX3" fmla="*/ 356272 w 487386"/>
                  <a:gd name="connsiteY3" fmla="*/ 1339706 h 2330989"/>
                  <a:gd name="connsiteX4" fmla="*/ 285608 w 487386"/>
                  <a:gd name="connsiteY4" fmla="*/ 1339706 h 2330989"/>
                  <a:gd name="connsiteX5" fmla="*/ 31407 w 487386"/>
                  <a:gd name="connsiteY5" fmla="*/ 1338724 h 2330989"/>
                  <a:gd name="connsiteX6" fmla="*/ 31407 w 487386"/>
                  <a:gd name="connsiteY6" fmla="*/ 1414297 h 2330989"/>
                  <a:gd name="connsiteX7" fmla="*/ 258126 w 487386"/>
                  <a:gd name="connsiteY7" fmla="*/ 1414297 h 2330989"/>
                  <a:gd name="connsiteX8" fmla="*/ 258126 w 487386"/>
                  <a:gd name="connsiteY8" fmla="*/ 1338724 h 2330989"/>
                  <a:gd name="connsiteX9" fmla="*/ 31407 w 487386"/>
                  <a:gd name="connsiteY9" fmla="*/ 1338724 h 2330989"/>
                  <a:gd name="connsiteX10" fmla="*/ 385716 w 487386"/>
                  <a:gd name="connsiteY10" fmla="*/ 1245485 h 2330989"/>
                  <a:gd name="connsiteX11" fmla="*/ 385716 w 487386"/>
                  <a:gd name="connsiteY11" fmla="*/ 1318113 h 2330989"/>
                  <a:gd name="connsiteX12" fmla="*/ 453438 w 487386"/>
                  <a:gd name="connsiteY12" fmla="*/ 1318113 h 2330989"/>
                  <a:gd name="connsiteX13" fmla="*/ 453438 w 487386"/>
                  <a:gd name="connsiteY13" fmla="*/ 1245485 h 2330989"/>
                  <a:gd name="connsiteX14" fmla="*/ 385716 w 487386"/>
                  <a:gd name="connsiteY14" fmla="*/ 1245485 h 2330989"/>
                  <a:gd name="connsiteX15" fmla="*/ 32388 w 487386"/>
                  <a:gd name="connsiteY15" fmla="*/ 1243522 h 2330989"/>
                  <a:gd name="connsiteX16" fmla="*/ 32388 w 487386"/>
                  <a:gd name="connsiteY16" fmla="*/ 1318113 h 2330989"/>
                  <a:gd name="connsiteX17" fmla="*/ 102073 w 487386"/>
                  <a:gd name="connsiteY17" fmla="*/ 1318113 h 2330989"/>
                  <a:gd name="connsiteX18" fmla="*/ 102073 w 487386"/>
                  <a:gd name="connsiteY18" fmla="*/ 1243522 h 2330989"/>
                  <a:gd name="connsiteX19" fmla="*/ 32388 w 487386"/>
                  <a:gd name="connsiteY19" fmla="*/ 1243522 h 2330989"/>
                  <a:gd name="connsiteX20" fmla="*/ 130535 w 487386"/>
                  <a:gd name="connsiteY20" fmla="*/ 1242540 h 2330989"/>
                  <a:gd name="connsiteX21" fmla="*/ 130535 w 487386"/>
                  <a:gd name="connsiteY21" fmla="*/ 1317131 h 2330989"/>
                  <a:gd name="connsiteX22" fmla="*/ 356272 w 487386"/>
                  <a:gd name="connsiteY22" fmla="*/ 1317131 h 2330989"/>
                  <a:gd name="connsiteX23" fmla="*/ 356272 w 487386"/>
                  <a:gd name="connsiteY23" fmla="*/ 1242540 h 2330989"/>
                  <a:gd name="connsiteX24" fmla="*/ 130535 w 487386"/>
                  <a:gd name="connsiteY24" fmla="*/ 1242540 h 2330989"/>
                  <a:gd name="connsiteX25" fmla="*/ 128572 w 487386"/>
                  <a:gd name="connsiteY25" fmla="*/ 1149301 h 2330989"/>
                  <a:gd name="connsiteX26" fmla="*/ 128572 w 487386"/>
                  <a:gd name="connsiteY26" fmla="*/ 1220947 h 2330989"/>
                  <a:gd name="connsiteX27" fmla="*/ 199237 w 487386"/>
                  <a:gd name="connsiteY27" fmla="*/ 1220947 h 2330989"/>
                  <a:gd name="connsiteX28" fmla="*/ 199237 w 487386"/>
                  <a:gd name="connsiteY28" fmla="*/ 1149301 h 2330989"/>
                  <a:gd name="connsiteX29" fmla="*/ 128572 w 487386"/>
                  <a:gd name="connsiteY29" fmla="*/ 1149301 h 2330989"/>
                  <a:gd name="connsiteX30" fmla="*/ 226720 w 487386"/>
                  <a:gd name="connsiteY30" fmla="*/ 1148319 h 2330989"/>
                  <a:gd name="connsiteX31" fmla="*/ 226720 w 487386"/>
                  <a:gd name="connsiteY31" fmla="*/ 1219966 h 2330989"/>
                  <a:gd name="connsiteX32" fmla="*/ 453438 w 487386"/>
                  <a:gd name="connsiteY32" fmla="*/ 1219966 h 2330989"/>
                  <a:gd name="connsiteX33" fmla="*/ 453438 w 487386"/>
                  <a:gd name="connsiteY33" fmla="*/ 1148319 h 2330989"/>
                  <a:gd name="connsiteX34" fmla="*/ 226720 w 487386"/>
                  <a:gd name="connsiteY34" fmla="*/ 1148319 h 2330989"/>
                  <a:gd name="connsiteX35" fmla="*/ 128572 w 487386"/>
                  <a:gd name="connsiteY35" fmla="*/ 1050172 h 2330989"/>
                  <a:gd name="connsiteX36" fmla="*/ 128572 w 487386"/>
                  <a:gd name="connsiteY36" fmla="*/ 1121820 h 2330989"/>
                  <a:gd name="connsiteX37" fmla="*/ 357254 w 487386"/>
                  <a:gd name="connsiteY37" fmla="*/ 1121820 h 2330989"/>
                  <a:gd name="connsiteX38" fmla="*/ 357254 w 487386"/>
                  <a:gd name="connsiteY38" fmla="*/ 1050172 h 2330989"/>
                  <a:gd name="connsiteX39" fmla="*/ 128572 w 487386"/>
                  <a:gd name="connsiteY39" fmla="*/ 1050172 h 2330989"/>
                  <a:gd name="connsiteX40" fmla="*/ 32388 w 487386"/>
                  <a:gd name="connsiteY40" fmla="*/ 1050172 h 2330989"/>
                  <a:gd name="connsiteX41" fmla="*/ 32388 w 487386"/>
                  <a:gd name="connsiteY41" fmla="*/ 1122800 h 2330989"/>
                  <a:gd name="connsiteX42" fmla="*/ 103055 w 487386"/>
                  <a:gd name="connsiteY42" fmla="*/ 1122800 h 2330989"/>
                  <a:gd name="connsiteX43" fmla="*/ 103055 w 487386"/>
                  <a:gd name="connsiteY43" fmla="*/ 1050172 h 2330989"/>
                  <a:gd name="connsiteX44" fmla="*/ 32388 w 487386"/>
                  <a:gd name="connsiteY44" fmla="*/ 1050172 h 2330989"/>
                  <a:gd name="connsiteX45" fmla="*/ 383754 w 487386"/>
                  <a:gd name="connsiteY45" fmla="*/ 953007 h 2330989"/>
                  <a:gd name="connsiteX46" fmla="*/ 383754 w 487386"/>
                  <a:gd name="connsiteY46" fmla="*/ 1024654 h 2330989"/>
                  <a:gd name="connsiteX47" fmla="*/ 452457 w 487386"/>
                  <a:gd name="connsiteY47" fmla="*/ 1024654 h 2330989"/>
                  <a:gd name="connsiteX48" fmla="*/ 452457 w 487386"/>
                  <a:gd name="connsiteY48" fmla="*/ 953007 h 2330989"/>
                  <a:gd name="connsiteX49" fmla="*/ 383754 w 487386"/>
                  <a:gd name="connsiteY49" fmla="*/ 953007 h 2330989"/>
                  <a:gd name="connsiteX50" fmla="*/ 30425 w 487386"/>
                  <a:gd name="connsiteY50" fmla="*/ 953007 h 2330989"/>
                  <a:gd name="connsiteX51" fmla="*/ 30425 w 487386"/>
                  <a:gd name="connsiteY51" fmla="*/ 1023673 h 2330989"/>
                  <a:gd name="connsiteX52" fmla="*/ 259108 w 487386"/>
                  <a:gd name="connsiteY52" fmla="*/ 1023673 h 2330989"/>
                  <a:gd name="connsiteX53" fmla="*/ 259108 w 487386"/>
                  <a:gd name="connsiteY53" fmla="*/ 953007 h 2330989"/>
                  <a:gd name="connsiteX54" fmla="*/ 30425 w 487386"/>
                  <a:gd name="connsiteY54" fmla="*/ 953007 h 2330989"/>
                  <a:gd name="connsiteX55" fmla="*/ 286589 w 487386"/>
                  <a:gd name="connsiteY55" fmla="*/ 952025 h 2330989"/>
                  <a:gd name="connsiteX56" fmla="*/ 286589 w 487386"/>
                  <a:gd name="connsiteY56" fmla="*/ 1023673 h 2330989"/>
                  <a:gd name="connsiteX57" fmla="*/ 357254 w 487386"/>
                  <a:gd name="connsiteY57" fmla="*/ 1023673 h 2330989"/>
                  <a:gd name="connsiteX58" fmla="*/ 357254 w 487386"/>
                  <a:gd name="connsiteY58" fmla="*/ 952025 h 2330989"/>
                  <a:gd name="connsiteX59" fmla="*/ 286589 w 487386"/>
                  <a:gd name="connsiteY59" fmla="*/ 952025 h 2330989"/>
                  <a:gd name="connsiteX60" fmla="*/ 382772 w 487386"/>
                  <a:gd name="connsiteY60" fmla="*/ 854860 h 2330989"/>
                  <a:gd name="connsiteX61" fmla="*/ 382772 w 487386"/>
                  <a:gd name="connsiteY61" fmla="*/ 927489 h 2330989"/>
                  <a:gd name="connsiteX62" fmla="*/ 452457 w 487386"/>
                  <a:gd name="connsiteY62" fmla="*/ 927489 h 2330989"/>
                  <a:gd name="connsiteX63" fmla="*/ 452457 w 487386"/>
                  <a:gd name="connsiteY63" fmla="*/ 854860 h 2330989"/>
                  <a:gd name="connsiteX64" fmla="*/ 382772 w 487386"/>
                  <a:gd name="connsiteY64" fmla="*/ 854860 h 2330989"/>
                  <a:gd name="connsiteX65" fmla="*/ 286589 w 487386"/>
                  <a:gd name="connsiteY65" fmla="*/ 853878 h 2330989"/>
                  <a:gd name="connsiteX66" fmla="*/ 286589 w 487386"/>
                  <a:gd name="connsiteY66" fmla="*/ 927489 h 2330989"/>
                  <a:gd name="connsiteX67" fmla="*/ 355291 w 487386"/>
                  <a:gd name="connsiteY67" fmla="*/ 927489 h 2330989"/>
                  <a:gd name="connsiteX68" fmla="*/ 355291 w 487386"/>
                  <a:gd name="connsiteY68" fmla="*/ 853878 h 2330989"/>
                  <a:gd name="connsiteX69" fmla="*/ 286589 w 487386"/>
                  <a:gd name="connsiteY69" fmla="*/ 853878 h 2330989"/>
                  <a:gd name="connsiteX70" fmla="*/ 384735 w 487386"/>
                  <a:gd name="connsiteY70" fmla="*/ 756713 h 2330989"/>
                  <a:gd name="connsiteX71" fmla="*/ 384735 w 487386"/>
                  <a:gd name="connsiteY71" fmla="*/ 829342 h 2330989"/>
                  <a:gd name="connsiteX72" fmla="*/ 453438 w 487386"/>
                  <a:gd name="connsiteY72" fmla="*/ 829342 h 2330989"/>
                  <a:gd name="connsiteX73" fmla="*/ 453438 w 487386"/>
                  <a:gd name="connsiteY73" fmla="*/ 756713 h 2330989"/>
                  <a:gd name="connsiteX74" fmla="*/ 384735 w 487386"/>
                  <a:gd name="connsiteY74" fmla="*/ 756713 h 2330989"/>
                  <a:gd name="connsiteX75" fmla="*/ 130535 w 487386"/>
                  <a:gd name="connsiteY75" fmla="*/ 756713 h 2330989"/>
                  <a:gd name="connsiteX76" fmla="*/ 130535 w 487386"/>
                  <a:gd name="connsiteY76" fmla="*/ 829342 h 2330989"/>
                  <a:gd name="connsiteX77" fmla="*/ 357254 w 487386"/>
                  <a:gd name="connsiteY77" fmla="*/ 829342 h 2330989"/>
                  <a:gd name="connsiteX78" fmla="*/ 357254 w 487386"/>
                  <a:gd name="connsiteY78" fmla="*/ 756713 h 2330989"/>
                  <a:gd name="connsiteX79" fmla="*/ 130535 w 487386"/>
                  <a:gd name="connsiteY79" fmla="*/ 756713 h 2330989"/>
                  <a:gd name="connsiteX80" fmla="*/ 32388 w 487386"/>
                  <a:gd name="connsiteY80" fmla="*/ 755731 h 2330989"/>
                  <a:gd name="connsiteX81" fmla="*/ 32388 w 487386"/>
                  <a:gd name="connsiteY81" fmla="*/ 830323 h 2330989"/>
                  <a:gd name="connsiteX82" fmla="*/ 102073 w 487386"/>
                  <a:gd name="connsiteY82" fmla="*/ 830323 h 2330989"/>
                  <a:gd name="connsiteX83" fmla="*/ 102073 w 487386"/>
                  <a:gd name="connsiteY83" fmla="*/ 755731 h 2330989"/>
                  <a:gd name="connsiteX84" fmla="*/ 32388 w 487386"/>
                  <a:gd name="connsiteY84" fmla="*/ 755731 h 2330989"/>
                  <a:gd name="connsiteX85" fmla="*/ 382772 w 487386"/>
                  <a:gd name="connsiteY85" fmla="*/ 658566 h 2330989"/>
                  <a:gd name="connsiteX86" fmla="*/ 382772 w 487386"/>
                  <a:gd name="connsiteY86" fmla="*/ 733158 h 2330989"/>
                  <a:gd name="connsiteX87" fmla="*/ 452457 w 487386"/>
                  <a:gd name="connsiteY87" fmla="*/ 733158 h 2330989"/>
                  <a:gd name="connsiteX88" fmla="*/ 452457 w 487386"/>
                  <a:gd name="connsiteY88" fmla="*/ 658566 h 2330989"/>
                  <a:gd name="connsiteX89" fmla="*/ 382772 w 487386"/>
                  <a:gd name="connsiteY89" fmla="*/ 658566 h 2330989"/>
                  <a:gd name="connsiteX90" fmla="*/ 31407 w 487386"/>
                  <a:gd name="connsiteY90" fmla="*/ 658566 h 2330989"/>
                  <a:gd name="connsiteX91" fmla="*/ 31407 w 487386"/>
                  <a:gd name="connsiteY91" fmla="*/ 735121 h 2330989"/>
                  <a:gd name="connsiteX92" fmla="*/ 259108 w 487386"/>
                  <a:gd name="connsiteY92" fmla="*/ 735121 h 2330989"/>
                  <a:gd name="connsiteX93" fmla="*/ 259108 w 487386"/>
                  <a:gd name="connsiteY93" fmla="*/ 658566 h 2330989"/>
                  <a:gd name="connsiteX94" fmla="*/ 31407 w 487386"/>
                  <a:gd name="connsiteY94" fmla="*/ 658566 h 2330989"/>
                  <a:gd name="connsiteX95" fmla="*/ 226720 w 487386"/>
                  <a:gd name="connsiteY95" fmla="*/ 561400 h 2330989"/>
                  <a:gd name="connsiteX96" fmla="*/ 226720 w 487386"/>
                  <a:gd name="connsiteY96" fmla="*/ 638937 h 2330989"/>
                  <a:gd name="connsiteX97" fmla="*/ 451475 w 487386"/>
                  <a:gd name="connsiteY97" fmla="*/ 638937 h 2330989"/>
                  <a:gd name="connsiteX98" fmla="*/ 451475 w 487386"/>
                  <a:gd name="connsiteY98" fmla="*/ 561400 h 2330989"/>
                  <a:gd name="connsiteX99" fmla="*/ 226720 w 487386"/>
                  <a:gd name="connsiteY99" fmla="*/ 561400 h 2330989"/>
                  <a:gd name="connsiteX100" fmla="*/ 128572 w 487386"/>
                  <a:gd name="connsiteY100" fmla="*/ 561400 h 2330989"/>
                  <a:gd name="connsiteX101" fmla="*/ 128572 w 487386"/>
                  <a:gd name="connsiteY101" fmla="*/ 636974 h 2330989"/>
                  <a:gd name="connsiteX102" fmla="*/ 198257 w 487386"/>
                  <a:gd name="connsiteY102" fmla="*/ 636974 h 2330989"/>
                  <a:gd name="connsiteX103" fmla="*/ 198257 w 487386"/>
                  <a:gd name="connsiteY103" fmla="*/ 561400 h 2330989"/>
                  <a:gd name="connsiteX104" fmla="*/ 128572 w 487386"/>
                  <a:gd name="connsiteY104" fmla="*/ 561400 h 2330989"/>
                  <a:gd name="connsiteX105" fmla="*/ 129554 w 487386"/>
                  <a:gd name="connsiteY105" fmla="*/ 464235 h 2330989"/>
                  <a:gd name="connsiteX106" fmla="*/ 129554 w 487386"/>
                  <a:gd name="connsiteY106" fmla="*/ 540790 h 2330989"/>
                  <a:gd name="connsiteX107" fmla="*/ 356272 w 487386"/>
                  <a:gd name="connsiteY107" fmla="*/ 540790 h 2330989"/>
                  <a:gd name="connsiteX108" fmla="*/ 356272 w 487386"/>
                  <a:gd name="connsiteY108" fmla="*/ 464235 h 2330989"/>
                  <a:gd name="connsiteX109" fmla="*/ 129554 w 487386"/>
                  <a:gd name="connsiteY109" fmla="*/ 464235 h 2330989"/>
                  <a:gd name="connsiteX110" fmla="*/ 34352 w 487386"/>
                  <a:gd name="connsiteY110" fmla="*/ 463253 h 2330989"/>
                  <a:gd name="connsiteX111" fmla="*/ 34352 w 487386"/>
                  <a:gd name="connsiteY111" fmla="*/ 539808 h 2330989"/>
                  <a:gd name="connsiteX112" fmla="*/ 102073 w 487386"/>
                  <a:gd name="connsiteY112" fmla="*/ 539808 h 2330989"/>
                  <a:gd name="connsiteX113" fmla="*/ 102073 w 487386"/>
                  <a:gd name="connsiteY113" fmla="*/ 463253 h 2330989"/>
                  <a:gd name="connsiteX114" fmla="*/ 34352 w 487386"/>
                  <a:gd name="connsiteY114" fmla="*/ 463253 h 2330989"/>
                  <a:gd name="connsiteX115" fmla="*/ 384735 w 487386"/>
                  <a:gd name="connsiteY115" fmla="*/ 462272 h 2330989"/>
                  <a:gd name="connsiteX116" fmla="*/ 384735 w 487386"/>
                  <a:gd name="connsiteY116" fmla="*/ 540790 h 2330989"/>
                  <a:gd name="connsiteX117" fmla="*/ 451475 w 487386"/>
                  <a:gd name="connsiteY117" fmla="*/ 540790 h 2330989"/>
                  <a:gd name="connsiteX118" fmla="*/ 451475 w 487386"/>
                  <a:gd name="connsiteY118" fmla="*/ 462272 h 2330989"/>
                  <a:gd name="connsiteX119" fmla="*/ 384735 w 487386"/>
                  <a:gd name="connsiteY119" fmla="*/ 462272 h 2330989"/>
                  <a:gd name="connsiteX120" fmla="*/ 52999 w 487386"/>
                  <a:gd name="connsiteY120" fmla="*/ 286589 h 2330989"/>
                  <a:gd name="connsiteX121" fmla="*/ 52999 w 487386"/>
                  <a:gd name="connsiteY121" fmla="*/ 364126 h 2330989"/>
                  <a:gd name="connsiteX122" fmla="*/ 192368 w 487386"/>
                  <a:gd name="connsiteY122" fmla="*/ 364126 h 2330989"/>
                  <a:gd name="connsiteX123" fmla="*/ 192368 w 487386"/>
                  <a:gd name="connsiteY123" fmla="*/ 286589 h 2330989"/>
                  <a:gd name="connsiteX124" fmla="*/ 52999 w 487386"/>
                  <a:gd name="connsiteY124" fmla="*/ 286589 h 2330989"/>
                  <a:gd name="connsiteX125" fmla="*/ 295422 w 487386"/>
                  <a:gd name="connsiteY125" fmla="*/ 285608 h 2330989"/>
                  <a:gd name="connsiteX126" fmla="*/ 295422 w 487386"/>
                  <a:gd name="connsiteY126" fmla="*/ 364126 h 2330989"/>
                  <a:gd name="connsiteX127" fmla="*/ 434790 w 487386"/>
                  <a:gd name="connsiteY127" fmla="*/ 364126 h 2330989"/>
                  <a:gd name="connsiteX128" fmla="*/ 434790 w 487386"/>
                  <a:gd name="connsiteY128" fmla="*/ 285608 h 2330989"/>
                  <a:gd name="connsiteX129" fmla="*/ 295422 w 487386"/>
                  <a:gd name="connsiteY129" fmla="*/ 285608 h 2330989"/>
                  <a:gd name="connsiteX130" fmla="*/ 51036 w 487386"/>
                  <a:gd name="connsiteY130" fmla="*/ 186479 h 2330989"/>
                  <a:gd name="connsiteX131" fmla="*/ 51036 w 487386"/>
                  <a:gd name="connsiteY131" fmla="*/ 259108 h 2330989"/>
                  <a:gd name="connsiteX132" fmla="*/ 190405 w 487386"/>
                  <a:gd name="connsiteY132" fmla="*/ 259108 h 2330989"/>
                  <a:gd name="connsiteX133" fmla="*/ 190405 w 487386"/>
                  <a:gd name="connsiteY133" fmla="*/ 186479 h 2330989"/>
                  <a:gd name="connsiteX134" fmla="*/ 51036 w 487386"/>
                  <a:gd name="connsiteY134" fmla="*/ 186479 h 2330989"/>
                  <a:gd name="connsiteX135" fmla="*/ 294440 w 487386"/>
                  <a:gd name="connsiteY135" fmla="*/ 185498 h 2330989"/>
                  <a:gd name="connsiteX136" fmla="*/ 294440 w 487386"/>
                  <a:gd name="connsiteY136" fmla="*/ 260090 h 2330989"/>
                  <a:gd name="connsiteX137" fmla="*/ 432828 w 487386"/>
                  <a:gd name="connsiteY137" fmla="*/ 260090 h 2330989"/>
                  <a:gd name="connsiteX138" fmla="*/ 432828 w 487386"/>
                  <a:gd name="connsiteY138" fmla="*/ 185498 h 2330989"/>
                  <a:gd name="connsiteX139" fmla="*/ 294440 w 487386"/>
                  <a:gd name="connsiteY139" fmla="*/ 185498 h 2330989"/>
                  <a:gd name="connsiteX140" fmla="*/ 52999 w 487386"/>
                  <a:gd name="connsiteY140" fmla="*/ 89314 h 2330989"/>
                  <a:gd name="connsiteX141" fmla="*/ 52999 w 487386"/>
                  <a:gd name="connsiteY141" fmla="*/ 158017 h 2330989"/>
                  <a:gd name="connsiteX142" fmla="*/ 191387 w 487386"/>
                  <a:gd name="connsiteY142" fmla="*/ 158017 h 2330989"/>
                  <a:gd name="connsiteX143" fmla="*/ 191387 w 487386"/>
                  <a:gd name="connsiteY143" fmla="*/ 89314 h 2330989"/>
                  <a:gd name="connsiteX144" fmla="*/ 52999 w 487386"/>
                  <a:gd name="connsiteY144" fmla="*/ 89314 h 2330989"/>
                  <a:gd name="connsiteX145" fmla="*/ 296403 w 487386"/>
                  <a:gd name="connsiteY145" fmla="*/ 87351 h 2330989"/>
                  <a:gd name="connsiteX146" fmla="*/ 296403 w 487386"/>
                  <a:gd name="connsiteY146" fmla="*/ 158998 h 2330989"/>
                  <a:gd name="connsiteX147" fmla="*/ 432828 w 487386"/>
                  <a:gd name="connsiteY147" fmla="*/ 158998 h 2330989"/>
                  <a:gd name="connsiteX148" fmla="*/ 432828 w 487386"/>
                  <a:gd name="connsiteY148" fmla="*/ 87351 h 2330989"/>
                  <a:gd name="connsiteX149" fmla="*/ 296403 w 487386"/>
                  <a:gd name="connsiteY149" fmla="*/ 87351 h 2330989"/>
                  <a:gd name="connsiteX150" fmla="*/ 26499 w 487386"/>
                  <a:gd name="connsiteY150" fmla="*/ 0 h 2330989"/>
                  <a:gd name="connsiteX151" fmla="*/ 219849 w 487386"/>
                  <a:gd name="connsiteY151" fmla="*/ 0 h 2330989"/>
                  <a:gd name="connsiteX152" fmla="*/ 219849 w 487386"/>
                  <a:gd name="connsiteY152" fmla="*/ 111888 h 2330989"/>
                  <a:gd name="connsiteX153" fmla="*/ 219849 w 487386"/>
                  <a:gd name="connsiteY153" fmla="*/ 337625 h 2330989"/>
                  <a:gd name="connsiteX154" fmla="*/ 263033 w 487386"/>
                  <a:gd name="connsiteY154" fmla="*/ 366088 h 2330989"/>
                  <a:gd name="connsiteX155" fmla="*/ 263033 w 487386"/>
                  <a:gd name="connsiteY155" fmla="*/ 2945 h 2330989"/>
                  <a:gd name="connsiteX156" fmla="*/ 461290 w 487386"/>
                  <a:gd name="connsiteY156" fmla="*/ 2945 h 2330989"/>
                  <a:gd name="connsiteX157" fmla="*/ 463253 w 487386"/>
                  <a:gd name="connsiteY157" fmla="*/ 330756 h 2330989"/>
                  <a:gd name="connsiteX158" fmla="*/ 481901 w 487386"/>
                  <a:gd name="connsiteY158" fmla="*/ 1297502 h 2330989"/>
                  <a:gd name="connsiteX159" fmla="*/ 483863 w 487386"/>
                  <a:gd name="connsiteY159" fmla="*/ 2269156 h 2330989"/>
                  <a:gd name="connsiteX160" fmla="*/ 483863 w 487386"/>
                  <a:gd name="connsiteY160" fmla="*/ 2330989 h 2330989"/>
                  <a:gd name="connsiteX161" fmla="*/ 0 w 487386"/>
                  <a:gd name="connsiteY161" fmla="*/ 2330989 h 2330989"/>
                  <a:gd name="connsiteX162" fmla="*/ 0 w 487386"/>
                  <a:gd name="connsiteY162" fmla="*/ 2284859 h 2330989"/>
                  <a:gd name="connsiteX163" fmla="*/ 0 w 487386"/>
                  <a:gd name="connsiteY163" fmla="*/ 421051 h 2330989"/>
                  <a:gd name="connsiteX164" fmla="*/ 26499 w 487386"/>
                  <a:gd name="connsiteY164" fmla="*/ 0 h 233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487386" h="2330989">
                    <a:moveTo>
                      <a:pt x="285608" y="1339706"/>
                    </a:moveTo>
                    <a:cubicBezTo>
                      <a:pt x="285608" y="1366205"/>
                      <a:pt x="285608" y="1388779"/>
                      <a:pt x="285608" y="1414297"/>
                    </a:cubicBezTo>
                    <a:cubicBezTo>
                      <a:pt x="312107" y="1414297"/>
                      <a:pt x="333699" y="1414297"/>
                      <a:pt x="356272" y="1414297"/>
                    </a:cubicBezTo>
                    <a:cubicBezTo>
                      <a:pt x="356272" y="1387797"/>
                      <a:pt x="356272" y="1364242"/>
                      <a:pt x="356272" y="1339706"/>
                    </a:cubicBezTo>
                    <a:cubicBezTo>
                      <a:pt x="331736" y="1339706"/>
                      <a:pt x="309163" y="1339706"/>
                      <a:pt x="285608" y="1339706"/>
                    </a:cubicBezTo>
                    <a:close/>
                    <a:moveTo>
                      <a:pt x="31407" y="1338724"/>
                    </a:moveTo>
                    <a:cubicBezTo>
                      <a:pt x="31407" y="1366205"/>
                      <a:pt x="31407" y="1389760"/>
                      <a:pt x="31407" y="1414297"/>
                    </a:cubicBezTo>
                    <a:cubicBezTo>
                      <a:pt x="108942" y="1414297"/>
                      <a:pt x="183534" y="1414297"/>
                      <a:pt x="258126" y="1414297"/>
                    </a:cubicBezTo>
                    <a:cubicBezTo>
                      <a:pt x="258126" y="1386816"/>
                      <a:pt x="258126" y="1363261"/>
                      <a:pt x="258126" y="1338724"/>
                    </a:cubicBezTo>
                    <a:cubicBezTo>
                      <a:pt x="180590" y="1338724"/>
                      <a:pt x="106980" y="1338724"/>
                      <a:pt x="31407" y="1338724"/>
                    </a:cubicBezTo>
                    <a:close/>
                    <a:moveTo>
                      <a:pt x="385716" y="1245485"/>
                    </a:moveTo>
                    <a:cubicBezTo>
                      <a:pt x="385716" y="1271984"/>
                      <a:pt x="385716" y="1295539"/>
                      <a:pt x="385716" y="1318113"/>
                    </a:cubicBezTo>
                    <a:cubicBezTo>
                      <a:pt x="410253" y="1318113"/>
                      <a:pt x="430864" y="1318113"/>
                      <a:pt x="453438" y="1318113"/>
                    </a:cubicBezTo>
                    <a:cubicBezTo>
                      <a:pt x="453438" y="1293576"/>
                      <a:pt x="453438" y="1271003"/>
                      <a:pt x="453438" y="1245485"/>
                    </a:cubicBezTo>
                    <a:cubicBezTo>
                      <a:pt x="427920" y="1245485"/>
                      <a:pt x="406328" y="1245485"/>
                      <a:pt x="385716" y="1245485"/>
                    </a:cubicBezTo>
                    <a:close/>
                    <a:moveTo>
                      <a:pt x="32388" y="1243522"/>
                    </a:moveTo>
                    <a:cubicBezTo>
                      <a:pt x="32388" y="1270021"/>
                      <a:pt x="32388" y="1292595"/>
                      <a:pt x="32388" y="1318113"/>
                    </a:cubicBezTo>
                    <a:cubicBezTo>
                      <a:pt x="55943" y="1318113"/>
                      <a:pt x="78518" y="1318113"/>
                      <a:pt x="102073" y="1318113"/>
                    </a:cubicBezTo>
                    <a:cubicBezTo>
                      <a:pt x="102073" y="1292595"/>
                      <a:pt x="102073" y="1269040"/>
                      <a:pt x="102073" y="1243522"/>
                    </a:cubicBezTo>
                    <a:cubicBezTo>
                      <a:pt x="77536" y="1243522"/>
                      <a:pt x="55943" y="1243522"/>
                      <a:pt x="32388" y="1243522"/>
                    </a:cubicBezTo>
                    <a:close/>
                    <a:moveTo>
                      <a:pt x="130535" y="1242540"/>
                    </a:moveTo>
                    <a:cubicBezTo>
                      <a:pt x="130535" y="1271003"/>
                      <a:pt x="130535" y="1294558"/>
                      <a:pt x="130535" y="1317131"/>
                    </a:cubicBezTo>
                    <a:cubicBezTo>
                      <a:pt x="208071" y="1317131"/>
                      <a:pt x="281681" y="1317131"/>
                      <a:pt x="356272" y="1317131"/>
                    </a:cubicBezTo>
                    <a:cubicBezTo>
                      <a:pt x="356272" y="1290632"/>
                      <a:pt x="356272" y="1267077"/>
                      <a:pt x="356272" y="1242540"/>
                    </a:cubicBezTo>
                    <a:cubicBezTo>
                      <a:pt x="278737" y="1242540"/>
                      <a:pt x="206108" y="1242540"/>
                      <a:pt x="130535" y="1242540"/>
                    </a:cubicBezTo>
                    <a:close/>
                    <a:moveTo>
                      <a:pt x="128572" y="1149301"/>
                    </a:moveTo>
                    <a:cubicBezTo>
                      <a:pt x="128572" y="1174819"/>
                      <a:pt x="128572" y="1197392"/>
                      <a:pt x="128572" y="1220947"/>
                    </a:cubicBezTo>
                    <a:cubicBezTo>
                      <a:pt x="153109" y="1220947"/>
                      <a:pt x="174701" y="1220947"/>
                      <a:pt x="199237" y="1220947"/>
                    </a:cubicBezTo>
                    <a:cubicBezTo>
                      <a:pt x="199237" y="1193466"/>
                      <a:pt x="199237" y="1171874"/>
                      <a:pt x="199237" y="1149301"/>
                    </a:cubicBezTo>
                    <a:cubicBezTo>
                      <a:pt x="173719" y="1149301"/>
                      <a:pt x="151146" y="1149301"/>
                      <a:pt x="128572" y="1149301"/>
                    </a:cubicBezTo>
                    <a:close/>
                    <a:moveTo>
                      <a:pt x="226720" y="1148319"/>
                    </a:moveTo>
                    <a:cubicBezTo>
                      <a:pt x="226720" y="1174819"/>
                      <a:pt x="226720" y="1196411"/>
                      <a:pt x="226720" y="1219966"/>
                    </a:cubicBezTo>
                    <a:cubicBezTo>
                      <a:pt x="303273" y="1219966"/>
                      <a:pt x="377866" y="1219966"/>
                      <a:pt x="453438" y="1219966"/>
                    </a:cubicBezTo>
                    <a:cubicBezTo>
                      <a:pt x="453438" y="1195429"/>
                      <a:pt x="453438" y="1172856"/>
                      <a:pt x="453438" y="1148319"/>
                    </a:cubicBezTo>
                    <a:cubicBezTo>
                      <a:pt x="373940" y="1148319"/>
                      <a:pt x="300329" y="1148319"/>
                      <a:pt x="226720" y="1148319"/>
                    </a:cubicBezTo>
                    <a:close/>
                    <a:moveTo>
                      <a:pt x="128572" y="1050172"/>
                    </a:moveTo>
                    <a:cubicBezTo>
                      <a:pt x="128572" y="1075690"/>
                      <a:pt x="128572" y="1098264"/>
                      <a:pt x="128572" y="1121820"/>
                    </a:cubicBezTo>
                    <a:cubicBezTo>
                      <a:pt x="206108" y="1121820"/>
                      <a:pt x="280700" y="1121820"/>
                      <a:pt x="357254" y="1121820"/>
                    </a:cubicBezTo>
                    <a:cubicBezTo>
                      <a:pt x="357254" y="1096301"/>
                      <a:pt x="357254" y="1074709"/>
                      <a:pt x="357254" y="1050172"/>
                    </a:cubicBezTo>
                    <a:cubicBezTo>
                      <a:pt x="279719" y="1050172"/>
                      <a:pt x="204145" y="1050172"/>
                      <a:pt x="128572" y="1050172"/>
                    </a:cubicBezTo>
                    <a:close/>
                    <a:moveTo>
                      <a:pt x="32388" y="1050172"/>
                    </a:moveTo>
                    <a:cubicBezTo>
                      <a:pt x="32388" y="1076672"/>
                      <a:pt x="32388" y="1100227"/>
                      <a:pt x="32388" y="1122800"/>
                    </a:cubicBezTo>
                    <a:cubicBezTo>
                      <a:pt x="57906" y="1122800"/>
                      <a:pt x="79498" y="1122800"/>
                      <a:pt x="103055" y="1122800"/>
                    </a:cubicBezTo>
                    <a:cubicBezTo>
                      <a:pt x="103055" y="1097282"/>
                      <a:pt x="103055" y="1074709"/>
                      <a:pt x="103055" y="1050172"/>
                    </a:cubicBezTo>
                    <a:cubicBezTo>
                      <a:pt x="76555" y="1050172"/>
                      <a:pt x="53981" y="1050172"/>
                      <a:pt x="32388" y="1050172"/>
                    </a:cubicBezTo>
                    <a:close/>
                    <a:moveTo>
                      <a:pt x="383754" y="953007"/>
                    </a:moveTo>
                    <a:cubicBezTo>
                      <a:pt x="383754" y="978525"/>
                      <a:pt x="383754" y="1001098"/>
                      <a:pt x="383754" y="1024654"/>
                    </a:cubicBezTo>
                    <a:cubicBezTo>
                      <a:pt x="408291" y="1024654"/>
                      <a:pt x="429883" y="1024654"/>
                      <a:pt x="452457" y="1024654"/>
                    </a:cubicBezTo>
                    <a:cubicBezTo>
                      <a:pt x="452457" y="998154"/>
                      <a:pt x="452457" y="974599"/>
                      <a:pt x="452457" y="953007"/>
                    </a:cubicBezTo>
                    <a:cubicBezTo>
                      <a:pt x="426939" y="953007"/>
                      <a:pt x="405346" y="953007"/>
                      <a:pt x="383754" y="953007"/>
                    </a:cubicBezTo>
                    <a:close/>
                    <a:moveTo>
                      <a:pt x="30425" y="953007"/>
                    </a:moveTo>
                    <a:cubicBezTo>
                      <a:pt x="30425" y="977543"/>
                      <a:pt x="30425" y="998154"/>
                      <a:pt x="30425" y="1023673"/>
                    </a:cubicBezTo>
                    <a:cubicBezTo>
                      <a:pt x="109924" y="1023673"/>
                      <a:pt x="185497" y="1023673"/>
                      <a:pt x="259108" y="1023673"/>
                    </a:cubicBezTo>
                    <a:cubicBezTo>
                      <a:pt x="259108" y="997172"/>
                      <a:pt x="259108" y="975580"/>
                      <a:pt x="259108" y="953007"/>
                    </a:cubicBezTo>
                    <a:cubicBezTo>
                      <a:pt x="181572" y="953007"/>
                      <a:pt x="105999" y="953007"/>
                      <a:pt x="30425" y="953007"/>
                    </a:cubicBezTo>
                    <a:close/>
                    <a:moveTo>
                      <a:pt x="286589" y="952025"/>
                    </a:moveTo>
                    <a:cubicBezTo>
                      <a:pt x="286589" y="977543"/>
                      <a:pt x="286589" y="1001098"/>
                      <a:pt x="286589" y="1023673"/>
                    </a:cubicBezTo>
                    <a:cubicBezTo>
                      <a:pt x="312107" y="1023673"/>
                      <a:pt x="333699" y="1023673"/>
                      <a:pt x="357254" y="1023673"/>
                    </a:cubicBezTo>
                    <a:cubicBezTo>
                      <a:pt x="357254" y="999135"/>
                      <a:pt x="357254" y="977543"/>
                      <a:pt x="357254" y="952025"/>
                    </a:cubicBezTo>
                    <a:cubicBezTo>
                      <a:pt x="330754" y="952025"/>
                      <a:pt x="309163" y="952025"/>
                      <a:pt x="286589" y="952025"/>
                    </a:cubicBezTo>
                    <a:close/>
                    <a:moveTo>
                      <a:pt x="382772" y="854860"/>
                    </a:moveTo>
                    <a:cubicBezTo>
                      <a:pt x="382772" y="879396"/>
                      <a:pt x="382772" y="901970"/>
                      <a:pt x="382772" y="927489"/>
                    </a:cubicBezTo>
                    <a:cubicBezTo>
                      <a:pt x="409272" y="927489"/>
                      <a:pt x="429883" y="927489"/>
                      <a:pt x="452457" y="927489"/>
                    </a:cubicBezTo>
                    <a:cubicBezTo>
                      <a:pt x="452457" y="901970"/>
                      <a:pt x="452457" y="878415"/>
                      <a:pt x="452457" y="854860"/>
                    </a:cubicBezTo>
                    <a:cubicBezTo>
                      <a:pt x="426939" y="854860"/>
                      <a:pt x="405346" y="854860"/>
                      <a:pt x="382772" y="854860"/>
                    </a:cubicBezTo>
                    <a:close/>
                    <a:moveTo>
                      <a:pt x="286589" y="853878"/>
                    </a:moveTo>
                    <a:cubicBezTo>
                      <a:pt x="286589" y="880378"/>
                      <a:pt x="286589" y="902951"/>
                      <a:pt x="286589" y="927489"/>
                    </a:cubicBezTo>
                    <a:cubicBezTo>
                      <a:pt x="311125" y="927489"/>
                      <a:pt x="331736" y="927489"/>
                      <a:pt x="355291" y="927489"/>
                    </a:cubicBezTo>
                    <a:cubicBezTo>
                      <a:pt x="355291" y="901970"/>
                      <a:pt x="355291" y="878415"/>
                      <a:pt x="355291" y="853878"/>
                    </a:cubicBezTo>
                    <a:cubicBezTo>
                      <a:pt x="330754" y="853878"/>
                      <a:pt x="308181" y="853878"/>
                      <a:pt x="286589" y="853878"/>
                    </a:cubicBezTo>
                    <a:close/>
                    <a:moveTo>
                      <a:pt x="384735" y="756713"/>
                    </a:moveTo>
                    <a:cubicBezTo>
                      <a:pt x="384735" y="783212"/>
                      <a:pt x="384735" y="806767"/>
                      <a:pt x="384735" y="829342"/>
                    </a:cubicBezTo>
                    <a:cubicBezTo>
                      <a:pt x="409272" y="829342"/>
                      <a:pt x="429883" y="829342"/>
                      <a:pt x="453438" y="829342"/>
                    </a:cubicBezTo>
                    <a:cubicBezTo>
                      <a:pt x="453438" y="804805"/>
                      <a:pt x="453438" y="783212"/>
                      <a:pt x="453438" y="756713"/>
                    </a:cubicBezTo>
                    <a:cubicBezTo>
                      <a:pt x="427920" y="756713"/>
                      <a:pt x="406328" y="756713"/>
                      <a:pt x="384735" y="756713"/>
                    </a:cubicBezTo>
                    <a:close/>
                    <a:moveTo>
                      <a:pt x="130535" y="756713"/>
                    </a:moveTo>
                    <a:cubicBezTo>
                      <a:pt x="130535" y="784194"/>
                      <a:pt x="130535" y="807749"/>
                      <a:pt x="130535" y="829342"/>
                    </a:cubicBezTo>
                    <a:cubicBezTo>
                      <a:pt x="208071" y="829342"/>
                      <a:pt x="282663" y="829342"/>
                      <a:pt x="357254" y="829342"/>
                    </a:cubicBezTo>
                    <a:cubicBezTo>
                      <a:pt x="357254" y="802842"/>
                      <a:pt x="357254" y="781249"/>
                      <a:pt x="357254" y="756713"/>
                    </a:cubicBezTo>
                    <a:cubicBezTo>
                      <a:pt x="277755" y="756713"/>
                      <a:pt x="203163" y="756713"/>
                      <a:pt x="130535" y="756713"/>
                    </a:cubicBezTo>
                    <a:close/>
                    <a:moveTo>
                      <a:pt x="32388" y="755731"/>
                    </a:moveTo>
                    <a:cubicBezTo>
                      <a:pt x="32388" y="781249"/>
                      <a:pt x="32388" y="804805"/>
                      <a:pt x="32388" y="830323"/>
                    </a:cubicBezTo>
                    <a:cubicBezTo>
                      <a:pt x="56925" y="830323"/>
                      <a:pt x="78518" y="830323"/>
                      <a:pt x="102073" y="830323"/>
                    </a:cubicBezTo>
                    <a:cubicBezTo>
                      <a:pt x="102073" y="803824"/>
                      <a:pt x="102073" y="781249"/>
                      <a:pt x="102073" y="755731"/>
                    </a:cubicBezTo>
                    <a:cubicBezTo>
                      <a:pt x="77536" y="755731"/>
                      <a:pt x="55943" y="755731"/>
                      <a:pt x="32388" y="755731"/>
                    </a:cubicBezTo>
                    <a:close/>
                    <a:moveTo>
                      <a:pt x="382772" y="658566"/>
                    </a:moveTo>
                    <a:cubicBezTo>
                      <a:pt x="382772" y="685065"/>
                      <a:pt x="382772" y="707640"/>
                      <a:pt x="382772" y="733158"/>
                    </a:cubicBezTo>
                    <a:cubicBezTo>
                      <a:pt x="408291" y="733158"/>
                      <a:pt x="429883" y="733158"/>
                      <a:pt x="452457" y="733158"/>
                    </a:cubicBezTo>
                    <a:cubicBezTo>
                      <a:pt x="452457" y="706658"/>
                      <a:pt x="452457" y="683102"/>
                      <a:pt x="452457" y="658566"/>
                    </a:cubicBezTo>
                    <a:cubicBezTo>
                      <a:pt x="427920" y="658566"/>
                      <a:pt x="405346" y="658566"/>
                      <a:pt x="382772" y="658566"/>
                    </a:cubicBezTo>
                    <a:close/>
                    <a:moveTo>
                      <a:pt x="31407" y="658566"/>
                    </a:moveTo>
                    <a:cubicBezTo>
                      <a:pt x="31407" y="684084"/>
                      <a:pt x="31407" y="707640"/>
                      <a:pt x="31407" y="735121"/>
                    </a:cubicBezTo>
                    <a:cubicBezTo>
                      <a:pt x="107962" y="735121"/>
                      <a:pt x="182553" y="735121"/>
                      <a:pt x="259108" y="735121"/>
                    </a:cubicBezTo>
                    <a:cubicBezTo>
                      <a:pt x="259108" y="706658"/>
                      <a:pt x="259108" y="684084"/>
                      <a:pt x="259108" y="658566"/>
                    </a:cubicBezTo>
                    <a:cubicBezTo>
                      <a:pt x="182553" y="658566"/>
                      <a:pt x="107962" y="658566"/>
                      <a:pt x="31407" y="658566"/>
                    </a:cubicBezTo>
                    <a:close/>
                    <a:moveTo>
                      <a:pt x="226720" y="561400"/>
                    </a:moveTo>
                    <a:cubicBezTo>
                      <a:pt x="226720" y="586918"/>
                      <a:pt x="226720" y="610474"/>
                      <a:pt x="226720" y="638937"/>
                    </a:cubicBezTo>
                    <a:cubicBezTo>
                      <a:pt x="304255" y="638937"/>
                      <a:pt x="376884" y="638937"/>
                      <a:pt x="451475" y="638937"/>
                    </a:cubicBezTo>
                    <a:cubicBezTo>
                      <a:pt x="451475" y="611456"/>
                      <a:pt x="451475" y="586918"/>
                      <a:pt x="451475" y="561400"/>
                    </a:cubicBezTo>
                    <a:cubicBezTo>
                      <a:pt x="374921" y="561400"/>
                      <a:pt x="302292" y="561400"/>
                      <a:pt x="226720" y="561400"/>
                    </a:cubicBezTo>
                    <a:close/>
                    <a:moveTo>
                      <a:pt x="128572" y="561400"/>
                    </a:moveTo>
                    <a:cubicBezTo>
                      <a:pt x="128572" y="587900"/>
                      <a:pt x="128572" y="611456"/>
                      <a:pt x="128572" y="636974"/>
                    </a:cubicBezTo>
                    <a:cubicBezTo>
                      <a:pt x="156053" y="636974"/>
                      <a:pt x="177645" y="636974"/>
                      <a:pt x="198257" y="636974"/>
                    </a:cubicBezTo>
                    <a:cubicBezTo>
                      <a:pt x="198257" y="609493"/>
                      <a:pt x="198257" y="585938"/>
                      <a:pt x="198257" y="561400"/>
                    </a:cubicBezTo>
                    <a:cubicBezTo>
                      <a:pt x="173719" y="561400"/>
                      <a:pt x="152128" y="561400"/>
                      <a:pt x="128572" y="561400"/>
                    </a:cubicBezTo>
                    <a:close/>
                    <a:moveTo>
                      <a:pt x="129554" y="464235"/>
                    </a:moveTo>
                    <a:cubicBezTo>
                      <a:pt x="129554" y="489754"/>
                      <a:pt x="129554" y="513309"/>
                      <a:pt x="129554" y="540790"/>
                    </a:cubicBezTo>
                    <a:cubicBezTo>
                      <a:pt x="208071" y="540790"/>
                      <a:pt x="282663" y="540790"/>
                      <a:pt x="356272" y="540790"/>
                    </a:cubicBezTo>
                    <a:cubicBezTo>
                      <a:pt x="356272" y="513309"/>
                      <a:pt x="356272" y="489754"/>
                      <a:pt x="356272" y="464235"/>
                    </a:cubicBezTo>
                    <a:cubicBezTo>
                      <a:pt x="279719" y="464235"/>
                      <a:pt x="205126" y="464235"/>
                      <a:pt x="129554" y="464235"/>
                    </a:cubicBezTo>
                    <a:close/>
                    <a:moveTo>
                      <a:pt x="34352" y="463253"/>
                    </a:moveTo>
                    <a:cubicBezTo>
                      <a:pt x="34352" y="488772"/>
                      <a:pt x="34352" y="514290"/>
                      <a:pt x="34352" y="539808"/>
                    </a:cubicBezTo>
                    <a:cubicBezTo>
                      <a:pt x="58888" y="539808"/>
                      <a:pt x="80480" y="539808"/>
                      <a:pt x="102073" y="539808"/>
                    </a:cubicBezTo>
                    <a:cubicBezTo>
                      <a:pt x="102073" y="512327"/>
                      <a:pt x="102073" y="488772"/>
                      <a:pt x="102073" y="463253"/>
                    </a:cubicBezTo>
                    <a:cubicBezTo>
                      <a:pt x="79498" y="463253"/>
                      <a:pt x="58888" y="463253"/>
                      <a:pt x="34352" y="463253"/>
                    </a:cubicBezTo>
                    <a:close/>
                    <a:moveTo>
                      <a:pt x="384735" y="462272"/>
                    </a:moveTo>
                    <a:cubicBezTo>
                      <a:pt x="384735" y="490734"/>
                      <a:pt x="384735" y="516253"/>
                      <a:pt x="384735" y="540790"/>
                    </a:cubicBezTo>
                    <a:cubicBezTo>
                      <a:pt x="409272" y="540790"/>
                      <a:pt x="430864" y="540790"/>
                      <a:pt x="451475" y="540790"/>
                    </a:cubicBezTo>
                    <a:cubicBezTo>
                      <a:pt x="451475" y="512327"/>
                      <a:pt x="451475" y="487791"/>
                      <a:pt x="451475" y="462272"/>
                    </a:cubicBezTo>
                    <a:cubicBezTo>
                      <a:pt x="427920" y="462272"/>
                      <a:pt x="408291" y="462272"/>
                      <a:pt x="384735" y="462272"/>
                    </a:cubicBezTo>
                    <a:close/>
                    <a:moveTo>
                      <a:pt x="52999" y="286589"/>
                    </a:moveTo>
                    <a:cubicBezTo>
                      <a:pt x="52999" y="316033"/>
                      <a:pt x="52999" y="340570"/>
                      <a:pt x="52999" y="364126"/>
                    </a:cubicBezTo>
                    <a:cubicBezTo>
                      <a:pt x="101091" y="364126"/>
                      <a:pt x="146238" y="364126"/>
                      <a:pt x="192368" y="364126"/>
                    </a:cubicBezTo>
                    <a:cubicBezTo>
                      <a:pt x="192368" y="337625"/>
                      <a:pt x="192368" y="314070"/>
                      <a:pt x="192368" y="286589"/>
                    </a:cubicBezTo>
                    <a:cubicBezTo>
                      <a:pt x="142313" y="286589"/>
                      <a:pt x="97165" y="286589"/>
                      <a:pt x="52999" y="286589"/>
                    </a:cubicBezTo>
                    <a:close/>
                    <a:moveTo>
                      <a:pt x="295422" y="285608"/>
                    </a:moveTo>
                    <a:cubicBezTo>
                      <a:pt x="295422" y="314070"/>
                      <a:pt x="295422" y="339588"/>
                      <a:pt x="295422" y="364126"/>
                    </a:cubicBezTo>
                    <a:cubicBezTo>
                      <a:pt x="343514" y="364126"/>
                      <a:pt x="388661" y="364126"/>
                      <a:pt x="434790" y="364126"/>
                    </a:cubicBezTo>
                    <a:cubicBezTo>
                      <a:pt x="434790" y="337625"/>
                      <a:pt x="434790" y="313089"/>
                      <a:pt x="434790" y="285608"/>
                    </a:cubicBezTo>
                    <a:cubicBezTo>
                      <a:pt x="384735" y="285608"/>
                      <a:pt x="340569" y="285608"/>
                      <a:pt x="295422" y="285608"/>
                    </a:cubicBezTo>
                    <a:close/>
                    <a:moveTo>
                      <a:pt x="51036" y="186479"/>
                    </a:moveTo>
                    <a:cubicBezTo>
                      <a:pt x="51036" y="211997"/>
                      <a:pt x="51036" y="232609"/>
                      <a:pt x="51036" y="259108"/>
                    </a:cubicBezTo>
                    <a:cubicBezTo>
                      <a:pt x="100110" y="259108"/>
                      <a:pt x="144275" y="259108"/>
                      <a:pt x="190405" y="259108"/>
                    </a:cubicBezTo>
                    <a:cubicBezTo>
                      <a:pt x="190405" y="232609"/>
                      <a:pt x="190405" y="209053"/>
                      <a:pt x="190405" y="186479"/>
                    </a:cubicBezTo>
                    <a:cubicBezTo>
                      <a:pt x="142313" y="186479"/>
                      <a:pt x="97165" y="186479"/>
                      <a:pt x="51036" y="186479"/>
                    </a:cubicBezTo>
                    <a:close/>
                    <a:moveTo>
                      <a:pt x="294440" y="185498"/>
                    </a:moveTo>
                    <a:cubicBezTo>
                      <a:pt x="294440" y="211016"/>
                      <a:pt x="294440" y="232609"/>
                      <a:pt x="294440" y="260090"/>
                    </a:cubicBezTo>
                    <a:cubicBezTo>
                      <a:pt x="343514" y="260090"/>
                      <a:pt x="387680" y="260090"/>
                      <a:pt x="432828" y="260090"/>
                    </a:cubicBezTo>
                    <a:cubicBezTo>
                      <a:pt x="432828" y="233590"/>
                      <a:pt x="432828" y="210034"/>
                      <a:pt x="432828" y="185498"/>
                    </a:cubicBezTo>
                    <a:cubicBezTo>
                      <a:pt x="385716" y="185498"/>
                      <a:pt x="340569" y="185498"/>
                      <a:pt x="294440" y="185498"/>
                    </a:cubicBezTo>
                    <a:close/>
                    <a:moveTo>
                      <a:pt x="52999" y="89314"/>
                    </a:moveTo>
                    <a:cubicBezTo>
                      <a:pt x="52999" y="114832"/>
                      <a:pt x="52999" y="136425"/>
                      <a:pt x="52999" y="158017"/>
                    </a:cubicBezTo>
                    <a:cubicBezTo>
                      <a:pt x="101091" y="158017"/>
                      <a:pt x="145257" y="158017"/>
                      <a:pt x="191387" y="158017"/>
                    </a:cubicBezTo>
                    <a:cubicBezTo>
                      <a:pt x="191387" y="134462"/>
                      <a:pt x="191387" y="113850"/>
                      <a:pt x="191387" y="89314"/>
                    </a:cubicBezTo>
                    <a:cubicBezTo>
                      <a:pt x="142313" y="89314"/>
                      <a:pt x="97165" y="89314"/>
                      <a:pt x="52999" y="89314"/>
                    </a:cubicBezTo>
                    <a:close/>
                    <a:moveTo>
                      <a:pt x="296403" y="87351"/>
                    </a:moveTo>
                    <a:cubicBezTo>
                      <a:pt x="296403" y="114832"/>
                      <a:pt x="296403" y="137406"/>
                      <a:pt x="296403" y="158998"/>
                    </a:cubicBezTo>
                    <a:cubicBezTo>
                      <a:pt x="344496" y="158998"/>
                      <a:pt x="388661" y="158998"/>
                      <a:pt x="432828" y="158998"/>
                    </a:cubicBezTo>
                    <a:cubicBezTo>
                      <a:pt x="432828" y="133480"/>
                      <a:pt x="432828" y="110907"/>
                      <a:pt x="432828" y="87351"/>
                    </a:cubicBezTo>
                    <a:cubicBezTo>
                      <a:pt x="386698" y="87351"/>
                      <a:pt x="342532" y="87351"/>
                      <a:pt x="296403" y="87351"/>
                    </a:cubicBezTo>
                    <a:close/>
                    <a:moveTo>
                      <a:pt x="26499" y="0"/>
                    </a:moveTo>
                    <a:cubicBezTo>
                      <a:pt x="91276" y="0"/>
                      <a:pt x="151146" y="0"/>
                      <a:pt x="219849" y="0"/>
                    </a:cubicBezTo>
                    <a:cubicBezTo>
                      <a:pt x="219849" y="38278"/>
                      <a:pt x="219849" y="74592"/>
                      <a:pt x="219849" y="111888"/>
                    </a:cubicBezTo>
                    <a:cubicBezTo>
                      <a:pt x="219849" y="187461"/>
                      <a:pt x="220831" y="262053"/>
                      <a:pt x="219849" y="337625"/>
                    </a:cubicBezTo>
                    <a:cubicBezTo>
                      <a:pt x="218867" y="368051"/>
                      <a:pt x="231626" y="375903"/>
                      <a:pt x="263033" y="366088"/>
                    </a:cubicBezTo>
                    <a:cubicBezTo>
                      <a:pt x="263033" y="247330"/>
                      <a:pt x="263033" y="126610"/>
                      <a:pt x="263033" y="2945"/>
                    </a:cubicBezTo>
                    <a:cubicBezTo>
                      <a:pt x="329773" y="2945"/>
                      <a:pt x="392587" y="2945"/>
                      <a:pt x="461290" y="2945"/>
                    </a:cubicBezTo>
                    <a:cubicBezTo>
                      <a:pt x="461290" y="112869"/>
                      <a:pt x="448530" y="223775"/>
                      <a:pt x="463253" y="330756"/>
                    </a:cubicBezTo>
                    <a:cubicBezTo>
                      <a:pt x="508400" y="652677"/>
                      <a:pt x="475030" y="975580"/>
                      <a:pt x="481901" y="1297502"/>
                    </a:cubicBezTo>
                    <a:cubicBezTo>
                      <a:pt x="488771" y="1621387"/>
                      <a:pt x="483863" y="1945271"/>
                      <a:pt x="483863" y="2269156"/>
                    </a:cubicBezTo>
                    <a:cubicBezTo>
                      <a:pt x="483863" y="2288785"/>
                      <a:pt x="483863" y="2308415"/>
                      <a:pt x="483863" y="2330989"/>
                    </a:cubicBezTo>
                    <a:cubicBezTo>
                      <a:pt x="322902" y="2330989"/>
                      <a:pt x="164887" y="2330989"/>
                      <a:pt x="0" y="2330989"/>
                    </a:cubicBezTo>
                    <a:cubicBezTo>
                      <a:pt x="0" y="2315285"/>
                      <a:pt x="0" y="2299582"/>
                      <a:pt x="0" y="2284859"/>
                    </a:cubicBezTo>
                    <a:cubicBezTo>
                      <a:pt x="0" y="1663590"/>
                      <a:pt x="0" y="1042320"/>
                      <a:pt x="0" y="421051"/>
                    </a:cubicBezTo>
                    <a:cubicBezTo>
                      <a:pt x="45148" y="282663"/>
                      <a:pt x="12759" y="142314"/>
                      <a:pt x="264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4" name="Freeform: Shape 33"/>
              <p:cNvSpPr/>
              <p:nvPr/>
            </p:nvSpPr>
            <p:spPr>
              <a:xfrm>
                <a:off x="7034837" y="2159409"/>
                <a:ext cx="252773" cy="1597499"/>
              </a:xfrm>
              <a:custGeom>
                <a:avLst/>
                <a:gdLst>
                  <a:gd name="connsiteX0" fmla="*/ 94664 w 252773"/>
                  <a:gd name="connsiteY0" fmla="*/ 1169580 h 1597499"/>
                  <a:gd name="connsiteX1" fmla="*/ 94664 w 252773"/>
                  <a:gd name="connsiteY1" fmla="*/ 1232327 h 1597499"/>
                  <a:gd name="connsiteX2" fmla="*/ 158109 w 252773"/>
                  <a:gd name="connsiteY2" fmla="*/ 1232327 h 1597499"/>
                  <a:gd name="connsiteX3" fmla="*/ 158109 w 252773"/>
                  <a:gd name="connsiteY3" fmla="*/ 1169580 h 1597499"/>
                  <a:gd name="connsiteX4" fmla="*/ 94664 w 252773"/>
                  <a:gd name="connsiteY4" fmla="*/ 1169580 h 1597499"/>
                  <a:gd name="connsiteX5" fmla="*/ 175733 w 252773"/>
                  <a:gd name="connsiteY5" fmla="*/ 1168551 h 1597499"/>
                  <a:gd name="connsiteX6" fmla="*/ 175733 w 252773"/>
                  <a:gd name="connsiteY6" fmla="*/ 1231813 h 1597499"/>
                  <a:gd name="connsiteX7" fmla="*/ 237667 w 252773"/>
                  <a:gd name="connsiteY7" fmla="*/ 1231813 h 1597499"/>
                  <a:gd name="connsiteX8" fmla="*/ 237667 w 252773"/>
                  <a:gd name="connsiteY8" fmla="*/ 1168551 h 1597499"/>
                  <a:gd name="connsiteX9" fmla="*/ 175733 w 252773"/>
                  <a:gd name="connsiteY9" fmla="*/ 1168551 h 1597499"/>
                  <a:gd name="connsiteX10" fmla="*/ 95168 w 252773"/>
                  <a:gd name="connsiteY10" fmla="*/ 1090888 h 1597499"/>
                  <a:gd name="connsiteX11" fmla="*/ 95168 w 252773"/>
                  <a:gd name="connsiteY11" fmla="*/ 1153636 h 1597499"/>
                  <a:gd name="connsiteX12" fmla="*/ 157605 w 252773"/>
                  <a:gd name="connsiteY12" fmla="*/ 1153636 h 1597499"/>
                  <a:gd name="connsiteX13" fmla="*/ 157605 w 252773"/>
                  <a:gd name="connsiteY13" fmla="*/ 1090888 h 1597499"/>
                  <a:gd name="connsiteX14" fmla="*/ 95168 w 252773"/>
                  <a:gd name="connsiteY14" fmla="*/ 1090888 h 1597499"/>
                  <a:gd name="connsiteX15" fmla="*/ 15106 w 252773"/>
                  <a:gd name="connsiteY15" fmla="*/ 1090888 h 1597499"/>
                  <a:gd name="connsiteX16" fmla="*/ 15106 w 252773"/>
                  <a:gd name="connsiteY16" fmla="*/ 1153636 h 1597499"/>
                  <a:gd name="connsiteX17" fmla="*/ 77544 w 252773"/>
                  <a:gd name="connsiteY17" fmla="*/ 1153636 h 1597499"/>
                  <a:gd name="connsiteX18" fmla="*/ 77544 w 252773"/>
                  <a:gd name="connsiteY18" fmla="*/ 1090888 h 1597499"/>
                  <a:gd name="connsiteX19" fmla="*/ 15106 w 252773"/>
                  <a:gd name="connsiteY19" fmla="*/ 1090888 h 1597499"/>
                  <a:gd name="connsiteX20" fmla="*/ 95671 w 252773"/>
                  <a:gd name="connsiteY20" fmla="*/ 1009110 h 1597499"/>
                  <a:gd name="connsiteX21" fmla="*/ 95671 w 252773"/>
                  <a:gd name="connsiteY21" fmla="*/ 1072886 h 1597499"/>
                  <a:gd name="connsiteX22" fmla="*/ 157605 w 252773"/>
                  <a:gd name="connsiteY22" fmla="*/ 1072886 h 1597499"/>
                  <a:gd name="connsiteX23" fmla="*/ 157605 w 252773"/>
                  <a:gd name="connsiteY23" fmla="*/ 1009110 h 1597499"/>
                  <a:gd name="connsiteX24" fmla="*/ 95671 w 252773"/>
                  <a:gd name="connsiteY24" fmla="*/ 1009110 h 1597499"/>
                  <a:gd name="connsiteX25" fmla="*/ 175733 w 252773"/>
                  <a:gd name="connsiteY25" fmla="*/ 1008595 h 1597499"/>
                  <a:gd name="connsiteX26" fmla="*/ 175733 w 252773"/>
                  <a:gd name="connsiteY26" fmla="*/ 1072371 h 1597499"/>
                  <a:gd name="connsiteX27" fmla="*/ 238674 w 252773"/>
                  <a:gd name="connsiteY27" fmla="*/ 1072371 h 1597499"/>
                  <a:gd name="connsiteX28" fmla="*/ 238674 w 252773"/>
                  <a:gd name="connsiteY28" fmla="*/ 1008595 h 1597499"/>
                  <a:gd name="connsiteX29" fmla="*/ 175733 w 252773"/>
                  <a:gd name="connsiteY29" fmla="*/ 1008595 h 1597499"/>
                  <a:gd name="connsiteX30" fmla="*/ 175733 w 252773"/>
                  <a:gd name="connsiteY30" fmla="*/ 929389 h 1597499"/>
                  <a:gd name="connsiteX31" fmla="*/ 175733 w 252773"/>
                  <a:gd name="connsiteY31" fmla="*/ 992651 h 1597499"/>
                  <a:gd name="connsiteX32" fmla="*/ 239178 w 252773"/>
                  <a:gd name="connsiteY32" fmla="*/ 992651 h 1597499"/>
                  <a:gd name="connsiteX33" fmla="*/ 239178 w 252773"/>
                  <a:gd name="connsiteY33" fmla="*/ 929389 h 1597499"/>
                  <a:gd name="connsiteX34" fmla="*/ 175733 w 252773"/>
                  <a:gd name="connsiteY34" fmla="*/ 929389 h 1597499"/>
                  <a:gd name="connsiteX35" fmla="*/ 95671 w 252773"/>
                  <a:gd name="connsiteY35" fmla="*/ 928875 h 1597499"/>
                  <a:gd name="connsiteX36" fmla="*/ 95671 w 252773"/>
                  <a:gd name="connsiteY36" fmla="*/ 993680 h 1597499"/>
                  <a:gd name="connsiteX37" fmla="*/ 157605 w 252773"/>
                  <a:gd name="connsiteY37" fmla="*/ 993680 h 1597499"/>
                  <a:gd name="connsiteX38" fmla="*/ 157605 w 252773"/>
                  <a:gd name="connsiteY38" fmla="*/ 928875 h 1597499"/>
                  <a:gd name="connsiteX39" fmla="*/ 95671 w 252773"/>
                  <a:gd name="connsiteY39" fmla="*/ 928875 h 1597499"/>
                  <a:gd name="connsiteX40" fmla="*/ 14602 w 252773"/>
                  <a:gd name="connsiteY40" fmla="*/ 928875 h 1597499"/>
                  <a:gd name="connsiteX41" fmla="*/ 14602 w 252773"/>
                  <a:gd name="connsiteY41" fmla="*/ 992651 h 1597499"/>
                  <a:gd name="connsiteX42" fmla="*/ 77544 w 252773"/>
                  <a:gd name="connsiteY42" fmla="*/ 992651 h 1597499"/>
                  <a:gd name="connsiteX43" fmla="*/ 77544 w 252773"/>
                  <a:gd name="connsiteY43" fmla="*/ 928875 h 1597499"/>
                  <a:gd name="connsiteX44" fmla="*/ 14602 w 252773"/>
                  <a:gd name="connsiteY44" fmla="*/ 928875 h 1597499"/>
                  <a:gd name="connsiteX45" fmla="*/ 175229 w 252773"/>
                  <a:gd name="connsiteY45" fmla="*/ 849668 h 1597499"/>
                  <a:gd name="connsiteX46" fmla="*/ 175229 w 252773"/>
                  <a:gd name="connsiteY46" fmla="*/ 912930 h 1597499"/>
                  <a:gd name="connsiteX47" fmla="*/ 238171 w 252773"/>
                  <a:gd name="connsiteY47" fmla="*/ 912930 h 1597499"/>
                  <a:gd name="connsiteX48" fmla="*/ 238171 w 252773"/>
                  <a:gd name="connsiteY48" fmla="*/ 849668 h 1597499"/>
                  <a:gd name="connsiteX49" fmla="*/ 175229 w 252773"/>
                  <a:gd name="connsiteY49" fmla="*/ 849668 h 1597499"/>
                  <a:gd name="connsiteX50" fmla="*/ 94664 w 252773"/>
                  <a:gd name="connsiteY50" fmla="*/ 767890 h 1597499"/>
                  <a:gd name="connsiteX51" fmla="*/ 94664 w 252773"/>
                  <a:gd name="connsiteY51" fmla="*/ 831152 h 1597499"/>
                  <a:gd name="connsiteX52" fmla="*/ 157605 w 252773"/>
                  <a:gd name="connsiteY52" fmla="*/ 831152 h 1597499"/>
                  <a:gd name="connsiteX53" fmla="*/ 157605 w 252773"/>
                  <a:gd name="connsiteY53" fmla="*/ 767890 h 1597499"/>
                  <a:gd name="connsiteX54" fmla="*/ 94664 w 252773"/>
                  <a:gd name="connsiteY54" fmla="*/ 767890 h 1597499"/>
                  <a:gd name="connsiteX55" fmla="*/ 15106 w 252773"/>
                  <a:gd name="connsiteY55" fmla="*/ 767890 h 1597499"/>
                  <a:gd name="connsiteX56" fmla="*/ 15106 w 252773"/>
                  <a:gd name="connsiteY56" fmla="*/ 831152 h 1597499"/>
                  <a:gd name="connsiteX57" fmla="*/ 77040 w 252773"/>
                  <a:gd name="connsiteY57" fmla="*/ 831152 h 1597499"/>
                  <a:gd name="connsiteX58" fmla="*/ 77040 w 252773"/>
                  <a:gd name="connsiteY58" fmla="*/ 767890 h 1597499"/>
                  <a:gd name="connsiteX59" fmla="*/ 15106 w 252773"/>
                  <a:gd name="connsiteY59" fmla="*/ 767890 h 1597499"/>
                  <a:gd name="connsiteX60" fmla="*/ 175229 w 252773"/>
                  <a:gd name="connsiteY60" fmla="*/ 767376 h 1597499"/>
                  <a:gd name="connsiteX61" fmla="*/ 175229 w 252773"/>
                  <a:gd name="connsiteY61" fmla="*/ 831667 h 1597499"/>
                  <a:gd name="connsiteX62" fmla="*/ 238171 w 252773"/>
                  <a:gd name="connsiteY62" fmla="*/ 831667 h 1597499"/>
                  <a:gd name="connsiteX63" fmla="*/ 238171 w 252773"/>
                  <a:gd name="connsiteY63" fmla="*/ 767376 h 1597499"/>
                  <a:gd name="connsiteX64" fmla="*/ 175229 w 252773"/>
                  <a:gd name="connsiteY64" fmla="*/ 767376 h 1597499"/>
                  <a:gd name="connsiteX65" fmla="*/ 175229 w 252773"/>
                  <a:gd name="connsiteY65" fmla="*/ 689712 h 1597499"/>
                  <a:gd name="connsiteX66" fmla="*/ 175229 w 252773"/>
                  <a:gd name="connsiteY66" fmla="*/ 752975 h 1597499"/>
                  <a:gd name="connsiteX67" fmla="*/ 238171 w 252773"/>
                  <a:gd name="connsiteY67" fmla="*/ 752975 h 1597499"/>
                  <a:gd name="connsiteX68" fmla="*/ 238171 w 252773"/>
                  <a:gd name="connsiteY68" fmla="*/ 689712 h 1597499"/>
                  <a:gd name="connsiteX69" fmla="*/ 175229 w 252773"/>
                  <a:gd name="connsiteY69" fmla="*/ 689712 h 1597499"/>
                  <a:gd name="connsiteX70" fmla="*/ 14602 w 252773"/>
                  <a:gd name="connsiteY70" fmla="*/ 689198 h 1597499"/>
                  <a:gd name="connsiteX71" fmla="*/ 14602 w 252773"/>
                  <a:gd name="connsiteY71" fmla="*/ 752460 h 1597499"/>
                  <a:gd name="connsiteX72" fmla="*/ 78048 w 252773"/>
                  <a:gd name="connsiteY72" fmla="*/ 752460 h 1597499"/>
                  <a:gd name="connsiteX73" fmla="*/ 78048 w 252773"/>
                  <a:gd name="connsiteY73" fmla="*/ 689198 h 1597499"/>
                  <a:gd name="connsiteX74" fmla="*/ 14602 w 252773"/>
                  <a:gd name="connsiteY74" fmla="*/ 689198 h 1597499"/>
                  <a:gd name="connsiteX75" fmla="*/ 14099 w 252773"/>
                  <a:gd name="connsiteY75" fmla="*/ 608449 h 1597499"/>
                  <a:gd name="connsiteX76" fmla="*/ 14099 w 252773"/>
                  <a:gd name="connsiteY76" fmla="*/ 671711 h 1597499"/>
                  <a:gd name="connsiteX77" fmla="*/ 78048 w 252773"/>
                  <a:gd name="connsiteY77" fmla="*/ 671711 h 1597499"/>
                  <a:gd name="connsiteX78" fmla="*/ 78048 w 252773"/>
                  <a:gd name="connsiteY78" fmla="*/ 608449 h 1597499"/>
                  <a:gd name="connsiteX79" fmla="*/ 14099 w 252773"/>
                  <a:gd name="connsiteY79" fmla="*/ 608449 h 1597499"/>
                  <a:gd name="connsiteX80" fmla="*/ 95168 w 252773"/>
                  <a:gd name="connsiteY80" fmla="*/ 607935 h 1597499"/>
                  <a:gd name="connsiteX81" fmla="*/ 95168 w 252773"/>
                  <a:gd name="connsiteY81" fmla="*/ 672226 h 1597499"/>
                  <a:gd name="connsiteX82" fmla="*/ 158109 w 252773"/>
                  <a:gd name="connsiteY82" fmla="*/ 672226 h 1597499"/>
                  <a:gd name="connsiteX83" fmla="*/ 158109 w 252773"/>
                  <a:gd name="connsiteY83" fmla="*/ 607935 h 1597499"/>
                  <a:gd name="connsiteX84" fmla="*/ 95168 w 252773"/>
                  <a:gd name="connsiteY84" fmla="*/ 607935 h 1597499"/>
                  <a:gd name="connsiteX85" fmla="*/ 175229 w 252773"/>
                  <a:gd name="connsiteY85" fmla="*/ 528728 h 1597499"/>
                  <a:gd name="connsiteX86" fmla="*/ 175229 w 252773"/>
                  <a:gd name="connsiteY86" fmla="*/ 592505 h 1597499"/>
                  <a:gd name="connsiteX87" fmla="*/ 239178 w 252773"/>
                  <a:gd name="connsiteY87" fmla="*/ 592505 h 1597499"/>
                  <a:gd name="connsiteX88" fmla="*/ 239178 w 252773"/>
                  <a:gd name="connsiteY88" fmla="*/ 528728 h 1597499"/>
                  <a:gd name="connsiteX89" fmla="*/ 175229 w 252773"/>
                  <a:gd name="connsiteY89" fmla="*/ 528728 h 1597499"/>
                  <a:gd name="connsiteX90" fmla="*/ 95168 w 252773"/>
                  <a:gd name="connsiteY90" fmla="*/ 528214 h 1597499"/>
                  <a:gd name="connsiteX91" fmla="*/ 95168 w 252773"/>
                  <a:gd name="connsiteY91" fmla="*/ 593019 h 1597499"/>
                  <a:gd name="connsiteX92" fmla="*/ 158613 w 252773"/>
                  <a:gd name="connsiteY92" fmla="*/ 593019 h 1597499"/>
                  <a:gd name="connsiteX93" fmla="*/ 158613 w 252773"/>
                  <a:gd name="connsiteY93" fmla="*/ 528214 h 1597499"/>
                  <a:gd name="connsiteX94" fmla="*/ 95168 w 252773"/>
                  <a:gd name="connsiteY94" fmla="*/ 528214 h 1597499"/>
                  <a:gd name="connsiteX95" fmla="*/ 15106 w 252773"/>
                  <a:gd name="connsiteY95" fmla="*/ 528214 h 1597499"/>
                  <a:gd name="connsiteX96" fmla="*/ 15106 w 252773"/>
                  <a:gd name="connsiteY96" fmla="*/ 593019 h 1597499"/>
                  <a:gd name="connsiteX97" fmla="*/ 78048 w 252773"/>
                  <a:gd name="connsiteY97" fmla="*/ 593019 h 1597499"/>
                  <a:gd name="connsiteX98" fmla="*/ 78048 w 252773"/>
                  <a:gd name="connsiteY98" fmla="*/ 528214 h 1597499"/>
                  <a:gd name="connsiteX99" fmla="*/ 15106 w 252773"/>
                  <a:gd name="connsiteY99" fmla="*/ 528214 h 1597499"/>
                  <a:gd name="connsiteX100" fmla="*/ 14602 w 252773"/>
                  <a:gd name="connsiteY100" fmla="*/ 449007 h 1597499"/>
                  <a:gd name="connsiteX101" fmla="*/ 14602 w 252773"/>
                  <a:gd name="connsiteY101" fmla="*/ 512270 h 1597499"/>
                  <a:gd name="connsiteX102" fmla="*/ 77544 w 252773"/>
                  <a:gd name="connsiteY102" fmla="*/ 512270 h 1597499"/>
                  <a:gd name="connsiteX103" fmla="*/ 77544 w 252773"/>
                  <a:gd name="connsiteY103" fmla="*/ 449007 h 1597499"/>
                  <a:gd name="connsiteX104" fmla="*/ 14602 w 252773"/>
                  <a:gd name="connsiteY104" fmla="*/ 449007 h 1597499"/>
                  <a:gd name="connsiteX105" fmla="*/ 94664 w 252773"/>
                  <a:gd name="connsiteY105" fmla="*/ 447979 h 1597499"/>
                  <a:gd name="connsiteX106" fmla="*/ 94664 w 252773"/>
                  <a:gd name="connsiteY106" fmla="*/ 512270 h 1597499"/>
                  <a:gd name="connsiteX107" fmla="*/ 158613 w 252773"/>
                  <a:gd name="connsiteY107" fmla="*/ 512270 h 1597499"/>
                  <a:gd name="connsiteX108" fmla="*/ 158613 w 252773"/>
                  <a:gd name="connsiteY108" fmla="*/ 447979 h 1597499"/>
                  <a:gd name="connsiteX109" fmla="*/ 94664 w 252773"/>
                  <a:gd name="connsiteY109" fmla="*/ 447979 h 1597499"/>
                  <a:gd name="connsiteX110" fmla="*/ 174726 w 252773"/>
                  <a:gd name="connsiteY110" fmla="*/ 368258 h 1597499"/>
                  <a:gd name="connsiteX111" fmla="*/ 174726 w 252773"/>
                  <a:gd name="connsiteY111" fmla="*/ 431006 h 1597499"/>
                  <a:gd name="connsiteX112" fmla="*/ 239178 w 252773"/>
                  <a:gd name="connsiteY112" fmla="*/ 431006 h 1597499"/>
                  <a:gd name="connsiteX113" fmla="*/ 239178 w 252773"/>
                  <a:gd name="connsiteY113" fmla="*/ 368258 h 1597499"/>
                  <a:gd name="connsiteX114" fmla="*/ 174726 w 252773"/>
                  <a:gd name="connsiteY114" fmla="*/ 368258 h 1597499"/>
                  <a:gd name="connsiteX115" fmla="*/ 95168 w 252773"/>
                  <a:gd name="connsiteY115" fmla="*/ 367744 h 1597499"/>
                  <a:gd name="connsiteX116" fmla="*/ 95168 w 252773"/>
                  <a:gd name="connsiteY116" fmla="*/ 431520 h 1597499"/>
                  <a:gd name="connsiteX117" fmla="*/ 158613 w 252773"/>
                  <a:gd name="connsiteY117" fmla="*/ 431520 h 1597499"/>
                  <a:gd name="connsiteX118" fmla="*/ 158613 w 252773"/>
                  <a:gd name="connsiteY118" fmla="*/ 367744 h 1597499"/>
                  <a:gd name="connsiteX119" fmla="*/ 95168 w 252773"/>
                  <a:gd name="connsiteY119" fmla="*/ 367744 h 1597499"/>
                  <a:gd name="connsiteX120" fmla="*/ 0 w 252773"/>
                  <a:gd name="connsiteY120" fmla="*/ 350771 h 1597499"/>
                  <a:gd name="connsiteX121" fmla="*/ 252270 w 252773"/>
                  <a:gd name="connsiteY121" fmla="*/ 350771 h 1597499"/>
                  <a:gd name="connsiteX122" fmla="*/ 252270 w 252773"/>
                  <a:gd name="connsiteY122" fmla="*/ 1597499 h 1597499"/>
                  <a:gd name="connsiteX123" fmla="*/ 0 w 252773"/>
                  <a:gd name="connsiteY123" fmla="*/ 1597499 h 1597499"/>
                  <a:gd name="connsiteX124" fmla="*/ 0 w 252773"/>
                  <a:gd name="connsiteY124" fmla="*/ 350771 h 1597499"/>
                  <a:gd name="connsiteX125" fmla="*/ 134947 w 252773"/>
                  <a:gd name="connsiteY125" fmla="*/ 273107 h 1597499"/>
                  <a:gd name="connsiteX126" fmla="*/ 134947 w 252773"/>
                  <a:gd name="connsiteY126" fmla="*/ 321969 h 1597499"/>
                  <a:gd name="connsiteX127" fmla="*/ 238674 w 252773"/>
                  <a:gd name="connsiteY127" fmla="*/ 321969 h 1597499"/>
                  <a:gd name="connsiteX128" fmla="*/ 238674 w 252773"/>
                  <a:gd name="connsiteY128" fmla="*/ 273107 h 1597499"/>
                  <a:gd name="connsiteX129" fmla="*/ 134947 w 252773"/>
                  <a:gd name="connsiteY129" fmla="*/ 273107 h 1597499"/>
                  <a:gd name="connsiteX130" fmla="*/ 14099 w 252773"/>
                  <a:gd name="connsiteY130" fmla="*/ 271564 h 1597499"/>
                  <a:gd name="connsiteX131" fmla="*/ 14099 w 252773"/>
                  <a:gd name="connsiteY131" fmla="*/ 321969 h 1597499"/>
                  <a:gd name="connsiteX132" fmla="*/ 117827 w 252773"/>
                  <a:gd name="connsiteY132" fmla="*/ 321969 h 1597499"/>
                  <a:gd name="connsiteX133" fmla="*/ 117827 w 252773"/>
                  <a:gd name="connsiteY133" fmla="*/ 271564 h 1597499"/>
                  <a:gd name="connsiteX134" fmla="*/ 66466 w 252773"/>
                  <a:gd name="connsiteY134" fmla="*/ 271564 h 1597499"/>
                  <a:gd name="connsiteX135" fmla="*/ 14099 w 252773"/>
                  <a:gd name="connsiteY135" fmla="*/ 271564 h 1597499"/>
                  <a:gd name="connsiteX136" fmla="*/ 49346 w 252773"/>
                  <a:gd name="connsiteY136" fmla="*/ 209331 h 1597499"/>
                  <a:gd name="connsiteX137" fmla="*/ 17120 w 252773"/>
                  <a:gd name="connsiteY137" fmla="*/ 255106 h 1597499"/>
                  <a:gd name="connsiteX138" fmla="*/ 237164 w 252773"/>
                  <a:gd name="connsiteY138" fmla="*/ 255106 h 1597499"/>
                  <a:gd name="connsiteX139" fmla="*/ 202923 w 252773"/>
                  <a:gd name="connsiteY139" fmla="*/ 209331 h 1597499"/>
                  <a:gd name="connsiteX140" fmla="*/ 49346 w 252773"/>
                  <a:gd name="connsiteY140" fmla="*/ 209331 h 1597499"/>
                  <a:gd name="connsiteX141" fmla="*/ 0 w 252773"/>
                  <a:gd name="connsiteY141" fmla="*/ 190815 h 1597499"/>
                  <a:gd name="connsiteX142" fmla="*/ 252773 w 252773"/>
                  <a:gd name="connsiteY142" fmla="*/ 190815 h 1597499"/>
                  <a:gd name="connsiteX143" fmla="*/ 252773 w 252773"/>
                  <a:gd name="connsiteY143" fmla="*/ 340484 h 1597499"/>
                  <a:gd name="connsiteX144" fmla="*/ 0 w 252773"/>
                  <a:gd name="connsiteY144" fmla="*/ 340484 h 1597499"/>
                  <a:gd name="connsiteX145" fmla="*/ 0 w 252773"/>
                  <a:gd name="connsiteY145" fmla="*/ 190815 h 1597499"/>
                  <a:gd name="connsiteX146" fmla="*/ 31723 w 252773"/>
                  <a:gd name="connsiteY146" fmla="*/ 0 h 1597499"/>
                  <a:gd name="connsiteX147" fmla="*/ 31723 w 252773"/>
                  <a:gd name="connsiteY147" fmla="*/ 120867 h 1597499"/>
                  <a:gd name="connsiteX148" fmla="*/ 95168 w 252773"/>
                  <a:gd name="connsiteY148" fmla="*/ 120867 h 1597499"/>
                  <a:gd name="connsiteX149" fmla="*/ 95168 w 252773"/>
                  <a:gd name="connsiteY149" fmla="*/ 183100 h 1597499"/>
                  <a:gd name="connsiteX150" fmla="*/ 11078 w 252773"/>
                  <a:gd name="connsiteY150" fmla="*/ 183100 h 1597499"/>
                  <a:gd name="connsiteX151" fmla="*/ 24170 w 252773"/>
                  <a:gd name="connsiteY151" fmla="*/ 514 h 1597499"/>
                  <a:gd name="connsiteX152" fmla="*/ 31723 w 252773"/>
                  <a:gd name="connsiteY152" fmla="*/ 0 h 159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252773" h="1597499">
                    <a:moveTo>
                      <a:pt x="94664" y="1169580"/>
                    </a:moveTo>
                    <a:cubicBezTo>
                      <a:pt x="94664" y="1191696"/>
                      <a:pt x="94664" y="1211754"/>
                      <a:pt x="94664" y="1232327"/>
                    </a:cubicBezTo>
                    <a:cubicBezTo>
                      <a:pt x="115813" y="1232327"/>
                      <a:pt x="135450" y="1232327"/>
                      <a:pt x="158109" y="1232327"/>
                    </a:cubicBezTo>
                    <a:cubicBezTo>
                      <a:pt x="158109" y="1209697"/>
                      <a:pt x="158109" y="1189639"/>
                      <a:pt x="158109" y="1169580"/>
                    </a:cubicBezTo>
                    <a:cubicBezTo>
                      <a:pt x="136457" y="1169580"/>
                      <a:pt x="115813" y="1169580"/>
                      <a:pt x="94664" y="1169580"/>
                    </a:cubicBezTo>
                    <a:close/>
                    <a:moveTo>
                      <a:pt x="175733" y="1168551"/>
                    </a:moveTo>
                    <a:cubicBezTo>
                      <a:pt x="175733" y="1190153"/>
                      <a:pt x="175733" y="1210726"/>
                      <a:pt x="175733" y="1231813"/>
                    </a:cubicBezTo>
                    <a:cubicBezTo>
                      <a:pt x="197385" y="1231813"/>
                      <a:pt x="217022" y="1231813"/>
                      <a:pt x="237667" y="1231813"/>
                    </a:cubicBezTo>
                    <a:cubicBezTo>
                      <a:pt x="237667" y="1210212"/>
                      <a:pt x="237667" y="1189639"/>
                      <a:pt x="237667" y="1168551"/>
                    </a:cubicBezTo>
                    <a:cubicBezTo>
                      <a:pt x="216519" y="1168551"/>
                      <a:pt x="196881" y="1168551"/>
                      <a:pt x="175733" y="1168551"/>
                    </a:cubicBezTo>
                    <a:close/>
                    <a:moveTo>
                      <a:pt x="95168" y="1090888"/>
                    </a:moveTo>
                    <a:cubicBezTo>
                      <a:pt x="95168" y="1112490"/>
                      <a:pt x="95168" y="1132548"/>
                      <a:pt x="95168" y="1153636"/>
                    </a:cubicBezTo>
                    <a:cubicBezTo>
                      <a:pt x="116820" y="1153636"/>
                      <a:pt x="135954" y="1153636"/>
                      <a:pt x="157605" y="1153636"/>
                    </a:cubicBezTo>
                    <a:cubicBezTo>
                      <a:pt x="157605" y="1132548"/>
                      <a:pt x="157605" y="1113004"/>
                      <a:pt x="157605" y="1090888"/>
                    </a:cubicBezTo>
                    <a:cubicBezTo>
                      <a:pt x="135954" y="1090888"/>
                      <a:pt x="115309" y="1090888"/>
                      <a:pt x="95168" y="1090888"/>
                    </a:cubicBezTo>
                    <a:close/>
                    <a:moveTo>
                      <a:pt x="15106" y="1090888"/>
                    </a:moveTo>
                    <a:cubicBezTo>
                      <a:pt x="15106" y="1112490"/>
                      <a:pt x="15106" y="1132548"/>
                      <a:pt x="15106" y="1153636"/>
                    </a:cubicBezTo>
                    <a:cubicBezTo>
                      <a:pt x="36758" y="1153636"/>
                      <a:pt x="56396" y="1153636"/>
                      <a:pt x="77544" y="1153636"/>
                    </a:cubicBezTo>
                    <a:cubicBezTo>
                      <a:pt x="77544" y="1132548"/>
                      <a:pt x="77544" y="1112490"/>
                      <a:pt x="77544" y="1090888"/>
                    </a:cubicBezTo>
                    <a:cubicBezTo>
                      <a:pt x="55389" y="1090888"/>
                      <a:pt x="34744" y="1090888"/>
                      <a:pt x="15106" y="1090888"/>
                    </a:cubicBezTo>
                    <a:close/>
                    <a:moveTo>
                      <a:pt x="95671" y="1009110"/>
                    </a:moveTo>
                    <a:cubicBezTo>
                      <a:pt x="95671" y="1031225"/>
                      <a:pt x="95671" y="1051798"/>
                      <a:pt x="95671" y="1072886"/>
                    </a:cubicBezTo>
                    <a:cubicBezTo>
                      <a:pt x="116820" y="1072886"/>
                      <a:pt x="135954" y="1072886"/>
                      <a:pt x="157605" y="1072886"/>
                    </a:cubicBezTo>
                    <a:cubicBezTo>
                      <a:pt x="157605" y="1050256"/>
                      <a:pt x="157605" y="1029683"/>
                      <a:pt x="157605" y="1009110"/>
                    </a:cubicBezTo>
                    <a:cubicBezTo>
                      <a:pt x="135450" y="1009110"/>
                      <a:pt x="115813" y="1009110"/>
                      <a:pt x="95671" y="1009110"/>
                    </a:cubicBezTo>
                    <a:close/>
                    <a:moveTo>
                      <a:pt x="175733" y="1008595"/>
                    </a:moveTo>
                    <a:cubicBezTo>
                      <a:pt x="175733" y="1030197"/>
                      <a:pt x="175733" y="1050770"/>
                      <a:pt x="175733" y="1072371"/>
                    </a:cubicBezTo>
                    <a:cubicBezTo>
                      <a:pt x="197385" y="1072371"/>
                      <a:pt x="217022" y="1072371"/>
                      <a:pt x="238674" y="1072371"/>
                    </a:cubicBezTo>
                    <a:cubicBezTo>
                      <a:pt x="238674" y="1050770"/>
                      <a:pt x="238674" y="1029683"/>
                      <a:pt x="238674" y="1008595"/>
                    </a:cubicBezTo>
                    <a:cubicBezTo>
                      <a:pt x="216519" y="1008595"/>
                      <a:pt x="196881" y="1008595"/>
                      <a:pt x="175733" y="1008595"/>
                    </a:cubicBezTo>
                    <a:close/>
                    <a:moveTo>
                      <a:pt x="175733" y="929389"/>
                    </a:moveTo>
                    <a:cubicBezTo>
                      <a:pt x="175733" y="951505"/>
                      <a:pt x="175733" y="972078"/>
                      <a:pt x="175733" y="992651"/>
                    </a:cubicBezTo>
                    <a:cubicBezTo>
                      <a:pt x="197888" y="992651"/>
                      <a:pt x="218029" y="992651"/>
                      <a:pt x="239178" y="992651"/>
                    </a:cubicBezTo>
                    <a:cubicBezTo>
                      <a:pt x="239178" y="970535"/>
                      <a:pt x="239178" y="950990"/>
                      <a:pt x="239178" y="929389"/>
                    </a:cubicBezTo>
                    <a:cubicBezTo>
                      <a:pt x="218029" y="929389"/>
                      <a:pt x="196881" y="929389"/>
                      <a:pt x="175733" y="929389"/>
                    </a:cubicBezTo>
                    <a:close/>
                    <a:moveTo>
                      <a:pt x="95671" y="928875"/>
                    </a:moveTo>
                    <a:cubicBezTo>
                      <a:pt x="95671" y="951505"/>
                      <a:pt x="95671" y="972593"/>
                      <a:pt x="95671" y="993680"/>
                    </a:cubicBezTo>
                    <a:cubicBezTo>
                      <a:pt x="116820" y="993680"/>
                      <a:pt x="135954" y="993680"/>
                      <a:pt x="157605" y="993680"/>
                    </a:cubicBezTo>
                    <a:cubicBezTo>
                      <a:pt x="157605" y="970535"/>
                      <a:pt x="157605" y="949448"/>
                      <a:pt x="157605" y="928875"/>
                    </a:cubicBezTo>
                    <a:cubicBezTo>
                      <a:pt x="135450" y="928875"/>
                      <a:pt x="115309" y="928875"/>
                      <a:pt x="95671" y="928875"/>
                    </a:cubicBezTo>
                    <a:close/>
                    <a:moveTo>
                      <a:pt x="14602" y="928875"/>
                    </a:moveTo>
                    <a:cubicBezTo>
                      <a:pt x="14602" y="951505"/>
                      <a:pt x="14602" y="971563"/>
                      <a:pt x="14602" y="992651"/>
                    </a:cubicBezTo>
                    <a:cubicBezTo>
                      <a:pt x="36255" y="992651"/>
                      <a:pt x="56396" y="992651"/>
                      <a:pt x="77544" y="992651"/>
                    </a:cubicBezTo>
                    <a:cubicBezTo>
                      <a:pt x="77544" y="970021"/>
                      <a:pt x="77544" y="949448"/>
                      <a:pt x="77544" y="928875"/>
                    </a:cubicBezTo>
                    <a:cubicBezTo>
                      <a:pt x="55389" y="928875"/>
                      <a:pt x="35247" y="928875"/>
                      <a:pt x="14602" y="928875"/>
                    </a:cubicBezTo>
                    <a:close/>
                    <a:moveTo>
                      <a:pt x="175229" y="849668"/>
                    </a:moveTo>
                    <a:cubicBezTo>
                      <a:pt x="175229" y="871784"/>
                      <a:pt x="175229" y="891843"/>
                      <a:pt x="175229" y="912930"/>
                    </a:cubicBezTo>
                    <a:cubicBezTo>
                      <a:pt x="196881" y="912930"/>
                      <a:pt x="217022" y="912930"/>
                      <a:pt x="238171" y="912930"/>
                    </a:cubicBezTo>
                    <a:cubicBezTo>
                      <a:pt x="238171" y="891328"/>
                      <a:pt x="238171" y="870241"/>
                      <a:pt x="238171" y="849668"/>
                    </a:cubicBezTo>
                    <a:cubicBezTo>
                      <a:pt x="216015" y="849668"/>
                      <a:pt x="195874" y="849668"/>
                      <a:pt x="175229" y="849668"/>
                    </a:cubicBezTo>
                    <a:close/>
                    <a:moveTo>
                      <a:pt x="94664" y="767890"/>
                    </a:moveTo>
                    <a:cubicBezTo>
                      <a:pt x="94664" y="789492"/>
                      <a:pt x="94664" y="809551"/>
                      <a:pt x="94664" y="831152"/>
                    </a:cubicBezTo>
                    <a:cubicBezTo>
                      <a:pt x="116316" y="831152"/>
                      <a:pt x="136457" y="831152"/>
                      <a:pt x="157605" y="831152"/>
                    </a:cubicBezTo>
                    <a:cubicBezTo>
                      <a:pt x="157605" y="809036"/>
                      <a:pt x="157605" y="788463"/>
                      <a:pt x="157605" y="767890"/>
                    </a:cubicBezTo>
                    <a:cubicBezTo>
                      <a:pt x="135450" y="767890"/>
                      <a:pt x="115813" y="767890"/>
                      <a:pt x="94664" y="767890"/>
                    </a:cubicBezTo>
                    <a:close/>
                    <a:moveTo>
                      <a:pt x="15106" y="767890"/>
                    </a:moveTo>
                    <a:cubicBezTo>
                      <a:pt x="15106" y="790006"/>
                      <a:pt x="15106" y="810579"/>
                      <a:pt x="15106" y="831152"/>
                    </a:cubicBezTo>
                    <a:cubicBezTo>
                      <a:pt x="37262" y="831152"/>
                      <a:pt x="56899" y="831152"/>
                      <a:pt x="77040" y="831152"/>
                    </a:cubicBezTo>
                    <a:cubicBezTo>
                      <a:pt x="77040" y="809036"/>
                      <a:pt x="77040" y="788463"/>
                      <a:pt x="77040" y="767890"/>
                    </a:cubicBezTo>
                    <a:cubicBezTo>
                      <a:pt x="54885" y="767890"/>
                      <a:pt x="35247" y="767890"/>
                      <a:pt x="15106" y="767890"/>
                    </a:cubicBezTo>
                    <a:close/>
                    <a:moveTo>
                      <a:pt x="175229" y="767376"/>
                    </a:moveTo>
                    <a:cubicBezTo>
                      <a:pt x="175229" y="788978"/>
                      <a:pt x="175229" y="810065"/>
                      <a:pt x="175229" y="831667"/>
                    </a:cubicBezTo>
                    <a:cubicBezTo>
                      <a:pt x="196881" y="831667"/>
                      <a:pt x="217022" y="831667"/>
                      <a:pt x="238171" y="831667"/>
                    </a:cubicBezTo>
                    <a:cubicBezTo>
                      <a:pt x="238171" y="809551"/>
                      <a:pt x="238171" y="788978"/>
                      <a:pt x="238171" y="767376"/>
                    </a:cubicBezTo>
                    <a:cubicBezTo>
                      <a:pt x="216519" y="767376"/>
                      <a:pt x="196881" y="767376"/>
                      <a:pt x="175229" y="767376"/>
                    </a:cubicBezTo>
                    <a:close/>
                    <a:moveTo>
                      <a:pt x="175229" y="689712"/>
                    </a:moveTo>
                    <a:cubicBezTo>
                      <a:pt x="175229" y="711829"/>
                      <a:pt x="175229" y="731887"/>
                      <a:pt x="175229" y="752975"/>
                    </a:cubicBezTo>
                    <a:cubicBezTo>
                      <a:pt x="196378" y="752975"/>
                      <a:pt x="216519" y="752975"/>
                      <a:pt x="238171" y="752975"/>
                    </a:cubicBezTo>
                    <a:cubicBezTo>
                      <a:pt x="238171" y="730344"/>
                      <a:pt x="238171" y="709771"/>
                      <a:pt x="238171" y="689712"/>
                    </a:cubicBezTo>
                    <a:cubicBezTo>
                      <a:pt x="216015" y="689712"/>
                      <a:pt x="195371" y="689712"/>
                      <a:pt x="175229" y="689712"/>
                    </a:cubicBezTo>
                    <a:close/>
                    <a:moveTo>
                      <a:pt x="14602" y="689198"/>
                    </a:moveTo>
                    <a:cubicBezTo>
                      <a:pt x="14602" y="711314"/>
                      <a:pt x="14602" y="732402"/>
                      <a:pt x="14602" y="752460"/>
                    </a:cubicBezTo>
                    <a:cubicBezTo>
                      <a:pt x="36758" y="752460"/>
                      <a:pt x="56899" y="752460"/>
                      <a:pt x="78048" y="752460"/>
                    </a:cubicBezTo>
                    <a:cubicBezTo>
                      <a:pt x="78048" y="730344"/>
                      <a:pt x="78048" y="710285"/>
                      <a:pt x="78048" y="689198"/>
                    </a:cubicBezTo>
                    <a:cubicBezTo>
                      <a:pt x="56396" y="689198"/>
                      <a:pt x="35751" y="689198"/>
                      <a:pt x="14602" y="689198"/>
                    </a:cubicBezTo>
                    <a:close/>
                    <a:moveTo>
                      <a:pt x="14099" y="608449"/>
                    </a:moveTo>
                    <a:cubicBezTo>
                      <a:pt x="14099" y="630050"/>
                      <a:pt x="14099" y="650109"/>
                      <a:pt x="14099" y="671711"/>
                    </a:cubicBezTo>
                    <a:cubicBezTo>
                      <a:pt x="35751" y="671711"/>
                      <a:pt x="56396" y="671711"/>
                      <a:pt x="78048" y="671711"/>
                    </a:cubicBezTo>
                    <a:cubicBezTo>
                      <a:pt x="78048" y="650109"/>
                      <a:pt x="78048" y="630050"/>
                      <a:pt x="78048" y="608449"/>
                    </a:cubicBezTo>
                    <a:cubicBezTo>
                      <a:pt x="55389" y="608449"/>
                      <a:pt x="35247" y="608449"/>
                      <a:pt x="14099" y="608449"/>
                    </a:cubicBezTo>
                    <a:close/>
                    <a:moveTo>
                      <a:pt x="95168" y="607935"/>
                    </a:moveTo>
                    <a:cubicBezTo>
                      <a:pt x="95168" y="630565"/>
                      <a:pt x="95168" y="651138"/>
                      <a:pt x="95168" y="672226"/>
                    </a:cubicBezTo>
                    <a:cubicBezTo>
                      <a:pt x="116820" y="672226"/>
                      <a:pt x="136961" y="672226"/>
                      <a:pt x="158109" y="672226"/>
                    </a:cubicBezTo>
                    <a:cubicBezTo>
                      <a:pt x="158109" y="650109"/>
                      <a:pt x="158109" y="629536"/>
                      <a:pt x="158109" y="607935"/>
                    </a:cubicBezTo>
                    <a:cubicBezTo>
                      <a:pt x="136961" y="607935"/>
                      <a:pt x="116820" y="607935"/>
                      <a:pt x="95168" y="607935"/>
                    </a:cubicBezTo>
                    <a:close/>
                    <a:moveTo>
                      <a:pt x="175229" y="528728"/>
                    </a:moveTo>
                    <a:cubicBezTo>
                      <a:pt x="175229" y="550844"/>
                      <a:pt x="175229" y="571417"/>
                      <a:pt x="175229" y="592505"/>
                    </a:cubicBezTo>
                    <a:cubicBezTo>
                      <a:pt x="196378" y="592505"/>
                      <a:pt x="216519" y="592505"/>
                      <a:pt x="239178" y="592505"/>
                    </a:cubicBezTo>
                    <a:cubicBezTo>
                      <a:pt x="239178" y="570388"/>
                      <a:pt x="239178" y="550330"/>
                      <a:pt x="239178" y="528728"/>
                    </a:cubicBezTo>
                    <a:cubicBezTo>
                      <a:pt x="217526" y="528728"/>
                      <a:pt x="196378" y="528728"/>
                      <a:pt x="175229" y="528728"/>
                    </a:cubicBezTo>
                    <a:close/>
                    <a:moveTo>
                      <a:pt x="95168" y="528214"/>
                    </a:moveTo>
                    <a:cubicBezTo>
                      <a:pt x="95168" y="550844"/>
                      <a:pt x="95168" y="571417"/>
                      <a:pt x="95168" y="593019"/>
                    </a:cubicBezTo>
                    <a:cubicBezTo>
                      <a:pt x="116820" y="593019"/>
                      <a:pt x="136457" y="593019"/>
                      <a:pt x="158613" y="593019"/>
                    </a:cubicBezTo>
                    <a:cubicBezTo>
                      <a:pt x="158613" y="569874"/>
                      <a:pt x="158613" y="549815"/>
                      <a:pt x="158613" y="528214"/>
                    </a:cubicBezTo>
                    <a:cubicBezTo>
                      <a:pt x="136457" y="528214"/>
                      <a:pt x="115813" y="528214"/>
                      <a:pt x="95168" y="528214"/>
                    </a:cubicBezTo>
                    <a:close/>
                    <a:moveTo>
                      <a:pt x="15106" y="528214"/>
                    </a:moveTo>
                    <a:cubicBezTo>
                      <a:pt x="15106" y="551873"/>
                      <a:pt x="15106" y="572446"/>
                      <a:pt x="15106" y="593019"/>
                    </a:cubicBezTo>
                    <a:cubicBezTo>
                      <a:pt x="37262" y="593019"/>
                      <a:pt x="56899" y="593019"/>
                      <a:pt x="78048" y="593019"/>
                    </a:cubicBezTo>
                    <a:cubicBezTo>
                      <a:pt x="78048" y="570903"/>
                      <a:pt x="78048" y="550330"/>
                      <a:pt x="78048" y="528214"/>
                    </a:cubicBezTo>
                    <a:cubicBezTo>
                      <a:pt x="56396" y="528214"/>
                      <a:pt x="36255" y="528214"/>
                      <a:pt x="15106" y="528214"/>
                    </a:cubicBezTo>
                    <a:close/>
                    <a:moveTo>
                      <a:pt x="14602" y="449007"/>
                    </a:moveTo>
                    <a:cubicBezTo>
                      <a:pt x="14602" y="471124"/>
                      <a:pt x="14602" y="491182"/>
                      <a:pt x="14602" y="512270"/>
                    </a:cubicBezTo>
                    <a:cubicBezTo>
                      <a:pt x="35751" y="512270"/>
                      <a:pt x="55389" y="512270"/>
                      <a:pt x="77544" y="512270"/>
                    </a:cubicBezTo>
                    <a:cubicBezTo>
                      <a:pt x="77544" y="489125"/>
                      <a:pt x="77544" y="468552"/>
                      <a:pt x="77544" y="449007"/>
                    </a:cubicBezTo>
                    <a:cubicBezTo>
                      <a:pt x="54885" y="449007"/>
                      <a:pt x="34744" y="449007"/>
                      <a:pt x="14602" y="449007"/>
                    </a:cubicBezTo>
                    <a:close/>
                    <a:moveTo>
                      <a:pt x="94664" y="447979"/>
                    </a:moveTo>
                    <a:cubicBezTo>
                      <a:pt x="94664" y="469580"/>
                      <a:pt x="94664" y="490153"/>
                      <a:pt x="94664" y="512270"/>
                    </a:cubicBezTo>
                    <a:cubicBezTo>
                      <a:pt x="116316" y="512270"/>
                      <a:pt x="136457" y="512270"/>
                      <a:pt x="158613" y="512270"/>
                    </a:cubicBezTo>
                    <a:cubicBezTo>
                      <a:pt x="158613" y="489639"/>
                      <a:pt x="158613" y="469580"/>
                      <a:pt x="158613" y="447979"/>
                    </a:cubicBezTo>
                    <a:cubicBezTo>
                      <a:pt x="136961" y="447979"/>
                      <a:pt x="116316" y="447979"/>
                      <a:pt x="94664" y="447979"/>
                    </a:cubicBezTo>
                    <a:close/>
                    <a:moveTo>
                      <a:pt x="174726" y="368258"/>
                    </a:moveTo>
                    <a:cubicBezTo>
                      <a:pt x="174726" y="389346"/>
                      <a:pt x="174726" y="409404"/>
                      <a:pt x="174726" y="431006"/>
                    </a:cubicBezTo>
                    <a:cubicBezTo>
                      <a:pt x="196378" y="431006"/>
                      <a:pt x="217526" y="431006"/>
                      <a:pt x="239178" y="431006"/>
                    </a:cubicBezTo>
                    <a:cubicBezTo>
                      <a:pt x="239178" y="409919"/>
                      <a:pt x="239178" y="390374"/>
                      <a:pt x="239178" y="368258"/>
                    </a:cubicBezTo>
                    <a:cubicBezTo>
                      <a:pt x="217526" y="368258"/>
                      <a:pt x="196881" y="368258"/>
                      <a:pt x="174726" y="368258"/>
                    </a:cubicBezTo>
                    <a:close/>
                    <a:moveTo>
                      <a:pt x="95168" y="367744"/>
                    </a:moveTo>
                    <a:cubicBezTo>
                      <a:pt x="95168" y="389860"/>
                      <a:pt x="95168" y="410947"/>
                      <a:pt x="95168" y="431520"/>
                    </a:cubicBezTo>
                    <a:cubicBezTo>
                      <a:pt x="117323" y="431520"/>
                      <a:pt x="137968" y="431520"/>
                      <a:pt x="158613" y="431520"/>
                    </a:cubicBezTo>
                    <a:cubicBezTo>
                      <a:pt x="158613" y="409404"/>
                      <a:pt x="158613" y="389346"/>
                      <a:pt x="158613" y="367744"/>
                    </a:cubicBezTo>
                    <a:cubicBezTo>
                      <a:pt x="135954" y="367744"/>
                      <a:pt x="115813" y="367744"/>
                      <a:pt x="95168" y="367744"/>
                    </a:cubicBezTo>
                    <a:close/>
                    <a:moveTo>
                      <a:pt x="0" y="350771"/>
                    </a:moveTo>
                    <a:cubicBezTo>
                      <a:pt x="83083" y="350771"/>
                      <a:pt x="166669" y="350771"/>
                      <a:pt x="252270" y="350771"/>
                    </a:cubicBezTo>
                    <a:cubicBezTo>
                      <a:pt x="252270" y="765319"/>
                      <a:pt x="252270" y="1180380"/>
                      <a:pt x="252270" y="1597499"/>
                    </a:cubicBezTo>
                    <a:cubicBezTo>
                      <a:pt x="167173" y="1597499"/>
                      <a:pt x="84594" y="1597499"/>
                      <a:pt x="0" y="1597499"/>
                    </a:cubicBezTo>
                    <a:cubicBezTo>
                      <a:pt x="0" y="1181923"/>
                      <a:pt x="0" y="767376"/>
                      <a:pt x="0" y="350771"/>
                    </a:cubicBezTo>
                    <a:close/>
                    <a:moveTo>
                      <a:pt x="134947" y="273107"/>
                    </a:moveTo>
                    <a:cubicBezTo>
                      <a:pt x="134947" y="290080"/>
                      <a:pt x="134947" y="306024"/>
                      <a:pt x="134947" y="321969"/>
                    </a:cubicBezTo>
                    <a:cubicBezTo>
                      <a:pt x="170194" y="321969"/>
                      <a:pt x="203931" y="321969"/>
                      <a:pt x="238674" y="321969"/>
                    </a:cubicBezTo>
                    <a:cubicBezTo>
                      <a:pt x="238674" y="304482"/>
                      <a:pt x="238674" y="289566"/>
                      <a:pt x="238674" y="273107"/>
                    </a:cubicBezTo>
                    <a:cubicBezTo>
                      <a:pt x="202420" y="273107"/>
                      <a:pt x="169691" y="273107"/>
                      <a:pt x="134947" y="273107"/>
                    </a:cubicBezTo>
                    <a:close/>
                    <a:moveTo>
                      <a:pt x="14099" y="271564"/>
                    </a:moveTo>
                    <a:cubicBezTo>
                      <a:pt x="14099" y="290080"/>
                      <a:pt x="14099" y="304996"/>
                      <a:pt x="14099" y="321969"/>
                    </a:cubicBezTo>
                    <a:cubicBezTo>
                      <a:pt x="50353" y="321969"/>
                      <a:pt x="83587" y="321969"/>
                      <a:pt x="117827" y="321969"/>
                    </a:cubicBezTo>
                    <a:cubicBezTo>
                      <a:pt x="117827" y="304996"/>
                      <a:pt x="117827" y="289052"/>
                      <a:pt x="117827" y="271564"/>
                    </a:cubicBezTo>
                    <a:cubicBezTo>
                      <a:pt x="99700" y="271564"/>
                      <a:pt x="83083" y="271564"/>
                      <a:pt x="66466" y="271564"/>
                    </a:cubicBezTo>
                    <a:cubicBezTo>
                      <a:pt x="49346" y="271564"/>
                      <a:pt x="32226" y="271564"/>
                      <a:pt x="14099" y="271564"/>
                    </a:cubicBezTo>
                    <a:close/>
                    <a:moveTo>
                      <a:pt x="49346" y="209331"/>
                    </a:moveTo>
                    <a:cubicBezTo>
                      <a:pt x="11581" y="209331"/>
                      <a:pt x="6043" y="217045"/>
                      <a:pt x="17120" y="255106"/>
                    </a:cubicBezTo>
                    <a:cubicBezTo>
                      <a:pt x="90132" y="255106"/>
                      <a:pt x="163145" y="255106"/>
                      <a:pt x="237164" y="255106"/>
                    </a:cubicBezTo>
                    <a:cubicBezTo>
                      <a:pt x="243710" y="212417"/>
                      <a:pt x="241192" y="209331"/>
                      <a:pt x="202923" y="209331"/>
                    </a:cubicBezTo>
                    <a:cubicBezTo>
                      <a:pt x="151563" y="209331"/>
                      <a:pt x="100707" y="209331"/>
                      <a:pt x="49346" y="209331"/>
                    </a:cubicBezTo>
                    <a:close/>
                    <a:moveTo>
                      <a:pt x="0" y="190815"/>
                    </a:moveTo>
                    <a:cubicBezTo>
                      <a:pt x="84594" y="190815"/>
                      <a:pt x="167676" y="190815"/>
                      <a:pt x="252773" y="190815"/>
                    </a:cubicBezTo>
                    <a:cubicBezTo>
                      <a:pt x="252773" y="240704"/>
                      <a:pt x="252773" y="290080"/>
                      <a:pt x="252773" y="340484"/>
                    </a:cubicBezTo>
                    <a:cubicBezTo>
                      <a:pt x="168180" y="340484"/>
                      <a:pt x="84594" y="340484"/>
                      <a:pt x="0" y="340484"/>
                    </a:cubicBezTo>
                    <a:cubicBezTo>
                      <a:pt x="0" y="290594"/>
                      <a:pt x="0" y="241219"/>
                      <a:pt x="0" y="190815"/>
                    </a:cubicBezTo>
                    <a:close/>
                    <a:moveTo>
                      <a:pt x="31723" y="0"/>
                    </a:moveTo>
                    <a:cubicBezTo>
                      <a:pt x="31723" y="39603"/>
                      <a:pt x="31723" y="78691"/>
                      <a:pt x="31723" y="120867"/>
                    </a:cubicBezTo>
                    <a:cubicBezTo>
                      <a:pt x="55892" y="120867"/>
                      <a:pt x="74523" y="120867"/>
                      <a:pt x="95168" y="120867"/>
                    </a:cubicBezTo>
                    <a:cubicBezTo>
                      <a:pt x="95168" y="142468"/>
                      <a:pt x="95168" y="162013"/>
                      <a:pt x="95168" y="183100"/>
                    </a:cubicBezTo>
                    <a:cubicBezTo>
                      <a:pt x="66467" y="183100"/>
                      <a:pt x="40786" y="183100"/>
                      <a:pt x="11078" y="183100"/>
                    </a:cubicBezTo>
                    <a:cubicBezTo>
                      <a:pt x="15610" y="121381"/>
                      <a:pt x="20142" y="61205"/>
                      <a:pt x="24170" y="514"/>
                    </a:cubicBezTo>
                    <a:cubicBezTo>
                      <a:pt x="26688" y="514"/>
                      <a:pt x="29205" y="514"/>
                      <a:pt x="31723" y="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" name="Freeform: Shape 34"/>
              <p:cNvSpPr/>
              <p:nvPr/>
            </p:nvSpPr>
            <p:spPr>
              <a:xfrm>
                <a:off x="7336235" y="2262006"/>
                <a:ext cx="427135" cy="1492845"/>
              </a:xfrm>
              <a:custGeom>
                <a:avLst/>
                <a:gdLst>
                  <a:gd name="connsiteX0" fmla="*/ 342995 w 577665"/>
                  <a:gd name="connsiteY0" fmla="*/ 1531565 h 1976576"/>
                  <a:gd name="connsiteX1" fmla="*/ 342995 w 577665"/>
                  <a:gd name="connsiteY1" fmla="*/ 1585857 h 1976576"/>
                  <a:gd name="connsiteX2" fmla="*/ 451295 w 577665"/>
                  <a:gd name="connsiteY2" fmla="*/ 1585857 h 1976576"/>
                  <a:gd name="connsiteX3" fmla="*/ 451295 w 577665"/>
                  <a:gd name="connsiteY3" fmla="*/ 1531565 h 1976576"/>
                  <a:gd name="connsiteX4" fmla="*/ 126370 w 577665"/>
                  <a:gd name="connsiteY4" fmla="*/ 1526871 h 1976576"/>
                  <a:gd name="connsiteX5" fmla="*/ 126370 w 577665"/>
                  <a:gd name="connsiteY5" fmla="*/ 1581163 h 1976576"/>
                  <a:gd name="connsiteX6" fmla="*/ 234670 w 577665"/>
                  <a:gd name="connsiteY6" fmla="*/ 1581163 h 1976576"/>
                  <a:gd name="connsiteX7" fmla="*/ 234670 w 577665"/>
                  <a:gd name="connsiteY7" fmla="*/ 1526871 h 1976576"/>
                  <a:gd name="connsiteX8" fmla="*/ 342995 w 577665"/>
                  <a:gd name="connsiteY8" fmla="*/ 1409581 h 1976576"/>
                  <a:gd name="connsiteX9" fmla="*/ 342995 w 577665"/>
                  <a:gd name="connsiteY9" fmla="*/ 1463873 h 1976576"/>
                  <a:gd name="connsiteX10" fmla="*/ 451295 w 577665"/>
                  <a:gd name="connsiteY10" fmla="*/ 1463873 h 1976576"/>
                  <a:gd name="connsiteX11" fmla="*/ 451295 w 577665"/>
                  <a:gd name="connsiteY11" fmla="*/ 1409581 h 1976576"/>
                  <a:gd name="connsiteX12" fmla="*/ 126370 w 577665"/>
                  <a:gd name="connsiteY12" fmla="*/ 1404887 h 1976576"/>
                  <a:gd name="connsiteX13" fmla="*/ 126370 w 577665"/>
                  <a:gd name="connsiteY13" fmla="*/ 1459180 h 1976576"/>
                  <a:gd name="connsiteX14" fmla="*/ 234670 w 577665"/>
                  <a:gd name="connsiteY14" fmla="*/ 1459180 h 1976576"/>
                  <a:gd name="connsiteX15" fmla="*/ 234670 w 577665"/>
                  <a:gd name="connsiteY15" fmla="*/ 1404887 h 1976576"/>
                  <a:gd name="connsiteX16" fmla="*/ 342995 w 577665"/>
                  <a:gd name="connsiteY16" fmla="*/ 1287599 h 1976576"/>
                  <a:gd name="connsiteX17" fmla="*/ 342995 w 577665"/>
                  <a:gd name="connsiteY17" fmla="*/ 1341892 h 1976576"/>
                  <a:gd name="connsiteX18" fmla="*/ 451295 w 577665"/>
                  <a:gd name="connsiteY18" fmla="*/ 1341892 h 1976576"/>
                  <a:gd name="connsiteX19" fmla="*/ 451295 w 577665"/>
                  <a:gd name="connsiteY19" fmla="*/ 1287599 h 1976576"/>
                  <a:gd name="connsiteX20" fmla="*/ 126370 w 577665"/>
                  <a:gd name="connsiteY20" fmla="*/ 1282905 h 1976576"/>
                  <a:gd name="connsiteX21" fmla="*/ 126370 w 577665"/>
                  <a:gd name="connsiteY21" fmla="*/ 1337198 h 1976576"/>
                  <a:gd name="connsiteX22" fmla="*/ 234670 w 577665"/>
                  <a:gd name="connsiteY22" fmla="*/ 1337198 h 1976576"/>
                  <a:gd name="connsiteX23" fmla="*/ 234670 w 577665"/>
                  <a:gd name="connsiteY23" fmla="*/ 1282905 h 1976576"/>
                  <a:gd name="connsiteX24" fmla="*/ 342995 w 577665"/>
                  <a:gd name="connsiteY24" fmla="*/ 1165617 h 1976576"/>
                  <a:gd name="connsiteX25" fmla="*/ 342995 w 577665"/>
                  <a:gd name="connsiteY25" fmla="*/ 1219910 h 1976576"/>
                  <a:gd name="connsiteX26" fmla="*/ 451295 w 577665"/>
                  <a:gd name="connsiteY26" fmla="*/ 1219910 h 1976576"/>
                  <a:gd name="connsiteX27" fmla="*/ 451295 w 577665"/>
                  <a:gd name="connsiteY27" fmla="*/ 1165617 h 1976576"/>
                  <a:gd name="connsiteX28" fmla="*/ 126370 w 577665"/>
                  <a:gd name="connsiteY28" fmla="*/ 1160924 h 1976576"/>
                  <a:gd name="connsiteX29" fmla="*/ 126370 w 577665"/>
                  <a:gd name="connsiteY29" fmla="*/ 1215216 h 1976576"/>
                  <a:gd name="connsiteX30" fmla="*/ 234670 w 577665"/>
                  <a:gd name="connsiteY30" fmla="*/ 1215216 h 1976576"/>
                  <a:gd name="connsiteX31" fmla="*/ 234670 w 577665"/>
                  <a:gd name="connsiteY31" fmla="*/ 1160924 h 1976576"/>
                  <a:gd name="connsiteX32" fmla="*/ 342995 w 577665"/>
                  <a:gd name="connsiteY32" fmla="*/ 1043636 h 1976576"/>
                  <a:gd name="connsiteX33" fmla="*/ 342995 w 577665"/>
                  <a:gd name="connsiteY33" fmla="*/ 1097928 h 1976576"/>
                  <a:gd name="connsiteX34" fmla="*/ 451295 w 577665"/>
                  <a:gd name="connsiteY34" fmla="*/ 1097928 h 1976576"/>
                  <a:gd name="connsiteX35" fmla="*/ 451295 w 577665"/>
                  <a:gd name="connsiteY35" fmla="*/ 1043636 h 1976576"/>
                  <a:gd name="connsiteX36" fmla="*/ 126370 w 577665"/>
                  <a:gd name="connsiteY36" fmla="*/ 1038942 h 1976576"/>
                  <a:gd name="connsiteX37" fmla="*/ 126370 w 577665"/>
                  <a:gd name="connsiteY37" fmla="*/ 1093234 h 1976576"/>
                  <a:gd name="connsiteX38" fmla="*/ 234670 w 577665"/>
                  <a:gd name="connsiteY38" fmla="*/ 1093234 h 1976576"/>
                  <a:gd name="connsiteX39" fmla="*/ 234670 w 577665"/>
                  <a:gd name="connsiteY39" fmla="*/ 1038942 h 1976576"/>
                  <a:gd name="connsiteX40" fmla="*/ 342995 w 577665"/>
                  <a:gd name="connsiteY40" fmla="*/ 921654 h 1976576"/>
                  <a:gd name="connsiteX41" fmla="*/ 342995 w 577665"/>
                  <a:gd name="connsiteY41" fmla="*/ 975946 h 1976576"/>
                  <a:gd name="connsiteX42" fmla="*/ 451295 w 577665"/>
                  <a:gd name="connsiteY42" fmla="*/ 975946 h 1976576"/>
                  <a:gd name="connsiteX43" fmla="*/ 451295 w 577665"/>
                  <a:gd name="connsiteY43" fmla="*/ 921654 h 1976576"/>
                  <a:gd name="connsiteX44" fmla="*/ 126370 w 577665"/>
                  <a:gd name="connsiteY44" fmla="*/ 916960 h 1976576"/>
                  <a:gd name="connsiteX45" fmla="*/ 126370 w 577665"/>
                  <a:gd name="connsiteY45" fmla="*/ 971252 h 1976576"/>
                  <a:gd name="connsiteX46" fmla="*/ 234670 w 577665"/>
                  <a:gd name="connsiteY46" fmla="*/ 971252 h 1976576"/>
                  <a:gd name="connsiteX47" fmla="*/ 234670 w 577665"/>
                  <a:gd name="connsiteY47" fmla="*/ 916960 h 1976576"/>
                  <a:gd name="connsiteX48" fmla="*/ 342995 w 577665"/>
                  <a:gd name="connsiteY48" fmla="*/ 799672 h 1976576"/>
                  <a:gd name="connsiteX49" fmla="*/ 342995 w 577665"/>
                  <a:gd name="connsiteY49" fmla="*/ 853964 h 1976576"/>
                  <a:gd name="connsiteX50" fmla="*/ 451295 w 577665"/>
                  <a:gd name="connsiteY50" fmla="*/ 853964 h 1976576"/>
                  <a:gd name="connsiteX51" fmla="*/ 451295 w 577665"/>
                  <a:gd name="connsiteY51" fmla="*/ 799672 h 1976576"/>
                  <a:gd name="connsiteX52" fmla="*/ 126370 w 577665"/>
                  <a:gd name="connsiteY52" fmla="*/ 794978 h 1976576"/>
                  <a:gd name="connsiteX53" fmla="*/ 126370 w 577665"/>
                  <a:gd name="connsiteY53" fmla="*/ 849270 h 1976576"/>
                  <a:gd name="connsiteX54" fmla="*/ 234670 w 577665"/>
                  <a:gd name="connsiteY54" fmla="*/ 849270 h 1976576"/>
                  <a:gd name="connsiteX55" fmla="*/ 234670 w 577665"/>
                  <a:gd name="connsiteY55" fmla="*/ 794978 h 1976576"/>
                  <a:gd name="connsiteX56" fmla="*/ 342995 w 577665"/>
                  <a:gd name="connsiteY56" fmla="*/ 677690 h 1976576"/>
                  <a:gd name="connsiteX57" fmla="*/ 342995 w 577665"/>
                  <a:gd name="connsiteY57" fmla="*/ 731982 h 1976576"/>
                  <a:gd name="connsiteX58" fmla="*/ 451295 w 577665"/>
                  <a:gd name="connsiteY58" fmla="*/ 731982 h 1976576"/>
                  <a:gd name="connsiteX59" fmla="*/ 451295 w 577665"/>
                  <a:gd name="connsiteY59" fmla="*/ 677690 h 1976576"/>
                  <a:gd name="connsiteX60" fmla="*/ 126370 w 577665"/>
                  <a:gd name="connsiteY60" fmla="*/ 672996 h 1976576"/>
                  <a:gd name="connsiteX61" fmla="*/ 126370 w 577665"/>
                  <a:gd name="connsiteY61" fmla="*/ 727289 h 1976576"/>
                  <a:gd name="connsiteX62" fmla="*/ 234670 w 577665"/>
                  <a:gd name="connsiteY62" fmla="*/ 727289 h 1976576"/>
                  <a:gd name="connsiteX63" fmla="*/ 234670 w 577665"/>
                  <a:gd name="connsiteY63" fmla="*/ 672996 h 1976576"/>
                  <a:gd name="connsiteX64" fmla="*/ 342995 w 577665"/>
                  <a:gd name="connsiteY64" fmla="*/ 555708 h 1976576"/>
                  <a:gd name="connsiteX65" fmla="*/ 342995 w 577665"/>
                  <a:gd name="connsiteY65" fmla="*/ 610000 h 1976576"/>
                  <a:gd name="connsiteX66" fmla="*/ 451295 w 577665"/>
                  <a:gd name="connsiteY66" fmla="*/ 610000 h 1976576"/>
                  <a:gd name="connsiteX67" fmla="*/ 451295 w 577665"/>
                  <a:gd name="connsiteY67" fmla="*/ 555708 h 1976576"/>
                  <a:gd name="connsiteX68" fmla="*/ 126370 w 577665"/>
                  <a:gd name="connsiteY68" fmla="*/ 551014 h 1976576"/>
                  <a:gd name="connsiteX69" fmla="*/ 126370 w 577665"/>
                  <a:gd name="connsiteY69" fmla="*/ 605307 h 1976576"/>
                  <a:gd name="connsiteX70" fmla="*/ 234670 w 577665"/>
                  <a:gd name="connsiteY70" fmla="*/ 605307 h 1976576"/>
                  <a:gd name="connsiteX71" fmla="*/ 234670 w 577665"/>
                  <a:gd name="connsiteY71" fmla="*/ 551014 h 1976576"/>
                  <a:gd name="connsiteX72" fmla="*/ 342995 w 577665"/>
                  <a:gd name="connsiteY72" fmla="*/ 433726 h 1976576"/>
                  <a:gd name="connsiteX73" fmla="*/ 342995 w 577665"/>
                  <a:gd name="connsiteY73" fmla="*/ 488019 h 1976576"/>
                  <a:gd name="connsiteX74" fmla="*/ 451295 w 577665"/>
                  <a:gd name="connsiteY74" fmla="*/ 488019 h 1976576"/>
                  <a:gd name="connsiteX75" fmla="*/ 451295 w 577665"/>
                  <a:gd name="connsiteY75" fmla="*/ 433726 h 1976576"/>
                  <a:gd name="connsiteX76" fmla="*/ 126370 w 577665"/>
                  <a:gd name="connsiteY76" fmla="*/ 429032 h 1976576"/>
                  <a:gd name="connsiteX77" fmla="*/ 126370 w 577665"/>
                  <a:gd name="connsiteY77" fmla="*/ 483325 h 1976576"/>
                  <a:gd name="connsiteX78" fmla="*/ 234670 w 577665"/>
                  <a:gd name="connsiteY78" fmla="*/ 483325 h 1976576"/>
                  <a:gd name="connsiteX79" fmla="*/ 234670 w 577665"/>
                  <a:gd name="connsiteY79" fmla="*/ 429032 h 1976576"/>
                  <a:gd name="connsiteX80" fmla="*/ 249290 w 577665"/>
                  <a:gd name="connsiteY80" fmla="*/ 0 h 1976576"/>
                  <a:gd name="connsiteX81" fmla="*/ 328376 w 577665"/>
                  <a:gd name="connsiteY81" fmla="*/ 0 h 1976576"/>
                  <a:gd name="connsiteX82" fmla="*/ 328376 w 577665"/>
                  <a:gd name="connsiteY82" fmla="*/ 178763 h 1976576"/>
                  <a:gd name="connsiteX83" fmla="*/ 397145 w 577665"/>
                  <a:gd name="connsiteY83" fmla="*/ 178763 h 1976576"/>
                  <a:gd name="connsiteX84" fmla="*/ 397145 w 577665"/>
                  <a:gd name="connsiteY84" fmla="*/ 299617 h 1976576"/>
                  <a:gd name="connsiteX85" fmla="*/ 577665 w 577665"/>
                  <a:gd name="connsiteY85" fmla="*/ 299617 h 1976576"/>
                  <a:gd name="connsiteX86" fmla="*/ 577665 w 577665"/>
                  <a:gd name="connsiteY86" fmla="*/ 1976576 h 1976576"/>
                  <a:gd name="connsiteX87" fmla="*/ 379083 w 577665"/>
                  <a:gd name="connsiteY87" fmla="*/ 1976576 h 1976576"/>
                  <a:gd name="connsiteX88" fmla="*/ 379083 w 577665"/>
                  <a:gd name="connsiteY88" fmla="*/ 1654427 h 1976576"/>
                  <a:gd name="connsiteX89" fmla="*/ 198582 w 577665"/>
                  <a:gd name="connsiteY89" fmla="*/ 1654427 h 1976576"/>
                  <a:gd name="connsiteX90" fmla="*/ 198582 w 577665"/>
                  <a:gd name="connsiteY90" fmla="*/ 1976576 h 1976576"/>
                  <a:gd name="connsiteX91" fmla="*/ 0 w 577665"/>
                  <a:gd name="connsiteY91" fmla="*/ 1976576 h 1976576"/>
                  <a:gd name="connsiteX92" fmla="*/ 0 w 577665"/>
                  <a:gd name="connsiteY92" fmla="*/ 299617 h 1976576"/>
                  <a:gd name="connsiteX93" fmla="*/ 180520 w 577665"/>
                  <a:gd name="connsiteY93" fmla="*/ 299617 h 1976576"/>
                  <a:gd name="connsiteX94" fmla="*/ 180520 w 577665"/>
                  <a:gd name="connsiteY94" fmla="*/ 178763 h 1976576"/>
                  <a:gd name="connsiteX95" fmla="*/ 249290 w 577665"/>
                  <a:gd name="connsiteY95" fmla="*/ 178763 h 197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577665" h="1976576">
                    <a:moveTo>
                      <a:pt x="342995" y="1531565"/>
                    </a:moveTo>
                    <a:lnTo>
                      <a:pt x="342995" y="1585857"/>
                    </a:lnTo>
                    <a:lnTo>
                      <a:pt x="451295" y="1585857"/>
                    </a:lnTo>
                    <a:lnTo>
                      <a:pt x="451295" y="1531565"/>
                    </a:lnTo>
                    <a:close/>
                    <a:moveTo>
                      <a:pt x="126370" y="1526871"/>
                    </a:moveTo>
                    <a:lnTo>
                      <a:pt x="126370" y="1581163"/>
                    </a:lnTo>
                    <a:lnTo>
                      <a:pt x="234670" y="1581163"/>
                    </a:lnTo>
                    <a:lnTo>
                      <a:pt x="234670" y="1526871"/>
                    </a:lnTo>
                    <a:close/>
                    <a:moveTo>
                      <a:pt x="342995" y="1409581"/>
                    </a:moveTo>
                    <a:lnTo>
                      <a:pt x="342995" y="1463873"/>
                    </a:lnTo>
                    <a:lnTo>
                      <a:pt x="451295" y="1463873"/>
                    </a:lnTo>
                    <a:lnTo>
                      <a:pt x="451295" y="1409581"/>
                    </a:lnTo>
                    <a:close/>
                    <a:moveTo>
                      <a:pt x="126370" y="1404887"/>
                    </a:moveTo>
                    <a:lnTo>
                      <a:pt x="126370" y="1459180"/>
                    </a:lnTo>
                    <a:lnTo>
                      <a:pt x="234670" y="1459180"/>
                    </a:lnTo>
                    <a:lnTo>
                      <a:pt x="234670" y="1404887"/>
                    </a:lnTo>
                    <a:close/>
                    <a:moveTo>
                      <a:pt x="342995" y="1287599"/>
                    </a:moveTo>
                    <a:lnTo>
                      <a:pt x="342995" y="1341892"/>
                    </a:lnTo>
                    <a:lnTo>
                      <a:pt x="451295" y="1341892"/>
                    </a:lnTo>
                    <a:lnTo>
                      <a:pt x="451295" y="1287599"/>
                    </a:lnTo>
                    <a:close/>
                    <a:moveTo>
                      <a:pt x="126370" y="1282905"/>
                    </a:moveTo>
                    <a:lnTo>
                      <a:pt x="126370" y="1337198"/>
                    </a:lnTo>
                    <a:lnTo>
                      <a:pt x="234670" y="1337198"/>
                    </a:lnTo>
                    <a:lnTo>
                      <a:pt x="234670" y="1282905"/>
                    </a:lnTo>
                    <a:close/>
                    <a:moveTo>
                      <a:pt x="342995" y="1165617"/>
                    </a:moveTo>
                    <a:lnTo>
                      <a:pt x="342995" y="1219910"/>
                    </a:lnTo>
                    <a:lnTo>
                      <a:pt x="451295" y="1219910"/>
                    </a:lnTo>
                    <a:lnTo>
                      <a:pt x="451295" y="1165617"/>
                    </a:lnTo>
                    <a:close/>
                    <a:moveTo>
                      <a:pt x="126370" y="1160924"/>
                    </a:moveTo>
                    <a:lnTo>
                      <a:pt x="126370" y="1215216"/>
                    </a:lnTo>
                    <a:lnTo>
                      <a:pt x="234670" y="1215216"/>
                    </a:lnTo>
                    <a:lnTo>
                      <a:pt x="234670" y="1160924"/>
                    </a:lnTo>
                    <a:close/>
                    <a:moveTo>
                      <a:pt x="342995" y="1043636"/>
                    </a:moveTo>
                    <a:lnTo>
                      <a:pt x="342995" y="1097928"/>
                    </a:lnTo>
                    <a:lnTo>
                      <a:pt x="451295" y="1097928"/>
                    </a:lnTo>
                    <a:lnTo>
                      <a:pt x="451295" y="1043636"/>
                    </a:lnTo>
                    <a:close/>
                    <a:moveTo>
                      <a:pt x="126370" y="1038942"/>
                    </a:moveTo>
                    <a:lnTo>
                      <a:pt x="126370" y="1093234"/>
                    </a:lnTo>
                    <a:lnTo>
                      <a:pt x="234670" y="1093234"/>
                    </a:lnTo>
                    <a:lnTo>
                      <a:pt x="234670" y="1038942"/>
                    </a:lnTo>
                    <a:close/>
                    <a:moveTo>
                      <a:pt x="342995" y="921654"/>
                    </a:moveTo>
                    <a:lnTo>
                      <a:pt x="342995" y="975946"/>
                    </a:lnTo>
                    <a:lnTo>
                      <a:pt x="451295" y="975946"/>
                    </a:lnTo>
                    <a:lnTo>
                      <a:pt x="451295" y="921654"/>
                    </a:lnTo>
                    <a:close/>
                    <a:moveTo>
                      <a:pt x="126370" y="916960"/>
                    </a:moveTo>
                    <a:lnTo>
                      <a:pt x="126370" y="971252"/>
                    </a:lnTo>
                    <a:lnTo>
                      <a:pt x="234670" y="971252"/>
                    </a:lnTo>
                    <a:lnTo>
                      <a:pt x="234670" y="916960"/>
                    </a:lnTo>
                    <a:close/>
                    <a:moveTo>
                      <a:pt x="342995" y="799672"/>
                    </a:moveTo>
                    <a:lnTo>
                      <a:pt x="342995" y="853964"/>
                    </a:lnTo>
                    <a:lnTo>
                      <a:pt x="451295" y="853964"/>
                    </a:lnTo>
                    <a:lnTo>
                      <a:pt x="451295" y="799672"/>
                    </a:lnTo>
                    <a:close/>
                    <a:moveTo>
                      <a:pt x="126370" y="794978"/>
                    </a:moveTo>
                    <a:lnTo>
                      <a:pt x="126370" y="849270"/>
                    </a:lnTo>
                    <a:lnTo>
                      <a:pt x="234670" y="849270"/>
                    </a:lnTo>
                    <a:lnTo>
                      <a:pt x="234670" y="794978"/>
                    </a:lnTo>
                    <a:close/>
                    <a:moveTo>
                      <a:pt x="342995" y="677690"/>
                    </a:moveTo>
                    <a:lnTo>
                      <a:pt x="342995" y="731982"/>
                    </a:lnTo>
                    <a:lnTo>
                      <a:pt x="451295" y="731982"/>
                    </a:lnTo>
                    <a:lnTo>
                      <a:pt x="451295" y="677690"/>
                    </a:lnTo>
                    <a:close/>
                    <a:moveTo>
                      <a:pt x="126370" y="672996"/>
                    </a:moveTo>
                    <a:lnTo>
                      <a:pt x="126370" y="727289"/>
                    </a:lnTo>
                    <a:lnTo>
                      <a:pt x="234670" y="727289"/>
                    </a:lnTo>
                    <a:lnTo>
                      <a:pt x="234670" y="672996"/>
                    </a:lnTo>
                    <a:close/>
                    <a:moveTo>
                      <a:pt x="342995" y="555708"/>
                    </a:moveTo>
                    <a:lnTo>
                      <a:pt x="342995" y="610000"/>
                    </a:lnTo>
                    <a:lnTo>
                      <a:pt x="451295" y="610000"/>
                    </a:lnTo>
                    <a:lnTo>
                      <a:pt x="451295" y="555708"/>
                    </a:lnTo>
                    <a:close/>
                    <a:moveTo>
                      <a:pt x="126370" y="551014"/>
                    </a:moveTo>
                    <a:lnTo>
                      <a:pt x="126370" y="605307"/>
                    </a:lnTo>
                    <a:lnTo>
                      <a:pt x="234670" y="605307"/>
                    </a:lnTo>
                    <a:lnTo>
                      <a:pt x="234670" y="551014"/>
                    </a:lnTo>
                    <a:close/>
                    <a:moveTo>
                      <a:pt x="342995" y="433726"/>
                    </a:moveTo>
                    <a:lnTo>
                      <a:pt x="342995" y="488019"/>
                    </a:lnTo>
                    <a:lnTo>
                      <a:pt x="451295" y="488019"/>
                    </a:lnTo>
                    <a:lnTo>
                      <a:pt x="451295" y="433726"/>
                    </a:lnTo>
                    <a:close/>
                    <a:moveTo>
                      <a:pt x="126370" y="429032"/>
                    </a:moveTo>
                    <a:lnTo>
                      <a:pt x="126370" y="483325"/>
                    </a:lnTo>
                    <a:lnTo>
                      <a:pt x="234670" y="483325"/>
                    </a:lnTo>
                    <a:lnTo>
                      <a:pt x="234670" y="429032"/>
                    </a:lnTo>
                    <a:close/>
                    <a:moveTo>
                      <a:pt x="249290" y="0"/>
                    </a:moveTo>
                    <a:lnTo>
                      <a:pt x="328376" y="0"/>
                    </a:lnTo>
                    <a:lnTo>
                      <a:pt x="328376" y="178763"/>
                    </a:lnTo>
                    <a:lnTo>
                      <a:pt x="397145" y="178763"/>
                    </a:lnTo>
                    <a:lnTo>
                      <a:pt x="397145" y="299617"/>
                    </a:lnTo>
                    <a:lnTo>
                      <a:pt x="577665" y="299617"/>
                    </a:lnTo>
                    <a:lnTo>
                      <a:pt x="577665" y="1976576"/>
                    </a:lnTo>
                    <a:lnTo>
                      <a:pt x="379083" y="1976576"/>
                    </a:lnTo>
                    <a:lnTo>
                      <a:pt x="379083" y="1654427"/>
                    </a:lnTo>
                    <a:lnTo>
                      <a:pt x="198582" y="1654427"/>
                    </a:lnTo>
                    <a:lnTo>
                      <a:pt x="198582" y="1976576"/>
                    </a:lnTo>
                    <a:lnTo>
                      <a:pt x="0" y="1976576"/>
                    </a:lnTo>
                    <a:lnTo>
                      <a:pt x="0" y="299617"/>
                    </a:lnTo>
                    <a:lnTo>
                      <a:pt x="180520" y="299617"/>
                    </a:lnTo>
                    <a:lnTo>
                      <a:pt x="180520" y="178763"/>
                    </a:lnTo>
                    <a:lnTo>
                      <a:pt x="249290" y="1787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Freeform: Shape 35"/>
              <p:cNvSpPr/>
              <p:nvPr/>
            </p:nvSpPr>
            <p:spPr>
              <a:xfrm>
                <a:off x="7813002" y="2415640"/>
                <a:ext cx="623978" cy="1339211"/>
              </a:xfrm>
              <a:custGeom>
                <a:avLst/>
                <a:gdLst>
                  <a:gd name="connsiteX0" fmla="*/ 220666 w 637355"/>
                  <a:gd name="connsiteY0" fmla="*/ 807253 h 1339211"/>
                  <a:gd name="connsiteX1" fmla="*/ 220666 w 637355"/>
                  <a:gd name="connsiteY1" fmla="*/ 920972 h 1339211"/>
                  <a:gd name="connsiteX2" fmla="*/ 334385 w 637355"/>
                  <a:gd name="connsiteY2" fmla="*/ 920972 h 1339211"/>
                  <a:gd name="connsiteX3" fmla="*/ 334385 w 637355"/>
                  <a:gd name="connsiteY3" fmla="*/ 807253 h 1339211"/>
                  <a:gd name="connsiteX4" fmla="*/ 79542 w 637355"/>
                  <a:gd name="connsiteY4" fmla="*/ 807253 h 1339211"/>
                  <a:gd name="connsiteX5" fmla="*/ 79542 w 637355"/>
                  <a:gd name="connsiteY5" fmla="*/ 920972 h 1339211"/>
                  <a:gd name="connsiteX6" fmla="*/ 193261 w 637355"/>
                  <a:gd name="connsiteY6" fmla="*/ 920972 h 1339211"/>
                  <a:gd name="connsiteX7" fmla="*/ 193261 w 637355"/>
                  <a:gd name="connsiteY7" fmla="*/ 807253 h 1339211"/>
                  <a:gd name="connsiteX8" fmla="*/ 220666 w 637355"/>
                  <a:gd name="connsiteY8" fmla="*/ 661702 h 1339211"/>
                  <a:gd name="connsiteX9" fmla="*/ 220666 w 637355"/>
                  <a:gd name="connsiteY9" fmla="*/ 775421 h 1339211"/>
                  <a:gd name="connsiteX10" fmla="*/ 334385 w 637355"/>
                  <a:gd name="connsiteY10" fmla="*/ 775421 h 1339211"/>
                  <a:gd name="connsiteX11" fmla="*/ 334385 w 637355"/>
                  <a:gd name="connsiteY11" fmla="*/ 661702 h 1339211"/>
                  <a:gd name="connsiteX12" fmla="*/ 79542 w 637355"/>
                  <a:gd name="connsiteY12" fmla="*/ 661702 h 1339211"/>
                  <a:gd name="connsiteX13" fmla="*/ 79542 w 637355"/>
                  <a:gd name="connsiteY13" fmla="*/ 775421 h 1339211"/>
                  <a:gd name="connsiteX14" fmla="*/ 193261 w 637355"/>
                  <a:gd name="connsiteY14" fmla="*/ 775421 h 1339211"/>
                  <a:gd name="connsiteX15" fmla="*/ 193261 w 637355"/>
                  <a:gd name="connsiteY15" fmla="*/ 661702 h 1339211"/>
                  <a:gd name="connsiteX16" fmla="*/ 220666 w 637355"/>
                  <a:gd name="connsiteY16" fmla="*/ 519029 h 1339211"/>
                  <a:gd name="connsiteX17" fmla="*/ 220666 w 637355"/>
                  <a:gd name="connsiteY17" fmla="*/ 632748 h 1339211"/>
                  <a:gd name="connsiteX18" fmla="*/ 334385 w 637355"/>
                  <a:gd name="connsiteY18" fmla="*/ 632748 h 1339211"/>
                  <a:gd name="connsiteX19" fmla="*/ 334385 w 637355"/>
                  <a:gd name="connsiteY19" fmla="*/ 519029 h 1339211"/>
                  <a:gd name="connsiteX20" fmla="*/ 79542 w 637355"/>
                  <a:gd name="connsiteY20" fmla="*/ 519029 h 1339211"/>
                  <a:gd name="connsiteX21" fmla="*/ 79542 w 637355"/>
                  <a:gd name="connsiteY21" fmla="*/ 632748 h 1339211"/>
                  <a:gd name="connsiteX22" fmla="*/ 193261 w 637355"/>
                  <a:gd name="connsiteY22" fmla="*/ 632748 h 1339211"/>
                  <a:gd name="connsiteX23" fmla="*/ 193261 w 637355"/>
                  <a:gd name="connsiteY23" fmla="*/ 519029 h 1339211"/>
                  <a:gd name="connsiteX24" fmla="*/ 220666 w 637355"/>
                  <a:gd name="connsiteY24" fmla="*/ 373478 h 1339211"/>
                  <a:gd name="connsiteX25" fmla="*/ 220666 w 637355"/>
                  <a:gd name="connsiteY25" fmla="*/ 487197 h 1339211"/>
                  <a:gd name="connsiteX26" fmla="*/ 334385 w 637355"/>
                  <a:gd name="connsiteY26" fmla="*/ 487197 h 1339211"/>
                  <a:gd name="connsiteX27" fmla="*/ 334385 w 637355"/>
                  <a:gd name="connsiteY27" fmla="*/ 373478 h 1339211"/>
                  <a:gd name="connsiteX28" fmla="*/ 79542 w 637355"/>
                  <a:gd name="connsiteY28" fmla="*/ 373478 h 1339211"/>
                  <a:gd name="connsiteX29" fmla="*/ 79542 w 637355"/>
                  <a:gd name="connsiteY29" fmla="*/ 487197 h 1339211"/>
                  <a:gd name="connsiteX30" fmla="*/ 193261 w 637355"/>
                  <a:gd name="connsiteY30" fmla="*/ 487197 h 1339211"/>
                  <a:gd name="connsiteX31" fmla="*/ 193261 w 637355"/>
                  <a:gd name="connsiteY31" fmla="*/ 373478 h 1339211"/>
                  <a:gd name="connsiteX32" fmla="*/ 220666 w 637355"/>
                  <a:gd name="connsiteY32" fmla="*/ 230805 h 1339211"/>
                  <a:gd name="connsiteX33" fmla="*/ 220666 w 637355"/>
                  <a:gd name="connsiteY33" fmla="*/ 344524 h 1339211"/>
                  <a:gd name="connsiteX34" fmla="*/ 334385 w 637355"/>
                  <a:gd name="connsiteY34" fmla="*/ 344524 h 1339211"/>
                  <a:gd name="connsiteX35" fmla="*/ 334385 w 637355"/>
                  <a:gd name="connsiteY35" fmla="*/ 230805 h 1339211"/>
                  <a:gd name="connsiteX36" fmla="*/ 79542 w 637355"/>
                  <a:gd name="connsiteY36" fmla="*/ 230805 h 1339211"/>
                  <a:gd name="connsiteX37" fmla="*/ 79542 w 637355"/>
                  <a:gd name="connsiteY37" fmla="*/ 344524 h 1339211"/>
                  <a:gd name="connsiteX38" fmla="*/ 193261 w 637355"/>
                  <a:gd name="connsiteY38" fmla="*/ 344524 h 1339211"/>
                  <a:gd name="connsiteX39" fmla="*/ 193261 w 637355"/>
                  <a:gd name="connsiteY39" fmla="*/ 230805 h 1339211"/>
                  <a:gd name="connsiteX40" fmla="*/ 220666 w 637355"/>
                  <a:gd name="connsiteY40" fmla="*/ 85254 h 1339211"/>
                  <a:gd name="connsiteX41" fmla="*/ 220666 w 637355"/>
                  <a:gd name="connsiteY41" fmla="*/ 198973 h 1339211"/>
                  <a:gd name="connsiteX42" fmla="*/ 334385 w 637355"/>
                  <a:gd name="connsiteY42" fmla="*/ 198973 h 1339211"/>
                  <a:gd name="connsiteX43" fmla="*/ 334385 w 637355"/>
                  <a:gd name="connsiteY43" fmla="*/ 85254 h 1339211"/>
                  <a:gd name="connsiteX44" fmla="*/ 79542 w 637355"/>
                  <a:gd name="connsiteY44" fmla="*/ 85254 h 1339211"/>
                  <a:gd name="connsiteX45" fmla="*/ 79542 w 637355"/>
                  <a:gd name="connsiteY45" fmla="*/ 198973 h 1339211"/>
                  <a:gd name="connsiteX46" fmla="*/ 193261 w 637355"/>
                  <a:gd name="connsiteY46" fmla="*/ 198973 h 1339211"/>
                  <a:gd name="connsiteX47" fmla="*/ 193261 w 637355"/>
                  <a:gd name="connsiteY47" fmla="*/ 85254 h 1339211"/>
                  <a:gd name="connsiteX48" fmla="*/ 0 w 637355"/>
                  <a:gd name="connsiteY48" fmla="*/ 0 h 1339211"/>
                  <a:gd name="connsiteX49" fmla="*/ 637355 w 637355"/>
                  <a:gd name="connsiteY49" fmla="*/ 0 h 1339211"/>
                  <a:gd name="connsiteX50" fmla="*/ 637355 w 637355"/>
                  <a:gd name="connsiteY50" fmla="*/ 1339211 h 1339211"/>
                  <a:gd name="connsiteX51" fmla="*/ 0 w 637355"/>
                  <a:gd name="connsiteY51" fmla="*/ 1339211 h 1339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37355" h="1339211">
                    <a:moveTo>
                      <a:pt x="220666" y="807253"/>
                    </a:moveTo>
                    <a:lnTo>
                      <a:pt x="220666" y="920972"/>
                    </a:lnTo>
                    <a:lnTo>
                      <a:pt x="334385" y="920972"/>
                    </a:lnTo>
                    <a:lnTo>
                      <a:pt x="334385" y="807253"/>
                    </a:lnTo>
                    <a:close/>
                    <a:moveTo>
                      <a:pt x="79542" y="807253"/>
                    </a:moveTo>
                    <a:lnTo>
                      <a:pt x="79542" y="920972"/>
                    </a:lnTo>
                    <a:lnTo>
                      <a:pt x="193261" y="920972"/>
                    </a:lnTo>
                    <a:lnTo>
                      <a:pt x="193261" y="807253"/>
                    </a:lnTo>
                    <a:close/>
                    <a:moveTo>
                      <a:pt x="220666" y="661702"/>
                    </a:moveTo>
                    <a:lnTo>
                      <a:pt x="220666" y="775421"/>
                    </a:lnTo>
                    <a:lnTo>
                      <a:pt x="334385" y="775421"/>
                    </a:lnTo>
                    <a:lnTo>
                      <a:pt x="334385" y="661702"/>
                    </a:lnTo>
                    <a:close/>
                    <a:moveTo>
                      <a:pt x="79542" y="661702"/>
                    </a:moveTo>
                    <a:lnTo>
                      <a:pt x="79542" y="775421"/>
                    </a:lnTo>
                    <a:lnTo>
                      <a:pt x="193261" y="775421"/>
                    </a:lnTo>
                    <a:lnTo>
                      <a:pt x="193261" y="661702"/>
                    </a:lnTo>
                    <a:close/>
                    <a:moveTo>
                      <a:pt x="220666" y="519029"/>
                    </a:moveTo>
                    <a:lnTo>
                      <a:pt x="220666" y="632748"/>
                    </a:lnTo>
                    <a:lnTo>
                      <a:pt x="334385" y="632748"/>
                    </a:lnTo>
                    <a:lnTo>
                      <a:pt x="334385" y="519029"/>
                    </a:lnTo>
                    <a:close/>
                    <a:moveTo>
                      <a:pt x="79542" y="519029"/>
                    </a:moveTo>
                    <a:lnTo>
                      <a:pt x="79542" y="632748"/>
                    </a:lnTo>
                    <a:lnTo>
                      <a:pt x="193261" y="632748"/>
                    </a:lnTo>
                    <a:lnTo>
                      <a:pt x="193261" y="519029"/>
                    </a:lnTo>
                    <a:close/>
                    <a:moveTo>
                      <a:pt x="220666" y="373478"/>
                    </a:moveTo>
                    <a:lnTo>
                      <a:pt x="220666" y="487197"/>
                    </a:lnTo>
                    <a:lnTo>
                      <a:pt x="334385" y="487197"/>
                    </a:lnTo>
                    <a:lnTo>
                      <a:pt x="334385" y="373478"/>
                    </a:lnTo>
                    <a:close/>
                    <a:moveTo>
                      <a:pt x="79542" y="373478"/>
                    </a:moveTo>
                    <a:lnTo>
                      <a:pt x="79542" y="487197"/>
                    </a:lnTo>
                    <a:lnTo>
                      <a:pt x="193261" y="487197"/>
                    </a:lnTo>
                    <a:lnTo>
                      <a:pt x="193261" y="373478"/>
                    </a:lnTo>
                    <a:close/>
                    <a:moveTo>
                      <a:pt x="220666" y="230805"/>
                    </a:moveTo>
                    <a:lnTo>
                      <a:pt x="220666" y="344524"/>
                    </a:lnTo>
                    <a:lnTo>
                      <a:pt x="334385" y="344524"/>
                    </a:lnTo>
                    <a:lnTo>
                      <a:pt x="334385" y="230805"/>
                    </a:lnTo>
                    <a:close/>
                    <a:moveTo>
                      <a:pt x="79542" y="230805"/>
                    </a:moveTo>
                    <a:lnTo>
                      <a:pt x="79542" y="344524"/>
                    </a:lnTo>
                    <a:lnTo>
                      <a:pt x="193261" y="344524"/>
                    </a:lnTo>
                    <a:lnTo>
                      <a:pt x="193261" y="230805"/>
                    </a:lnTo>
                    <a:close/>
                    <a:moveTo>
                      <a:pt x="220666" y="85254"/>
                    </a:moveTo>
                    <a:lnTo>
                      <a:pt x="220666" y="198973"/>
                    </a:lnTo>
                    <a:lnTo>
                      <a:pt x="334385" y="198973"/>
                    </a:lnTo>
                    <a:lnTo>
                      <a:pt x="334385" y="85254"/>
                    </a:lnTo>
                    <a:close/>
                    <a:moveTo>
                      <a:pt x="79542" y="85254"/>
                    </a:moveTo>
                    <a:lnTo>
                      <a:pt x="79542" y="198973"/>
                    </a:lnTo>
                    <a:lnTo>
                      <a:pt x="193261" y="198973"/>
                    </a:lnTo>
                    <a:lnTo>
                      <a:pt x="193261" y="85254"/>
                    </a:lnTo>
                    <a:close/>
                    <a:moveTo>
                      <a:pt x="0" y="0"/>
                    </a:moveTo>
                    <a:lnTo>
                      <a:pt x="637355" y="0"/>
                    </a:lnTo>
                    <a:lnTo>
                      <a:pt x="637355" y="1339211"/>
                    </a:lnTo>
                    <a:lnTo>
                      <a:pt x="0" y="133921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: Shape 36"/>
              <p:cNvSpPr/>
              <p:nvPr/>
            </p:nvSpPr>
            <p:spPr>
              <a:xfrm>
                <a:off x="3788766" y="2278018"/>
                <a:ext cx="452749" cy="1476833"/>
              </a:xfrm>
              <a:custGeom>
                <a:avLst/>
                <a:gdLst>
                  <a:gd name="connsiteX0" fmla="*/ 244930 w 462455"/>
                  <a:gd name="connsiteY0" fmla="*/ 661816 h 1476833"/>
                  <a:gd name="connsiteX1" fmla="*/ 244930 w 462455"/>
                  <a:gd name="connsiteY1" fmla="*/ 775535 h 1476833"/>
                  <a:gd name="connsiteX2" fmla="*/ 358649 w 462455"/>
                  <a:gd name="connsiteY2" fmla="*/ 775535 h 1476833"/>
                  <a:gd name="connsiteX3" fmla="*/ 358649 w 462455"/>
                  <a:gd name="connsiteY3" fmla="*/ 661816 h 1476833"/>
                  <a:gd name="connsiteX4" fmla="*/ 103806 w 462455"/>
                  <a:gd name="connsiteY4" fmla="*/ 661816 h 1476833"/>
                  <a:gd name="connsiteX5" fmla="*/ 103806 w 462455"/>
                  <a:gd name="connsiteY5" fmla="*/ 775535 h 1476833"/>
                  <a:gd name="connsiteX6" fmla="*/ 217525 w 462455"/>
                  <a:gd name="connsiteY6" fmla="*/ 775535 h 1476833"/>
                  <a:gd name="connsiteX7" fmla="*/ 217525 w 462455"/>
                  <a:gd name="connsiteY7" fmla="*/ 661816 h 1476833"/>
                  <a:gd name="connsiteX8" fmla="*/ 244930 w 462455"/>
                  <a:gd name="connsiteY8" fmla="*/ 516265 h 1476833"/>
                  <a:gd name="connsiteX9" fmla="*/ 244930 w 462455"/>
                  <a:gd name="connsiteY9" fmla="*/ 629984 h 1476833"/>
                  <a:gd name="connsiteX10" fmla="*/ 358649 w 462455"/>
                  <a:gd name="connsiteY10" fmla="*/ 629984 h 1476833"/>
                  <a:gd name="connsiteX11" fmla="*/ 358649 w 462455"/>
                  <a:gd name="connsiteY11" fmla="*/ 516265 h 1476833"/>
                  <a:gd name="connsiteX12" fmla="*/ 103806 w 462455"/>
                  <a:gd name="connsiteY12" fmla="*/ 516265 h 1476833"/>
                  <a:gd name="connsiteX13" fmla="*/ 103806 w 462455"/>
                  <a:gd name="connsiteY13" fmla="*/ 629984 h 1476833"/>
                  <a:gd name="connsiteX14" fmla="*/ 217525 w 462455"/>
                  <a:gd name="connsiteY14" fmla="*/ 629984 h 1476833"/>
                  <a:gd name="connsiteX15" fmla="*/ 217525 w 462455"/>
                  <a:gd name="connsiteY15" fmla="*/ 516265 h 1476833"/>
                  <a:gd name="connsiteX16" fmla="*/ 244930 w 462455"/>
                  <a:gd name="connsiteY16" fmla="*/ 368427 h 1476833"/>
                  <a:gd name="connsiteX17" fmla="*/ 244930 w 462455"/>
                  <a:gd name="connsiteY17" fmla="*/ 482146 h 1476833"/>
                  <a:gd name="connsiteX18" fmla="*/ 358649 w 462455"/>
                  <a:gd name="connsiteY18" fmla="*/ 482146 h 1476833"/>
                  <a:gd name="connsiteX19" fmla="*/ 358649 w 462455"/>
                  <a:gd name="connsiteY19" fmla="*/ 368427 h 1476833"/>
                  <a:gd name="connsiteX20" fmla="*/ 103806 w 462455"/>
                  <a:gd name="connsiteY20" fmla="*/ 368427 h 1476833"/>
                  <a:gd name="connsiteX21" fmla="*/ 103806 w 462455"/>
                  <a:gd name="connsiteY21" fmla="*/ 482146 h 1476833"/>
                  <a:gd name="connsiteX22" fmla="*/ 217525 w 462455"/>
                  <a:gd name="connsiteY22" fmla="*/ 482146 h 1476833"/>
                  <a:gd name="connsiteX23" fmla="*/ 217525 w 462455"/>
                  <a:gd name="connsiteY23" fmla="*/ 368427 h 1476833"/>
                  <a:gd name="connsiteX24" fmla="*/ 244930 w 462455"/>
                  <a:gd name="connsiteY24" fmla="*/ 222876 h 1476833"/>
                  <a:gd name="connsiteX25" fmla="*/ 244930 w 462455"/>
                  <a:gd name="connsiteY25" fmla="*/ 336595 h 1476833"/>
                  <a:gd name="connsiteX26" fmla="*/ 358649 w 462455"/>
                  <a:gd name="connsiteY26" fmla="*/ 336595 h 1476833"/>
                  <a:gd name="connsiteX27" fmla="*/ 358649 w 462455"/>
                  <a:gd name="connsiteY27" fmla="*/ 222876 h 1476833"/>
                  <a:gd name="connsiteX28" fmla="*/ 103806 w 462455"/>
                  <a:gd name="connsiteY28" fmla="*/ 222876 h 1476833"/>
                  <a:gd name="connsiteX29" fmla="*/ 103806 w 462455"/>
                  <a:gd name="connsiteY29" fmla="*/ 336595 h 1476833"/>
                  <a:gd name="connsiteX30" fmla="*/ 217525 w 462455"/>
                  <a:gd name="connsiteY30" fmla="*/ 336595 h 1476833"/>
                  <a:gd name="connsiteX31" fmla="*/ 217525 w 462455"/>
                  <a:gd name="connsiteY31" fmla="*/ 222876 h 1476833"/>
                  <a:gd name="connsiteX32" fmla="*/ 0 w 462455"/>
                  <a:gd name="connsiteY32" fmla="*/ 0 h 1476833"/>
                  <a:gd name="connsiteX33" fmla="*/ 162985 w 462455"/>
                  <a:gd name="connsiteY33" fmla="*/ 0 h 1476833"/>
                  <a:gd name="connsiteX34" fmla="*/ 162985 w 462455"/>
                  <a:gd name="connsiteY34" fmla="*/ 137622 h 1476833"/>
                  <a:gd name="connsiteX35" fmla="*/ 462455 w 462455"/>
                  <a:gd name="connsiteY35" fmla="*/ 137622 h 1476833"/>
                  <a:gd name="connsiteX36" fmla="*/ 462455 w 462455"/>
                  <a:gd name="connsiteY36" fmla="*/ 1476833 h 1476833"/>
                  <a:gd name="connsiteX37" fmla="*/ 0 w 462455"/>
                  <a:gd name="connsiteY37" fmla="*/ 1476833 h 1476833"/>
                  <a:gd name="connsiteX38" fmla="*/ 0 w 462455"/>
                  <a:gd name="connsiteY38" fmla="*/ 188757 h 1476833"/>
                  <a:gd name="connsiteX39" fmla="*/ 0 w 462455"/>
                  <a:gd name="connsiteY39" fmla="*/ 137622 h 1476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62455" h="1476833">
                    <a:moveTo>
                      <a:pt x="244930" y="661816"/>
                    </a:moveTo>
                    <a:lnTo>
                      <a:pt x="244930" y="775535"/>
                    </a:lnTo>
                    <a:lnTo>
                      <a:pt x="358649" y="775535"/>
                    </a:lnTo>
                    <a:lnTo>
                      <a:pt x="358649" y="661816"/>
                    </a:lnTo>
                    <a:close/>
                    <a:moveTo>
                      <a:pt x="103806" y="661816"/>
                    </a:moveTo>
                    <a:lnTo>
                      <a:pt x="103806" y="775535"/>
                    </a:lnTo>
                    <a:lnTo>
                      <a:pt x="217525" y="775535"/>
                    </a:lnTo>
                    <a:lnTo>
                      <a:pt x="217525" y="661816"/>
                    </a:lnTo>
                    <a:close/>
                    <a:moveTo>
                      <a:pt x="244930" y="516265"/>
                    </a:moveTo>
                    <a:lnTo>
                      <a:pt x="244930" y="629984"/>
                    </a:lnTo>
                    <a:lnTo>
                      <a:pt x="358649" y="629984"/>
                    </a:lnTo>
                    <a:lnTo>
                      <a:pt x="358649" y="516265"/>
                    </a:lnTo>
                    <a:close/>
                    <a:moveTo>
                      <a:pt x="103806" y="516265"/>
                    </a:moveTo>
                    <a:lnTo>
                      <a:pt x="103806" y="629984"/>
                    </a:lnTo>
                    <a:lnTo>
                      <a:pt x="217525" y="629984"/>
                    </a:lnTo>
                    <a:lnTo>
                      <a:pt x="217525" y="516265"/>
                    </a:lnTo>
                    <a:close/>
                    <a:moveTo>
                      <a:pt x="244930" y="368427"/>
                    </a:moveTo>
                    <a:lnTo>
                      <a:pt x="244930" y="482146"/>
                    </a:lnTo>
                    <a:lnTo>
                      <a:pt x="358649" y="482146"/>
                    </a:lnTo>
                    <a:lnTo>
                      <a:pt x="358649" y="368427"/>
                    </a:lnTo>
                    <a:close/>
                    <a:moveTo>
                      <a:pt x="103806" y="368427"/>
                    </a:moveTo>
                    <a:lnTo>
                      <a:pt x="103806" y="482146"/>
                    </a:lnTo>
                    <a:lnTo>
                      <a:pt x="217525" y="482146"/>
                    </a:lnTo>
                    <a:lnTo>
                      <a:pt x="217525" y="368427"/>
                    </a:lnTo>
                    <a:close/>
                    <a:moveTo>
                      <a:pt x="244930" y="222876"/>
                    </a:moveTo>
                    <a:lnTo>
                      <a:pt x="244930" y="336595"/>
                    </a:lnTo>
                    <a:lnTo>
                      <a:pt x="358649" y="336595"/>
                    </a:lnTo>
                    <a:lnTo>
                      <a:pt x="358649" y="222876"/>
                    </a:lnTo>
                    <a:close/>
                    <a:moveTo>
                      <a:pt x="103806" y="222876"/>
                    </a:moveTo>
                    <a:lnTo>
                      <a:pt x="103806" y="336595"/>
                    </a:lnTo>
                    <a:lnTo>
                      <a:pt x="217525" y="336595"/>
                    </a:lnTo>
                    <a:lnTo>
                      <a:pt x="217525" y="222876"/>
                    </a:lnTo>
                    <a:close/>
                    <a:moveTo>
                      <a:pt x="0" y="0"/>
                    </a:moveTo>
                    <a:lnTo>
                      <a:pt x="162985" y="0"/>
                    </a:lnTo>
                    <a:lnTo>
                      <a:pt x="162985" y="137622"/>
                    </a:lnTo>
                    <a:lnTo>
                      <a:pt x="462455" y="137622"/>
                    </a:lnTo>
                    <a:lnTo>
                      <a:pt x="462455" y="1476833"/>
                    </a:lnTo>
                    <a:lnTo>
                      <a:pt x="0" y="1476833"/>
                    </a:lnTo>
                    <a:lnTo>
                      <a:pt x="0" y="188757"/>
                    </a:lnTo>
                    <a:lnTo>
                      <a:pt x="0" y="1376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Freeform: Shape 37"/>
              <p:cNvSpPr/>
              <p:nvPr/>
            </p:nvSpPr>
            <p:spPr>
              <a:xfrm>
                <a:off x="6684795" y="2234665"/>
                <a:ext cx="300410" cy="1520186"/>
              </a:xfrm>
              <a:custGeom>
                <a:avLst/>
                <a:gdLst>
                  <a:gd name="connsiteX0" fmla="*/ 99275 w 306850"/>
                  <a:gd name="connsiteY0" fmla="*/ 1096373 h 1339211"/>
                  <a:gd name="connsiteX1" fmla="*/ 99275 w 306850"/>
                  <a:gd name="connsiteY1" fmla="*/ 1150665 h 1339211"/>
                  <a:gd name="connsiteX2" fmla="*/ 207575 w 306850"/>
                  <a:gd name="connsiteY2" fmla="*/ 1150665 h 1339211"/>
                  <a:gd name="connsiteX3" fmla="*/ 207575 w 306850"/>
                  <a:gd name="connsiteY3" fmla="*/ 1096373 h 1339211"/>
                  <a:gd name="connsiteX4" fmla="*/ 99275 w 306850"/>
                  <a:gd name="connsiteY4" fmla="*/ 974391 h 1339211"/>
                  <a:gd name="connsiteX5" fmla="*/ 99275 w 306850"/>
                  <a:gd name="connsiteY5" fmla="*/ 1028684 h 1339211"/>
                  <a:gd name="connsiteX6" fmla="*/ 207575 w 306850"/>
                  <a:gd name="connsiteY6" fmla="*/ 1028684 h 1339211"/>
                  <a:gd name="connsiteX7" fmla="*/ 207575 w 306850"/>
                  <a:gd name="connsiteY7" fmla="*/ 974391 h 1339211"/>
                  <a:gd name="connsiteX8" fmla="*/ 99275 w 306850"/>
                  <a:gd name="connsiteY8" fmla="*/ 852409 h 1339211"/>
                  <a:gd name="connsiteX9" fmla="*/ 99275 w 306850"/>
                  <a:gd name="connsiteY9" fmla="*/ 906702 h 1339211"/>
                  <a:gd name="connsiteX10" fmla="*/ 207575 w 306850"/>
                  <a:gd name="connsiteY10" fmla="*/ 906702 h 1339211"/>
                  <a:gd name="connsiteX11" fmla="*/ 207575 w 306850"/>
                  <a:gd name="connsiteY11" fmla="*/ 852409 h 1339211"/>
                  <a:gd name="connsiteX12" fmla="*/ 99275 w 306850"/>
                  <a:gd name="connsiteY12" fmla="*/ 730427 h 1339211"/>
                  <a:gd name="connsiteX13" fmla="*/ 99275 w 306850"/>
                  <a:gd name="connsiteY13" fmla="*/ 784720 h 1339211"/>
                  <a:gd name="connsiteX14" fmla="*/ 207575 w 306850"/>
                  <a:gd name="connsiteY14" fmla="*/ 784720 h 1339211"/>
                  <a:gd name="connsiteX15" fmla="*/ 207575 w 306850"/>
                  <a:gd name="connsiteY15" fmla="*/ 730427 h 1339211"/>
                  <a:gd name="connsiteX16" fmla="*/ 99275 w 306850"/>
                  <a:gd name="connsiteY16" fmla="*/ 608446 h 1339211"/>
                  <a:gd name="connsiteX17" fmla="*/ 99275 w 306850"/>
                  <a:gd name="connsiteY17" fmla="*/ 662738 h 1339211"/>
                  <a:gd name="connsiteX18" fmla="*/ 207575 w 306850"/>
                  <a:gd name="connsiteY18" fmla="*/ 662738 h 1339211"/>
                  <a:gd name="connsiteX19" fmla="*/ 207575 w 306850"/>
                  <a:gd name="connsiteY19" fmla="*/ 608446 h 1339211"/>
                  <a:gd name="connsiteX20" fmla="*/ 99275 w 306850"/>
                  <a:gd name="connsiteY20" fmla="*/ 486464 h 1339211"/>
                  <a:gd name="connsiteX21" fmla="*/ 99275 w 306850"/>
                  <a:gd name="connsiteY21" fmla="*/ 540756 h 1339211"/>
                  <a:gd name="connsiteX22" fmla="*/ 207575 w 306850"/>
                  <a:gd name="connsiteY22" fmla="*/ 540756 h 1339211"/>
                  <a:gd name="connsiteX23" fmla="*/ 207575 w 306850"/>
                  <a:gd name="connsiteY23" fmla="*/ 486464 h 1339211"/>
                  <a:gd name="connsiteX24" fmla="*/ 99275 w 306850"/>
                  <a:gd name="connsiteY24" fmla="*/ 364482 h 1339211"/>
                  <a:gd name="connsiteX25" fmla="*/ 99275 w 306850"/>
                  <a:gd name="connsiteY25" fmla="*/ 418774 h 1339211"/>
                  <a:gd name="connsiteX26" fmla="*/ 207575 w 306850"/>
                  <a:gd name="connsiteY26" fmla="*/ 418774 h 1339211"/>
                  <a:gd name="connsiteX27" fmla="*/ 207575 w 306850"/>
                  <a:gd name="connsiteY27" fmla="*/ 364482 h 1339211"/>
                  <a:gd name="connsiteX28" fmla="*/ 99275 w 306850"/>
                  <a:gd name="connsiteY28" fmla="*/ 242500 h 1339211"/>
                  <a:gd name="connsiteX29" fmla="*/ 99275 w 306850"/>
                  <a:gd name="connsiteY29" fmla="*/ 296792 h 1339211"/>
                  <a:gd name="connsiteX30" fmla="*/ 207575 w 306850"/>
                  <a:gd name="connsiteY30" fmla="*/ 296792 h 1339211"/>
                  <a:gd name="connsiteX31" fmla="*/ 207575 w 306850"/>
                  <a:gd name="connsiteY31" fmla="*/ 242500 h 1339211"/>
                  <a:gd name="connsiteX32" fmla="*/ 99275 w 306850"/>
                  <a:gd name="connsiteY32" fmla="*/ 120518 h 1339211"/>
                  <a:gd name="connsiteX33" fmla="*/ 99275 w 306850"/>
                  <a:gd name="connsiteY33" fmla="*/ 174811 h 1339211"/>
                  <a:gd name="connsiteX34" fmla="*/ 207575 w 306850"/>
                  <a:gd name="connsiteY34" fmla="*/ 174811 h 1339211"/>
                  <a:gd name="connsiteX35" fmla="*/ 207575 w 306850"/>
                  <a:gd name="connsiteY35" fmla="*/ 120518 h 1339211"/>
                  <a:gd name="connsiteX36" fmla="*/ 0 w 306850"/>
                  <a:gd name="connsiteY36" fmla="*/ 0 h 1339211"/>
                  <a:gd name="connsiteX37" fmla="*/ 306850 w 306850"/>
                  <a:gd name="connsiteY37" fmla="*/ 0 h 1339211"/>
                  <a:gd name="connsiteX38" fmla="*/ 306850 w 306850"/>
                  <a:gd name="connsiteY38" fmla="*/ 1339211 h 1339211"/>
                  <a:gd name="connsiteX39" fmla="*/ 0 w 306850"/>
                  <a:gd name="connsiteY39" fmla="*/ 1339211 h 1339211"/>
                  <a:gd name="connsiteX0-1" fmla="*/ 99275 w 306850"/>
                  <a:gd name="connsiteY0-2" fmla="*/ 1277348 h 1520186"/>
                  <a:gd name="connsiteX1-3" fmla="*/ 99275 w 306850"/>
                  <a:gd name="connsiteY1-4" fmla="*/ 1331640 h 1520186"/>
                  <a:gd name="connsiteX2-5" fmla="*/ 207575 w 306850"/>
                  <a:gd name="connsiteY2-6" fmla="*/ 1331640 h 1520186"/>
                  <a:gd name="connsiteX3-7" fmla="*/ 207575 w 306850"/>
                  <a:gd name="connsiteY3-8" fmla="*/ 1277348 h 1520186"/>
                  <a:gd name="connsiteX4-9" fmla="*/ 99275 w 306850"/>
                  <a:gd name="connsiteY4-10" fmla="*/ 1277348 h 1520186"/>
                  <a:gd name="connsiteX5-11" fmla="*/ 99275 w 306850"/>
                  <a:gd name="connsiteY5-12" fmla="*/ 1155366 h 1520186"/>
                  <a:gd name="connsiteX6-13" fmla="*/ 99275 w 306850"/>
                  <a:gd name="connsiteY6-14" fmla="*/ 1209659 h 1520186"/>
                  <a:gd name="connsiteX7-15" fmla="*/ 207575 w 306850"/>
                  <a:gd name="connsiteY7-16" fmla="*/ 1209659 h 1520186"/>
                  <a:gd name="connsiteX8-17" fmla="*/ 207575 w 306850"/>
                  <a:gd name="connsiteY8-18" fmla="*/ 1155366 h 1520186"/>
                  <a:gd name="connsiteX9-19" fmla="*/ 99275 w 306850"/>
                  <a:gd name="connsiteY9-20" fmla="*/ 1155366 h 1520186"/>
                  <a:gd name="connsiteX10-21" fmla="*/ 99275 w 306850"/>
                  <a:gd name="connsiteY10-22" fmla="*/ 1033384 h 1520186"/>
                  <a:gd name="connsiteX11-23" fmla="*/ 99275 w 306850"/>
                  <a:gd name="connsiteY11-24" fmla="*/ 1087677 h 1520186"/>
                  <a:gd name="connsiteX12-25" fmla="*/ 207575 w 306850"/>
                  <a:gd name="connsiteY12-26" fmla="*/ 1087677 h 1520186"/>
                  <a:gd name="connsiteX13-27" fmla="*/ 207575 w 306850"/>
                  <a:gd name="connsiteY13-28" fmla="*/ 1033384 h 1520186"/>
                  <a:gd name="connsiteX14-29" fmla="*/ 99275 w 306850"/>
                  <a:gd name="connsiteY14-30" fmla="*/ 1033384 h 1520186"/>
                  <a:gd name="connsiteX15-31" fmla="*/ 99275 w 306850"/>
                  <a:gd name="connsiteY15-32" fmla="*/ 911402 h 1520186"/>
                  <a:gd name="connsiteX16-33" fmla="*/ 99275 w 306850"/>
                  <a:gd name="connsiteY16-34" fmla="*/ 965695 h 1520186"/>
                  <a:gd name="connsiteX17-35" fmla="*/ 207575 w 306850"/>
                  <a:gd name="connsiteY17-36" fmla="*/ 965695 h 1520186"/>
                  <a:gd name="connsiteX18-37" fmla="*/ 207575 w 306850"/>
                  <a:gd name="connsiteY18-38" fmla="*/ 911402 h 1520186"/>
                  <a:gd name="connsiteX19-39" fmla="*/ 99275 w 306850"/>
                  <a:gd name="connsiteY19-40" fmla="*/ 911402 h 1520186"/>
                  <a:gd name="connsiteX20-41" fmla="*/ 99275 w 306850"/>
                  <a:gd name="connsiteY20-42" fmla="*/ 789421 h 1520186"/>
                  <a:gd name="connsiteX21-43" fmla="*/ 99275 w 306850"/>
                  <a:gd name="connsiteY21-44" fmla="*/ 843713 h 1520186"/>
                  <a:gd name="connsiteX22-45" fmla="*/ 207575 w 306850"/>
                  <a:gd name="connsiteY22-46" fmla="*/ 843713 h 1520186"/>
                  <a:gd name="connsiteX23-47" fmla="*/ 207575 w 306850"/>
                  <a:gd name="connsiteY23-48" fmla="*/ 789421 h 1520186"/>
                  <a:gd name="connsiteX24-49" fmla="*/ 99275 w 306850"/>
                  <a:gd name="connsiteY24-50" fmla="*/ 789421 h 1520186"/>
                  <a:gd name="connsiteX25-51" fmla="*/ 99275 w 306850"/>
                  <a:gd name="connsiteY25-52" fmla="*/ 667439 h 1520186"/>
                  <a:gd name="connsiteX26-53" fmla="*/ 99275 w 306850"/>
                  <a:gd name="connsiteY26-54" fmla="*/ 721731 h 1520186"/>
                  <a:gd name="connsiteX27-55" fmla="*/ 207575 w 306850"/>
                  <a:gd name="connsiteY27-56" fmla="*/ 721731 h 1520186"/>
                  <a:gd name="connsiteX28-57" fmla="*/ 207575 w 306850"/>
                  <a:gd name="connsiteY28-58" fmla="*/ 667439 h 1520186"/>
                  <a:gd name="connsiteX29-59" fmla="*/ 99275 w 306850"/>
                  <a:gd name="connsiteY29-60" fmla="*/ 667439 h 1520186"/>
                  <a:gd name="connsiteX30-61" fmla="*/ 99275 w 306850"/>
                  <a:gd name="connsiteY30-62" fmla="*/ 545457 h 1520186"/>
                  <a:gd name="connsiteX31-63" fmla="*/ 99275 w 306850"/>
                  <a:gd name="connsiteY31-64" fmla="*/ 599749 h 1520186"/>
                  <a:gd name="connsiteX32-65" fmla="*/ 207575 w 306850"/>
                  <a:gd name="connsiteY32-66" fmla="*/ 599749 h 1520186"/>
                  <a:gd name="connsiteX33-67" fmla="*/ 207575 w 306850"/>
                  <a:gd name="connsiteY33-68" fmla="*/ 545457 h 1520186"/>
                  <a:gd name="connsiteX34-69" fmla="*/ 99275 w 306850"/>
                  <a:gd name="connsiteY34-70" fmla="*/ 545457 h 1520186"/>
                  <a:gd name="connsiteX35-71" fmla="*/ 99275 w 306850"/>
                  <a:gd name="connsiteY35-72" fmla="*/ 423475 h 1520186"/>
                  <a:gd name="connsiteX36-73" fmla="*/ 99275 w 306850"/>
                  <a:gd name="connsiteY36-74" fmla="*/ 477767 h 1520186"/>
                  <a:gd name="connsiteX37-75" fmla="*/ 207575 w 306850"/>
                  <a:gd name="connsiteY37-76" fmla="*/ 477767 h 1520186"/>
                  <a:gd name="connsiteX38-77" fmla="*/ 207575 w 306850"/>
                  <a:gd name="connsiteY38-78" fmla="*/ 423475 h 1520186"/>
                  <a:gd name="connsiteX39-79" fmla="*/ 99275 w 306850"/>
                  <a:gd name="connsiteY39-80" fmla="*/ 423475 h 1520186"/>
                  <a:gd name="connsiteX40" fmla="*/ 99275 w 306850"/>
                  <a:gd name="connsiteY40" fmla="*/ 301493 h 1520186"/>
                  <a:gd name="connsiteX41" fmla="*/ 99275 w 306850"/>
                  <a:gd name="connsiteY41" fmla="*/ 355786 h 1520186"/>
                  <a:gd name="connsiteX42" fmla="*/ 207575 w 306850"/>
                  <a:gd name="connsiteY42" fmla="*/ 355786 h 1520186"/>
                  <a:gd name="connsiteX43" fmla="*/ 207575 w 306850"/>
                  <a:gd name="connsiteY43" fmla="*/ 301493 h 1520186"/>
                  <a:gd name="connsiteX44" fmla="*/ 99275 w 306850"/>
                  <a:gd name="connsiteY44" fmla="*/ 301493 h 1520186"/>
                  <a:gd name="connsiteX45" fmla="*/ 0 w 306850"/>
                  <a:gd name="connsiteY45" fmla="*/ 180975 h 1520186"/>
                  <a:gd name="connsiteX46" fmla="*/ 297325 w 306850"/>
                  <a:gd name="connsiteY46" fmla="*/ 0 h 1520186"/>
                  <a:gd name="connsiteX47" fmla="*/ 306850 w 306850"/>
                  <a:gd name="connsiteY47" fmla="*/ 1520186 h 1520186"/>
                  <a:gd name="connsiteX48" fmla="*/ 0 w 306850"/>
                  <a:gd name="connsiteY48" fmla="*/ 1520186 h 1520186"/>
                  <a:gd name="connsiteX49" fmla="*/ 0 w 306850"/>
                  <a:gd name="connsiteY49" fmla="*/ 180975 h 152018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06850" h="1520186">
                    <a:moveTo>
                      <a:pt x="99275" y="1277348"/>
                    </a:moveTo>
                    <a:lnTo>
                      <a:pt x="99275" y="1331640"/>
                    </a:lnTo>
                    <a:lnTo>
                      <a:pt x="207575" y="1331640"/>
                    </a:lnTo>
                    <a:lnTo>
                      <a:pt x="207575" y="1277348"/>
                    </a:lnTo>
                    <a:lnTo>
                      <a:pt x="99275" y="1277348"/>
                    </a:lnTo>
                    <a:close/>
                    <a:moveTo>
                      <a:pt x="99275" y="1155366"/>
                    </a:moveTo>
                    <a:lnTo>
                      <a:pt x="99275" y="1209659"/>
                    </a:lnTo>
                    <a:lnTo>
                      <a:pt x="207575" y="1209659"/>
                    </a:lnTo>
                    <a:lnTo>
                      <a:pt x="207575" y="1155366"/>
                    </a:lnTo>
                    <a:lnTo>
                      <a:pt x="99275" y="1155366"/>
                    </a:lnTo>
                    <a:close/>
                    <a:moveTo>
                      <a:pt x="99275" y="1033384"/>
                    </a:moveTo>
                    <a:lnTo>
                      <a:pt x="99275" y="1087677"/>
                    </a:lnTo>
                    <a:lnTo>
                      <a:pt x="207575" y="1087677"/>
                    </a:lnTo>
                    <a:lnTo>
                      <a:pt x="207575" y="1033384"/>
                    </a:lnTo>
                    <a:lnTo>
                      <a:pt x="99275" y="1033384"/>
                    </a:lnTo>
                    <a:close/>
                    <a:moveTo>
                      <a:pt x="99275" y="911402"/>
                    </a:moveTo>
                    <a:lnTo>
                      <a:pt x="99275" y="965695"/>
                    </a:lnTo>
                    <a:lnTo>
                      <a:pt x="207575" y="965695"/>
                    </a:lnTo>
                    <a:lnTo>
                      <a:pt x="207575" y="911402"/>
                    </a:lnTo>
                    <a:lnTo>
                      <a:pt x="99275" y="911402"/>
                    </a:lnTo>
                    <a:close/>
                    <a:moveTo>
                      <a:pt x="99275" y="789421"/>
                    </a:moveTo>
                    <a:lnTo>
                      <a:pt x="99275" y="843713"/>
                    </a:lnTo>
                    <a:lnTo>
                      <a:pt x="207575" y="843713"/>
                    </a:lnTo>
                    <a:lnTo>
                      <a:pt x="207575" y="789421"/>
                    </a:lnTo>
                    <a:lnTo>
                      <a:pt x="99275" y="789421"/>
                    </a:lnTo>
                    <a:close/>
                    <a:moveTo>
                      <a:pt x="99275" y="667439"/>
                    </a:moveTo>
                    <a:lnTo>
                      <a:pt x="99275" y="721731"/>
                    </a:lnTo>
                    <a:lnTo>
                      <a:pt x="207575" y="721731"/>
                    </a:lnTo>
                    <a:lnTo>
                      <a:pt x="207575" y="667439"/>
                    </a:lnTo>
                    <a:lnTo>
                      <a:pt x="99275" y="667439"/>
                    </a:lnTo>
                    <a:close/>
                    <a:moveTo>
                      <a:pt x="99275" y="545457"/>
                    </a:moveTo>
                    <a:lnTo>
                      <a:pt x="99275" y="599749"/>
                    </a:lnTo>
                    <a:lnTo>
                      <a:pt x="207575" y="599749"/>
                    </a:lnTo>
                    <a:lnTo>
                      <a:pt x="207575" y="545457"/>
                    </a:lnTo>
                    <a:lnTo>
                      <a:pt x="99275" y="545457"/>
                    </a:lnTo>
                    <a:close/>
                    <a:moveTo>
                      <a:pt x="99275" y="423475"/>
                    </a:moveTo>
                    <a:lnTo>
                      <a:pt x="99275" y="477767"/>
                    </a:lnTo>
                    <a:lnTo>
                      <a:pt x="207575" y="477767"/>
                    </a:lnTo>
                    <a:lnTo>
                      <a:pt x="207575" y="423475"/>
                    </a:lnTo>
                    <a:lnTo>
                      <a:pt x="99275" y="423475"/>
                    </a:lnTo>
                    <a:close/>
                    <a:moveTo>
                      <a:pt x="99275" y="301493"/>
                    </a:moveTo>
                    <a:lnTo>
                      <a:pt x="99275" y="355786"/>
                    </a:lnTo>
                    <a:lnTo>
                      <a:pt x="207575" y="355786"/>
                    </a:lnTo>
                    <a:lnTo>
                      <a:pt x="207575" y="301493"/>
                    </a:lnTo>
                    <a:lnTo>
                      <a:pt x="99275" y="301493"/>
                    </a:lnTo>
                    <a:close/>
                    <a:moveTo>
                      <a:pt x="0" y="180975"/>
                    </a:moveTo>
                    <a:lnTo>
                      <a:pt x="297325" y="0"/>
                    </a:lnTo>
                    <a:lnTo>
                      <a:pt x="306850" y="1520186"/>
                    </a:lnTo>
                    <a:lnTo>
                      <a:pt x="0" y="1520186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9" name="Freeform: Shape 38"/>
              <p:cNvSpPr/>
              <p:nvPr/>
            </p:nvSpPr>
            <p:spPr>
              <a:xfrm>
                <a:off x="4291147" y="2164683"/>
                <a:ext cx="300411" cy="1590168"/>
              </a:xfrm>
              <a:custGeom>
                <a:avLst/>
                <a:gdLst>
                  <a:gd name="connsiteX0" fmla="*/ 99275 w 306851"/>
                  <a:gd name="connsiteY0" fmla="*/ 971161 h 1218693"/>
                  <a:gd name="connsiteX1" fmla="*/ 99275 w 306851"/>
                  <a:gd name="connsiteY1" fmla="*/ 1025454 h 1218693"/>
                  <a:gd name="connsiteX2" fmla="*/ 207576 w 306851"/>
                  <a:gd name="connsiteY2" fmla="*/ 1025454 h 1218693"/>
                  <a:gd name="connsiteX3" fmla="*/ 207576 w 306851"/>
                  <a:gd name="connsiteY3" fmla="*/ 971161 h 1218693"/>
                  <a:gd name="connsiteX4" fmla="*/ 99275 w 306851"/>
                  <a:gd name="connsiteY4" fmla="*/ 849179 h 1218693"/>
                  <a:gd name="connsiteX5" fmla="*/ 99275 w 306851"/>
                  <a:gd name="connsiteY5" fmla="*/ 903472 h 1218693"/>
                  <a:gd name="connsiteX6" fmla="*/ 207576 w 306851"/>
                  <a:gd name="connsiteY6" fmla="*/ 903472 h 1218693"/>
                  <a:gd name="connsiteX7" fmla="*/ 207576 w 306851"/>
                  <a:gd name="connsiteY7" fmla="*/ 849179 h 1218693"/>
                  <a:gd name="connsiteX8" fmla="*/ 99275 w 306851"/>
                  <a:gd name="connsiteY8" fmla="*/ 727198 h 1218693"/>
                  <a:gd name="connsiteX9" fmla="*/ 99275 w 306851"/>
                  <a:gd name="connsiteY9" fmla="*/ 781490 h 1218693"/>
                  <a:gd name="connsiteX10" fmla="*/ 207576 w 306851"/>
                  <a:gd name="connsiteY10" fmla="*/ 781490 h 1218693"/>
                  <a:gd name="connsiteX11" fmla="*/ 207576 w 306851"/>
                  <a:gd name="connsiteY11" fmla="*/ 727198 h 1218693"/>
                  <a:gd name="connsiteX12" fmla="*/ 99275 w 306851"/>
                  <a:gd name="connsiteY12" fmla="*/ 605216 h 1218693"/>
                  <a:gd name="connsiteX13" fmla="*/ 99275 w 306851"/>
                  <a:gd name="connsiteY13" fmla="*/ 659508 h 1218693"/>
                  <a:gd name="connsiteX14" fmla="*/ 207576 w 306851"/>
                  <a:gd name="connsiteY14" fmla="*/ 659508 h 1218693"/>
                  <a:gd name="connsiteX15" fmla="*/ 207576 w 306851"/>
                  <a:gd name="connsiteY15" fmla="*/ 605216 h 1218693"/>
                  <a:gd name="connsiteX16" fmla="*/ 99275 w 306851"/>
                  <a:gd name="connsiteY16" fmla="*/ 483234 h 1218693"/>
                  <a:gd name="connsiteX17" fmla="*/ 99275 w 306851"/>
                  <a:gd name="connsiteY17" fmla="*/ 537526 h 1218693"/>
                  <a:gd name="connsiteX18" fmla="*/ 207576 w 306851"/>
                  <a:gd name="connsiteY18" fmla="*/ 537526 h 1218693"/>
                  <a:gd name="connsiteX19" fmla="*/ 207576 w 306851"/>
                  <a:gd name="connsiteY19" fmla="*/ 483234 h 1218693"/>
                  <a:gd name="connsiteX20" fmla="*/ 99275 w 306851"/>
                  <a:gd name="connsiteY20" fmla="*/ 361252 h 1218693"/>
                  <a:gd name="connsiteX21" fmla="*/ 99275 w 306851"/>
                  <a:gd name="connsiteY21" fmla="*/ 415544 h 1218693"/>
                  <a:gd name="connsiteX22" fmla="*/ 207576 w 306851"/>
                  <a:gd name="connsiteY22" fmla="*/ 415544 h 1218693"/>
                  <a:gd name="connsiteX23" fmla="*/ 207576 w 306851"/>
                  <a:gd name="connsiteY23" fmla="*/ 361252 h 1218693"/>
                  <a:gd name="connsiteX24" fmla="*/ 99275 w 306851"/>
                  <a:gd name="connsiteY24" fmla="*/ 239270 h 1218693"/>
                  <a:gd name="connsiteX25" fmla="*/ 99275 w 306851"/>
                  <a:gd name="connsiteY25" fmla="*/ 293563 h 1218693"/>
                  <a:gd name="connsiteX26" fmla="*/ 207576 w 306851"/>
                  <a:gd name="connsiteY26" fmla="*/ 293563 h 1218693"/>
                  <a:gd name="connsiteX27" fmla="*/ 207576 w 306851"/>
                  <a:gd name="connsiteY27" fmla="*/ 239270 h 1218693"/>
                  <a:gd name="connsiteX28" fmla="*/ 99275 w 306851"/>
                  <a:gd name="connsiteY28" fmla="*/ 117288 h 1218693"/>
                  <a:gd name="connsiteX29" fmla="*/ 99275 w 306851"/>
                  <a:gd name="connsiteY29" fmla="*/ 171581 h 1218693"/>
                  <a:gd name="connsiteX30" fmla="*/ 207576 w 306851"/>
                  <a:gd name="connsiteY30" fmla="*/ 171581 h 1218693"/>
                  <a:gd name="connsiteX31" fmla="*/ 207576 w 306851"/>
                  <a:gd name="connsiteY31" fmla="*/ 117288 h 1218693"/>
                  <a:gd name="connsiteX32" fmla="*/ 0 w 306851"/>
                  <a:gd name="connsiteY32" fmla="*/ 0 h 1218693"/>
                  <a:gd name="connsiteX33" fmla="*/ 306851 w 306851"/>
                  <a:gd name="connsiteY33" fmla="*/ 0 h 1218693"/>
                  <a:gd name="connsiteX34" fmla="*/ 306851 w 306851"/>
                  <a:gd name="connsiteY34" fmla="*/ 1218693 h 1218693"/>
                  <a:gd name="connsiteX35" fmla="*/ 0 w 306851"/>
                  <a:gd name="connsiteY35" fmla="*/ 1218693 h 1218693"/>
                  <a:gd name="connsiteX0-1" fmla="*/ 99275 w 306851"/>
                  <a:gd name="connsiteY0-2" fmla="*/ 1342636 h 1590168"/>
                  <a:gd name="connsiteX1-3" fmla="*/ 99275 w 306851"/>
                  <a:gd name="connsiteY1-4" fmla="*/ 1396929 h 1590168"/>
                  <a:gd name="connsiteX2-5" fmla="*/ 207576 w 306851"/>
                  <a:gd name="connsiteY2-6" fmla="*/ 1396929 h 1590168"/>
                  <a:gd name="connsiteX3-7" fmla="*/ 207576 w 306851"/>
                  <a:gd name="connsiteY3-8" fmla="*/ 1342636 h 1590168"/>
                  <a:gd name="connsiteX4-9" fmla="*/ 99275 w 306851"/>
                  <a:gd name="connsiteY4-10" fmla="*/ 1342636 h 1590168"/>
                  <a:gd name="connsiteX5-11" fmla="*/ 99275 w 306851"/>
                  <a:gd name="connsiteY5-12" fmla="*/ 1220654 h 1590168"/>
                  <a:gd name="connsiteX6-13" fmla="*/ 99275 w 306851"/>
                  <a:gd name="connsiteY6-14" fmla="*/ 1274947 h 1590168"/>
                  <a:gd name="connsiteX7-15" fmla="*/ 207576 w 306851"/>
                  <a:gd name="connsiteY7-16" fmla="*/ 1274947 h 1590168"/>
                  <a:gd name="connsiteX8-17" fmla="*/ 207576 w 306851"/>
                  <a:gd name="connsiteY8-18" fmla="*/ 1220654 h 1590168"/>
                  <a:gd name="connsiteX9-19" fmla="*/ 99275 w 306851"/>
                  <a:gd name="connsiteY9-20" fmla="*/ 1220654 h 1590168"/>
                  <a:gd name="connsiteX10-21" fmla="*/ 99275 w 306851"/>
                  <a:gd name="connsiteY10-22" fmla="*/ 1098673 h 1590168"/>
                  <a:gd name="connsiteX11-23" fmla="*/ 99275 w 306851"/>
                  <a:gd name="connsiteY11-24" fmla="*/ 1152965 h 1590168"/>
                  <a:gd name="connsiteX12-25" fmla="*/ 207576 w 306851"/>
                  <a:gd name="connsiteY12-26" fmla="*/ 1152965 h 1590168"/>
                  <a:gd name="connsiteX13-27" fmla="*/ 207576 w 306851"/>
                  <a:gd name="connsiteY13-28" fmla="*/ 1098673 h 1590168"/>
                  <a:gd name="connsiteX14-29" fmla="*/ 99275 w 306851"/>
                  <a:gd name="connsiteY14-30" fmla="*/ 1098673 h 1590168"/>
                  <a:gd name="connsiteX15-31" fmla="*/ 99275 w 306851"/>
                  <a:gd name="connsiteY15-32" fmla="*/ 976691 h 1590168"/>
                  <a:gd name="connsiteX16-33" fmla="*/ 99275 w 306851"/>
                  <a:gd name="connsiteY16-34" fmla="*/ 1030983 h 1590168"/>
                  <a:gd name="connsiteX17-35" fmla="*/ 207576 w 306851"/>
                  <a:gd name="connsiteY17-36" fmla="*/ 1030983 h 1590168"/>
                  <a:gd name="connsiteX18-37" fmla="*/ 207576 w 306851"/>
                  <a:gd name="connsiteY18-38" fmla="*/ 976691 h 1590168"/>
                  <a:gd name="connsiteX19-39" fmla="*/ 99275 w 306851"/>
                  <a:gd name="connsiteY19-40" fmla="*/ 976691 h 1590168"/>
                  <a:gd name="connsiteX20-41" fmla="*/ 99275 w 306851"/>
                  <a:gd name="connsiteY20-42" fmla="*/ 854709 h 1590168"/>
                  <a:gd name="connsiteX21-43" fmla="*/ 99275 w 306851"/>
                  <a:gd name="connsiteY21-44" fmla="*/ 909001 h 1590168"/>
                  <a:gd name="connsiteX22-45" fmla="*/ 207576 w 306851"/>
                  <a:gd name="connsiteY22-46" fmla="*/ 909001 h 1590168"/>
                  <a:gd name="connsiteX23-47" fmla="*/ 207576 w 306851"/>
                  <a:gd name="connsiteY23-48" fmla="*/ 854709 h 1590168"/>
                  <a:gd name="connsiteX24-49" fmla="*/ 99275 w 306851"/>
                  <a:gd name="connsiteY24-50" fmla="*/ 854709 h 1590168"/>
                  <a:gd name="connsiteX25-51" fmla="*/ 99275 w 306851"/>
                  <a:gd name="connsiteY25-52" fmla="*/ 732727 h 1590168"/>
                  <a:gd name="connsiteX26-53" fmla="*/ 99275 w 306851"/>
                  <a:gd name="connsiteY26-54" fmla="*/ 787019 h 1590168"/>
                  <a:gd name="connsiteX27-55" fmla="*/ 207576 w 306851"/>
                  <a:gd name="connsiteY27-56" fmla="*/ 787019 h 1590168"/>
                  <a:gd name="connsiteX28-57" fmla="*/ 207576 w 306851"/>
                  <a:gd name="connsiteY28-58" fmla="*/ 732727 h 1590168"/>
                  <a:gd name="connsiteX29-59" fmla="*/ 99275 w 306851"/>
                  <a:gd name="connsiteY29-60" fmla="*/ 732727 h 1590168"/>
                  <a:gd name="connsiteX30-61" fmla="*/ 99275 w 306851"/>
                  <a:gd name="connsiteY30-62" fmla="*/ 610745 h 1590168"/>
                  <a:gd name="connsiteX31-63" fmla="*/ 99275 w 306851"/>
                  <a:gd name="connsiteY31-64" fmla="*/ 665038 h 1590168"/>
                  <a:gd name="connsiteX32-65" fmla="*/ 207576 w 306851"/>
                  <a:gd name="connsiteY32-66" fmla="*/ 665038 h 1590168"/>
                  <a:gd name="connsiteX33-67" fmla="*/ 207576 w 306851"/>
                  <a:gd name="connsiteY33-68" fmla="*/ 610745 h 1590168"/>
                  <a:gd name="connsiteX34-69" fmla="*/ 99275 w 306851"/>
                  <a:gd name="connsiteY34-70" fmla="*/ 610745 h 1590168"/>
                  <a:gd name="connsiteX35-71" fmla="*/ 99275 w 306851"/>
                  <a:gd name="connsiteY35-72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9525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9525 w 306851"/>
                  <a:gd name="connsiteY44" fmla="*/ 0 h 1590168"/>
                  <a:gd name="connsiteX0-73" fmla="*/ 99275 w 306851"/>
                  <a:gd name="connsiteY0-74" fmla="*/ 1342636 h 1590168"/>
                  <a:gd name="connsiteX1-75" fmla="*/ 99275 w 306851"/>
                  <a:gd name="connsiteY1-76" fmla="*/ 1396929 h 1590168"/>
                  <a:gd name="connsiteX2-77" fmla="*/ 207576 w 306851"/>
                  <a:gd name="connsiteY2-78" fmla="*/ 1396929 h 1590168"/>
                  <a:gd name="connsiteX3-79" fmla="*/ 207576 w 306851"/>
                  <a:gd name="connsiteY3-80" fmla="*/ 1342636 h 1590168"/>
                  <a:gd name="connsiteX4-81" fmla="*/ 99275 w 306851"/>
                  <a:gd name="connsiteY4-82" fmla="*/ 1342636 h 1590168"/>
                  <a:gd name="connsiteX5-83" fmla="*/ 99275 w 306851"/>
                  <a:gd name="connsiteY5-84" fmla="*/ 1220654 h 1590168"/>
                  <a:gd name="connsiteX6-85" fmla="*/ 99275 w 306851"/>
                  <a:gd name="connsiteY6-86" fmla="*/ 1274947 h 1590168"/>
                  <a:gd name="connsiteX7-87" fmla="*/ 207576 w 306851"/>
                  <a:gd name="connsiteY7-88" fmla="*/ 1274947 h 1590168"/>
                  <a:gd name="connsiteX8-89" fmla="*/ 207576 w 306851"/>
                  <a:gd name="connsiteY8-90" fmla="*/ 1220654 h 1590168"/>
                  <a:gd name="connsiteX9-91" fmla="*/ 99275 w 306851"/>
                  <a:gd name="connsiteY9-92" fmla="*/ 1220654 h 1590168"/>
                  <a:gd name="connsiteX10-93" fmla="*/ 99275 w 306851"/>
                  <a:gd name="connsiteY10-94" fmla="*/ 1098673 h 1590168"/>
                  <a:gd name="connsiteX11-95" fmla="*/ 99275 w 306851"/>
                  <a:gd name="connsiteY11-96" fmla="*/ 1152965 h 1590168"/>
                  <a:gd name="connsiteX12-97" fmla="*/ 207576 w 306851"/>
                  <a:gd name="connsiteY12-98" fmla="*/ 1152965 h 1590168"/>
                  <a:gd name="connsiteX13-99" fmla="*/ 207576 w 306851"/>
                  <a:gd name="connsiteY13-100" fmla="*/ 1098673 h 1590168"/>
                  <a:gd name="connsiteX14-101" fmla="*/ 99275 w 306851"/>
                  <a:gd name="connsiteY14-102" fmla="*/ 1098673 h 1590168"/>
                  <a:gd name="connsiteX15-103" fmla="*/ 99275 w 306851"/>
                  <a:gd name="connsiteY15-104" fmla="*/ 976691 h 1590168"/>
                  <a:gd name="connsiteX16-105" fmla="*/ 99275 w 306851"/>
                  <a:gd name="connsiteY16-106" fmla="*/ 1030983 h 1590168"/>
                  <a:gd name="connsiteX17-107" fmla="*/ 207576 w 306851"/>
                  <a:gd name="connsiteY17-108" fmla="*/ 1030983 h 1590168"/>
                  <a:gd name="connsiteX18-109" fmla="*/ 207576 w 306851"/>
                  <a:gd name="connsiteY18-110" fmla="*/ 976691 h 1590168"/>
                  <a:gd name="connsiteX19-111" fmla="*/ 99275 w 306851"/>
                  <a:gd name="connsiteY19-112" fmla="*/ 976691 h 1590168"/>
                  <a:gd name="connsiteX20-113" fmla="*/ 99275 w 306851"/>
                  <a:gd name="connsiteY20-114" fmla="*/ 854709 h 1590168"/>
                  <a:gd name="connsiteX21-115" fmla="*/ 99275 w 306851"/>
                  <a:gd name="connsiteY21-116" fmla="*/ 909001 h 1590168"/>
                  <a:gd name="connsiteX22-117" fmla="*/ 207576 w 306851"/>
                  <a:gd name="connsiteY22-118" fmla="*/ 909001 h 1590168"/>
                  <a:gd name="connsiteX23-119" fmla="*/ 207576 w 306851"/>
                  <a:gd name="connsiteY23-120" fmla="*/ 854709 h 1590168"/>
                  <a:gd name="connsiteX24-121" fmla="*/ 99275 w 306851"/>
                  <a:gd name="connsiteY24-122" fmla="*/ 854709 h 1590168"/>
                  <a:gd name="connsiteX25-123" fmla="*/ 99275 w 306851"/>
                  <a:gd name="connsiteY25-124" fmla="*/ 732727 h 1590168"/>
                  <a:gd name="connsiteX26-125" fmla="*/ 99275 w 306851"/>
                  <a:gd name="connsiteY26-126" fmla="*/ 787019 h 1590168"/>
                  <a:gd name="connsiteX27-127" fmla="*/ 207576 w 306851"/>
                  <a:gd name="connsiteY27-128" fmla="*/ 787019 h 1590168"/>
                  <a:gd name="connsiteX28-129" fmla="*/ 207576 w 306851"/>
                  <a:gd name="connsiteY28-130" fmla="*/ 732727 h 1590168"/>
                  <a:gd name="connsiteX29-131" fmla="*/ 99275 w 306851"/>
                  <a:gd name="connsiteY29-132" fmla="*/ 732727 h 1590168"/>
                  <a:gd name="connsiteX30-133" fmla="*/ 99275 w 306851"/>
                  <a:gd name="connsiteY30-134" fmla="*/ 610745 h 1590168"/>
                  <a:gd name="connsiteX31-135" fmla="*/ 99275 w 306851"/>
                  <a:gd name="connsiteY31-136" fmla="*/ 665038 h 1590168"/>
                  <a:gd name="connsiteX32-137" fmla="*/ 207576 w 306851"/>
                  <a:gd name="connsiteY32-138" fmla="*/ 665038 h 1590168"/>
                  <a:gd name="connsiteX33-139" fmla="*/ 207576 w 306851"/>
                  <a:gd name="connsiteY33-140" fmla="*/ 610745 h 1590168"/>
                  <a:gd name="connsiteX34-141" fmla="*/ 99275 w 306851"/>
                  <a:gd name="connsiteY34-142" fmla="*/ 610745 h 1590168"/>
                  <a:gd name="connsiteX35-143" fmla="*/ 99275 w 306851"/>
                  <a:gd name="connsiteY35-144" fmla="*/ 488763 h 1590168"/>
                  <a:gd name="connsiteX36-145" fmla="*/ 99275 w 306851"/>
                  <a:gd name="connsiteY36-146" fmla="*/ 543056 h 1590168"/>
                  <a:gd name="connsiteX37-147" fmla="*/ 207576 w 306851"/>
                  <a:gd name="connsiteY37-148" fmla="*/ 543056 h 1590168"/>
                  <a:gd name="connsiteX38-149" fmla="*/ 207576 w 306851"/>
                  <a:gd name="connsiteY38-150" fmla="*/ 488763 h 1590168"/>
                  <a:gd name="connsiteX39-151" fmla="*/ 99275 w 306851"/>
                  <a:gd name="connsiteY39-152" fmla="*/ 488763 h 1590168"/>
                  <a:gd name="connsiteX40-153" fmla="*/ 0 w 306851"/>
                  <a:gd name="connsiteY40-154" fmla="*/ 0 h 1590168"/>
                  <a:gd name="connsiteX41-155" fmla="*/ 306851 w 306851"/>
                  <a:gd name="connsiteY41-156" fmla="*/ 371475 h 1590168"/>
                  <a:gd name="connsiteX42-157" fmla="*/ 306851 w 306851"/>
                  <a:gd name="connsiteY42-158" fmla="*/ 1590168 h 1590168"/>
                  <a:gd name="connsiteX43-159" fmla="*/ 0 w 306851"/>
                  <a:gd name="connsiteY43-160" fmla="*/ 1590168 h 1590168"/>
                  <a:gd name="connsiteX44-161" fmla="*/ 0 w 306851"/>
                  <a:gd name="connsiteY44-162" fmla="*/ 0 h 15901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145" y="connsiteY36-146"/>
                  </a:cxn>
                  <a:cxn ang="0">
                    <a:pos x="connsiteX37-147" y="connsiteY37-148"/>
                  </a:cxn>
                  <a:cxn ang="0">
                    <a:pos x="connsiteX38-149" y="connsiteY38-150"/>
                  </a:cxn>
                  <a:cxn ang="0">
                    <a:pos x="connsiteX39-151" y="connsiteY39-152"/>
                  </a:cxn>
                  <a:cxn ang="0">
                    <a:pos x="connsiteX40-153" y="connsiteY40-154"/>
                  </a:cxn>
                  <a:cxn ang="0">
                    <a:pos x="connsiteX41-155" y="connsiteY41-156"/>
                  </a:cxn>
                  <a:cxn ang="0">
                    <a:pos x="connsiteX42-157" y="connsiteY42-158"/>
                  </a:cxn>
                  <a:cxn ang="0">
                    <a:pos x="connsiteX43-159" y="connsiteY43-160"/>
                  </a:cxn>
                  <a:cxn ang="0">
                    <a:pos x="connsiteX44-161" y="connsiteY44-162"/>
                  </a:cxn>
                </a:cxnLst>
                <a:rect l="l" t="t" r="r" b="b"/>
                <a:pathLst>
                  <a:path w="306851" h="1590168">
                    <a:moveTo>
                      <a:pt x="99275" y="1342636"/>
                    </a:moveTo>
                    <a:lnTo>
                      <a:pt x="99275" y="1396929"/>
                    </a:lnTo>
                    <a:lnTo>
                      <a:pt x="207576" y="1396929"/>
                    </a:lnTo>
                    <a:lnTo>
                      <a:pt x="207576" y="1342636"/>
                    </a:lnTo>
                    <a:lnTo>
                      <a:pt x="99275" y="1342636"/>
                    </a:lnTo>
                    <a:close/>
                    <a:moveTo>
                      <a:pt x="99275" y="1220654"/>
                    </a:moveTo>
                    <a:lnTo>
                      <a:pt x="99275" y="1274947"/>
                    </a:lnTo>
                    <a:lnTo>
                      <a:pt x="207576" y="1274947"/>
                    </a:lnTo>
                    <a:lnTo>
                      <a:pt x="207576" y="1220654"/>
                    </a:lnTo>
                    <a:lnTo>
                      <a:pt x="99275" y="1220654"/>
                    </a:lnTo>
                    <a:close/>
                    <a:moveTo>
                      <a:pt x="99275" y="1098673"/>
                    </a:moveTo>
                    <a:lnTo>
                      <a:pt x="99275" y="1152965"/>
                    </a:lnTo>
                    <a:lnTo>
                      <a:pt x="207576" y="1152965"/>
                    </a:lnTo>
                    <a:lnTo>
                      <a:pt x="207576" y="1098673"/>
                    </a:lnTo>
                    <a:lnTo>
                      <a:pt x="99275" y="1098673"/>
                    </a:lnTo>
                    <a:close/>
                    <a:moveTo>
                      <a:pt x="99275" y="976691"/>
                    </a:moveTo>
                    <a:lnTo>
                      <a:pt x="99275" y="1030983"/>
                    </a:lnTo>
                    <a:lnTo>
                      <a:pt x="207576" y="1030983"/>
                    </a:lnTo>
                    <a:lnTo>
                      <a:pt x="207576" y="976691"/>
                    </a:lnTo>
                    <a:lnTo>
                      <a:pt x="99275" y="976691"/>
                    </a:lnTo>
                    <a:close/>
                    <a:moveTo>
                      <a:pt x="99275" y="854709"/>
                    </a:moveTo>
                    <a:lnTo>
                      <a:pt x="99275" y="909001"/>
                    </a:lnTo>
                    <a:lnTo>
                      <a:pt x="207576" y="909001"/>
                    </a:lnTo>
                    <a:lnTo>
                      <a:pt x="207576" y="854709"/>
                    </a:lnTo>
                    <a:lnTo>
                      <a:pt x="99275" y="854709"/>
                    </a:lnTo>
                    <a:close/>
                    <a:moveTo>
                      <a:pt x="99275" y="732727"/>
                    </a:moveTo>
                    <a:lnTo>
                      <a:pt x="99275" y="787019"/>
                    </a:lnTo>
                    <a:lnTo>
                      <a:pt x="207576" y="787019"/>
                    </a:lnTo>
                    <a:lnTo>
                      <a:pt x="207576" y="732727"/>
                    </a:lnTo>
                    <a:lnTo>
                      <a:pt x="99275" y="732727"/>
                    </a:lnTo>
                    <a:close/>
                    <a:moveTo>
                      <a:pt x="99275" y="610745"/>
                    </a:moveTo>
                    <a:lnTo>
                      <a:pt x="99275" y="665038"/>
                    </a:lnTo>
                    <a:lnTo>
                      <a:pt x="207576" y="665038"/>
                    </a:lnTo>
                    <a:lnTo>
                      <a:pt x="207576" y="610745"/>
                    </a:lnTo>
                    <a:lnTo>
                      <a:pt x="99275" y="610745"/>
                    </a:lnTo>
                    <a:close/>
                    <a:moveTo>
                      <a:pt x="99275" y="488763"/>
                    </a:moveTo>
                    <a:lnTo>
                      <a:pt x="99275" y="543056"/>
                    </a:lnTo>
                    <a:lnTo>
                      <a:pt x="207576" y="543056"/>
                    </a:lnTo>
                    <a:lnTo>
                      <a:pt x="207576" y="488763"/>
                    </a:lnTo>
                    <a:lnTo>
                      <a:pt x="99275" y="488763"/>
                    </a:lnTo>
                    <a:close/>
                    <a:moveTo>
                      <a:pt x="0" y="0"/>
                    </a:moveTo>
                    <a:lnTo>
                      <a:pt x="306851" y="371475"/>
                    </a:lnTo>
                    <a:lnTo>
                      <a:pt x="306851" y="1590168"/>
                    </a:lnTo>
                    <a:lnTo>
                      <a:pt x="0" y="1590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0" name="Freeform: Shape 39"/>
              <p:cNvSpPr/>
              <p:nvPr/>
            </p:nvSpPr>
            <p:spPr>
              <a:xfrm>
                <a:off x="8486617" y="2597309"/>
                <a:ext cx="248377" cy="1157542"/>
              </a:xfrm>
              <a:custGeom>
                <a:avLst/>
                <a:gdLst>
                  <a:gd name="connsiteX0" fmla="*/ 99275 w 306851"/>
                  <a:gd name="connsiteY0" fmla="*/ 971161 h 1218693"/>
                  <a:gd name="connsiteX1" fmla="*/ 99275 w 306851"/>
                  <a:gd name="connsiteY1" fmla="*/ 1025454 h 1218693"/>
                  <a:gd name="connsiteX2" fmla="*/ 207576 w 306851"/>
                  <a:gd name="connsiteY2" fmla="*/ 1025454 h 1218693"/>
                  <a:gd name="connsiteX3" fmla="*/ 207576 w 306851"/>
                  <a:gd name="connsiteY3" fmla="*/ 971161 h 1218693"/>
                  <a:gd name="connsiteX4" fmla="*/ 99275 w 306851"/>
                  <a:gd name="connsiteY4" fmla="*/ 849179 h 1218693"/>
                  <a:gd name="connsiteX5" fmla="*/ 99275 w 306851"/>
                  <a:gd name="connsiteY5" fmla="*/ 903472 h 1218693"/>
                  <a:gd name="connsiteX6" fmla="*/ 207576 w 306851"/>
                  <a:gd name="connsiteY6" fmla="*/ 903472 h 1218693"/>
                  <a:gd name="connsiteX7" fmla="*/ 207576 w 306851"/>
                  <a:gd name="connsiteY7" fmla="*/ 849179 h 1218693"/>
                  <a:gd name="connsiteX8" fmla="*/ 99275 w 306851"/>
                  <a:gd name="connsiteY8" fmla="*/ 727198 h 1218693"/>
                  <a:gd name="connsiteX9" fmla="*/ 99275 w 306851"/>
                  <a:gd name="connsiteY9" fmla="*/ 781490 h 1218693"/>
                  <a:gd name="connsiteX10" fmla="*/ 207576 w 306851"/>
                  <a:gd name="connsiteY10" fmla="*/ 781490 h 1218693"/>
                  <a:gd name="connsiteX11" fmla="*/ 207576 w 306851"/>
                  <a:gd name="connsiteY11" fmla="*/ 727198 h 1218693"/>
                  <a:gd name="connsiteX12" fmla="*/ 99275 w 306851"/>
                  <a:gd name="connsiteY12" fmla="*/ 605216 h 1218693"/>
                  <a:gd name="connsiteX13" fmla="*/ 99275 w 306851"/>
                  <a:gd name="connsiteY13" fmla="*/ 659508 h 1218693"/>
                  <a:gd name="connsiteX14" fmla="*/ 207576 w 306851"/>
                  <a:gd name="connsiteY14" fmla="*/ 659508 h 1218693"/>
                  <a:gd name="connsiteX15" fmla="*/ 207576 w 306851"/>
                  <a:gd name="connsiteY15" fmla="*/ 605216 h 1218693"/>
                  <a:gd name="connsiteX16" fmla="*/ 99275 w 306851"/>
                  <a:gd name="connsiteY16" fmla="*/ 483234 h 1218693"/>
                  <a:gd name="connsiteX17" fmla="*/ 99275 w 306851"/>
                  <a:gd name="connsiteY17" fmla="*/ 537526 h 1218693"/>
                  <a:gd name="connsiteX18" fmla="*/ 207576 w 306851"/>
                  <a:gd name="connsiteY18" fmla="*/ 537526 h 1218693"/>
                  <a:gd name="connsiteX19" fmla="*/ 207576 w 306851"/>
                  <a:gd name="connsiteY19" fmla="*/ 483234 h 1218693"/>
                  <a:gd name="connsiteX20" fmla="*/ 99275 w 306851"/>
                  <a:gd name="connsiteY20" fmla="*/ 361252 h 1218693"/>
                  <a:gd name="connsiteX21" fmla="*/ 99275 w 306851"/>
                  <a:gd name="connsiteY21" fmla="*/ 415544 h 1218693"/>
                  <a:gd name="connsiteX22" fmla="*/ 207576 w 306851"/>
                  <a:gd name="connsiteY22" fmla="*/ 415544 h 1218693"/>
                  <a:gd name="connsiteX23" fmla="*/ 207576 w 306851"/>
                  <a:gd name="connsiteY23" fmla="*/ 361252 h 1218693"/>
                  <a:gd name="connsiteX24" fmla="*/ 99275 w 306851"/>
                  <a:gd name="connsiteY24" fmla="*/ 239270 h 1218693"/>
                  <a:gd name="connsiteX25" fmla="*/ 99275 w 306851"/>
                  <a:gd name="connsiteY25" fmla="*/ 293563 h 1218693"/>
                  <a:gd name="connsiteX26" fmla="*/ 207576 w 306851"/>
                  <a:gd name="connsiteY26" fmla="*/ 293563 h 1218693"/>
                  <a:gd name="connsiteX27" fmla="*/ 207576 w 306851"/>
                  <a:gd name="connsiteY27" fmla="*/ 239270 h 1218693"/>
                  <a:gd name="connsiteX28" fmla="*/ 99275 w 306851"/>
                  <a:gd name="connsiteY28" fmla="*/ 117288 h 1218693"/>
                  <a:gd name="connsiteX29" fmla="*/ 99275 w 306851"/>
                  <a:gd name="connsiteY29" fmla="*/ 171581 h 1218693"/>
                  <a:gd name="connsiteX30" fmla="*/ 207576 w 306851"/>
                  <a:gd name="connsiteY30" fmla="*/ 171581 h 1218693"/>
                  <a:gd name="connsiteX31" fmla="*/ 207576 w 306851"/>
                  <a:gd name="connsiteY31" fmla="*/ 117288 h 1218693"/>
                  <a:gd name="connsiteX32" fmla="*/ 0 w 306851"/>
                  <a:gd name="connsiteY32" fmla="*/ 0 h 1218693"/>
                  <a:gd name="connsiteX33" fmla="*/ 306851 w 306851"/>
                  <a:gd name="connsiteY33" fmla="*/ 0 h 1218693"/>
                  <a:gd name="connsiteX34" fmla="*/ 306851 w 306851"/>
                  <a:gd name="connsiteY34" fmla="*/ 1218693 h 1218693"/>
                  <a:gd name="connsiteX35" fmla="*/ 0 w 306851"/>
                  <a:gd name="connsiteY35" fmla="*/ 1218693 h 1218693"/>
                  <a:gd name="connsiteX0-1" fmla="*/ 99275 w 306851"/>
                  <a:gd name="connsiteY0-2" fmla="*/ 1342636 h 1590168"/>
                  <a:gd name="connsiteX1-3" fmla="*/ 99275 w 306851"/>
                  <a:gd name="connsiteY1-4" fmla="*/ 1396929 h 1590168"/>
                  <a:gd name="connsiteX2-5" fmla="*/ 207576 w 306851"/>
                  <a:gd name="connsiteY2-6" fmla="*/ 1396929 h 1590168"/>
                  <a:gd name="connsiteX3-7" fmla="*/ 207576 w 306851"/>
                  <a:gd name="connsiteY3-8" fmla="*/ 1342636 h 1590168"/>
                  <a:gd name="connsiteX4-9" fmla="*/ 99275 w 306851"/>
                  <a:gd name="connsiteY4-10" fmla="*/ 1342636 h 1590168"/>
                  <a:gd name="connsiteX5-11" fmla="*/ 99275 w 306851"/>
                  <a:gd name="connsiteY5-12" fmla="*/ 1220654 h 1590168"/>
                  <a:gd name="connsiteX6-13" fmla="*/ 99275 w 306851"/>
                  <a:gd name="connsiteY6-14" fmla="*/ 1274947 h 1590168"/>
                  <a:gd name="connsiteX7-15" fmla="*/ 207576 w 306851"/>
                  <a:gd name="connsiteY7-16" fmla="*/ 1274947 h 1590168"/>
                  <a:gd name="connsiteX8-17" fmla="*/ 207576 w 306851"/>
                  <a:gd name="connsiteY8-18" fmla="*/ 1220654 h 1590168"/>
                  <a:gd name="connsiteX9-19" fmla="*/ 99275 w 306851"/>
                  <a:gd name="connsiteY9-20" fmla="*/ 1220654 h 1590168"/>
                  <a:gd name="connsiteX10-21" fmla="*/ 99275 w 306851"/>
                  <a:gd name="connsiteY10-22" fmla="*/ 1098673 h 1590168"/>
                  <a:gd name="connsiteX11-23" fmla="*/ 99275 w 306851"/>
                  <a:gd name="connsiteY11-24" fmla="*/ 1152965 h 1590168"/>
                  <a:gd name="connsiteX12-25" fmla="*/ 207576 w 306851"/>
                  <a:gd name="connsiteY12-26" fmla="*/ 1152965 h 1590168"/>
                  <a:gd name="connsiteX13-27" fmla="*/ 207576 w 306851"/>
                  <a:gd name="connsiteY13-28" fmla="*/ 1098673 h 1590168"/>
                  <a:gd name="connsiteX14-29" fmla="*/ 99275 w 306851"/>
                  <a:gd name="connsiteY14-30" fmla="*/ 1098673 h 1590168"/>
                  <a:gd name="connsiteX15-31" fmla="*/ 99275 w 306851"/>
                  <a:gd name="connsiteY15-32" fmla="*/ 976691 h 1590168"/>
                  <a:gd name="connsiteX16-33" fmla="*/ 99275 w 306851"/>
                  <a:gd name="connsiteY16-34" fmla="*/ 1030983 h 1590168"/>
                  <a:gd name="connsiteX17-35" fmla="*/ 207576 w 306851"/>
                  <a:gd name="connsiteY17-36" fmla="*/ 1030983 h 1590168"/>
                  <a:gd name="connsiteX18-37" fmla="*/ 207576 w 306851"/>
                  <a:gd name="connsiteY18-38" fmla="*/ 976691 h 1590168"/>
                  <a:gd name="connsiteX19-39" fmla="*/ 99275 w 306851"/>
                  <a:gd name="connsiteY19-40" fmla="*/ 976691 h 1590168"/>
                  <a:gd name="connsiteX20-41" fmla="*/ 99275 w 306851"/>
                  <a:gd name="connsiteY20-42" fmla="*/ 854709 h 1590168"/>
                  <a:gd name="connsiteX21-43" fmla="*/ 99275 w 306851"/>
                  <a:gd name="connsiteY21-44" fmla="*/ 909001 h 1590168"/>
                  <a:gd name="connsiteX22-45" fmla="*/ 207576 w 306851"/>
                  <a:gd name="connsiteY22-46" fmla="*/ 909001 h 1590168"/>
                  <a:gd name="connsiteX23-47" fmla="*/ 207576 w 306851"/>
                  <a:gd name="connsiteY23-48" fmla="*/ 854709 h 1590168"/>
                  <a:gd name="connsiteX24-49" fmla="*/ 99275 w 306851"/>
                  <a:gd name="connsiteY24-50" fmla="*/ 854709 h 1590168"/>
                  <a:gd name="connsiteX25-51" fmla="*/ 99275 w 306851"/>
                  <a:gd name="connsiteY25-52" fmla="*/ 732727 h 1590168"/>
                  <a:gd name="connsiteX26-53" fmla="*/ 99275 w 306851"/>
                  <a:gd name="connsiteY26-54" fmla="*/ 787019 h 1590168"/>
                  <a:gd name="connsiteX27-55" fmla="*/ 207576 w 306851"/>
                  <a:gd name="connsiteY27-56" fmla="*/ 787019 h 1590168"/>
                  <a:gd name="connsiteX28-57" fmla="*/ 207576 w 306851"/>
                  <a:gd name="connsiteY28-58" fmla="*/ 732727 h 1590168"/>
                  <a:gd name="connsiteX29-59" fmla="*/ 99275 w 306851"/>
                  <a:gd name="connsiteY29-60" fmla="*/ 732727 h 1590168"/>
                  <a:gd name="connsiteX30-61" fmla="*/ 99275 w 306851"/>
                  <a:gd name="connsiteY30-62" fmla="*/ 610745 h 1590168"/>
                  <a:gd name="connsiteX31-63" fmla="*/ 99275 w 306851"/>
                  <a:gd name="connsiteY31-64" fmla="*/ 665038 h 1590168"/>
                  <a:gd name="connsiteX32-65" fmla="*/ 207576 w 306851"/>
                  <a:gd name="connsiteY32-66" fmla="*/ 665038 h 1590168"/>
                  <a:gd name="connsiteX33-67" fmla="*/ 207576 w 306851"/>
                  <a:gd name="connsiteY33-68" fmla="*/ 610745 h 1590168"/>
                  <a:gd name="connsiteX34-69" fmla="*/ 99275 w 306851"/>
                  <a:gd name="connsiteY34-70" fmla="*/ 610745 h 1590168"/>
                  <a:gd name="connsiteX35-71" fmla="*/ 99275 w 306851"/>
                  <a:gd name="connsiteY35-72" fmla="*/ 488763 h 1590168"/>
                  <a:gd name="connsiteX36" fmla="*/ 99275 w 306851"/>
                  <a:gd name="connsiteY36" fmla="*/ 543056 h 1590168"/>
                  <a:gd name="connsiteX37" fmla="*/ 207576 w 306851"/>
                  <a:gd name="connsiteY37" fmla="*/ 543056 h 1590168"/>
                  <a:gd name="connsiteX38" fmla="*/ 207576 w 306851"/>
                  <a:gd name="connsiteY38" fmla="*/ 488763 h 1590168"/>
                  <a:gd name="connsiteX39" fmla="*/ 99275 w 306851"/>
                  <a:gd name="connsiteY39" fmla="*/ 488763 h 1590168"/>
                  <a:gd name="connsiteX40" fmla="*/ 9525 w 306851"/>
                  <a:gd name="connsiteY40" fmla="*/ 0 h 1590168"/>
                  <a:gd name="connsiteX41" fmla="*/ 306851 w 306851"/>
                  <a:gd name="connsiteY41" fmla="*/ 371475 h 1590168"/>
                  <a:gd name="connsiteX42" fmla="*/ 306851 w 306851"/>
                  <a:gd name="connsiteY42" fmla="*/ 1590168 h 1590168"/>
                  <a:gd name="connsiteX43" fmla="*/ 0 w 306851"/>
                  <a:gd name="connsiteY43" fmla="*/ 1590168 h 1590168"/>
                  <a:gd name="connsiteX44" fmla="*/ 9525 w 306851"/>
                  <a:gd name="connsiteY44" fmla="*/ 0 h 1590168"/>
                  <a:gd name="connsiteX0-73" fmla="*/ 99275 w 306851"/>
                  <a:gd name="connsiteY0-74" fmla="*/ 1342636 h 1590168"/>
                  <a:gd name="connsiteX1-75" fmla="*/ 99275 w 306851"/>
                  <a:gd name="connsiteY1-76" fmla="*/ 1396929 h 1590168"/>
                  <a:gd name="connsiteX2-77" fmla="*/ 207576 w 306851"/>
                  <a:gd name="connsiteY2-78" fmla="*/ 1396929 h 1590168"/>
                  <a:gd name="connsiteX3-79" fmla="*/ 207576 w 306851"/>
                  <a:gd name="connsiteY3-80" fmla="*/ 1342636 h 1590168"/>
                  <a:gd name="connsiteX4-81" fmla="*/ 99275 w 306851"/>
                  <a:gd name="connsiteY4-82" fmla="*/ 1342636 h 1590168"/>
                  <a:gd name="connsiteX5-83" fmla="*/ 99275 w 306851"/>
                  <a:gd name="connsiteY5-84" fmla="*/ 1220654 h 1590168"/>
                  <a:gd name="connsiteX6-85" fmla="*/ 99275 w 306851"/>
                  <a:gd name="connsiteY6-86" fmla="*/ 1274947 h 1590168"/>
                  <a:gd name="connsiteX7-87" fmla="*/ 207576 w 306851"/>
                  <a:gd name="connsiteY7-88" fmla="*/ 1274947 h 1590168"/>
                  <a:gd name="connsiteX8-89" fmla="*/ 207576 w 306851"/>
                  <a:gd name="connsiteY8-90" fmla="*/ 1220654 h 1590168"/>
                  <a:gd name="connsiteX9-91" fmla="*/ 99275 w 306851"/>
                  <a:gd name="connsiteY9-92" fmla="*/ 1220654 h 1590168"/>
                  <a:gd name="connsiteX10-93" fmla="*/ 99275 w 306851"/>
                  <a:gd name="connsiteY10-94" fmla="*/ 1098673 h 1590168"/>
                  <a:gd name="connsiteX11-95" fmla="*/ 99275 w 306851"/>
                  <a:gd name="connsiteY11-96" fmla="*/ 1152965 h 1590168"/>
                  <a:gd name="connsiteX12-97" fmla="*/ 207576 w 306851"/>
                  <a:gd name="connsiteY12-98" fmla="*/ 1152965 h 1590168"/>
                  <a:gd name="connsiteX13-99" fmla="*/ 207576 w 306851"/>
                  <a:gd name="connsiteY13-100" fmla="*/ 1098673 h 1590168"/>
                  <a:gd name="connsiteX14-101" fmla="*/ 99275 w 306851"/>
                  <a:gd name="connsiteY14-102" fmla="*/ 1098673 h 1590168"/>
                  <a:gd name="connsiteX15-103" fmla="*/ 99275 w 306851"/>
                  <a:gd name="connsiteY15-104" fmla="*/ 976691 h 1590168"/>
                  <a:gd name="connsiteX16-105" fmla="*/ 99275 w 306851"/>
                  <a:gd name="connsiteY16-106" fmla="*/ 1030983 h 1590168"/>
                  <a:gd name="connsiteX17-107" fmla="*/ 207576 w 306851"/>
                  <a:gd name="connsiteY17-108" fmla="*/ 1030983 h 1590168"/>
                  <a:gd name="connsiteX18-109" fmla="*/ 207576 w 306851"/>
                  <a:gd name="connsiteY18-110" fmla="*/ 976691 h 1590168"/>
                  <a:gd name="connsiteX19-111" fmla="*/ 99275 w 306851"/>
                  <a:gd name="connsiteY19-112" fmla="*/ 976691 h 1590168"/>
                  <a:gd name="connsiteX20-113" fmla="*/ 99275 w 306851"/>
                  <a:gd name="connsiteY20-114" fmla="*/ 854709 h 1590168"/>
                  <a:gd name="connsiteX21-115" fmla="*/ 99275 w 306851"/>
                  <a:gd name="connsiteY21-116" fmla="*/ 909001 h 1590168"/>
                  <a:gd name="connsiteX22-117" fmla="*/ 207576 w 306851"/>
                  <a:gd name="connsiteY22-118" fmla="*/ 909001 h 1590168"/>
                  <a:gd name="connsiteX23-119" fmla="*/ 207576 w 306851"/>
                  <a:gd name="connsiteY23-120" fmla="*/ 854709 h 1590168"/>
                  <a:gd name="connsiteX24-121" fmla="*/ 99275 w 306851"/>
                  <a:gd name="connsiteY24-122" fmla="*/ 854709 h 1590168"/>
                  <a:gd name="connsiteX25-123" fmla="*/ 99275 w 306851"/>
                  <a:gd name="connsiteY25-124" fmla="*/ 732727 h 1590168"/>
                  <a:gd name="connsiteX26-125" fmla="*/ 99275 w 306851"/>
                  <a:gd name="connsiteY26-126" fmla="*/ 787019 h 1590168"/>
                  <a:gd name="connsiteX27-127" fmla="*/ 207576 w 306851"/>
                  <a:gd name="connsiteY27-128" fmla="*/ 787019 h 1590168"/>
                  <a:gd name="connsiteX28-129" fmla="*/ 207576 w 306851"/>
                  <a:gd name="connsiteY28-130" fmla="*/ 732727 h 1590168"/>
                  <a:gd name="connsiteX29-131" fmla="*/ 99275 w 306851"/>
                  <a:gd name="connsiteY29-132" fmla="*/ 732727 h 1590168"/>
                  <a:gd name="connsiteX30-133" fmla="*/ 99275 w 306851"/>
                  <a:gd name="connsiteY30-134" fmla="*/ 610745 h 1590168"/>
                  <a:gd name="connsiteX31-135" fmla="*/ 99275 w 306851"/>
                  <a:gd name="connsiteY31-136" fmla="*/ 665038 h 1590168"/>
                  <a:gd name="connsiteX32-137" fmla="*/ 207576 w 306851"/>
                  <a:gd name="connsiteY32-138" fmla="*/ 665038 h 1590168"/>
                  <a:gd name="connsiteX33-139" fmla="*/ 207576 w 306851"/>
                  <a:gd name="connsiteY33-140" fmla="*/ 610745 h 1590168"/>
                  <a:gd name="connsiteX34-141" fmla="*/ 99275 w 306851"/>
                  <a:gd name="connsiteY34-142" fmla="*/ 610745 h 1590168"/>
                  <a:gd name="connsiteX35-143" fmla="*/ 99275 w 306851"/>
                  <a:gd name="connsiteY35-144" fmla="*/ 488763 h 1590168"/>
                  <a:gd name="connsiteX36-145" fmla="*/ 99275 w 306851"/>
                  <a:gd name="connsiteY36-146" fmla="*/ 543056 h 1590168"/>
                  <a:gd name="connsiteX37-147" fmla="*/ 207576 w 306851"/>
                  <a:gd name="connsiteY37-148" fmla="*/ 543056 h 1590168"/>
                  <a:gd name="connsiteX38-149" fmla="*/ 207576 w 306851"/>
                  <a:gd name="connsiteY38-150" fmla="*/ 488763 h 1590168"/>
                  <a:gd name="connsiteX39-151" fmla="*/ 99275 w 306851"/>
                  <a:gd name="connsiteY39-152" fmla="*/ 488763 h 1590168"/>
                  <a:gd name="connsiteX40-153" fmla="*/ 0 w 306851"/>
                  <a:gd name="connsiteY40-154" fmla="*/ 0 h 1590168"/>
                  <a:gd name="connsiteX41-155" fmla="*/ 306851 w 306851"/>
                  <a:gd name="connsiteY41-156" fmla="*/ 371475 h 1590168"/>
                  <a:gd name="connsiteX42-157" fmla="*/ 306851 w 306851"/>
                  <a:gd name="connsiteY42-158" fmla="*/ 1590168 h 1590168"/>
                  <a:gd name="connsiteX43-159" fmla="*/ 0 w 306851"/>
                  <a:gd name="connsiteY43-160" fmla="*/ 1590168 h 1590168"/>
                  <a:gd name="connsiteX44-161" fmla="*/ 0 w 306851"/>
                  <a:gd name="connsiteY44-162" fmla="*/ 0 h 1590168"/>
                  <a:gd name="connsiteX0-163" fmla="*/ 99275 w 306851"/>
                  <a:gd name="connsiteY0-164" fmla="*/ 1152513 h 1400045"/>
                  <a:gd name="connsiteX1-165" fmla="*/ 99275 w 306851"/>
                  <a:gd name="connsiteY1-166" fmla="*/ 1206806 h 1400045"/>
                  <a:gd name="connsiteX2-167" fmla="*/ 207576 w 306851"/>
                  <a:gd name="connsiteY2-168" fmla="*/ 1206806 h 1400045"/>
                  <a:gd name="connsiteX3-169" fmla="*/ 207576 w 306851"/>
                  <a:gd name="connsiteY3-170" fmla="*/ 1152513 h 1400045"/>
                  <a:gd name="connsiteX4-171" fmla="*/ 99275 w 306851"/>
                  <a:gd name="connsiteY4-172" fmla="*/ 1152513 h 1400045"/>
                  <a:gd name="connsiteX5-173" fmla="*/ 99275 w 306851"/>
                  <a:gd name="connsiteY5-174" fmla="*/ 1030531 h 1400045"/>
                  <a:gd name="connsiteX6-175" fmla="*/ 99275 w 306851"/>
                  <a:gd name="connsiteY6-176" fmla="*/ 1084824 h 1400045"/>
                  <a:gd name="connsiteX7-177" fmla="*/ 207576 w 306851"/>
                  <a:gd name="connsiteY7-178" fmla="*/ 1084824 h 1400045"/>
                  <a:gd name="connsiteX8-179" fmla="*/ 207576 w 306851"/>
                  <a:gd name="connsiteY8-180" fmla="*/ 1030531 h 1400045"/>
                  <a:gd name="connsiteX9-181" fmla="*/ 99275 w 306851"/>
                  <a:gd name="connsiteY9-182" fmla="*/ 1030531 h 1400045"/>
                  <a:gd name="connsiteX10-183" fmla="*/ 99275 w 306851"/>
                  <a:gd name="connsiteY10-184" fmla="*/ 908550 h 1400045"/>
                  <a:gd name="connsiteX11-185" fmla="*/ 99275 w 306851"/>
                  <a:gd name="connsiteY11-186" fmla="*/ 962842 h 1400045"/>
                  <a:gd name="connsiteX12-187" fmla="*/ 207576 w 306851"/>
                  <a:gd name="connsiteY12-188" fmla="*/ 962842 h 1400045"/>
                  <a:gd name="connsiteX13-189" fmla="*/ 207576 w 306851"/>
                  <a:gd name="connsiteY13-190" fmla="*/ 908550 h 1400045"/>
                  <a:gd name="connsiteX14-191" fmla="*/ 99275 w 306851"/>
                  <a:gd name="connsiteY14-192" fmla="*/ 908550 h 1400045"/>
                  <a:gd name="connsiteX15-193" fmla="*/ 99275 w 306851"/>
                  <a:gd name="connsiteY15-194" fmla="*/ 786568 h 1400045"/>
                  <a:gd name="connsiteX16-195" fmla="*/ 99275 w 306851"/>
                  <a:gd name="connsiteY16-196" fmla="*/ 840860 h 1400045"/>
                  <a:gd name="connsiteX17-197" fmla="*/ 207576 w 306851"/>
                  <a:gd name="connsiteY17-198" fmla="*/ 840860 h 1400045"/>
                  <a:gd name="connsiteX18-199" fmla="*/ 207576 w 306851"/>
                  <a:gd name="connsiteY18-200" fmla="*/ 786568 h 1400045"/>
                  <a:gd name="connsiteX19-201" fmla="*/ 99275 w 306851"/>
                  <a:gd name="connsiteY19-202" fmla="*/ 786568 h 1400045"/>
                  <a:gd name="connsiteX20-203" fmla="*/ 99275 w 306851"/>
                  <a:gd name="connsiteY20-204" fmla="*/ 664586 h 1400045"/>
                  <a:gd name="connsiteX21-205" fmla="*/ 99275 w 306851"/>
                  <a:gd name="connsiteY21-206" fmla="*/ 718878 h 1400045"/>
                  <a:gd name="connsiteX22-207" fmla="*/ 207576 w 306851"/>
                  <a:gd name="connsiteY22-208" fmla="*/ 718878 h 1400045"/>
                  <a:gd name="connsiteX23-209" fmla="*/ 207576 w 306851"/>
                  <a:gd name="connsiteY23-210" fmla="*/ 664586 h 1400045"/>
                  <a:gd name="connsiteX24-211" fmla="*/ 99275 w 306851"/>
                  <a:gd name="connsiteY24-212" fmla="*/ 664586 h 1400045"/>
                  <a:gd name="connsiteX25-213" fmla="*/ 99275 w 306851"/>
                  <a:gd name="connsiteY25-214" fmla="*/ 542604 h 1400045"/>
                  <a:gd name="connsiteX26-215" fmla="*/ 99275 w 306851"/>
                  <a:gd name="connsiteY26-216" fmla="*/ 596896 h 1400045"/>
                  <a:gd name="connsiteX27-217" fmla="*/ 207576 w 306851"/>
                  <a:gd name="connsiteY27-218" fmla="*/ 596896 h 1400045"/>
                  <a:gd name="connsiteX28-219" fmla="*/ 207576 w 306851"/>
                  <a:gd name="connsiteY28-220" fmla="*/ 542604 h 1400045"/>
                  <a:gd name="connsiteX29-221" fmla="*/ 99275 w 306851"/>
                  <a:gd name="connsiteY29-222" fmla="*/ 542604 h 1400045"/>
                  <a:gd name="connsiteX30-223" fmla="*/ 99275 w 306851"/>
                  <a:gd name="connsiteY30-224" fmla="*/ 420622 h 1400045"/>
                  <a:gd name="connsiteX31-225" fmla="*/ 99275 w 306851"/>
                  <a:gd name="connsiteY31-226" fmla="*/ 474915 h 1400045"/>
                  <a:gd name="connsiteX32-227" fmla="*/ 207576 w 306851"/>
                  <a:gd name="connsiteY32-228" fmla="*/ 474915 h 1400045"/>
                  <a:gd name="connsiteX33-229" fmla="*/ 207576 w 306851"/>
                  <a:gd name="connsiteY33-230" fmla="*/ 420622 h 1400045"/>
                  <a:gd name="connsiteX34-231" fmla="*/ 99275 w 306851"/>
                  <a:gd name="connsiteY34-232" fmla="*/ 420622 h 1400045"/>
                  <a:gd name="connsiteX35-233" fmla="*/ 99275 w 306851"/>
                  <a:gd name="connsiteY35-234" fmla="*/ 298640 h 1400045"/>
                  <a:gd name="connsiteX36-235" fmla="*/ 99275 w 306851"/>
                  <a:gd name="connsiteY36-236" fmla="*/ 352933 h 1400045"/>
                  <a:gd name="connsiteX37-237" fmla="*/ 207576 w 306851"/>
                  <a:gd name="connsiteY37-238" fmla="*/ 352933 h 1400045"/>
                  <a:gd name="connsiteX38-239" fmla="*/ 207576 w 306851"/>
                  <a:gd name="connsiteY38-240" fmla="*/ 298640 h 1400045"/>
                  <a:gd name="connsiteX39-241" fmla="*/ 99275 w 306851"/>
                  <a:gd name="connsiteY39-242" fmla="*/ 298640 h 1400045"/>
                  <a:gd name="connsiteX40-243" fmla="*/ 0 w 306851"/>
                  <a:gd name="connsiteY40-244" fmla="*/ 0 h 1400045"/>
                  <a:gd name="connsiteX41-245" fmla="*/ 306851 w 306851"/>
                  <a:gd name="connsiteY41-246" fmla="*/ 181352 h 1400045"/>
                  <a:gd name="connsiteX42-247" fmla="*/ 306851 w 306851"/>
                  <a:gd name="connsiteY42-248" fmla="*/ 1400045 h 1400045"/>
                  <a:gd name="connsiteX43-249" fmla="*/ 0 w 306851"/>
                  <a:gd name="connsiteY43-250" fmla="*/ 1400045 h 1400045"/>
                  <a:gd name="connsiteX44-251" fmla="*/ 0 w 306851"/>
                  <a:gd name="connsiteY44-252" fmla="*/ 0 h 140004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145" y="connsiteY36-146"/>
                  </a:cxn>
                  <a:cxn ang="0">
                    <a:pos x="connsiteX37-147" y="connsiteY37-148"/>
                  </a:cxn>
                  <a:cxn ang="0">
                    <a:pos x="connsiteX38-149" y="connsiteY38-150"/>
                  </a:cxn>
                  <a:cxn ang="0">
                    <a:pos x="connsiteX39-151" y="connsiteY39-152"/>
                  </a:cxn>
                  <a:cxn ang="0">
                    <a:pos x="connsiteX40-153" y="connsiteY40-154"/>
                  </a:cxn>
                  <a:cxn ang="0">
                    <a:pos x="connsiteX41-155" y="connsiteY41-156"/>
                  </a:cxn>
                  <a:cxn ang="0">
                    <a:pos x="connsiteX42-157" y="connsiteY42-158"/>
                  </a:cxn>
                  <a:cxn ang="0">
                    <a:pos x="connsiteX43-159" y="connsiteY43-160"/>
                  </a:cxn>
                  <a:cxn ang="0">
                    <a:pos x="connsiteX44-161" y="connsiteY44-162"/>
                  </a:cxn>
                </a:cxnLst>
                <a:rect l="l" t="t" r="r" b="b"/>
                <a:pathLst>
                  <a:path w="306851" h="1400045">
                    <a:moveTo>
                      <a:pt x="99275" y="1152513"/>
                    </a:moveTo>
                    <a:lnTo>
                      <a:pt x="99275" y="1206806"/>
                    </a:lnTo>
                    <a:lnTo>
                      <a:pt x="207576" y="1206806"/>
                    </a:lnTo>
                    <a:lnTo>
                      <a:pt x="207576" y="1152513"/>
                    </a:lnTo>
                    <a:lnTo>
                      <a:pt x="99275" y="1152513"/>
                    </a:lnTo>
                    <a:close/>
                    <a:moveTo>
                      <a:pt x="99275" y="1030531"/>
                    </a:moveTo>
                    <a:lnTo>
                      <a:pt x="99275" y="1084824"/>
                    </a:lnTo>
                    <a:lnTo>
                      <a:pt x="207576" y="1084824"/>
                    </a:lnTo>
                    <a:lnTo>
                      <a:pt x="207576" y="1030531"/>
                    </a:lnTo>
                    <a:lnTo>
                      <a:pt x="99275" y="1030531"/>
                    </a:lnTo>
                    <a:close/>
                    <a:moveTo>
                      <a:pt x="99275" y="908550"/>
                    </a:moveTo>
                    <a:lnTo>
                      <a:pt x="99275" y="962842"/>
                    </a:lnTo>
                    <a:lnTo>
                      <a:pt x="207576" y="962842"/>
                    </a:lnTo>
                    <a:lnTo>
                      <a:pt x="207576" y="908550"/>
                    </a:lnTo>
                    <a:lnTo>
                      <a:pt x="99275" y="908550"/>
                    </a:lnTo>
                    <a:close/>
                    <a:moveTo>
                      <a:pt x="99275" y="786568"/>
                    </a:moveTo>
                    <a:lnTo>
                      <a:pt x="99275" y="840860"/>
                    </a:lnTo>
                    <a:lnTo>
                      <a:pt x="207576" y="840860"/>
                    </a:lnTo>
                    <a:lnTo>
                      <a:pt x="207576" y="786568"/>
                    </a:lnTo>
                    <a:lnTo>
                      <a:pt x="99275" y="786568"/>
                    </a:lnTo>
                    <a:close/>
                    <a:moveTo>
                      <a:pt x="99275" y="664586"/>
                    </a:moveTo>
                    <a:lnTo>
                      <a:pt x="99275" y="718878"/>
                    </a:lnTo>
                    <a:lnTo>
                      <a:pt x="207576" y="718878"/>
                    </a:lnTo>
                    <a:lnTo>
                      <a:pt x="207576" y="664586"/>
                    </a:lnTo>
                    <a:lnTo>
                      <a:pt x="99275" y="664586"/>
                    </a:lnTo>
                    <a:close/>
                    <a:moveTo>
                      <a:pt x="99275" y="542604"/>
                    </a:moveTo>
                    <a:lnTo>
                      <a:pt x="99275" y="596896"/>
                    </a:lnTo>
                    <a:lnTo>
                      <a:pt x="207576" y="596896"/>
                    </a:lnTo>
                    <a:lnTo>
                      <a:pt x="207576" y="542604"/>
                    </a:lnTo>
                    <a:lnTo>
                      <a:pt x="99275" y="542604"/>
                    </a:lnTo>
                    <a:close/>
                    <a:moveTo>
                      <a:pt x="99275" y="420622"/>
                    </a:moveTo>
                    <a:lnTo>
                      <a:pt x="99275" y="474915"/>
                    </a:lnTo>
                    <a:lnTo>
                      <a:pt x="207576" y="474915"/>
                    </a:lnTo>
                    <a:lnTo>
                      <a:pt x="207576" y="420622"/>
                    </a:lnTo>
                    <a:lnTo>
                      <a:pt x="99275" y="420622"/>
                    </a:lnTo>
                    <a:close/>
                    <a:moveTo>
                      <a:pt x="99275" y="298640"/>
                    </a:moveTo>
                    <a:lnTo>
                      <a:pt x="99275" y="352933"/>
                    </a:lnTo>
                    <a:lnTo>
                      <a:pt x="207576" y="352933"/>
                    </a:lnTo>
                    <a:lnTo>
                      <a:pt x="207576" y="298640"/>
                    </a:lnTo>
                    <a:lnTo>
                      <a:pt x="99275" y="298640"/>
                    </a:lnTo>
                    <a:close/>
                    <a:moveTo>
                      <a:pt x="0" y="0"/>
                    </a:moveTo>
                    <a:lnTo>
                      <a:pt x="306851" y="181352"/>
                    </a:lnTo>
                    <a:lnTo>
                      <a:pt x="306851" y="1400045"/>
                    </a:lnTo>
                    <a:lnTo>
                      <a:pt x="0" y="14000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1" name="Freeform: Shape 40"/>
              <p:cNvSpPr/>
              <p:nvPr/>
            </p:nvSpPr>
            <p:spPr>
              <a:xfrm flipH="1">
                <a:off x="3387275" y="2734432"/>
                <a:ext cx="351859" cy="1020419"/>
              </a:xfrm>
              <a:custGeom>
                <a:avLst/>
                <a:gdLst>
                  <a:gd name="connsiteX0" fmla="*/ 159201 w 408118"/>
                  <a:gd name="connsiteY0" fmla="*/ 578755 h 1158732"/>
                  <a:gd name="connsiteX1" fmla="*/ 159201 w 408118"/>
                  <a:gd name="connsiteY1" fmla="*/ 665832 h 1158732"/>
                  <a:gd name="connsiteX2" fmla="*/ 248917 w 408118"/>
                  <a:gd name="connsiteY2" fmla="*/ 665832 h 1158732"/>
                  <a:gd name="connsiteX3" fmla="*/ 248917 w 408118"/>
                  <a:gd name="connsiteY3" fmla="*/ 578755 h 1158732"/>
                  <a:gd name="connsiteX4" fmla="*/ 159201 w 408118"/>
                  <a:gd name="connsiteY4" fmla="*/ 578755 h 1158732"/>
                  <a:gd name="connsiteX5" fmla="*/ 278823 w 408118"/>
                  <a:gd name="connsiteY5" fmla="*/ 576996 h 1158732"/>
                  <a:gd name="connsiteX6" fmla="*/ 278823 w 408118"/>
                  <a:gd name="connsiteY6" fmla="*/ 664073 h 1158732"/>
                  <a:gd name="connsiteX7" fmla="*/ 365020 w 408118"/>
                  <a:gd name="connsiteY7" fmla="*/ 664073 h 1158732"/>
                  <a:gd name="connsiteX8" fmla="*/ 365020 w 408118"/>
                  <a:gd name="connsiteY8" fmla="*/ 576996 h 1158732"/>
                  <a:gd name="connsiteX9" fmla="*/ 278823 w 408118"/>
                  <a:gd name="connsiteY9" fmla="*/ 576996 h 1158732"/>
                  <a:gd name="connsiteX10" fmla="*/ 43979 w 408118"/>
                  <a:gd name="connsiteY10" fmla="*/ 576996 h 1158732"/>
                  <a:gd name="connsiteX11" fmla="*/ 43979 w 408118"/>
                  <a:gd name="connsiteY11" fmla="*/ 664952 h 1158732"/>
                  <a:gd name="connsiteX12" fmla="*/ 131935 w 408118"/>
                  <a:gd name="connsiteY12" fmla="*/ 665832 h 1158732"/>
                  <a:gd name="connsiteX13" fmla="*/ 132814 w 408118"/>
                  <a:gd name="connsiteY13" fmla="*/ 576996 h 1158732"/>
                  <a:gd name="connsiteX14" fmla="*/ 43979 w 408118"/>
                  <a:gd name="connsiteY14" fmla="*/ 576996 h 1158732"/>
                  <a:gd name="connsiteX15" fmla="*/ 160960 w 408118"/>
                  <a:gd name="connsiteY15" fmla="*/ 449459 h 1158732"/>
                  <a:gd name="connsiteX16" fmla="*/ 160960 w 408118"/>
                  <a:gd name="connsiteY16" fmla="*/ 539174 h 1158732"/>
                  <a:gd name="connsiteX17" fmla="*/ 248917 w 408118"/>
                  <a:gd name="connsiteY17" fmla="*/ 539174 h 1158732"/>
                  <a:gd name="connsiteX18" fmla="*/ 248917 w 408118"/>
                  <a:gd name="connsiteY18" fmla="*/ 449459 h 1158732"/>
                  <a:gd name="connsiteX19" fmla="*/ 160960 w 408118"/>
                  <a:gd name="connsiteY19" fmla="*/ 449459 h 1158732"/>
                  <a:gd name="connsiteX20" fmla="*/ 44858 w 408118"/>
                  <a:gd name="connsiteY20" fmla="*/ 449459 h 1158732"/>
                  <a:gd name="connsiteX21" fmla="*/ 44858 w 408118"/>
                  <a:gd name="connsiteY21" fmla="*/ 539174 h 1158732"/>
                  <a:gd name="connsiteX22" fmla="*/ 131935 w 408118"/>
                  <a:gd name="connsiteY22" fmla="*/ 539174 h 1158732"/>
                  <a:gd name="connsiteX23" fmla="*/ 131935 w 408118"/>
                  <a:gd name="connsiteY23" fmla="*/ 449459 h 1158732"/>
                  <a:gd name="connsiteX24" fmla="*/ 44858 w 408118"/>
                  <a:gd name="connsiteY24" fmla="*/ 449459 h 1158732"/>
                  <a:gd name="connsiteX25" fmla="*/ 278823 w 408118"/>
                  <a:gd name="connsiteY25" fmla="*/ 448579 h 1158732"/>
                  <a:gd name="connsiteX26" fmla="*/ 278823 w 408118"/>
                  <a:gd name="connsiteY26" fmla="*/ 538295 h 1158732"/>
                  <a:gd name="connsiteX27" fmla="*/ 365020 w 408118"/>
                  <a:gd name="connsiteY27" fmla="*/ 538295 h 1158732"/>
                  <a:gd name="connsiteX28" fmla="*/ 365020 w 408118"/>
                  <a:gd name="connsiteY28" fmla="*/ 448579 h 1158732"/>
                  <a:gd name="connsiteX29" fmla="*/ 278823 w 408118"/>
                  <a:gd name="connsiteY29" fmla="*/ 448579 h 1158732"/>
                  <a:gd name="connsiteX30" fmla="*/ 277943 w 408118"/>
                  <a:gd name="connsiteY30" fmla="*/ 318403 h 1158732"/>
                  <a:gd name="connsiteX31" fmla="*/ 277943 w 408118"/>
                  <a:gd name="connsiteY31" fmla="*/ 408999 h 1158732"/>
                  <a:gd name="connsiteX32" fmla="*/ 366779 w 408118"/>
                  <a:gd name="connsiteY32" fmla="*/ 408999 h 1158732"/>
                  <a:gd name="connsiteX33" fmla="*/ 366779 w 408118"/>
                  <a:gd name="connsiteY33" fmla="*/ 318403 h 1158732"/>
                  <a:gd name="connsiteX34" fmla="*/ 277943 w 408118"/>
                  <a:gd name="connsiteY34" fmla="*/ 318403 h 1158732"/>
                  <a:gd name="connsiteX35" fmla="*/ 159201 w 408118"/>
                  <a:gd name="connsiteY35" fmla="*/ 318403 h 1158732"/>
                  <a:gd name="connsiteX36" fmla="*/ 159201 w 408118"/>
                  <a:gd name="connsiteY36" fmla="*/ 407239 h 1158732"/>
                  <a:gd name="connsiteX37" fmla="*/ 249797 w 408118"/>
                  <a:gd name="connsiteY37" fmla="*/ 407239 h 1158732"/>
                  <a:gd name="connsiteX38" fmla="*/ 249797 w 408118"/>
                  <a:gd name="connsiteY38" fmla="*/ 318403 h 1158732"/>
                  <a:gd name="connsiteX39" fmla="*/ 159201 w 408118"/>
                  <a:gd name="connsiteY39" fmla="*/ 318403 h 1158732"/>
                  <a:gd name="connsiteX40" fmla="*/ 43979 w 408118"/>
                  <a:gd name="connsiteY40" fmla="*/ 318403 h 1158732"/>
                  <a:gd name="connsiteX41" fmla="*/ 43979 w 408118"/>
                  <a:gd name="connsiteY41" fmla="*/ 408119 h 1158732"/>
                  <a:gd name="connsiteX42" fmla="*/ 131935 w 408118"/>
                  <a:gd name="connsiteY42" fmla="*/ 408119 h 1158732"/>
                  <a:gd name="connsiteX43" fmla="*/ 131935 w 408118"/>
                  <a:gd name="connsiteY43" fmla="*/ 318403 h 1158732"/>
                  <a:gd name="connsiteX44" fmla="*/ 43979 w 408118"/>
                  <a:gd name="connsiteY44" fmla="*/ 318403 h 1158732"/>
                  <a:gd name="connsiteX45" fmla="*/ 43098 w 408118"/>
                  <a:gd name="connsiteY45" fmla="*/ 187348 h 1158732"/>
                  <a:gd name="connsiteX46" fmla="*/ 43098 w 408118"/>
                  <a:gd name="connsiteY46" fmla="*/ 279702 h 1158732"/>
                  <a:gd name="connsiteX47" fmla="*/ 132814 w 408118"/>
                  <a:gd name="connsiteY47" fmla="*/ 279702 h 1158732"/>
                  <a:gd name="connsiteX48" fmla="*/ 132814 w 408118"/>
                  <a:gd name="connsiteY48" fmla="*/ 187348 h 1158732"/>
                  <a:gd name="connsiteX49" fmla="*/ 43098 w 408118"/>
                  <a:gd name="connsiteY49" fmla="*/ 187348 h 1158732"/>
                  <a:gd name="connsiteX50" fmla="*/ 43979 w 408118"/>
                  <a:gd name="connsiteY50" fmla="*/ 60690 h 1158732"/>
                  <a:gd name="connsiteX51" fmla="*/ 43979 w 408118"/>
                  <a:gd name="connsiteY51" fmla="*/ 152166 h 1158732"/>
                  <a:gd name="connsiteX52" fmla="*/ 133694 w 408118"/>
                  <a:gd name="connsiteY52" fmla="*/ 152166 h 1158732"/>
                  <a:gd name="connsiteX53" fmla="*/ 133694 w 408118"/>
                  <a:gd name="connsiteY53" fmla="*/ 60690 h 1158732"/>
                  <a:gd name="connsiteX54" fmla="*/ 43979 w 408118"/>
                  <a:gd name="connsiteY54" fmla="*/ 60690 h 1158732"/>
                  <a:gd name="connsiteX55" fmla="*/ 0 w 408118"/>
                  <a:gd name="connsiteY55" fmla="*/ 0 h 1158732"/>
                  <a:gd name="connsiteX56" fmla="*/ 155702 w 408118"/>
                  <a:gd name="connsiteY56" fmla="*/ 0 h 1158732"/>
                  <a:gd name="connsiteX57" fmla="*/ 155702 w 408118"/>
                  <a:gd name="connsiteY57" fmla="*/ 281913 h 1158732"/>
                  <a:gd name="connsiteX58" fmla="*/ 277943 w 408118"/>
                  <a:gd name="connsiteY58" fmla="*/ 281913 h 1158732"/>
                  <a:gd name="connsiteX59" fmla="*/ 277943 w 408118"/>
                  <a:gd name="connsiteY59" fmla="*/ 282341 h 1158732"/>
                  <a:gd name="connsiteX60" fmla="*/ 366779 w 408118"/>
                  <a:gd name="connsiteY60" fmla="*/ 282341 h 1158732"/>
                  <a:gd name="connsiteX61" fmla="*/ 366779 w 408118"/>
                  <a:gd name="connsiteY61" fmla="*/ 281913 h 1158732"/>
                  <a:gd name="connsiteX62" fmla="*/ 408118 w 408118"/>
                  <a:gd name="connsiteY62" fmla="*/ 281913 h 1158732"/>
                  <a:gd name="connsiteX63" fmla="*/ 408118 w 408118"/>
                  <a:gd name="connsiteY63" fmla="*/ 1158732 h 1158732"/>
                  <a:gd name="connsiteX64" fmla="*/ 0 w 408118"/>
                  <a:gd name="connsiteY64" fmla="*/ 1158732 h 115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08118" h="1158732">
                    <a:moveTo>
                      <a:pt x="159201" y="578755"/>
                    </a:moveTo>
                    <a:cubicBezTo>
                      <a:pt x="159201" y="608660"/>
                      <a:pt x="159201" y="638565"/>
                      <a:pt x="159201" y="665832"/>
                    </a:cubicBezTo>
                    <a:cubicBezTo>
                      <a:pt x="189986" y="668470"/>
                      <a:pt x="222530" y="665832"/>
                      <a:pt x="248917" y="665832"/>
                    </a:cubicBezTo>
                    <a:cubicBezTo>
                      <a:pt x="248917" y="634168"/>
                      <a:pt x="248917" y="608660"/>
                      <a:pt x="248917" y="578755"/>
                    </a:cubicBezTo>
                    <a:cubicBezTo>
                      <a:pt x="217253" y="578755"/>
                      <a:pt x="188227" y="578755"/>
                      <a:pt x="159201" y="578755"/>
                    </a:cubicBezTo>
                    <a:close/>
                    <a:moveTo>
                      <a:pt x="278823" y="576996"/>
                    </a:moveTo>
                    <a:cubicBezTo>
                      <a:pt x="278823" y="606901"/>
                      <a:pt x="278823" y="632408"/>
                      <a:pt x="278823" y="664073"/>
                    </a:cubicBezTo>
                    <a:cubicBezTo>
                      <a:pt x="311366" y="664073"/>
                      <a:pt x="346549" y="664952"/>
                      <a:pt x="365020" y="664073"/>
                    </a:cubicBezTo>
                    <a:cubicBezTo>
                      <a:pt x="365020" y="632408"/>
                      <a:pt x="365020" y="606021"/>
                      <a:pt x="365020" y="576996"/>
                    </a:cubicBezTo>
                    <a:cubicBezTo>
                      <a:pt x="335114" y="576996"/>
                      <a:pt x="306968" y="576996"/>
                      <a:pt x="278823" y="576996"/>
                    </a:cubicBezTo>
                    <a:close/>
                    <a:moveTo>
                      <a:pt x="43979" y="576996"/>
                    </a:moveTo>
                    <a:cubicBezTo>
                      <a:pt x="43979" y="605142"/>
                      <a:pt x="43979" y="638565"/>
                      <a:pt x="43979" y="664952"/>
                    </a:cubicBezTo>
                    <a:cubicBezTo>
                      <a:pt x="81799" y="664952"/>
                      <a:pt x="105548" y="664073"/>
                      <a:pt x="131935" y="665832"/>
                    </a:cubicBezTo>
                    <a:cubicBezTo>
                      <a:pt x="131935" y="631529"/>
                      <a:pt x="132814" y="602503"/>
                      <a:pt x="132814" y="576996"/>
                    </a:cubicBezTo>
                    <a:cubicBezTo>
                      <a:pt x="102030" y="576996"/>
                      <a:pt x="73884" y="576996"/>
                      <a:pt x="43979" y="576996"/>
                    </a:cubicBezTo>
                    <a:close/>
                    <a:moveTo>
                      <a:pt x="160960" y="449459"/>
                    </a:moveTo>
                    <a:cubicBezTo>
                      <a:pt x="160960" y="481123"/>
                      <a:pt x="160960" y="509268"/>
                      <a:pt x="160960" y="539174"/>
                    </a:cubicBezTo>
                    <a:cubicBezTo>
                      <a:pt x="189986" y="539174"/>
                      <a:pt x="217253" y="539174"/>
                      <a:pt x="248917" y="539174"/>
                    </a:cubicBezTo>
                    <a:cubicBezTo>
                      <a:pt x="248917" y="506630"/>
                      <a:pt x="248917" y="477604"/>
                      <a:pt x="248917" y="449459"/>
                    </a:cubicBezTo>
                    <a:cubicBezTo>
                      <a:pt x="218132" y="449459"/>
                      <a:pt x="189107" y="449459"/>
                      <a:pt x="160960" y="449459"/>
                    </a:cubicBezTo>
                    <a:close/>
                    <a:moveTo>
                      <a:pt x="44858" y="449459"/>
                    </a:moveTo>
                    <a:cubicBezTo>
                      <a:pt x="44858" y="481123"/>
                      <a:pt x="44858" y="509268"/>
                      <a:pt x="44858" y="539174"/>
                    </a:cubicBezTo>
                    <a:cubicBezTo>
                      <a:pt x="75643" y="539174"/>
                      <a:pt x="102910" y="539174"/>
                      <a:pt x="131935" y="539174"/>
                    </a:cubicBezTo>
                    <a:cubicBezTo>
                      <a:pt x="131935" y="505751"/>
                      <a:pt x="131935" y="477604"/>
                      <a:pt x="131935" y="449459"/>
                    </a:cubicBezTo>
                    <a:cubicBezTo>
                      <a:pt x="100271" y="449459"/>
                      <a:pt x="72125" y="449459"/>
                      <a:pt x="44858" y="449459"/>
                    </a:cubicBezTo>
                    <a:close/>
                    <a:moveTo>
                      <a:pt x="278823" y="448579"/>
                    </a:moveTo>
                    <a:cubicBezTo>
                      <a:pt x="278823" y="479364"/>
                      <a:pt x="278823" y="508389"/>
                      <a:pt x="278823" y="538295"/>
                    </a:cubicBezTo>
                    <a:cubicBezTo>
                      <a:pt x="308727" y="538295"/>
                      <a:pt x="335994" y="538295"/>
                      <a:pt x="365020" y="538295"/>
                    </a:cubicBezTo>
                    <a:cubicBezTo>
                      <a:pt x="365020" y="507510"/>
                      <a:pt x="365020" y="478484"/>
                      <a:pt x="365020" y="448579"/>
                    </a:cubicBezTo>
                    <a:cubicBezTo>
                      <a:pt x="335994" y="448579"/>
                      <a:pt x="308727" y="448579"/>
                      <a:pt x="278823" y="448579"/>
                    </a:cubicBezTo>
                    <a:close/>
                    <a:moveTo>
                      <a:pt x="277943" y="318403"/>
                    </a:moveTo>
                    <a:cubicBezTo>
                      <a:pt x="277943" y="350067"/>
                      <a:pt x="277943" y="379094"/>
                      <a:pt x="277943" y="408999"/>
                    </a:cubicBezTo>
                    <a:cubicBezTo>
                      <a:pt x="309607" y="408999"/>
                      <a:pt x="337753" y="408999"/>
                      <a:pt x="366779" y="408999"/>
                    </a:cubicBezTo>
                    <a:cubicBezTo>
                      <a:pt x="366779" y="378214"/>
                      <a:pt x="366779" y="349187"/>
                      <a:pt x="366779" y="318403"/>
                    </a:cubicBezTo>
                    <a:cubicBezTo>
                      <a:pt x="336873" y="318403"/>
                      <a:pt x="307848" y="318403"/>
                      <a:pt x="277943" y="318403"/>
                    </a:cubicBezTo>
                    <a:close/>
                    <a:moveTo>
                      <a:pt x="159201" y="318403"/>
                    </a:moveTo>
                    <a:cubicBezTo>
                      <a:pt x="159201" y="349187"/>
                      <a:pt x="159201" y="378214"/>
                      <a:pt x="159201" y="407239"/>
                    </a:cubicBezTo>
                    <a:cubicBezTo>
                      <a:pt x="190866" y="407239"/>
                      <a:pt x="219892" y="407239"/>
                      <a:pt x="249797" y="407239"/>
                    </a:cubicBezTo>
                    <a:cubicBezTo>
                      <a:pt x="249797" y="376454"/>
                      <a:pt x="249797" y="349187"/>
                      <a:pt x="249797" y="318403"/>
                    </a:cubicBezTo>
                    <a:cubicBezTo>
                      <a:pt x="217253" y="318403"/>
                      <a:pt x="188227" y="318403"/>
                      <a:pt x="159201" y="318403"/>
                    </a:cubicBezTo>
                    <a:close/>
                    <a:moveTo>
                      <a:pt x="43979" y="318403"/>
                    </a:moveTo>
                    <a:cubicBezTo>
                      <a:pt x="43979" y="349187"/>
                      <a:pt x="43979" y="378214"/>
                      <a:pt x="43979" y="408119"/>
                    </a:cubicBezTo>
                    <a:cubicBezTo>
                      <a:pt x="74764" y="408119"/>
                      <a:pt x="102910" y="408119"/>
                      <a:pt x="131935" y="408119"/>
                    </a:cubicBezTo>
                    <a:cubicBezTo>
                      <a:pt x="131935" y="376454"/>
                      <a:pt x="131935" y="347429"/>
                      <a:pt x="131935" y="318403"/>
                    </a:cubicBezTo>
                    <a:cubicBezTo>
                      <a:pt x="100271" y="318403"/>
                      <a:pt x="72125" y="318403"/>
                      <a:pt x="43979" y="318403"/>
                    </a:cubicBezTo>
                    <a:close/>
                    <a:moveTo>
                      <a:pt x="43098" y="187348"/>
                    </a:moveTo>
                    <a:cubicBezTo>
                      <a:pt x="43098" y="219892"/>
                      <a:pt x="43098" y="249797"/>
                      <a:pt x="43098" y="279702"/>
                    </a:cubicBezTo>
                    <a:cubicBezTo>
                      <a:pt x="74764" y="279702"/>
                      <a:pt x="104668" y="279702"/>
                      <a:pt x="132814" y="279702"/>
                    </a:cubicBezTo>
                    <a:cubicBezTo>
                      <a:pt x="132814" y="247159"/>
                      <a:pt x="132814" y="218133"/>
                      <a:pt x="132814" y="187348"/>
                    </a:cubicBezTo>
                    <a:cubicBezTo>
                      <a:pt x="102030" y="187348"/>
                      <a:pt x="73884" y="187348"/>
                      <a:pt x="43098" y="187348"/>
                    </a:cubicBezTo>
                    <a:close/>
                    <a:moveTo>
                      <a:pt x="43979" y="60690"/>
                    </a:moveTo>
                    <a:cubicBezTo>
                      <a:pt x="43979" y="93234"/>
                      <a:pt x="43979" y="122259"/>
                      <a:pt x="43979" y="152166"/>
                    </a:cubicBezTo>
                    <a:cubicBezTo>
                      <a:pt x="75643" y="152166"/>
                      <a:pt x="103789" y="152166"/>
                      <a:pt x="133694" y="152166"/>
                    </a:cubicBezTo>
                    <a:cubicBezTo>
                      <a:pt x="133694" y="121380"/>
                      <a:pt x="133694" y="93234"/>
                      <a:pt x="133694" y="60690"/>
                    </a:cubicBezTo>
                    <a:cubicBezTo>
                      <a:pt x="101151" y="60690"/>
                      <a:pt x="72125" y="60690"/>
                      <a:pt x="43979" y="60690"/>
                    </a:cubicBezTo>
                    <a:close/>
                    <a:moveTo>
                      <a:pt x="0" y="0"/>
                    </a:moveTo>
                    <a:lnTo>
                      <a:pt x="155702" y="0"/>
                    </a:lnTo>
                    <a:lnTo>
                      <a:pt x="155702" y="281913"/>
                    </a:lnTo>
                    <a:lnTo>
                      <a:pt x="277943" y="281913"/>
                    </a:lnTo>
                    <a:lnTo>
                      <a:pt x="277943" y="282341"/>
                    </a:lnTo>
                    <a:cubicBezTo>
                      <a:pt x="307848" y="282341"/>
                      <a:pt x="334235" y="282341"/>
                      <a:pt x="366779" y="282341"/>
                    </a:cubicBezTo>
                    <a:lnTo>
                      <a:pt x="366779" y="281913"/>
                    </a:lnTo>
                    <a:lnTo>
                      <a:pt x="408118" y="281913"/>
                    </a:lnTo>
                    <a:lnTo>
                      <a:pt x="408118" y="1158732"/>
                    </a:lnTo>
                    <a:lnTo>
                      <a:pt x="0" y="1158732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4107219" y="2771850"/>
              <a:ext cx="3724579" cy="1339211"/>
              <a:chOff x="72370" y="560319"/>
              <a:chExt cx="3724579" cy="1339211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102369" y="588209"/>
                <a:ext cx="3676679" cy="1220090"/>
                <a:chOff x="4067546" y="4123739"/>
                <a:chExt cx="3676679" cy="1220090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4447643" y="4123739"/>
                  <a:ext cx="214892" cy="12200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4800373" y="4611034"/>
                  <a:ext cx="301172" cy="611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5249722" y="4765455"/>
                  <a:ext cx="301172" cy="4810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6012699" y="4794858"/>
                  <a:ext cx="230206" cy="5376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7412084" y="4927006"/>
                  <a:ext cx="332141" cy="375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/>
                <p:cNvSpPr/>
                <p:nvPr/>
              </p:nvSpPr>
              <p:spPr>
                <a:xfrm>
                  <a:off x="6424578" y="4322737"/>
                  <a:ext cx="344968" cy="729909"/>
                </a:xfrm>
                <a:custGeom>
                  <a:avLst/>
                  <a:gdLst>
                    <a:gd name="connsiteX0" fmla="*/ 0 w 344968"/>
                    <a:gd name="connsiteY0" fmla="*/ 0 h 729909"/>
                    <a:gd name="connsiteX1" fmla="*/ 112879 w 344968"/>
                    <a:gd name="connsiteY1" fmla="*/ 0 h 729909"/>
                    <a:gd name="connsiteX2" fmla="*/ 112879 w 344968"/>
                    <a:gd name="connsiteY2" fmla="*/ 262206 h 729909"/>
                    <a:gd name="connsiteX3" fmla="*/ 344968 w 344968"/>
                    <a:gd name="connsiteY3" fmla="*/ 262206 h 729909"/>
                    <a:gd name="connsiteX4" fmla="*/ 344968 w 344968"/>
                    <a:gd name="connsiteY4" fmla="*/ 729909 h 729909"/>
                    <a:gd name="connsiteX5" fmla="*/ 112879 w 344968"/>
                    <a:gd name="connsiteY5" fmla="*/ 729909 h 729909"/>
                    <a:gd name="connsiteX6" fmla="*/ 104808 w 344968"/>
                    <a:gd name="connsiteY6" fmla="*/ 729909 h 729909"/>
                    <a:gd name="connsiteX7" fmla="*/ 0 w 344968"/>
                    <a:gd name="connsiteY7" fmla="*/ 729909 h 729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4968" h="729909">
                      <a:moveTo>
                        <a:pt x="0" y="0"/>
                      </a:moveTo>
                      <a:lnTo>
                        <a:pt x="112879" y="0"/>
                      </a:lnTo>
                      <a:lnTo>
                        <a:pt x="112879" y="262206"/>
                      </a:lnTo>
                      <a:lnTo>
                        <a:pt x="344968" y="262206"/>
                      </a:lnTo>
                      <a:lnTo>
                        <a:pt x="344968" y="729909"/>
                      </a:lnTo>
                      <a:lnTo>
                        <a:pt x="112879" y="729909"/>
                      </a:lnTo>
                      <a:lnTo>
                        <a:pt x="104808" y="729909"/>
                      </a:lnTo>
                      <a:lnTo>
                        <a:pt x="0" y="72990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6924401" y="4567247"/>
                  <a:ext cx="123249" cy="7653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: Shape 28"/>
                <p:cNvSpPr/>
                <p:nvPr/>
              </p:nvSpPr>
              <p:spPr>
                <a:xfrm flipH="1">
                  <a:off x="4067546" y="4602487"/>
                  <a:ext cx="248823" cy="526477"/>
                </a:xfrm>
                <a:custGeom>
                  <a:avLst/>
                  <a:gdLst>
                    <a:gd name="connsiteX0" fmla="*/ 0 w 344968"/>
                    <a:gd name="connsiteY0" fmla="*/ 0 h 729909"/>
                    <a:gd name="connsiteX1" fmla="*/ 112879 w 344968"/>
                    <a:gd name="connsiteY1" fmla="*/ 0 h 729909"/>
                    <a:gd name="connsiteX2" fmla="*/ 112879 w 344968"/>
                    <a:gd name="connsiteY2" fmla="*/ 262206 h 729909"/>
                    <a:gd name="connsiteX3" fmla="*/ 344968 w 344968"/>
                    <a:gd name="connsiteY3" fmla="*/ 262206 h 729909"/>
                    <a:gd name="connsiteX4" fmla="*/ 344968 w 344968"/>
                    <a:gd name="connsiteY4" fmla="*/ 729909 h 729909"/>
                    <a:gd name="connsiteX5" fmla="*/ 112879 w 344968"/>
                    <a:gd name="connsiteY5" fmla="*/ 729909 h 729909"/>
                    <a:gd name="connsiteX6" fmla="*/ 104808 w 344968"/>
                    <a:gd name="connsiteY6" fmla="*/ 729909 h 729909"/>
                    <a:gd name="connsiteX7" fmla="*/ 0 w 344968"/>
                    <a:gd name="connsiteY7" fmla="*/ 729909 h 729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4968" h="729909">
                      <a:moveTo>
                        <a:pt x="0" y="0"/>
                      </a:moveTo>
                      <a:lnTo>
                        <a:pt x="112879" y="0"/>
                      </a:lnTo>
                      <a:lnTo>
                        <a:pt x="112879" y="262206"/>
                      </a:lnTo>
                      <a:lnTo>
                        <a:pt x="344968" y="262206"/>
                      </a:lnTo>
                      <a:lnTo>
                        <a:pt x="344968" y="729909"/>
                      </a:lnTo>
                      <a:lnTo>
                        <a:pt x="112879" y="729909"/>
                      </a:lnTo>
                      <a:lnTo>
                        <a:pt x="104808" y="729909"/>
                      </a:lnTo>
                      <a:lnTo>
                        <a:pt x="0" y="72990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72370" y="560319"/>
                <a:ext cx="3724579" cy="1339211"/>
                <a:chOff x="4037547" y="4095849"/>
                <a:chExt cx="3724579" cy="1339211"/>
              </a:xfrm>
            </p:grpSpPr>
            <p:sp>
              <p:nvSpPr>
                <p:cNvPr id="14" name="Freeform: Shape 13"/>
                <p:cNvSpPr/>
                <p:nvPr/>
              </p:nvSpPr>
              <p:spPr>
                <a:xfrm>
                  <a:off x="4693877" y="4464737"/>
                  <a:ext cx="532405" cy="970323"/>
                </a:xfrm>
                <a:custGeom>
                  <a:avLst/>
                  <a:gdLst>
                    <a:gd name="connsiteX0" fmla="*/ 475422 w 923439"/>
                    <a:gd name="connsiteY0" fmla="*/ 855427 h 1647670"/>
                    <a:gd name="connsiteX1" fmla="*/ 475422 w 923439"/>
                    <a:gd name="connsiteY1" fmla="*/ 969146 h 1647670"/>
                    <a:gd name="connsiteX2" fmla="*/ 589141 w 923439"/>
                    <a:gd name="connsiteY2" fmla="*/ 969146 h 1647670"/>
                    <a:gd name="connsiteX3" fmla="*/ 589141 w 923439"/>
                    <a:gd name="connsiteY3" fmla="*/ 855427 h 1647670"/>
                    <a:gd name="connsiteX4" fmla="*/ 334298 w 923439"/>
                    <a:gd name="connsiteY4" fmla="*/ 855427 h 1647670"/>
                    <a:gd name="connsiteX5" fmla="*/ 334298 w 923439"/>
                    <a:gd name="connsiteY5" fmla="*/ 969146 h 1647670"/>
                    <a:gd name="connsiteX6" fmla="*/ 448017 w 923439"/>
                    <a:gd name="connsiteY6" fmla="*/ 969146 h 1647670"/>
                    <a:gd name="connsiteX7" fmla="*/ 448017 w 923439"/>
                    <a:gd name="connsiteY7" fmla="*/ 855427 h 1647670"/>
                    <a:gd name="connsiteX8" fmla="*/ 475422 w 923439"/>
                    <a:gd name="connsiteY8" fmla="*/ 709876 h 1647670"/>
                    <a:gd name="connsiteX9" fmla="*/ 475422 w 923439"/>
                    <a:gd name="connsiteY9" fmla="*/ 823595 h 1647670"/>
                    <a:gd name="connsiteX10" fmla="*/ 589141 w 923439"/>
                    <a:gd name="connsiteY10" fmla="*/ 823595 h 1647670"/>
                    <a:gd name="connsiteX11" fmla="*/ 589141 w 923439"/>
                    <a:gd name="connsiteY11" fmla="*/ 709876 h 1647670"/>
                    <a:gd name="connsiteX12" fmla="*/ 334298 w 923439"/>
                    <a:gd name="connsiteY12" fmla="*/ 709876 h 1647670"/>
                    <a:gd name="connsiteX13" fmla="*/ 334298 w 923439"/>
                    <a:gd name="connsiteY13" fmla="*/ 823595 h 1647670"/>
                    <a:gd name="connsiteX14" fmla="*/ 448017 w 923439"/>
                    <a:gd name="connsiteY14" fmla="*/ 823595 h 1647670"/>
                    <a:gd name="connsiteX15" fmla="*/ 448017 w 923439"/>
                    <a:gd name="connsiteY15" fmla="*/ 709876 h 1647670"/>
                    <a:gd name="connsiteX16" fmla="*/ 475422 w 923439"/>
                    <a:gd name="connsiteY16" fmla="*/ 500489 h 1647670"/>
                    <a:gd name="connsiteX17" fmla="*/ 475422 w 923439"/>
                    <a:gd name="connsiteY17" fmla="*/ 614208 h 1647670"/>
                    <a:gd name="connsiteX18" fmla="*/ 589141 w 923439"/>
                    <a:gd name="connsiteY18" fmla="*/ 614208 h 1647670"/>
                    <a:gd name="connsiteX19" fmla="*/ 589141 w 923439"/>
                    <a:gd name="connsiteY19" fmla="*/ 500489 h 1647670"/>
                    <a:gd name="connsiteX20" fmla="*/ 334298 w 923439"/>
                    <a:gd name="connsiteY20" fmla="*/ 500489 h 1647670"/>
                    <a:gd name="connsiteX21" fmla="*/ 334298 w 923439"/>
                    <a:gd name="connsiteY21" fmla="*/ 614208 h 1647670"/>
                    <a:gd name="connsiteX22" fmla="*/ 448017 w 923439"/>
                    <a:gd name="connsiteY22" fmla="*/ 614208 h 1647670"/>
                    <a:gd name="connsiteX23" fmla="*/ 448017 w 923439"/>
                    <a:gd name="connsiteY23" fmla="*/ 500489 h 1647670"/>
                    <a:gd name="connsiteX24" fmla="*/ 475422 w 923439"/>
                    <a:gd name="connsiteY24" fmla="*/ 354938 h 1647670"/>
                    <a:gd name="connsiteX25" fmla="*/ 475422 w 923439"/>
                    <a:gd name="connsiteY25" fmla="*/ 468657 h 1647670"/>
                    <a:gd name="connsiteX26" fmla="*/ 589141 w 923439"/>
                    <a:gd name="connsiteY26" fmla="*/ 468657 h 1647670"/>
                    <a:gd name="connsiteX27" fmla="*/ 589141 w 923439"/>
                    <a:gd name="connsiteY27" fmla="*/ 354938 h 1647670"/>
                    <a:gd name="connsiteX28" fmla="*/ 334298 w 923439"/>
                    <a:gd name="connsiteY28" fmla="*/ 354938 h 1647670"/>
                    <a:gd name="connsiteX29" fmla="*/ 334298 w 923439"/>
                    <a:gd name="connsiteY29" fmla="*/ 468657 h 1647670"/>
                    <a:gd name="connsiteX30" fmla="*/ 448017 w 923439"/>
                    <a:gd name="connsiteY30" fmla="*/ 468657 h 1647670"/>
                    <a:gd name="connsiteX31" fmla="*/ 448017 w 923439"/>
                    <a:gd name="connsiteY31" fmla="*/ 354938 h 1647670"/>
                    <a:gd name="connsiteX32" fmla="*/ 461720 w 923439"/>
                    <a:gd name="connsiteY32" fmla="*/ 0 h 1647670"/>
                    <a:gd name="connsiteX33" fmla="*/ 923439 w 923439"/>
                    <a:gd name="connsiteY33" fmla="*/ 308459 h 1647670"/>
                    <a:gd name="connsiteX34" fmla="*/ 768082 w 923439"/>
                    <a:gd name="connsiteY34" fmla="*/ 308459 h 1647670"/>
                    <a:gd name="connsiteX35" fmla="*/ 768082 w 923439"/>
                    <a:gd name="connsiteY35" fmla="*/ 1647670 h 1647670"/>
                    <a:gd name="connsiteX36" fmla="*/ 155357 w 923439"/>
                    <a:gd name="connsiteY36" fmla="*/ 1647670 h 1647670"/>
                    <a:gd name="connsiteX37" fmla="*/ 155357 w 923439"/>
                    <a:gd name="connsiteY37" fmla="*/ 308459 h 1647670"/>
                    <a:gd name="connsiteX38" fmla="*/ 0 w 923439"/>
                    <a:gd name="connsiteY38" fmla="*/ 308459 h 1647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923439" h="1647670">
                      <a:moveTo>
                        <a:pt x="475422" y="855427"/>
                      </a:moveTo>
                      <a:lnTo>
                        <a:pt x="475422" y="969146"/>
                      </a:lnTo>
                      <a:lnTo>
                        <a:pt x="589141" y="969146"/>
                      </a:lnTo>
                      <a:lnTo>
                        <a:pt x="589141" y="855427"/>
                      </a:lnTo>
                      <a:close/>
                      <a:moveTo>
                        <a:pt x="334298" y="855427"/>
                      </a:moveTo>
                      <a:lnTo>
                        <a:pt x="334298" y="969146"/>
                      </a:lnTo>
                      <a:lnTo>
                        <a:pt x="448017" y="969146"/>
                      </a:lnTo>
                      <a:lnTo>
                        <a:pt x="448017" y="855427"/>
                      </a:lnTo>
                      <a:close/>
                      <a:moveTo>
                        <a:pt x="475422" y="709876"/>
                      </a:moveTo>
                      <a:lnTo>
                        <a:pt x="475422" y="823595"/>
                      </a:lnTo>
                      <a:lnTo>
                        <a:pt x="589141" y="823595"/>
                      </a:lnTo>
                      <a:lnTo>
                        <a:pt x="589141" y="709876"/>
                      </a:lnTo>
                      <a:close/>
                      <a:moveTo>
                        <a:pt x="334298" y="709876"/>
                      </a:moveTo>
                      <a:lnTo>
                        <a:pt x="334298" y="823595"/>
                      </a:lnTo>
                      <a:lnTo>
                        <a:pt x="448017" y="823595"/>
                      </a:lnTo>
                      <a:lnTo>
                        <a:pt x="448017" y="709876"/>
                      </a:lnTo>
                      <a:close/>
                      <a:moveTo>
                        <a:pt x="475422" y="500489"/>
                      </a:moveTo>
                      <a:lnTo>
                        <a:pt x="475422" y="614208"/>
                      </a:lnTo>
                      <a:lnTo>
                        <a:pt x="589141" y="614208"/>
                      </a:lnTo>
                      <a:lnTo>
                        <a:pt x="589141" y="500489"/>
                      </a:lnTo>
                      <a:close/>
                      <a:moveTo>
                        <a:pt x="334298" y="500489"/>
                      </a:moveTo>
                      <a:lnTo>
                        <a:pt x="334298" y="614208"/>
                      </a:lnTo>
                      <a:lnTo>
                        <a:pt x="448017" y="614208"/>
                      </a:lnTo>
                      <a:lnTo>
                        <a:pt x="448017" y="500489"/>
                      </a:lnTo>
                      <a:close/>
                      <a:moveTo>
                        <a:pt x="475422" y="354938"/>
                      </a:moveTo>
                      <a:lnTo>
                        <a:pt x="475422" y="468657"/>
                      </a:lnTo>
                      <a:lnTo>
                        <a:pt x="589141" y="468657"/>
                      </a:lnTo>
                      <a:lnTo>
                        <a:pt x="589141" y="354938"/>
                      </a:lnTo>
                      <a:close/>
                      <a:moveTo>
                        <a:pt x="334298" y="354938"/>
                      </a:moveTo>
                      <a:lnTo>
                        <a:pt x="334298" y="468657"/>
                      </a:lnTo>
                      <a:lnTo>
                        <a:pt x="448017" y="468657"/>
                      </a:lnTo>
                      <a:lnTo>
                        <a:pt x="448017" y="354938"/>
                      </a:lnTo>
                      <a:close/>
                      <a:moveTo>
                        <a:pt x="461720" y="0"/>
                      </a:moveTo>
                      <a:lnTo>
                        <a:pt x="923439" y="308459"/>
                      </a:lnTo>
                      <a:lnTo>
                        <a:pt x="768082" y="308459"/>
                      </a:lnTo>
                      <a:lnTo>
                        <a:pt x="768082" y="1647670"/>
                      </a:lnTo>
                      <a:lnTo>
                        <a:pt x="155357" y="1647670"/>
                      </a:lnTo>
                      <a:lnTo>
                        <a:pt x="155357" y="308459"/>
                      </a:lnTo>
                      <a:lnTo>
                        <a:pt x="0" y="3084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: Shape 14"/>
                <p:cNvSpPr/>
                <p:nvPr/>
              </p:nvSpPr>
              <p:spPr>
                <a:xfrm>
                  <a:off x="6882746" y="4407892"/>
                  <a:ext cx="202983" cy="1027168"/>
                </a:xfrm>
                <a:custGeom>
                  <a:avLst/>
                  <a:gdLst>
                    <a:gd name="connsiteX0" fmla="*/ 99275 w 306850"/>
                    <a:gd name="connsiteY0" fmla="*/ 1096373 h 1339211"/>
                    <a:gd name="connsiteX1" fmla="*/ 99275 w 306850"/>
                    <a:gd name="connsiteY1" fmla="*/ 1150665 h 1339211"/>
                    <a:gd name="connsiteX2" fmla="*/ 207575 w 306850"/>
                    <a:gd name="connsiteY2" fmla="*/ 1150665 h 1339211"/>
                    <a:gd name="connsiteX3" fmla="*/ 207575 w 306850"/>
                    <a:gd name="connsiteY3" fmla="*/ 1096373 h 1339211"/>
                    <a:gd name="connsiteX4" fmla="*/ 99275 w 306850"/>
                    <a:gd name="connsiteY4" fmla="*/ 974391 h 1339211"/>
                    <a:gd name="connsiteX5" fmla="*/ 99275 w 306850"/>
                    <a:gd name="connsiteY5" fmla="*/ 1028684 h 1339211"/>
                    <a:gd name="connsiteX6" fmla="*/ 207575 w 306850"/>
                    <a:gd name="connsiteY6" fmla="*/ 1028684 h 1339211"/>
                    <a:gd name="connsiteX7" fmla="*/ 207575 w 306850"/>
                    <a:gd name="connsiteY7" fmla="*/ 974391 h 1339211"/>
                    <a:gd name="connsiteX8" fmla="*/ 99275 w 306850"/>
                    <a:gd name="connsiteY8" fmla="*/ 852409 h 1339211"/>
                    <a:gd name="connsiteX9" fmla="*/ 99275 w 306850"/>
                    <a:gd name="connsiteY9" fmla="*/ 906702 h 1339211"/>
                    <a:gd name="connsiteX10" fmla="*/ 207575 w 306850"/>
                    <a:gd name="connsiteY10" fmla="*/ 906702 h 1339211"/>
                    <a:gd name="connsiteX11" fmla="*/ 207575 w 306850"/>
                    <a:gd name="connsiteY11" fmla="*/ 852409 h 1339211"/>
                    <a:gd name="connsiteX12" fmla="*/ 99275 w 306850"/>
                    <a:gd name="connsiteY12" fmla="*/ 730427 h 1339211"/>
                    <a:gd name="connsiteX13" fmla="*/ 99275 w 306850"/>
                    <a:gd name="connsiteY13" fmla="*/ 784720 h 1339211"/>
                    <a:gd name="connsiteX14" fmla="*/ 207575 w 306850"/>
                    <a:gd name="connsiteY14" fmla="*/ 784720 h 1339211"/>
                    <a:gd name="connsiteX15" fmla="*/ 207575 w 306850"/>
                    <a:gd name="connsiteY15" fmla="*/ 730427 h 1339211"/>
                    <a:gd name="connsiteX16" fmla="*/ 99275 w 306850"/>
                    <a:gd name="connsiteY16" fmla="*/ 608446 h 1339211"/>
                    <a:gd name="connsiteX17" fmla="*/ 99275 w 306850"/>
                    <a:gd name="connsiteY17" fmla="*/ 662738 h 1339211"/>
                    <a:gd name="connsiteX18" fmla="*/ 207575 w 306850"/>
                    <a:gd name="connsiteY18" fmla="*/ 662738 h 1339211"/>
                    <a:gd name="connsiteX19" fmla="*/ 207575 w 306850"/>
                    <a:gd name="connsiteY19" fmla="*/ 608446 h 1339211"/>
                    <a:gd name="connsiteX20" fmla="*/ 99275 w 306850"/>
                    <a:gd name="connsiteY20" fmla="*/ 486464 h 1339211"/>
                    <a:gd name="connsiteX21" fmla="*/ 99275 w 306850"/>
                    <a:gd name="connsiteY21" fmla="*/ 540756 h 1339211"/>
                    <a:gd name="connsiteX22" fmla="*/ 207575 w 306850"/>
                    <a:gd name="connsiteY22" fmla="*/ 540756 h 1339211"/>
                    <a:gd name="connsiteX23" fmla="*/ 207575 w 306850"/>
                    <a:gd name="connsiteY23" fmla="*/ 486464 h 1339211"/>
                    <a:gd name="connsiteX24" fmla="*/ 99275 w 306850"/>
                    <a:gd name="connsiteY24" fmla="*/ 364482 h 1339211"/>
                    <a:gd name="connsiteX25" fmla="*/ 99275 w 306850"/>
                    <a:gd name="connsiteY25" fmla="*/ 418774 h 1339211"/>
                    <a:gd name="connsiteX26" fmla="*/ 207575 w 306850"/>
                    <a:gd name="connsiteY26" fmla="*/ 418774 h 1339211"/>
                    <a:gd name="connsiteX27" fmla="*/ 207575 w 306850"/>
                    <a:gd name="connsiteY27" fmla="*/ 364482 h 1339211"/>
                    <a:gd name="connsiteX28" fmla="*/ 99275 w 306850"/>
                    <a:gd name="connsiteY28" fmla="*/ 242500 h 1339211"/>
                    <a:gd name="connsiteX29" fmla="*/ 99275 w 306850"/>
                    <a:gd name="connsiteY29" fmla="*/ 296792 h 1339211"/>
                    <a:gd name="connsiteX30" fmla="*/ 207575 w 306850"/>
                    <a:gd name="connsiteY30" fmla="*/ 296792 h 1339211"/>
                    <a:gd name="connsiteX31" fmla="*/ 207575 w 306850"/>
                    <a:gd name="connsiteY31" fmla="*/ 242500 h 1339211"/>
                    <a:gd name="connsiteX32" fmla="*/ 99275 w 306850"/>
                    <a:gd name="connsiteY32" fmla="*/ 120518 h 1339211"/>
                    <a:gd name="connsiteX33" fmla="*/ 99275 w 306850"/>
                    <a:gd name="connsiteY33" fmla="*/ 174811 h 1339211"/>
                    <a:gd name="connsiteX34" fmla="*/ 207575 w 306850"/>
                    <a:gd name="connsiteY34" fmla="*/ 174811 h 1339211"/>
                    <a:gd name="connsiteX35" fmla="*/ 207575 w 306850"/>
                    <a:gd name="connsiteY35" fmla="*/ 120518 h 1339211"/>
                    <a:gd name="connsiteX36" fmla="*/ 0 w 306850"/>
                    <a:gd name="connsiteY36" fmla="*/ 0 h 1339211"/>
                    <a:gd name="connsiteX37" fmla="*/ 306850 w 306850"/>
                    <a:gd name="connsiteY37" fmla="*/ 0 h 1339211"/>
                    <a:gd name="connsiteX38" fmla="*/ 306850 w 306850"/>
                    <a:gd name="connsiteY38" fmla="*/ 1339211 h 1339211"/>
                    <a:gd name="connsiteX39" fmla="*/ 0 w 306850"/>
                    <a:gd name="connsiteY39" fmla="*/ 1339211 h 1339211"/>
                    <a:gd name="connsiteX0-1" fmla="*/ 99275 w 306850"/>
                    <a:gd name="connsiteY0-2" fmla="*/ 1277348 h 1520186"/>
                    <a:gd name="connsiteX1-3" fmla="*/ 99275 w 306850"/>
                    <a:gd name="connsiteY1-4" fmla="*/ 1331640 h 1520186"/>
                    <a:gd name="connsiteX2-5" fmla="*/ 207575 w 306850"/>
                    <a:gd name="connsiteY2-6" fmla="*/ 1331640 h 1520186"/>
                    <a:gd name="connsiteX3-7" fmla="*/ 207575 w 306850"/>
                    <a:gd name="connsiteY3-8" fmla="*/ 1277348 h 1520186"/>
                    <a:gd name="connsiteX4-9" fmla="*/ 99275 w 306850"/>
                    <a:gd name="connsiteY4-10" fmla="*/ 1277348 h 1520186"/>
                    <a:gd name="connsiteX5-11" fmla="*/ 99275 w 306850"/>
                    <a:gd name="connsiteY5-12" fmla="*/ 1155366 h 1520186"/>
                    <a:gd name="connsiteX6-13" fmla="*/ 99275 w 306850"/>
                    <a:gd name="connsiteY6-14" fmla="*/ 1209659 h 1520186"/>
                    <a:gd name="connsiteX7-15" fmla="*/ 207575 w 306850"/>
                    <a:gd name="connsiteY7-16" fmla="*/ 1209659 h 1520186"/>
                    <a:gd name="connsiteX8-17" fmla="*/ 207575 w 306850"/>
                    <a:gd name="connsiteY8-18" fmla="*/ 1155366 h 1520186"/>
                    <a:gd name="connsiteX9-19" fmla="*/ 99275 w 306850"/>
                    <a:gd name="connsiteY9-20" fmla="*/ 1155366 h 1520186"/>
                    <a:gd name="connsiteX10-21" fmla="*/ 99275 w 306850"/>
                    <a:gd name="connsiteY10-22" fmla="*/ 1033384 h 1520186"/>
                    <a:gd name="connsiteX11-23" fmla="*/ 99275 w 306850"/>
                    <a:gd name="connsiteY11-24" fmla="*/ 1087677 h 1520186"/>
                    <a:gd name="connsiteX12-25" fmla="*/ 207575 w 306850"/>
                    <a:gd name="connsiteY12-26" fmla="*/ 1087677 h 1520186"/>
                    <a:gd name="connsiteX13-27" fmla="*/ 207575 w 306850"/>
                    <a:gd name="connsiteY13-28" fmla="*/ 1033384 h 1520186"/>
                    <a:gd name="connsiteX14-29" fmla="*/ 99275 w 306850"/>
                    <a:gd name="connsiteY14-30" fmla="*/ 1033384 h 1520186"/>
                    <a:gd name="connsiteX15-31" fmla="*/ 99275 w 306850"/>
                    <a:gd name="connsiteY15-32" fmla="*/ 911402 h 1520186"/>
                    <a:gd name="connsiteX16-33" fmla="*/ 99275 w 306850"/>
                    <a:gd name="connsiteY16-34" fmla="*/ 965695 h 1520186"/>
                    <a:gd name="connsiteX17-35" fmla="*/ 207575 w 306850"/>
                    <a:gd name="connsiteY17-36" fmla="*/ 965695 h 1520186"/>
                    <a:gd name="connsiteX18-37" fmla="*/ 207575 w 306850"/>
                    <a:gd name="connsiteY18-38" fmla="*/ 911402 h 1520186"/>
                    <a:gd name="connsiteX19-39" fmla="*/ 99275 w 306850"/>
                    <a:gd name="connsiteY19-40" fmla="*/ 911402 h 1520186"/>
                    <a:gd name="connsiteX20-41" fmla="*/ 99275 w 306850"/>
                    <a:gd name="connsiteY20-42" fmla="*/ 789421 h 1520186"/>
                    <a:gd name="connsiteX21-43" fmla="*/ 99275 w 306850"/>
                    <a:gd name="connsiteY21-44" fmla="*/ 843713 h 1520186"/>
                    <a:gd name="connsiteX22-45" fmla="*/ 207575 w 306850"/>
                    <a:gd name="connsiteY22-46" fmla="*/ 843713 h 1520186"/>
                    <a:gd name="connsiteX23-47" fmla="*/ 207575 w 306850"/>
                    <a:gd name="connsiteY23-48" fmla="*/ 789421 h 1520186"/>
                    <a:gd name="connsiteX24-49" fmla="*/ 99275 w 306850"/>
                    <a:gd name="connsiteY24-50" fmla="*/ 789421 h 1520186"/>
                    <a:gd name="connsiteX25-51" fmla="*/ 99275 w 306850"/>
                    <a:gd name="connsiteY25-52" fmla="*/ 667439 h 1520186"/>
                    <a:gd name="connsiteX26-53" fmla="*/ 99275 w 306850"/>
                    <a:gd name="connsiteY26-54" fmla="*/ 721731 h 1520186"/>
                    <a:gd name="connsiteX27-55" fmla="*/ 207575 w 306850"/>
                    <a:gd name="connsiteY27-56" fmla="*/ 721731 h 1520186"/>
                    <a:gd name="connsiteX28-57" fmla="*/ 207575 w 306850"/>
                    <a:gd name="connsiteY28-58" fmla="*/ 667439 h 1520186"/>
                    <a:gd name="connsiteX29-59" fmla="*/ 99275 w 306850"/>
                    <a:gd name="connsiteY29-60" fmla="*/ 667439 h 1520186"/>
                    <a:gd name="connsiteX30-61" fmla="*/ 99275 w 306850"/>
                    <a:gd name="connsiteY30-62" fmla="*/ 545457 h 1520186"/>
                    <a:gd name="connsiteX31-63" fmla="*/ 99275 w 306850"/>
                    <a:gd name="connsiteY31-64" fmla="*/ 599749 h 1520186"/>
                    <a:gd name="connsiteX32-65" fmla="*/ 207575 w 306850"/>
                    <a:gd name="connsiteY32-66" fmla="*/ 599749 h 1520186"/>
                    <a:gd name="connsiteX33-67" fmla="*/ 207575 w 306850"/>
                    <a:gd name="connsiteY33-68" fmla="*/ 545457 h 1520186"/>
                    <a:gd name="connsiteX34-69" fmla="*/ 99275 w 306850"/>
                    <a:gd name="connsiteY34-70" fmla="*/ 545457 h 1520186"/>
                    <a:gd name="connsiteX35-71" fmla="*/ 99275 w 306850"/>
                    <a:gd name="connsiteY35-72" fmla="*/ 423475 h 1520186"/>
                    <a:gd name="connsiteX36-73" fmla="*/ 99275 w 306850"/>
                    <a:gd name="connsiteY36-74" fmla="*/ 477767 h 1520186"/>
                    <a:gd name="connsiteX37-75" fmla="*/ 207575 w 306850"/>
                    <a:gd name="connsiteY37-76" fmla="*/ 477767 h 1520186"/>
                    <a:gd name="connsiteX38-77" fmla="*/ 207575 w 306850"/>
                    <a:gd name="connsiteY38-78" fmla="*/ 423475 h 1520186"/>
                    <a:gd name="connsiteX39-79" fmla="*/ 99275 w 306850"/>
                    <a:gd name="connsiteY39-80" fmla="*/ 423475 h 1520186"/>
                    <a:gd name="connsiteX40" fmla="*/ 99275 w 306850"/>
                    <a:gd name="connsiteY40" fmla="*/ 301493 h 1520186"/>
                    <a:gd name="connsiteX41" fmla="*/ 99275 w 306850"/>
                    <a:gd name="connsiteY41" fmla="*/ 355786 h 1520186"/>
                    <a:gd name="connsiteX42" fmla="*/ 207575 w 306850"/>
                    <a:gd name="connsiteY42" fmla="*/ 355786 h 1520186"/>
                    <a:gd name="connsiteX43" fmla="*/ 207575 w 306850"/>
                    <a:gd name="connsiteY43" fmla="*/ 301493 h 1520186"/>
                    <a:gd name="connsiteX44" fmla="*/ 99275 w 306850"/>
                    <a:gd name="connsiteY44" fmla="*/ 301493 h 1520186"/>
                    <a:gd name="connsiteX45" fmla="*/ 0 w 306850"/>
                    <a:gd name="connsiteY45" fmla="*/ 180975 h 1520186"/>
                    <a:gd name="connsiteX46" fmla="*/ 297325 w 306850"/>
                    <a:gd name="connsiteY46" fmla="*/ 0 h 1520186"/>
                    <a:gd name="connsiteX47" fmla="*/ 306850 w 306850"/>
                    <a:gd name="connsiteY47" fmla="*/ 1520186 h 1520186"/>
                    <a:gd name="connsiteX48" fmla="*/ 0 w 306850"/>
                    <a:gd name="connsiteY48" fmla="*/ 1520186 h 1520186"/>
                    <a:gd name="connsiteX49" fmla="*/ 0 w 306850"/>
                    <a:gd name="connsiteY49" fmla="*/ 180975 h 152018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-57" y="connsiteY28-58"/>
                    </a:cxn>
                    <a:cxn ang="0">
                      <a:pos x="connsiteX29-59" y="connsiteY29-60"/>
                    </a:cxn>
                    <a:cxn ang="0">
                      <a:pos x="connsiteX30-61" y="connsiteY30-62"/>
                    </a:cxn>
                    <a:cxn ang="0">
                      <a:pos x="connsiteX31-63" y="connsiteY31-64"/>
                    </a:cxn>
                    <a:cxn ang="0">
                      <a:pos x="connsiteX32-65" y="connsiteY32-66"/>
                    </a:cxn>
                    <a:cxn ang="0">
                      <a:pos x="connsiteX33-67" y="connsiteY33-68"/>
                    </a:cxn>
                    <a:cxn ang="0">
                      <a:pos x="connsiteX34-69" y="connsiteY34-70"/>
                    </a:cxn>
                    <a:cxn ang="0">
                      <a:pos x="connsiteX35-71" y="connsiteY35-72"/>
                    </a:cxn>
                    <a:cxn ang="0">
                      <a:pos x="connsiteX36-73" y="connsiteY36-74"/>
                    </a:cxn>
                    <a:cxn ang="0">
                      <a:pos x="connsiteX37-75" y="connsiteY37-76"/>
                    </a:cxn>
                    <a:cxn ang="0">
                      <a:pos x="connsiteX38-77" y="connsiteY38-78"/>
                    </a:cxn>
                    <a:cxn ang="0">
                      <a:pos x="connsiteX39-79" y="connsiteY39-80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306850" h="1520186">
                      <a:moveTo>
                        <a:pt x="99275" y="1277348"/>
                      </a:moveTo>
                      <a:lnTo>
                        <a:pt x="99275" y="1331640"/>
                      </a:lnTo>
                      <a:lnTo>
                        <a:pt x="207575" y="1331640"/>
                      </a:lnTo>
                      <a:lnTo>
                        <a:pt x="207575" y="1277348"/>
                      </a:lnTo>
                      <a:lnTo>
                        <a:pt x="99275" y="1277348"/>
                      </a:lnTo>
                      <a:close/>
                      <a:moveTo>
                        <a:pt x="99275" y="1155366"/>
                      </a:moveTo>
                      <a:lnTo>
                        <a:pt x="99275" y="1209659"/>
                      </a:lnTo>
                      <a:lnTo>
                        <a:pt x="207575" y="1209659"/>
                      </a:lnTo>
                      <a:lnTo>
                        <a:pt x="207575" y="1155366"/>
                      </a:lnTo>
                      <a:lnTo>
                        <a:pt x="99275" y="1155366"/>
                      </a:lnTo>
                      <a:close/>
                      <a:moveTo>
                        <a:pt x="99275" y="1033384"/>
                      </a:moveTo>
                      <a:lnTo>
                        <a:pt x="99275" y="1087677"/>
                      </a:lnTo>
                      <a:lnTo>
                        <a:pt x="207575" y="1087677"/>
                      </a:lnTo>
                      <a:lnTo>
                        <a:pt x="207575" y="1033384"/>
                      </a:lnTo>
                      <a:lnTo>
                        <a:pt x="99275" y="1033384"/>
                      </a:lnTo>
                      <a:close/>
                      <a:moveTo>
                        <a:pt x="99275" y="911402"/>
                      </a:moveTo>
                      <a:lnTo>
                        <a:pt x="99275" y="965695"/>
                      </a:lnTo>
                      <a:lnTo>
                        <a:pt x="207575" y="965695"/>
                      </a:lnTo>
                      <a:lnTo>
                        <a:pt x="207575" y="911402"/>
                      </a:lnTo>
                      <a:lnTo>
                        <a:pt x="99275" y="911402"/>
                      </a:lnTo>
                      <a:close/>
                      <a:moveTo>
                        <a:pt x="99275" y="789421"/>
                      </a:moveTo>
                      <a:lnTo>
                        <a:pt x="99275" y="843713"/>
                      </a:lnTo>
                      <a:lnTo>
                        <a:pt x="207575" y="843713"/>
                      </a:lnTo>
                      <a:lnTo>
                        <a:pt x="207575" y="789421"/>
                      </a:lnTo>
                      <a:lnTo>
                        <a:pt x="99275" y="789421"/>
                      </a:lnTo>
                      <a:close/>
                      <a:moveTo>
                        <a:pt x="99275" y="667439"/>
                      </a:moveTo>
                      <a:lnTo>
                        <a:pt x="99275" y="721731"/>
                      </a:lnTo>
                      <a:lnTo>
                        <a:pt x="207575" y="721731"/>
                      </a:lnTo>
                      <a:lnTo>
                        <a:pt x="207575" y="667439"/>
                      </a:lnTo>
                      <a:lnTo>
                        <a:pt x="99275" y="667439"/>
                      </a:lnTo>
                      <a:close/>
                      <a:moveTo>
                        <a:pt x="99275" y="545457"/>
                      </a:moveTo>
                      <a:lnTo>
                        <a:pt x="99275" y="599749"/>
                      </a:lnTo>
                      <a:lnTo>
                        <a:pt x="207575" y="599749"/>
                      </a:lnTo>
                      <a:lnTo>
                        <a:pt x="207575" y="545457"/>
                      </a:lnTo>
                      <a:lnTo>
                        <a:pt x="99275" y="545457"/>
                      </a:lnTo>
                      <a:close/>
                      <a:moveTo>
                        <a:pt x="99275" y="423475"/>
                      </a:moveTo>
                      <a:lnTo>
                        <a:pt x="99275" y="477767"/>
                      </a:lnTo>
                      <a:lnTo>
                        <a:pt x="207575" y="477767"/>
                      </a:lnTo>
                      <a:lnTo>
                        <a:pt x="207575" y="423475"/>
                      </a:lnTo>
                      <a:lnTo>
                        <a:pt x="99275" y="423475"/>
                      </a:lnTo>
                      <a:close/>
                      <a:moveTo>
                        <a:pt x="99275" y="301493"/>
                      </a:moveTo>
                      <a:lnTo>
                        <a:pt x="99275" y="355786"/>
                      </a:lnTo>
                      <a:lnTo>
                        <a:pt x="207575" y="355786"/>
                      </a:lnTo>
                      <a:lnTo>
                        <a:pt x="207575" y="301493"/>
                      </a:lnTo>
                      <a:lnTo>
                        <a:pt x="99275" y="301493"/>
                      </a:lnTo>
                      <a:close/>
                      <a:moveTo>
                        <a:pt x="0" y="180975"/>
                      </a:moveTo>
                      <a:lnTo>
                        <a:pt x="297325" y="0"/>
                      </a:lnTo>
                      <a:lnTo>
                        <a:pt x="306850" y="1520186"/>
                      </a:lnTo>
                      <a:lnTo>
                        <a:pt x="0" y="1520186"/>
                      </a:lnTo>
                      <a:lnTo>
                        <a:pt x="0" y="18097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16" name="Freeform: Shape 15"/>
                <p:cNvSpPr/>
                <p:nvPr/>
              </p:nvSpPr>
              <p:spPr>
                <a:xfrm>
                  <a:off x="4410083" y="4095849"/>
                  <a:ext cx="300410" cy="1339211"/>
                </a:xfrm>
                <a:custGeom>
                  <a:avLst/>
                  <a:gdLst>
                    <a:gd name="connsiteX0" fmla="*/ 99275 w 306850"/>
                    <a:gd name="connsiteY0" fmla="*/ 1096373 h 1339211"/>
                    <a:gd name="connsiteX1" fmla="*/ 99275 w 306850"/>
                    <a:gd name="connsiteY1" fmla="*/ 1150665 h 1339211"/>
                    <a:gd name="connsiteX2" fmla="*/ 207575 w 306850"/>
                    <a:gd name="connsiteY2" fmla="*/ 1150665 h 1339211"/>
                    <a:gd name="connsiteX3" fmla="*/ 207575 w 306850"/>
                    <a:gd name="connsiteY3" fmla="*/ 1096373 h 1339211"/>
                    <a:gd name="connsiteX4" fmla="*/ 99275 w 306850"/>
                    <a:gd name="connsiteY4" fmla="*/ 974391 h 1339211"/>
                    <a:gd name="connsiteX5" fmla="*/ 99275 w 306850"/>
                    <a:gd name="connsiteY5" fmla="*/ 1028684 h 1339211"/>
                    <a:gd name="connsiteX6" fmla="*/ 207575 w 306850"/>
                    <a:gd name="connsiteY6" fmla="*/ 1028684 h 1339211"/>
                    <a:gd name="connsiteX7" fmla="*/ 207575 w 306850"/>
                    <a:gd name="connsiteY7" fmla="*/ 974391 h 1339211"/>
                    <a:gd name="connsiteX8" fmla="*/ 99275 w 306850"/>
                    <a:gd name="connsiteY8" fmla="*/ 852409 h 1339211"/>
                    <a:gd name="connsiteX9" fmla="*/ 99275 w 306850"/>
                    <a:gd name="connsiteY9" fmla="*/ 906702 h 1339211"/>
                    <a:gd name="connsiteX10" fmla="*/ 207575 w 306850"/>
                    <a:gd name="connsiteY10" fmla="*/ 906702 h 1339211"/>
                    <a:gd name="connsiteX11" fmla="*/ 207575 w 306850"/>
                    <a:gd name="connsiteY11" fmla="*/ 852409 h 1339211"/>
                    <a:gd name="connsiteX12" fmla="*/ 99275 w 306850"/>
                    <a:gd name="connsiteY12" fmla="*/ 730427 h 1339211"/>
                    <a:gd name="connsiteX13" fmla="*/ 99275 w 306850"/>
                    <a:gd name="connsiteY13" fmla="*/ 784720 h 1339211"/>
                    <a:gd name="connsiteX14" fmla="*/ 207575 w 306850"/>
                    <a:gd name="connsiteY14" fmla="*/ 784720 h 1339211"/>
                    <a:gd name="connsiteX15" fmla="*/ 207575 w 306850"/>
                    <a:gd name="connsiteY15" fmla="*/ 730427 h 1339211"/>
                    <a:gd name="connsiteX16" fmla="*/ 99275 w 306850"/>
                    <a:gd name="connsiteY16" fmla="*/ 608446 h 1339211"/>
                    <a:gd name="connsiteX17" fmla="*/ 99275 w 306850"/>
                    <a:gd name="connsiteY17" fmla="*/ 662738 h 1339211"/>
                    <a:gd name="connsiteX18" fmla="*/ 207575 w 306850"/>
                    <a:gd name="connsiteY18" fmla="*/ 662738 h 1339211"/>
                    <a:gd name="connsiteX19" fmla="*/ 207575 w 306850"/>
                    <a:gd name="connsiteY19" fmla="*/ 608446 h 1339211"/>
                    <a:gd name="connsiteX20" fmla="*/ 99275 w 306850"/>
                    <a:gd name="connsiteY20" fmla="*/ 486464 h 1339211"/>
                    <a:gd name="connsiteX21" fmla="*/ 99275 w 306850"/>
                    <a:gd name="connsiteY21" fmla="*/ 540756 h 1339211"/>
                    <a:gd name="connsiteX22" fmla="*/ 207575 w 306850"/>
                    <a:gd name="connsiteY22" fmla="*/ 540756 h 1339211"/>
                    <a:gd name="connsiteX23" fmla="*/ 207575 w 306850"/>
                    <a:gd name="connsiteY23" fmla="*/ 486464 h 1339211"/>
                    <a:gd name="connsiteX24" fmla="*/ 99275 w 306850"/>
                    <a:gd name="connsiteY24" fmla="*/ 364482 h 1339211"/>
                    <a:gd name="connsiteX25" fmla="*/ 99275 w 306850"/>
                    <a:gd name="connsiteY25" fmla="*/ 418774 h 1339211"/>
                    <a:gd name="connsiteX26" fmla="*/ 207575 w 306850"/>
                    <a:gd name="connsiteY26" fmla="*/ 418774 h 1339211"/>
                    <a:gd name="connsiteX27" fmla="*/ 207575 w 306850"/>
                    <a:gd name="connsiteY27" fmla="*/ 364482 h 1339211"/>
                    <a:gd name="connsiteX28" fmla="*/ 99275 w 306850"/>
                    <a:gd name="connsiteY28" fmla="*/ 242500 h 1339211"/>
                    <a:gd name="connsiteX29" fmla="*/ 99275 w 306850"/>
                    <a:gd name="connsiteY29" fmla="*/ 296792 h 1339211"/>
                    <a:gd name="connsiteX30" fmla="*/ 207575 w 306850"/>
                    <a:gd name="connsiteY30" fmla="*/ 296792 h 1339211"/>
                    <a:gd name="connsiteX31" fmla="*/ 207575 w 306850"/>
                    <a:gd name="connsiteY31" fmla="*/ 242500 h 1339211"/>
                    <a:gd name="connsiteX32" fmla="*/ 99275 w 306850"/>
                    <a:gd name="connsiteY32" fmla="*/ 120518 h 1339211"/>
                    <a:gd name="connsiteX33" fmla="*/ 99275 w 306850"/>
                    <a:gd name="connsiteY33" fmla="*/ 174811 h 1339211"/>
                    <a:gd name="connsiteX34" fmla="*/ 207575 w 306850"/>
                    <a:gd name="connsiteY34" fmla="*/ 174811 h 1339211"/>
                    <a:gd name="connsiteX35" fmla="*/ 207575 w 306850"/>
                    <a:gd name="connsiteY35" fmla="*/ 120518 h 1339211"/>
                    <a:gd name="connsiteX36" fmla="*/ 0 w 306850"/>
                    <a:gd name="connsiteY36" fmla="*/ 0 h 1339211"/>
                    <a:gd name="connsiteX37" fmla="*/ 306850 w 306850"/>
                    <a:gd name="connsiteY37" fmla="*/ 0 h 1339211"/>
                    <a:gd name="connsiteX38" fmla="*/ 306850 w 306850"/>
                    <a:gd name="connsiteY38" fmla="*/ 1339211 h 1339211"/>
                    <a:gd name="connsiteX39" fmla="*/ 0 w 306850"/>
                    <a:gd name="connsiteY39" fmla="*/ 1339211 h 1339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306850" h="1339211">
                      <a:moveTo>
                        <a:pt x="99275" y="1096373"/>
                      </a:moveTo>
                      <a:lnTo>
                        <a:pt x="99275" y="1150665"/>
                      </a:lnTo>
                      <a:lnTo>
                        <a:pt x="207575" y="1150665"/>
                      </a:lnTo>
                      <a:lnTo>
                        <a:pt x="207575" y="1096373"/>
                      </a:lnTo>
                      <a:close/>
                      <a:moveTo>
                        <a:pt x="99275" y="974391"/>
                      </a:moveTo>
                      <a:lnTo>
                        <a:pt x="99275" y="1028684"/>
                      </a:lnTo>
                      <a:lnTo>
                        <a:pt x="207575" y="1028684"/>
                      </a:lnTo>
                      <a:lnTo>
                        <a:pt x="207575" y="974391"/>
                      </a:lnTo>
                      <a:close/>
                      <a:moveTo>
                        <a:pt x="99275" y="852409"/>
                      </a:moveTo>
                      <a:lnTo>
                        <a:pt x="99275" y="906702"/>
                      </a:lnTo>
                      <a:lnTo>
                        <a:pt x="207575" y="906702"/>
                      </a:lnTo>
                      <a:lnTo>
                        <a:pt x="207575" y="852409"/>
                      </a:lnTo>
                      <a:close/>
                      <a:moveTo>
                        <a:pt x="99275" y="730427"/>
                      </a:moveTo>
                      <a:lnTo>
                        <a:pt x="99275" y="784720"/>
                      </a:lnTo>
                      <a:lnTo>
                        <a:pt x="207575" y="784720"/>
                      </a:lnTo>
                      <a:lnTo>
                        <a:pt x="207575" y="730427"/>
                      </a:lnTo>
                      <a:close/>
                      <a:moveTo>
                        <a:pt x="99275" y="608446"/>
                      </a:moveTo>
                      <a:lnTo>
                        <a:pt x="99275" y="662738"/>
                      </a:lnTo>
                      <a:lnTo>
                        <a:pt x="207575" y="662738"/>
                      </a:lnTo>
                      <a:lnTo>
                        <a:pt x="207575" y="608446"/>
                      </a:lnTo>
                      <a:close/>
                      <a:moveTo>
                        <a:pt x="99275" y="486464"/>
                      </a:moveTo>
                      <a:lnTo>
                        <a:pt x="99275" y="540756"/>
                      </a:lnTo>
                      <a:lnTo>
                        <a:pt x="207575" y="540756"/>
                      </a:lnTo>
                      <a:lnTo>
                        <a:pt x="207575" y="486464"/>
                      </a:lnTo>
                      <a:close/>
                      <a:moveTo>
                        <a:pt x="99275" y="364482"/>
                      </a:moveTo>
                      <a:lnTo>
                        <a:pt x="99275" y="418774"/>
                      </a:lnTo>
                      <a:lnTo>
                        <a:pt x="207575" y="418774"/>
                      </a:lnTo>
                      <a:lnTo>
                        <a:pt x="207575" y="364482"/>
                      </a:lnTo>
                      <a:close/>
                      <a:moveTo>
                        <a:pt x="99275" y="242500"/>
                      </a:moveTo>
                      <a:lnTo>
                        <a:pt x="99275" y="296792"/>
                      </a:lnTo>
                      <a:lnTo>
                        <a:pt x="207575" y="296792"/>
                      </a:lnTo>
                      <a:lnTo>
                        <a:pt x="207575" y="242500"/>
                      </a:lnTo>
                      <a:close/>
                      <a:moveTo>
                        <a:pt x="99275" y="120518"/>
                      </a:moveTo>
                      <a:lnTo>
                        <a:pt x="99275" y="174811"/>
                      </a:lnTo>
                      <a:lnTo>
                        <a:pt x="207575" y="174811"/>
                      </a:lnTo>
                      <a:lnTo>
                        <a:pt x="207575" y="120518"/>
                      </a:lnTo>
                      <a:close/>
                      <a:moveTo>
                        <a:pt x="0" y="0"/>
                      </a:moveTo>
                      <a:lnTo>
                        <a:pt x="306850" y="0"/>
                      </a:lnTo>
                      <a:lnTo>
                        <a:pt x="306850" y="1339211"/>
                      </a:lnTo>
                      <a:lnTo>
                        <a:pt x="0" y="133921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17" name="Freeform: Shape 16"/>
                <p:cNvSpPr/>
                <p:nvPr/>
              </p:nvSpPr>
              <p:spPr>
                <a:xfrm>
                  <a:off x="5216540" y="4730927"/>
                  <a:ext cx="623978" cy="704133"/>
                </a:xfrm>
                <a:custGeom>
                  <a:avLst/>
                  <a:gdLst>
                    <a:gd name="connsiteX0" fmla="*/ 220666 w 637355"/>
                    <a:gd name="connsiteY0" fmla="*/ 230805 h 704133"/>
                    <a:gd name="connsiteX1" fmla="*/ 220666 w 637355"/>
                    <a:gd name="connsiteY1" fmla="*/ 344524 h 704133"/>
                    <a:gd name="connsiteX2" fmla="*/ 334385 w 637355"/>
                    <a:gd name="connsiteY2" fmla="*/ 344524 h 704133"/>
                    <a:gd name="connsiteX3" fmla="*/ 334385 w 637355"/>
                    <a:gd name="connsiteY3" fmla="*/ 230805 h 704133"/>
                    <a:gd name="connsiteX4" fmla="*/ 79542 w 637355"/>
                    <a:gd name="connsiteY4" fmla="*/ 230805 h 704133"/>
                    <a:gd name="connsiteX5" fmla="*/ 79542 w 637355"/>
                    <a:gd name="connsiteY5" fmla="*/ 344524 h 704133"/>
                    <a:gd name="connsiteX6" fmla="*/ 193261 w 637355"/>
                    <a:gd name="connsiteY6" fmla="*/ 344524 h 704133"/>
                    <a:gd name="connsiteX7" fmla="*/ 193261 w 637355"/>
                    <a:gd name="connsiteY7" fmla="*/ 230805 h 704133"/>
                    <a:gd name="connsiteX8" fmla="*/ 220666 w 637355"/>
                    <a:gd name="connsiteY8" fmla="*/ 85254 h 704133"/>
                    <a:gd name="connsiteX9" fmla="*/ 220666 w 637355"/>
                    <a:gd name="connsiteY9" fmla="*/ 198973 h 704133"/>
                    <a:gd name="connsiteX10" fmla="*/ 334385 w 637355"/>
                    <a:gd name="connsiteY10" fmla="*/ 198973 h 704133"/>
                    <a:gd name="connsiteX11" fmla="*/ 334385 w 637355"/>
                    <a:gd name="connsiteY11" fmla="*/ 85254 h 704133"/>
                    <a:gd name="connsiteX12" fmla="*/ 79542 w 637355"/>
                    <a:gd name="connsiteY12" fmla="*/ 85254 h 704133"/>
                    <a:gd name="connsiteX13" fmla="*/ 79542 w 637355"/>
                    <a:gd name="connsiteY13" fmla="*/ 198973 h 704133"/>
                    <a:gd name="connsiteX14" fmla="*/ 193261 w 637355"/>
                    <a:gd name="connsiteY14" fmla="*/ 198973 h 704133"/>
                    <a:gd name="connsiteX15" fmla="*/ 193261 w 637355"/>
                    <a:gd name="connsiteY15" fmla="*/ 85254 h 704133"/>
                    <a:gd name="connsiteX16" fmla="*/ 0 w 637355"/>
                    <a:gd name="connsiteY16" fmla="*/ 0 h 704133"/>
                    <a:gd name="connsiteX17" fmla="*/ 637355 w 637355"/>
                    <a:gd name="connsiteY17" fmla="*/ 0 h 704133"/>
                    <a:gd name="connsiteX18" fmla="*/ 637355 w 637355"/>
                    <a:gd name="connsiteY18" fmla="*/ 704133 h 704133"/>
                    <a:gd name="connsiteX19" fmla="*/ 0 w 637355"/>
                    <a:gd name="connsiteY19" fmla="*/ 704133 h 70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37355" h="704133">
                      <a:moveTo>
                        <a:pt x="220666" y="230805"/>
                      </a:moveTo>
                      <a:lnTo>
                        <a:pt x="220666" y="344524"/>
                      </a:lnTo>
                      <a:lnTo>
                        <a:pt x="334385" y="344524"/>
                      </a:lnTo>
                      <a:lnTo>
                        <a:pt x="334385" y="230805"/>
                      </a:lnTo>
                      <a:close/>
                      <a:moveTo>
                        <a:pt x="79542" y="230805"/>
                      </a:moveTo>
                      <a:lnTo>
                        <a:pt x="79542" y="344524"/>
                      </a:lnTo>
                      <a:lnTo>
                        <a:pt x="193261" y="344524"/>
                      </a:lnTo>
                      <a:lnTo>
                        <a:pt x="193261" y="230805"/>
                      </a:lnTo>
                      <a:close/>
                      <a:moveTo>
                        <a:pt x="220666" y="85254"/>
                      </a:moveTo>
                      <a:lnTo>
                        <a:pt x="220666" y="198973"/>
                      </a:lnTo>
                      <a:lnTo>
                        <a:pt x="334385" y="198973"/>
                      </a:lnTo>
                      <a:lnTo>
                        <a:pt x="334385" y="85254"/>
                      </a:lnTo>
                      <a:close/>
                      <a:moveTo>
                        <a:pt x="79542" y="85254"/>
                      </a:moveTo>
                      <a:lnTo>
                        <a:pt x="79542" y="198973"/>
                      </a:lnTo>
                      <a:lnTo>
                        <a:pt x="193261" y="198973"/>
                      </a:lnTo>
                      <a:lnTo>
                        <a:pt x="193261" y="85254"/>
                      </a:lnTo>
                      <a:close/>
                      <a:moveTo>
                        <a:pt x="0" y="0"/>
                      </a:moveTo>
                      <a:lnTo>
                        <a:pt x="637355" y="0"/>
                      </a:lnTo>
                      <a:lnTo>
                        <a:pt x="637355" y="704133"/>
                      </a:lnTo>
                      <a:lnTo>
                        <a:pt x="0" y="70413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Freeform: Shape 17"/>
                <p:cNvSpPr/>
                <p:nvPr/>
              </p:nvSpPr>
              <p:spPr>
                <a:xfrm>
                  <a:off x="5819397" y="4564529"/>
                  <a:ext cx="602196" cy="870531"/>
                </a:xfrm>
                <a:custGeom>
                  <a:avLst/>
                  <a:gdLst>
                    <a:gd name="connsiteX0" fmla="*/ 238494 w 462454"/>
                    <a:gd name="connsiteY0" fmla="*/ 563076 h 870531"/>
                    <a:gd name="connsiteX1" fmla="*/ 238494 w 462454"/>
                    <a:gd name="connsiteY1" fmla="*/ 715154 h 870531"/>
                    <a:gd name="connsiteX2" fmla="*/ 324676 w 462454"/>
                    <a:gd name="connsiteY2" fmla="*/ 715154 h 870531"/>
                    <a:gd name="connsiteX3" fmla="*/ 324676 w 462454"/>
                    <a:gd name="connsiteY3" fmla="*/ 563076 h 870531"/>
                    <a:gd name="connsiteX4" fmla="*/ 238494 w 462454"/>
                    <a:gd name="connsiteY4" fmla="*/ 353251 h 870531"/>
                    <a:gd name="connsiteX5" fmla="*/ 238494 w 462454"/>
                    <a:gd name="connsiteY5" fmla="*/ 505329 h 870531"/>
                    <a:gd name="connsiteX6" fmla="*/ 324676 w 462454"/>
                    <a:gd name="connsiteY6" fmla="*/ 505329 h 870531"/>
                    <a:gd name="connsiteX7" fmla="*/ 324676 w 462454"/>
                    <a:gd name="connsiteY7" fmla="*/ 353251 h 870531"/>
                    <a:gd name="connsiteX8" fmla="*/ 231227 w 462454"/>
                    <a:gd name="connsiteY8" fmla="*/ 0 h 870531"/>
                    <a:gd name="connsiteX9" fmla="*/ 462454 w 462454"/>
                    <a:gd name="connsiteY9" fmla="*/ 308459 h 870531"/>
                    <a:gd name="connsiteX10" fmla="*/ 384652 w 462454"/>
                    <a:gd name="connsiteY10" fmla="*/ 308459 h 870531"/>
                    <a:gd name="connsiteX11" fmla="*/ 384652 w 462454"/>
                    <a:gd name="connsiteY11" fmla="*/ 870531 h 870531"/>
                    <a:gd name="connsiteX12" fmla="*/ 77802 w 462454"/>
                    <a:gd name="connsiteY12" fmla="*/ 870531 h 870531"/>
                    <a:gd name="connsiteX13" fmla="*/ 77802 w 462454"/>
                    <a:gd name="connsiteY13" fmla="*/ 308459 h 870531"/>
                    <a:gd name="connsiteX14" fmla="*/ 0 w 462454"/>
                    <a:gd name="connsiteY14" fmla="*/ 308459 h 870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62454" h="870531">
                      <a:moveTo>
                        <a:pt x="238494" y="563076"/>
                      </a:moveTo>
                      <a:lnTo>
                        <a:pt x="238494" y="715154"/>
                      </a:lnTo>
                      <a:lnTo>
                        <a:pt x="324676" y="715154"/>
                      </a:lnTo>
                      <a:lnTo>
                        <a:pt x="324676" y="563076"/>
                      </a:lnTo>
                      <a:close/>
                      <a:moveTo>
                        <a:pt x="238494" y="353251"/>
                      </a:moveTo>
                      <a:lnTo>
                        <a:pt x="238494" y="505329"/>
                      </a:lnTo>
                      <a:lnTo>
                        <a:pt x="324676" y="505329"/>
                      </a:lnTo>
                      <a:lnTo>
                        <a:pt x="324676" y="353251"/>
                      </a:lnTo>
                      <a:close/>
                      <a:moveTo>
                        <a:pt x="231227" y="0"/>
                      </a:moveTo>
                      <a:lnTo>
                        <a:pt x="462454" y="308459"/>
                      </a:lnTo>
                      <a:lnTo>
                        <a:pt x="384652" y="308459"/>
                      </a:lnTo>
                      <a:lnTo>
                        <a:pt x="384652" y="870531"/>
                      </a:lnTo>
                      <a:lnTo>
                        <a:pt x="77802" y="870531"/>
                      </a:lnTo>
                      <a:lnTo>
                        <a:pt x="77802" y="308459"/>
                      </a:lnTo>
                      <a:lnTo>
                        <a:pt x="0" y="3084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/>
                <p:cNvSpPr/>
                <p:nvPr/>
              </p:nvSpPr>
              <p:spPr>
                <a:xfrm>
                  <a:off x="7174463" y="4795378"/>
                  <a:ext cx="587663" cy="639087"/>
                </a:xfrm>
                <a:custGeom>
                  <a:avLst/>
                  <a:gdLst>
                    <a:gd name="connsiteX0" fmla="*/ 426331 w 600261"/>
                    <a:gd name="connsiteY0" fmla="*/ 337859 h 639087"/>
                    <a:gd name="connsiteX1" fmla="*/ 426331 w 600261"/>
                    <a:gd name="connsiteY1" fmla="*/ 451578 h 639087"/>
                    <a:gd name="connsiteX2" fmla="*/ 540050 w 600261"/>
                    <a:gd name="connsiteY2" fmla="*/ 451578 h 639087"/>
                    <a:gd name="connsiteX3" fmla="*/ 540050 w 600261"/>
                    <a:gd name="connsiteY3" fmla="*/ 337859 h 639087"/>
                    <a:gd name="connsiteX4" fmla="*/ 285207 w 600261"/>
                    <a:gd name="connsiteY4" fmla="*/ 337859 h 639087"/>
                    <a:gd name="connsiteX5" fmla="*/ 285207 w 600261"/>
                    <a:gd name="connsiteY5" fmla="*/ 451578 h 639087"/>
                    <a:gd name="connsiteX6" fmla="*/ 398926 w 600261"/>
                    <a:gd name="connsiteY6" fmla="*/ 451578 h 639087"/>
                    <a:gd name="connsiteX7" fmla="*/ 398926 w 600261"/>
                    <a:gd name="connsiteY7" fmla="*/ 337859 h 639087"/>
                    <a:gd name="connsiteX8" fmla="*/ 426331 w 600261"/>
                    <a:gd name="connsiteY8" fmla="*/ 192308 h 639087"/>
                    <a:gd name="connsiteX9" fmla="*/ 426331 w 600261"/>
                    <a:gd name="connsiteY9" fmla="*/ 306027 h 639087"/>
                    <a:gd name="connsiteX10" fmla="*/ 540050 w 600261"/>
                    <a:gd name="connsiteY10" fmla="*/ 306027 h 639087"/>
                    <a:gd name="connsiteX11" fmla="*/ 540050 w 600261"/>
                    <a:gd name="connsiteY11" fmla="*/ 192308 h 639087"/>
                    <a:gd name="connsiteX12" fmla="*/ 285207 w 600261"/>
                    <a:gd name="connsiteY12" fmla="*/ 192308 h 639087"/>
                    <a:gd name="connsiteX13" fmla="*/ 285207 w 600261"/>
                    <a:gd name="connsiteY13" fmla="*/ 306027 h 639087"/>
                    <a:gd name="connsiteX14" fmla="*/ 398926 w 600261"/>
                    <a:gd name="connsiteY14" fmla="*/ 306027 h 639087"/>
                    <a:gd name="connsiteX15" fmla="*/ 398926 w 600261"/>
                    <a:gd name="connsiteY15" fmla="*/ 192308 h 639087"/>
                    <a:gd name="connsiteX16" fmla="*/ 0 w 600261"/>
                    <a:gd name="connsiteY16" fmla="*/ 0 h 639087"/>
                    <a:gd name="connsiteX17" fmla="*/ 306850 w 600261"/>
                    <a:gd name="connsiteY17" fmla="*/ 0 h 639087"/>
                    <a:gd name="connsiteX18" fmla="*/ 306850 w 600261"/>
                    <a:gd name="connsiteY18" fmla="*/ 115748 h 639087"/>
                    <a:gd name="connsiteX19" fmla="*/ 600261 w 600261"/>
                    <a:gd name="connsiteY19" fmla="*/ 115748 h 639087"/>
                    <a:gd name="connsiteX20" fmla="*/ 600261 w 600261"/>
                    <a:gd name="connsiteY20" fmla="*/ 639087 h 639087"/>
                    <a:gd name="connsiteX21" fmla="*/ 0 w 600261"/>
                    <a:gd name="connsiteY21" fmla="*/ 639087 h 639087"/>
                    <a:gd name="connsiteX22" fmla="*/ 0 w 600261"/>
                    <a:gd name="connsiteY22" fmla="*/ 523339 h 639087"/>
                    <a:gd name="connsiteX23" fmla="*/ 0 w 600261"/>
                    <a:gd name="connsiteY23" fmla="*/ 115748 h 639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00261" h="639087">
                      <a:moveTo>
                        <a:pt x="426331" y="337859"/>
                      </a:moveTo>
                      <a:lnTo>
                        <a:pt x="426331" y="451578"/>
                      </a:lnTo>
                      <a:lnTo>
                        <a:pt x="540050" y="451578"/>
                      </a:lnTo>
                      <a:lnTo>
                        <a:pt x="540050" y="337859"/>
                      </a:lnTo>
                      <a:close/>
                      <a:moveTo>
                        <a:pt x="285207" y="337859"/>
                      </a:moveTo>
                      <a:lnTo>
                        <a:pt x="285207" y="451578"/>
                      </a:lnTo>
                      <a:lnTo>
                        <a:pt x="398926" y="451578"/>
                      </a:lnTo>
                      <a:lnTo>
                        <a:pt x="398926" y="337859"/>
                      </a:lnTo>
                      <a:close/>
                      <a:moveTo>
                        <a:pt x="426331" y="192308"/>
                      </a:moveTo>
                      <a:lnTo>
                        <a:pt x="426331" y="306027"/>
                      </a:lnTo>
                      <a:lnTo>
                        <a:pt x="540050" y="306027"/>
                      </a:lnTo>
                      <a:lnTo>
                        <a:pt x="540050" y="192308"/>
                      </a:lnTo>
                      <a:close/>
                      <a:moveTo>
                        <a:pt x="285207" y="192308"/>
                      </a:moveTo>
                      <a:lnTo>
                        <a:pt x="285207" y="306027"/>
                      </a:lnTo>
                      <a:lnTo>
                        <a:pt x="398926" y="306027"/>
                      </a:lnTo>
                      <a:lnTo>
                        <a:pt x="398926" y="192308"/>
                      </a:lnTo>
                      <a:close/>
                      <a:moveTo>
                        <a:pt x="0" y="0"/>
                      </a:moveTo>
                      <a:lnTo>
                        <a:pt x="306850" y="0"/>
                      </a:lnTo>
                      <a:lnTo>
                        <a:pt x="306850" y="115748"/>
                      </a:lnTo>
                      <a:lnTo>
                        <a:pt x="600261" y="115748"/>
                      </a:lnTo>
                      <a:lnTo>
                        <a:pt x="600261" y="639087"/>
                      </a:lnTo>
                      <a:lnTo>
                        <a:pt x="0" y="639087"/>
                      </a:lnTo>
                      <a:lnTo>
                        <a:pt x="0" y="523339"/>
                      </a:lnTo>
                      <a:lnTo>
                        <a:pt x="0" y="1157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/>
                <p:cNvSpPr/>
                <p:nvPr/>
              </p:nvSpPr>
              <p:spPr>
                <a:xfrm>
                  <a:off x="6399687" y="4276328"/>
                  <a:ext cx="399552" cy="1158732"/>
                </a:xfrm>
                <a:custGeom>
                  <a:avLst/>
                  <a:gdLst>
                    <a:gd name="connsiteX0" fmla="*/ 159201 w 408118"/>
                    <a:gd name="connsiteY0" fmla="*/ 578755 h 1158732"/>
                    <a:gd name="connsiteX1" fmla="*/ 159201 w 408118"/>
                    <a:gd name="connsiteY1" fmla="*/ 665832 h 1158732"/>
                    <a:gd name="connsiteX2" fmla="*/ 248917 w 408118"/>
                    <a:gd name="connsiteY2" fmla="*/ 665832 h 1158732"/>
                    <a:gd name="connsiteX3" fmla="*/ 248917 w 408118"/>
                    <a:gd name="connsiteY3" fmla="*/ 578755 h 1158732"/>
                    <a:gd name="connsiteX4" fmla="*/ 159201 w 408118"/>
                    <a:gd name="connsiteY4" fmla="*/ 578755 h 1158732"/>
                    <a:gd name="connsiteX5" fmla="*/ 278823 w 408118"/>
                    <a:gd name="connsiteY5" fmla="*/ 576996 h 1158732"/>
                    <a:gd name="connsiteX6" fmla="*/ 278823 w 408118"/>
                    <a:gd name="connsiteY6" fmla="*/ 664073 h 1158732"/>
                    <a:gd name="connsiteX7" fmla="*/ 365020 w 408118"/>
                    <a:gd name="connsiteY7" fmla="*/ 664073 h 1158732"/>
                    <a:gd name="connsiteX8" fmla="*/ 365020 w 408118"/>
                    <a:gd name="connsiteY8" fmla="*/ 576996 h 1158732"/>
                    <a:gd name="connsiteX9" fmla="*/ 278823 w 408118"/>
                    <a:gd name="connsiteY9" fmla="*/ 576996 h 1158732"/>
                    <a:gd name="connsiteX10" fmla="*/ 43979 w 408118"/>
                    <a:gd name="connsiteY10" fmla="*/ 576996 h 1158732"/>
                    <a:gd name="connsiteX11" fmla="*/ 43979 w 408118"/>
                    <a:gd name="connsiteY11" fmla="*/ 664952 h 1158732"/>
                    <a:gd name="connsiteX12" fmla="*/ 131935 w 408118"/>
                    <a:gd name="connsiteY12" fmla="*/ 665832 h 1158732"/>
                    <a:gd name="connsiteX13" fmla="*/ 132814 w 408118"/>
                    <a:gd name="connsiteY13" fmla="*/ 576996 h 1158732"/>
                    <a:gd name="connsiteX14" fmla="*/ 43979 w 408118"/>
                    <a:gd name="connsiteY14" fmla="*/ 576996 h 1158732"/>
                    <a:gd name="connsiteX15" fmla="*/ 160960 w 408118"/>
                    <a:gd name="connsiteY15" fmla="*/ 449459 h 1158732"/>
                    <a:gd name="connsiteX16" fmla="*/ 160960 w 408118"/>
                    <a:gd name="connsiteY16" fmla="*/ 539174 h 1158732"/>
                    <a:gd name="connsiteX17" fmla="*/ 248917 w 408118"/>
                    <a:gd name="connsiteY17" fmla="*/ 539174 h 1158732"/>
                    <a:gd name="connsiteX18" fmla="*/ 248917 w 408118"/>
                    <a:gd name="connsiteY18" fmla="*/ 449459 h 1158732"/>
                    <a:gd name="connsiteX19" fmla="*/ 160960 w 408118"/>
                    <a:gd name="connsiteY19" fmla="*/ 449459 h 1158732"/>
                    <a:gd name="connsiteX20" fmla="*/ 44858 w 408118"/>
                    <a:gd name="connsiteY20" fmla="*/ 449459 h 1158732"/>
                    <a:gd name="connsiteX21" fmla="*/ 44858 w 408118"/>
                    <a:gd name="connsiteY21" fmla="*/ 539174 h 1158732"/>
                    <a:gd name="connsiteX22" fmla="*/ 131935 w 408118"/>
                    <a:gd name="connsiteY22" fmla="*/ 539174 h 1158732"/>
                    <a:gd name="connsiteX23" fmla="*/ 131935 w 408118"/>
                    <a:gd name="connsiteY23" fmla="*/ 449459 h 1158732"/>
                    <a:gd name="connsiteX24" fmla="*/ 44858 w 408118"/>
                    <a:gd name="connsiteY24" fmla="*/ 449459 h 1158732"/>
                    <a:gd name="connsiteX25" fmla="*/ 278823 w 408118"/>
                    <a:gd name="connsiteY25" fmla="*/ 448579 h 1158732"/>
                    <a:gd name="connsiteX26" fmla="*/ 278823 w 408118"/>
                    <a:gd name="connsiteY26" fmla="*/ 538295 h 1158732"/>
                    <a:gd name="connsiteX27" fmla="*/ 365020 w 408118"/>
                    <a:gd name="connsiteY27" fmla="*/ 538295 h 1158732"/>
                    <a:gd name="connsiteX28" fmla="*/ 365020 w 408118"/>
                    <a:gd name="connsiteY28" fmla="*/ 448579 h 1158732"/>
                    <a:gd name="connsiteX29" fmla="*/ 278823 w 408118"/>
                    <a:gd name="connsiteY29" fmla="*/ 448579 h 1158732"/>
                    <a:gd name="connsiteX30" fmla="*/ 277943 w 408118"/>
                    <a:gd name="connsiteY30" fmla="*/ 318403 h 1158732"/>
                    <a:gd name="connsiteX31" fmla="*/ 277943 w 408118"/>
                    <a:gd name="connsiteY31" fmla="*/ 408999 h 1158732"/>
                    <a:gd name="connsiteX32" fmla="*/ 366779 w 408118"/>
                    <a:gd name="connsiteY32" fmla="*/ 408999 h 1158732"/>
                    <a:gd name="connsiteX33" fmla="*/ 366779 w 408118"/>
                    <a:gd name="connsiteY33" fmla="*/ 318403 h 1158732"/>
                    <a:gd name="connsiteX34" fmla="*/ 277943 w 408118"/>
                    <a:gd name="connsiteY34" fmla="*/ 318403 h 1158732"/>
                    <a:gd name="connsiteX35" fmla="*/ 159201 w 408118"/>
                    <a:gd name="connsiteY35" fmla="*/ 318403 h 1158732"/>
                    <a:gd name="connsiteX36" fmla="*/ 159201 w 408118"/>
                    <a:gd name="connsiteY36" fmla="*/ 407239 h 1158732"/>
                    <a:gd name="connsiteX37" fmla="*/ 249797 w 408118"/>
                    <a:gd name="connsiteY37" fmla="*/ 407239 h 1158732"/>
                    <a:gd name="connsiteX38" fmla="*/ 249797 w 408118"/>
                    <a:gd name="connsiteY38" fmla="*/ 318403 h 1158732"/>
                    <a:gd name="connsiteX39" fmla="*/ 159201 w 408118"/>
                    <a:gd name="connsiteY39" fmla="*/ 318403 h 1158732"/>
                    <a:gd name="connsiteX40" fmla="*/ 43979 w 408118"/>
                    <a:gd name="connsiteY40" fmla="*/ 318403 h 1158732"/>
                    <a:gd name="connsiteX41" fmla="*/ 43979 w 408118"/>
                    <a:gd name="connsiteY41" fmla="*/ 408119 h 1158732"/>
                    <a:gd name="connsiteX42" fmla="*/ 131935 w 408118"/>
                    <a:gd name="connsiteY42" fmla="*/ 408119 h 1158732"/>
                    <a:gd name="connsiteX43" fmla="*/ 131935 w 408118"/>
                    <a:gd name="connsiteY43" fmla="*/ 318403 h 1158732"/>
                    <a:gd name="connsiteX44" fmla="*/ 43979 w 408118"/>
                    <a:gd name="connsiteY44" fmla="*/ 318403 h 1158732"/>
                    <a:gd name="connsiteX45" fmla="*/ 43098 w 408118"/>
                    <a:gd name="connsiteY45" fmla="*/ 187348 h 1158732"/>
                    <a:gd name="connsiteX46" fmla="*/ 43098 w 408118"/>
                    <a:gd name="connsiteY46" fmla="*/ 279702 h 1158732"/>
                    <a:gd name="connsiteX47" fmla="*/ 132814 w 408118"/>
                    <a:gd name="connsiteY47" fmla="*/ 279702 h 1158732"/>
                    <a:gd name="connsiteX48" fmla="*/ 132814 w 408118"/>
                    <a:gd name="connsiteY48" fmla="*/ 187348 h 1158732"/>
                    <a:gd name="connsiteX49" fmla="*/ 43098 w 408118"/>
                    <a:gd name="connsiteY49" fmla="*/ 187348 h 1158732"/>
                    <a:gd name="connsiteX50" fmla="*/ 43979 w 408118"/>
                    <a:gd name="connsiteY50" fmla="*/ 60690 h 1158732"/>
                    <a:gd name="connsiteX51" fmla="*/ 43979 w 408118"/>
                    <a:gd name="connsiteY51" fmla="*/ 152166 h 1158732"/>
                    <a:gd name="connsiteX52" fmla="*/ 133694 w 408118"/>
                    <a:gd name="connsiteY52" fmla="*/ 152166 h 1158732"/>
                    <a:gd name="connsiteX53" fmla="*/ 133694 w 408118"/>
                    <a:gd name="connsiteY53" fmla="*/ 60690 h 1158732"/>
                    <a:gd name="connsiteX54" fmla="*/ 43979 w 408118"/>
                    <a:gd name="connsiteY54" fmla="*/ 60690 h 1158732"/>
                    <a:gd name="connsiteX55" fmla="*/ 0 w 408118"/>
                    <a:gd name="connsiteY55" fmla="*/ 0 h 1158732"/>
                    <a:gd name="connsiteX56" fmla="*/ 155702 w 408118"/>
                    <a:gd name="connsiteY56" fmla="*/ 0 h 1158732"/>
                    <a:gd name="connsiteX57" fmla="*/ 155702 w 408118"/>
                    <a:gd name="connsiteY57" fmla="*/ 281913 h 1158732"/>
                    <a:gd name="connsiteX58" fmla="*/ 277943 w 408118"/>
                    <a:gd name="connsiteY58" fmla="*/ 281913 h 1158732"/>
                    <a:gd name="connsiteX59" fmla="*/ 277943 w 408118"/>
                    <a:gd name="connsiteY59" fmla="*/ 282341 h 1158732"/>
                    <a:gd name="connsiteX60" fmla="*/ 366779 w 408118"/>
                    <a:gd name="connsiteY60" fmla="*/ 282341 h 1158732"/>
                    <a:gd name="connsiteX61" fmla="*/ 366779 w 408118"/>
                    <a:gd name="connsiteY61" fmla="*/ 281913 h 1158732"/>
                    <a:gd name="connsiteX62" fmla="*/ 408118 w 408118"/>
                    <a:gd name="connsiteY62" fmla="*/ 281913 h 1158732"/>
                    <a:gd name="connsiteX63" fmla="*/ 408118 w 408118"/>
                    <a:gd name="connsiteY63" fmla="*/ 1158732 h 1158732"/>
                    <a:gd name="connsiteX64" fmla="*/ 0 w 408118"/>
                    <a:gd name="connsiteY64" fmla="*/ 1158732 h 1158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08118" h="1158732">
                      <a:moveTo>
                        <a:pt x="159201" y="578755"/>
                      </a:moveTo>
                      <a:cubicBezTo>
                        <a:pt x="159201" y="608660"/>
                        <a:pt x="159201" y="638565"/>
                        <a:pt x="159201" y="665832"/>
                      </a:cubicBezTo>
                      <a:cubicBezTo>
                        <a:pt x="189986" y="668470"/>
                        <a:pt x="222530" y="665832"/>
                        <a:pt x="248917" y="665832"/>
                      </a:cubicBezTo>
                      <a:cubicBezTo>
                        <a:pt x="248917" y="634168"/>
                        <a:pt x="248917" y="608660"/>
                        <a:pt x="248917" y="578755"/>
                      </a:cubicBezTo>
                      <a:cubicBezTo>
                        <a:pt x="217253" y="578755"/>
                        <a:pt x="188227" y="578755"/>
                        <a:pt x="159201" y="578755"/>
                      </a:cubicBezTo>
                      <a:close/>
                      <a:moveTo>
                        <a:pt x="278823" y="576996"/>
                      </a:moveTo>
                      <a:cubicBezTo>
                        <a:pt x="278823" y="606901"/>
                        <a:pt x="278823" y="632408"/>
                        <a:pt x="278823" y="664073"/>
                      </a:cubicBezTo>
                      <a:cubicBezTo>
                        <a:pt x="311366" y="664073"/>
                        <a:pt x="346549" y="664952"/>
                        <a:pt x="365020" y="664073"/>
                      </a:cubicBezTo>
                      <a:cubicBezTo>
                        <a:pt x="365020" y="632408"/>
                        <a:pt x="365020" y="606021"/>
                        <a:pt x="365020" y="576996"/>
                      </a:cubicBezTo>
                      <a:cubicBezTo>
                        <a:pt x="335114" y="576996"/>
                        <a:pt x="306968" y="576996"/>
                        <a:pt x="278823" y="576996"/>
                      </a:cubicBezTo>
                      <a:close/>
                      <a:moveTo>
                        <a:pt x="43979" y="576996"/>
                      </a:moveTo>
                      <a:cubicBezTo>
                        <a:pt x="43979" y="605142"/>
                        <a:pt x="43979" y="638565"/>
                        <a:pt x="43979" y="664952"/>
                      </a:cubicBezTo>
                      <a:cubicBezTo>
                        <a:pt x="81799" y="664952"/>
                        <a:pt x="105548" y="664073"/>
                        <a:pt x="131935" y="665832"/>
                      </a:cubicBezTo>
                      <a:cubicBezTo>
                        <a:pt x="131935" y="631529"/>
                        <a:pt x="132814" y="602503"/>
                        <a:pt x="132814" y="576996"/>
                      </a:cubicBezTo>
                      <a:cubicBezTo>
                        <a:pt x="102030" y="576996"/>
                        <a:pt x="73884" y="576996"/>
                        <a:pt x="43979" y="576996"/>
                      </a:cubicBezTo>
                      <a:close/>
                      <a:moveTo>
                        <a:pt x="160960" y="449459"/>
                      </a:moveTo>
                      <a:cubicBezTo>
                        <a:pt x="160960" y="481123"/>
                        <a:pt x="160960" y="509268"/>
                        <a:pt x="160960" y="539174"/>
                      </a:cubicBezTo>
                      <a:cubicBezTo>
                        <a:pt x="189986" y="539174"/>
                        <a:pt x="217253" y="539174"/>
                        <a:pt x="248917" y="539174"/>
                      </a:cubicBezTo>
                      <a:cubicBezTo>
                        <a:pt x="248917" y="506630"/>
                        <a:pt x="248917" y="477604"/>
                        <a:pt x="248917" y="449459"/>
                      </a:cubicBezTo>
                      <a:cubicBezTo>
                        <a:pt x="218132" y="449459"/>
                        <a:pt x="189107" y="449459"/>
                        <a:pt x="160960" y="449459"/>
                      </a:cubicBezTo>
                      <a:close/>
                      <a:moveTo>
                        <a:pt x="44858" y="449459"/>
                      </a:moveTo>
                      <a:cubicBezTo>
                        <a:pt x="44858" y="481123"/>
                        <a:pt x="44858" y="509268"/>
                        <a:pt x="44858" y="539174"/>
                      </a:cubicBezTo>
                      <a:cubicBezTo>
                        <a:pt x="75643" y="539174"/>
                        <a:pt x="102910" y="539174"/>
                        <a:pt x="131935" y="539174"/>
                      </a:cubicBezTo>
                      <a:cubicBezTo>
                        <a:pt x="131935" y="505751"/>
                        <a:pt x="131935" y="477604"/>
                        <a:pt x="131935" y="449459"/>
                      </a:cubicBezTo>
                      <a:cubicBezTo>
                        <a:pt x="100271" y="449459"/>
                        <a:pt x="72125" y="449459"/>
                        <a:pt x="44858" y="449459"/>
                      </a:cubicBezTo>
                      <a:close/>
                      <a:moveTo>
                        <a:pt x="278823" y="448579"/>
                      </a:moveTo>
                      <a:cubicBezTo>
                        <a:pt x="278823" y="479364"/>
                        <a:pt x="278823" y="508389"/>
                        <a:pt x="278823" y="538295"/>
                      </a:cubicBezTo>
                      <a:cubicBezTo>
                        <a:pt x="308727" y="538295"/>
                        <a:pt x="335994" y="538295"/>
                        <a:pt x="365020" y="538295"/>
                      </a:cubicBezTo>
                      <a:cubicBezTo>
                        <a:pt x="365020" y="507510"/>
                        <a:pt x="365020" y="478484"/>
                        <a:pt x="365020" y="448579"/>
                      </a:cubicBezTo>
                      <a:cubicBezTo>
                        <a:pt x="335994" y="448579"/>
                        <a:pt x="308727" y="448579"/>
                        <a:pt x="278823" y="448579"/>
                      </a:cubicBezTo>
                      <a:close/>
                      <a:moveTo>
                        <a:pt x="277943" y="318403"/>
                      </a:moveTo>
                      <a:cubicBezTo>
                        <a:pt x="277943" y="350067"/>
                        <a:pt x="277943" y="379094"/>
                        <a:pt x="277943" y="408999"/>
                      </a:cubicBezTo>
                      <a:cubicBezTo>
                        <a:pt x="309607" y="408999"/>
                        <a:pt x="337753" y="408999"/>
                        <a:pt x="366779" y="408999"/>
                      </a:cubicBezTo>
                      <a:cubicBezTo>
                        <a:pt x="366779" y="378214"/>
                        <a:pt x="366779" y="349187"/>
                        <a:pt x="366779" y="318403"/>
                      </a:cubicBezTo>
                      <a:cubicBezTo>
                        <a:pt x="336873" y="318403"/>
                        <a:pt x="307848" y="318403"/>
                        <a:pt x="277943" y="318403"/>
                      </a:cubicBezTo>
                      <a:close/>
                      <a:moveTo>
                        <a:pt x="159201" y="318403"/>
                      </a:moveTo>
                      <a:cubicBezTo>
                        <a:pt x="159201" y="349187"/>
                        <a:pt x="159201" y="378214"/>
                        <a:pt x="159201" y="407239"/>
                      </a:cubicBezTo>
                      <a:cubicBezTo>
                        <a:pt x="190866" y="407239"/>
                        <a:pt x="219892" y="407239"/>
                        <a:pt x="249797" y="407239"/>
                      </a:cubicBezTo>
                      <a:cubicBezTo>
                        <a:pt x="249797" y="376454"/>
                        <a:pt x="249797" y="349187"/>
                        <a:pt x="249797" y="318403"/>
                      </a:cubicBezTo>
                      <a:cubicBezTo>
                        <a:pt x="217253" y="318403"/>
                        <a:pt x="188227" y="318403"/>
                        <a:pt x="159201" y="318403"/>
                      </a:cubicBezTo>
                      <a:close/>
                      <a:moveTo>
                        <a:pt x="43979" y="318403"/>
                      </a:moveTo>
                      <a:cubicBezTo>
                        <a:pt x="43979" y="349187"/>
                        <a:pt x="43979" y="378214"/>
                        <a:pt x="43979" y="408119"/>
                      </a:cubicBezTo>
                      <a:cubicBezTo>
                        <a:pt x="74764" y="408119"/>
                        <a:pt x="102910" y="408119"/>
                        <a:pt x="131935" y="408119"/>
                      </a:cubicBezTo>
                      <a:cubicBezTo>
                        <a:pt x="131935" y="376454"/>
                        <a:pt x="131935" y="347429"/>
                        <a:pt x="131935" y="318403"/>
                      </a:cubicBezTo>
                      <a:cubicBezTo>
                        <a:pt x="100271" y="318403"/>
                        <a:pt x="72125" y="318403"/>
                        <a:pt x="43979" y="318403"/>
                      </a:cubicBezTo>
                      <a:close/>
                      <a:moveTo>
                        <a:pt x="43098" y="187348"/>
                      </a:moveTo>
                      <a:cubicBezTo>
                        <a:pt x="43098" y="219892"/>
                        <a:pt x="43098" y="249797"/>
                        <a:pt x="43098" y="279702"/>
                      </a:cubicBezTo>
                      <a:cubicBezTo>
                        <a:pt x="74764" y="279702"/>
                        <a:pt x="104668" y="279702"/>
                        <a:pt x="132814" y="279702"/>
                      </a:cubicBezTo>
                      <a:cubicBezTo>
                        <a:pt x="132814" y="247159"/>
                        <a:pt x="132814" y="218133"/>
                        <a:pt x="132814" y="187348"/>
                      </a:cubicBezTo>
                      <a:cubicBezTo>
                        <a:pt x="102030" y="187348"/>
                        <a:pt x="73884" y="187348"/>
                        <a:pt x="43098" y="187348"/>
                      </a:cubicBezTo>
                      <a:close/>
                      <a:moveTo>
                        <a:pt x="43979" y="60690"/>
                      </a:moveTo>
                      <a:cubicBezTo>
                        <a:pt x="43979" y="93234"/>
                        <a:pt x="43979" y="122259"/>
                        <a:pt x="43979" y="152166"/>
                      </a:cubicBezTo>
                      <a:cubicBezTo>
                        <a:pt x="75643" y="152166"/>
                        <a:pt x="103789" y="152166"/>
                        <a:pt x="133694" y="152166"/>
                      </a:cubicBezTo>
                      <a:cubicBezTo>
                        <a:pt x="133694" y="121380"/>
                        <a:pt x="133694" y="93234"/>
                        <a:pt x="133694" y="60690"/>
                      </a:cubicBezTo>
                      <a:cubicBezTo>
                        <a:pt x="101151" y="60690"/>
                        <a:pt x="72125" y="60690"/>
                        <a:pt x="43979" y="60690"/>
                      </a:cubicBezTo>
                      <a:close/>
                      <a:moveTo>
                        <a:pt x="0" y="0"/>
                      </a:moveTo>
                      <a:lnTo>
                        <a:pt x="155702" y="0"/>
                      </a:lnTo>
                      <a:lnTo>
                        <a:pt x="155702" y="281913"/>
                      </a:lnTo>
                      <a:lnTo>
                        <a:pt x="277943" y="281913"/>
                      </a:lnTo>
                      <a:lnTo>
                        <a:pt x="277943" y="282341"/>
                      </a:lnTo>
                      <a:cubicBezTo>
                        <a:pt x="307848" y="282341"/>
                        <a:pt x="334235" y="282341"/>
                        <a:pt x="366779" y="282341"/>
                      </a:cubicBezTo>
                      <a:lnTo>
                        <a:pt x="366779" y="281913"/>
                      </a:lnTo>
                      <a:lnTo>
                        <a:pt x="408118" y="281913"/>
                      </a:lnTo>
                      <a:lnTo>
                        <a:pt x="408118" y="1158732"/>
                      </a:lnTo>
                      <a:lnTo>
                        <a:pt x="0" y="11587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: Shape 20"/>
                <p:cNvSpPr/>
                <p:nvPr/>
              </p:nvSpPr>
              <p:spPr>
                <a:xfrm flipH="1">
                  <a:off x="4037547" y="4564529"/>
                  <a:ext cx="299970" cy="869936"/>
                </a:xfrm>
                <a:custGeom>
                  <a:avLst/>
                  <a:gdLst>
                    <a:gd name="connsiteX0" fmla="*/ 159201 w 408118"/>
                    <a:gd name="connsiteY0" fmla="*/ 578755 h 1158732"/>
                    <a:gd name="connsiteX1" fmla="*/ 159201 w 408118"/>
                    <a:gd name="connsiteY1" fmla="*/ 665832 h 1158732"/>
                    <a:gd name="connsiteX2" fmla="*/ 248917 w 408118"/>
                    <a:gd name="connsiteY2" fmla="*/ 665832 h 1158732"/>
                    <a:gd name="connsiteX3" fmla="*/ 248917 w 408118"/>
                    <a:gd name="connsiteY3" fmla="*/ 578755 h 1158732"/>
                    <a:gd name="connsiteX4" fmla="*/ 159201 w 408118"/>
                    <a:gd name="connsiteY4" fmla="*/ 578755 h 1158732"/>
                    <a:gd name="connsiteX5" fmla="*/ 278823 w 408118"/>
                    <a:gd name="connsiteY5" fmla="*/ 576996 h 1158732"/>
                    <a:gd name="connsiteX6" fmla="*/ 278823 w 408118"/>
                    <a:gd name="connsiteY6" fmla="*/ 664073 h 1158732"/>
                    <a:gd name="connsiteX7" fmla="*/ 365020 w 408118"/>
                    <a:gd name="connsiteY7" fmla="*/ 664073 h 1158732"/>
                    <a:gd name="connsiteX8" fmla="*/ 365020 w 408118"/>
                    <a:gd name="connsiteY8" fmla="*/ 576996 h 1158732"/>
                    <a:gd name="connsiteX9" fmla="*/ 278823 w 408118"/>
                    <a:gd name="connsiteY9" fmla="*/ 576996 h 1158732"/>
                    <a:gd name="connsiteX10" fmla="*/ 43979 w 408118"/>
                    <a:gd name="connsiteY10" fmla="*/ 576996 h 1158732"/>
                    <a:gd name="connsiteX11" fmla="*/ 43979 w 408118"/>
                    <a:gd name="connsiteY11" fmla="*/ 664952 h 1158732"/>
                    <a:gd name="connsiteX12" fmla="*/ 131935 w 408118"/>
                    <a:gd name="connsiteY12" fmla="*/ 665832 h 1158732"/>
                    <a:gd name="connsiteX13" fmla="*/ 132814 w 408118"/>
                    <a:gd name="connsiteY13" fmla="*/ 576996 h 1158732"/>
                    <a:gd name="connsiteX14" fmla="*/ 43979 w 408118"/>
                    <a:gd name="connsiteY14" fmla="*/ 576996 h 1158732"/>
                    <a:gd name="connsiteX15" fmla="*/ 160960 w 408118"/>
                    <a:gd name="connsiteY15" fmla="*/ 449459 h 1158732"/>
                    <a:gd name="connsiteX16" fmla="*/ 160960 w 408118"/>
                    <a:gd name="connsiteY16" fmla="*/ 539174 h 1158732"/>
                    <a:gd name="connsiteX17" fmla="*/ 248917 w 408118"/>
                    <a:gd name="connsiteY17" fmla="*/ 539174 h 1158732"/>
                    <a:gd name="connsiteX18" fmla="*/ 248917 w 408118"/>
                    <a:gd name="connsiteY18" fmla="*/ 449459 h 1158732"/>
                    <a:gd name="connsiteX19" fmla="*/ 160960 w 408118"/>
                    <a:gd name="connsiteY19" fmla="*/ 449459 h 1158732"/>
                    <a:gd name="connsiteX20" fmla="*/ 44858 w 408118"/>
                    <a:gd name="connsiteY20" fmla="*/ 449459 h 1158732"/>
                    <a:gd name="connsiteX21" fmla="*/ 44858 w 408118"/>
                    <a:gd name="connsiteY21" fmla="*/ 539174 h 1158732"/>
                    <a:gd name="connsiteX22" fmla="*/ 131935 w 408118"/>
                    <a:gd name="connsiteY22" fmla="*/ 539174 h 1158732"/>
                    <a:gd name="connsiteX23" fmla="*/ 131935 w 408118"/>
                    <a:gd name="connsiteY23" fmla="*/ 449459 h 1158732"/>
                    <a:gd name="connsiteX24" fmla="*/ 44858 w 408118"/>
                    <a:gd name="connsiteY24" fmla="*/ 449459 h 1158732"/>
                    <a:gd name="connsiteX25" fmla="*/ 278823 w 408118"/>
                    <a:gd name="connsiteY25" fmla="*/ 448579 h 1158732"/>
                    <a:gd name="connsiteX26" fmla="*/ 278823 w 408118"/>
                    <a:gd name="connsiteY26" fmla="*/ 538295 h 1158732"/>
                    <a:gd name="connsiteX27" fmla="*/ 365020 w 408118"/>
                    <a:gd name="connsiteY27" fmla="*/ 538295 h 1158732"/>
                    <a:gd name="connsiteX28" fmla="*/ 365020 w 408118"/>
                    <a:gd name="connsiteY28" fmla="*/ 448579 h 1158732"/>
                    <a:gd name="connsiteX29" fmla="*/ 278823 w 408118"/>
                    <a:gd name="connsiteY29" fmla="*/ 448579 h 1158732"/>
                    <a:gd name="connsiteX30" fmla="*/ 277943 w 408118"/>
                    <a:gd name="connsiteY30" fmla="*/ 318403 h 1158732"/>
                    <a:gd name="connsiteX31" fmla="*/ 277943 w 408118"/>
                    <a:gd name="connsiteY31" fmla="*/ 408999 h 1158732"/>
                    <a:gd name="connsiteX32" fmla="*/ 366779 w 408118"/>
                    <a:gd name="connsiteY32" fmla="*/ 408999 h 1158732"/>
                    <a:gd name="connsiteX33" fmla="*/ 366779 w 408118"/>
                    <a:gd name="connsiteY33" fmla="*/ 318403 h 1158732"/>
                    <a:gd name="connsiteX34" fmla="*/ 277943 w 408118"/>
                    <a:gd name="connsiteY34" fmla="*/ 318403 h 1158732"/>
                    <a:gd name="connsiteX35" fmla="*/ 159201 w 408118"/>
                    <a:gd name="connsiteY35" fmla="*/ 318403 h 1158732"/>
                    <a:gd name="connsiteX36" fmla="*/ 159201 w 408118"/>
                    <a:gd name="connsiteY36" fmla="*/ 407239 h 1158732"/>
                    <a:gd name="connsiteX37" fmla="*/ 249797 w 408118"/>
                    <a:gd name="connsiteY37" fmla="*/ 407239 h 1158732"/>
                    <a:gd name="connsiteX38" fmla="*/ 249797 w 408118"/>
                    <a:gd name="connsiteY38" fmla="*/ 318403 h 1158732"/>
                    <a:gd name="connsiteX39" fmla="*/ 159201 w 408118"/>
                    <a:gd name="connsiteY39" fmla="*/ 318403 h 1158732"/>
                    <a:gd name="connsiteX40" fmla="*/ 43979 w 408118"/>
                    <a:gd name="connsiteY40" fmla="*/ 318403 h 1158732"/>
                    <a:gd name="connsiteX41" fmla="*/ 43979 w 408118"/>
                    <a:gd name="connsiteY41" fmla="*/ 408119 h 1158732"/>
                    <a:gd name="connsiteX42" fmla="*/ 131935 w 408118"/>
                    <a:gd name="connsiteY42" fmla="*/ 408119 h 1158732"/>
                    <a:gd name="connsiteX43" fmla="*/ 131935 w 408118"/>
                    <a:gd name="connsiteY43" fmla="*/ 318403 h 1158732"/>
                    <a:gd name="connsiteX44" fmla="*/ 43979 w 408118"/>
                    <a:gd name="connsiteY44" fmla="*/ 318403 h 1158732"/>
                    <a:gd name="connsiteX45" fmla="*/ 43098 w 408118"/>
                    <a:gd name="connsiteY45" fmla="*/ 187348 h 1158732"/>
                    <a:gd name="connsiteX46" fmla="*/ 43098 w 408118"/>
                    <a:gd name="connsiteY46" fmla="*/ 279702 h 1158732"/>
                    <a:gd name="connsiteX47" fmla="*/ 132814 w 408118"/>
                    <a:gd name="connsiteY47" fmla="*/ 279702 h 1158732"/>
                    <a:gd name="connsiteX48" fmla="*/ 132814 w 408118"/>
                    <a:gd name="connsiteY48" fmla="*/ 187348 h 1158732"/>
                    <a:gd name="connsiteX49" fmla="*/ 43098 w 408118"/>
                    <a:gd name="connsiteY49" fmla="*/ 187348 h 1158732"/>
                    <a:gd name="connsiteX50" fmla="*/ 43979 w 408118"/>
                    <a:gd name="connsiteY50" fmla="*/ 60690 h 1158732"/>
                    <a:gd name="connsiteX51" fmla="*/ 43979 w 408118"/>
                    <a:gd name="connsiteY51" fmla="*/ 152166 h 1158732"/>
                    <a:gd name="connsiteX52" fmla="*/ 133694 w 408118"/>
                    <a:gd name="connsiteY52" fmla="*/ 152166 h 1158732"/>
                    <a:gd name="connsiteX53" fmla="*/ 133694 w 408118"/>
                    <a:gd name="connsiteY53" fmla="*/ 60690 h 1158732"/>
                    <a:gd name="connsiteX54" fmla="*/ 43979 w 408118"/>
                    <a:gd name="connsiteY54" fmla="*/ 60690 h 1158732"/>
                    <a:gd name="connsiteX55" fmla="*/ 0 w 408118"/>
                    <a:gd name="connsiteY55" fmla="*/ 0 h 1158732"/>
                    <a:gd name="connsiteX56" fmla="*/ 155702 w 408118"/>
                    <a:gd name="connsiteY56" fmla="*/ 0 h 1158732"/>
                    <a:gd name="connsiteX57" fmla="*/ 155702 w 408118"/>
                    <a:gd name="connsiteY57" fmla="*/ 281913 h 1158732"/>
                    <a:gd name="connsiteX58" fmla="*/ 277943 w 408118"/>
                    <a:gd name="connsiteY58" fmla="*/ 281913 h 1158732"/>
                    <a:gd name="connsiteX59" fmla="*/ 277943 w 408118"/>
                    <a:gd name="connsiteY59" fmla="*/ 282341 h 1158732"/>
                    <a:gd name="connsiteX60" fmla="*/ 366779 w 408118"/>
                    <a:gd name="connsiteY60" fmla="*/ 282341 h 1158732"/>
                    <a:gd name="connsiteX61" fmla="*/ 366779 w 408118"/>
                    <a:gd name="connsiteY61" fmla="*/ 281913 h 1158732"/>
                    <a:gd name="connsiteX62" fmla="*/ 408118 w 408118"/>
                    <a:gd name="connsiteY62" fmla="*/ 281913 h 1158732"/>
                    <a:gd name="connsiteX63" fmla="*/ 408118 w 408118"/>
                    <a:gd name="connsiteY63" fmla="*/ 1158732 h 1158732"/>
                    <a:gd name="connsiteX64" fmla="*/ 0 w 408118"/>
                    <a:gd name="connsiteY64" fmla="*/ 1158732 h 1158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08118" h="1158732">
                      <a:moveTo>
                        <a:pt x="159201" y="578755"/>
                      </a:moveTo>
                      <a:cubicBezTo>
                        <a:pt x="159201" y="608660"/>
                        <a:pt x="159201" y="638565"/>
                        <a:pt x="159201" y="665832"/>
                      </a:cubicBezTo>
                      <a:cubicBezTo>
                        <a:pt x="189986" y="668470"/>
                        <a:pt x="222530" y="665832"/>
                        <a:pt x="248917" y="665832"/>
                      </a:cubicBezTo>
                      <a:cubicBezTo>
                        <a:pt x="248917" y="634168"/>
                        <a:pt x="248917" y="608660"/>
                        <a:pt x="248917" y="578755"/>
                      </a:cubicBezTo>
                      <a:cubicBezTo>
                        <a:pt x="217253" y="578755"/>
                        <a:pt x="188227" y="578755"/>
                        <a:pt x="159201" y="578755"/>
                      </a:cubicBezTo>
                      <a:close/>
                      <a:moveTo>
                        <a:pt x="278823" y="576996"/>
                      </a:moveTo>
                      <a:cubicBezTo>
                        <a:pt x="278823" y="606901"/>
                        <a:pt x="278823" y="632408"/>
                        <a:pt x="278823" y="664073"/>
                      </a:cubicBezTo>
                      <a:cubicBezTo>
                        <a:pt x="311366" y="664073"/>
                        <a:pt x="346549" y="664952"/>
                        <a:pt x="365020" y="664073"/>
                      </a:cubicBezTo>
                      <a:cubicBezTo>
                        <a:pt x="365020" y="632408"/>
                        <a:pt x="365020" y="606021"/>
                        <a:pt x="365020" y="576996"/>
                      </a:cubicBezTo>
                      <a:cubicBezTo>
                        <a:pt x="335114" y="576996"/>
                        <a:pt x="306968" y="576996"/>
                        <a:pt x="278823" y="576996"/>
                      </a:cubicBezTo>
                      <a:close/>
                      <a:moveTo>
                        <a:pt x="43979" y="576996"/>
                      </a:moveTo>
                      <a:cubicBezTo>
                        <a:pt x="43979" y="605142"/>
                        <a:pt x="43979" y="638565"/>
                        <a:pt x="43979" y="664952"/>
                      </a:cubicBezTo>
                      <a:cubicBezTo>
                        <a:pt x="81799" y="664952"/>
                        <a:pt x="105548" y="664073"/>
                        <a:pt x="131935" y="665832"/>
                      </a:cubicBezTo>
                      <a:cubicBezTo>
                        <a:pt x="131935" y="631529"/>
                        <a:pt x="132814" y="602503"/>
                        <a:pt x="132814" y="576996"/>
                      </a:cubicBezTo>
                      <a:cubicBezTo>
                        <a:pt x="102030" y="576996"/>
                        <a:pt x="73884" y="576996"/>
                        <a:pt x="43979" y="576996"/>
                      </a:cubicBezTo>
                      <a:close/>
                      <a:moveTo>
                        <a:pt x="160960" y="449459"/>
                      </a:moveTo>
                      <a:cubicBezTo>
                        <a:pt x="160960" y="481123"/>
                        <a:pt x="160960" y="509268"/>
                        <a:pt x="160960" y="539174"/>
                      </a:cubicBezTo>
                      <a:cubicBezTo>
                        <a:pt x="189986" y="539174"/>
                        <a:pt x="217253" y="539174"/>
                        <a:pt x="248917" y="539174"/>
                      </a:cubicBezTo>
                      <a:cubicBezTo>
                        <a:pt x="248917" y="506630"/>
                        <a:pt x="248917" y="477604"/>
                        <a:pt x="248917" y="449459"/>
                      </a:cubicBezTo>
                      <a:cubicBezTo>
                        <a:pt x="218132" y="449459"/>
                        <a:pt x="189107" y="449459"/>
                        <a:pt x="160960" y="449459"/>
                      </a:cubicBezTo>
                      <a:close/>
                      <a:moveTo>
                        <a:pt x="44858" y="449459"/>
                      </a:moveTo>
                      <a:cubicBezTo>
                        <a:pt x="44858" y="481123"/>
                        <a:pt x="44858" y="509268"/>
                        <a:pt x="44858" y="539174"/>
                      </a:cubicBezTo>
                      <a:cubicBezTo>
                        <a:pt x="75643" y="539174"/>
                        <a:pt x="102910" y="539174"/>
                        <a:pt x="131935" y="539174"/>
                      </a:cubicBezTo>
                      <a:cubicBezTo>
                        <a:pt x="131935" y="505751"/>
                        <a:pt x="131935" y="477604"/>
                        <a:pt x="131935" y="449459"/>
                      </a:cubicBezTo>
                      <a:cubicBezTo>
                        <a:pt x="100271" y="449459"/>
                        <a:pt x="72125" y="449459"/>
                        <a:pt x="44858" y="449459"/>
                      </a:cubicBezTo>
                      <a:close/>
                      <a:moveTo>
                        <a:pt x="278823" y="448579"/>
                      </a:moveTo>
                      <a:cubicBezTo>
                        <a:pt x="278823" y="479364"/>
                        <a:pt x="278823" y="508389"/>
                        <a:pt x="278823" y="538295"/>
                      </a:cubicBezTo>
                      <a:cubicBezTo>
                        <a:pt x="308727" y="538295"/>
                        <a:pt x="335994" y="538295"/>
                        <a:pt x="365020" y="538295"/>
                      </a:cubicBezTo>
                      <a:cubicBezTo>
                        <a:pt x="365020" y="507510"/>
                        <a:pt x="365020" y="478484"/>
                        <a:pt x="365020" y="448579"/>
                      </a:cubicBezTo>
                      <a:cubicBezTo>
                        <a:pt x="335994" y="448579"/>
                        <a:pt x="308727" y="448579"/>
                        <a:pt x="278823" y="448579"/>
                      </a:cubicBezTo>
                      <a:close/>
                      <a:moveTo>
                        <a:pt x="277943" y="318403"/>
                      </a:moveTo>
                      <a:cubicBezTo>
                        <a:pt x="277943" y="350067"/>
                        <a:pt x="277943" y="379094"/>
                        <a:pt x="277943" y="408999"/>
                      </a:cubicBezTo>
                      <a:cubicBezTo>
                        <a:pt x="309607" y="408999"/>
                        <a:pt x="337753" y="408999"/>
                        <a:pt x="366779" y="408999"/>
                      </a:cubicBezTo>
                      <a:cubicBezTo>
                        <a:pt x="366779" y="378214"/>
                        <a:pt x="366779" y="349187"/>
                        <a:pt x="366779" y="318403"/>
                      </a:cubicBezTo>
                      <a:cubicBezTo>
                        <a:pt x="336873" y="318403"/>
                        <a:pt x="307848" y="318403"/>
                        <a:pt x="277943" y="318403"/>
                      </a:cubicBezTo>
                      <a:close/>
                      <a:moveTo>
                        <a:pt x="159201" y="318403"/>
                      </a:moveTo>
                      <a:cubicBezTo>
                        <a:pt x="159201" y="349187"/>
                        <a:pt x="159201" y="378214"/>
                        <a:pt x="159201" y="407239"/>
                      </a:cubicBezTo>
                      <a:cubicBezTo>
                        <a:pt x="190866" y="407239"/>
                        <a:pt x="219892" y="407239"/>
                        <a:pt x="249797" y="407239"/>
                      </a:cubicBezTo>
                      <a:cubicBezTo>
                        <a:pt x="249797" y="376454"/>
                        <a:pt x="249797" y="349187"/>
                        <a:pt x="249797" y="318403"/>
                      </a:cubicBezTo>
                      <a:cubicBezTo>
                        <a:pt x="217253" y="318403"/>
                        <a:pt x="188227" y="318403"/>
                        <a:pt x="159201" y="318403"/>
                      </a:cubicBezTo>
                      <a:close/>
                      <a:moveTo>
                        <a:pt x="43979" y="318403"/>
                      </a:moveTo>
                      <a:cubicBezTo>
                        <a:pt x="43979" y="349187"/>
                        <a:pt x="43979" y="378214"/>
                        <a:pt x="43979" y="408119"/>
                      </a:cubicBezTo>
                      <a:cubicBezTo>
                        <a:pt x="74764" y="408119"/>
                        <a:pt x="102910" y="408119"/>
                        <a:pt x="131935" y="408119"/>
                      </a:cubicBezTo>
                      <a:cubicBezTo>
                        <a:pt x="131935" y="376454"/>
                        <a:pt x="131935" y="347429"/>
                        <a:pt x="131935" y="318403"/>
                      </a:cubicBezTo>
                      <a:cubicBezTo>
                        <a:pt x="100271" y="318403"/>
                        <a:pt x="72125" y="318403"/>
                        <a:pt x="43979" y="318403"/>
                      </a:cubicBezTo>
                      <a:close/>
                      <a:moveTo>
                        <a:pt x="43098" y="187348"/>
                      </a:moveTo>
                      <a:cubicBezTo>
                        <a:pt x="43098" y="219892"/>
                        <a:pt x="43098" y="249797"/>
                        <a:pt x="43098" y="279702"/>
                      </a:cubicBezTo>
                      <a:cubicBezTo>
                        <a:pt x="74764" y="279702"/>
                        <a:pt x="104668" y="279702"/>
                        <a:pt x="132814" y="279702"/>
                      </a:cubicBezTo>
                      <a:cubicBezTo>
                        <a:pt x="132814" y="247159"/>
                        <a:pt x="132814" y="218133"/>
                        <a:pt x="132814" y="187348"/>
                      </a:cubicBezTo>
                      <a:cubicBezTo>
                        <a:pt x="102030" y="187348"/>
                        <a:pt x="73884" y="187348"/>
                        <a:pt x="43098" y="187348"/>
                      </a:cubicBezTo>
                      <a:close/>
                      <a:moveTo>
                        <a:pt x="43979" y="60690"/>
                      </a:moveTo>
                      <a:cubicBezTo>
                        <a:pt x="43979" y="93234"/>
                        <a:pt x="43979" y="122259"/>
                        <a:pt x="43979" y="152166"/>
                      </a:cubicBezTo>
                      <a:cubicBezTo>
                        <a:pt x="75643" y="152166"/>
                        <a:pt x="103789" y="152166"/>
                        <a:pt x="133694" y="152166"/>
                      </a:cubicBezTo>
                      <a:cubicBezTo>
                        <a:pt x="133694" y="121380"/>
                        <a:pt x="133694" y="93234"/>
                        <a:pt x="133694" y="60690"/>
                      </a:cubicBezTo>
                      <a:cubicBezTo>
                        <a:pt x="101151" y="60690"/>
                        <a:pt x="72125" y="60690"/>
                        <a:pt x="43979" y="60690"/>
                      </a:cubicBezTo>
                      <a:close/>
                      <a:moveTo>
                        <a:pt x="0" y="0"/>
                      </a:moveTo>
                      <a:lnTo>
                        <a:pt x="155702" y="0"/>
                      </a:lnTo>
                      <a:lnTo>
                        <a:pt x="155702" y="281913"/>
                      </a:lnTo>
                      <a:lnTo>
                        <a:pt x="277943" y="281913"/>
                      </a:lnTo>
                      <a:lnTo>
                        <a:pt x="277943" y="282341"/>
                      </a:lnTo>
                      <a:cubicBezTo>
                        <a:pt x="307848" y="282341"/>
                        <a:pt x="334235" y="282341"/>
                        <a:pt x="366779" y="282341"/>
                      </a:cubicBezTo>
                      <a:lnTo>
                        <a:pt x="366779" y="281913"/>
                      </a:lnTo>
                      <a:lnTo>
                        <a:pt x="408118" y="281913"/>
                      </a:lnTo>
                      <a:lnTo>
                        <a:pt x="408118" y="1158732"/>
                      </a:lnTo>
                      <a:lnTo>
                        <a:pt x="0" y="11587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/>
            <p:cNvGrpSpPr/>
            <p:nvPr/>
          </p:nvGrpSpPr>
          <p:grpSpPr>
            <a:xfrm rot="16200000">
              <a:off x="5700153" y="1148861"/>
              <a:ext cx="791694" cy="6074652"/>
              <a:chOff x="4093890" y="1870877"/>
              <a:chExt cx="791694" cy="4045791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093890" y="2089729"/>
                <a:ext cx="526478" cy="36462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pic>
            <p:nvPicPr>
              <p:cNvPr id="11" name="Picture 2" descr="E:\002-KIMS BUSINESS\007-04-1-FIVERR\01-PPT-TEMPLATE\COVER-PSD\05-cut-01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2636281" y="3667365"/>
                <a:ext cx="4045791" cy="4528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05052" y="1493542"/>
            <a:ext cx="82972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Pertanyaan</a:t>
            </a:r>
            <a:r>
              <a:rPr lang="en-ID" sz="1600" dirty="0"/>
              <a:t> yang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difokuskan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b="1" dirty="0"/>
              <a:t>Dari model </a:t>
            </a:r>
            <a:r>
              <a:rPr lang="en-ID" sz="1600" b="1" dirty="0" err="1"/>
              <a:t>bisnis</a:t>
            </a:r>
            <a:r>
              <a:rPr lang="en-ID" sz="1600" b="1" dirty="0"/>
              <a:t> yang </a:t>
            </a:r>
            <a:r>
              <a:rPr lang="en-ID" sz="1600" b="1" dirty="0" err="1"/>
              <a:t>sudah</a:t>
            </a:r>
            <a:r>
              <a:rPr lang="en-ID" sz="1600" b="1" dirty="0"/>
              <a:t> </a:t>
            </a:r>
            <a:r>
              <a:rPr lang="en-ID" sz="1600" b="1" dirty="0" err="1"/>
              <a:t>ada</a:t>
            </a:r>
            <a:r>
              <a:rPr lang="en-ID" sz="1600" b="1" dirty="0"/>
              <a:t>, </a:t>
            </a:r>
            <a:r>
              <a:rPr lang="en-ID" sz="1600" b="1" dirty="0" err="1"/>
              <a:t>apa</a:t>
            </a:r>
            <a:r>
              <a:rPr lang="en-ID" sz="1600" b="1" dirty="0"/>
              <a:t> yang </a:t>
            </a:r>
            <a:r>
              <a:rPr lang="en-ID" sz="1600" b="1" dirty="0" err="1"/>
              <a:t>dapat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modifikasi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? </a:t>
            </a:r>
            <a:r>
              <a:rPr lang="en-ID" sz="1600" b="1" dirty="0" err="1"/>
              <a:t>Dapatkah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mengganti</a:t>
            </a:r>
            <a:r>
              <a:rPr lang="en-ID" sz="1600" b="1" dirty="0"/>
              <a:t> item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cara</a:t>
            </a:r>
            <a:r>
              <a:rPr lang="en-ID" sz="1600" b="1" dirty="0"/>
              <a:t> </a:t>
            </a:r>
            <a:r>
              <a:rPr lang="en-ID" sz="1600" b="1" dirty="0" err="1"/>
              <a:t>tertentu</a:t>
            </a:r>
            <a:r>
              <a:rPr lang="en-ID" sz="1600" b="1" dirty="0"/>
              <a:t>? </a:t>
            </a:r>
            <a:r>
              <a:rPr lang="en-ID" sz="1600" b="1" dirty="0" err="1"/>
              <a:t>Dapatkah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mengganti</a:t>
            </a:r>
            <a:r>
              <a:rPr lang="en-ID" sz="1600" b="1" dirty="0"/>
              <a:t> arti, </a:t>
            </a:r>
            <a:r>
              <a:rPr lang="en-ID" sz="1600" b="1" dirty="0" err="1"/>
              <a:t>warna</a:t>
            </a:r>
            <a:r>
              <a:rPr lang="en-ID" sz="1600" b="1" dirty="0"/>
              <a:t>, Gerakan, </a:t>
            </a:r>
            <a:r>
              <a:rPr lang="en-ID" sz="1600" b="1" dirty="0" err="1"/>
              <a:t>suara</a:t>
            </a:r>
            <a:r>
              <a:rPr lang="en-ID" sz="1600" b="1" dirty="0"/>
              <a:t>, </a:t>
            </a:r>
            <a:r>
              <a:rPr lang="en-ID" sz="1600" b="1" dirty="0" err="1"/>
              <a:t>bau</a:t>
            </a:r>
            <a:r>
              <a:rPr lang="en-ID" sz="1600" b="1" dirty="0"/>
              <a:t>, </a:t>
            </a:r>
            <a:r>
              <a:rPr lang="en-ID" sz="1600" b="1" dirty="0" err="1"/>
              <a:t>bentuk</a:t>
            </a:r>
            <a:r>
              <a:rPr lang="en-ID" sz="1600" b="1" dirty="0"/>
              <a:t>? </a:t>
            </a:r>
            <a:r>
              <a:rPr lang="en-ID" sz="1600" b="1" dirty="0" err="1"/>
              <a:t>Apakah</a:t>
            </a:r>
            <a:r>
              <a:rPr lang="en-ID" sz="1600" b="1" dirty="0"/>
              <a:t> </a:t>
            </a:r>
            <a:r>
              <a:rPr lang="en-ID" sz="1600" b="1" dirty="0" err="1"/>
              <a:t>perlu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memperbesar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, </a:t>
            </a:r>
            <a:r>
              <a:rPr lang="en-ID" sz="1600" b="1" dirty="0" err="1"/>
              <a:t>atau</a:t>
            </a:r>
            <a:r>
              <a:rPr lang="en-ID" sz="1600" b="1" dirty="0"/>
              <a:t> proses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memperkecilnya</a:t>
            </a:r>
            <a:r>
              <a:rPr lang="en-ID" sz="1600" b="1" dirty="0"/>
              <a:t>?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/>
              <a:t>Guiding Questions: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kembangkan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dibuat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kurangi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hilangkan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melebih-lebihkan</a:t>
            </a:r>
            <a:r>
              <a:rPr lang="en-ID" sz="1600" dirty="0"/>
              <a:t> </a:t>
            </a:r>
            <a:r>
              <a:rPr lang="en-ID" sz="1600" dirty="0" err="1"/>
              <a:t>warna</a:t>
            </a:r>
            <a:r>
              <a:rPr lang="en-ID" sz="1600" dirty="0"/>
              <a:t>, </a:t>
            </a:r>
            <a:r>
              <a:rPr lang="en-ID" sz="1600" dirty="0" err="1"/>
              <a:t>ukuran</a:t>
            </a:r>
            <a:r>
              <a:rPr lang="en-ID" sz="1600" dirty="0"/>
              <a:t>…?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mengembangkan</a:t>
            </a:r>
            <a:r>
              <a:rPr lang="en-ID" sz="1600" dirty="0"/>
              <a:t> target?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dibuat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,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kuat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menambah</a:t>
            </a:r>
            <a:r>
              <a:rPr lang="en-ID" sz="1600" dirty="0"/>
              <a:t> </a:t>
            </a:r>
            <a:r>
              <a:rPr lang="en-ID" sz="1600" dirty="0" err="1"/>
              <a:t>kecepatan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frekuensi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menambah</a:t>
            </a:r>
            <a:r>
              <a:rPr lang="en-ID" sz="1600" dirty="0"/>
              <a:t> </a:t>
            </a:r>
            <a:r>
              <a:rPr lang="en-ID" sz="1600" dirty="0" err="1"/>
              <a:t>fitur</a:t>
            </a:r>
            <a:r>
              <a:rPr lang="en-ID" sz="1600" dirty="0"/>
              <a:t> </a:t>
            </a:r>
            <a:r>
              <a:rPr lang="en-ID" sz="1600" dirty="0" err="1"/>
              <a:t>tambahan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menambah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ubah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mendapatkan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811" y="937537"/>
            <a:ext cx="40696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MODIFY (Also magnify &amp; minify)</a:t>
            </a:r>
            <a:endParaRPr lang="ko-KR" altLang="en-US" b="1" dirty="0">
              <a:solidFill>
                <a:schemeClr val="accent1"/>
              </a:solidFill>
              <a:cs typeface="Arial" panose="020B060402020209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 rot="1780816">
            <a:off x="10781397" y="569870"/>
            <a:ext cx="831739" cy="1847344"/>
            <a:chOff x="4801427" y="476797"/>
            <a:chExt cx="2603209" cy="5781889"/>
          </a:xfrm>
        </p:grpSpPr>
        <p:sp>
          <p:nvSpPr>
            <p:cNvPr id="5" name="Freeform: Shape 4"/>
            <p:cNvSpPr/>
            <p:nvPr/>
          </p:nvSpPr>
          <p:spPr>
            <a:xfrm>
              <a:off x="4891690" y="525437"/>
              <a:ext cx="2512946" cy="5733249"/>
            </a:xfrm>
            <a:custGeom>
              <a:avLst/>
              <a:gdLst>
                <a:gd name="connsiteX0" fmla="*/ 1256473 w 2512946"/>
                <a:gd name="connsiteY0" fmla="*/ 0 h 5733249"/>
                <a:gd name="connsiteX1" fmla="*/ 2512946 w 2512946"/>
                <a:gd name="connsiteY1" fmla="*/ 1256473 h 5733249"/>
                <a:gd name="connsiteX2" fmla="*/ 1958979 w 2512946"/>
                <a:gd name="connsiteY2" fmla="*/ 2298360 h 5733249"/>
                <a:gd name="connsiteX3" fmla="*/ 1786254 w 2512946"/>
                <a:gd name="connsiteY3" fmla="*/ 2392112 h 5733249"/>
                <a:gd name="connsiteX4" fmla="*/ 1786253 w 2512946"/>
                <a:gd name="connsiteY4" fmla="*/ 5390548 h 5733249"/>
                <a:gd name="connsiteX5" fmla="*/ 1788081 w 2512946"/>
                <a:gd name="connsiteY5" fmla="*/ 5412936 h 5733249"/>
                <a:gd name="connsiteX6" fmla="*/ 1778486 w 2512946"/>
                <a:gd name="connsiteY6" fmla="*/ 5426643 h 5733249"/>
                <a:gd name="connsiteX7" fmla="*/ 1650097 w 2512946"/>
                <a:gd name="connsiteY7" fmla="*/ 5553204 h 5733249"/>
                <a:gd name="connsiteX8" fmla="*/ 1573338 w 2512946"/>
                <a:gd name="connsiteY8" fmla="*/ 5624481 h 5733249"/>
                <a:gd name="connsiteX9" fmla="*/ 1571516 w 2512946"/>
                <a:gd name="connsiteY9" fmla="*/ 5619112 h 5733249"/>
                <a:gd name="connsiteX10" fmla="*/ 1571511 w 2512946"/>
                <a:gd name="connsiteY10" fmla="*/ 5619455 h 5733249"/>
                <a:gd name="connsiteX11" fmla="*/ 1569684 w 2512946"/>
                <a:gd name="connsiteY11" fmla="*/ 5628137 h 5733249"/>
                <a:gd name="connsiteX12" fmla="*/ 1479674 w 2512946"/>
                <a:gd name="connsiteY12" fmla="*/ 5717689 h 5733249"/>
                <a:gd name="connsiteX13" fmla="*/ 1440838 w 2512946"/>
                <a:gd name="connsiteY13" fmla="*/ 5733223 h 5733249"/>
                <a:gd name="connsiteX14" fmla="*/ 1368648 w 2512946"/>
                <a:gd name="connsiteY14" fmla="*/ 5731396 h 5733249"/>
                <a:gd name="connsiteX15" fmla="*/ 1368633 w 2512946"/>
                <a:gd name="connsiteY15" fmla="*/ 5722667 h 5733249"/>
                <a:gd name="connsiteX16" fmla="*/ 1364428 w 2512946"/>
                <a:gd name="connsiteY16" fmla="*/ 5727405 h 5733249"/>
                <a:gd name="connsiteX17" fmla="*/ 1354027 w 2512946"/>
                <a:gd name="connsiteY17" fmla="*/ 5728197 h 5733249"/>
                <a:gd name="connsiteX18" fmla="*/ 1326156 w 2512946"/>
                <a:gd name="connsiteY18" fmla="*/ 5705810 h 5733249"/>
                <a:gd name="connsiteX19" fmla="*/ 968403 w 2512946"/>
                <a:gd name="connsiteY19" fmla="*/ 5282721 h 5733249"/>
                <a:gd name="connsiteX20" fmla="*/ 970688 w 2512946"/>
                <a:gd name="connsiteY20" fmla="*/ 5216928 h 5733249"/>
                <a:gd name="connsiteX21" fmla="*/ 1067093 w 2512946"/>
                <a:gd name="connsiteY21" fmla="*/ 5102703 h 5733249"/>
                <a:gd name="connsiteX22" fmla="*/ 1069377 w 2512946"/>
                <a:gd name="connsiteY22" fmla="*/ 5028228 h 5733249"/>
                <a:gd name="connsiteX23" fmla="*/ 1130146 w 2512946"/>
                <a:gd name="connsiteY23" fmla="*/ 4908064 h 5733249"/>
                <a:gd name="connsiteX24" fmla="*/ 1334380 w 2512946"/>
                <a:gd name="connsiteY24" fmla="*/ 4751804 h 5733249"/>
                <a:gd name="connsiteX25" fmla="*/ 1368647 w 2512946"/>
                <a:gd name="connsiteY25" fmla="*/ 4709312 h 5733249"/>
                <a:gd name="connsiteX26" fmla="*/ 1374569 w 2512946"/>
                <a:gd name="connsiteY26" fmla="*/ 4714428 h 5733249"/>
                <a:gd name="connsiteX27" fmla="*/ 1374587 w 2512946"/>
                <a:gd name="connsiteY27" fmla="*/ 4709770 h 5733249"/>
                <a:gd name="connsiteX28" fmla="*/ 1376872 w 2512946"/>
                <a:gd name="connsiteY28" fmla="*/ 4698804 h 5733249"/>
                <a:gd name="connsiteX29" fmla="*/ 1414338 w 2512946"/>
                <a:gd name="connsiteY29" fmla="*/ 4581838 h 5733249"/>
                <a:gd name="connsiteX30" fmla="*/ 1417993 w 2512946"/>
                <a:gd name="connsiteY30" fmla="*/ 4579553 h 5733249"/>
                <a:gd name="connsiteX31" fmla="*/ 1413424 w 2512946"/>
                <a:gd name="connsiteY31" fmla="*/ 4526096 h 5733249"/>
                <a:gd name="connsiteX32" fmla="*/ 1380984 w 2512946"/>
                <a:gd name="connsiteY32" fmla="*/ 4494113 h 5733249"/>
                <a:gd name="connsiteX33" fmla="*/ 1381441 w 2512946"/>
                <a:gd name="connsiteY33" fmla="*/ 4490915 h 5733249"/>
                <a:gd name="connsiteX34" fmla="*/ 1382500 w 2512946"/>
                <a:gd name="connsiteY34" fmla="*/ 4481575 h 5733249"/>
                <a:gd name="connsiteX35" fmla="*/ 1377329 w 2512946"/>
                <a:gd name="connsiteY35" fmla="*/ 4490001 h 5733249"/>
                <a:gd name="connsiteX36" fmla="*/ 1213302 w 2512946"/>
                <a:gd name="connsiteY36" fmla="*/ 4351561 h 5733249"/>
                <a:gd name="connsiteX37" fmla="*/ 1208621 w 2512946"/>
                <a:gd name="connsiteY37" fmla="*/ 4340862 h 5733249"/>
                <a:gd name="connsiteX38" fmla="*/ 1203250 w 2512946"/>
                <a:gd name="connsiteY38" fmla="*/ 4344250 h 5733249"/>
                <a:gd name="connsiteX39" fmla="*/ 1195026 w 2512946"/>
                <a:gd name="connsiteY39" fmla="*/ 4338767 h 5733249"/>
                <a:gd name="connsiteX40" fmla="*/ 1166241 w 2512946"/>
                <a:gd name="connsiteY40" fmla="*/ 4311810 h 5733249"/>
                <a:gd name="connsiteX41" fmla="*/ 1199138 w 2512946"/>
                <a:gd name="connsiteY41" fmla="*/ 4247844 h 5733249"/>
                <a:gd name="connsiteX42" fmla="*/ 1211931 w 2512946"/>
                <a:gd name="connsiteY42" fmla="*/ 4214491 h 5733249"/>
                <a:gd name="connsiteX43" fmla="*/ 1199594 w 2512946"/>
                <a:gd name="connsiteY43" fmla="*/ 4114430 h 5733249"/>
                <a:gd name="connsiteX44" fmla="*/ 1098620 w 2512946"/>
                <a:gd name="connsiteY44" fmla="*/ 3982386 h 5733249"/>
                <a:gd name="connsiteX45" fmla="*/ 1098620 w 2512946"/>
                <a:gd name="connsiteY45" fmla="*/ 3922989 h 5733249"/>
                <a:gd name="connsiteX46" fmla="*/ 1170810 w 2512946"/>
                <a:gd name="connsiteY46" fmla="*/ 3779523 h 5733249"/>
                <a:gd name="connsiteX47" fmla="*/ 1132430 w 2512946"/>
                <a:gd name="connsiteY47" fmla="*/ 3656617 h 5733249"/>
                <a:gd name="connsiteX48" fmla="*/ 1108214 w 2512946"/>
                <a:gd name="connsiteY48" fmla="*/ 3620979 h 5733249"/>
                <a:gd name="connsiteX49" fmla="*/ 1112327 w 2512946"/>
                <a:gd name="connsiteY49" fmla="*/ 3616867 h 5733249"/>
                <a:gd name="connsiteX50" fmla="*/ 1112783 w 2512946"/>
                <a:gd name="connsiteY50" fmla="*/ 3615953 h 5733249"/>
                <a:gd name="connsiteX51" fmla="*/ 1108214 w 2512946"/>
                <a:gd name="connsiteY51" fmla="*/ 3613669 h 5733249"/>
                <a:gd name="connsiteX52" fmla="*/ 1044706 w 2512946"/>
                <a:gd name="connsiteY52" fmla="*/ 3561125 h 5733249"/>
                <a:gd name="connsiteX53" fmla="*/ 1035111 w 2512946"/>
                <a:gd name="connsiteY53" fmla="*/ 3515435 h 5733249"/>
                <a:gd name="connsiteX54" fmla="*/ 1107588 w 2512946"/>
                <a:gd name="connsiteY54" fmla="*/ 3387617 h 5733249"/>
                <a:gd name="connsiteX55" fmla="*/ 1107616 w 2512946"/>
                <a:gd name="connsiteY55" fmla="*/ 3389398 h 5733249"/>
                <a:gd name="connsiteX56" fmla="*/ 1108948 w 2512946"/>
                <a:gd name="connsiteY56" fmla="*/ 3255494 h 5733249"/>
                <a:gd name="connsiteX57" fmla="*/ 985765 w 2512946"/>
                <a:gd name="connsiteY57" fmla="*/ 3114278 h 5733249"/>
                <a:gd name="connsiteX58" fmla="*/ 981653 w 2512946"/>
                <a:gd name="connsiteY58" fmla="*/ 3074985 h 5733249"/>
                <a:gd name="connsiteX59" fmla="*/ 1031455 w 2512946"/>
                <a:gd name="connsiteY59" fmla="*/ 3001424 h 5733249"/>
                <a:gd name="connsiteX60" fmla="*/ 965661 w 2512946"/>
                <a:gd name="connsiteY60" fmla="*/ 2813182 h 5733249"/>
                <a:gd name="connsiteX61" fmla="*/ 954633 w 2512946"/>
                <a:gd name="connsiteY61" fmla="*/ 2811082 h 5733249"/>
                <a:gd name="connsiteX62" fmla="*/ 954633 w 2512946"/>
                <a:gd name="connsiteY62" fmla="*/ 2665235 h 5733249"/>
                <a:gd name="connsiteX63" fmla="*/ 697790 w 2512946"/>
                <a:gd name="connsiteY63" fmla="*/ 2665235 h 5733249"/>
                <a:gd name="connsiteX64" fmla="*/ 704315 w 2512946"/>
                <a:gd name="connsiteY64" fmla="*/ 2483299 h 5733249"/>
                <a:gd name="connsiteX65" fmla="*/ 707012 w 2512946"/>
                <a:gd name="connsiteY65" fmla="*/ 2381430 h 5733249"/>
                <a:gd name="connsiteX66" fmla="*/ 553967 w 2512946"/>
                <a:gd name="connsiteY66" fmla="*/ 2298360 h 5733249"/>
                <a:gd name="connsiteX67" fmla="*/ 0 w 2512946"/>
                <a:gd name="connsiteY67" fmla="*/ 1256473 h 5733249"/>
                <a:gd name="connsiteX68" fmla="*/ 1256473 w 2512946"/>
                <a:gd name="connsiteY68" fmla="*/ 0 h 573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512946" h="5733249">
                  <a:moveTo>
                    <a:pt x="1256473" y="0"/>
                  </a:moveTo>
                  <a:cubicBezTo>
                    <a:pt x="1950404" y="0"/>
                    <a:pt x="2512946" y="562542"/>
                    <a:pt x="2512946" y="1256473"/>
                  </a:cubicBezTo>
                  <a:cubicBezTo>
                    <a:pt x="2512946" y="1690180"/>
                    <a:pt x="2293203" y="2072563"/>
                    <a:pt x="1958979" y="2298360"/>
                  </a:cubicBezTo>
                  <a:lnTo>
                    <a:pt x="1786254" y="2392112"/>
                  </a:lnTo>
                  <a:lnTo>
                    <a:pt x="1786253" y="5390548"/>
                  </a:lnTo>
                  <a:cubicBezTo>
                    <a:pt x="1786253" y="5397859"/>
                    <a:pt x="1784426" y="5405626"/>
                    <a:pt x="1788081" y="5412936"/>
                  </a:cubicBezTo>
                  <a:lnTo>
                    <a:pt x="1778486" y="5426643"/>
                  </a:lnTo>
                  <a:cubicBezTo>
                    <a:pt x="1734623" y="5467764"/>
                    <a:pt x="1691675" y="5509799"/>
                    <a:pt x="1650097" y="5553204"/>
                  </a:cubicBezTo>
                  <a:cubicBezTo>
                    <a:pt x="1625882" y="5578791"/>
                    <a:pt x="1600752" y="5602550"/>
                    <a:pt x="1573338" y="5624481"/>
                  </a:cubicBezTo>
                  <a:lnTo>
                    <a:pt x="1571516" y="5619112"/>
                  </a:lnTo>
                  <a:cubicBezTo>
                    <a:pt x="1571514" y="5619226"/>
                    <a:pt x="1571513" y="5619341"/>
                    <a:pt x="1571511" y="5619455"/>
                  </a:cubicBezTo>
                  <a:cubicBezTo>
                    <a:pt x="1571054" y="5622197"/>
                    <a:pt x="1571054" y="5625395"/>
                    <a:pt x="1569684" y="5628137"/>
                  </a:cubicBezTo>
                  <a:lnTo>
                    <a:pt x="1479674" y="5717689"/>
                  </a:lnTo>
                  <a:cubicBezTo>
                    <a:pt x="1469166" y="5728197"/>
                    <a:pt x="1455916" y="5733681"/>
                    <a:pt x="1440838" y="5733223"/>
                  </a:cubicBezTo>
                  <a:lnTo>
                    <a:pt x="1368648" y="5731396"/>
                  </a:lnTo>
                  <a:cubicBezTo>
                    <a:pt x="1368643" y="5728486"/>
                    <a:pt x="1368638" y="5725577"/>
                    <a:pt x="1368633" y="5722667"/>
                  </a:cubicBezTo>
                  <a:lnTo>
                    <a:pt x="1364428" y="5727405"/>
                  </a:lnTo>
                  <a:cubicBezTo>
                    <a:pt x="1362051" y="5728511"/>
                    <a:pt x="1358710" y="5728883"/>
                    <a:pt x="1354027" y="5728197"/>
                  </a:cubicBezTo>
                  <a:cubicBezTo>
                    <a:pt x="1341691" y="5724542"/>
                    <a:pt x="1333923" y="5714948"/>
                    <a:pt x="1326156" y="5705810"/>
                  </a:cubicBezTo>
                  <a:lnTo>
                    <a:pt x="968403" y="5282721"/>
                  </a:lnTo>
                  <a:cubicBezTo>
                    <a:pt x="946929" y="5257591"/>
                    <a:pt x="947843" y="5242057"/>
                    <a:pt x="970688" y="5216928"/>
                  </a:cubicBezTo>
                  <a:cubicBezTo>
                    <a:pt x="1004041" y="5179918"/>
                    <a:pt x="1041963" y="5147022"/>
                    <a:pt x="1067093" y="5102703"/>
                  </a:cubicBezTo>
                  <a:cubicBezTo>
                    <a:pt x="1075317" y="5078030"/>
                    <a:pt x="1071205" y="5052900"/>
                    <a:pt x="1069377" y="5028228"/>
                  </a:cubicBezTo>
                  <a:cubicBezTo>
                    <a:pt x="1062067" y="4933650"/>
                    <a:pt x="1059326" y="4951012"/>
                    <a:pt x="1130146" y="4908064"/>
                  </a:cubicBezTo>
                  <a:cubicBezTo>
                    <a:pt x="1203707" y="4863288"/>
                    <a:pt x="1274983" y="4815313"/>
                    <a:pt x="1334380" y="4751804"/>
                  </a:cubicBezTo>
                  <a:cubicBezTo>
                    <a:pt x="1346716" y="4738554"/>
                    <a:pt x="1357225" y="4723476"/>
                    <a:pt x="1368647" y="4709312"/>
                  </a:cubicBezTo>
                  <a:lnTo>
                    <a:pt x="1374569" y="4714428"/>
                  </a:lnTo>
                  <a:cubicBezTo>
                    <a:pt x="1374575" y="4712875"/>
                    <a:pt x="1374581" y="4711323"/>
                    <a:pt x="1374587" y="4709770"/>
                  </a:cubicBezTo>
                  <a:cubicBezTo>
                    <a:pt x="1374587" y="4705657"/>
                    <a:pt x="1375044" y="4702459"/>
                    <a:pt x="1376872" y="4698804"/>
                  </a:cubicBezTo>
                  <a:cubicBezTo>
                    <a:pt x="1394691" y="4661795"/>
                    <a:pt x="1409311" y="4623415"/>
                    <a:pt x="1414338" y="4581838"/>
                  </a:cubicBezTo>
                  <a:cubicBezTo>
                    <a:pt x="1415708" y="4581381"/>
                    <a:pt x="1416622" y="4580467"/>
                    <a:pt x="1417993" y="4579553"/>
                  </a:cubicBezTo>
                  <a:cubicBezTo>
                    <a:pt x="1421191" y="4561277"/>
                    <a:pt x="1430786" y="4542545"/>
                    <a:pt x="1413424" y="4526096"/>
                  </a:cubicBezTo>
                  <a:cubicBezTo>
                    <a:pt x="1402458" y="4515131"/>
                    <a:pt x="1391950" y="4504622"/>
                    <a:pt x="1380984" y="4494113"/>
                  </a:cubicBezTo>
                  <a:cubicBezTo>
                    <a:pt x="1380984" y="4493199"/>
                    <a:pt x="1381441" y="4491828"/>
                    <a:pt x="1381441" y="4490915"/>
                  </a:cubicBezTo>
                  <a:lnTo>
                    <a:pt x="1382500" y="4481575"/>
                  </a:lnTo>
                  <a:lnTo>
                    <a:pt x="1377329" y="4490001"/>
                  </a:lnTo>
                  <a:lnTo>
                    <a:pt x="1213302" y="4351561"/>
                  </a:lnTo>
                  <a:lnTo>
                    <a:pt x="1208621" y="4340862"/>
                  </a:lnTo>
                  <a:lnTo>
                    <a:pt x="1203250" y="4344250"/>
                  </a:lnTo>
                  <a:lnTo>
                    <a:pt x="1195026" y="4338767"/>
                  </a:lnTo>
                  <a:cubicBezTo>
                    <a:pt x="1185431" y="4329629"/>
                    <a:pt x="1175836" y="4320491"/>
                    <a:pt x="1166241" y="4311810"/>
                  </a:cubicBezTo>
                  <a:cubicBezTo>
                    <a:pt x="1175836" y="4289422"/>
                    <a:pt x="1184060" y="4267034"/>
                    <a:pt x="1199138" y="4247844"/>
                  </a:cubicBezTo>
                  <a:cubicBezTo>
                    <a:pt x="1206753" y="4231624"/>
                    <a:pt x="1210646" y="4237088"/>
                    <a:pt x="1211931" y="4214491"/>
                  </a:cubicBezTo>
                  <a:cubicBezTo>
                    <a:pt x="1212007" y="4192255"/>
                    <a:pt x="1218479" y="4153114"/>
                    <a:pt x="1199594" y="4114430"/>
                  </a:cubicBezTo>
                  <a:cubicBezTo>
                    <a:pt x="1169896" y="4067369"/>
                    <a:pt x="1131973" y="4026705"/>
                    <a:pt x="1098620" y="3982386"/>
                  </a:cubicBezTo>
                  <a:cubicBezTo>
                    <a:pt x="1093137" y="3962739"/>
                    <a:pt x="1093137" y="3942636"/>
                    <a:pt x="1098620" y="3922989"/>
                  </a:cubicBezTo>
                  <a:cubicBezTo>
                    <a:pt x="1131059" y="3879127"/>
                    <a:pt x="1154361" y="3831152"/>
                    <a:pt x="1170810" y="3779523"/>
                  </a:cubicBezTo>
                  <a:cubicBezTo>
                    <a:pt x="1179491" y="3732005"/>
                    <a:pt x="1155732" y="3694539"/>
                    <a:pt x="1132430" y="3656617"/>
                  </a:cubicBezTo>
                  <a:cubicBezTo>
                    <a:pt x="1125120" y="3644280"/>
                    <a:pt x="1116439" y="3632858"/>
                    <a:pt x="1108214" y="3620979"/>
                  </a:cubicBezTo>
                  <a:cubicBezTo>
                    <a:pt x="1106844" y="3617324"/>
                    <a:pt x="1108214" y="3615496"/>
                    <a:pt x="1112327" y="3616867"/>
                  </a:cubicBezTo>
                  <a:cubicBezTo>
                    <a:pt x="1112783" y="3616410"/>
                    <a:pt x="1112783" y="3616410"/>
                    <a:pt x="1112783" y="3615953"/>
                  </a:cubicBezTo>
                  <a:cubicBezTo>
                    <a:pt x="1111413" y="3615039"/>
                    <a:pt x="1110042" y="3614582"/>
                    <a:pt x="1108214" y="3613669"/>
                  </a:cubicBezTo>
                  <a:lnTo>
                    <a:pt x="1044706" y="3561125"/>
                  </a:lnTo>
                  <a:cubicBezTo>
                    <a:pt x="1027800" y="3548332"/>
                    <a:pt x="1025973" y="3533711"/>
                    <a:pt x="1035111" y="3515435"/>
                  </a:cubicBezTo>
                  <a:cubicBezTo>
                    <a:pt x="1045591" y="3486517"/>
                    <a:pt x="1095504" y="3408623"/>
                    <a:pt x="1107588" y="3387617"/>
                  </a:cubicBezTo>
                  <a:cubicBezTo>
                    <a:pt x="1107597" y="3388211"/>
                    <a:pt x="1107607" y="3388804"/>
                    <a:pt x="1107616" y="3389398"/>
                  </a:cubicBezTo>
                  <a:cubicBezTo>
                    <a:pt x="1107843" y="3367378"/>
                    <a:pt x="1129257" y="3301347"/>
                    <a:pt x="1108948" y="3255494"/>
                  </a:cubicBezTo>
                  <a:lnTo>
                    <a:pt x="985765" y="3114278"/>
                  </a:lnTo>
                  <a:cubicBezTo>
                    <a:pt x="969316" y="3102856"/>
                    <a:pt x="971144" y="3089606"/>
                    <a:pt x="981653" y="3074985"/>
                  </a:cubicBezTo>
                  <a:cubicBezTo>
                    <a:pt x="999472" y="3051226"/>
                    <a:pt x="1016834" y="3027467"/>
                    <a:pt x="1031455" y="3001424"/>
                  </a:cubicBezTo>
                  <a:cubicBezTo>
                    <a:pt x="1076688" y="2921467"/>
                    <a:pt x="1051102" y="2848363"/>
                    <a:pt x="965661" y="2813182"/>
                  </a:cubicBezTo>
                  <a:lnTo>
                    <a:pt x="954633" y="2811082"/>
                  </a:lnTo>
                  <a:lnTo>
                    <a:pt x="954633" y="2665235"/>
                  </a:lnTo>
                  <a:lnTo>
                    <a:pt x="697790" y="2665235"/>
                  </a:lnTo>
                  <a:lnTo>
                    <a:pt x="704315" y="2483299"/>
                  </a:lnTo>
                  <a:lnTo>
                    <a:pt x="707012" y="2381430"/>
                  </a:lnTo>
                  <a:lnTo>
                    <a:pt x="553967" y="2298360"/>
                  </a:lnTo>
                  <a:cubicBezTo>
                    <a:pt x="219743" y="2072563"/>
                    <a:pt x="0" y="1690180"/>
                    <a:pt x="0" y="1256473"/>
                  </a:cubicBezTo>
                  <a:cubicBezTo>
                    <a:pt x="0" y="562542"/>
                    <a:pt x="562542" y="0"/>
                    <a:pt x="125647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4801427" y="476797"/>
              <a:ext cx="2512946" cy="5733249"/>
            </a:xfrm>
            <a:custGeom>
              <a:avLst/>
              <a:gdLst>
                <a:gd name="connsiteX0" fmla="*/ 1256473 w 2512946"/>
                <a:gd name="connsiteY0" fmla="*/ 0 h 5733249"/>
                <a:gd name="connsiteX1" fmla="*/ 2512946 w 2512946"/>
                <a:gd name="connsiteY1" fmla="*/ 1256473 h 5733249"/>
                <a:gd name="connsiteX2" fmla="*/ 1958979 w 2512946"/>
                <a:gd name="connsiteY2" fmla="*/ 2298360 h 5733249"/>
                <a:gd name="connsiteX3" fmla="*/ 1786254 w 2512946"/>
                <a:gd name="connsiteY3" fmla="*/ 2392112 h 5733249"/>
                <a:gd name="connsiteX4" fmla="*/ 1786253 w 2512946"/>
                <a:gd name="connsiteY4" fmla="*/ 5390548 h 5733249"/>
                <a:gd name="connsiteX5" fmla="*/ 1788081 w 2512946"/>
                <a:gd name="connsiteY5" fmla="*/ 5412936 h 5733249"/>
                <a:gd name="connsiteX6" fmla="*/ 1778486 w 2512946"/>
                <a:gd name="connsiteY6" fmla="*/ 5426643 h 5733249"/>
                <a:gd name="connsiteX7" fmla="*/ 1650097 w 2512946"/>
                <a:gd name="connsiteY7" fmla="*/ 5553204 h 5733249"/>
                <a:gd name="connsiteX8" fmla="*/ 1573338 w 2512946"/>
                <a:gd name="connsiteY8" fmla="*/ 5624481 h 5733249"/>
                <a:gd name="connsiteX9" fmla="*/ 1571516 w 2512946"/>
                <a:gd name="connsiteY9" fmla="*/ 5619112 h 5733249"/>
                <a:gd name="connsiteX10" fmla="*/ 1571511 w 2512946"/>
                <a:gd name="connsiteY10" fmla="*/ 5619455 h 5733249"/>
                <a:gd name="connsiteX11" fmla="*/ 1569684 w 2512946"/>
                <a:gd name="connsiteY11" fmla="*/ 5628137 h 5733249"/>
                <a:gd name="connsiteX12" fmla="*/ 1479674 w 2512946"/>
                <a:gd name="connsiteY12" fmla="*/ 5717689 h 5733249"/>
                <a:gd name="connsiteX13" fmla="*/ 1440838 w 2512946"/>
                <a:gd name="connsiteY13" fmla="*/ 5733223 h 5733249"/>
                <a:gd name="connsiteX14" fmla="*/ 1368648 w 2512946"/>
                <a:gd name="connsiteY14" fmla="*/ 5731396 h 5733249"/>
                <a:gd name="connsiteX15" fmla="*/ 1368633 w 2512946"/>
                <a:gd name="connsiteY15" fmla="*/ 5722667 h 5733249"/>
                <a:gd name="connsiteX16" fmla="*/ 1364428 w 2512946"/>
                <a:gd name="connsiteY16" fmla="*/ 5727405 h 5733249"/>
                <a:gd name="connsiteX17" fmla="*/ 1354027 w 2512946"/>
                <a:gd name="connsiteY17" fmla="*/ 5728197 h 5733249"/>
                <a:gd name="connsiteX18" fmla="*/ 1326156 w 2512946"/>
                <a:gd name="connsiteY18" fmla="*/ 5705810 h 5733249"/>
                <a:gd name="connsiteX19" fmla="*/ 968403 w 2512946"/>
                <a:gd name="connsiteY19" fmla="*/ 5282721 h 5733249"/>
                <a:gd name="connsiteX20" fmla="*/ 970688 w 2512946"/>
                <a:gd name="connsiteY20" fmla="*/ 5216928 h 5733249"/>
                <a:gd name="connsiteX21" fmla="*/ 1067093 w 2512946"/>
                <a:gd name="connsiteY21" fmla="*/ 5102703 h 5733249"/>
                <a:gd name="connsiteX22" fmla="*/ 1069377 w 2512946"/>
                <a:gd name="connsiteY22" fmla="*/ 5028228 h 5733249"/>
                <a:gd name="connsiteX23" fmla="*/ 1130146 w 2512946"/>
                <a:gd name="connsiteY23" fmla="*/ 4908064 h 5733249"/>
                <a:gd name="connsiteX24" fmla="*/ 1334380 w 2512946"/>
                <a:gd name="connsiteY24" fmla="*/ 4751804 h 5733249"/>
                <a:gd name="connsiteX25" fmla="*/ 1368647 w 2512946"/>
                <a:gd name="connsiteY25" fmla="*/ 4709312 h 5733249"/>
                <a:gd name="connsiteX26" fmla="*/ 1374569 w 2512946"/>
                <a:gd name="connsiteY26" fmla="*/ 4714428 h 5733249"/>
                <a:gd name="connsiteX27" fmla="*/ 1374587 w 2512946"/>
                <a:gd name="connsiteY27" fmla="*/ 4709770 h 5733249"/>
                <a:gd name="connsiteX28" fmla="*/ 1376872 w 2512946"/>
                <a:gd name="connsiteY28" fmla="*/ 4698804 h 5733249"/>
                <a:gd name="connsiteX29" fmla="*/ 1414338 w 2512946"/>
                <a:gd name="connsiteY29" fmla="*/ 4581838 h 5733249"/>
                <a:gd name="connsiteX30" fmla="*/ 1417993 w 2512946"/>
                <a:gd name="connsiteY30" fmla="*/ 4579553 h 5733249"/>
                <a:gd name="connsiteX31" fmla="*/ 1413424 w 2512946"/>
                <a:gd name="connsiteY31" fmla="*/ 4526096 h 5733249"/>
                <a:gd name="connsiteX32" fmla="*/ 1380984 w 2512946"/>
                <a:gd name="connsiteY32" fmla="*/ 4494113 h 5733249"/>
                <a:gd name="connsiteX33" fmla="*/ 1381441 w 2512946"/>
                <a:gd name="connsiteY33" fmla="*/ 4490915 h 5733249"/>
                <a:gd name="connsiteX34" fmla="*/ 1382500 w 2512946"/>
                <a:gd name="connsiteY34" fmla="*/ 4481575 h 5733249"/>
                <a:gd name="connsiteX35" fmla="*/ 1377329 w 2512946"/>
                <a:gd name="connsiteY35" fmla="*/ 4490001 h 5733249"/>
                <a:gd name="connsiteX36" fmla="*/ 1213302 w 2512946"/>
                <a:gd name="connsiteY36" fmla="*/ 4351561 h 5733249"/>
                <a:gd name="connsiteX37" fmla="*/ 1208621 w 2512946"/>
                <a:gd name="connsiteY37" fmla="*/ 4340862 h 5733249"/>
                <a:gd name="connsiteX38" fmla="*/ 1203250 w 2512946"/>
                <a:gd name="connsiteY38" fmla="*/ 4344250 h 5733249"/>
                <a:gd name="connsiteX39" fmla="*/ 1195026 w 2512946"/>
                <a:gd name="connsiteY39" fmla="*/ 4338767 h 5733249"/>
                <a:gd name="connsiteX40" fmla="*/ 1166241 w 2512946"/>
                <a:gd name="connsiteY40" fmla="*/ 4311810 h 5733249"/>
                <a:gd name="connsiteX41" fmla="*/ 1199138 w 2512946"/>
                <a:gd name="connsiteY41" fmla="*/ 4247844 h 5733249"/>
                <a:gd name="connsiteX42" fmla="*/ 1211931 w 2512946"/>
                <a:gd name="connsiteY42" fmla="*/ 4214491 h 5733249"/>
                <a:gd name="connsiteX43" fmla="*/ 1199594 w 2512946"/>
                <a:gd name="connsiteY43" fmla="*/ 4114430 h 5733249"/>
                <a:gd name="connsiteX44" fmla="*/ 1098620 w 2512946"/>
                <a:gd name="connsiteY44" fmla="*/ 3982386 h 5733249"/>
                <a:gd name="connsiteX45" fmla="*/ 1098620 w 2512946"/>
                <a:gd name="connsiteY45" fmla="*/ 3922989 h 5733249"/>
                <a:gd name="connsiteX46" fmla="*/ 1170810 w 2512946"/>
                <a:gd name="connsiteY46" fmla="*/ 3779523 h 5733249"/>
                <a:gd name="connsiteX47" fmla="*/ 1132430 w 2512946"/>
                <a:gd name="connsiteY47" fmla="*/ 3656617 h 5733249"/>
                <a:gd name="connsiteX48" fmla="*/ 1108214 w 2512946"/>
                <a:gd name="connsiteY48" fmla="*/ 3620979 h 5733249"/>
                <a:gd name="connsiteX49" fmla="*/ 1112327 w 2512946"/>
                <a:gd name="connsiteY49" fmla="*/ 3616867 h 5733249"/>
                <a:gd name="connsiteX50" fmla="*/ 1112783 w 2512946"/>
                <a:gd name="connsiteY50" fmla="*/ 3615953 h 5733249"/>
                <a:gd name="connsiteX51" fmla="*/ 1108214 w 2512946"/>
                <a:gd name="connsiteY51" fmla="*/ 3613669 h 5733249"/>
                <a:gd name="connsiteX52" fmla="*/ 1044706 w 2512946"/>
                <a:gd name="connsiteY52" fmla="*/ 3561125 h 5733249"/>
                <a:gd name="connsiteX53" fmla="*/ 1035111 w 2512946"/>
                <a:gd name="connsiteY53" fmla="*/ 3515435 h 5733249"/>
                <a:gd name="connsiteX54" fmla="*/ 1107588 w 2512946"/>
                <a:gd name="connsiteY54" fmla="*/ 3387617 h 5733249"/>
                <a:gd name="connsiteX55" fmla="*/ 1107616 w 2512946"/>
                <a:gd name="connsiteY55" fmla="*/ 3389398 h 5733249"/>
                <a:gd name="connsiteX56" fmla="*/ 1108948 w 2512946"/>
                <a:gd name="connsiteY56" fmla="*/ 3255494 h 5733249"/>
                <a:gd name="connsiteX57" fmla="*/ 985765 w 2512946"/>
                <a:gd name="connsiteY57" fmla="*/ 3114278 h 5733249"/>
                <a:gd name="connsiteX58" fmla="*/ 981653 w 2512946"/>
                <a:gd name="connsiteY58" fmla="*/ 3074985 h 5733249"/>
                <a:gd name="connsiteX59" fmla="*/ 1031455 w 2512946"/>
                <a:gd name="connsiteY59" fmla="*/ 3001424 h 5733249"/>
                <a:gd name="connsiteX60" fmla="*/ 965661 w 2512946"/>
                <a:gd name="connsiteY60" fmla="*/ 2813182 h 5733249"/>
                <a:gd name="connsiteX61" fmla="*/ 936877 w 2512946"/>
                <a:gd name="connsiteY61" fmla="*/ 2807699 h 5733249"/>
                <a:gd name="connsiteX62" fmla="*/ 911290 w 2512946"/>
                <a:gd name="connsiteY62" fmla="*/ 2780742 h 5733249"/>
                <a:gd name="connsiteX63" fmla="*/ 912661 w 2512946"/>
                <a:gd name="connsiteY63" fmla="*/ 2730483 h 5733249"/>
                <a:gd name="connsiteX64" fmla="*/ 880221 w 2512946"/>
                <a:gd name="connsiteY64" fmla="*/ 2715862 h 5733249"/>
                <a:gd name="connsiteX65" fmla="*/ 846410 w 2512946"/>
                <a:gd name="connsiteY65" fmla="*/ 2715862 h 5733249"/>
                <a:gd name="connsiteX66" fmla="*/ 724875 w 2512946"/>
                <a:gd name="connsiteY66" fmla="*/ 2730482 h 5733249"/>
                <a:gd name="connsiteX67" fmla="*/ 696548 w 2512946"/>
                <a:gd name="connsiteY67" fmla="*/ 2699870 h 5733249"/>
                <a:gd name="connsiteX68" fmla="*/ 704315 w 2512946"/>
                <a:gd name="connsiteY68" fmla="*/ 2483299 h 5733249"/>
                <a:gd name="connsiteX69" fmla="*/ 707012 w 2512946"/>
                <a:gd name="connsiteY69" fmla="*/ 2381430 h 5733249"/>
                <a:gd name="connsiteX70" fmla="*/ 553967 w 2512946"/>
                <a:gd name="connsiteY70" fmla="*/ 2298360 h 5733249"/>
                <a:gd name="connsiteX71" fmla="*/ 0 w 2512946"/>
                <a:gd name="connsiteY71" fmla="*/ 1256473 h 5733249"/>
                <a:gd name="connsiteX72" fmla="*/ 1256473 w 2512946"/>
                <a:gd name="connsiteY72" fmla="*/ 0 h 573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512946" h="5733249">
                  <a:moveTo>
                    <a:pt x="1256473" y="0"/>
                  </a:moveTo>
                  <a:cubicBezTo>
                    <a:pt x="1950404" y="0"/>
                    <a:pt x="2512946" y="562542"/>
                    <a:pt x="2512946" y="1256473"/>
                  </a:cubicBezTo>
                  <a:cubicBezTo>
                    <a:pt x="2512946" y="1690180"/>
                    <a:pt x="2293203" y="2072563"/>
                    <a:pt x="1958979" y="2298360"/>
                  </a:cubicBezTo>
                  <a:lnTo>
                    <a:pt x="1786254" y="2392112"/>
                  </a:lnTo>
                  <a:lnTo>
                    <a:pt x="1786253" y="5390548"/>
                  </a:lnTo>
                  <a:cubicBezTo>
                    <a:pt x="1786253" y="5397859"/>
                    <a:pt x="1784426" y="5405626"/>
                    <a:pt x="1788081" y="5412936"/>
                  </a:cubicBezTo>
                  <a:lnTo>
                    <a:pt x="1778486" y="5426643"/>
                  </a:lnTo>
                  <a:cubicBezTo>
                    <a:pt x="1734623" y="5467764"/>
                    <a:pt x="1691675" y="5509799"/>
                    <a:pt x="1650097" y="5553204"/>
                  </a:cubicBezTo>
                  <a:cubicBezTo>
                    <a:pt x="1625882" y="5578791"/>
                    <a:pt x="1600752" y="5602550"/>
                    <a:pt x="1573338" y="5624481"/>
                  </a:cubicBezTo>
                  <a:lnTo>
                    <a:pt x="1571516" y="5619112"/>
                  </a:lnTo>
                  <a:cubicBezTo>
                    <a:pt x="1571514" y="5619226"/>
                    <a:pt x="1571513" y="5619341"/>
                    <a:pt x="1571511" y="5619455"/>
                  </a:cubicBezTo>
                  <a:cubicBezTo>
                    <a:pt x="1571054" y="5622197"/>
                    <a:pt x="1571054" y="5625395"/>
                    <a:pt x="1569684" y="5628137"/>
                  </a:cubicBezTo>
                  <a:lnTo>
                    <a:pt x="1479674" y="5717689"/>
                  </a:lnTo>
                  <a:cubicBezTo>
                    <a:pt x="1469166" y="5728197"/>
                    <a:pt x="1455916" y="5733681"/>
                    <a:pt x="1440838" y="5733223"/>
                  </a:cubicBezTo>
                  <a:lnTo>
                    <a:pt x="1368648" y="5731396"/>
                  </a:lnTo>
                  <a:cubicBezTo>
                    <a:pt x="1368643" y="5728486"/>
                    <a:pt x="1368638" y="5725577"/>
                    <a:pt x="1368633" y="5722667"/>
                  </a:cubicBezTo>
                  <a:lnTo>
                    <a:pt x="1364428" y="5727405"/>
                  </a:lnTo>
                  <a:cubicBezTo>
                    <a:pt x="1362051" y="5728511"/>
                    <a:pt x="1358710" y="5728883"/>
                    <a:pt x="1354027" y="5728197"/>
                  </a:cubicBezTo>
                  <a:cubicBezTo>
                    <a:pt x="1341691" y="5724542"/>
                    <a:pt x="1333923" y="5714948"/>
                    <a:pt x="1326156" y="5705810"/>
                  </a:cubicBezTo>
                  <a:lnTo>
                    <a:pt x="968403" y="5282721"/>
                  </a:lnTo>
                  <a:cubicBezTo>
                    <a:pt x="946929" y="5257591"/>
                    <a:pt x="947843" y="5242057"/>
                    <a:pt x="970688" y="5216928"/>
                  </a:cubicBezTo>
                  <a:cubicBezTo>
                    <a:pt x="1004041" y="5179918"/>
                    <a:pt x="1041963" y="5147022"/>
                    <a:pt x="1067093" y="5102703"/>
                  </a:cubicBezTo>
                  <a:cubicBezTo>
                    <a:pt x="1075317" y="5078030"/>
                    <a:pt x="1071205" y="5052900"/>
                    <a:pt x="1069377" y="5028228"/>
                  </a:cubicBezTo>
                  <a:cubicBezTo>
                    <a:pt x="1062067" y="4933650"/>
                    <a:pt x="1059326" y="4951012"/>
                    <a:pt x="1130146" y="4908064"/>
                  </a:cubicBezTo>
                  <a:cubicBezTo>
                    <a:pt x="1203707" y="4863288"/>
                    <a:pt x="1274983" y="4815313"/>
                    <a:pt x="1334380" y="4751804"/>
                  </a:cubicBezTo>
                  <a:cubicBezTo>
                    <a:pt x="1346716" y="4738554"/>
                    <a:pt x="1357225" y="4723476"/>
                    <a:pt x="1368647" y="4709312"/>
                  </a:cubicBezTo>
                  <a:lnTo>
                    <a:pt x="1374569" y="4714428"/>
                  </a:lnTo>
                  <a:cubicBezTo>
                    <a:pt x="1374575" y="4712875"/>
                    <a:pt x="1374581" y="4711323"/>
                    <a:pt x="1374587" y="4709770"/>
                  </a:cubicBezTo>
                  <a:cubicBezTo>
                    <a:pt x="1374587" y="4705657"/>
                    <a:pt x="1375044" y="4702459"/>
                    <a:pt x="1376872" y="4698804"/>
                  </a:cubicBezTo>
                  <a:cubicBezTo>
                    <a:pt x="1394691" y="4661795"/>
                    <a:pt x="1409311" y="4623415"/>
                    <a:pt x="1414338" y="4581838"/>
                  </a:cubicBezTo>
                  <a:cubicBezTo>
                    <a:pt x="1415708" y="4581381"/>
                    <a:pt x="1416622" y="4580467"/>
                    <a:pt x="1417993" y="4579553"/>
                  </a:cubicBezTo>
                  <a:cubicBezTo>
                    <a:pt x="1421191" y="4561277"/>
                    <a:pt x="1430786" y="4542545"/>
                    <a:pt x="1413424" y="4526096"/>
                  </a:cubicBezTo>
                  <a:cubicBezTo>
                    <a:pt x="1402458" y="4515131"/>
                    <a:pt x="1391950" y="4504622"/>
                    <a:pt x="1380984" y="4494113"/>
                  </a:cubicBezTo>
                  <a:cubicBezTo>
                    <a:pt x="1380984" y="4493199"/>
                    <a:pt x="1381441" y="4491828"/>
                    <a:pt x="1381441" y="4490915"/>
                  </a:cubicBezTo>
                  <a:lnTo>
                    <a:pt x="1382500" y="4481575"/>
                  </a:lnTo>
                  <a:lnTo>
                    <a:pt x="1377329" y="4490001"/>
                  </a:lnTo>
                  <a:lnTo>
                    <a:pt x="1213302" y="4351561"/>
                  </a:lnTo>
                  <a:lnTo>
                    <a:pt x="1208621" y="4340862"/>
                  </a:lnTo>
                  <a:lnTo>
                    <a:pt x="1203250" y="4344250"/>
                  </a:lnTo>
                  <a:lnTo>
                    <a:pt x="1195026" y="4338767"/>
                  </a:lnTo>
                  <a:cubicBezTo>
                    <a:pt x="1185431" y="4329629"/>
                    <a:pt x="1175836" y="4320491"/>
                    <a:pt x="1166241" y="4311810"/>
                  </a:cubicBezTo>
                  <a:cubicBezTo>
                    <a:pt x="1175836" y="4289422"/>
                    <a:pt x="1184060" y="4267034"/>
                    <a:pt x="1199138" y="4247844"/>
                  </a:cubicBezTo>
                  <a:cubicBezTo>
                    <a:pt x="1206753" y="4231624"/>
                    <a:pt x="1210646" y="4237088"/>
                    <a:pt x="1211931" y="4214491"/>
                  </a:cubicBezTo>
                  <a:cubicBezTo>
                    <a:pt x="1212007" y="4192255"/>
                    <a:pt x="1218479" y="4153114"/>
                    <a:pt x="1199594" y="4114430"/>
                  </a:cubicBezTo>
                  <a:cubicBezTo>
                    <a:pt x="1169896" y="4067369"/>
                    <a:pt x="1131973" y="4026705"/>
                    <a:pt x="1098620" y="3982386"/>
                  </a:cubicBezTo>
                  <a:cubicBezTo>
                    <a:pt x="1093137" y="3962739"/>
                    <a:pt x="1093137" y="3942636"/>
                    <a:pt x="1098620" y="3922989"/>
                  </a:cubicBezTo>
                  <a:cubicBezTo>
                    <a:pt x="1131059" y="3879127"/>
                    <a:pt x="1154361" y="3831152"/>
                    <a:pt x="1170810" y="3779523"/>
                  </a:cubicBezTo>
                  <a:cubicBezTo>
                    <a:pt x="1179491" y="3732005"/>
                    <a:pt x="1155732" y="3694539"/>
                    <a:pt x="1132430" y="3656617"/>
                  </a:cubicBezTo>
                  <a:cubicBezTo>
                    <a:pt x="1125120" y="3644280"/>
                    <a:pt x="1116439" y="3632858"/>
                    <a:pt x="1108214" y="3620979"/>
                  </a:cubicBezTo>
                  <a:cubicBezTo>
                    <a:pt x="1106844" y="3617324"/>
                    <a:pt x="1108214" y="3615496"/>
                    <a:pt x="1112327" y="3616867"/>
                  </a:cubicBezTo>
                  <a:cubicBezTo>
                    <a:pt x="1112783" y="3616410"/>
                    <a:pt x="1112783" y="3616410"/>
                    <a:pt x="1112783" y="3615953"/>
                  </a:cubicBezTo>
                  <a:cubicBezTo>
                    <a:pt x="1111413" y="3615039"/>
                    <a:pt x="1110042" y="3614582"/>
                    <a:pt x="1108214" y="3613669"/>
                  </a:cubicBezTo>
                  <a:lnTo>
                    <a:pt x="1044706" y="3561125"/>
                  </a:lnTo>
                  <a:cubicBezTo>
                    <a:pt x="1027800" y="3548332"/>
                    <a:pt x="1025973" y="3533711"/>
                    <a:pt x="1035111" y="3515435"/>
                  </a:cubicBezTo>
                  <a:cubicBezTo>
                    <a:pt x="1045591" y="3486517"/>
                    <a:pt x="1095504" y="3408623"/>
                    <a:pt x="1107588" y="3387617"/>
                  </a:cubicBezTo>
                  <a:cubicBezTo>
                    <a:pt x="1107597" y="3388211"/>
                    <a:pt x="1107607" y="3388804"/>
                    <a:pt x="1107616" y="3389398"/>
                  </a:cubicBezTo>
                  <a:cubicBezTo>
                    <a:pt x="1107843" y="3367378"/>
                    <a:pt x="1129257" y="3301347"/>
                    <a:pt x="1108948" y="3255494"/>
                  </a:cubicBezTo>
                  <a:lnTo>
                    <a:pt x="985765" y="3114278"/>
                  </a:lnTo>
                  <a:cubicBezTo>
                    <a:pt x="969316" y="3102856"/>
                    <a:pt x="971144" y="3089606"/>
                    <a:pt x="981653" y="3074985"/>
                  </a:cubicBezTo>
                  <a:cubicBezTo>
                    <a:pt x="999472" y="3051226"/>
                    <a:pt x="1016834" y="3027467"/>
                    <a:pt x="1031455" y="3001424"/>
                  </a:cubicBezTo>
                  <a:cubicBezTo>
                    <a:pt x="1076688" y="2921467"/>
                    <a:pt x="1051102" y="2848363"/>
                    <a:pt x="965661" y="2813182"/>
                  </a:cubicBezTo>
                  <a:cubicBezTo>
                    <a:pt x="956523" y="2809527"/>
                    <a:pt x="946929" y="2806785"/>
                    <a:pt x="936877" y="2807699"/>
                  </a:cubicBezTo>
                  <a:cubicBezTo>
                    <a:pt x="916316" y="2809983"/>
                    <a:pt x="909463" y="2799932"/>
                    <a:pt x="911290" y="2780742"/>
                  </a:cubicBezTo>
                  <a:cubicBezTo>
                    <a:pt x="912661" y="2764294"/>
                    <a:pt x="912204" y="2747389"/>
                    <a:pt x="912661" y="2730483"/>
                  </a:cubicBezTo>
                  <a:lnTo>
                    <a:pt x="880221" y="2715862"/>
                  </a:lnTo>
                  <a:lnTo>
                    <a:pt x="846410" y="2715862"/>
                  </a:lnTo>
                  <a:cubicBezTo>
                    <a:pt x="806203" y="2721801"/>
                    <a:pt x="766453" y="2733224"/>
                    <a:pt x="724875" y="2730482"/>
                  </a:cubicBezTo>
                  <a:cubicBezTo>
                    <a:pt x="697005" y="2728655"/>
                    <a:pt x="695177" y="2728655"/>
                    <a:pt x="696548" y="2699870"/>
                  </a:cubicBezTo>
                  <a:cubicBezTo>
                    <a:pt x="700660" y="2627679"/>
                    <a:pt x="703401" y="2555489"/>
                    <a:pt x="704315" y="2483299"/>
                  </a:cubicBezTo>
                  <a:lnTo>
                    <a:pt x="707012" y="2381430"/>
                  </a:lnTo>
                  <a:lnTo>
                    <a:pt x="553967" y="2298360"/>
                  </a:lnTo>
                  <a:cubicBezTo>
                    <a:pt x="219743" y="2072563"/>
                    <a:pt x="0" y="1690180"/>
                    <a:pt x="0" y="1256473"/>
                  </a:cubicBezTo>
                  <a:cubicBezTo>
                    <a:pt x="0" y="562542"/>
                    <a:pt x="562542" y="0"/>
                    <a:pt x="1256473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ircle: Hollow 8"/>
            <p:cNvSpPr/>
            <p:nvPr/>
          </p:nvSpPr>
          <p:spPr>
            <a:xfrm>
              <a:off x="4972584" y="647954"/>
              <a:ext cx="2170634" cy="2170634"/>
            </a:xfrm>
            <a:prstGeom prst="donut">
              <a:avLst>
                <a:gd name="adj" fmla="val 125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725844" y="817278"/>
              <a:ext cx="664112" cy="6641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5730849" y="817278"/>
              <a:ext cx="379278" cy="664112"/>
            </a:xfrm>
            <a:custGeom>
              <a:avLst/>
              <a:gdLst>
                <a:gd name="connsiteX0" fmla="*/ 332056 w 379278"/>
                <a:gd name="connsiteY0" fmla="*/ 0 h 664112"/>
                <a:gd name="connsiteX1" fmla="*/ 379278 w 379278"/>
                <a:gd name="connsiteY1" fmla="*/ 4760 h 664112"/>
                <a:gd name="connsiteX2" fmla="*/ 359578 w 379278"/>
                <a:gd name="connsiteY2" fmla="*/ 6746 h 664112"/>
                <a:gd name="connsiteX3" fmla="*/ 94443 w 379278"/>
                <a:gd name="connsiteY3" fmla="*/ 332056 h 664112"/>
                <a:gd name="connsiteX4" fmla="*/ 359578 w 379278"/>
                <a:gd name="connsiteY4" fmla="*/ 657366 h 664112"/>
                <a:gd name="connsiteX5" fmla="*/ 379278 w 379278"/>
                <a:gd name="connsiteY5" fmla="*/ 659352 h 664112"/>
                <a:gd name="connsiteX6" fmla="*/ 332056 w 379278"/>
                <a:gd name="connsiteY6" fmla="*/ 664112 h 664112"/>
                <a:gd name="connsiteX7" fmla="*/ 0 w 379278"/>
                <a:gd name="connsiteY7" fmla="*/ 332056 h 664112"/>
                <a:gd name="connsiteX8" fmla="*/ 332056 w 379278"/>
                <a:gd name="connsiteY8" fmla="*/ 0 h 66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9278" h="664112">
                  <a:moveTo>
                    <a:pt x="332056" y="0"/>
                  </a:moveTo>
                  <a:lnTo>
                    <a:pt x="379278" y="4760"/>
                  </a:lnTo>
                  <a:lnTo>
                    <a:pt x="359578" y="6746"/>
                  </a:lnTo>
                  <a:cubicBezTo>
                    <a:pt x="208266" y="37709"/>
                    <a:pt x="94443" y="171591"/>
                    <a:pt x="94443" y="332056"/>
                  </a:cubicBezTo>
                  <a:cubicBezTo>
                    <a:pt x="94443" y="492522"/>
                    <a:pt x="208266" y="626403"/>
                    <a:pt x="359578" y="657366"/>
                  </a:cubicBezTo>
                  <a:lnTo>
                    <a:pt x="379278" y="659352"/>
                  </a:lnTo>
                  <a:lnTo>
                    <a:pt x="332056" y="664112"/>
                  </a:lnTo>
                  <a:cubicBezTo>
                    <a:pt x="148667" y="664112"/>
                    <a:pt x="0" y="515445"/>
                    <a:pt x="0" y="332056"/>
                  </a:cubicBezTo>
                  <a:cubicBezTo>
                    <a:pt x="0" y="148667"/>
                    <a:pt x="148667" y="0"/>
                    <a:pt x="33205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 rot="16200000">
              <a:off x="5000283" y="3582023"/>
              <a:ext cx="1721618" cy="296785"/>
            </a:xfrm>
            <a:custGeom>
              <a:avLst/>
              <a:gdLst>
                <a:gd name="connsiteX0" fmla="*/ 1719934 w 1721618"/>
                <a:gd name="connsiteY0" fmla="*/ 186524 h 296786"/>
                <a:gd name="connsiteX1" fmla="*/ 1716717 w 1721618"/>
                <a:gd name="connsiteY1" fmla="*/ 206230 h 296786"/>
                <a:gd name="connsiteX2" fmla="*/ 1636285 w 1721618"/>
                <a:gd name="connsiteY2" fmla="*/ 233976 h 296786"/>
                <a:gd name="connsiteX3" fmla="*/ 1302459 w 1721618"/>
                <a:gd name="connsiteY3" fmla="*/ 288285 h 296786"/>
                <a:gd name="connsiteX4" fmla="*/ 1302459 w 1721618"/>
                <a:gd name="connsiteY4" fmla="*/ 290112 h 296786"/>
                <a:gd name="connsiteX5" fmla="*/ 1291028 w 1721618"/>
                <a:gd name="connsiteY5" fmla="*/ 290145 h 296786"/>
                <a:gd name="connsiteX6" fmla="*/ 1250349 w 1721618"/>
                <a:gd name="connsiteY6" fmla="*/ 296763 h 296786"/>
                <a:gd name="connsiteX7" fmla="*/ 1242101 w 1721618"/>
                <a:gd name="connsiteY7" fmla="*/ 296786 h 296786"/>
                <a:gd name="connsiteX8" fmla="*/ 1242101 w 1721618"/>
                <a:gd name="connsiteY8" fmla="*/ 290284 h 296786"/>
                <a:gd name="connsiteX9" fmla="*/ 690375 w 1721618"/>
                <a:gd name="connsiteY9" fmla="*/ 291854 h 296786"/>
                <a:gd name="connsiteX10" fmla="*/ 566098 w 1721618"/>
                <a:gd name="connsiteY10" fmla="*/ 291854 h 296786"/>
                <a:gd name="connsiteX11" fmla="*/ 528175 w 1721618"/>
                <a:gd name="connsiteY11" fmla="*/ 294139 h 296786"/>
                <a:gd name="connsiteX12" fmla="*/ 389278 w 1721618"/>
                <a:gd name="connsiteY12" fmla="*/ 292311 h 296786"/>
                <a:gd name="connsiteX13" fmla="*/ 258605 w 1721618"/>
                <a:gd name="connsiteY13" fmla="*/ 294596 h 296786"/>
                <a:gd name="connsiteX14" fmla="*/ 246726 w 1721618"/>
                <a:gd name="connsiteY14" fmla="*/ 293225 h 296786"/>
                <a:gd name="connsiteX15" fmla="*/ 238045 w 1721618"/>
                <a:gd name="connsiteY15" fmla="*/ 294596 h 296786"/>
                <a:gd name="connsiteX16" fmla="*/ 22389 w 1721618"/>
                <a:gd name="connsiteY16" fmla="*/ 294596 h 296786"/>
                <a:gd name="connsiteX17" fmla="*/ 0 w 1721618"/>
                <a:gd name="connsiteY17" fmla="*/ 286372 h 296786"/>
                <a:gd name="connsiteX18" fmla="*/ 132044 w 1721618"/>
                <a:gd name="connsiteY18" fmla="*/ 185397 h 296786"/>
                <a:gd name="connsiteX19" fmla="*/ 191441 w 1721618"/>
                <a:gd name="connsiteY19" fmla="*/ 185397 h 296786"/>
                <a:gd name="connsiteX20" fmla="*/ 334907 w 1721618"/>
                <a:gd name="connsiteY20" fmla="*/ 257587 h 296786"/>
                <a:gd name="connsiteX21" fmla="*/ 457813 w 1721618"/>
                <a:gd name="connsiteY21" fmla="*/ 219208 h 296786"/>
                <a:gd name="connsiteX22" fmla="*/ 493451 w 1721618"/>
                <a:gd name="connsiteY22" fmla="*/ 194992 h 296786"/>
                <a:gd name="connsiteX23" fmla="*/ 497563 w 1721618"/>
                <a:gd name="connsiteY23" fmla="*/ 199104 h 296786"/>
                <a:gd name="connsiteX24" fmla="*/ 498477 w 1721618"/>
                <a:gd name="connsiteY24" fmla="*/ 199561 h 296786"/>
                <a:gd name="connsiteX25" fmla="*/ 500761 w 1721618"/>
                <a:gd name="connsiteY25" fmla="*/ 194992 h 296786"/>
                <a:gd name="connsiteX26" fmla="*/ 543710 w 1721618"/>
                <a:gd name="connsiteY26" fmla="*/ 192708 h 296786"/>
                <a:gd name="connsiteX27" fmla="*/ 759366 w 1721618"/>
                <a:gd name="connsiteY27" fmla="*/ 198647 h 296786"/>
                <a:gd name="connsiteX28" fmla="*/ 984161 w 1721618"/>
                <a:gd name="connsiteY28" fmla="*/ 197277 h 296786"/>
                <a:gd name="connsiteX29" fmla="*/ 1242101 w 1721618"/>
                <a:gd name="connsiteY29" fmla="*/ 198935 h 296786"/>
                <a:gd name="connsiteX30" fmla="*/ 1242101 w 1721618"/>
                <a:gd name="connsiteY30" fmla="*/ 175116 h 296786"/>
                <a:gd name="connsiteX31" fmla="*/ 1250166 w 1721618"/>
                <a:gd name="connsiteY31" fmla="*/ 171542 h 296786"/>
                <a:gd name="connsiteX32" fmla="*/ 1254640 w 1721618"/>
                <a:gd name="connsiteY32" fmla="*/ 163599 h 296786"/>
                <a:gd name="connsiteX33" fmla="*/ 1273943 w 1721618"/>
                <a:gd name="connsiteY33" fmla="*/ 122980 h 296786"/>
                <a:gd name="connsiteX34" fmla="*/ 1281986 w 1721618"/>
                <a:gd name="connsiteY34" fmla="*/ 98853 h 296786"/>
                <a:gd name="connsiteX35" fmla="*/ 1288421 w 1721618"/>
                <a:gd name="connsiteY35" fmla="*/ 77538 h 296786"/>
                <a:gd name="connsiteX36" fmla="*/ 1288019 w 1721618"/>
                <a:gd name="connsiteY36" fmla="*/ 77135 h 296786"/>
                <a:gd name="connsiteX37" fmla="*/ 1298475 w 1721618"/>
                <a:gd name="connsiteY37" fmla="*/ 34910 h 296786"/>
                <a:gd name="connsiteX38" fmla="*/ 1302497 w 1721618"/>
                <a:gd name="connsiteY38" fmla="*/ 23247 h 296786"/>
                <a:gd name="connsiteX39" fmla="*/ 1307322 w 1721618"/>
                <a:gd name="connsiteY39" fmla="*/ 7161 h 296786"/>
                <a:gd name="connsiteX40" fmla="*/ 1360408 w 1721618"/>
                <a:gd name="connsiteY40" fmla="*/ 727 h 296786"/>
                <a:gd name="connsiteX41" fmla="*/ 1508802 w 1721618"/>
                <a:gd name="connsiteY41" fmla="*/ 1128 h 296786"/>
                <a:gd name="connsiteX42" fmla="*/ 1580386 w 1721618"/>
                <a:gd name="connsiteY42" fmla="*/ 14801 h 296786"/>
                <a:gd name="connsiteX43" fmla="*/ 1604113 w 1721618"/>
                <a:gd name="connsiteY43" fmla="*/ 34910 h 296786"/>
                <a:gd name="connsiteX44" fmla="*/ 1640307 w 1721618"/>
                <a:gd name="connsiteY44" fmla="*/ 71102 h 296786"/>
                <a:gd name="connsiteX45" fmla="*/ 1660416 w 1721618"/>
                <a:gd name="connsiteY45" fmla="*/ 90810 h 296786"/>
                <a:gd name="connsiteX46" fmla="*/ 1712293 w 1721618"/>
                <a:gd name="connsiteY46" fmla="*/ 151936 h 296786"/>
                <a:gd name="connsiteX47" fmla="*/ 1719934 w 1721618"/>
                <a:gd name="connsiteY47" fmla="*/ 186524 h 296786"/>
                <a:gd name="connsiteX0-1" fmla="*/ 1719934 w 1721618"/>
                <a:gd name="connsiteY0-2" fmla="*/ 186524 h 296786"/>
                <a:gd name="connsiteX1-3" fmla="*/ 1716717 w 1721618"/>
                <a:gd name="connsiteY1-4" fmla="*/ 206230 h 296786"/>
                <a:gd name="connsiteX2-5" fmla="*/ 1636285 w 1721618"/>
                <a:gd name="connsiteY2-6" fmla="*/ 233976 h 296786"/>
                <a:gd name="connsiteX3-7" fmla="*/ 1302459 w 1721618"/>
                <a:gd name="connsiteY3-8" fmla="*/ 288285 h 296786"/>
                <a:gd name="connsiteX4-9" fmla="*/ 1302459 w 1721618"/>
                <a:gd name="connsiteY4-10" fmla="*/ 290112 h 296786"/>
                <a:gd name="connsiteX5-11" fmla="*/ 1291028 w 1721618"/>
                <a:gd name="connsiteY5-12" fmla="*/ 290145 h 296786"/>
                <a:gd name="connsiteX6-13" fmla="*/ 1250349 w 1721618"/>
                <a:gd name="connsiteY6-14" fmla="*/ 296763 h 296786"/>
                <a:gd name="connsiteX7-15" fmla="*/ 1242101 w 1721618"/>
                <a:gd name="connsiteY7-16" fmla="*/ 296786 h 296786"/>
                <a:gd name="connsiteX8-17" fmla="*/ 1242101 w 1721618"/>
                <a:gd name="connsiteY8-18" fmla="*/ 290284 h 296786"/>
                <a:gd name="connsiteX9-19" fmla="*/ 690375 w 1721618"/>
                <a:gd name="connsiteY9-20" fmla="*/ 291854 h 296786"/>
                <a:gd name="connsiteX10-21" fmla="*/ 566098 w 1721618"/>
                <a:gd name="connsiteY10-22" fmla="*/ 291854 h 296786"/>
                <a:gd name="connsiteX11-23" fmla="*/ 528175 w 1721618"/>
                <a:gd name="connsiteY11-24" fmla="*/ 294139 h 296786"/>
                <a:gd name="connsiteX12-25" fmla="*/ 389278 w 1721618"/>
                <a:gd name="connsiteY12-26" fmla="*/ 292311 h 296786"/>
                <a:gd name="connsiteX13-27" fmla="*/ 258605 w 1721618"/>
                <a:gd name="connsiteY13-28" fmla="*/ 294596 h 296786"/>
                <a:gd name="connsiteX14-29" fmla="*/ 246726 w 1721618"/>
                <a:gd name="connsiteY14-30" fmla="*/ 293225 h 296786"/>
                <a:gd name="connsiteX15-31" fmla="*/ 238045 w 1721618"/>
                <a:gd name="connsiteY15-32" fmla="*/ 294596 h 296786"/>
                <a:gd name="connsiteX16-33" fmla="*/ 22389 w 1721618"/>
                <a:gd name="connsiteY16-34" fmla="*/ 294596 h 296786"/>
                <a:gd name="connsiteX17-35" fmla="*/ 0 w 1721618"/>
                <a:gd name="connsiteY17-36" fmla="*/ 286372 h 296786"/>
                <a:gd name="connsiteX18-37" fmla="*/ 132044 w 1721618"/>
                <a:gd name="connsiteY18-38" fmla="*/ 185397 h 296786"/>
                <a:gd name="connsiteX19-39" fmla="*/ 191441 w 1721618"/>
                <a:gd name="connsiteY19-40" fmla="*/ 185397 h 296786"/>
                <a:gd name="connsiteX20-41" fmla="*/ 334907 w 1721618"/>
                <a:gd name="connsiteY20-42" fmla="*/ 257587 h 296786"/>
                <a:gd name="connsiteX21-43" fmla="*/ 457813 w 1721618"/>
                <a:gd name="connsiteY21-44" fmla="*/ 219208 h 296786"/>
                <a:gd name="connsiteX22-45" fmla="*/ 493451 w 1721618"/>
                <a:gd name="connsiteY22-46" fmla="*/ 194992 h 296786"/>
                <a:gd name="connsiteX23-47" fmla="*/ 497563 w 1721618"/>
                <a:gd name="connsiteY23-48" fmla="*/ 199104 h 296786"/>
                <a:gd name="connsiteX24-49" fmla="*/ 498477 w 1721618"/>
                <a:gd name="connsiteY24-50" fmla="*/ 199561 h 296786"/>
                <a:gd name="connsiteX25-51" fmla="*/ 500761 w 1721618"/>
                <a:gd name="connsiteY25-52" fmla="*/ 194992 h 296786"/>
                <a:gd name="connsiteX26-53" fmla="*/ 543710 w 1721618"/>
                <a:gd name="connsiteY26-54" fmla="*/ 192708 h 296786"/>
                <a:gd name="connsiteX27-55" fmla="*/ 759366 w 1721618"/>
                <a:gd name="connsiteY27-56" fmla="*/ 198647 h 296786"/>
                <a:gd name="connsiteX28-57" fmla="*/ 984161 w 1721618"/>
                <a:gd name="connsiteY28-58" fmla="*/ 197277 h 296786"/>
                <a:gd name="connsiteX29-59" fmla="*/ 1242101 w 1721618"/>
                <a:gd name="connsiteY29-60" fmla="*/ 198935 h 296786"/>
                <a:gd name="connsiteX30-61" fmla="*/ 1242101 w 1721618"/>
                <a:gd name="connsiteY30-62" fmla="*/ 175116 h 296786"/>
                <a:gd name="connsiteX31-63" fmla="*/ 1254640 w 1721618"/>
                <a:gd name="connsiteY31-64" fmla="*/ 163599 h 296786"/>
                <a:gd name="connsiteX32-65" fmla="*/ 1273943 w 1721618"/>
                <a:gd name="connsiteY32-66" fmla="*/ 122980 h 296786"/>
                <a:gd name="connsiteX33-67" fmla="*/ 1281986 w 1721618"/>
                <a:gd name="connsiteY33-68" fmla="*/ 98853 h 296786"/>
                <a:gd name="connsiteX34-69" fmla="*/ 1288421 w 1721618"/>
                <a:gd name="connsiteY34-70" fmla="*/ 77538 h 296786"/>
                <a:gd name="connsiteX35-71" fmla="*/ 1288019 w 1721618"/>
                <a:gd name="connsiteY35-72" fmla="*/ 77135 h 296786"/>
                <a:gd name="connsiteX36-73" fmla="*/ 1298475 w 1721618"/>
                <a:gd name="connsiteY36-74" fmla="*/ 34910 h 296786"/>
                <a:gd name="connsiteX37-75" fmla="*/ 1302497 w 1721618"/>
                <a:gd name="connsiteY37-76" fmla="*/ 23247 h 296786"/>
                <a:gd name="connsiteX38-77" fmla="*/ 1307322 w 1721618"/>
                <a:gd name="connsiteY38-78" fmla="*/ 7161 h 296786"/>
                <a:gd name="connsiteX39-79" fmla="*/ 1360408 w 1721618"/>
                <a:gd name="connsiteY39-80" fmla="*/ 727 h 296786"/>
                <a:gd name="connsiteX40-81" fmla="*/ 1508802 w 1721618"/>
                <a:gd name="connsiteY40-82" fmla="*/ 1128 h 296786"/>
                <a:gd name="connsiteX41-83" fmla="*/ 1580386 w 1721618"/>
                <a:gd name="connsiteY41-84" fmla="*/ 14801 h 296786"/>
                <a:gd name="connsiteX42-85" fmla="*/ 1604113 w 1721618"/>
                <a:gd name="connsiteY42-86" fmla="*/ 34910 h 296786"/>
                <a:gd name="connsiteX43-87" fmla="*/ 1640307 w 1721618"/>
                <a:gd name="connsiteY43-88" fmla="*/ 71102 h 296786"/>
                <a:gd name="connsiteX44-89" fmla="*/ 1660416 w 1721618"/>
                <a:gd name="connsiteY44-90" fmla="*/ 90810 h 296786"/>
                <a:gd name="connsiteX45-91" fmla="*/ 1712293 w 1721618"/>
                <a:gd name="connsiteY45-92" fmla="*/ 151936 h 296786"/>
                <a:gd name="connsiteX46-93" fmla="*/ 1719934 w 1721618"/>
                <a:gd name="connsiteY46-94" fmla="*/ 186524 h 296786"/>
                <a:gd name="connsiteX0-95" fmla="*/ 1719934 w 1721618"/>
                <a:gd name="connsiteY0-96" fmla="*/ 186524 h 296786"/>
                <a:gd name="connsiteX1-97" fmla="*/ 1716717 w 1721618"/>
                <a:gd name="connsiteY1-98" fmla="*/ 206230 h 296786"/>
                <a:gd name="connsiteX2-99" fmla="*/ 1636285 w 1721618"/>
                <a:gd name="connsiteY2-100" fmla="*/ 233976 h 296786"/>
                <a:gd name="connsiteX3-101" fmla="*/ 1302459 w 1721618"/>
                <a:gd name="connsiteY3-102" fmla="*/ 288285 h 296786"/>
                <a:gd name="connsiteX4-103" fmla="*/ 1302459 w 1721618"/>
                <a:gd name="connsiteY4-104" fmla="*/ 290112 h 296786"/>
                <a:gd name="connsiteX5-105" fmla="*/ 1291028 w 1721618"/>
                <a:gd name="connsiteY5-106" fmla="*/ 290145 h 296786"/>
                <a:gd name="connsiteX6-107" fmla="*/ 1250349 w 1721618"/>
                <a:gd name="connsiteY6-108" fmla="*/ 296763 h 296786"/>
                <a:gd name="connsiteX7-109" fmla="*/ 1242101 w 1721618"/>
                <a:gd name="connsiteY7-110" fmla="*/ 296786 h 296786"/>
                <a:gd name="connsiteX8-111" fmla="*/ 1242101 w 1721618"/>
                <a:gd name="connsiteY8-112" fmla="*/ 290284 h 296786"/>
                <a:gd name="connsiteX9-113" fmla="*/ 690375 w 1721618"/>
                <a:gd name="connsiteY9-114" fmla="*/ 291854 h 296786"/>
                <a:gd name="connsiteX10-115" fmla="*/ 566098 w 1721618"/>
                <a:gd name="connsiteY10-116" fmla="*/ 291854 h 296786"/>
                <a:gd name="connsiteX11-117" fmla="*/ 528175 w 1721618"/>
                <a:gd name="connsiteY11-118" fmla="*/ 294139 h 296786"/>
                <a:gd name="connsiteX12-119" fmla="*/ 389278 w 1721618"/>
                <a:gd name="connsiteY12-120" fmla="*/ 292311 h 296786"/>
                <a:gd name="connsiteX13-121" fmla="*/ 258605 w 1721618"/>
                <a:gd name="connsiteY13-122" fmla="*/ 294596 h 296786"/>
                <a:gd name="connsiteX14-123" fmla="*/ 246726 w 1721618"/>
                <a:gd name="connsiteY14-124" fmla="*/ 293225 h 296786"/>
                <a:gd name="connsiteX15-125" fmla="*/ 238045 w 1721618"/>
                <a:gd name="connsiteY15-126" fmla="*/ 294596 h 296786"/>
                <a:gd name="connsiteX16-127" fmla="*/ 22389 w 1721618"/>
                <a:gd name="connsiteY16-128" fmla="*/ 294596 h 296786"/>
                <a:gd name="connsiteX17-129" fmla="*/ 0 w 1721618"/>
                <a:gd name="connsiteY17-130" fmla="*/ 286372 h 296786"/>
                <a:gd name="connsiteX18-131" fmla="*/ 132044 w 1721618"/>
                <a:gd name="connsiteY18-132" fmla="*/ 185397 h 296786"/>
                <a:gd name="connsiteX19-133" fmla="*/ 191441 w 1721618"/>
                <a:gd name="connsiteY19-134" fmla="*/ 185397 h 296786"/>
                <a:gd name="connsiteX20-135" fmla="*/ 334907 w 1721618"/>
                <a:gd name="connsiteY20-136" fmla="*/ 257587 h 296786"/>
                <a:gd name="connsiteX21-137" fmla="*/ 457813 w 1721618"/>
                <a:gd name="connsiteY21-138" fmla="*/ 219208 h 296786"/>
                <a:gd name="connsiteX22-139" fmla="*/ 493451 w 1721618"/>
                <a:gd name="connsiteY22-140" fmla="*/ 194992 h 296786"/>
                <a:gd name="connsiteX23-141" fmla="*/ 497563 w 1721618"/>
                <a:gd name="connsiteY23-142" fmla="*/ 199104 h 296786"/>
                <a:gd name="connsiteX24-143" fmla="*/ 498477 w 1721618"/>
                <a:gd name="connsiteY24-144" fmla="*/ 199561 h 296786"/>
                <a:gd name="connsiteX25-145" fmla="*/ 500761 w 1721618"/>
                <a:gd name="connsiteY25-146" fmla="*/ 194992 h 296786"/>
                <a:gd name="connsiteX26-147" fmla="*/ 543710 w 1721618"/>
                <a:gd name="connsiteY26-148" fmla="*/ 192708 h 296786"/>
                <a:gd name="connsiteX27-149" fmla="*/ 759366 w 1721618"/>
                <a:gd name="connsiteY27-150" fmla="*/ 198647 h 296786"/>
                <a:gd name="connsiteX28-151" fmla="*/ 984161 w 1721618"/>
                <a:gd name="connsiteY28-152" fmla="*/ 197277 h 296786"/>
                <a:gd name="connsiteX29-153" fmla="*/ 1242101 w 1721618"/>
                <a:gd name="connsiteY29-154" fmla="*/ 198935 h 296786"/>
                <a:gd name="connsiteX30-155" fmla="*/ 1254640 w 1721618"/>
                <a:gd name="connsiteY30-156" fmla="*/ 163599 h 296786"/>
                <a:gd name="connsiteX31-157" fmla="*/ 1273943 w 1721618"/>
                <a:gd name="connsiteY31-158" fmla="*/ 122980 h 296786"/>
                <a:gd name="connsiteX32-159" fmla="*/ 1281986 w 1721618"/>
                <a:gd name="connsiteY32-160" fmla="*/ 98853 h 296786"/>
                <a:gd name="connsiteX33-161" fmla="*/ 1288421 w 1721618"/>
                <a:gd name="connsiteY33-162" fmla="*/ 77538 h 296786"/>
                <a:gd name="connsiteX34-163" fmla="*/ 1288019 w 1721618"/>
                <a:gd name="connsiteY34-164" fmla="*/ 77135 h 296786"/>
                <a:gd name="connsiteX35-165" fmla="*/ 1298475 w 1721618"/>
                <a:gd name="connsiteY35-166" fmla="*/ 34910 h 296786"/>
                <a:gd name="connsiteX36-167" fmla="*/ 1302497 w 1721618"/>
                <a:gd name="connsiteY36-168" fmla="*/ 23247 h 296786"/>
                <a:gd name="connsiteX37-169" fmla="*/ 1307322 w 1721618"/>
                <a:gd name="connsiteY37-170" fmla="*/ 7161 h 296786"/>
                <a:gd name="connsiteX38-171" fmla="*/ 1360408 w 1721618"/>
                <a:gd name="connsiteY38-172" fmla="*/ 727 h 296786"/>
                <a:gd name="connsiteX39-173" fmla="*/ 1508802 w 1721618"/>
                <a:gd name="connsiteY39-174" fmla="*/ 1128 h 296786"/>
                <a:gd name="connsiteX40-175" fmla="*/ 1580386 w 1721618"/>
                <a:gd name="connsiteY40-176" fmla="*/ 14801 h 296786"/>
                <a:gd name="connsiteX41-177" fmla="*/ 1604113 w 1721618"/>
                <a:gd name="connsiteY41-178" fmla="*/ 34910 h 296786"/>
                <a:gd name="connsiteX42-179" fmla="*/ 1640307 w 1721618"/>
                <a:gd name="connsiteY42-180" fmla="*/ 71102 h 296786"/>
                <a:gd name="connsiteX43-181" fmla="*/ 1660416 w 1721618"/>
                <a:gd name="connsiteY43-182" fmla="*/ 90810 h 296786"/>
                <a:gd name="connsiteX44-183" fmla="*/ 1712293 w 1721618"/>
                <a:gd name="connsiteY44-184" fmla="*/ 151936 h 296786"/>
                <a:gd name="connsiteX45-185" fmla="*/ 1719934 w 1721618"/>
                <a:gd name="connsiteY45-186" fmla="*/ 186524 h 296786"/>
                <a:gd name="connsiteX0-187" fmla="*/ 1719934 w 1721618"/>
                <a:gd name="connsiteY0-188" fmla="*/ 186524 h 296786"/>
                <a:gd name="connsiteX1-189" fmla="*/ 1716717 w 1721618"/>
                <a:gd name="connsiteY1-190" fmla="*/ 206230 h 296786"/>
                <a:gd name="connsiteX2-191" fmla="*/ 1636285 w 1721618"/>
                <a:gd name="connsiteY2-192" fmla="*/ 233976 h 296786"/>
                <a:gd name="connsiteX3-193" fmla="*/ 1302459 w 1721618"/>
                <a:gd name="connsiteY3-194" fmla="*/ 288285 h 296786"/>
                <a:gd name="connsiteX4-195" fmla="*/ 1302459 w 1721618"/>
                <a:gd name="connsiteY4-196" fmla="*/ 290112 h 296786"/>
                <a:gd name="connsiteX5-197" fmla="*/ 1291028 w 1721618"/>
                <a:gd name="connsiteY5-198" fmla="*/ 290145 h 296786"/>
                <a:gd name="connsiteX6-199" fmla="*/ 1250349 w 1721618"/>
                <a:gd name="connsiteY6-200" fmla="*/ 296763 h 296786"/>
                <a:gd name="connsiteX7-201" fmla="*/ 1242101 w 1721618"/>
                <a:gd name="connsiteY7-202" fmla="*/ 296786 h 296786"/>
                <a:gd name="connsiteX8-203" fmla="*/ 1242101 w 1721618"/>
                <a:gd name="connsiteY8-204" fmla="*/ 290284 h 296786"/>
                <a:gd name="connsiteX9-205" fmla="*/ 690375 w 1721618"/>
                <a:gd name="connsiteY9-206" fmla="*/ 291854 h 296786"/>
                <a:gd name="connsiteX10-207" fmla="*/ 566098 w 1721618"/>
                <a:gd name="connsiteY10-208" fmla="*/ 291854 h 296786"/>
                <a:gd name="connsiteX11-209" fmla="*/ 528175 w 1721618"/>
                <a:gd name="connsiteY11-210" fmla="*/ 294139 h 296786"/>
                <a:gd name="connsiteX12-211" fmla="*/ 389278 w 1721618"/>
                <a:gd name="connsiteY12-212" fmla="*/ 292311 h 296786"/>
                <a:gd name="connsiteX13-213" fmla="*/ 258605 w 1721618"/>
                <a:gd name="connsiteY13-214" fmla="*/ 294596 h 296786"/>
                <a:gd name="connsiteX14-215" fmla="*/ 246726 w 1721618"/>
                <a:gd name="connsiteY14-216" fmla="*/ 293225 h 296786"/>
                <a:gd name="connsiteX15-217" fmla="*/ 238045 w 1721618"/>
                <a:gd name="connsiteY15-218" fmla="*/ 294596 h 296786"/>
                <a:gd name="connsiteX16-219" fmla="*/ 22389 w 1721618"/>
                <a:gd name="connsiteY16-220" fmla="*/ 294596 h 296786"/>
                <a:gd name="connsiteX17-221" fmla="*/ 0 w 1721618"/>
                <a:gd name="connsiteY17-222" fmla="*/ 286372 h 296786"/>
                <a:gd name="connsiteX18-223" fmla="*/ 132044 w 1721618"/>
                <a:gd name="connsiteY18-224" fmla="*/ 185397 h 296786"/>
                <a:gd name="connsiteX19-225" fmla="*/ 191441 w 1721618"/>
                <a:gd name="connsiteY19-226" fmla="*/ 185397 h 296786"/>
                <a:gd name="connsiteX20-227" fmla="*/ 334907 w 1721618"/>
                <a:gd name="connsiteY20-228" fmla="*/ 257587 h 296786"/>
                <a:gd name="connsiteX21-229" fmla="*/ 457813 w 1721618"/>
                <a:gd name="connsiteY21-230" fmla="*/ 219208 h 296786"/>
                <a:gd name="connsiteX22-231" fmla="*/ 493451 w 1721618"/>
                <a:gd name="connsiteY22-232" fmla="*/ 194992 h 296786"/>
                <a:gd name="connsiteX23-233" fmla="*/ 497563 w 1721618"/>
                <a:gd name="connsiteY23-234" fmla="*/ 199104 h 296786"/>
                <a:gd name="connsiteX24-235" fmla="*/ 498477 w 1721618"/>
                <a:gd name="connsiteY24-236" fmla="*/ 199561 h 296786"/>
                <a:gd name="connsiteX25-237" fmla="*/ 500761 w 1721618"/>
                <a:gd name="connsiteY25-238" fmla="*/ 194992 h 296786"/>
                <a:gd name="connsiteX26-239" fmla="*/ 543710 w 1721618"/>
                <a:gd name="connsiteY26-240" fmla="*/ 192708 h 296786"/>
                <a:gd name="connsiteX27-241" fmla="*/ 759366 w 1721618"/>
                <a:gd name="connsiteY27-242" fmla="*/ 198647 h 296786"/>
                <a:gd name="connsiteX28-243" fmla="*/ 984161 w 1721618"/>
                <a:gd name="connsiteY28-244" fmla="*/ 197277 h 296786"/>
                <a:gd name="connsiteX29-245" fmla="*/ 1242101 w 1721618"/>
                <a:gd name="connsiteY29-246" fmla="*/ 198935 h 296786"/>
                <a:gd name="connsiteX30-247" fmla="*/ 1273943 w 1721618"/>
                <a:gd name="connsiteY30-248" fmla="*/ 122980 h 296786"/>
                <a:gd name="connsiteX31-249" fmla="*/ 1281986 w 1721618"/>
                <a:gd name="connsiteY31-250" fmla="*/ 98853 h 296786"/>
                <a:gd name="connsiteX32-251" fmla="*/ 1288421 w 1721618"/>
                <a:gd name="connsiteY32-252" fmla="*/ 77538 h 296786"/>
                <a:gd name="connsiteX33-253" fmla="*/ 1288019 w 1721618"/>
                <a:gd name="connsiteY33-254" fmla="*/ 77135 h 296786"/>
                <a:gd name="connsiteX34-255" fmla="*/ 1298475 w 1721618"/>
                <a:gd name="connsiteY34-256" fmla="*/ 34910 h 296786"/>
                <a:gd name="connsiteX35-257" fmla="*/ 1302497 w 1721618"/>
                <a:gd name="connsiteY35-258" fmla="*/ 23247 h 296786"/>
                <a:gd name="connsiteX36-259" fmla="*/ 1307322 w 1721618"/>
                <a:gd name="connsiteY36-260" fmla="*/ 7161 h 296786"/>
                <a:gd name="connsiteX37-261" fmla="*/ 1360408 w 1721618"/>
                <a:gd name="connsiteY37-262" fmla="*/ 727 h 296786"/>
                <a:gd name="connsiteX38-263" fmla="*/ 1508802 w 1721618"/>
                <a:gd name="connsiteY38-264" fmla="*/ 1128 h 296786"/>
                <a:gd name="connsiteX39-265" fmla="*/ 1580386 w 1721618"/>
                <a:gd name="connsiteY39-266" fmla="*/ 14801 h 296786"/>
                <a:gd name="connsiteX40-267" fmla="*/ 1604113 w 1721618"/>
                <a:gd name="connsiteY40-268" fmla="*/ 34910 h 296786"/>
                <a:gd name="connsiteX41-269" fmla="*/ 1640307 w 1721618"/>
                <a:gd name="connsiteY41-270" fmla="*/ 71102 h 296786"/>
                <a:gd name="connsiteX42-271" fmla="*/ 1660416 w 1721618"/>
                <a:gd name="connsiteY42-272" fmla="*/ 90810 h 296786"/>
                <a:gd name="connsiteX43-273" fmla="*/ 1712293 w 1721618"/>
                <a:gd name="connsiteY43-274" fmla="*/ 151936 h 296786"/>
                <a:gd name="connsiteX44-275" fmla="*/ 1719934 w 1721618"/>
                <a:gd name="connsiteY44-276" fmla="*/ 186524 h 296786"/>
                <a:gd name="connsiteX0-277" fmla="*/ 1719934 w 1721618"/>
                <a:gd name="connsiteY0-278" fmla="*/ 186524 h 296786"/>
                <a:gd name="connsiteX1-279" fmla="*/ 1716717 w 1721618"/>
                <a:gd name="connsiteY1-280" fmla="*/ 206230 h 296786"/>
                <a:gd name="connsiteX2-281" fmla="*/ 1636285 w 1721618"/>
                <a:gd name="connsiteY2-282" fmla="*/ 233976 h 296786"/>
                <a:gd name="connsiteX3-283" fmla="*/ 1302459 w 1721618"/>
                <a:gd name="connsiteY3-284" fmla="*/ 288285 h 296786"/>
                <a:gd name="connsiteX4-285" fmla="*/ 1302459 w 1721618"/>
                <a:gd name="connsiteY4-286" fmla="*/ 290112 h 296786"/>
                <a:gd name="connsiteX5-287" fmla="*/ 1250349 w 1721618"/>
                <a:gd name="connsiteY5-288" fmla="*/ 296763 h 296786"/>
                <a:gd name="connsiteX6-289" fmla="*/ 1242101 w 1721618"/>
                <a:gd name="connsiteY6-290" fmla="*/ 296786 h 296786"/>
                <a:gd name="connsiteX7-291" fmla="*/ 1242101 w 1721618"/>
                <a:gd name="connsiteY7-292" fmla="*/ 290284 h 296786"/>
                <a:gd name="connsiteX8-293" fmla="*/ 690375 w 1721618"/>
                <a:gd name="connsiteY8-294" fmla="*/ 291854 h 296786"/>
                <a:gd name="connsiteX9-295" fmla="*/ 566098 w 1721618"/>
                <a:gd name="connsiteY9-296" fmla="*/ 291854 h 296786"/>
                <a:gd name="connsiteX10-297" fmla="*/ 528175 w 1721618"/>
                <a:gd name="connsiteY10-298" fmla="*/ 294139 h 296786"/>
                <a:gd name="connsiteX11-299" fmla="*/ 389278 w 1721618"/>
                <a:gd name="connsiteY11-300" fmla="*/ 292311 h 296786"/>
                <a:gd name="connsiteX12-301" fmla="*/ 258605 w 1721618"/>
                <a:gd name="connsiteY12-302" fmla="*/ 294596 h 296786"/>
                <a:gd name="connsiteX13-303" fmla="*/ 246726 w 1721618"/>
                <a:gd name="connsiteY13-304" fmla="*/ 293225 h 296786"/>
                <a:gd name="connsiteX14-305" fmla="*/ 238045 w 1721618"/>
                <a:gd name="connsiteY14-306" fmla="*/ 294596 h 296786"/>
                <a:gd name="connsiteX15-307" fmla="*/ 22389 w 1721618"/>
                <a:gd name="connsiteY15-308" fmla="*/ 294596 h 296786"/>
                <a:gd name="connsiteX16-309" fmla="*/ 0 w 1721618"/>
                <a:gd name="connsiteY16-310" fmla="*/ 286372 h 296786"/>
                <a:gd name="connsiteX17-311" fmla="*/ 132044 w 1721618"/>
                <a:gd name="connsiteY17-312" fmla="*/ 185397 h 296786"/>
                <a:gd name="connsiteX18-313" fmla="*/ 191441 w 1721618"/>
                <a:gd name="connsiteY18-314" fmla="*/ 185397 h 296786"/>
                <a:gd name="connsiteX19-315" fmla="*/ 334907 w 1721618"/>
                <a:gd name="connsiteY19-316" fmla="*/ 257587 h 296786"/>
                <a:gd name="connsiteX20-317" fmla="*/ 457813 w 1721618"/>
                <a:gd name="connsiteY20-318" fmla="*/ 219208 h 296786"/>
                <a:gd name="connsiteX21-319" fmla="*/ 493451 w 1721618"/>
                <a:gd name="connsiteY21-320" fmla="*/ 194992 h 296786"/>
                <a:gd name="connsiteX22-321" fmla="*/ 497563 w 1721618"/>
                <a:gd name="connsiteY22-322" fmla="*/ 199104 h 296786"/>
                <a:gd name="connsiteX23-323" fmla="*/ 498477 w 1721618"/>
                <a:gd name="connsiteY23-324" fmla="*/ 199561 h 296786"/>
                <a:gd name="connsiteX24-325" fmla="*/ 500761 w 1721618"/>
                <a:gd name="connsiteY24-326" fmla="*/ 194992 h 296786"/>
                <a:gd name="connsiteX25-327" fmla="*/ 543710 w 1721618"/>
                <a:gd name="connsiteY25-328" fmla="*/ 192708 h 296786"/>
                <a:gd name="connsiteX26-329" fmla="*/ 759366 w 1721618"/>
                <a:gd name="connsiteY26-330" fmla="*/ 198647 h 296786"/>
                <a:gd name="connsiteX27-331" fmla="*/ 984161 w 1721618"/>
                <a:gd name="connsiteY27-332" fmla="*/ 197277 h 296786"/>
                <a:gd name="connsiteX28-333" fmla="*/ 1242101 w 1721618"/>
                <a:gd name="connsiteY28-334" fmla="*/ 198935 h 296786"/>
                <a:gd name="connsiteX29-335" fmla="*/ 1273943 w 1721618"/>
                <a:gd name="connsiteY29-336" fmla="*/ 122980 h 296786"/>
                <a:gd name="connsiteX30-337" fmla="*/ 1281986 w 1721618"/>
                <a:gd name="connsiteY30-338" fmla="*/ 98853 h 296786"/>
                <a:gd name="connsiteX31-339" fmla="*/ 1288421 w 1721618"/>
                <a:gd name="connsiteY31-340" fmla="*/ 77538 h 296786"/>
                <a:gd name="connsiteX32-341" fmla="*/ 1288019 w 1721618"/>
                <a:gd name="connsiteY32-342" fmla="*/ 77135 h 296786"/>
                <a:gd name="connsiteX33-343" fmla="*/ 1298475 w 1721618"/>
                <a:gd name="connsiteY33-344" fmla="*/ 34910 h 296786"/>
                <a:gd name="connsiteX34-345" fmla="*/ 1302497 w 1721618"/>
                <a:gd name="connsiteY34-346" fmla="*/ 23247 h 296786"/>
                <a:gd name="connsiteX35-347" fmla="*/ 1307322 w 1721618"/>
                <a:gd name="connsiteY35-348" fmla="*/ 7161 h 296786"/>
                <a:gd name="connsiteX36-349" fmla="*/ 1360408 w 1721618"/>
                <a:gd name="connsiteY36-350" fmla="*/ 727 h 296786"/>
                <a:gd name="connsiteX37-351" fmla="*/ 1508802 w 1721618"/>
                <a:gd name="connsiteY37-352" fmla="*/ 1128 h 296786"/>
                <a:gd name="connsiteX38-353" fmla="*/ 1580386 w 1721618"/>
                <a:gd name="connsiteY38-354" fmla="*/ 14801 h 296786"/>
                <a:gd name="connsiteX39-355" fmla="*/ 1604113 w 1721618"/>
                <a:gd name="connsiteY39-356" fmla="*/ 34910 h 296786"/>
                <a:gd name="connsiteX40-357" fmla="*/ 1640307 w 1721618"/>
                <a:gd name="connsiteY40-358" fmla="*/ 71102 h 296786"/>
                <a:gd name="connsiteX41-359" fmla="*/ 1660416 w 1721618"/>
                <a:gd name="connsiteY41-360" fmla="*/ 90810 h 296786"/>
                <a:gd name="connsiteX42-361" fmla="*/ 1712293 w 1721618"/>
                <a:gd name="connsiteY42-362" fmla="*/ 151936 h 296786"/>
                <a:gd name="connsiteX43-363" fmla="*/ 1719934 w 1721618"/>
                <a:gd name="connsiteY43-364" fmla="*/ 186524 h 296786"/>
                <a:gd name="connsiteX0-365" fmla="*/ 1719934 w 1721618"/>
                <a:gd name="connsiteY0-366" fmla="*/ 186524 h 296786"/>
                <a:gd name="connsiteX1-367" fmla="*/ 1716717 w 1721618"/>
                <a:gd name="connsiteY1-368" fmla="*/ 206230 h 296786"/>
                <a:gd name="connsiteX2-369" fmla="*/ 1636285 w 1721618"/>
                <a:gd name="connsiteY2-370" fmla="*/ 233976 h 296786"/>
                <a:gd name="connsiteX3-371" fmla="*/ 1302459 w 1721618"/>
                <a:gd name="connsiteY3-372" fmla="*/ 288285 h 296786"/>
                <a:gd name="connsiteX4-373" fmla="*/ 1302459 w 1721618"/>
                <a:gd name="connsiteY4-374" fmla="*/ 290112 h 296786"/>
                <a:gd name="connsiteX5-375" fmla="*/ 1242101 w 1721618"/>
                <a:gd name="connsiteY5-376" fmla="*/ 296786 h 296786"/>
                <a:gd name="connsiteX6-377" fmla="*/ 1242101 w 1721618"/>
                <a:gd name="connsiteY6-378" fmla="*/ 290284 h 296786"/>
                <a:gd name="connsiteX7-379" fmla="*/ 690375 w 1721618"/>
                <a:gd name="connsiteY7-380" fmla="*/ 291854 h 296786"/>
                <a:gd name="connsiteX8-381" fmla="*/ 566098 w 1721618"/>
                <a:gd name="connsiteY8-382" fmla="*/ 291854 h 296786"/>
                <a:gd name="connsiteX9-383" fmla="*/ 528175 w 1721618"/>
                <a:gd name="connsiteY9-384" fmla="*/ 294139 h 296786"/>
                <a:gd name="connsiteX10-385" fmla="*/ 389278 w 1721618"/>
                <a:gd name="connsiteY10-386" fmla="*/ 292311 h 296786"/>
                <a:gd name="connsiteX11-387" fmla="*/ 258605 w 1721618"/>
                <a:gd name="connsiteY11-388" fmla="*/ 294596 h 296786"/>
                <a:gd name="connsiteX12-389" fmla="*/ 246726 w 1721618"/>
                <a:gd name="connsiteY12-390" fmla="*/ 293225 h 296786"/>
                <a:gd name="connsiteX13-391" fmla="*/ 238045 w 1721618"/>
                <a:gd name="connsiteY13-392" fmla="*/ 294596 h 296786"/>
                <a:gd name="connsiteX14-393" fmla="*/ 22389 w 1721618"/>
                <a:gd name="connsiteY14-394" fmla="*/ 294596 h 296786"/>
                <a:gd name="connsiteX15-395" fmla="*/ 0 w 1721618"/>
                <a:gd name="connsiteY15-396" fmla="*/ 286372 h 296786"/>
                <a:gd name="connsiteX16-397" fmla="*/ 132044 w 1721618"/>
                <a:gd name="connsiteY16-398" fmla="*/ 185397 h 296786"/>
                <a:gd name="connsiteX17-399" fmla="*/ 191441 w 1721618"/>
                <a:gd name="connsiteY17-400" fmla="*/ 185397 h 296786"/>
                <a:gd name="connsiteX18-401" fmla="*/ 334907 w 1721618"/>
                <a:gd name="connsiteY18-402" fmla="*/ 257587 h 296786"/>
                <a:gd name="connsiteX19-403" fmla="*/ 457813 w 1721618"/>
                <a:gd name="connsiteY19-404" fmla="*/ 219208 h 296786"/>
                <a:gd name="connsiteX20-405" fmla="*/ 493451 w 1721618"/>
                <a:gd name="connsiteY20-406" fmla="*/ 194992 h 296786"/>
                <a:gd name="connsiteX21-407" fmla="*/ 497563 w 1721618"/>
                <a:gd name="connsiteY21-408" fmla="*/ 199104 h 296786"/>
                <a:gd name="connsiteX22-409" fmla="*/ 498477 w 1721618"/>
                <a:gd name="connsiteY22-410" fmla="*/ 199561 h 296786"/>
                <a:gd name="connsiteX23-411" fmla="*/ 500761 w 1721618"/>
                <a:gd name="connsiteY23-412" fmla="*/ 194992 h 296786"/>
                <a:gd name="connsiteX24-413" fmla="*/ 543710 w 1721618"/>
                <a:gd name="connsiteY24-414" fmla="*/ 192708 h 296786"/>
                <a:gd name="connsiteX25-415" fmla="*/ 759366 w 1721618"/>
                <a:gd name="connsiteY25-416" fmla="*/ 198647 h 296786"/>
                <a:gd name="connsiteX26-417" fmla="*/ 984161 w 1721618"/>
                <a:gd name="connsiteY26-418" fmla="*/ 197277 h 296786"/>
                <a:gd name="connsiteX27-419" fmla="*/ 1242101 w 1721618"/>
                <a:gd name="connsiteY27-420" fmla="*/ 198935 h 296786"/>
                <a:gd name="connsiteX28-421" fmla="*/ 1273943 w 1721618"/>
                <a:gd name="connsiteY28-422" fmla="*/ 122980 h 296786"/>
                <a:gd name="connsiteX29-423" fmla="*/ 1281986 w 1721618"/>
                <a:gd name="connsiteY29-424" fmla="*/ 98853 h 296786"/>
                <a:gd name="connsiteX30-425" fmla="*/ 1288421 w 1721618"/>
                <a:gd name="connsiteY30-426" fmla="*/ 77538 h 296786"/>
                <a:gd name="connsiteX31-427" fmla="*/ 1288019 w 1721618"/>
                <a:gd name="connsiteY31-428" fmla="*/ 77135 h 296786"/>
                <a:gd name="connsiteX32-429" fmla="*/ 1298475 w 1721618"/>
                <a:gd name="connsiteY32-430" fmla="*/ 34910 h 296786"/>
                <a:gd name="connsiteX33-431" fmla="*/ 1302497 w 1721618"/>
                <a:gd name="connsiteY33-432" fmla="*/ 23247 h 296786"/>
                <a:gd name="connsiteX34-433" fmla="*/ 1307322 w 1721618"/>
                <a:gd name="connsiteY34-434" fmla="*/ 7161 h 296786"/>
                <a:gd name="connsiteX35-435" fmla="*/ 1360408 w 1721618"/>
                <a:gd name="connsiteY35-436" fmla="*/ 727 h 296786"/>
                <a:gd name="connsiteX36-437" fmla="*/ 1508802 w 1721618"/>
                <a:gd name="connsiteY36-438" fmla="*/ 1128 h 296786"/>
                <a:gd name="connsiteX37-439" fmla="*/ 1580386 w 1721618"/>
                <a:gd name="connsiteY37-440" fmla="*/ 14801 h 296786"/>
                <a:gd name="connsiteX38-441" fmla="*/ 1604113 w 1721618"/>
                <a:gd name="connsiteY38-442" fmla="*/ 34910 h 296786"/>
                <a:gd name="connsiteX39-443" fmla="*/ 1640307 w 1721618"/>
                <a:gd name="connsiteY39-444" fmla="*/ 71102 h 296786"/>
                <a:gd name="connsiteX40-445" fmla="*/ 1660416 w 1721618"/>
                <a:gd name="connsiteY40-446" fmla="*/ 90810 h 296786"/>
                <a:gd name="connsiteX41-447" fmla="*/ 1712293 w 1721618"/>
                <a:gd name="connsiteY41-448" fmla="*/ 151936 h 296786"/>
                <a:gd name="connsiteX42-449" fmla="*/ 1719934 w 1721618"/>
                <a:gd name="connsiteY42-450" fmla="*/ 186524 h 296786"/>
                <a:gd name="connsiteX0-451" fmla="*/ 1719934 w 1721618"/>
                <a:gd name="connsiteY0-452" fmla="*/ 186524 h 296785"/>
                <a:gd name="connsiteX1-453" fmla="*/ 1716717 w 1721618"/>
                <a:gd name="connsiteY1-454" fmla="*/ 206230 h 296785"/>
                <a:gd name="connsiteX2-455" fmla="*/ 1636285 w 1721618"/>
                <a:gd name="connsiteY2-456" fmla="*/ 233976 h 296785"/>
                <a:gd name="connsiteX3-457" fmla="*/ 1302459 w 1721618"/>
                <a:gd name="connsiteY3-458" fmla="*/ 288285 h 296785"/>
                <a:gd name="connsiteX4-459" fmla="*/ 1302459 w 1721618"/>
                <a:gd name="connsiteY4-460" fmla="*/ 290112 h 296785"/>
                <a:gd name="connsiteX5-461" fmla="*/ 1242101 w 1721618"/>
                <a:gd name="connsiteY5-462" fmla="*/ 290284 h 296785"/>
                <a:gd name="connsiteX6-463" fmla="*/ 690375 w 1721618"/>
                <a:gd name="connsiteY6-464" fmla="*/ 291854 h 296785"/>
                <a:gd name="connsiteX7-465" fmla="*/ 566098 w 1721618"/>
                <a:gd name="connsiteY7-466" fmla="*/ 291854 h 296785"/>
                <a:gd name="connsiteX8-467" fmla="*/ 528175 w 1721618"/>
                <a:gd name="connsiteY8-468" fmla="*/ 294139 h 296785"/>
                <a:gd name="connsiteX9-469" fmla="*/ 389278 w 1721618"/>
                <a:gd name="connsiteY9-470" fmla="*/ 292311 h 296785"/>
                <a:gd name="connsiteX10-471" fmla="*/ 258605 w 1721618"/>
                <a:gd name="connsiteY10-472" fmla="*/ 294596 h 296785"/>
                <a:gd name="connsiteX11-473" fmla="*/ 246726 w 1721618"/>
                <a:gd name="connsiteY11-474" fmla="*/ 293225 h 296785"/>
                <a:gd name="connsiteX12-475" fmla="*/ 238045 w 1721618"/>
                <a:gd name="connsiteY12-476" fmla="*/ 294596 h 296785"/>
                <a:gd name="connsiteX13-477" fmla="*/ 22389 w 1721618"/>
                <a:gd name="connsiteY13-478" fmla="*/ 294596 h 296785"/>
                <a:gd name="connsiteX14-479" fmla="*/ 0 w 1721618"/>
                <a:gd name="connsiteY14-480" fmla="*/ 286372 h 296785"/>
                <a:gd name="connsiteX15-481" fmla="*/ 132044 w 1721618"/>
                <a:gd name="connsiteY15-482" fmla="*/ 185397 h 296785"/>
                <a:gd name="connsiteX16-483" fmla="*/ 191441 w 1721618"/>
                <a:gd name="connsiteY16-484" fmla="*/ 185397 h 296785"/>
                <a:gd name="connsiteX17-485" fmla="*/ 334907 w 1721618"/>
                <a:gd name="connsiteY17-486" fmla="*/ 257587 h 296785"/>
                <a:gd name="connsiteX18-487" fmla="*/ 457813 w 1721618"/>
                <a:gd name="connsiteY18-488" fmla="*/ 219208 h 296785"/>
                <a:gd name="connsiteX19-489" fmla="*/ 493451 w 1721618"/>
                <a:gd name="connsiteY19-490" fmla="*/ 194992 h 296785"/>
                <a:gd name="connsiteX20-491" fmla="*/ 497563 w 1721618"/>
                <a:gd name="connsiteY20-492" fmla="*/ 199104 h 296785"/>
                <a:gd name="connsiteX21-493" fmla="*/ 498477 w 1721618"/>
                <a:gd name="connsiteY21-494" fmla="*/ 199561 h 296785"/>
                <a:gd name="connsiteX22-495" fmla="*/ 500761 w 1721618"/>
                <a:gd name="connsiteY22-496" fmla="*/ 194992 h 296785"/>
                <a:gd name="connsiteX23-497" fmla="*/ 543710 w 1721618"/>
                <a:gd name="connsiteY23-498" fmla="*/ 192708 h 296785"/>
                <a:gd name="connsiteX24-499" fmla="*/ 759366 w 1721618"/>
                <a:gd name="connsiteY24-500" fmla="*/ 198647 h 296785"/>
                <a:gd name="connsiteX25-501" fmla="*/ 984161 w 1721618"/>
                <a:gd name="connsiteY25-502" fmla="*/ 197277 h 296785"/>
                <a:gd name="connsiteX26-503" fmla="*/ 1242101 w 1721618"/>
                <a:gd name="connsiteY26-504" fmla="*/ 198935 h 296785"/>
                <a:gd name="connsiteX27-505" fmla="*/ 1273943 w 1721618"/>
                <a:gd name="connsiteY27-506" fmla="*/ 122980 h 296785"/>
                <a:gd name="connsiteX28-507" fmla="*/ 1281986 w 1721618"/>
                <a:gd name="connsiteY28-508" fmla="*/ 98853 h 296785"/>
                <a:gd name="connsiteX29-509" fmla="*/ 1288421 w 1721618"/>
                <a:gd name="connsiteY29-510" fmla="*/ 77538 h 296785"/>
                <a:gd name="connsiteX30-511" fmla="*/ 1288019 w 1721618"/>
                <a:gd name="connsiteY30-512" fmla="*/ 77135 h 296785"/>
                <a:gd name="connsiteX31-513" fmla="*/ 1298475 w 1721618"/>
                <a:gd name="connsiteY31-514" fmla="*/ 34910 h 296785"/>
                <a:gd name="connsiteX32-515" fmla="*/ 1302497 w 1721618"/>
                <a:gd name="connsiteY32-516" fmla="*/ 23247 h 296785"/>
                <a:gd name="connsiteX33-517" fmla="*/ 1307322 w 1721618"/>
                <a:gd name="connsiteY33-518" fmla="*/ 7161 h 296785"/>
                <a:gd name="connsiteX34-519" fmla="*/ 1360408 w 1721618"/>
                <a:gd name="connsiteY34-520" fmla="*/ 727 h 296785"/>
                <a:gd name="connsiteX35-521" fmla="*/ 1508802 w 1721618"/>
                <a:gd name="connsiteY35-522" fmla="*/ 1128 h 296785"/>
                <a:gd name="connsiteX36-523" fmla="*/ 1580386 w 1721618"/>
                <a:gd name="connsiteY36-524" fmla="*/ 14801 h 296785"/>
                <a:gd name="connsiteX37-525" fmla="*/ 1604113 w 1721618"/>
                <a:gd name="connsiteY37-526" fmla="*/ 34910 h 296785"/>
                <a:gd name="connsiteX38-527" fmla="*/ 1640307 w 1721618"/>
                <a:gd name="connsiteY38-528" fmla="*/ 71102 h 296785"/>
                <a:gd name="connsiteX39-529" fmla="*/ 1660416 w 1721618"/>
                <a:gd name="connsiteY39-530" fmla="*/ 90810 h 296785"/>
                <a:gd name="connsiteX40-531" fmla="*/ 1712293 w 1721618"/>
                <a:gd name="connsiteY40-532" fmla="*/ 151936 h 296785"/>
                <a:gd name="connsiteX41-533" fmla="*/ 1719934 w 1721618"/>
                <a:gd name="connsiteY41-534" fmla="*/ 186524 h 29678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</a:cxnLst>
              <a:rect l="l" t="t" r="r" b="b"/>
              <a:pathLst>
                <a:path w="1721618" h="296785">
                  <a:moveTo>
                    <a:pt x="1719934" y="186524"/>
                  </a:moveTo>
                  <a:cubicBezTo>
                    <a:pt x="1719130" y="192957"/>
                    <a:pt x="1717922" y="199794"/>
                    <a:pt x="1716717" y="206230"/>
                  </a:cubicBezTo>
                  <a:cubicBezTo>
                    <a:pt x="1694196" y="227543"/>
                    <a:pt x="1664034" y="227543"/>
                    <a:pt x="1636285" y="233976"/>
                  </a:cubicBezTo>
                  <a:lnTo>
                    <a:pt x="1302459" y="288285"/>
                  </a:lnTo>
                  <a:lnTo>
                    <a:pt x="1302459" y="290112"/>
                  </a:lnTo>
                  <a:lnTo>
                    <a:pt x="1242101" y="290284"/>
                  </a:lnTo>
                  <a:lnTo>
                    <a:pt x="690375" y="291854"/>
                  </a:lnTo>
                  <a:lnTo>
                    <a:pt x="566098" y="291854"/>
                  </a:lnTo>
                  <a:cubicBezTo>
                    <a:pt x="553305" y="292311"/>
                    <a:pt x="540969" y="292768"/>
                    <a:pt x="528175" y="294139"/>
                  </a:cubicBezTo>
                  <a:cubicBezTo>
                    <a:pt x="481572" y="298708"/>
                    <a:pt x="435425" y="296880"/>
                    <a:pt x="389278" y="292311"/>
                  </a:cubicBezTo>
                  <a:cubicBezTo>
                    <a:pt x="344350" y="292387"/>
                    <a:pt x="282364" y="294444"/>
                    <a:pt x="258605" y="294596"/>
                  </a:cubicBezTo>
                  <a:cubicBezTo>
                    <a:pt x="234846" y="294748"/>
                    <a:pt x="250381" y="294596"/>
                    <a:pt x="246726" y="293225"/>
                  </a:cubicBezTo>
                  <a:lnTo>
                    <a:pt x="238045" y="294596"/>
                  </a:lnTo>
                  <a:lnTo>
                    <a:pt x="22389" y="294596"/>
                  </a:lnTo>
                  <a:cubicBezTo>
                    <a:pt x="14621" y="294596"/>
                    <a:pt x="3199" y="299622"/>
                    <a:pt x="0" y="286372"/>
                  </a:cubicBezTo>
                  <a:cubicBezTo>
                    <a:pt x="47061" y="256673"/>
                    <a:pt x="87725" y="218751"/>
                    <a:pt x="132044" y="185397"/>
                  </a:cubicBezTo>
                  <a:cubicBezTo>
                    <a:pt x="151691" y="179914"/>
                    <a:pt x="171794" y="179914"/>
                    <a:pt x="191441" y="185397"/>
                  </a:cubicBezTo>
                  <a:cubicBezTo>
                    <a:pt x="235303" y="217837"/>
                    <a:pt x="283278" y="241139"/>
                    <a:pt x="334907" y="257587"/>
                  </a:cubicBezTo>
                  <a:cubicBezTo>
                    <a:pt x="382425" y="266268"/>
                    <a:pt x="419891" y="242509"/>
                    <a:pt x="457813" y="219208"/>
                  </a:cubicBezTo>
                  <a:cubicBezTo>
                    <a:pt x="470149" y="211897"/>
                    <a:pt x="481572" y="203216"/>
                    <a:pt x="493451" y="194992"/>
                  </a:cubicBezTo>
                  <a:cubicBezTo>
                    <a:pt x="497106" y="193621"/>
                    <a:pt x="498934" y="194992"/>
                    <a:pt x="497563" y="199104"/>
                  </a:cubicBezTo>
                  <a:cubicBezTo>
                    <a:pt x="498020" y="199561"/>
                    <a:pt x="498020" y="199561"/>
                    <a:pt x="498477" y="199561"/>
                  </a:cubicBezTo>
                  <a:cubicBezTo>
                    <a:pt x="499391" y="198190"/>
                    <a:pt x="499848" y="196819"/>
                    <a:pt x="500761" y="194992"/>
                  </a:cubicBezTo>
                  <a:cubicBezTo>
                    <a:pt x="514926" y="190423"/>
                    <a:pt x="529546" y="192708"/>
                    <a:pt x="543710" y="192708"/>
                  </a:cubicBezTo>
                  <a:lnTo>
                    <a:pt x="759366" y="198647"/>
                  </a:lnTo>
                  <a:cubicBezTo>
                    <a:pt x="805437" y="199485"/>
                    <a:pt x="899330" y="197201"/>
                    <a:pt x="984161" y="197277"/>
                  </a:cubicBezTo>
                  <a:lnTo>
                    <a:pt x="1242101" y="198935"/>
                  </a:lnTo>
                  <a:lnTo>
                    <a:pt x="1273943" y="122980"/>
                  </a:lnTo>
                  <a:cubicBezTo>
                    <a:pt x="1275150" y="114537"/>
                    <a:pt x="1277161" y="106091"/>
                    <a:pt x="1281986" y="98853"/>
                  </a:cubicBezTo>
                  <a:cubicBezTo>
                    <a:pt x="1282791" y="91211"/>
                    <a:pt x="1284802" y="84375"/>
                    <a:pt x="1288421" y="77538"/>
                  </a:cubicBezTo>
                  <a:lnTo>
                    <a:pt x="1288019" y="77135"/>
                  </a:lnTo>
                  <a:cubicBezTo>
                    <a:pt x="1288019" y="62256"/>
                    <a:pt x="1292845" y="48583"/>
                    <a:pt x="1298475" y="34910"/>
                  </a:cubicBezTo>
                  <a:cubicBezTo>
                    <a:pt x="1299682" y="30887"/>
                    <a:pt x="1301290" y="27270"/>
                    <a:pt x="1302497" y="23247"/>
                  </a:cubicBezTo>
                  <a:cubicBezTo>
                    <a:pt x="1304105" y="18020"/>
                    <a:pt x="1305715" y="12388"/>
                    <a:pt x="1307322" y="7161"/>
                  </a:cubicBezTo>
                  <a:cubicBezTo>
                    <a:pt x="1325018" y="4345"/>
                    <a:pt x="1342712" y="727"/>
                    <a:pt x="1360408" y="727"/>
                  </a:cubicBezTo>
                  <a:cubicBezTo>
                    <a:pt x="1409871" y="325"/>
                    <a:pt x="1459337" y="-883"/>
                    <a:pt x="1508802" y="1128"/>
                  </a:cubicBezTo>
                  <a:cubicBezTo>
                    <a:pt x="1532931" y="2335"/>
                    <a:pt x="1558670" y="325"/>
                    <a:pt x="1580386" y="14801"/>
                  </a:cubicBezTo>
                  <a:cubicBezTo>
                    <a:pt x="1588429" y="20834"/>
                    <a:pt x="1598482" y="25257"/>
                    <a:pt x="1604113" y="34910"/>
                  </a:cubicBezTo>
                  <a:cubicBezTo>
                    <a:pt x="1620199" y="42953"/>
                    <a:pt x="1633069" y="54213"/>
                    <a:pt x="1640307" y="71102"/>
                  </a:cubicBezTo>
                  <a:cubicBezTo>
                    <a:pt x="1648350" y="76332"/>
                    <a:pt x="1654785" y="83168"/>
                    <a:pt x="1660416" y="90810"/>
                  </a:cubicBezTo>
                  <a:cubicBezTo>
                    <a:pt x="1682131" y="107297"/>
                    <a:pt x="1696609" y="130222"/>
                    <a:pt x="1712293" y="151936"/>
                  </a:cubicBezTo>
                  <a:cubicBezTo>
                    <a:pt x="1712293" y="164404"/>
                    <a:pt x="1726368" y="174458"/>
                    <a:pt x="1719934" y="186524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9525" cap="flat">
              <a:noFill/>
              <a:prstDash val="solid"/>
              <a:miter/>
            </a:ln>
            <a:effectLst>
              <a:innerShdw blurRad="63500" dist="50800">
                <a:schemeClr val="accent1">
                  <a:lumMod val="50000"/>
                  <a:alpha val="50000"/>
                </a:schemeClr>
              </a:inn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 rot="16200000">
              <a:off x="4635643" y="4468484"/>
              <a:ext cx="3263809" cy="219312"/>
            </a:xfrm>
            <a:custGeom>
              <a:avLst/>
              <a:gdLst>
                <a:gd name="connsiteX0" fmla="*/ 3167811 w 3167811"/>
                <a:gd name="connsiteY0" fmla="*/ 43158 h 219312"/>
                <a:gd name="connsiteX1" fmla="*/ 3167811 w 3167811"/>
                <a:gd name="connsiteY1" fmla="*/ 211622 h 219312"/>
                <a:gd name="connsiteX2" fmla="*/ 3139836 w 3167811"/>
                <a:gd name="connsiteY2" fmla="*/ 214286 h 219312"/>
                <a:gd name="connsiteX3" fmla="*/ 1691467 w 3167811"/>
                <a:gd name="connsiteY3" fmla="*/ 219312 h 219312"/>
                <a:gd name="connsiteX4" fmla="*/ 1430578 w 3167811"/>
                <a:gd name="connsiteY4" fmla="*/ 215200 h 219312"/>
                <a:gd name="connsiteX5" fmla="*/ 113795 w 3167811"/>
                <a:gd name="connsiteY5" fmla="*/ 202864 h 219312"/>
                <a:gd name="connsiteX6" fmla="*/ 105113 w 3167811"/>
                <a:gd name="connsiteY6" fmla="*/ 201036 h 219312"/>
                <a:gd name="connsiteX7" fmla="*/ 15561 w 3167811"/>
                <a:gd name="connsiteY7" fmla="*/ 111027 h 219312"/>
                <a:gd name="connsiteX8" fmla="*/ 27 w 3167811"/>
                <a:gd name="connsiteY8" fmla="*/ 72190 h 219312"/>
                <a:gd name="connsiteX9" fmla="*/ 1854 w 3167811"/>
                <a:gd name="connsiteY9" fmla="*/ 0 h 219312"/>
                <a:gd name="connsiteX10" fmla="*/ 1023480 w 3167811"/>
                <a:gd name="connsiteY10" fmla="*/ 5940 h 219312"/>
                <a:gd name="connsiteX11" fmla="*/ 1034446 w 3167811"/>
                <a:gd name="connsiteY11" fmla="*/ 8224 h 219312"/>
                <a:gd name="connsiteX12" fmla="*/ 1151412 w 3167811"/>
                <a:gd name="connsiteY12" fmla="*/ 45690 h 219312"/>
                <a:gd name="connsiteX13" fmla="*/ 1153697 w 3167811"/>
                <a:gd name="connsiteY13" fmla="*/ 49345 h 219312"/>
                <a:gd name="connsiteX14" fmla="*/ 1207154 w 3167811"/>
                <a:gd name="connsiteY14" fmla="*/ 44776 h 219312"/>
                <a:gd name="connsiteX15" fmla="*/ 1239137 w 3167811"/>
                <a:gd name="connsiteY15" fmla="*/ 12336 h 219312"/>
                <a:gd name="connsiteX16" fmla="*/ 1242335 w 3167811"/>
                <a:gd name="connsiteY16" fmla="*/ 12793 h 219312"/>
                <a:gd name="connsiteX17" fmla="*/ 1303103 w 3167811"/>
                <a:gd name="connsiteY17" fmla="*/ 15534 h 219312"/>
                <a:gd name="connsiteX18" fmla="*/ 1634355 w 3167811"/>
                <a:gd name="connsiteY18" fmla="*/ 21474 h 219312"/>
                <a:gd name="connsiteX19" fmla="*/ 1636182 w 3167811"/>
                <a:gd name="connsiteY19" fmla="*/ 21474 h 219312"/>
                <a:gd name="connsiteX20" fmla="*/ 2103133 w 3167811"/>
                <a:gd name="connsiteY20" fmla="*/ 26500 h 219312"/>
                <a:gd name="connsiteX21" fmla="*/ 2454945 w 3167811"/>
                <a:gd name="connsiteY21" fmla="*/ 27414 h 219312"/>
                <a:gd name="connsiteX22" fmla="*/ 2515256 w 3167811"/>
                <a:gd name="connsiteY22" fmla="*/ 31526 h 219312"/>
                <a:gd name="connsiteX23" fmla="*/ 2718576 w 3167811"/>
                <a:gd name="connsiteY23" fmla="*/ 32440 h 219312"/>
                <a:gd name="connsiteX24" fmla="*/ 3028353 w 3167811"/>
                <a:gd name="connsiteY24" fmla="*/ 37466 h 219312"/>
                <a:gd name="connsiteX25" fmla="*/ 3126129 w 3167811"/>
                <a:gd name="connsiteY25" fmla="*/ 40207 h 219312"/>
                <a:gd name="connsiteX0-1" fmla="*/ 3167811 w 3243631"/>
                <a:gd name="connsiteY0-2" fmla="*/ 43158 h 219312"/>
                <a:gd name="connsiteX1-3" fmla="*/ 3167811 w 3243631"/>
                <a:gd name="connsiteY1-4" fmla="*/ 211622 h 219312"/>
                <a:gd name="connsiteX2-5" fmla="*/ 3139836 w 3243631"/>
                <a:gd name="connsiteY2-6" fmla="*/ 214286 h 219312"/>
                <a:gd name="connsiteX3-7" fmla="*/ 1691467 w 3243631"/>
                <a:gd name="connsiteY3-8" fmla="*/ 219312 h 219312"/>
                <a:gd name="connsiteX4-9" fmla="*/ 1430578 w 3243631"/>
                <a:gd name="connsiteY4-10" fmla="*/ 215200 h 219312"/>
                <a:gd name="connsiteX5-11" fmla="*/ 113795 w 3243631"/>
                <a:gd name="connsiteY5-12" fmla="*/ 202864 h 219312"/>
                <a:gd name="connsiteX6-13" fmla="*/ 105113 w 3243631"/>
                <a:gd name="connsiteY6-14" fmla="*/ 201036 h 219312"/>
                <a:gd name="connsiteX7-15" fmla="*/ 15561 w 3243631"/>
                <a:gd name="connsiteY7-16" fmla="*/ 111027 h 219312"/>
                <a:gd name="connsiteX8-17" fmla="*/ 27 w 3243631"/>
                <a:gd name="connsiteY8-18" fmla="*/ 72190 h 219312"/>
                <a:gd name="connsiteX9-19" fmla="*/ 1854 w 3243631"/>
                <a:gd name="connsiteY9-20" fmla="*/ 0 h 219312"/>
                <a:gd name="connsiteX10-21" fmla="*/ 1023480 w 3243631"/>
                <a:gd name="connsiteY10-22" fmla="*/ 5940 h 219312"/>
                <a:gd name="connsiteX11-23" fmla="*/ 1034446 w 3243631"/>
                <a:gd name="connsiteY11-24" fmla="*/ 8224 h 219312"/>
                <a:gd name="connsiteX12-25" fmla="*/ 1151412 w 3243631"/>
                <a:gd name="connsiteY12-26" fmla="*/ 45690 h 219312"/>
                <a:gd name="connsiteX13-27" fmla="*/ 1153697 w 3243631"/>
                <a:gd name="connsiteY13-28" fmla="*/ 49345 h 219312"/>
                <a:gd name="connsiteX14-29" fmla="*/ 1207154 w 3243631"/>
                <a:gd name="connsiteY14-30" fmla="*/ 44776 h 219312"/>
                <a:gd name="connsiteX15-31" fmla="*/ 1239137 w 3243631"/>
                <a:gd name="connsiteY15-32" fmla="*/ 12336 h 219312"/>
                <a:gd name="connsiteX16-33" fmla="*/ 1242335 w 3243631"/>
                <a:gd name="connsiteY16-34" fmla="*/ 12793 h 219312"/>
                <a:gd name="connsiteX17-35" fmla="*/ 1303103 w 3243631"/>
                <a:gd name="connsiteY17-36" fmla="*/ 15534 h 219312"/>
                <a:gd name="connsiteX18-37" fmla="*/ 1634355 w 3243631"/>
                <a:gd name="connsiteY18-38" fmla="*/ 21474 h 219312"/>
                <a:gd name="connsiteX19-39" fmla="*/ 1636182 w 3243631"/>
                <a:gd name="connsiteY19-40" fmla="*/ 21474 h 219312"/>
                <a:gd name="connsiteX20-41" fmla="*/ 2103133 w 3243631"/>
                <a:gd name="connsiteY20-42" fmla="*/ 26500 h 219312"/>
                <a:gd name="connsiteX21-43" fmla="*/ 2454945 w 3243631"/>
                <a:gd name="connsiteY21-44" fmla="*/ 27414 h 219312"/>
                <a:gd name="connsiteX22-45" fmla="*/ 2515256 w 3243631"/>
                <a:gd name="connsiteY22-46" fmla="*/ 31526 h 219312"/>
                <a:gd name="connsiteX23-47" fmla="*/ 2718576 w 3243631"/>
                <a:gd name="connsiteY23-48" fmla="*/ 32440 h 219312"/>
                <a:gd name="connsiteX24-49" fmla="*/ 3028353 w 3243631"/>
                <a:gd name="connsiteY24-50" fmla="*/ 37466 h 219312"/>
                <a:gd name="connsiteX25-51" fmla="*/ 3126129 w 3243631"/>
                <a:gd name="connsiteY25-52" fmla="*/ 40207 h 219312"/>
                <a:gd name="connsiteX26" fmla="*/ 3167811 w 3243631"/>
                <a:gd name="connsiteY26" fmla="*/ 43158 h 219312"/>
                <a:gd name="connsiteX0-53" fmla="*/ 3167811 w 3282115"/>
                <a:gd name="connsiteY0-54" fmla="*/ 43158 h 219312"/>
                <a:gd name="connsiteX1-55" fmla="*/ 3167811 w 3282115"/>
                <a:gd name="connsiteY1-56" fmla="*/ 211622 h 219312"/>
                <a:gd name="connsiteX2-57" fmla="*/ 3139836 w 3282115"/>
                <a:gd name="connsiteY2-58" fmla="*/ 214286 h 219312"/>
                <a:gd name="connsiteX3-59" fmla="*/ 1691467 w 3282115"/>
                <a:gd name="connsiteY3-60" fmla="*/ 219312 h 219312"/>
                <a:gd name="connsiteX4-61" fmla="*/ 1430578 w 3282115"/>
                <a:gd name="connsiteY4-62" fmla="*/ 215200 h 219312"/>
                <a:gd name="connsiteX5-63" fmla="*/ 113795 w 3282115"/>
                <a:gd name="connsiteY5-64" fmla="*/ 202864 h 219312"/>
                <a:gd name="connsiteX6-65" fmla="*/ 105113 w 3282115"/>
                <a:gd name="connsiteY6-66" fmla="*/ 201036 h 219312"/>
                <a:gd name="connsiteX7-67" fmla="*/ 15561 w 3282115"/>
                <a:gd name="connsiteY7-68" fmla="*/ 111027 h 219312"/>
                <a:gd name="connsiteX8-69" fmla="*/ 27 w 3282115"/>
                <a:gd name="connsiteY8-70" fmla="*/ 72190 h 219312"/>
                <a:gd name="connsiteX9-71" fmla="*/ 1854 w 3282115"/>
                <a:gd name="connsiteY9-72" fmla="*/ 0 h 219312"/>
                <a:gd name="connsiteX10-73" fmla="*/ 1023480 w 3282115"/>
                <a:gd name="connsiteY10-74" fmla="*/ 5940 h 219312"/>
                <a:gd name="connsiteX11-75" fmla="*/ 1034446 w 3282115"/>
                <a:gd name="connsiteY11-76" fmla="*/ 8224 h 219312"/>
                <a:gd name="connsiteX12-77" fmla="*/ 1151412 w 3282115"/>
                <a:gd name="connsiteY12-78" fmla="*/ 45690 h 219312"/>
                <a:gd name="connsiteX13-79" fmla="*/ 1153697 w 3282115"/>
                <a:gd name="connsiteY13-80" fmla="*/ 49345 h 219312"/>
                <a:gd name="connsiteX14-81" fmla="*/ 1207154 w 3282115"/>
                <a:gd name="connsiteY14-82" fmla="*/ 44776 h 219312"/>
                <a:gd name="connsiteX15-83" fmla="*/ 1239137 w 3282115"/>
                <a:gd name="connsiteY15-84" fmla="*/ 12336 h 219312"/>
                <a:gd name="connsiteX16-85" fmla="*/ 1242335 w 3282115"/>
                <a:gd name="connsiteY16-86" fmla="*/ 12793 h 219312"/>
                <a:gd name="connsiteX17-87" fmla="*/ 1303103 w 3282115"/>
                <a:gd name="connsiteY17-88" fmla="*/ 15534 h 219312"/>
                <a:gd name="connsiteX18-89" fmla="*/ 1634355 w 3282115"/>
                <a:gd name="connsiteY18-90" fmla="*/ 21474 h 219312"/>
                <a:gd name="connsiteX19-91" fmla="*/ 1636182 w 3282115"/>
                <a:gd name="connsiteY19-92" fmla="*/ 21474 h 219312"/>
                <a:gd name="connsiteX20-93" fmla="*/ 2103133 w 3282115"/>
                <a:gd name="connsiteY20-94" fmla="*/ 26500 h 219312"/>
                <a:gd name="connsiteX21-95" fmla="*/ 2454945 w 3282115"/>
                <a:gd name="connsiteY21-96" fmla="*/ 27414 h 219312"/>
                <a:gd name="connsiteX22-97" fmla="*/ 2515256 w 3282115"/>
                <a:gd name="connsiteY22-98" fmla="*/ 31526 h 219312"/>
                <a:gd name="connsiteX23-99" fmla="*/ 2718576 w 3282115"/>
                <a:gd name="connsiteY23-100" fmla="*/ 32440 h 219312"/>
                <a:gd name="connsiteX24-101" fmla="*/ 3028353 w 3282115"/>
                <a:gd name="connsiteY24-102" fmla="*/ 37466 h 219312"/>
                <a:gd name="connsiteX25-103" fmla="*/ 3126129 w 3282115"/>
                <a:gd name="connsiteY25-104" fmla="*/ 40207 h 219312"/>
                <a:gd name="connsiteX26-105" fmla="*/ 3167811 w 3282115"/>
                <a:gd name="connsiteY26-106" fmla="*/ 43158 h 219312"/>
                <a:gd name="connsiteX0-107" fmla="*/ 3167811 w 3263809"/>
                <a:gd name="connsiteY0-108" fmla="*/ 43158 h 219312"/>
                <a:gd name="connsiteX1-109" fmla="*/ 3167811 w 3263809"/>
                <a:gd name="connsiteY1-110" fmla="*/ 211622 h 219312"/>
                <a:gd name="connsiteX2-111" fmla="*/ 3139836 w 3263809"/>
                <a:gd name="connsiteY2-112" fmla="*/ 214286 h 219312"/>
                <a:gd name="connsiteX3-113" fmla="*/ 1691467 w 3263809"/>
                <a:gd name="connsiteY3-114" fmla="*/ 219312 h 219312"/>
                <a:gd name="connsiteX4-115" fmla="*/ 1430578 w 3263809"/>
                <a:gd name="connsiteY4-116" fmla="*/ 215200 h 219312"/>
                <a:gd name="connsiteX5-117" fmla="*/ 113795 w 3263809"/>
                <a:gd name="connsiteY5-118" fmla="*/ 202864 h 219312"/>
                <a:gd name="connsiteX6-119" fmla="*/ 105113 w 3263809"/>
                <a:gd name="connsiteY6-120" fmla="*/ 201036 h 219312"/>
                <a:gd name="connsiteX7-121" fmla="*/ 15561 w 3263809"/>
                <a:gd name="connsiteY7-122" fmla="*/ 111027 h 219312"/>
                <a:gd name="connsiteX8-123" fmla="*/ 27 w 3263809"/>
                <a:gd name="connsiteY8-124" fmla="*/ 72190 h 219312"/>
                <a:gd name="connsiteX9-125" fmla="*/ 1854 w 3263809"/>
                <a:gd name="connsiteY9-126" fmla="*/ 0 h 219312"/>
                <a:gd name="connsiteX10-127" fmla="*/ 1023480 w 3263809"/>
                <a:gd name="connsiteY10-128" fmla="*/ 5940 h 219312"/>
                <a:gd name="connsiteX11-129" fmla="*/ 1034446 w 3263809"/>
                <a:gd name="connsiteY11-130" fmla="*/ 8224 h 219312"/>
                <a:gd name="connsiteX12-131" fmla="*/ 1151412 w 3263809"/>
                <a:gd name="connsiteY12-132" fmla="*/ 45690 h 219312"/>
                <a:gd name="connsiteX13-133" fmla="*/ 1153697 w 3263809"/>
                <a:gd name="connsiteY13-134" fmla="*/ 49345 h 219312"/>
                <a:gd name="connsiteX14-135" fmla="*/ 1207154 w 3263809"/>
                <a:gd name="connsiteY14-136" fmla="*/ 44776 h 219312"/>
                <a:gd name="connsiteX15-137" fmla="*/ 1239137 w 3263809"/>
                <a:gd name="connsiteY15-138" fmla="*/ 12336 h 219312"/>
                <a:gd name="connsiteX16-139" fmla="*/ 1242335 w 3263809"/>
                <a:gd name="connsiteY16-140" fmla="*/ 12793 h 219312"/>
                <a:gd name="connsiteX17-141" fmla="*/ 1303103 w 3263809"/>
                <a:gd name="connsiteY17-142" fmla="*/ 15534 h 219312"/>
                <a:gd name="connsiteX18-143" fmla="*/ 1634355 w 3263809"/>
                <a:gd name="connsiteY18-144" fmla="*/ 21474 h 219312"/>
                <a:gd name="connsiteX19-145" fmla="*/ 1636182 w 3263809"/>
                <a:gd name="connsiteY19-146" fmla="*/ 21474 h 219312"/>
                <a:gd name="connsiteX20-147" fmla="*/ 2103133 w 3263809"/>
                <a:gd name="connsiteY20-148" fmla="*/ 26500 h 219312"/>
                <a:gd name="connsiteX21-149" fmla="*/ 2454945 w 3263809"/>
                <a:gd name="connsiteY21-150" fmla="*/ 27414 h 219312"/>
                <a:gd name="connsiteX22-151" fmla="*/ 2515256 w 3263809"/>
                <a:gd name="connsiteY22-152" fmla="*/ 31526 h 219312"/>
                <a:gd name="connsiteX23-153" fmla="*/ 2718576 w 3263809"/>
                <a:gd name="connsiteY23-154" fmla="*/ 32440 h 219312"/>
                <a:gd name="connsiteX24-155" fmla="*/ 3028353 w 3263809"/>
                <a:gd name="connsiteY24-156" fmla="*/ 37466 h 219312"/>
                <a:gd name="connsiteX25-157" fmla="*/ 3126129 w 3263809"/>
                <a:gd name="connsiteY25-158" fmla="*/ 40207 h 219312"/>
                <a:gd name="connsiteX26-159" fmla="*/ 3167811 w 3263809"/>
                <a:gd name="connsiteY26-160" fmla="*/ 43158 h 21931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105" y="connsiteY26-106"/>
                </a:cxn>
              </a:cxnLst>
              <a:rect l="l" t="t" r="r" b="b"/>
              <a:pathLst>
                <a:path w="3263809" h="219312">
                  <a:moveTo>
                    <a:pt x="3167811" y="43158"/>
                  </a:moveTo>
                  <a:cubicBezTo>
                    <a:pt x="3290641" y="54957"/>
                    <a:pt x="3300876" y="196410"/>
                    <a:pt x="3167811" y="211622"/>
                  </a:cubicBezTo>
                  <a:lnTo>
                    <a:pt x="3139836" y="214286"/>
                  </a:lnTo>
                  <a:lnTo>
                    <a:pt x="1691467" y="219312"/>
                  </a:lnTo>
                  <a:lnTo>
                    <a:pt x="1430578" y="215200"/>
                  </a:lnTo>
                  <a:lnTo>
                    <a:pt x="113795" y="202864"/>
                  </a:lnTo>
                  <a:cubicBezTo>
                    <a:pt x="22110" y="202026"/>
                    <a:pt x="107855" y="202407"/>
                    <a:pt x="105113" y="201036"/>
                  </a:cubicBezTo>
                  <a:lnTo>
                    <a:pt x="15561" y="111027"/>
                  </a:lnTo>
                  <a:cubicBezTo>
                    <a:pt x="5053" y="100518"/>
                    <a:pt x="-431" y="87268"/>
                    <a:pt x="27" y="72190"/>
                  </a:cubicBezTo>
                  <a:cubicBezTo>
                    <a:pt x="484" y="48431"/>
                    <a:pt x="940" y="24216"/>
                    <a:pt x="1854" y="0"/>
                  </a:cubicBezTo>
                  <a:lnTo>
                    <a:pt x="1023480" y="5940"/>
                  </a:lnTo>
                  <a:cubicBezTo>
                    <a:pt x="1087979" y="5940"/>
                    <a:pt x="1030791" y="6396"/>
                    <a:pt x="1034446" y="8224"/>
                  </a:cubicBezTo>
                  <a:cubicBezTo>
                    <a:pt x="1071455" y="26043"/>
                    <a:pt x="1109834" y="40664"/>
                    <a:pt x="1151412" y="45690"/>
                  </a:cubicBezTo>
                  <a:cubicBezTo>
                    <a:pt x="1151869" y="47061"/>
                    <a:pt x="1152783" y="47974"/>
                    <a:pt x="1153697" y="49345"/>
                  </a:cubicBezTo>
                  <a:cubicBezTo>
                    <a:pt x="1171973" y="52543"/>
                    <a:pt x="1190705" y="62138"/>
                    <a:pt x="1207154" y="44776"/>
                  </a:cubicBezTo>
                  <a:cubicBezTo>
                    <a:pt x="1218119" y="33810"/>
                    <a:pt x="1228628" y="23302"/>
                    <a:pt x="1239137" y="12336"/>
                  </a:cubicBezTo>
                  <a:cubicBezTo>
                    <a:pt x="1240050" y="12336"/>
                    <a:pt x="1241421" y="12793"/>
                    <a:pt x="1242335" y="12793"/>
                  </a:cubicBezTo>
                  <a:cubicBezTo>
                    <a:pt x="1262439" y="15078"/>
                    <a:pt x="1282542" y="18733"/>
                    <a:pt x="1303103" y="15534"/>
                  </a:cubicBezTo>
                  <a:lnTo>
                    <a:pt x="1634355" y="21474"/>
                  </a:lnTo>
                  <a:lnTo>
                    <a:pt x="1636182" y="21474"/>
                  </a:lnTo>
                  <a:lnTo>
                    <a:pt x="2103133" y="26500"/>
                  </a:lnTo>
                  <a:lnTo>
                    <a:pt x="2454945" y="27414"/>
                  </a:lnTo>
                  <a:cubicBezTo>
                    <a:pt x="2523632" y="28251"/>
                    <a:pt x="2471317" y="30688"/>
                    <a:pt x="2515256" y="31526"/>
                  </a:cubicBezTo>
                  <a:cubicBezTo>
                    <a:pt x="2583334" y="35181"/>
                    <a:pt x="2650955" y="35181"/>
                    <a:pt x="2718576" y="32440"/>
                  </a:cubicBezTo>
                  <a:lnTo>
                    <a:pt x="3028353" y="37466"/>
                  </a:lnTo>
                  <a:cubicBezTo>
                    <a:pt x="3060793" y="38836"/>
                    <a:pt x="3093690" y="40664"/>
                    <a:pt x="3126129" y="40207"/>
                  </a:cubicBezTo>
                  <a:lnTo>
                    <a:pt x="3167811" y="43158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9525" cap="flat">
              <a:noFill/>
              <a:prstDash val="solid"/>
              <a:miter/>
            </a:ln>
            <a:effectLst>
              <a:innerShdw blurRad="63500" dist="50800">
                <a:schemeClr val="accent1">
                  <a:lumMod val="50000"/>
                  <a:alpha val="50000"/>
                </a:schemeClr>
              </a:inn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05052" y="1493542"/>
            <a:ext cx="762757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Pertanyaan</a:t>
            </a:r>
            <a:r>
              <a:rPr lang="en-ID" sz="1600" dirty="0"/>
              <a:t> </a:t>
            </a:r>
            <a:r>
              <a:rPr lang="en-ID" sz="1600" dirty="0" err="1"/>
              <a:t>keseluruhannya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b="1" dirty="0" err="1"/>
              <a:t>mengintroduksi</a:t>
            </a:r>
            <a:r>
              <a:rPr lang="en-ID" sz="1600" b="1" dirty="0"/>
              <a:t> </a:t>
            </a:r>
            <a:r>
              <a:rPr lang="en-ID" sz="1600" b="1" dirty="0" err="1"/>
              <a:t>suatu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/</a:t>
            </a:r>
            <a:r>
              <a:rPr lang="en-ID" sz="1600" b="1" dirty="0" err="1"/>
              <a:t>jasa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kegunaan</a:t>
            </a:r>
            <a:r>
              <a:rPr lang="en-ID" sz="1600" b="1" dirty="0"/>
              <a:t> </a:t>
            </a:r>
            <a:r>
              <a:rPr lang="en-ID" sz="1600" b="1" dirty="0" err="1"/>
              <a:t>hal</a:t>
            </a:r>
            <a:r>
              <a:rPr lang="en-ID" sz="1600" b="1" dirty="0"/>
              <a:t> lain? </a:t>
            </a:r>
            <a:r>
              <a:rPr lang="en-ID" sz="1600" b="1" dirty="0" err="1"/>
              <a:t>Adakah</a:t>
            </a:r>
            <a:r>
              <a:rPr lang="en-ID" sz="1600" b="1" dirty="0"/>
              <a:t> </a:t>
            </a:r>
            <a:r>
              <a:rPr lang="en-ID" sz="1600" b="1" dirty="0" err="1"/>
              <a:t>cara</a:t>
            </a:r>
            <a:r>
              <a:rPr lang="en-ID" sz="1600" b="1" dirty="0"/>
              <a:t> </a:t>
            </a:r>
            <a:r>
              <a:rPr lang="en-ID" sz="1600" b="1" dirty="0" err="1"/>
              <a:t>baru</a:t>
            </a:r>
            <a:r>
              <a:rPr lang="en-ID" sz="1600" b="1" dirty="0"/>
              <a:t> </a:t>
            </a:r>
            <a:r>
              <a:rPr lang="en-ID" sz="1600" b="1" dirty="0" err="1"/>
              <a:t>apa</a:t>
            </a:r>
            <a:r>
              <a:rPr lang="en-ID" sz="1600" b="1" dirty="0"/>
              <a:t> yang </a:t>
            </a:r>
            <a:r>
              <a:rPr lang="en-ID" sz="1600" b="1" dirty="0" err="1"/>
              <a:t>digunakan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jasa</a:t>
            </a:r>
            <a:r>
              <a:rPr lang="en-ID" sz="1600" b="1" dirty="0"/>
              <a:t> yang </a:t>
            </a:r>
            <a:r>
              <a:rPr lang="en-ID" sz="1600" b="1" dirty="0" err="1"/>
              <a:t>dibutuhkan</a:t>
            </a:r>
            <a:r>
              <a:rPr lang="en-ID" sz="1600" b="1" dirty="0"/>
              <a:t> </a:t>
            </a:r>
            <a:r>
              <a:rPr lang="en-ID" sz="1600" b="1" dirty="0" err="1"/>
              <a:t>konsumen</a:t>
            </a:r>
            <a:r>
              <a:rPr lang="en-ID" sz="1600" b="1" dirty="0"/>
              <a:t> di masa </a:t>
            </a:r>
            <a:r>
              <a:rPr lang="en-ID" sz="1600" b="1" dirty="0" err="1"/>
              <a:t>depan</a:t>
            </a:r>
            <a:r>
              <a:rPr lang="en-ID" sz="1600" b="1" dirty="0"/>
              <a:t>? </a:t>
            </a:r>
            <a:r>
              <a:rPr lang="en-ID" sz="1600" b="1" dirty="0" err="1"/>
              <a:t>Dapatkah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menjangkau</a:t>
            </a:r>
            <a:r>
              <a:rPr lang="en-ID" sz="1600" b="1" dirty="0"/>
              <a:t> </a:t>
            </a:r>
            <a:r>
              <a:rPr lang="en-ID" sz="1600" b="1" dirty="0" err="1"/>
              <a:t>pengguna</a:t>
            </a:r>
            <a:r>
              <a:rPr lang="en-ID" sz="1600" b="1" dirty="0"/>
              <a:t> lain </a:t>
            </a:r>
            <a:r>
              <a:rPr lang="en-ID" sz="1600" b="1" dirty="0" err="1"/>
              <a:t>jika</a:t>
            </a:r>
            <a:r>
              <a:rPr lang="en-ID" sz="1600" b="1" dirty="0"/>
              <a:t> </a:t>
            </a:r>
            <a:r>
              <a:rPr lang="en-ID" sz="1600" b="1" dirty="0" err="1"/>
              <a:t>saya</a:t>
            </a:r>
            <a:r>
              <a:rPr lang="en-ID" sz="1600" b="1" dirty="0"/>
              <a:t> </a:t>
            </a:r>
            <a:r>
              <a:rPr lang="en-ID" sz="1600" b="1" dirty="0" err="1"/>
              <a:t>memodifikasi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?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/>
              <a:t>Guiding Questions: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Hal lain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anak-anak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orang </a:t>
            </a:r>
            <a:r>
              <a:rPr lang="en-ID" sz="1600" dirty="0" err="1"/>
              <a:t>dewasa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menggunakannya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Bagaimana</a:t>
            </a:r>
            <a:r>
              <a:rPr lang="en-ID" sz="1600" dirty="0"/>
              <a:t> orang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perbedaan</a:t>
            </a:r>
            <a:r>
              <a:rPr lang="en-ID" sz="1600" dirty="0"/>
              <a:t> </a:t>
            </a:r>
            <a:r>
              <a:rPr lang="en-ID" sz="1600" dirty="0" err="1"/>
              <a:t>disabilitas</a:t>
            </a:r>
            <a:r>
              <a:rPr lang="en-ID" sz="1600" dirty="0"/>
              <a:t> </a:t>
            </a:r>
            <a:r>
              <a:rPr lang="en-ID" sz="1600" dirty="0" err="1"/>
              <a:t>menggunakannya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Kelompok</a:t>
            </a:r>
            <a:r>
              <a:rPr lang="en-ID" sz="1600" dirty="0"/>
              <a:t> target mana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menguntungkan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Jenis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 mana </a:t>
            </a:r>
            <a:r>
              <a:rPr lang="en-ID" sz="1600" dirty="0" err="1"/>
              <a:t>saja</a:t>
            </a:r>
            <a:r>
              <a:rPr lang="en-ID" sz="1600" dirty="0"/>
              <a:t> 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membutuhkan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menginginkan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Siapa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baru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</a:t>
            </a:r>
            <a:r>
              <a:rPr lang="en-ID" sz="1600" dirty="0" err="1"/>
              <a:t>saat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Akankah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kemungkinan</a:t>
            </a:r>
            <a:r>
              <a:rPr lang="en-ID" sz="1600" dirty="0"/>
              <a:t> </a:t>
            </a:r>
            <a:r>
              <a:rPr lang="en-ID" sz="1600" dirty="0" err="1"/>
              <a:t>kegunaan</a:t>
            </a:r>
            <a:r>
              <a:rPr lang="en-ID" sz="1600" dirty="0"/>
              <a:t> lain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memodifikasi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?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0811" y="865237"/>
            <a:ext cx="31552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PUT TO OTHER USES</a:t>
            </a:r>
            <a:endParaRPr lang="ko-KR" altLang="en-US" b="1" dirty="0">
              <a:solidFill>
                <a:schemeClr val="accent1"/>
              </a:solidFill>
              <a:cs typeface="Arial" panose="020B060402020209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715300" y="4836529"/>
            <a:ext cx="3476700" cy="1739292"/>
            <a:chOff x="6104811" y="2645910"/>
            <a:chExt cx="5295876" cy="2649374"/>
          </a:xfrm>
        </p:grpSpPr>
        <p:sp>
          <p:nvSpPr>
            <p:cNvPr id="5" name="Circle: Hollow 4"/>
            <p:cNvSpPr/>
            <p:nvPr/>
          </p:nvSpPr>
          <p:spPr>
            <a:xfrm>
              <a:off x="8371922" y="2645910"/>
              <a:ext cx="962431" cy="962431"/>
            </a:xfrm>
            <a:prstGeom prst="donut">
              <a:avLst>
                <a:gd name="adj" fmla="val 3494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  <a:scene3d>
              <a:camera prst="isometricOffAxis1Top">
                <a:rot lat="20561058" lon="19595284" rev="2221325"/>
              </a:camera>
              <a:lightRig rig="threePt" dir="t"/>
            </a:scene3d>
            <a:sp3d extrusionH="76200">
              <a:bevelB/>
            </a:sp3d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sz="2700">
                <a:solidFill>
                  <a:schemeClr val="tx1"/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6104811" y="2933651"/>
              <a:ext cx="2771179" cy="1503421"/>
              <a:chOff x="6104811" y="2933651"/>
              <a:chExt cx="2771179" cy="1503421"/>
            </a:xfrm>
          </p:grpSpPr>
          <p:sp>
            <p:nvSpPr>
              <p:cNvPr id="12" name="Freeform: Shape 11"/>
              <p:cNvSpPr/>
              <p:nvPr/>
            </p:nvSpPr>
            <p:spPr>
              <a:xfrm rot="3782544">
                <a:off x="6896284" y="2457367"/>
                <a:ext cx="1206591" cy="2752820"/>
              </a:xfrm>
              <a:custGeom>
                <a:avLst/>
                <a:gdLst>
                  <a:gd name="connsiteX0" fmla="*/ 47410 w 1206591"/>
                  <a:gd name="connsiteY0" fmla="*/ 368466 h 2752820"/>
                  <a:gd name="connsiteX1" fmla="*/ 603296 w 1206591"/>
                  <a:gd name="connsiteY1" fmla="*/ 0 h 2752820"/>
                  <a:gd name="connsiteX2" fmla="*/ 838125 w 1206591"/>
                  <a:gd name="connsiteY2" fmla="*/ 47410 h 2752820"/>
                  <a:gd name="connsiteX3" fmla="*/ 897862 w 1206591"/>
                  <a:gd name="connsiteY3" fmla="*/ 79833 h 2752820"/>
                  <a:gd name="connsiteX4" fmla="*/ 803376 w 1206591"/>
                  <a:gd name="connsiteY4" fmla="*/ 156473 h 2752820"/>
                  <a:gd name="connsiteX5" fmla="*/ 703894 w 1206591"/>
                  <a:gd name="connsiteY5" fmla="*/ 201995 h 2752820"/>
                  <a:gd name="connsiteX6" fmla="*/ 665356 w 1206591"/>
                  <a:gd name="connsiteY6" fmla="*/ 176012 h 2752820"/>
                  <a:gd name="connsiteX7" fmla="*/ 603296 w 1206591"/>
                  <a:gd name="connsiteY7" fmla="*/ 163483 h 2752820"/>
                  <a:gd name="connsiteX8" fmla="*/ 443859 w 1206591"/>
                  <a:gd name="connsiteY8" fmla="*/ 322919 h 2752820"/>
                  <a:gd name="connsiteX9" fmla="*/ 603296 w 1206591"/>
                  <a:gd name="connsiteY9" fmla="*/ 482356 h 2752820"/>
                  <a:gd name="connsiteX10" fmla="*/ 762733 w 1206591"/>
                  <a:gd name="connsiteY10" fmla="*/ 322919 h 2752820"/>
                  <a:gd name="connsiteX11" fmla="*/ 753492 w 1206591"/>
                  <a:gd name="connsiteY11" fmla="*/ 277148 h 2752820"/>
                  <a:gd name="connsiteX12" fmla="*/ 785562 w 1206591"/>
                  <a:gd name="connsiteY12" fmla="*/ 266006 h 2752820"/>
                  <a:gd name="connsiteX13" fmla="*/ 963332 w 1206591"/>
                  <a:gd name="connsiteY13" fmla="*/ 139490 h 2752820"/>
                  <a:gd name="connsiteX14" fmla="*/ 972122 w 1206591"/>
                  <a:gd name="connsiteY14" fmla="*/ 129039 h 2752820"/>
                  <a:gd name="connsiteX15" fmla="*/ 1029890 w 1206591"/>
                  <a:gd name="connsiteY15" fmla="*/ 176701 h 2752820"/>
                  <a:gd name="connsiteX16" fmla="*/ 1206591 w 1206591"/>
                  <a:gd name="connsiteY16" fmla="*/ 603295 h 2752820"/>
                  <a:gd name="connsiteX17" fmla="*/ 940604 w 1206591"/>
                  <a:gd name="connsiteY17" fmla="*/ 1103558 h 2752820"/>
                  <a:gd name="connsiteX18" fmla="*/ 857670 w 1206591"/>
                  <a:gd name="connsiteY18" fmla="*/ 1148573 h 2752820"/>
                  <a:gd name="connsiteX19" fmla="*/ 857670 w 1206591"/>
                  <a:gd name="connsiteY19" fmla="*/ 2588272 h 2752820"/>
                  <a:gd name="connsiteX20" fmla="*/ 858547 w 1206591"/>
                  <a:gd name="connsiteY20" fmla="*/ 2599022 h 2752820"/>
                  <a:gd name="connsiteX21" fmla="*/ 853940 w 1206591"/>
                  <a:gd name="connsiteY21" fmla="*/ 2605603 h 2752820"/>
                  <a:gd name="connsiteX22" fmla="*/ 792294 w 1206591"/>
                  <a:gd name="connsiteY22" fmla="*/ 2666372 h 2752820"/>
                  <a:gd name="connsiteX23" fmla="*/ 755438 w 1206591"/>
                  <a:gd name="connsiteY23" fmla="*/ 2700595 h 2752820"/>
                  <a:gd name="connsiteX24" fmla="*/ 754564 w 1206591"/>
                  <a:gd name="connsiteY24" fmla="*/ 2698017 h 2752820"/>
                  <a:gd name="connsiteX25" fmla="*/ 754561 w 1206591"/>
                  <a:gd name="connsiteY25" fmla="*/ 2698182 h 2752820"/>
                  <a:gd name="connsiteX26" fmla="*/ 753684 w 1206591"/>
                  <a:gd name="connsiteY26" fmla="*/ 2702350 h 2752820"/>
                  <a:gd name="connsiteX27" fmla="*/ 710465 w 1206591"/>
                  <a:gd name="connsiteY27" fmla="*/ 2745349 h 2752820"/>
                  <a:gd name="connsiteX28" fmla="*/ 691819 w 1206591"/>
                  <a:gd name="connsiteY28" fmla="*/ 2752808 h 2752820"/>
                  <a:gd name="connsiteX29" fmla="*/ 657156 w 1206591"/>
                  <a:gd name="connsiteY29" fmla="*/ 2751930 h 2752820"/>
                  <a:gd name="connsiteX30" fmla="*/ 657149 w 1206591"/>
                  <a:gd name="connsiteY30" fmla="*/ 2747739 h 2752820"/>
                  <a:gd name="connsiteX31" fmla="*/ 655130 w 1206591"/>
                  <a:gd name="connsiteY31" fmla="*/ 2750014 h 2752820"/>
                  <a:gd name="connsiteX32" fmla="*/ 650136 w 1206591"/>
                  <a:gd name="connsiteY32" fmla="*/ 2750394 h 2752820"/>
                  <a:gd name="connsiteX33" fmla="*/ 636754 w 1206591"/>
                  <a:gd name="connsiteY33" fmla="*/ 2739645 h 2752820"/>
                  <a:gd name="connsiteX34" fmla="*/ 464979 w 1206591"/>
                  <a:gd name="connsiteY34" fmla="*/ 2536499 h 2752820"/>
                  <a:gd name="connsiteX35" fmla="*/ 466076 w 1206591"/>
                  <a:gd name="connsiteY35" fmla="*/ 2504909 h 2752820"/>
                  <a:gd name="connsiteX36" fmla="*/ 512365 w 1206591"/>
                  <a:gd name="connsiteY36" fmla="*/ 2450064 h 2752820"/>
                  <a:gd name="connsiteX37" fmla="*/ 513461 w 1206591"/>
                  <a:gd name="connsiteY37" fmla="*/ 2414304 h 2752820"/>
                  <a:gd name="connsiteX38" fmla="*/ 542639 w 1206591"/>
                  <a:gd name="connsiteY38" fmla="*/ 2356607 h 2752820"/>
                  <a:gd name="connsiteX39" fmla="*/ 640702 w 1206591"/>
                  <a:gd name="connsiteY39" fmla="*/ 2281579 h 2752820"/>
                  <a:gd name="connsiteX40" fmla="*/ 657156 w 1206591"/>
                  <a:gd name="connsiteY40" fmla="*/ 2261176 h 2752820"/>
                  <a:gd name="connsiteX41" fmla="*/ 659999 w 1206591"/>
                  <a:gd name="connsiteY41" fmla="*/ 2263633 h 2752820"/>
                  <a:gd name="connsiteX42" fmla="*/ 660008 w 1206591"/>
                  <a:gd name="connsiteY42" fmla="*/ 2261397 h 2752820"/>
                  <a:gd name="connsiteX43" fmla="*/ 661105 w 1206591"/>
                  <a:gd name="connsiteY43" fmla="*/ 2256131 h 2752820"/>
                  <a:gd name="connsiteX44" fmla="*/ 679094 w 1206591"/>
                  <a:gd name="connsiteY44" fmla="*/ 2199970 h 2752820"/>
                  <a:gd name="connsiteX45" fmla="*/ 680850 w 1206591"/>
                  <a:gd name="connsiteY45" fmla="*/ 2198873 h 2752820"/>
                  <a:gd name="connsiteX46" fmla="*/ 678655 w 1206591"/>
                  <a:gd name="connsiteY46" fmla="*/ 2173205 h 2752820"/>
                  <a:gd name="connsiteX47" fmla="*/ 663080 w 1206591"/>
                  <a:gd name="connsiteY47" fmla="*/ 2157849 h 2752820"/>
                  <a:gd name="connsiteX48" fmla="*/ 663299 w 1206591"/>
                  <a:gd name="connsiteY48" fmla="*/ 2156313 h 2752820"/>
                  <a:gd name="connsiteX49" fmla="*/ 663807 w 1206591"/>
                  <a:gd name="connsiteY49" fmla="*/ 2151829 h 2752820"/>
                  <a:gd name="connsiteX50" fmla="*/ 661325 w 1206591"/>
                  <a:gd name="connsiteY50" fmla="*/ 2155874 h 2752820"/>
                  <a:gd name="connsiteX51" fmla="*/ 582567 w 1206591"/>
                  <a:gd name="connsiteY51" fmla="*/ 2089402 h 2752820"/>
                  <a:gd name="connsiteX52" fmla="*/ 580320 w 1206591"/>
                  <a:gd name="connsiteY52" fmla="*/ 2084265 h 2752820"/>
                  <a:gd name="connsiteX53" fmla="*/ 577741 w 1206591"/>
                  <a:gd name="connsiteY53" fmla="*/ 2085892 h 2752820"/>
                  <a:gd name="connsiteX54" fmla="*/ 573792 w 1206591"/>
                  <a:gd name="connsiteY54" fmla="*/ 2083259 h 2752820"/>
                  <a:gd name="connsiteX55" fmla="*/ 559971 w 1206591"/>
                  <a:gd name="connsiteY55" fmla="*/ 2070316 h 2752820"/>
                  <a:gd name="connsiteX56" fmla="*/ 575766 w 1206591"/>
                  <a:gd name="connsiteY56" fmla="*/ 2039603 h 2752820"/>
                  <a:gd name="connsiteX57" fmla="*/ 581909 w 1206591"/>
                  <a:gd name="connsiteY57" fmla="*/ 2023588 h 2752820"/>
                  <a:gd name="connsiteX58" fmla="*/ 575985 w 1206591"/>
                  <a:gd name="connsiteY58" fmla="*/ 1975544 h 2752820"/>
                  <a:gd name="connsiteX59" fmla="*/ 527502 w 1206591"/>
                  <a:gd name="connsiteY59" fmla="*/ 1912143 h 2752820"/>
                  <a:gd name="connsiteX60" fmla="*/ 527502 w 1206591"/>
                  <a:gd name="connsiteY60" fmla="*/ 1883623 h 2752820"/>
                  <a:gd name="connsiteX61" fmla="*/ 562164 w 1206591"/>
                  <a:gd name="connsiteY61" fmla="*/ 1814738 h 2752820"/>
                  <a:gd name="connsiteX62" fmla="*/ 543736 w 1206591"/>
                  <a:gd name="connsiteY62" fmla="*/ 1755725 h 2752820"/>
                  <a:gd name="connsiteX63" fmla="*/ 532109 w 1206591"/>
                  <a:gd name="connsiteY63" fmla="*/ 1738613 h 2752820"/>
                  <a:gd name="connsiteX64" fmla="*/ 534084 w 1206591"/>
                  <a:gd name="connsiteY64" fmla="*/ 1736639 h 2752820"/>
                  <a:gd name="connsiteX65" fmla="*/ 534303 w 1206591"/>
                  <a:gd name="connsiteY65" fmla="*/ 1736200 h 2752820"/>
                  <a:gd name="connsiteX66" fmla="*/ 532109 w 1206591"/>
                  <a:gd name="connsiteY66" fmla="*/ 1735103 h 2752820"/>
                  <a:gd name="connsiteX67" fmla="*/ 501616 w 1206591"/>
                  <a:gd name="connsiteY67" fmla="*/ 1709874 h 2752820"/>
                  <a:gd name="connsiteX68" fmla="*/ 497008 w 1206591"/>
                  <a:gd name="connsiteY68" fmla="*/ 1687937 h 2752820"/>
                  <a:gd name="connsiteX69" fmla="*/ 531808 w 1206591"/>
                  <a:gd name="connsiteY69" fmla="*/ 1626564 h 2752820"/>
                  <a:gd name="connsiteX70" fmla="*/ 531822 w 1206591"/>
                  <a:gd name="connsiteY70" fmla="*/ 1627420 h 2752820"/>
                  <a:gd name="connsiteX71" fmla="*/ 532461 w 1206591"/>
                  <a:gd name="connsiteY71" fmla="*/ 1563126 h 2752820"/>
                  <a:gd name="connsiteX72" fmla="*/ 473315 w 1206591"/>
                  <a:gd name="connsiteY72" fmla="*/ 1495321 h 2752820"/>
                  <a:gd name="connsiteX73" fmla="*/ 471341 w 1206591"/>
                  <a:gd name="connsiteY73" fmla="*/ 1476454 h 2752820"/>
                  <a:gd name="connsiteX74" fmla="*/ 495253 w 1206591"/>
                  <a:gd name="connsiteY74" fmla="*/ 1441134 h 2752820"/>
                  <a:gd name="connsiteX75" fmla="*/ 463662 w 1206591"/>
                  <a:gd name="connsiteY75" fmla="*/ 1350750 h 2752820"/>
                  <a:gd name="connsiteX76" fmla="*/ 449841 w 1206591"/>
                  <a:gd name="connsiteY76" fmla="*/ 1348117 h 2752820"/>
                  <a:gd name="connsiteX77" fmla="*/ 437556 w 1206591"/>
                  <a:gd name="connsiteY77" fmla="*/ 1335173 h 2752820"/>
                  <a:gd name="connsiteX78" fmla="*/ 438214 w 1206591"/>
                  <a:gd name="connsiteY78" fmla="*/ 1311042 h 2752820"/>
                  <a:gd name="connsiteX79" fmla="*/ 422638 w 1206591"/>
                  <a:gd name="connsiteY79" fmla="*/ 1304021 h 2752820"/>
                  <a:gd name="connsiteX80" fmla="*/ 406404 w 1206591"/>
                  <a:gd name="connsiteY80" fmla="*/ 1304021 h 2752820"/>
                  <a:gd name="connsiteX81" fmla="*/ 348049 w 1206591"/>
                  <a:gd name="connsiteY81" fmla="*/ 1311041 h 2752820"/>
                  <a:gd name="connsiteX82" fmla="*/ 334447 w 1206591"/>
                  <a:gd name="connsiteY82" fmla="*/ 1296343 h 2752820"/>
                  <a:gd name="connsiteX83" fmla="*/ 338177 w 1206591"/>
                  <a:gd name="connsiteY83" fmla="*/ 1192356 h 2752820"/>
                  <a:gd name="connsiteX84" fmla="*/ 339472 w 1206591"/>
                  <a:gd name="connsiteY84" fmla="*/ 1143444 h 2752820"/>
                  <a:gd name="connsiteX85" fmla="*/ 265987 w 1206591"/>
                  <a:gd name="connsiteY85" fmla="*/ 1103558 h 2752820"/>
                  <a:gd name="connsiteX86" fmla="*/ 0 w 1206591"/>
                  <a:gd name="connsiteY86" fmla="*/ 603296 h 2752820"/>
                  <a:gd name="connsiteX87" fmla="*/ 47410 w 1206591"/>
                  <a:gd name="connsiteY87" fmla="*/ 368466 h 2752820"/>
                  <a:gd name="connsiteX0-1" fmla="*/ 47410 w 1206591"/>
                  <a:gd name="connsiteY0-2" fmla="*/ 368466 h 2752820"/>
                  <a:gd name="connsiteX1-3" fmla="*/ 603296 w 1206591"/>
                  <a:gd name="connsiteY1-4" fmla="*/ 0 h 2752820"/>
                  <a:gd name="connsiteX2-5" fmla="*/ 838125 w 1206591"/>
                  <a:gd name="connsiteY2-6" fmla="*/ 47410 h 2752820"/>
                  <a:gd name="connsiteX3-7" fmla="*/ 897862 w 1206591"/>
                  <a:gd name="connsiteY3-8" fmla="*/ 79833 h 2752820"/>
                  <a:gd name="connsiteX4-9" fmla="*/ 803376 w 1206591"/>
                  <a:gd name="connsiteY4-10" fmla="*/ 156473 h 2752820"/>
                  <a:gd name="connsiteX5-11" fmla="*/ 665356 w 1206591"/>
                  <a:gd name="connsiteY5-12" fmla="*/ 176012 h 2752820"/>
                  <a:gd name="connsiteX6-13" fmla="*/ 603296 w 1206591"/>
                  <a:gd name="connsiteY6-14" fmla="*/ 163483 h 2752820"/>
                  <a:gd name="connsiteX7-15" fmla="*/ 443859 w 1206591"/>
                  <a:gd name="connsiteY7-16" fmla="*/ 322919 h 2752820"/>
                  <a:gd name="connsiteX8-17" fmla="*/ 603296 w 1206591"/>
                  <a:gd name="connsiteY8-18" fmla="*/ 482356 h 2752820"/>
                  <a:gd name="connsiteX9-19" fmla="*/ 762733 w 1206591"/>
                  <a:gd name="connsiteY9-20" fmla="*/ 322919 h 2752820"/>
                  <a:gd name="connsiteX10-21" fmla="*/ 753492 w 1206591"/>
                  <a:gd name="connsiteY10-22" fmla="*/ 277148 h 2752820"/>
                  <a:gd name="connsiteX11-23" fmla="*/ 785562 w 1206591"/>
                  <a:gd name="connsiteY11-24" fmla="*/ 266006 h 2752820"/>
                  <a:gd name="connsiteX12-25" fmla="*/ 963332 w 1206591"/>
                  <a:gd name="connsiteY12-26" fmla="*/ 139490 h 2752820"/>
                  <a:gd name="connsiteX13-27" fmla="*/ 972122 w 1206591"/>
                  <a:gd name="connsiteY13-28" fmla="*/ 129039 h 2752820"/>
                  <a:gd name="connsiteX14-29" fmla="*/ 1029890 w 1206591"/>
                  <a:gd name="connsiteY14-30" fmla="*/ 176701 h 2752820"/>
                  <a:gd name="connsiteX15-31" fmla="*/ 1206591 w 1206591"/>
                  <a:gd name="connsiteY15-32" fmla="*/ 603295 h 2752820"/>
                  <a:gd name="connsiteX16-33" fmla="*/ 940604 w 1206591"/>
                  <a:gd name="connsiteY16-34" fmla="*/ 1103558 h 2752820"/>
                  <a:gd name="connsiteX17-35" fmla="*/ 857670 w 1206591"/>
                  <a:gd name="connsiteY17-36" fmla="*/ 1148573 h 2752820"/>
                  <a:gd name="connsiteX18-37" fmla="*/ 857670 w 1206591"/>
                  <a:gd name="connsiteY18-38" fmla="*/ 2588272 h 2752820"/>
                  <a:gd name="connsiteX19-39" fmla="*/ 858547 w 1206591"/>
                  <a:gd name="connsiteY19-40" fmla="*/ 2599022 h 2752820"/>
                  <a:gd name="connsiteX20-41" fmla="*/ 853940 w 1206591"/>
                  <a:gd name="connsiteY20-42" fmla="*/ 2605603 h 2752820"/>
                  <a:gd name="connsiteX21-43" fmla="*/ 792294 w 1206591"/>
                  <a:gd name="connsiteY21-44" fmla="*/ 2666372 h 2752820"/>
                  <a:gd name="connsiteX22-45" fmla="*/ 755438 w 1206591"/>
                  <a:gd name="connsiteY22-46" fmla="*/ 2700595 h 2752820"/>
                  <a:gd name="connsiteX23-47" fmla="*/ 754564 w 1206591"/>
                  <a:gd name="connsiteY23-48" fmla="*/ 2698017 h 2752820"/>
                  <a:gd name="connsiteX24-49" fmla="*/ 754561 w 1206591"/>
                  <a:gd name="connsiteY24-50" fmla="*/ 2698182 h 2752820"/>
                  <a:gd name="connsiteX25-51" fmla="*/ 753684 w 1206591"/>
                  <a:gd name="connsiteY25-52" fmla="*/ 2702350 h 2752820"/>
                  <a:gd name="connsiteX26-53" fmla="*/ 710465 w 1206591"/>
                  <a:gd name="connsiteY26-54" fmla="*/ 2745349 h 2752820"/>
                  <a:gd name="connsiteX27-55" fmla="*/ 691819 w 1206591"/>
                  <a:gd name="connsiteY27-56" fmla="*/ 2752808 h 2752820"/>
                  <a:gd name="connsiteX28-57" fmla="*/ 657156 w 1206591"/>
                  <a:gd name="connsiteY28-58" fmla="*/ 2751930 h 2752820"/>
                  <a:gd name="connsiteX29-59" fmla="*/ 657149 w 1206591"/>
                  <a:gd name="connsiteY29-60" fmla="*/ 2747739 h 2752820"/>
                  <a:gd name="connsiteX30-61" fmla="*/ 655130 w 1206591"/>
                  <a:gd name="connsiteY30-62" fmla="*/ 2750014 h 2752820"/>
                  <a:gd name="connsiteX31-63" fmla="*/ 650136 w 1206591"/>
                  <a:gd name="connsiteY31-64" fmla="*/ 2750394 h 2752820"/>
                  <a:gd name="connsiteX32-65" fmla="*/ 636754 w 1206591"/>
                  <a:gd name="connsiteY32-66" fmla="*/ 2739645 h 2752820"/>
                  <a:gd name="connsiteX33-67" fmla="*/ 464979 w 1206591"/>
                  <a:gd name="connsiteY33-68" fmla="*/ 2536499 h 2752820"/>
                  <a:gd name="connsiteX34-69" fmla="*/ 466076 w 1206591"/>
                  <a:gd name="connsiteY34-70" fmla="*/ 2504909 h 2752820"/>
                  <a:gd name="connsiteX35-71" fmla="*/ 512365 w 1206591"/>
                  <a:gd name="connsiteY35-72" fmla="*/ 2450064 h 2752820"/>
                  <a:gd name="connsiteX36-73" fmla="*/ 513461 w 1206591"/>
                  <a:gd name="connsiteY36-74" fmla="*/ 2414304 h 2752820"/>
                  <a:gd name="connsiteX37-75" fmla="*/ 542639 w 1206591"/>
                  <a:gd name="connsiteY37-76" fmla="*/ 2356607 h 2752820"/>
                  <a:gd name="connsiteX38-77" fmla="*/ 640702 w 1206591"/>
                  <a:gd name="connsiteY38-78" fmla="*/ 2281579 h 2752820"/>
                  <a:gd name="connsiteX39-79" fmla="*/ 657156 w 1206591"/>
                  <a:gd name="connsiteY39-80" fmla="*/ 2261176 h 2752820"/>
                  <a:gd name="connsiteX40-81" fmla="*/ 659999 w 1206591"/>
                  <a:gd name="connsiteY40-82" fmla="*/ 2263633 h 2752820"/>
                  <a:gd name="connsiteX41-83" fmla="*/ 660008 w 1206591"/>
                  <a:gd name="connsiteY41-84" fmla="*/ 2261397 h 2752820"/>
                  <a:gd name="connsiteX42-85" fmla="*/ 661105 w 1206591"/>
                  <a:gd name="connsiteY42-86" fmla="*/ 2256131 h 2752820"/>
                  <a:gd name="connsiteX43-87" fmla="*/ 679094 w 1206591"/>
                  <a:gd name="connsiteY43-88" fmla="*/ 2199970 h 2752820"/>
                  <a:gd name="connsiteX44-89" fmla="*/ 680850 w 1206591"/>
                  <a:gd name="connsiteY44-90" fmla="*/ 2198873 h 2752820"/>
                  <a:gd name="connsiteX45-91" fmla="*/ 678655 w 1206591"/>
                  <a:gd name="connsiteY45-92" fmla="*/ 2173205 h 2752820"/>
                  <a:gd name="connsiteX46-93" fmla="*/ 663080 w 1206591"/>
                  <a:gd name="connsiteY46-94" fmla="*/ 2157849 h 2752820"/>
                  <a:gd name="connsiteX47-95" fmla="*/ 663299 w 1206591"/>
                  <a:gd name="connsiteY47-96" fmla="*/ 2156313 h 2752820"/>
                  <a:gd name="connsiteX48-97" fmla="*/ 663807 w 1206591"/>
                  <a:gd name="connsiteY48-98" fmla="*/ 2151829 h 2752820"/>
                  <a:gd name="connsiteX49-99" fmla="*/ 661325 w 1206591"/>
                  <a:gd name="connsiteY49-100" fmla="*/ 2155874 h 2752820"/>
                  <a:gd name="connsiteX50-101" fmla="*/ 582567 w 1206591"/>
                  <a:gd name="connsiteY50-102" fmla="*/ 2089402 h 2752820"/>
                  <a:gd name="connsiteX51-103" fmla="*/ 580320 w 1206591"/>
                  <a:gd name="connsiteY51-104" fmla="*/ 2084265 h 2752820"/>
                  <a:gd name="connsiteX52-105" fmla="*/ 577741 w 1206591"/>
                  <a:gd name="connsiteY52-106" fmla="*/ 2085892 h 2752820"/>
                  <a:gd name="connsiteX53-107" fmla="*/ 573792 w 1206591"/>
                  <a:gd name="connsiteY53-108" fmla="*/ 2083259 h 2752820"/>
                  <a:gd name="connsiteX54-109" fmla="*/ 559971 w 1206591"/>
                  <a:gd name="connsiteY54-110" fmla="*/ 2070316 h 2752820"/>
                  <a:gd name="connsiteX55-111" fmla="*/ 575766 w 1206591"/>
                  <a:gd name="connsiteY55-112" fmla="*/ 2039603 h 2752820"/>
                  <a:gd name="connsiteX56-113" fmla="*/ 581909 w 1206591"/>
                  <a:gd name="connsiteY56-114" fmla="*/ 2023588 h 2752820"/>
                  <a:gd name="connsiteX57-115" fmla="*/ 575985 w 1206591"/>
                  <a:gd name="connsiteY57-116" fmla="*/ 1975544 h 2752820"/>
                  <a:gd name="connsiteX58-117" fmla="*/ 527502 w 1206591"/>
                  <a:gd name="connsiteY58-118" fmla="*/ 1912143 h 2752820"/>
                  <a:gd name="connsiteX59-119" fmla="*/ 527502 w 1206591"/>
                  <a:gd name="connsiteY59-120" fmla="*/ 1883623 h 2752820"/>
                  <a:gd name="connsiteX60-121" fmla="*/ 562164 w 1206591"/>
                  <a:gd name="connsiteY60-122" fmla="*/ 1814738 h 2752820"/>
                  <a:gd name="connsiteX61-123" fmla="*/ 543736 w 1206591"/>
                  <a:gd name="connsiteY61-124" fmla="*/ 1755725 h 2752820"/>
                  <a:gd name="connsiteX62-125" fmla="*/ 532109 w 1206591"/>
                  <a:gd name="connsiteY62-126" fmla="*/ 1738613 h 2752820"/>
                  <a:gd name="connsiteX63-127" fmla="*/ 534084 w 1206591"/>
                  <a:gd name="connsiteY63-128" fmla="*/ 1736639 h 2752820"/>
                  <a:gd name="connsiteX64-129" fmla="*/ 534303 w 1206591"/>
                  <a:gd name="connsiteY64-130" fmla="*/ 1736200 h 2752820"/>
                  <a:gd name="connsiteX65-131" fmla="*/ 532109 w 1206591"/>
                  <a:gd name="connsiteY65-132" fmla="*/ 1735103 h 2752820"/>
                  <a:gd name="connsiteX66-133" fmla="*/ 501616 w 1206591"/>
                  <a:gd name="connsiteY66-134" fmla="*/ 1709874 h 2752820"/>
                  <a:gd name="connsiteX67-135" fmla="*/ 497008 w 1206591"/>
                  <a:gd name="connsiteY67-136" fmla="*/ 1687937 h 2752820"/>
                  <a:gd name="connsiteX68-137" fmla="*/ 531808 w 1206591"/>
                  <a:gd name="connsiteY68-138" fmla="*/ 1626564 h 2752820"/>
                  <a:gd name="connsiteX69-139" fmla="*/ 531822 w 1206591"/>
                  <a:gd name="connsiteY69-140" fmla="*/ 1627420 h 2752820"/>
                  <a:gd name="connsiteX70-141" fmla="*/ 532461 w 1206591"/>
                  <a:gd name="connsiteY70-142" fmla="*/ 1563126 h 2752820"/>
                  <a:gd name="connsiteX71-143" fmla="*/ 473315 w 1206591"/>
                  <a:gd name="connsiteY71-144" fmla="*/ 1495321 h 2752820"/>
                  <a:gd name="connsiteX72-145" fmla="*/ 471341 w 1206591"/>
                  <a:gd name="connsiteY72-146" fmla="*/ 1476454 h 2752820"/>
                  <a:gd name="connsiteX73-147" fmla="*/ 495253 w 1206591"/>
                  <a:gd name="connsiteY73-148" fmla="*/ 1441134 h 2752820"/>
                  <a:gd name="connsiteX74-149" fmla="*/ 463662 w 1206591"/>
                  <a:gd name="connsiteY74-150" fmla="*/ 1350750 h 2752820"/>
                  <a:gd name="connsiteX75-151" fmla="*/ 449841 w 1206591"/>
                  <a:gd name="connsiteY75-152" fmla="*/ 1348117 h 2752820"/>
                  <a:gd name="connsiteX76-153" fmla="*/ 437556 w 1206591"/>
                  <a:gd name="connsiteY76-154" fmla="*/ 1335173 h 2752820"/>
                  <a:gd name="connsiteX77-155" fmla="*/ 438214 w 1206591"/>
                  <a:gd name="connsiteY77-156" fmla="*/ 1311042 h 2752820"/>
                  <a:gd name="connsiteX78-157" fmla="*/ 422638 w 1206591"/>
                  <a:gd name="connsiteY78-158" fmla="*/ 1304021 h 2752820"/>
                  <a:gd name="connsiteX79-159" fmla="*/ 406404 w 1206591"/>
                  <a:gd name="connsiteY79-160" fmla="*/ 1304021 h 2752820"/>
                  <a:gd name="connsiteX80-161" fmla="*/ 348049 w 1206591"/>
                  <a:gd name="connsiteY80-162" fmla="*/ 1311041 h 2752820"/>
                  <a:gd name="connsiteX81-163" fmla="*/ 334447 w 1206591"/>
                  <a:gd name="connsiteY81-164" fmla="*/ 1296343 h 2752820"/>
                  <a:gd name="connsiteX82-165" fmla="*/ 338177 w 1206591"/>
                  <a:gd name="connsiteY82-166" fmla="*/ 1192356 h 2752820"/>
                  <a:gd name="connsiteX83-167" fmla="*/ 339472 w 1206591"/>
                  <a:gd name="connsiteY83-168" fmla="*/ 1143444 h 2752820"/>
                  <a:gd name="connsiteX84-169" fmla="*/ 265987 w 1206591"/>
                  <a:gd name="connsiteY84-170" fmla="*/ 1103558 h 2752820"/>
                  <a:gd name="connsiteX85-171" fmla="*/ 0 w 1206591"/>
                  <a:gd name="connsiteY85-172" fmla="*/ 603296 h 2752820"/>
                  <a:gd name="connsiteX86-173" fmla="*/ 47410 w 1206591"/>
                  <a:gd name="connsiteY86-174" fmla="*/ 368466 h 2752820"/>
                  <a:gd name="connsiteX0-175" fmla="*/ 47410 w 1206591"/>
                  <a:gd name="connsiteY0-176" fmla="*/ 368466 h 2752820"/>
                  <a:gd name="connsiteX1-177" fmla="*/ 603296 w 1206591"/>
                  <a:gd name="connsiteY1-178" fmla="*/ 0 h 2752820"/>
                  <a:gd name="connsiteX2-179" fmla="*/ 838125 w 1206591"/>
                  <a:gd name="connsiteY2-180" fmla="*/ 47410 h 2752820"/>
                  <a:gd name="connsiteX3-181" fmla="*/ 897862 w 1206591"/>
                  <a:gd name="connsiteY3-182" fmla="*/ 79833 h 2752820"/>
                  <a:gd name="connsiteX4-183" fmla="*/ 665356 w 1206591"/>
                  <a:gd name="connsiteY4-184" fmla="*/ 176012 h 2752820"/>
                  <a:gd name="connsiteX5-185" fmla="*/ 603296 w 1206591"/>
                  <a:gd name="connsiteY5-186" fmla="*/ 163483 h 2752820"/>
                  <a:gd name="connsiteX6-187" fmla="*/ 443859 w 1206591"/>
                  <a:gd name="connsiteY6-188" fmla="*/ 322919 h 2752820"/>
                  <a:gd name="connsiteX7-189" fmla="*/ 603296 w 1206591"/>
                  <a:gd name="connsiteY7-190" fmla="*/ 482356 h 2752820"/>
                  <a:gd name="connsiteX8-191" fmla="*/ 762733 w 1206591"/>
                  <a:gd name="connsiteY8-192" fmla="*/ 322919 h 2752820"/>
                  <a:gd name="connsiteX9-193" fmla="*/ 753492 w 1206591"/>
                  <a:gd name="connsiteY9-194" fmla="*/ 277148 h 2752820"/>
                  <a:gd name="connsiteX10-195" fmla="*/ 785562 w 1206591"/>
                  <a:gd name="connsiteY10-196" fmla="*/ 266006 h 2752820"/>
                  <a:gd name="connsiteX11-197" fmla="*/ 963332 w 1206591"/>
                  <a:gd name="connsiteY11-198" fmla="*/ 139490 h 2752820"/>
                  <a:gd name="connsiteX12-199" fmla="*/ 972122 w 1206591"/>
                  <a:gd name="connsiteY12-200" fmla="*/ 129039 h 2752820"/>
                  <a:gd name="connsiteX13-201" fmla="*/ 1029890 w 1206591"/>
                  <a:gd name="connsiteY13-202" fmla="*/ 176701 h 2752820"/>
                  <a:gd name="connsiteX14-203" fmla="*/ 1206591 w 1206591"/>
                  <a:gd name="connsiteY14-204" fmla="*/ 603295 h 2752820"/>
                  <a:gd name="connsiteX15-205" fmla="*/ 940604 w 1206591"/>
                  <a:gd name="connsiteY15-206" fmla="*/ 1103558 h 2752820"/>
                  <a:gd name="connsiteX16-207" fmla="*/ 857670 w 1206591"/>
                  <a:gd name="connsiteY16-208" fmla="*/ 1148573 h 2752820"/>
                  <a:gd name="connsiteX17-209" fmla="*/ 857670 w 1206591"/>
                  <a:gd name="connsiteY17-210" fmla="*/ 2588272 h 2752820"/>
                  <a:gd name="connsiteX18-211" fmla="*/ 858547 w 1206591"/>
                  <a:gd name="connsiteY18-212" fmla="*/ 2599022 h 2752820"/>
                  <a:gd name="connsiteX19-213" fmla="*/ 853940 w 1206591"/>
                  <a:gd name="connsiteY19-214" fmla="*/ 2605603 h 2752820"/>
                  <a:gd name="connsiteX20-215" fmla="*/ 792294 w 1206591"/>
                  <a:gd name="connsiteY20-216" fmla="*/ 2666372 h 2752820"/>
                  <a:gd name="connsiteX21-217" fmla="*/ 755438 w 1206591"/>
                  <a:gd name="connsiteY21-218" fmla="*/ 2700595 h 2752820"/>
                  <a:gd name="connsiteX22-219" fmla="*/ 754564 w 1206591"/>
                  <a:gd name="connsiteY22-220" fmla="*/ 2698017 h 2752820"/>
                  <a:gd name="connsiteX23-221" fmla="*/ 754561 w 1206591"/>
                  <a:gd name="connsiteY23-222" fmla="*/ 2698182 h 2752820"/>
                  <a:gd name="connsiteX24-223" fmla="*/ 753684 w 1206591"/>
                  <a:gd name="connsiteY24-224" fmla="*/ 2702350 h 2752820"/>
                  <a:gd name="connsiteX25-225" fmla="*/ 710465 w 1206591"/>
                  <a:gd name="connsiteY25-226" fmla="*/ 2745349 h 2752820"/>
                  <a:gd name="connsiteX26-227" fmla="*/ 691819 w 1206591"/>
                  <a:gd name="connsiteY26-228" fmla="*/ 2752808 h 2752820"/>
                  <a:gd name="connsiteX27-229" fmla="*/ 657156 w 1206591"/>
                  <a:gd name="connsiteY27-230" fmla="*/ 2751930 h 2752820"/>
                  <a:gd name="connsiteX28-231" fmla="*/ 657149 w 1206591"/>
                  <a:gd name="connsiteY28-232" fmla="*/ 2747739 h 2752820"/>
                  <a:gd name="connsiteX29-233" fmla="*/ 655130 w 1206591"/>
                  <a:gd name="connsiteY29-234" fmla="*/ 2750014 h 2752820"/>
                  <a:gd name="connsiteX30-235" fmla="*/ 650136 w 1206591"/>
                  <a:gd name="connsiteY30-236" fmla="*/ 2750394 h 2752820"/>
                  <a:gd name="connsiteX31-237" fmla="*/ 636754 w 1206591"/>
                  <a:gd name="connsiteY31-238" fmla="*/ 2739645 h 2752820"/>
                  <a:gd name="connsiteX32-239" fmla="*/ 464979 w 1206591"/>
                  <a:gd name="connsiteY32-240" fmla="*/ 2536499 h 2752820"/>
                  <a:gd name="connsiteX33-241" fmla="*/ 466076 w 1206591"/>
                  <a:gd name="connsiteY33-242" fmla="*/ 2504909 h 2752820"/>
                  <a:gd name="connsiteX34-243" fmla="*/ 512365 w 1206591"/>
                  <a:gd name="connsiteY34-244" fmla="*/ 2450064 h 2752820"/>
                  <a:gd name="connsiteX35-245" fmla="*/ 513461 w 1206591"/>
                  <a:gd name="connsiteY35-246" fmla="*/ 2414304 h 2752820"/>
                  <a:gd name="connsiteX36-247" fmla="*/ 542639 w 1206591"/>
                  <a:gd name="connsiteY36-248" fmla="*/ 2356607 h 2752820"/>
                  <a:gd name="connsiteX37-249" fmla="*/ 640702 w 1206591"/>
                  <a:gd name="connsiteY37-250" fmla="*/ 2281579 h 2752820"/>
                  <a:gd name="connsiteX38-251" fmla="*/ 657156 w 1206591"/>
                  <a:gd name="connsiteY38-252" fmla="*/ 2261176 h 2752820"/>
                  <a:gd name="connsiteX39-253" fmla="*/ 659999 w 1206591"/>
                  <a:gd name="connsiteY39-254" fmla="*/ 2263633 h 2752820"/>
                  <a:gd name="connsiteX40-255" fmla="*/ 660008 w 1206591"/>
                  <a:gd name="connsiteY40-256" fmla="*/ 2261397 h 2752820"/>
                  <a:gd name="connsiteX41-257" fmla="*/ 661105 w 1206591"/>
                  <a:gd name="connsiteY41-258" fmla="*/ 2256131 h 2752820"/>
                  <a:gd name="connsiteX42-259" fmla="*/ 679094 w 1206591"/>
                  <a:gd name="connsiteY42-260" fmla="*/ 2199970 h 2752820"/>
                  <a:gd name="connsiteX43-261" fmla="*/ 680850 w 1206591"/>
                  <a:gd name="connsiteY43-262" fmla="*/ 2198873 h 2752820"/>
                  <a:gd name="connsiteX44-263" fmla="*/ 678655 w 1206591"/>
                  <a:gd name="connsiteY44-264" fmla="*/ 2173205 h 2752820"/>
                  <a:gd name="connsiteX45-265" fmla="*/ 663080 w 1206591"/>
                  <a:gd name="connsiteY45-266" fmla="*/ 2157849 h 2752820"/>
                  <a:gd name="connsiteX46-267" fmla="*/ 663299 w 1206591"/>
                  <a:gd name="connsiteY46-268" fmla="*/ 2156313 h 2752820"/>
                  <a:gd name="connsiteX47-269" fmla="*/ 663807 w 1206591"/>
                  <a:gd name="connsiteY47-270" fmla="*/ 2151829 h 2752820"/>
                  <a:gd name="connsiteX48-271" fmla="*/ 661325 w 1206591"/>
                  <a:gd name="connsiteY48-272" fmla="*/ 2155874 h 2752820"/>
                  <a:gd name="connsiteX49-273" fmla="*/ 582567 w 1206591"/>
                  <a:gd name="connsiteY49-274" fmla="*/ 2089402 h 2752820"/>
                  <a:gd name="connsiteX50-275" fmla="*/ 580320 w 1206591"/>
                  <a:gd name="connsiteY50-276" fmla="*/ 2084265 h 2752820"/>
                  <a:gd name="connsiteX51-277" fmla="*/ 577741 w 1206591"/>
                  <a:gd name="connsiteY51-278" fmla="*/ 2085892 h 2752820"/>
                  <a:gd name="connsiteX52-279" fmla="*/ 573792 w 1206591"/>
                  <a:gd name="connsiteY52-280" fmla="*/ 2083259 h 2752820"/>
                  <a:gd name="connsiteX53-281" fmla="*/ 559971 w 1206591"/>
                  <a:gd name="connsiteY53-282" fmla="*/ 2070316 h 2752820"/>
                  <a:gd name="connsiteX54-283" fmla="*/ 575766 w 1206591"/>
                  <a:gd name="connsiteY54-284" fmla="*/ 2039603 h 2752820"/>
                  <a:gd name="connsiteX55-285" fmla="*/ 581909 w 1206591"/>
                  <a:gd name="connsiteY55-286" fmla="*/ 2023588 h 2752820"/>
                  <a:gd name="connsiteX56-287" fmla="*/ 575985 w 1206591"/>
                  <a:gd name="connsiteY56-288" fmla="*/ 1975544 h 2752820"/>
                  <a:gd name="connsiteX57-289" fmla="*/ 527502 w 1206591"/>
                  <a:gd name="connsiteY57-290" fmla="*/ 1912143 h 2752820"/>
                  <a:gd name="connsiteX58-291" fmla="*/ 527502 w 1206591"/>
                  <a:gd name="connsiteY58-292" fmla="*/ 1883623 h 2752820"/>
                  <a:gd name="connsiteX59-293" fmla="*/ 562164 w 1206591"/>
                  <a:gd name="connsiteY59-294" fmla="*/ 1814738 h 2752820"/>
                  <a:gd name="connsiteX60-295" fmla="*/ 543736 w 1206591"/>
                  <a:gd name="connsiteY60-296" fmla="*/ 1755725 h 2752820"/>
                  <a:gd name="connsiteX61-297" fmla="*/ 532109 w 1206591"/>
                  <a:gd name="connsiteY61-298" fmla="*/ 1738613 h 2752820"/>
                  <a:gd name="connsiteX62-299" fmla="*/ 534084 w 1206591"/>
                  <a:gd name="connsiteY62-300" fmla="*/ 1736639 h 2752820"/>
                  <a:gd name="connsiteX63-301" fmla="*/ 534303 w 1206591"/>
                  <a:gd name="connsiteY63-302" fmla="*/ 1736200 h 2752820"/>
                  <a:gd name="connsiteX64-303" fmla="*/ 532109 w 1206591"/>
                  <a:gd name="connsiteY64-304" fmla="*/ 1735103 h 2752820"/>
                  <a:gd name="connsiteX65-305" fmla="*/ 501616 w 1206591"/>
                  <a:gd name="connsiteY65-306" fmla="*/ 1709874 h 2752820"/>
                  <a:gd name="connsiteX66-307" fmla="*/ 497008 w 1206591"/>
                  <a:gd name="connsiteY66-308" fmla="*/ 1687937 h 2752820"/>
                  <a:gd name="connsiteX67-309" fmla="*/ 531808 w 1206591"/>
                  <a:gd name="connsiteY67-310" fmla="*/ 1626564 h 2752820"/>
                  <a:gd name="connsiteX68-311" fmla="*/ 531822 w 1206591"/>
                  <a:gd name="connsiteY68-312" fmla="*/ 1627420 h 2752820"/>
                  <a:gd name="connsiteX69-313" fmla="*/ 532461 w 1206591"/>
                  <a:gd name="connsiteY69-314" fmla="*/ 1563126 h 2752820"/>
                  <a:gd name="connsiteX70-315" fmla="*/ 473315 w 1206591"/>
                  <a:gd name="connsiteY70-316" fmla="*/ 1495321 h 2752820"/>
                  <a:gd name="connsiteX71-317" fmla="*/ 471341 w 1206591"/>
                  <a:gd name="connsiteY71-318" fmla="*/ 1476454 h 2752820"/>
                  <a:gd name="connsiteX72-319" fmla="*/ 495253 w 1206591"/>
                  <a:gd name="connsiteY72-320" fmla="*/ 1441134 h 2752820"/>
                  <a:gd name="connsiteX73-321" fmla="*/ 463662 w 1206591"/>
                  <a:gd name="connsiteY73-322" fmla="*/ 1350750 h 2752820"/>
                  <a:gd name="connsiteX74-323" fmla="*/ 449841 w 1206591"/>
                  <a:gd name="connsiteY74-324" fmla="*/ 1348117 h 2752820"/>
                  <a:gd name="connsiteX75-325" fmla="*/ 437556 w 1206591"/>
                  <a:gd name="connsiteY75-326" fmla="*/ 1335173 h 2752820"/>
                  <a:gd name="connsiteX76-327" fmla="*/ 438214 w 1206591"/>
                  <a:gd name="connsiteY76-328" fmla="*/ 1311042 h 2752820"/>
                  <a:gd name="connsiteX77-329" fmla="*/ 422638 w 1206591"/>
                  <a:gd name="connsiteY77-330" fmla="*/ 1304021 h 2752820"/>
                  <a:gd name="connsiteX78-331" fmla="*/ 406404 w 1206591"/>
                  <a:gd name="connsiteY78-332" fmla="*/ 1304021 h 2752820"/>
                  <a:gd name="connsiteX79-333" fmla="*/ 348049 w 1206591"/>
                  <a:gd name="connsiteY79-334" fmla="*/ 1311041 h 2752820"/>
                  <a:gd name="connsiteX80-335" fmla="*/ 334447 w 1206591"/>
                  <a:gd name="connsiteY80-336" fmla="*/ 1296343 h 2752820"/>
                  <a:gd name="connsiteX81-337" fmla="*/ 338177 w 1206591"/>
                  <a:gd name="connsiteY81-338" fmla="*/ 1192356 h 2752820"/>
                  <a:gd name="connsiteX82-339" fmla="*/ 339472 w 1206591"/>
                  <a:gd name="connsiteY82-340" fmla="*/ 1143444 h 2752820"/>
                  <a:gd name="connsiteX83-341" fmla="*/ 265987 w 1206591"/>
                  <a:gd name="connsiteY83-342" fmla="*/ 1103558 h 2752820"/>
                  <a:gd name="connsiteX84-343" fmla="*/ 0 w 1206591"/>
                  <a:gd name="connsiteY84-344" fmla="*/ 603296 h 2752820"/>
                  <a:gd name="connsiteX85-345" fmla="*/ 47410 w 1206591"/>
                  <a:gd name="connsiteY85-346" fmla="*/ 368466 h 2752820"/>
                  <a:gd name="connsiteX0-347" fmla="*/ 47410 w 1206591"/>
                  <a:gd name="connsiteY0-348" fmla="*/ 368466 h 2752820"/>
                  <a:gd name="connsiteX1-349" fmla="*/ 603296 w 1206591"/>
                  <a:gd name="connsiteY1-350" fmla="*/ 0 h 2752820"/>
                  <a:gd name="connsiteX2-351" fmla="*/ 838125 w 1206591"/>
                  <a:gd name="connsiteY2-352" fmla="*/ 47410 h 2752820"/>
                  <a:gd name="connsiteX3-353" fmla="*/ 888365 w 1206591"/>
                  <a:gd name="connsiteY3-354" fmla="*/ 66990 h 2752820"/>
                  <a:gd name="connsiteX4-355" fmla="*/ 665356 w 1206591"/>
                  <a:gd name="connsiteY4-356" fmla="*/ 176012 h 2752820"/>
                  <a:gd name="connsiteX5-357" fmla="*/ 603296 w 1206591"/>
                  <a:gd name="connsiteY5-358" fmla="*/ 163483 h 2752820"/>
                  <a:gd name="connsiteX6-359" fmla="*/ 443859 w 1206591"/>
                  <a:gd name="connsiteY6-360" fmla="*/ 322919 h 2752820"/>
                  <a:gd name="connsiteX7-361" fmla="*/ 603296 w 1206591"/>
                  <a:gd name="connsiteY7-362" fmla="*/ 482356 h 2752820"/>
                  <a:gd name="connsiteX8-363" fmla="*/ 762733 w 1206591"/>
                  <a:gd name="connsiteY8-364" fmla="*/ 322919 h 2752820"/>
                  <a:gd name="connsiteX9-365" fmla="*/ 753492 w 1206591"/>
                  <a:gd name="connsiteY9-366" fmla="*/ 277148 h 2752820"/>
                  <a:gd name="connsiteX10-367" fmla="*/ 785562 w 1206591"/>
                  <a:gd name="connsiteY10-368" fmla="*/ 266006 h 2752820"/>
                  <a:gd name="connsiteX11-369" fmla="*/ 963332 w 1206591"/>
                  <a:gd name="connsiteY11-370" fmla="*/ 139490 h 2752820"/>
                  <a:gd name="connsiteX12-371" fmla="*/ 972122 w 1206591"/>
                  <a:gd name="connsiteY12-372" fmla="*/ 129039 h 2752820"/>
                  <a:gd name="connsiteX13-373" fmla="*/ 1029890 w 1206591"/>
                  <a:gd name="connsiteY13-374" fmla="*/ 176701 h 2752820"/>
                  <a:gd name="connsiteX14-375" fmla="*/ 1206591 w 1206591"/>
                  <a:gd name="connsiteY14-376" fmla="*/ 603295 h 2752820"/>
                  <a:gd name="connsiteX15-377" fmla="*/ 940604 w 1206591"/>
                  <a:gd name="connsiteY15-378" fmla="*/ 1103558 h 2752820"/>
                  <a:gd name="connsiteX16-379" fmla="*/ 857670 w 1206591"/>
                  <a:gd name="connsiteY16-380" fmla="*/ 1148573 h 2752820"/>
                  <a:gd name="connsiteX17-381" fmla="*/ 857670 w 1206591"/>
                  <a:gd name="connsiteY17-382" fmla="*/ 2588272 h 2752820"/>
                  <a:gd name="connsiteX18-383" fmla="*/ 858547 w 1206591"/>
                  <a:gd name="connsiteY18-384" fmla="*/ 2599022 h 2752820"/>
                  <a:gd name="connsiteX19-385" fmla="*/ 853940 w 1206591"/>
                  <a:gd name="connsiteY19-386" fmla="*/ 2605603 h 2752820"/>
                  <a:gd name="connsiteX20-387" fmla="*/ 792294 w 1206591"/>
                  <a:gd name="connsiteY20-388" fmla="*/ 2666372 h 2752820"/>
                  <a:gd name="connsiteX21-389" fmla="*/ 755438 w 1206591"/>
                  <a:gd name="connsiteY21-390" fmla="*/ 2700595 h 2752820"/>
                  <a:gd name="connsiteX22-391" fmla="*/ 754564 w 1206591"/>
                  <a:gd name="connsiteY22-392" fmla="*/ 2698017 h 2752820"/>
                  <a:gd name="connsiteX23-393" fmla="*/ 754561 w 1206591"/>
                  <a:gd name="connsiteY23-394" fmla="*/ 2698182 h 2752820"/>
                  <a:gd name="connsiteX24-395" fmla="*/ 753684 w 1206591"/>
                  <a:gd name="connsiteY24-396" fmla="*/ 2702350 h 2752820"/>
                  <a:gd name="connsiteX25-397" fmla="*/ 710465 w 1206591"/>
                  <a:gd name="connsiteY25-398" fmla="*/ 2745349 h 2752820"/>
                  <a:gd name="connsiteX26-399" fmla="*/ 691819 w 1206591"/>
                  <a:gd name="connsiteY26-400" fmla="*/ 2752808 h 2752820"/>
                  <a:gd name="connsiteX27-401" fmla="*/ 657156 w 1206591"/>
                  <a:gd name="connsiteY27-402" fmla="*/ 2751930 h 2752820"/>
                  <a:gd name="connsiteX28-403" fmla="*/ 657149 w 1206591"/>
                  <a:gd name="connsiteY28-404" fmla="*/ 2747739 h 2752820"/>
                  <a:gd name="connsiteX29-405" fmla="*/ 655130 w 1206591"/>
                  <a:gd name="connsiteY29-406" fmla="*/ 2750014 h 2752820"/>
                  <a:gd name="connsiteX30-407" fmla="*/ 650136 w 1206591"/>
                  <a:gd name="connsiteY30-408" fmla="*/ 2750394 h 2752820"/>
                  <a:gd name="connsiteX31-409" fmla="*/ 636754 w 1206591"/>
                  <a:gd name="connsiteY31-410" fmla="*/ 2739645 h 2752820"/>
                  <a:gd name="connsiteX32-411" fmla="*/ 464979 w 1206591"/>
                  <a:gd name="connsiteY32-412" fmla="*/ 2536499 h 2752820"/>
                  <a:gd name="connsiteX33-413" fmla="*/ 466076 w 1206591"/>
                  <a:gd name="connsiteY33-414" fmla="*/ 2504909 h 2752820"/>
                  <a:gd name="connsiteX34-415" fmla="*/ 512365 w 1206591"/>
                  <a:gd name="connsiteY34-416" fmla="*/ 2450064 h 2752820"/>
                  <a:gd name="connsiteX35-417" fmla="*/ 513461 w 1206591"/>
                  <a:gd name="connsiteY35-418" fmla="*/ 2414304 h 2752820"/>
                  <a:gd name="connsiteX36-419" fmla="*/ 542639 w 1206591"/>
                  <a:gd name="connsiteY36-420" fmla="*/ 2356607 h 2752820"/>
                  <a:gd name="connsiteX37-421" fmla="*/ 640702 w 1206591"/>
                  <a:gd name="connsiteY37-422" fmla="*/ 2281579 h 2752820"/>
                  <a:gd name="connsiteX38-423" fmla="*/ 657156 w 1206591"/>
                  <a:gd name="connsiteY38-424" fmla="*/ 2261176 h 2752820"/>
                  <a:gd name="connsiteX39-425" fmla="*/ 659999 w 1206591"/>
                  <a:gd name="connsiteY39-426" fmla="*/ 2263633 h 2752820"/>
                  <a:gd name="connsiteX40-427" fmla="*/ 660008 w 1206591"/>
                  <a:gd name="connsiteY40-428" fmla="*/ 2261397 h 2752820"/>
                  <a:gd name="connsiteX41-429" fmla="*/ 661105 w 1206591"/>
                  <a:gd name="connsiteY41-430" fmla="*/ 2256131 h 2752820"/>
                  <a:gd name="connsiteX42-431" fmla="*/ 679094 w 1206591"/>
                  <a:gd name="connsiteY42-432" fmla="*/ 2199970 h 2752820"/>
                  <a:gd name="connsiteX43-433" fmla="*/ 680850 w 1206591"/>
                  <a:gd name="connsiteY43-434" fmla="*/ 2198873 h 2752820"/>
                  <a:gd name="connsiteX44-435" fmla="*/ 678655 w 1206591"/>
                  <a:gd name="connsiteY44-436" fmla="*/ 2173205 h 2752820"/>
                  <a:gd name="connsiteX45-437" fmla="*/ 663080 w 1206591"/>
                  <a:gd name="connsiteY45-438" fmla="*/ 2157849 h 2752820"/>
                  <a:gd name="connsiteX46-439" fmla="*/ 663299 w 1206591"/>
                  <a:gd name="connsiteY46-440" fmla="*/ 2156313 h 2752820"/>
                  <a:gd name="connsiteX47-441" fmla="*/ 663807 w 1206591"/>
                  <a:gd name="connsiteY47-442" fmla="*/ 2151829 h 2752820"/>
                  <a:gd name="connsiteX48-443" fmla="*/ 661325 w 1206591"/>
                  <a:gd name="connsiteY48-444" fmla="*/ 2155874 h 2752820"/>
                  <a:gd name="connsiteX49-445" fmla="*/ 582567 w 1206591"/>
                  <a:gd name="connsiteY49-446" fmla="*/ 2089402 h 2752820"/>
                  <a:gd name="connsiteX50-447" fmla="*/ 580320 w 1206591"/>
                  <a:gd name="connsiteY50-448" fmla="*/ 2084265 h 2752820"/>
                  <a:gd name="connsiteX51-449" fmla="*/ 577741 w 1206591"/>
                  <a:gd name="connsiteY51-450" fmla="*/ 2085892 h 2752820"/>
                  <a:gd name="connsiteX52-451" fmla="*/ 573792 w 1206591"/>
                  <a:gd name="connsiteY52-452" fmla="*/ 2083259 h 2752820"/>
                  <a:gd name="connsiteX53-453" fmla="*/ 559971 w 1206591"/>
                  <a:gd name="connsiteY53-454" fmla="*/ 2070316 h 2752820"/>
                  <a:gd name="connsiteX54-455" fmla="*/ 575766 w 1206591"/>
                  <a:gd name="connsiteY54-456" fmla="*/ 2039603 h 2752820"/>
                  <a:gd name="connsiteX55-457" fmla="*/ 581909 w 1206591"/>
                  <a:gd name="connsiteY55-458" fmla="*/ 2023588 h 2752820"/>
                  <a:gd name="connsiteX56-459" fmla="*/ 575985 w 1206591"/>
                  <a:gd name="connsiteY56-460" fmla="*/ 1975544 h 2752820"/>
                  <a:gd name="connsiteX57-461" fmla="*/ 527502 w 1206591"/>
                  <a:gd name="connsiteY57-462" fmla="*/ 1912143 h 2752820"/>
                  <a:gd name="connsiteX58-463" fmla="*/ 527502 w 1206591"/>
                  <a:gd name="connsiteY58-464" fmla="*/ 1883623 h 2752820"/>
                  <a:gd name="connsiteX59-465" fmla="*/ 562164 w 1206591"/>
                  <a:gd name="connsiteY59-466" fmla="*/ 1814738 h 2752820"/>
                  <a:gd name="connsiteX60-467" fmla="*/ 543736 w 1206591"/>
                  <a:gd name="connsiteY60-468" fmla="*/ 1755725 h 2752820"/>
                  <a:gd name="connsiteX61-469" fmla="*/ 532109 w 1206591"/>
                  <a:gd name="connsiteY61-470" fmla="*/ 1738613 h 2752820"/>
                  <a:gd name="connsiteX62-471" fmla="*/ 534084 w 1206591"/>
                  <a:gd name="connsiteY62-472" fmla="*/ 1736639 h 2752820"/>
                  <a:gd name="connsiteX63-473" fmla="*/ 534303 w 1206591"/>
                  <a:gd name="connsiteY63-474" fmla="*/ 1736200 h 2752820"/>
                  <a:gd name="connsiteX64-475" fmla="*/ 532109 w 1206591"/>
                  <a:gd name="connsiteY64-476" fmla="*/ 1735103 h 2752820"/>
                  <a:gd name="connsiteX65-477" fmla="*/ 501616 w 1206591"/>
                  <a:gd name="connsiteY65-478" fmla="*/ 1709874 h 2752820"/>
                  <a:gd name="connsiteX66-479" fmla="*/ 497008 w 1206591"/>
                  <a:gd name="connsiteY66-480" fmla="*/ 1687937 h 2752820"/>
                  <a:gd name="connsiteX67-481" fmla="*/ 531808 w 1206591"/>
                  <a:gd name="connsiteY67-482" fmla="*/ 1626564 h 2752820"/>
                  <a:gd name="connsiteX68-483" fmla="*/ 531822 w 1206591"/>
                  <a:gd name="connsiteY68-484" fmla="*/ 1627420 h 2752820"/>
                  <a:gd name="connsiteX69-485" fmla="*/ 532461 w 1206591"/>
                  <a:gd name="connsiteY69-486" fmla="*/ 1563126 h 2752820"/>
                  <a:gd name="connsiteX70-487" fmla="*/ 473315 w 1206591"/>
                  <a:gd name="connsiteY70-488" fmla="*/ 1495321 h 2752820"/>
                  <a:gd name="connsiteX71-489" fmla="*/ 471341 w 1206591"/>
                  <a:gd name="connsiteY71-490" fmla="*/ 1476454 h 2752820"/>
                  <a:gd name="connsiteX72-491" fmla="*/ 495253 w 1206591"/>
                  <a:gd name="connsiteY72-492" fmla="*/ 1441134 h 2752820"/>
                  <a:gd name="connsiteX73-493" fmla="*/ 463662 w 1206591"/>
                  <a:gd name="connsiteY73-494" fmla="*/ 1350750 h 2752820"/>
                  <a:gd name="connsiteX74-495" fmla="*/ 449841 w 1206591"/>
                  <a:gd name="connsiteY74-496" fmla="*/ 1348117 h 2752820"/>
                  <a:gd name="connsiteX75-497" fmla="*/ 437556 w 1206591"/>
                  <a:gd name="connsiteY75-498" fmla="*/ 1335173 h 2752820"/>
                  <a:gd name="connsiteX76-499" fmla="*/ 438214 w 1206591"/>
                  <a:gd name="connsiteY76-500" fmla="*/ 1311042 h 2752820"/>
                  <a:gd name="connsiteX77-501" fmla="*/ 422638 w 1206591"/>
                  <a:gd name="connsiteY77-502" fmla="*/ 1304021 h 2752820"/>
                  <a:gd name="connsiteX78-503" fmla="*/ 406404 w 1206591"/>
                  <a:gd name="connsiteY78-504" fmla="*/ 1304021 h 2752820"/>
                  <a:gd name="connsiteX79-505" fmla="*/ 348049 w 1206591"/>
                  <a:gd name="connsiteY79-506" fmla="*/ 1311041 h 2752820"/>
                  <a:gd name="connsiteX80-507" fmla="*/ 334447 w 1206591"/>
                  <a:gd name="connsiteY80-508" fmla="*/ 1296343 h 2752820"/>
                  <a:gd name="connsiteX81-509" fmla="*/ 338177 w 1206591"/>
                  <a:gd name="connsiteY81-510" fmla="*/ 1192356 h 2752820"/>
                  <a:gd name="connsiteX82-511" fmla="*/ 339472 w 1206591"/>
                  <a:gd name="connsiteY82-512" fmla="*/ 1143444 h 2752820"/>
                  <a:gd name="connsiteX83-513" fmla="*/ 265987 w 1206591"/>
                  <a:gd name="connsiteY83-514" fmla="*/ 1103558 h 2752820"/>
                  <a:gd name="connsiteX84-515" fmla="*/ 0 w 1206591"/>
                  <a:gd name="connsiteY84-516" fmla="*/ 603296 h 2752820"/>
                  <a:gd name="connsiteX85-517" fmla="*/ 47410 w 1206591"/>
                  <a:gd name="connsiteY85-518" fmla="*/ 368466 h 2752820"/>
                  <a:gd name="connsiteX0-519" fmla="*/ 47410 w 1206591"/>
                  <a:gd name="connsiteY0-520" fmla="*/ 368466 h 2752820"/>
                  <a:gd name="connsiteX1-521" fmla="*/ 603296 w 1206591"/>
                  <a:gd name="connsiteY1-522" fmla="*/ 0 h 2752820"/>
                  <a:gd name="connsiteX2-523" fmla="*/ 838125 w 1206591"/>
                  <a:gd name="connsiteY2-524" fmla="*/ 47410 h 2752820"/>
                  <a:gd name="connsiteX3-525" fmla="*/ 877680 w 1206591"/>
                  <a:gd name="connsiteY3-526" fmla="*/ 72242 h 2752820"/>
                  <a:gd name="connsiteX4-527" fmla="*/ 665356 w 1206591"/>
                  <a:gd name="connsiteY4-528" fmla="*/ 176012 h 2752820"/>
                  <a:gd name="connsiteX5-529" fmla="*/ 603296 w 1206591"/>
                  <a:gd name="connsiteY5-530" fmla="*/ 163483 h 2752820"/>
                  <a:gd name="connsiteX6-531" fmla="*/ 443859 w 1206591"/>
                  <a:gd name="connsiteY6-532" fmla="*/ 322919 h 2752820"/>
                  <a:gd name="connsiteX7-533" fmla="*/ 603296 w 1206591"/>
                  <a:gd name="connsiteY7-534" fmla="*/ 482356 h 2752820"/>
                  <a:gd name="connsiteX8-535" fmla="*/ 762733 w 1206591"/>
                  <a:gd name="connsiteY8-536" fmla="*/ 322919 h 2752820"/>
                  <a:gd name="connsiteX9-537" fmla="*/ 753492 w 1206591"/>
                  <a:gd name="connsiteY9-538" fmla="*/ 277148 h 2752820"/>
                  <a:gd name="connsiteX10-539" fmla="*/ 785562 w 1206591"/>
                  <a:gd name="connsiteY10-540" fmla="*/ 266006 h 2752820"/>
                  <a:gd name="connsiteX11-541" fmla="*/ 963332 w 1206591"/>
                  <a:gd name="connsiteY11-542" fmla="*/ 139490 h 2752820"/>
                  <a:gd name="connsiteX12-543" fmla="*/ 972122 w 1206591"/>
                  <a:gd name="connsiteY12-544" fmla="*/ 129039 h 2752820"/>
                  <a:gd name="connsiteX13-545" fmla="*/ 1029890 w 1206591"/>
                  <a:gd name="connsiteY13-546" fmla="*/ 176701 h 2752820"/>
                  <a:gd name="connsiteX14-547" fmla="*/ 1206591 w 1206591"/>
                  <a:gd name="connsiteY14-548" fmla="*/ 603295 h 2752820"/>
                  <a:gd name="connsiteX15-549" fmla="*/ 940604 w 1206591"/>
                  <a:gd name="connsiteY15-550" fmla="*/ 1103558 h 2752820"/>
                  <a:gd name="connsiteX16-551" fmla="*/ 857670 w 1206591"/>
                  <a:gd name="connsiteY16-552" fmla="*/ 1148573 h 2752820"/>
                  <a:gd name="connsiteX17-553" fmla="*/ 857670 w 1206591"/>
                  <a:gd name="connsiteY17-554" fmla="*/ 2588272 h 2752820"/>
                  <a:gd name="connsiteX18-555" fmla="*/ 858547 w 1206591"/>
                  <a:gd name="connsiteY18-556" fmla="*/ 2599022 h 2752820"/>
                  <a:gd name="connsiteX19-557" fmla="*/ 853940 w 1206591"/>
                  <a:gd name="connsiteY19-558" fmla="*/ 2605603 h 2752820"/>
                  <a:gd name="connsiteX20-559" fmla="*/ 792294 w 1206591"/>
                  <a:gd name="connsiteY20-560" fmla="*/ 2666372 h 2752820"/>
                  <a:gd name="connsiteX21-561" fmla="*/ 755438 w 1206591"/>
                  <a:gd name="connsiteY21-562" fmla="*/ 2700595 h 2752820"/>
                  <a:gd name="connsiteX22-563" fmla="*/ 754564 w 1206591"/>
                  <a:gd name="connsiteY22-564" fmla="*/ 2698017 h 2752820"/>
                  <a:gd name="connsiteX23-565" fmla="*/ 754561 w 1206591"/>
                  <a:gd name="connsiteY23-566" fmla="*/ 2698182 h 2752820"/>
                  <a:gd name="connsiteX24-567" fmla="*/ 753684 w 1206591"/>
                  <a:gd name="connsiteY24-568" fmla="*/ 2702350 h 2752820"/>
                  <a:gd name="connsiteX25-569" fmla="*/ 710465 w 1206591"/>
                  <a:gd name="connsiteY25-570" fmla="*/ 2745349 h 2752820"/>
                  <a:gd name="connsiteX26-571" fmla="*/ 691819 w 1206591"/>
                  <a:gd name="connsiteY26-572" fmla="*/ 2752808 h 2752820"/>
                  <a:gd name="connsiteX27-573" fmla="*/ 657156 w 1206591"/>
                  <a:gd name="connsiteY27-574" fmla="*/ 2751930 h 2752820"/>
                  <a:gd name="connsiteX28-575" fmla="*/ 657149 w 1206591"/>
                  <a:gd name="connsiteY28-576" fmla="*/ 2747739 h 2752820"/>
                  <a:gd name="connsiteX29-577" fmla="*/ 655130 w 1206591"/>
                  <a:gd name="connsiteY29-578" fmla="*/ 2750014 h 2752820"/>
                  <a:gd name="connsiteX30-579" fmla="*/ 650136 w 1206591"/>
                  <a:gd name="connsiteY30-580" fmla="*/ 2750394 h 2752820"/>
                  <a:gd name="connsiteX31-581" fmla="*/ 636754 w 1206591"/>
                  <a:gd name="connsiteY31-582" fmla="*/ 2739645 h 2752820"/>
                  <a:gd name="connsiteX32-583" fmla="*/ 464979 w 1206591"/>
                  <a:gd name="connsiteY32-584" fmla="*/ 2536499 h 2752820"/>
                  <a:gd name="connsiteX33-585" fmla="*/ 466076 w 1206591"/>
                  <a:gd name="connsiteY33-586" fmla="*/ 2504909 h 2752820"/>
                  <a:gd name="connsiteX34-587" fmla="*/ 512365 w 1206591"/>
                  <a:gd name="connsiteY34-588" fmla="*/ 2450064 h 2752820"/>
                  <a:gd name="connsiteX35-589" fmla="*/ 513461 w 1206591"/>
                  <a:gd name="connsiteY35-590" fmla="*/ 2414304 h 2752820"/>
                  <a:gd name="connsiteX36-591" fmla="*/ 542639 w 1206591"/>
                  <a:gd name="connsiteY36-592" fmla="*/ 2356607 h 2752820"/>
                  <a:gd name="connsiteX37-593" fmla="*/ 640702 w 1206591"/>
                  <a:gd name="connsiteY37-594" fmla="*/ 2281579 h 2752820"/>
                  <a:gd name="connsiteX38-595" fmla="*/ 657156 w 1206591"/>
                  <a:gd name="connsiteY38-596" fmla="*/ 2261176 h 2752820"/>
                  <a:gd name="connsiteX39-597" fmla="*/ 659999 w 1206591"/>
                  <a:gd name="connsiteY39-598" fmla="*/ 2263633 h 2752820"/>
                  <a:gd name="connsiteX40-599" fmla="*/ 660008 w 1206591"/>
                  <a:gd name="connsiteY40-600" fmla="*/ 2261397 h 2752820"/>
                  <a:gd name="connsiteX41-601" fmla="*/ 661105 w 1206591"/>
                  <a:gd name="connsiteY41-602" fmla="*/ 2256131 h 2752820"/>
                  <a:gd name="connsiteX42-603" fmla="*/ 679094 w 1206591"/>
                  <a:gd name="connsiteY42-604" fmla="*/ 2199970 h 2752820"/>
                  <a:gd name="connsiteX43-605" fmla="*/ 680850 w 1206591"/>
                  <a:gd name="connsiteY43-606" fmla="*/ 2198873 h 2752820"/>
                  <a:gd name="connsiteX44-607" fmla="*/ 678655 w 1206591"/>
                  <a:gd name="connsiteY44-608" fmla="*/ 2173205 h 2752820"/>
                  <a:gd name="connsiteX45-609" fmla="*/ 663080 w 1206591"/>
                  <a:gd name="connsiteY45-610" fmla="*/ 2157849 h 2752820"/>
                  <a:gd name="connsiteX46-611" fmla="*/ 663299 w 1206591"/>
                  <a:gd name="connsiteY46-612" fmla="*/ 2156313 h 2752820"/>
                  <a:gd name="connsiteX47-613" fmla="*/ 663807 w 1206591"/>
                  <a:gd name="connsiteY47-614" fmla="*/ 2151829 h 2752820"/>
                  <a:gd name="connsiteX48-615" fmla="*/ 661325 w 1206591"/>
                  <a:gd name="connsiteY48-616" fmla="*/ 2155874 h 2752820"/>
                  <a:gd name="connsiteX49-617" fmla="*/ 582567 w 1206591"/>
                  <a:gd name="connsiteY49-618" fmla="*/ 2089402 h 2752820"/>
                  <a:gd name="connsiteX50-619" fmla="*/ 580320 w 1206591"/>
                  <a:gd name="connsiteY50-620" fmla="*/ 2084265 h 2752820"/>
                  <a:gd name="connsiteX51-621" fmla="*/ 577741 w 1206591"/>
                  <a:gd name="connsiteY51-622" fmla="*/ 2085892 h 2752820"/>
                  <a:gd name="connsiteX52-623" fmla="*/ 573792 w 1206591"/>
                  <a:gd name="connsiteY52-624" fmla="*/ 2083259 h 2752820"/>
                  <a:gd name="connsiteX53-625" fmla="*/ 559971 w 1206591"/>
                  <a:gd name="connsiteY53-626" fmla="*/ 2070316 h 2752820"/>
                  <a:gd name="connsiteX54-627" fmla="*/ 575766 w 1206591"/>
                  <a:gd name="connsiteY54-628" fmla="*/ 2039603 h 2752820"/>
                  <a:gd name="connsiteX55-629" fmla="*/ 581909 w 1206591"/>
                  <a:gd name="connsiteY55-630" fmla="*/ 2023588 h 2752820"/>
                  <a:gd name="connsiteX56-631" fmla="*/ 575985 w 1206591"/>
                  <a:gd name="connsiteY56-632" fmla="*/ 1975544 h 2752820"/>
                  <a:gd name="connsiteX57-633" fmla="*/ 527502 w 1206591"/>
                  <a:gd name="connsiteY57-634" fmla="*/ 1912143 h 2752820"/>
                  <a:gd name="connsiteX58-635" fmla="*/ 527502 w 1206591"/>
                  <a:gd name="connsiteY58-636" fmla="*/ 1883623 h 2752820"/>
                  <a:gd name="connsiteX59-637" fmla="*/ 562164 w 1206591"/>
                  <a:gd name="connsiteY59-638" fmla="*/ 1814738 h 2752820"/>
                  <a:gd name="connsiteX60-639" fmla="*/ 543736 w 1206591"/>
                  <a:gd name="connsiteY60-640" fmla="*/ 1755725 h 2752820"/>
                  <a:gd name="connsiteX61-641" fmla="*/ 532109 w 1206591"/>
                  <a:gd name="connsiteY61-642" fmla="*/ 1738613 h 2752820"/>
                  <a:gd name="connsiteX62-643" fmla="*/ 534084 w 1206591"/>
                  <a:gd name="connsiteY62-644" fmla="*/ 1736639 h 2752820"/>
                  <a:gd name="connsiteX63-645" fmla="*/ 534303 w 1206591"/>
                  <a:gd name="connsiteY63-646" fmla="*/ 1736200 h 2752820"/>
                  <a:gd name="connsiteX64-647" fmla="*/ 532109 w 1206591"/>
                  <a:gd name="connsiteY64-648" fmla="*/ 1735103 h 2752820"/>
                  <a:gd name="connsiteX65-649" fmla="*/ 501616 w 1206591"/>
                  <a:gd name="connsiteY65-650" fmla="*/ 1709874 h 2752820"/>
                  <a:gd name="connsiteX66-651" fmla="*/ 497008 w 1206591"/>
                  <a:gd name="connsiteY66-652" fmla="*/ 1687937 h 2752820"/>
                  <a:gd name="connsiteX67-653" fmla="*/ 531808 w 1206591"/>
                  <a:gd name="connsiteY67-654" fmla="*/ 1626564 h 2752820"/>
                  <a:gd name="connsiteX68-655" fmla="*/ 531822 w 1206591"/>
                  <a:gd name="connsiteY68-656" fmla="*/ 1627420 h 2752820"/>
                  <a:gd name="connsiteX69-657" fmla="*/ 532461 w 1206591"/>
                  <a:gd name="connsiteY69-658" fmla="*/ 1563126 h 2752820"/>
                  <a:gd name="connsiteX70-659" fmla="*/ 473315 w 1206591"/>
                  <a:gd name="connsiteY70-660" fmla="*/ 1495321 h 2752820"/>
                  <a:gd name="connsiteX71-661" fmla="*/ 471341 w 1206591"/>
                  <a:gd name="connsiteY71-662" fmla="*/ 1476454 h 2752820"/>
                  <a:gd name="connsiteX72-663" fmla="*/ 495253 w 1206591"/>
                  <a:gd name="connsiteY72-664" fmla="*/ 1441134 h 2752820"/>
                  <a:gd name="connsiteX73-665" fmla="*/ 463662 w 1206591"/>
                  <a:gd name="connsiteY73-666" fmla="*/ 1350750 h 2752820"/>
                  <a:gd name="connsiteX74-667" fmla="*/ 449841 w 1206591"/>
                  <a:gd name="connsiteY74-668" fmla="*/ 1348117 h 2752820"/>
                  <a:gd name="connsiteX75-669" fmla="*/ 437556 w 1206591"/>
                  <a:gd name="connsiteY75-670" fmla="*/ 1335173 h 2752820"/>
                  <a:gd name="connsiteX76-671" fmla="*/ 438214 w 1206591"/>
                  <a:gd name="connsiteY76-672" fmla="*/ 1311042 h 2752820"/>
                  <a:gd name="connsiteX77-673" fmla="*/ 422638 w 1206591"/>
                  <a:gd name="connsiteY77-674" fmla="*/ 1304021 h 2752820"/>
                  <a:gd name="connsiteX78-675" fmla="*/ 406404 w 1206591"/>
                  <a:gd name="connsiteY78-676" fmla="*/ 1304021 h 2752820"/>
                  <a:gd name="connsiteX79-677" fmla="*/ 348049 w 1206591"/>
                  <a:gd name="connsiteY79-678" fmla="*/ 1311041 h 2752820"/>
                  <a:gd name="connsiteX80-679" fmla="*/ 334447 w 1206591"/>
                  <a:gd name="connsiteY80-680" fmla="*/ 1296343 h 2752820"/>
                  <a:gd name="connsiteX81-681" fmla="*/ 338177 w 1206591"/>
                  <a:gd name="connsiteY81-682" fmla="*/ 1192356 h 2752820"/>
                  <a:gd name="connsiteX82-683" fmla="*/ 339472 w 1206591"/>
                  <a:gd name="connsiteY82-684" fmla="*/ 1143444 h 2752820"/>
                  <a:gd name="connsiteX83-685" fmla="*/ 265987 w 1206591"/>
                  <a:gd name="connsiteY83-686" fmla="*/ 1103558 h 2752820"/>
                  <a:gd name="connsiteX84-687" fmla="*/ 0 w 1206591"/>
                  <a:gd name="connsiteY84-688" fmla="*/ 603296 h 2752820"/>
                  <a:gd name="connsiteX85-689" fmla="*/ 47410 w 1206591"/>
                  <a:gd name="connsiteY85-690" fmla="*/ 368466 h 2752820"/>
                  <a:gd name="connsiteX0-691" fmla="*/ 47410 w 1206591"/>
                  <a:gd name="connsiteY0-692" fmla="*/ 368466 h 2752820"/>
                  <a:gd name="connsiteX1-693" fmla="*/ 603296 w 1206591"/>
                  <a:gd name="connsiteY1-694" fmla="*/ 0 h 2752820"/>
                  <a:gd name="connsiteX2-695" fmla="*/ 838125 w 1206591"/>
                  <a:gd name="connsiteY2-696" fmla="*/ 47410 h 2752820"/>
                  <a:gd name="connsiteX3-697" fmla="*/ 877680 w 1206591"/>
                  <a:gd name="connsiteY3-698" fmla="*/ 72242 h 2752820"/>
                  <a:gd name="connsiteX4-699" fmla="*/ 665356 w 1206591"/>
                  <a:gd name="connsiteY4-700" fmla="*/ 176012 h 2752820"/>
                  <a:gd name="connsiteX5-701" fmla="*/ 603296 w 1206591"/>
                  <a:gd name="connsiteY5-702" fmla="*/ 163483 h 2752820"/>
                  <a:gd name="connsiteX6-703" fmla="*/ 443859 w 1206591"/>
                  <a:gd name="connsiteY6-704" fmla="*/ 322919 h 2752820"/>
                  <a:gd name="connsiteX7-705" fmla="*/ 603296 w 1206591"/>
                  <a:gd name="connsiteY7-706" fmla="*/ 482356 h 2752820"/>
                  <a:gd name="connsiteX8-707" fmla="*/ 762733 w 1206591"/>
                  <a:gd name="connsiteY8-708" fmla="*/ 322919 h 2752820"/>
                  <a:gd name="connsiteX9-709" fmla="*/ 753492 w 1206591"/>
                  <a:gd name="connsiteY9-710" fmla="*/ 277148 h 2752820"/>
                  <a:gd name="connsiteX10-711" fmla="*/ 785562 w 1206591"/>
                  <a:gd name="connsiteY10-712" fmla="*/ 266006 h 2752820"/>
                  <a:gd name="connsiteX11-713" fmla="*/ 941063 w 1206591"/>
                  <a:gd name="connsiteY11-714" fmla="*/ 125493 h 2752820"/>
                  <a:gd name="connsiteX12-715" fmla="*/ 972122 w 1206591"/>
                  <a:gd name="connsiteY12-716" fmla="*/ 129039 h 2752820"/>
                  <a:gd name="connsiteX13-717" fmla="*/ 1029890 w 1206591"/>
                  <a:gd name="connsiteY13-718" fmla="*/ 176701 h 2752820"/>
                  <a:gd name="connsiteX14-719" fmla="*/ 1206591 w 1206591"/>
                  <a:gd name="connsiteY14-720" fmla="*/ 603295 h 2752820"/>
                  <a:gd name="connsiteX15-721" fmla="*/ 940604 w 1206591"/>
                  <a:gd name="connsiteY15-722" fmla="*/ 1103558 h 2752820"/>
                  <a:gd name="connsiteX16-723" fmla="*/ 857670 w 1206591"/>
                  <a:gd name="connsiteY16-724" fmla="*/ 1148573 h 2752820"/>
                  <a:gd name="connsiteX17-725" fmla="*/ 857670 w 1206591"/>
                  <a:gd name="connsiteY17-726" fmla="*/ 2588272 h 2752820"/>
                  <a:gd name="connsiteX18-727" fmla="*/ 858547 w 1206591"/>
                  <a:gd name="connsiteY18-728" fmla="*/ 2599022 h 2752820"/>
                  <a:gd name="connsiteX19-729" fmla="*/ 853940 w 1206591"/>
                  <a:gd name="connsiteY19-730" fmla="*/ 2605603 h 2752820"/>
                  <a:gd name="connsiteX20-731" fmla="*/ 792294 w 1206591"/>
                  <a:gd name="connsiteY20-732" fmla="*/ 2666372 h 2752820"/>
                  <a:gd name="connsiteX21-733" fmla="*/ 755438 w 1206591"/>
                  <a:gd name="connsiteY21-734" fmla="*/ 2700595 h 2752820"/>
                  <a:gd name="connsiteX22-735" fmla="*/ 754564 w 1206591"/>
                  <a:gd name="connsiteY22-736" fmla="*/ 2698017 h 2752820"/>
                  <a:gd name="connsiteX23-737" fmla="*/ 754561 w 1206591"/>
                  <a:gd name="connsiteY23-738" fmla="*/ 2698182 h 2752820"/>
                  <a:gd name="connsiteX24-739" fmla="*/ 753684 w 1206591"/>
                  <a:gd name="connsiteY24-740" fmla="*/ 2702350 h 2752820"/>
                  <a:gd name="connsiteX25-741" fmla="*/ 710465 w 1206591"/>
                  <a:gd name="connsiteY25-742" fmla="*/ 2745349 h 2752820"/>
                  <a:gd name="connsiteX26-743" fmla="*/ 691819 w 1206591"/>
                  <a:gd name="connsiteY26-744" fmla="*/ 2752808 h 2752820"/>
                  <a:gd name="connsiteX27-745" fmla="*/ 657156 w 1206591"/>
                  <a:gd name="connsiteY27-746" fmla="*/ 2751930 h 2752820"/>
                  <a:gd name="connsiteX28-747" fmla="*/ 657149 w 1206591"/>
                  <a:gd name="connsiteY28-748" fmla="*/ 2747739 h 2752820"/>
                  <a:gd name="connsiteX29-749" fmla="*/ 655130 w 1206591"/>
                  <a:gd name="connsiteY29-750" fmla="*/ 2750014 h 2752820"/>
                  <a:gd name="connsiteX30-751" fmla="*/ 650136 w 1206591"/>
                  <a:gd name="connsiteY30-752" fmla="*/ 2750394 h 2752820"/>
                  <a:gd name="connsiteX31-753" fmla="*/ 636754 w 1206591"/>
                  <a:gd name="connsiteY31-754" fmla="*/ 2739645 h 2752820"/>
                  <a:gd name="connsiteX32-755" fmla="*/ 464979 w 1206591"/>
                  <a:gd name="connsiteY32-756" fmla="*/ 2536499 h 2752820"/>
                  <a:gd name="connsiteX33-757" fmla="*/ 466076 w 1206591"/>
                  <a:gd name="connsiteY33-758" fmla="*/ 2504909 h 2752820"/>
                  <a:gd name="connsiteX34-759" fmla="*/ 512365 w 1206591"/>
                  <a:gd name="connsiteY34-760" fmla="*/ 2450064 h 2752820"/>
                  <a:gd name="connsiteX35-761" fmla="*/ 513461 w 1206591"/>
                  <a:gd name="connsiteY35-762" fmla="*/ 2414304 h 2752820"/>
                  <a:gd name="connsiteX36-763" fmla="*/ 542639 w 1206591"/>
                  <a:gd name="connsiteY36-764" fmla="*/ 2356607 h 2752820"/>
                  <a:gd name="connsiteX37-765" fmla="*/ 640702 w 1206591"/>
                  <a:gd name="connsiteY37-766" fmla="*/ 2281579 h 2752820"/>
                  <a:gd name="connsiteX38-767" fmla="*/ 657156 w 1206591"/>
                  <a:gd name="connsiteY38-768" fmla="*/ 2261176 h 2752820"/>
                  <a:gd name="connsiteX39-769" fmla="*/ 659999 w 1206591"/>
                  <a:gd name="connsiteY39-770" fmla="*/ 2263633 h 2752820"/>
                  <a:gd name="connsiteX40-771" fmla="*/ 660008 w 1206591"/>
                  <a:gd name="connsiteY40-772" fmla="*/ 2261397 h 2752820"/>
                  <a:gd name="connsiteX41-773" fmla="*/ 661105 w 1206591"/>
                  <a:gd name="connsiteY41-774" fmla="*/ 2256131 h 2752820"/>
                  <a:gd name="connsiteX42-775" fmla="*/ 679094 w 1206591"/>
                  <a:gd name="connsiteY42-776" fmla="*/ 2199970 h 2752820"/>
                  <a:gd name="connsiteX43-777" fmla="*/ 680850 w 1206591"/>
                  <a:gd name="connsiteY43-778" fmla="*/ 2198873 h 2752820"/>
                  <a:gd name="connsiteX44-779" fmla="*/ 678655 w 1206591"/>
                  <a:gd name="connsiteY44-780" fmla="*/ 2173205 h 2752820"/>
                  <a:gd name="connsiteX45-781" fmla="*/ 663080 w 1206591"/>
                  <a:gd name="connsiteY45-782" fmla="*/ 2157849 h 2752820"/>
                  <a:gd name="connsiteX46-783" fmla="*/ 663299 w 1206591"/>
                  <a:gd name="connsiteY46-784" fmla="*/ 2156313 h 2752820"/>
                  <a:gd name="connsiteX47-785" fmla="*/ 663807 w 1206591"/>
                  <a:gd name="connsiteY47-786" fmla="*/ 2151829 h 2752820"/>
                  <a:gd name="connsiteX48-787" fmla="*/ 661325 w 1206591"/>
                  <a:gd name="connsiteY48-788" fmla="*/ 2155874 h 2752820"/>
                  <a:gd name="connsiteX49-789" fmla="*/ 582567 w 1206591"/>
                  <a:gd name="connsiteY49-790" fmla="*/ 2089402 h 2752820"/>
                  <a:gd name="connsiteX50-791" fmla="*/ 580320 w 1206591"/>
                  <a:gd name="connsiteY50-792" fmla="*/ 2084265 h 2752820"/>
                  <a:gd name="connsiteX51-793" fmla="*/ 577741 w 1206591"/>
                  <a:gd name="connsiteY51-794" fmla="*/ 2085892 h 2752820"/>
                  <a:gd name="connsiteX52-795" fmla="*/ 573792 w 1206591"/>
                  <a:gd name="connsiteY52-796" fmla="*/ 2083259 h 2752820"/>
                  <a:gd name="connsiteX53-797" fmla="*/ 559971 w 1206591"/>
                  <a:gd name="connsiteY53-798" fmla="*/ 2070316 h 2752820"/>
                  <a:gd name="connsiteX54-799" fmla="*/ 575766 w 1206591"/>
                  <a:gd name="connsiteY54-800" fmla="*/ 2039603 h 2752820"/>
                  <a:gd name="connsiteX55-801" fmla="*/ 581909 w 1206591"/>
                  <a:gd name="connsiteY55-802" fmla="*/ 2023588 h 2752820"/>
                  <a:gd name="connsiteX56-803" fmla="*/ 575985 w 1206591"/>
                  <a:gd name="connsiteY56-804" fmla="*/ 1975544 h 2752820"/>
                  <a:gd name="connsiteX57-805" fmla="*/ 527502 w 1206591"/>
                  <a:gd name="connsiteY57-806" fmla="*/ 1912143 h 2752820"/>
                  <a:gd name="connsiteX58-807" fmla="*/ 527502 w 1206591"/>
                  <a:gd name="connsiteY58-808" fmla="*/ 1883623 h 2752820"/>
                  <a:gd name="connsiteX59-809" fmla="*/ 562164 w 1206591"/>
                  <a:gd name="connsiteY59-810" fmla="*/ 1814738 h 2752820"/>
                  <a:gd name="connsiteX60-811" fmla="*/ 543736 w 1206591"/>
                  <a:gd name="connsiteY60-812" fmla="*/ 1755725 h 2752820"/>
                  <a:gd name="connsiteX61-813" fmla="*/ 532109 w 1206591"/>
                  <a:gd name="connsiteY61-814" fmla="*/ 1738613 h 2752820"/>
                  <a:gd name="connsiteX62-815" fmla="*/ 534084 w 1206591"/>
                  <a:gd name="connsiteY62-816" fmla="*/ 1736639 h 2752820"/>
                  <a:gd name="connsiteX63-817" fmla="*/ 534303 w 1206591"/>
                  <a:gd name="connsiteY63-818" fmla="*/ 1736200 h 2752820"/>
                  <a:gd name="connsiteX64-819" fmla="*/ 532109 w 1206591"/>
                  <a:gd name="connsiteY64-820" fmla="*/ 1735103 h 2752820"/>
                  <a:gd name="connsiteX65-821" fmla="*/ 501616 w 1206591"/>
                  <a:gd name="connsiteY65-822" fmla="*/ 1709874 h 2752820"/>
                  <a:gd name="connsiteX66-823" fmla="*/ 497008 w 1206591"/>
                  <a:gd name="connsiteY66-824" fmla="*/ 1687937 h 2752820"/>
                  <a:gd name="connsiteX67-825" fmla="*/ 531808 w 1206591"/>
                  <a:gd name="connsiteY67-826" fmla="*/ 1626564 h 2752820"/>
                  <a:gd name="connsiteX68-827" fmla="*/ 531822 w 1206591"/>
                  <a:gd name="connsiteY68-828" fmla="*/ 1627420 h 2752820"/>
                  <a:gd name="connsiteX69-829" fmla="*/ 532461 w 1206591"/>
                  <a:gd name="connsiteY69-830" fmla="*/ 1563126 h 2752820"/>
                  <a:gd name="connsiteX70-831" fmla="*/ 473315 w 1206591"/>
                  <a:gd name="connsiteY70-832" fmla="*/ 1495321 h 2752820"/>
                  <a:gd name="connsiteX71-833" fmla="*/ 471341 w 1206591"/>
                  <a:gd name="connsiteY71-834" fmla="*/ 1476454 h 2752820"/>
                  <a:gd name="connsiteX72-835" fmla="*/ 495253 w 1206591"/>
                  <a:gd name="connsiteY72-836" fmla="*/ 1441134 h 2752820"/>
                  <a:gd name="connsiteX73-837" fmla="*/ 463662 w 1206591"/>
                  <a:gd name="connsiteY73-838" fmla="*/ 1350750 h 2752820"/>
                  <a:gd name="connsiteX74-839" fmla="*/ 449841 w 1206591"/>
                  <a:gd name="connsiteY74-840" fmla="*/ 1348117 h 2752820"/>
                  <a:gd name="connsiteX75-841" fmla="*/ 437556 w 1206591"/>
                  <a:gd name="connsiteY75-842" fmla="*/ 1335173 h 2752820"/>
                  <a:gd name="connsiteX76-843" fmla="*/ 438214 w 1206591"/>
                  <a:gd name="connsiteY76-844" fmla="*/ 1311042 h 2752820"/>
                  <a:gd name="connsiteX77-845" fmla="*/ 422638 w 1206591"/>
                  <a:gd name="connsiteY77-846" fmla="*/ 1304021 h 2752820"/>
                  <a:gd name="connsiteX78-847" fmla="*/ 406404 w 1206591"/>
                  <a:gd name="connsiteY78-848" fmla="*/ 1304021 h 2752820"/>
                  <a:gd name="connsiteX79-849" fmla="*/ 348049 w 1206591"/>
                  <a:gd name="connsiteY79-850" fmla="*/ 1311041 h 2752820"/>
                  <a:gd name="connsiteX80-851" fmla="*/ 334447 w 1206591"/>
                  <a:gd name="connsiteY80-852" fmla="*/ 1296343 h 2752820"/>
                  <a:gd name="connsiteX81-853" fmla="*/ 338177 w 1206591"/>
                  <a:gd name="connsiteY81-854" fmla="*/ 1192356 h 2752820"/>
                  <a:gd name="connsiteX82-855" fmla="*/ 339472 w 1206591"/>
                  <a:gd name="connsiteY82-856" fmla="*/ 1143444 h 2752820"/>
                  <a:gd name="connsiteX83-857" fmla="*/ 265987 w 1206591"/>
                  <a:gd name="connsiteY83-858" fmla="*/ 1103558 h 2752820"/>
                  <a:gd name="connsiteX84-859" fmla="*/ 0 w 1206591"/>
                  <a:gd name="connsiteY84-860" fmla="*/ 603296 h 2752820"/>
                  <a:gd name="connsiteX85-861" fmla="*/ 47410 w 1206591"/>
                  <a:gd name="connsiteY85-862" fmla="*/ 368466 h 2752820"/>
                  <a:gd name="connsiteX0-863" fmla="*/ 47410 w 1206591"/>
                  <a:gd name="connsiteY0-864" fmla="*/ 368466 h 2752820"/>
                  <a:gd name="connsiteX1-865" fmla="*/ 603296 w 1206591"/>
                  <a:gd name="connsiteY1-866" fmla="*/ 0 h 2752820"/>
                  <a:gd name="connsiteX2-867" fmla="*/ 838125 w 1206591"/>
                  <a:gd name="connsiteY2-868" fmla="*/ 47410 h 2752820"/>
                  <a:gd name="connsiteX3-869" fmla="*/ 877680 w 1206591"/>
                  <a:gd name="connsiteY3-870" fmla="*/ 72242 h 2752820"/>
                  <a:gd name="connsiteX4-871" fmla="*/ 665356 w 1206591"/>
                  <a:gd name="connsiteY4-872" fmla="*/ 176012 h 2752820"/>
                  <a:gd name="connsiteX5-873" fmla="*/ 603296 w 1206591"/>
                  <a:gd name="connsiteY5-874" fmla="*/ 163483 h 2752820"/>
                  <a:gd name="connsiteX6-875" fmla="*/ 443859 w 1206591"/>
                  <a:gd name="connsiteY6-876" fmla="*/ 322919 h 2752820"/>
                  <a:gd name="connsiteX7-877" fmla="*/ 603296 w 1206591"/>
                  <a:gd name="connsiteY7-878" fmla="*/ 482356 h 2752820"/>
                  <a:gd name="connsiteX8-879" fmla="*/ 762733 w 1206591"/>
                  <a:gd name="connsiteY8-880" fmla="*/ 322919 h 2752820"/>
                  <a:gd name="connsiteX9-881" fmla="*/ 753492 w 1206591"/>
                  <a:gd name="connsiteY9-882" fmla="*/ 277148 h 2752820"/>
                  <a:gd name="connsiteX10-883" fmla="*/ 785562 w 1206591"/>
                  <a:gd name="connsiteY10-884" fmla="*/ 266006 h 2752820"/>
                  <a:gd name="connsiteX11-885" fmla="*/ 938904 w 1206591"/>
                  <a:gd name="connsiteY11-886" fmla="*/ 129739 h 2752820"/>
                  <a:gd name="connsiteX12-887" fmla="*/ 972122 w 1206591"/>
                  <a:gd name="connsiteY12-888" fmla="*/ 129039 h 2752820"/>
                  <a:gd name="connsiteX13-889" fmla="*/ 1029890 w 1206591"/>
                  <a:gd name="connsiteY13-890" fmla="*/ 176701 h 2752820"/>
                  <a:gd name="connsiteX14-891" fmla="*/ 1206591 w 1206591"/>
                  <a:gd name="connsiteY14-892" fmla="*/ 603295 h 2752820"/>
                  <a:gd name="connsiteX15-893" fmla="*/ 940604 w 1206591"/>
                  <a:gd name="connsiteY15-894" fmla="*/ 1103558 h 2752820"/>
                  <a:gd name="connsiteX16-895" fmla="*/ 857670 w 1206591"/>
                  <a:gd name="connsiteY16-896" fmla="*/ 1148573 h 2752820"/>
                  <a:gd name="connsiteX17-897" fmla="*/ 857670 w 1206591"/>
                  <a:gd name="connsiteY17-898" fmla="*/ 2588272 h 2752820"/>
                  <a:gd name="connsiteX18-899" fmla="*/ 858547 w 1206591"/>
                  <a:gd name="connsiteY18-900" fmla="*/ 2599022 h 2752820"/>
                  <a:gd name="connsiteX19-901" fmla="*/ 853940 w 1206591"/>
                  <a:gd name="connsiteY19-902" fmla="*/ 2605603 h 2752820"/>
                  <a:gd name="connsiteX20-903" fmla="*/ 792294 w 1206591"/>
                  <a:gd name="connsiteY20-904" fmla="*/ 2666372 h 2752820"/>
                  <a:gd name="connsiteX21-905" fmla="*/ 755438 w 1206591"/>
                  <a:gd name="connsiteY21-906" fmla="*/ 2700595 h 2752820"/>
                  <a:gd name="connsiteX22-907" fmla="*/ 754564 w 1206591"/>
                  <a:gd name="connsiteY22-908" fmla="*/ 2698017 h 2752820"/>
                  <a:gd name="connsiteX23-909" fmla="*/ 754561 w 1206591"/>
                  <a:gd name="connsiteY23-910" fmla="*/ 2698182 h 2752820"/>
                  <a:gd name="connsiteX24-911" fmla="*/ 753684 w 1206591"/>
                  <a:gd name="connsiteY24-912" fmla="*/ 2702350 h 2752820"/>
                  <a:gd name="connsiteX25-913" fmla="*/ 710465 w 1206591"/>
                  <a:gd name="connsiteY25-914" fmla="*/ 2745349 h 2752820"/>
                  <a:gd name="connsiteX26-915" fmla="*/ 691819 w 1206591"/>
                  <a:gd name="connsiteY26-916" fmla="*/ 2752808 h 2752820"/>
                  <a:gd name="connsiteX27-917" fmla="*/ 657156 w 1206591"/>
                  <a:gd name="connsiteY27-918" fmla="*/ 2751930 h 2752820"/>
                  <a:gd name="connsiteX28-919" fmla="*/ 657149 w 1206591"/>
                  <a:gd name="connsiteY28-920" fmla="*/ 2747739 h 2752820"/>
                  <a:gd name="connsiteX29-921" fmla="*/ 655130 w 1206591"/>
                  <a:gd name="connsiteY29-922" fmla="*/ 2750014 h 2752820"/>
                  <a:gd name="connsiteX30-923" fmla="*/ 650136 w 1206591"/>
                  <a:gd name="connsiteY30-924" fmla="*/ 2750394 h 2752820"/>
                  <a:gd name="connsiteX31-925" fmla="*/ 636754 w 1206591"/>
                  <a:gd name="connsiteY31-926" fmla="*/ 2739645 h 2752820"/>
                  <a:gd name="connsiteX32-927" fmla="*/ 464979 w 1206591"/>
                  <a:gd name="connsiteY32-928" fmla="*/ 2536499 h 2752820"/>
                  <a:gd name="connsiteX33-929" fmla="*/ 466076 w 1206591"/>
                  <a:gd name="connsiteY33-930" fmla="*/ 2504909 h 2752820"/>
                  <a:gd name="connsiteX34-931" fmla="*/ 512365 w 1206591"/>
                  <a:gd name="connsiteY34-932" fmla="*/ 2450064 h 2752820"/>
                  <a:gd name="connsiteX35-933" fmla="*/ 513461 w 1206591"/>
                  <a:gd name="connsiteY35-934" fmla="*/ 2414304 h 2752820"/>
                  <a:gd name="connsiteX36-935" fmla="*/ 542639 w 1206591"/>
                  <a:gd name="connsiteY36-936" fmla="*/ 2356607 h 2752820"/>
                  <a:gd name="connsiteX37-937" fmla="*/ 640702 w 1206591"/>
                  <a:gd name="connsiteY37-938" fmla="*/ 2281579 h 2752820"/>
                  <a:gd name="connsiteX38-939" fmla="*/ 657156 w 1206591"/>
                  <a:gd name="connsiteY38-940" fmla="*/ 2261176 h 2752820"/>
                  <a:gd name="connsiteX39-941" fmla="*/ 659999 w 1206591"/>
                  <a:gd name="connsiteY39-942" fmla="*/ 2263633 h 2752820"/>
                  <a:gd name="connsiteX40-943" fmla="*/ 660008 w 1206591"/>
                  <a:gd name="connsiteY40-944" fmla="*/ 2261397 h 2752820"/>
                  <a:gd name="connsiteX41-945" fmla="*/ 661105 w 1206591"/>
                  <a:gd name="connsiteY41-946" fmla="*/ 2256131 h 2752820"/>
                  <a:gd name="connsiteX42-947" fmla="*/ 679094 w 1206591"/>
                  <a:gd name="connsiteY42-948" fmla="*/ 2199970 h 2752820"/>
                  <a:gd name="connsiteX43-949" fmla="*/ 680850 w 1206591"/>
                  <a:gd name="connsiteY43-950" fmla="*/ 2198873 h 2752820"/>
                  <a:gd name="connsiteX44-951" fmla="*/ 678655 w 1206591"/>
                  <a:gd name="connsiteY44-952" fmla="*/ 2173205 h 2752820"/>
                  <a:gd name="connsiteX45-953" fmla="*/ 663080 w 1206591"/>
                  <a:gd name="connsiteY45-954" fmla="*/ 2157849 h 2752820"/>
                  <a:gd name="connsiteX46-955" fmla="*/ 663299 w 1206591"/>
                  <a:gd name="connsiteY46-956" fmla="*/ 2156313 h 2752820"/>
                  <a:gd name="connsiteX47-957" fmla="*/ 663807 w 1206591"/>
                  <a:gd name="connsiteY47-958" fmla="*/ 2151829 h 2752820"/>
                  <a:gd name="connsiteX48-959" fmla="*/ 661325 w 1206591"/>
                  <a:gd name="connsiteY48-960" fmla="*/ 2155874 h 2752820"/>
                  <a:gd name="connsiteX49-961" fmla="*/ 582567 w 1206591"/>
                  <a:gd name="connsiteY49-962" fmla="*/ 2089402 h 2752820"/>
                  <a:gd name="connsiteX50-963" fmla="*/ 580320 w 1206591"/>
                  <a:gd name="connsiteY50-964" fmla="*/ 2084265 h 2752820"/>
                  <a:gd name="connsiteX51-965" fmla="*/ 577741 w 1206591"/>
                  <a:gd name="connsiteY51-966" fmla="*/ 2085892 h 2752820"/>
                  <a:gd name="connsiteX52-967" fmla="*/ 573792 w 1206591"/>
                  <a:gd name="connsiteY52-968" fmla="*/ 2083259 h 2752820"/>
                  <a:gd name="connsiteX53-969" fmla="*/ 559971 w 1206591"/>
                  <a:gd name="connsiteY53-970" fmla="*/ 2070316 h 2752820"/>
                  <a:gd name="connsiteX54-971" fmla="*/ 575766 w 1206591"/>
                  <a:gd name="connsiteY54-972" fmla="*/ 2039603 h 2752820"/>
                  <a:gd name="connsiteX55-973" fmla="*/ 581909 w 1206591"/>
                  <a:gd name="connsiteY55-974" fmla="*/ 2023588 h 2752820"/>
                  <a:gd name="connsiteX56-975" fmla="*/ 575985 w 1206591"/>
                  <a:gd name="connsiteY56-976" fmla="*/ 1975544 h 2752820"/>
                  <a:gd name="connsiteX57-977" fmla="*/ 527502 w 1206591"/>
                  <a:gd name="connsiteY57-978" fmla="*/ 1912143 h 2752820"/>
                  <a:gd name="connsiteX58-979" fmla="*/ 527502 w 1206591"/>
                  <a:gd name="connsiteY58-980" fmla="*/ 1883623 h 2752820"/>
                  <a:gd name="connsiteX59-981" fmla="*/ 562164 w 1206591"/>
                  <a:gd name="connsiteY59-982" fmla="*/ 1814738 h 2752820"/>
                  <a:gd name="connsiteX60-983" fmla="*/ 543736 w 1206591"/>
                  <a:gd name="connsiteY60-984" fmla="*/ 1755725 h 2752820"/>
                  <a:gd name="connsiteX61-985" fmla="*/ 532109 w 1206591"/>
                  <a:gd name="connsiteY61-986" fmla="*/ 1738613 h 2752820"/>
                  <a:gd name="connsiteX62-987" fmla="*/ 534084 w 1206591"/>
                  <a:gd name="connsiteY62-988" fmla="*/ 1736639 h 2752820"/>
                  <a:gd name="connsiteX63-989" fmla="*/ 534303 w 1206591"/>
                  <a:gd name="connsiteY63-990" fmla="*/ 1736200 h 2752820"/>
                  <a:gd name="connsiteX64-991" fmla="*/ 532109 w 1206591"/>
                  <a:gd name="connsiteY64-992" fmla="*/ 1735103 h 2752820"/>
                  <a:gd name="connsiteX65-993" fmla="*/ 501616 w 1206591"/>
                  <a:gd name="connsiteY65-994" fmla="*/ 1709874 h 2752820"/>
                  <a:gd name="connsiteX66-995" fmla="*/ 497008 w 1206591"/>
                  <a:gd name="connsiteY66-996" fmla="*/ 1687937 h 2752820"/>
                  <a:gd name="connsiteX67-997" fmla="*/ 531808 w 1206591"/>
                  <a:gd name="connsiteY67-998" fmla="*/ 1626564 h 2752820"/>
                  <a:gd name="connsiteX68-999" fmla="*/ 531822 w 1206591"/>
                  <a:gd name="connsiteY68-1000" fmla="*/ 1627420 h 2752820"/>
                  <a:gd name="connsiteX69-1001" fmla="*/ 532461 w 1206591"/>
                  <a:gd name="connsiteY69-1002" fmla="*/ 1563126 h 2752820"/>
                  <a:gd name="connsiteX70-1003" fmla="*/ 473315 w 1206591"/>
                  <a:gd name="connsiteY70-1004" fmla="*/ 1495321 h 2752820"/>
                  <a:gd name="connsiteX71-1005" fmla="*/ 471341 w 1206591"/>
                  <a:gd name="connsiteY71-1006" fmla="*/ 1476454 h 2752820"/>
                  <a:gd name="connsiteX72-1007" fmla="*/ 495253 w 1206591"/>
                  <a:gd name="connsiteY72-1008" fmla="*/ 1441134 h 2752820"/>
                  <a:gd name="connsiteX73-1009" fmla="*/ 463662 w 1206591"/>
                  <a:gd name="connsiteY73-1010" fmla="*/ 1350750 h 2752820"/>
                  <a:gd name="connsiteX74-1011" fmla="*/ 449841 w 1206591"/>
                  <a:gd name="connsiteY74-1012" fmla="*/ 1348117 h 2752820"/>
                  <a:gd name="connsiteX75-1013" fmla="*/ 437556 w 1206591"/>
                  <a:gd name="connsiteY75-1014" fmla="*/ 1335173 h 2752820"/>
                  <a:gd name="connsiteX76-1015" fmla="*/ 438214 w 1206591"/>
                  <a:gd name="connsiteY76-1016" fmla="*/ 1311042 h 2752820"/>
                  <a:gd name="connsiteX77-1017" fmla="*/ 422638 w 1206591"/>
                  <a:gd name="connsiteY77-1018" fmla="*/ 1304021 h 2752820"/>
                  <a:gd name="connsiteX78-1019" fmla="*/ 406404 w 1206591"/>
                  <a:gd name="connsiteY78-1020" fmla="*/ 1304021 h 2752820"/>
                  <a:gd name="connsiteX79-1021" fmla="*/ 348049 w 1206591"/>
                  <a:gd name="connsiteY79-1022" fmla="*/ 1311041 h 2752820"/>
                  <a:gd name="connsiteX80-1023" fmla="*/ 334447 w 1206591"/>
                  <a:gd name="connsiteY80-1024" fmla="*/ 1296343 h 2752820"/>
                  <a:gd name="connsiteX81-1025" fmla="*/ 338177 w 1206591"/>
                  <a:gd name="connsiteY81-1026" fmla="*/ 1192356 h 2752820"/>
                  <a:gd name="connsiteX82-1027" fmla="*/ 339472 w 1206591"/>
                  <a:gd name="connsiteY82-1028" fmla="*/ 1143444 h 2752820"/>
                  <a:gd name="connsiteX83-1029" fmla="*/ 265987 w 1206591"/>
                  <a:gd name="connsiteY83-1030" fmla="*/ 1103558 h 2752820"/>
                  <a:gd name="connsiteX84-1031" fmla="*/ 0 w 1206591"/>
                  <a:gd name="connsiteY84-1032" fmla="*/ 603296 h 2752820"/>
                  <a:gd name="connsiteX85-1033" fmla="*/ 47410 w 1206591"/>
                  <a:gd name="connsiteY85-1034" fmla="*/ 368466 h 275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  <a:cxn ang="0">
                    <a:pos x="connsiteX42-85" y="connsiteY42-86"/>
                  </a:cxn>
                  <a:cxn ang="0">
                    <a:pos x="connsiteX43-87" y="connsiteY43-88"/>
                  </a:cxn>
                  <a:cxn ang="0">
                    <a:pos x="connsiteX44-89" y="connsiteY44-90"/>
                  </a:cxn>
                  <a:cxn ang="0">
                    <a:pos x="connsiteX45-91" y="connsiteY45-92"/>
                  </a:cxn>
                  <a:cxn ang="0">
                    <a:pos x="connsiteX46-93" y="connsiteY46-94"/>
                  </a:cxn>
                  <a:cxn ang="0">
                    <a:pos x="connsiteX47-95" y="connsiteY47-96"/>
                  </a:cxn>
                  <a:cxn ang="0">
                    <a:pos x="connsiteX48-97" y="connsiteY48-98"/>
                  </a:cxn>
                  <a:cxn ang="0">
                    <a:pos x="connsiteX49-99" y="connsiteY49-100"/>
                  </a:cxn>
                  <a:cxn ang="0">
                    <a:pos x="connsiteX50-101" y="connsiteY50-102"/>
                  </a:cxn>
                  <a:cxn ang="0">
                    <a:pos x="connsiteX51-103" y="connsiteY51-104"/>
                  </a:cxn>
                  <a:cxn ang="0">
                    <a:pos x="connsiteX52-105" y="connsiteY52-106"/>
                  </a:cxn>
                  <a:cxn ang="0">
                    <a:pos x="connsiteX53-107" y="connsiteY53-108"/>
                  </a:cxn>
                  <a:cxn ang="0">
                    <a:pos x="connsiteX54-109" y="connsiteY54-110"/>
                  </a:cxn>
                  <a:cxn ang="0">
                    <a:pos x="connsiteX55-111" y="connsiteY55-112"/>
                  </a:cxn>
                  <a:cxn ang="0">
                    <a:pos x="connsiteX56-113" y="connsiteY56-114"/>
                  </a:cxn>
                  <a:cxn ang="0">
                    <a:pos x="connsiteX57-115" y="connsiteY57-116"/>
                  </a:cxn>
                  <a:cxn ang="0">
                    <a:pos x="connsiteX58-117" y="connsiteY58-118"/>
                  </a:cxn>
                  <a:cxn ang="0">
                    <a:pos x="connsiteX59-119" y="connsiteY59-120"/>
                  </a:cxn>
                  <a:cxn ang="0">
                    <a:pos x="connsiteX60-121" y="connsiteY60-122"/>
                  </a:cxn>
                  <a:cxn ang="0">
                    <a:pos x="connsiteX61-123" y="connsiteY61-124"/>
                  </a:cxn>
                  <a:cxn ang="0">
                    <a:pos x="connsiteX62-125" y="connsiteY62-126"/>
                  </a:cxn>
                  <a:cxn ang="0">
                    <a:pos x="connsiteX63-127" y="connsiteY63-128"/>
                  </a:cxn>
                  <a:cxn ang="0">
                    <a:pos x="connsiteX64-129" y="connsiteY64-130"/>
                  </a:cxn>
                  <a:cxn ang="0">
                    <a:pos x="connsiteX65-131" y="connsiteY65-132"/>
                  </a:cxn>
                  <a:cxn ang="0">
                    <a:pos x="connsiteX66-133" y="connsiteY66-134"/>
                  </a:cxn>
                  <a:cxn ang="0">
                    <a:pos x="connsiteX67-135" y="connsiteY67-136"/>
                  </a:cxn>
                  <a:cxn ang="0">
                    <a:pos x="connsiteX68-137" y="connsiteY68-138"/>
                  </a:cxn>
                  <a:cxn ang="0">
                    <a:pos x="connsiteX69-139" y="connsiteY69-140"/>
                  </a:cxn>
                  <a:cxn ang="0">
                    <a:pos x="connsiteX70-141" y="connsiteY70-142"/>
                  </a:cxn>
                  <a:cxn ang="0">
                    <a:pos x="connsiteX71-143" y="connsiteY71-144"/>
                  </a:cxn>
                  <a:cxn ang="0">
                    <a:pos x="connsiteX72-145" y="connsiteY72-146"/>
                  </a:cxn>
                  <a:cxn ang="0">
                    <a:pos x="connsiteX73-147" y="connsiteY73-148"/>
                  </a:cxn>
                  <a:cxn ang="0">
                    <a:pos x="connsiteX74-149" y="connsiteY74-150"/>
                  </a:cxn>
                  <a:cxn ang="0">
                    <a:pos x="connsiteX75-151" y="connsiteY75-152"/>
                  </a:cxn>
                  <a:cxn ang="0">
                    <a:pos x="connsiteX76-153" y="connsiteY76-154"/>
                  </a:cxn>
                  <a:cxn ang="0">
                    <a:pos x="connsiteX77-155" y="connsiteY77-156"/>
                  </a:cxn>
                  <a:cxn ang="0">
                    <a:pos x="connsiteX78-157" y="connsiteY78-158"/>
                  </a:cxn>
                  <a:cxn ang="0">
                    <a:pos x="connsiteX79-159" y="connsiteY79-160"/>
                  </a:cxn>
                  <a:cxn ang="0">
                    <a:pos x="connsiteX80-161" y="connsiteY80-162"/>
                  </a:cxn>
                  <a:cxn ang="0">
                    <a:pos x="connsiteX81-163" y="connsiteY81-164"/>
                  </a:cxn>
                  <a:cxn ang="0">
                    <a:pos x="connsiteX82-165" y="connsiteY82-166"/>
                  </a:cxn>
                  <a:cxn ang="0">
                    <a:pos x="connsiteX83-167" y="connsiteY83-168"/>
                  </a:cxn>
                  <a:cxn ang="0">
                    <a:pos x="connsiteX84-169" y="connsiteY84-170"/>
                  </a:cxn>
                  <a:cxn ang="0">
                    <a:pos x="connsiteX85-171" y="connsiteY85-172"/>
                  </a:cxn>
                </a:cxnLst>
                <a:rect l="l" t="t" r="r" b="b"/>
                <a:pathLst>
                  <a:path w="1206591" h="2752820">
                    <a:moveTo>
                      <a:pt x="47410" y="368466"/>
                    </a:moveTo>
                    <a:cubicBezTo>
                      <a:pt x="138995" y="151934"/>
                      <a:pt x="353402" y="0"/>
                      <a:pt x="603296" y="0"/>
                    </a:cubicBezTo>
                    <a:cubicBezTo>
                      <a:pt x="686593" y="0"/>
                      <a:pt x="765948" y="16882"/>
                      <a:pt x="838125" y="47410"/>
                    </a:cubicBezTo>
                    <a:lnTo>
                      <a:pt x="877680" y="72242"/>
                    </a:lnTo>
                    <a:lnTo>
                      <a:pt x="665356" y="176012"/>
                    </a:lnTo>
                    <a:cubicBezTo>
                      <a:pt x="646281" y="167944"/>
                      <a:pt x="625309" y="163483"/>
                      <a:pt x="603296" y="163483"/>
                    </a:cubicBezTo>
                    <a:cubicBezTo>
                      <a:pt x="515241" y="163482"/>
                      <a:pt x="443859" y="234864"/>
                      <a:pt x="443859" y="322919"/>
                    </a:cubicBezTo>
                    <a:cubicBezTo>
                      <a:pt x="443859" y="410974"/>
                      <a:pt x="515241" y="482356"/>
                      <a:pt x="603296" y="482356"/>
                    </a:cubicBezTo>
                    <a:cubicBezTo>
                      <a:pt x="691351" y="482356"/>
                      <a:pt x="762733" y="410974"/>
                      <a:pt x="762733" y="322919"/>
                    </a:cubicBezTo>
                    <a:lnTo>
                      <a:pt x="753492" y="277148"/>
                    </a:lnTo>
                    <a:lnTo>
                      <a:pt x="785562" y="266006"/>
                    </a:lnTo>
                    <a:cubicBezTo>
                      <a:pt x="852084" y="235545"/>
                      <a:pt x="888055" y="182914"/>
                      <a:pt x="938904" y="129739"/>
                    </a:cubicBezTo>
                    <a:lnTo>
                      <a:pt x="972122" y="129039"/>
                    </a:lnTo>
                    <a:lnTo>
                      <a:pt x="1029890" y="176701"/>
                    </a:lnTo>
                    <a:cubicBezTo>
                      <a:pt x="1139065" y="285875"/>
                      <a:pt x="1206591" y="436699"/>
                      <a:pt x="1206591" y="603295"/>
                    </a:cubicBezTo>
                    <a:cubicBezTo>
                      <a:pt x="1206591" y="811540"/>
                      <a:pt x="1101081" y="995141"/>
                      <a:pt x="940604" y="1103558"/>
                    </a:cubicBezTo>
                    <a:lnTo>
                      <a:pt x="857670" y="1148573"/>
                    </a:lnTo>
                    <a:lnTo>
                      <a:pt x="857670" y="2588272"/>
                    </a:lnTo>
                    <a:cubicBezTo>
                      <a:pt x="857669" y="2591783"/>
                      <a:pt x="856792" y="2595512"/>
                      <a:pt x="858547" y="2599022"/>
                    </a:cubicBezTo>
                    <a:lnTo>
                      <a:pt x="853940" y="2605603"/>
                    </a:lnTo>
                    <a:cubicBezTo>
                      <a:pt x="832879" y="2625347"/>
                      <a:pt x="812258" y="2645530"/>
                      <a:pt x="792294" y="2666372"/>
                    </a:cubicBezTo>
                    <a:cubicBezTo>
                      <a:pt x="780667" y="2678657"/>
                      <a:pt x="768601" y="2690065"/>
                      <a:pt x="755438" y="2700595"/>
                    </a:cubicBezTo>
                    <a:lnTo>
                      <a:pt x="754564" y="2698017"/>
                    </a:lnTo>
                    <a:lnTo>
                      <a:pt x="754561" y="2698182"/>
                    </a:lnTo>
                    <a:cubicBezTo>
                      <a:pt x="754341" y="2699498"/>
                      <a:pt x="754342" y="2701034"/>
                      <a:pt x="753684" y="2702350"/>
                    </a:cubicBezTo>
                    <a:lnTo>
                      <a:pt x="710465" y="2745349"/>
                    </a:lnTo>
                    <a:cubicBezTo>
                      <a:pt x="705420" y="2750394"/>
                      <a:pt x="699058" y="2753027"/>
                      <a:pt x="691819" y="2752808"/>
                    </a:cubicBezTo>
                    <a:lnTo>
                      <a:pt x="657156" y="2751930"/>
                    </a:lnTo>
                    <a:cubicBezTo>
                      <a:pt x="657154" y="2750533"/>
                      <a:pt x="657151" y="2749136"/>
                      <a:pt x="657149" y="2747739"/>
                    </a:cubicBezTo>
                    <a:lnTo>
                      <a:pt x="655130" y="2750014"/>
                    </a:lnTo>
                    <a:cubicBezTo>
                      <a:pt x="653989" y="2750545"/>
                      <a:pt x="652385" y="2750724"/>
                      <a:pt x="650136" y="2750394"/>
                    </a:cubicBezTo>
                    <a:cubicBezTo>
                      <a:pt x="644213" y="2748639"/>
                      <a:pt x="640483" y="2744033"/>
                      <a:pt x="636754" y="2739645"/>
                    </a:cubicBezTo>
                    <a:lnTo>
                      <a:pt x="464979" y="2536499"/>
                    </a:lnTo>
                    <a:cubicBezTo>
                      <a:pt x="454668" y="2524433"/>
                      <a:pt x="455107" y="2516974"/>
                      <a:pt x="466076" y="2504909"/>
                    </a:cubicBezTo>
                    <a:cubicBezTo>
                      <a:pt x="482090" y="2487138"/>
                      <a:pt x="500298" y="2471343"/>
                      <a:pt x="512365" y="2450064"/>
                    </a:cubicBezTo>
                    <a:cubicBezTo>
                      <a:pt x="516313" y="2438216"/>
                      <a:pt x="514339" y="2426150"/>
                      <a:pt x="513461" y="2414304"/>
                    </a:cubicBezTo>
                    <a:cubicBezTo>
                      <a:pt x="509951" y="2368893"/>
                      <a:pt x="508635" y="2377229"/>
                      <a:pt x="542639" y="2356607"/>
                    </a:cubicBezTo>
                    <a:cubicBezTo>
                      <a:pt x="577960" y="2335108"/>
                      <a:pt x="612183" y="2312073"/>
                      <a:pt x="640702" y="2281579"/>
                    </a:cubicBezTo>
                    <a:cubicBezTo>
                      <a:pt x="646626" y="2275217"/>
                      <a:pt x="651672" y="2267978"/>
                      <a:pt x="657156" y="2261176"/>
                    </a:cubicBezTo>
                    <a:lnTo>
                      <a:pt x="659999" y="2263633"/>
                    </a:lnTo>
                    <a:cubicBezTo>
                      <a:pt x="660002" y="2262887"/>
                      <a:pt x="660005" y="2262142"/>
                      <a:pt x="660008" y="2261397"/>
                    </a:cubicBezTo>
                    <a:cubicBezTo>
                      <a:pt x="660008" y="2259421"/>
                      <a:pt x="660227" y="2257886"/>
                      <a:pt x="661105" y="2256131"/>
                    </a:cubicBezTo>
                    <a:cubicBezTo>
                      <a:pt x="669661" y="2238361"/>
                      <a:pt x="676681" y="2219933"/>
                      <a:pt x="679094" y="2199970"/>
                    </a:cubicBezTo>
                    <a:cubicBezTo>
                      <a:pt x="679752" y="2199751"/>
                      <a:pt x="680191" y="2199311"/>
                      <a:pt x="680850" y="2198873"/>
                    </a:cubicBezTo>
                    <a:cubicBezTo>
                      <a:pt x="682385" y="2190098"/>
                      <a:pt x="686992" y="2181103"/>
                      <a:pt x="678655" y="2173205"/>
                    </a:cubicBezTo>
                    <a:cubicBezTo>
                      <a:pt x="673390" y="2167940"/>
                      <a:pt x="668345" y="2162895"/>
                      <a:pt x="663080" y="2157849"/>
                    </a:cubicBezTo>
                    <a:cubicBezTo>
                      <a:pt x="663079" y="2157410"/>
                      <a:pt x="663299" y="2156752"/>
                      <a:pt x="663299" y="2156313"/>
                    </a:cubicBezTo>
                    <a:cubicBezTo>
                      <a:pt x="663468" y="2154818"/>
                      <a:pt x="663638" y="2153324"/>
                      <a:pt x="663807" y="2151829"/>
                    </a:cubicBezTo>
                    <a:lnTo>
                      <a:pt x="661325" y="2155874"/>
                    </a:lnTo>
                    <a:lnTo>
                      <a:pt x="582567" y="2089402"/>
                    </a:lnTo>
                    <a:lnTo>
                      <a:pt x="580320" y="2084265"/>
                    </a:lnTo>
                    <a:lnTo>
                      <a:pt x="577741" y="2085892"/>
                    </a:lnTo>
                    <a:lnTo>
                      <a:pt x="573792" y="2083259"/>
                    </a:lnTo>
                    <a:cubicBezTo>
                      <a:pt x="569185" y="2078872"/>
                      <a:pt x="564578" y="2074484"/>
                      <a:pt x="559971" y="2070316"/>
                    </a:cubicBezTo>
                    <a:cubicBezTo>
                      <a:pt x="564578" y="2059566"/>
                      <a:pt x="568526" y="2048817"/>
                      <a:pt x="575766" y="2039603"/>
                    </a:cubicBezTo>
                    <a:cubicBezTo>
                      <a:pt x="579423" y="2031814"/>
                      <a:pt x="581292" y="2034438"/>
                      <a:pt x="581909" y="2023588"/>
                    </a:cubicBezTo>
                    <a:cubicBezTo>
                      <a:pt x="581945" y="2012912"/>
                      <a:pt x="585052" y="1994118"/>
                      <a:pt x="575985" y="1975544"/>
                    </a:cubicBezTo>
                    <a:cubicBezTo>
                      <a:pt x="561725" y="1952948"/>
                      <a:pt x="543517" y="1933423"/>
                      <a:pt x="527502" y="1912143"/>
                    </a:cubicBezTo>
                    <a:cubicBezTo>
                      <a:pt x="524870" y="1902710"/>
                      <a:pt x="524870" y="1893057"/>
                      <a:pt x="527502" y="1883623"/>
                    </a:cubicBezTo>
                    <a:cubicBezTo>
                      <a:pt x="543078" y="1862563"/>
                      <a:pt x="554266" y="1839528"/>
                      <a:pt x="562164" y="1814738"/>
                    </a:cubicBezTo>
                    <a:cubicBezTo>
                      <a:pt x="566332" y="1791923"/>
                      <a:pt x="554925" y="1773934"/>
                      <a:pt x="543736" y="1755725"/>
                    </a:cubicBezTo>
                    <a:cubicBezTo>
                      <a:pt x="540226" y="1749801"/>
                      <a:pt x="536058" y="1744317"/>
                      <a:pt x="532109" y="1738613"/>
                    </a:cubicBezTo>
                    <a:cubicBezTo>
                      <a:pt x="531451" y="1736858"/>
                      <a:pt x="532109" y="1735981"/>
                      <a:pt x="534084" y="1736639"/>
                    </a:cubicBezTo>
                    <a:cubicBezTo>
                      <a:pt x="534303" y="1736420"/>
                      <a:pt x="534303" y="1736420"/>
                      <a:pt x="534303" y="1736200"/>
                    </a:cubicBezTo>
                    <a:cubicBezTo>
                      <a:pt x="533645" y="1735761"/>
                      <a:pt x="532987" y="1735542"/>
                      <a:pt x="532109" y="1735103"/>
                    </a:cubicBezTo>
                    <a:lnTo>
                      <a:pt x="501616" y="1709874"/>
                    </a:lnTo>
                    <a:cubicBezTo>
                      <a:pt x="493498" y="1703732"/>
                      <a:pt x="492621" y="1696712"/>
                      <a:pt x="497008" y="1687937"/>
                    </a:cubicBezTo>
                    <a:cubicBezTo>
                      <a:pt x="502040" y="1674052"/>
                      <a:pt x="526006" y="1636651"/>
                      <a:pt x="531808" y="1626564"/>
                    </a:cubicBezTo>
                    <a:cubicBezTo>
                      <a:pt x="531813" y="1626850"/>
                      <a:pt x="531817" y="1627134"/>
                      <a:pt x="531822" y="1627420"/>
                    </a:cubicBezTo>
                    <a:cubicBezTo>
                      <a:pt x="531931" y="1616847"/>
                      <a:pt x="542213" y="1585142"/>
                      <a:pt x="532461" y="1563126"/>
                    </a:cubicBezTo>
                    <a:lnTo>
                      <a:pt x="473315" y="1495321"/>
                    </a:lnTo>
                    <a:cubicBezTo>
                      <a:pt x="465417" y="1489837"/>
                      <a:pt x="466295" y="1483475"/>
                      <a:pt x="471341" y="1476454"/>
                    </a:cubicBezTo>
                    <a:cubicBezTo>
                      <a:pt x="479896" y="1465046"/>
                      <a:pt x="488233" y="1453638"/>
                      <a:pt x="495253" y="1441134"/>
                    </a:cubicBezTo>
                    <a:cubicBezTo>
                      <a:pt x="516972" y="1402742"/>
                      <a:pt x="504687" y="1367642"/>
                      <a:pt x="463662" y="1350750"/>
                    </a:cubicBezTo>
                    <a:cubicBezTo>
                      <a:pt x="459275" y="1348994"/>
                      <a:pt x="454668" y="1347678"/>
                      <a:pt x="449841" y="1348117"/>
                    </a:cubicBezTo>
                    <a:cubicBezTo>
                      <a:pt x="439969" y="1349213"/>
                      <a:pt x="436679" y="1344388"/>
                      <a:pt x="437556" y="1335173"/>
                    </a:cubicBezTo>
                    <a:cubicBezTo>
                      <a:pt x="438214" y="1327276"/>
                      <a:pt x="437995" y="1319159"/>
                      <a:pt x="438214" y="1311042"/>
                    </a:cubicBezTo>
                    <a:lnTo>
                      <a:pt x="422638" y="1304021"/>
                    </a:lnTo>
                    <a:lnTo>
                      <a:pt x="406404" y="1304021"/>
                    </a:lnTo>
                    <a:cubicBezTo>
                      <a:pt x="387098" y="1306873"/>
                      <a:pt x="368012" y="1312358"/>
                      <a:pt x="348049" y="1311041"/>
                    </a:cubicBezTo>
                    <a:cubicBezTo>
                      <a:pt x="334667" y="1310164"/>
                      <a:pt x="333789" y="1310164"/>
                      <a:pt x="334447" y="1296343"/>
                    </a:cubicBezTo>
                    <a:cubicBezTo>
                      <a:pt x="336422" y="1261680"/>
                      <a:pt x="337738" y="1227018"/>
                      <a:pt x="338177" y="1192356"/>
                    </a:cubicBezTo>
                    <a:cubicBezTo>
                      <a:pt x="338609" y="1176052"/>
                      <a:pt x="339040" y="1159748"/>
                      <a:pt x="339472" y="1143444"/>
                    </a:cubicBezTo>
                    <a:lnTo>
                      <a:pt x="265987" y="1103558"/>
                    </a:lnTo>
                    <a:cubicBezTo>
                      <a:pt x="105510" y="995141"/>
                      <a:pt x="0" y="811540"/>
                      <a:pt x="0" y="603296"/>
                    </a:cubicBezTo>
                    <a:cubicBezTo>
                      <a:pt x="0" y="519998"/>
                      <a:pt x="16882" y="440643"/>
                      <a:pt x="47410" y="368466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/>
              <p:cNvSpPr/>
              <p:nvPr/>
            </p:nvSpPr>
            <p:spPr>
              <a:xfrm rot="3782544">
                <a:off x="6877925" y="2428832"/>
                <a:ext cx="1206591" cy="2752820"/>
              </a:xfrm>
              <a:custGeom>
                <a:avLst/>
                <a:gdLst>
                  <a:gd name="connsiteX0" fmla="*/ 47410 w 1206591"/>
                  <a:gd name="connsiteY0" fmla="*/ 368466 h 2752820"/>
                  <a:gd name="connsiteX1" fmla="*/ 603296 w 1206591"/>
                  <a:gd name="connsiteY1" fmla="*/ 0 h 2752820"/>
                  <a:gd name="connsiteX2" fmla="*/ 838125 w 1206591"/>
                  <a:gd name="connsiteY2" fmla="*/ 47410 h 2752820"/>
                  <a:gd name="connsiteX3" fmla="*/ 897862 w 1206591"/>
                  <a:gd name="connsiteY3" fmla="*/ 79833 h 2752820"/>
                  <a:gd name="connsiteX4" fmla="*/ 803376 w 1206591"/>
                  <a:gd name="connsiteY4" fmla="*/ 156473 h 2752820"/>
                  <a:gd name="connsiteX5" fmla="*/ 703894 w 1206591"/>
                  <a:gd name="connsiteY5" fmla="*/ 201995 h 2752820"/>
                  <a:gd name="connsiteX6" fmla="*/ 665356 w 1206591"/>
                  <a:gd name="connsiteY6" fmla="*/ 176012 h 2752820"/>
                  <a:gd name="connsiteX7" fmla="*/ 603296 w 1206591"/>
                  <a:gd name="connsiteY7" fmla="*/ 163483 h 2752820"/>
                  <a:gd name="connsiteX8" fmla="*/ 443859 w 1206591"/>
                  <a:gd name="connsiteY8" fmla="*/ 322919 h 2752820"/>
                  <a:gd name="connsiteX9" fmla="*/ 603296 w 1206591"/>
                  <a:gd name="connsiteY9" fmla="*/ 482356 h 2752820"/>
                  <a:gd name="connsiteX10" fmla="*/ 762733 w 1206591"/>
                  <a:gd name="connsiteY10" fmla="*/ 322919 h 2752820"/>
                  <a:gd name="connsiteX11" fmla="*/ 753492 w 1206591"/>
                  <a:gd name="connsiteY11" fmla="*/ 277148 h 2752820"/>
                  <a:gd name="connsiteX12" fmla="*/ 785562 w 1206591"/>
                  <a:gd name="connsiteY12" fmla="*/ 266006 h 2752820"/>
                  <a:gd name="connsiteX13" fmla="*/ 963332 w 1206591"/>
                  <a:gd name="connsiteY13" fmla="*/ 139490 h 2752820"/>
                  <a:gd name="connsiteX14" fmla="*/ 972122 w 1206591"/>
                  <a:gd name="connsiteY14" fmla="*/ 129039 h 2752820"/>
                  <a:gd name="connsiteX15" fmla="*/ 1029890 w 1206591"/>
                  <a:gd name="connsiteY15" fmla="*/ 176701 h 2752820"/>
                  <a:gd name="connsiteX16" fmla="*/ 1206591 w 1206591"/>
                  <a:gd name="connsiteY16" fmla="*/ 603295 h 2752820"/>
                  <a:gd name="connsiteX17" fmla="*/ 940604 w 1206591"/>
                  <a:gd name="connsiteY17" fmla="*/ 1103558 h 2752820"/>
                  <a:gd name="connsiteX18" fmla="*/ 857670 w 1206591"/>
                  <a:gd name="connsiteY18" fmla="*/ 1148573 h 2752820"/>
                  <a:gd name="connsiteX19" fmla="*/ 857670 w 1206591"/>
                  <a:gd name="connsiteY19" fmla="*/ 2588272 h 2752820"/>
                  <a:gd name="connsiteX20" fmla="*/ 858547 w 1206591"/>
                  <a:gd name="connsiteY20" fmla="*/ 2599022 h 2752820"/>
                  <a:gd name="connsiteX21" fmla="*/ 853940 w 1206591"/>
                  <a:gd name="connsiteY21" fmla="*/ 2605603 h 2752820"/>
                  <a:gd name="connsiteX22" fmla="*/ 792294 w 1206591"/>
                  <a:gd name="connsiteY22" fmla="*/ 2666372 h 2752820"/>
                  <a:gd name="connsiteX23" fmla="*/ 755438 w 1206591"/>
                  <a:gd name="connsiteY23" fmla="*/ 2700595 h 2752820"/>
                  <a:gd name="connsiteX24" fmla="*/ 754564 w 1206591"/>
                  <a:gd name="connsiteY24" fmla="*/ 2698017 h 2752820"/>
                  <a:gd name="connsiteX25" fmla="*/ 754561 w 1206591"/>
                  <a:gd name="connsiteY25" fmla="*/ 2698182 h 2752820"/>
                  <a:gd name="connsiteX26" fmla="*/ 753684 w 1206591"/>
                  <a:gd name="connsiteY26" fmla="*/ 2702350 h 2752820"/>
                  <a:gd name="connsiteX27" fmla="*/ 710465 w 1206591"/>
                  <a:gd name="connsiteY27" fmla="*/ 2745349 h 2752820"/>
                  <a:gd name="connsiteX28" fmla="*/ 691819 w 1206591"/>
                  <a:gd name="connsiteY28" fmla="*/ 2752808 h 2752820"/>
                  <a:gd name="connsiteX29" fmla="*/ 657156 w 1206591"/>
                  <a:gd name="connsiteY29" fmla="*/ 2751930 h 2752820"/>
                  <a:gd name="connsiteX30" fmla="*/ 657149 w 1206591"/>
                  <a:gd name="connsiteY30" fmla="*/ 2747739 h 2752820"/>
                  <a:gd name="connsiteX31" fmla="*/ 655130 w 1206591"/>
                  <a:gd name="connsiteY31" fmla="*/ 2750014 h 2752820"/>
                  <a:gd name="connsiteX32" fmla="*/ 650136 w 1206591"/>
                  <a:gd name="connsiteY32" fmla="*/ 2750394 h 2752820"/>
                  <a:gd name="connsiteX33" fmla="*/ 636754 w 1206591"/>
                  <a:gd name="connsiteY33" fmla="*/ 2739645 h 2752820"/>
                  <a:gd name="connsiteX34" fmla="*/ 464979 w 1206591"/>
                  <a:gd name="connsiteY34" fmla="*/ 2536499 h 2752820"/>
                  <a:gd name="connsiteX35" fmla="*/ 466076 w 1206591"/>
                  <a:gd name="connsiteY35" fmla="*/ 2504909 h 2752820"/>
                  <a:gd name="connsiteX36" fmla="*/ 512365 w 1206591"/>
                  <a:gd name="connsiteY36" fmla="*/ 2450064 h 2752820"/>
                  <a:gd name="connsiteX37" fmla="*/ 513461 w 1206591"/>
                  <a:gd name="connsiteY37" fmla="*/ 2414304 h 2752820"/>
                  <a:gd name="connsiteX38" fmla="*/ 542639 w 1206591"/>
                  <a:gd name="connsiteY38" fmla="*/ 2356607 h 2752820"/>
                  <a:gd name="connsiteX39" fmla="*/ 640702 w 1206591"/>
                  <a:gd name="connsiteY39" fmla="*/ 2281579 h 2752820"/>
                  <a:gd name="connsiteX40" fmla="*/ 657156 w 1206591"/>
                  <a:gd name="connsiteY40" fmla="*/ 2261176 h 2752820"/>
                  <a:gd name="connsiteX41" fmla="*/ 659999 w 1206591"/>
                  <a:gd name="connsiteY41" fmla="*/ 2263633 h 2752820"/>
                  <a:gd name="connsiteX42" fmla="*/ 660008 w 1206591"/>
                  <a:gd name="connsiteY42" fmla="*/ 2261397 h 2752820"/>
                  <a:gd name="connsiteX43" fmla="*/ 661105 w 1206591"/>
                  <a:gd name="connsiteY43" fmla="*/ 2256131 h 2752820"/>
                  <a:gd name="connsiteX44" fmla="*/ 679094 w 1206591"/>
                  <a:gd name="connsiteY44" fmla="*/ 2199970 h 2752820"/>
                  <a:gd name="connsiteX45" fmla="*/ 680850 w 1206591"/>
                  <a:gd name="connsiteY45" fmla="*/ 2198873 h 2752820"/>
                  <a:gd name="connsiteX46" fmla="*/ 678655 w 1206591"/>
                  <a:gd name="connsiteY46" fmla="*/ 2173205 h 2752820"/>
                  <a:gd name="connsiteX47" fmla="*/ 663080 w 1206591"/>
                  <a:gd name="connsiteY47" fmla="*/ 2157849 h 2752820"/>
                  <a:gd name="connsiteX48" fmla="*/ 663299 w 1206591"/>
                  <a:gd name="connsiteY48" fmla="*/ 2156313 h 2752820"/>
                  <a:gd name="connsiteX49" fmla="*/ 663807 w 1206591"/>
                  <a:gd name="connsiteY49" fmla="*/ 2151829 h 2752820"/>
                  <a:gd name="connsiteX50" fmla="*/ 661325 w 1206591"/>
                  <a:gd name="connsiteY50" fmla="*/ 2155874 h 2752820"/>
                  <a:gd name="connsiteX51" fmla="*/ 582567 w 1206591"/>
                  <a:gd name="connsiteY51" fmla="*/ 2089402 h 2752820"/>
                  <a:gd name="connsiteX52" fmla="*/ 580320 w 1206591"/>
                  <a:gd name="connsiteY52" fmla="*/ 2084265 h 2752820"/>
                  <a:gd name="connsiteX53" fmla="*/ 577741 w 1206591"/>
                  <a:gd name="connsiteY53" fmla="*/ 2085892 h 2752820"/>
                  <a:gd name="connsiteX54" fmla="*/ 573792 w 1206591"/>
                  <a:gd name="connsiteY54" fmla="*/ 2083259 h 2752820"/>
                  <a:gd name="connsiteX55" fmla="*/ 559971 w 1206591"/>
                  <a:gd name="connsiteY55" fmla="*/ 2070316 h 2752820"/>
                  <a:gd name="connsiteX56" fmla="*/ 575766 w 1206591"/>
                  <a:gd name="connsiteY56" fmla="*/ 2039603 h 2752820"/>
                  <a:gd name="connsiteX57" fmla="*/ 581909 w 1206591"/>
                  <a:gd name="connsiteY57" fmla="*/ 2023588 h 2752820"/>
                  <a:gd name="connsiteX58" fmla="*/ 575985 w 1206591"/>
                  <a:gd name="connsiteY58" fmla="*/ 1975544 h 2752820"/>
                  <a:gd name="connsiteX59" fmla="*/ 527502 w 1206591"/>
                  <a:gd name="connsiteY59" fmla="*/ 1912143 h 2752820"/>
                  <a:gd name="connsiteX60" fmla="*/ 527502 w 1206591"/>
                  <a:gd name="connsiteY60" fmla="*/ 1883623 h 2752820"/>
                  <a:gd name="connsiteX61" fmla="*/ 562164 w 1206591"/>
                  <a:gd name="connsiteY61" fmla="*/ 1814738 h 2752820"/>
                  <a:gd name="connsiteX62" fmla="*/ 543736 w 1206591"/>
                  <a:gd name="connsiteY62" fmla="*/ 1755725 h 2752820"/>
                  <a:gd name="connsiteX63" fmla="*/ 532109 w 1206591"/>
                  <a:gd name="connsiteY63" fmla="*/ 1738613 h 2752820"/>
                  <a:gd name="connsiteX64" fmla="*/ 534084 w 1206591"/>
                  <a:gd name="connsiteY64" fmla="*/ 1736639 h 2752820"/>
                  <a:gd name="connsiteX65" fmla="*/ 534303 w 1206591"/>
                  <a:gd name="connsiteY65" fmla="*/ 1736200 h 2752820"/>
                  <a:gd name="connsiteX66" fmla="*/ 532109 w 1206591"/>
                  <a:gd name="connsiteY66" fmla="*/ 1735103 h 2752820"/>
                  <a:gd name="connsiteX67" fmla="*/ 501616 w 1206591"/>
                  <a:gd name="connsiteY67" fmla="*/ 1709874 h 2752820"/>
                  <a:gd name="connsiteX68" fmla="*/ 497008 w 1206591"/>
                  <a:gd name="connsiteY68" fmla="*/ 1687937 h 2752820"/>
                  <a:gd name="connsiteX69" fmla="*/ 531808 w 1206591"/>
                  <a:gd name="connsiteY69" fmla="*/ 1626564 h 2752820"/>
                  <a:gd name="connsiteX70" fmla="*/ 531822 w 1206591"/>
                  <a:gd name="connsiteY70" fmla="*/ 1627420 h 2752820"/>
                  <a:gd name="connsiteX71" fmla="*/ 532461 w 1206591"/>
                  <a:gd name="connsiteY71" fmla="*/ 1563126 h 2752820"/>
                  <a:gd name="connsiteX72" fmla="*/ 473315 w 1206591"/>
                  <a:gd name="connsiteY72" fmla="*/ 1495321 h 2752820"/>
                  <a:gd name="connsiteX73" fmla="*/ 471341 w 1206591"/>
                  <a:gd name="connsiteY73" fmla="*/ 1476454 h 2752820"/>
                  <a:gd name="connsiteX74" fmla="*/ 495253 w 1206591"/>
                  <a:gd name="connsiteY74" fmla="*/ 1441134 h 2752820"/>
                  <a:gd name="connsiteX75" fmla="*/ 463662 w 1206591"/>
                  <a:gd name="connsiteY75" fmla="*/ 1350750 h 2752820"/>
                  <a:gd name="connsiteX76" fmla="*/ 449841 w 1206591"/>
                  <a:gd name="connsiteY76" fmla="*/ 1348117 h 2752820"/>
                  <a:gd name="connsiteX77" fmla="*/ 437556 w 1206591"/>
                  <a:gd name="connsiteY77" fmla="*/ 1335173 h 2752820"/>
                  <a:gd name="connsiteX78" fmla="*/ 438214 w 1206591"/>
                  <a:gd name="connsiteY78" fmla="*/ 1311042 h 2752820"/>
                  <a:gd name="connsiteX79" fmla="*/ 422638 w 1206591"/>
                  <a:gd name="connsiteY79" fmla="*/ 1304021 h 2752820"/>
                  <a:gd name="connsiteX80" fmla="*/ 406404 w 1206591"/>
                  <a:gd name="connsiteY80" fmla="*/ 1304021 h 2752820"/>
                  <a:gd name="connsiteX81" fmla="*/ 348049 w 1206591"/>
                  <a:gd name="connsiteY81" fmla="*/ 1311041 h 2752820"/>
                  <a:gd name="connsiteX82" fmla="*/ 334447 w 1206591"/>
                  <a:gd name="connsiteY82" fmla="*/ 1296343 h 2752820"/>
                  <a:gd name="connsiteX83" fmla="*/ 338177 w 1206591"/>
                  <a:gd name="connsiteY83" fmla="*/ 1192356 h 2752820"/>
                  <a:gd name="connsiteX84" fmla="*/ 339472 w 1206591"/>
                  <a:gd name="connsiteY84" fmla="*/ 1143444 h 2752820"/>
                  <a:gd name="connsiteX85" fmla="*/ 265987 w 1206591"/>
                  <a:gd name="connsiteY85" fmla="*/ 1103558 h 2752820"/>
                  <a:gd name="connsiteX86" fmla="*/ 0 w 1206591"/>
                  <a:gd name="connsiteY86" fmla="*/ 603296 h 2752820"/>
                  <a:gd name="connsiteX87" fmla="*/ 47410 w 1206591"/>
                  <a:gd name="connsiteY87" fmla="*/ 368466 h 2752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206591" h="2752820">
                    <a:moveTo>
                      <a:pt x="47410" y="368466"/>
                    </a:moveTo>
                    <a:cubicBezTo>
                      <a:pt x="138995" y="151934"/>
                      <a:pt x="353402" y="0"/>
                      <a:pt x="603296" y="0"/>
                    </a:cubicBezTo>
                    <a:cubicBezTo>
                      <a:pt x="686593" y="0"/>
                      <a:pt x="765948" y="16882"/>
                      <a:pt x="838125" y="47410"/>
                    </a:cubicBezTo>
                    <a:lnTo>
                      <a:pt x="897862" y="79833"/>
                    </a:lnTo>
                    <a:lnTo>
                      <a:pt x="803376" y="156473"/>
                    </a:lnTo>
                    <a:lnTo>
                      <a:pt x="703894" y="201995"/>
                    </a:lnTo>
                    <a:lnTo>
                      <a:pt x="665356" y="176012"/>
                    </a:lnTo>
                    <a:cubicBezTo>
                      <a:pt x="646281" y="167944"/>
                      <a:pt x="625309" y="163483"/>
                      <a:pt x="603296" y="163483"/>
                    </a:cubicBezTo>
                    <a:cubicBezTo>
                      <a:pt x="515241" y="163482"/>
                      <a:pt x="443859" y="234864"/>
                      <a:pt x="443859" y="322919"/>
                    </a:cubicBezTo>
                    <a:cubicBezTo>
                      <a:pt x="443859" y="410974"/>
                      <a:pt x="515241" y="482356"/>
                      <a:pt x="603296" y="482356"/>
                    </a:cubicBezTo>
                    <a:cubicBezTo>
                      <a:pt x="691351" y="482356"/>
                      <a:pt x="762733" y="410974"/>
                      <a:pt x="762733" y="322919"/>
                    </a:cubicBezTo>
                    <a:lnTo>
                      <a:pt x="753492" y="277148"/>
                    </a:lnTo>
                    <a:lnTo>
                      <a:pt x="785562" y="266006"/>
                    </a:lnTo>
                    <a:cubicBezTo>
                      <a:pt x="852084" y="235545"/>
                      <a:pt x="912483" y="192665"/>
                      <a:pt x="963332" y="139490"/>
                    </a:cubicBezTo>
                    <a:lnTo>
                      <a:pt x="972122" y="129039"/>
                    </a:lnTo>
                    <a:lnTo>
                      <a:pt x="1029890" y="176701"/>
                    </a:lnTo>
                    <a:cubicBezTo>
                      <a:pt x="1139065" y="285875"/>
                      <a:pt x="1206591" y="436699"/>
                      <a:pt x="1206591" y="603295"/>
                    </a:cubicBezTo>
                    <a:cubicBezTo>
                      <a:pt x="1206591" y="811540"/>
                      <a:pt x="1101081" y="995141"/>
                      <a:pt x="940604" y="1103558"/>
                    </a:cubicBezTo>
                    <a:lnTo>
                      <a:pt x="857670" y="1148573"/>
                    </a:lnTo>
                    <a:lnTo>
                      <a:pt x="857670" y="2588272"/>
                    </a:lnTo>
                    <a:cubicBezTo>
                      <a:pt x="857669" y="2591783"/>
                      <a:pt x="856792" y="2595512"/>
                      <a:pt x="858547" y="2599022"/>
                    </a:cubicBezTo>
                    <a:lnTo>
                      <a:pt x="853940" y="2605603"/>
                    </a:lnTo>
                    <a:cubicBezTo>
                      <a:pt x="832879" y="2625347"/>
                      <a:pt x="812258" y="2645530"/>
                      <a:pt x="792294" y="2666372"/>
                    </a:cubicBezTo>
                    <a:cubicBezTo>
                      <a:pt x="780667" y="2678657"/>
                      <a:pt x="768601" y="2690065"/>
                      <a:pt x="755438" y="2700595"/>
                    </a:cubicBezTo>
                    <a:lnTo>
                      <a:pt x="754564" y="2698017"/>
                    </a:lnTo>
                    <a:cubicBezTo>
                      <a:pt x="754563" y="2698072"/>
                      <a:pt x="754562" y="2698127"/>
                      <a:pt x="754561" y="2698182"/>
                    </a:cubicBezTo>
                    <a:cubicBezTo>
                      <a:pt x="754341" y="2699498"/>
                      <a:pt x="754342" y="2701034"/>
                      <a:pt x="753684" y="2702350"/>
                    </a:cubicBezTo>
                    <a:lnTo>
                      <a:pt x="710465" y="2745349"/>
                    </a:lnTo>
                    <a:cubicBezTo>
                      <a:pt x="705420" y="2750394"/>
                      <a:pt x="699058" y="2753027"/>
                      <a:pt x="691819" y="2752808"/>
                    </a:cubicBezTo>
                    <a:lnTo>
                      <a:pt x="657156" y="2751930"/>
                    </a:lnTo>
                    <a:cubicBezTo>
                      <a:pt x="657154" y="2750533"/>
                      <a:pt x="657151" y="2749136"/>
                      <a:pt x="657149" y="2747739"/>
                    </a:cubicBezTo>
                    <a:lnTo>
                      <a:pt x="655130" y="2750014"/>
                    </a:lnTo>
                    <a:cubicBezTo>
                      <a:pt x="653989" y="2750545"/>
                      <a:pt x="652385" y="2750724"/>
                      <a:pt x="650136" y="2750394"/>
                    </a:cubicBezTo>
                    <a:cubicBezTo>
                      <a:pt x="644213" y="2748639"/>
                      <a:pt x="640483" y="2744033"/>
                      <a:pt x="636754" y="2739645"/>
                    </a:cubicBezTo>
                    <a:lnTo>
                      <a:pt x="464979" y="2536499"/>
                    </a:lnTo>
                    <a:cubicBezTo>
                      <a:pt x="454668" y="2524433"/>
                      <a:pt x="455107" y="2516974"/>
                      <a:pt x="466076" y="2504909"/>
                    </a:cubicBezTo>
                    <a:cubicBezTo>
                      <a:pt x="482090" y="2487138"/>
                      <a:pt x="500298" y="2471343"/>
                      <a:pt x="512365" y="2450064"/>
                    </a:cubicBezTo>
                    <a:cubicBezTo>
                      <a:pt x="516313" y="2438216"/>
                      <a:pt x="514339" y="2426150"/>
                      <a:pt x="513461" y="2414304"/>
                    </a:cubicBezTo>
                    <a:cubicBezTo>
                      <a:pt x="509951" y="2368893"/>
                      <a:pt x="508635" y="2377229"/>
                      <a:pt x="542639" y="2356607"/>
                    </a:cubicBezTo>
                    <a:cubicBezTo>
                      <a:pt x="577960" y="2335108"/>
                      <a:pt x="612183" y="2312073"/>
                      <a:pt x="640702" y="2281579"/>
                    </a:cubicBezTo>
                    <a:cubicBezTo>
                      <a:pt x="646626" y="2275217"/>
                      <a:pt x="651672" y="2267978"/>
                      <a:pt x="657156" y="2261176"/>
                    </a:cubicBezTo>
                    <a:lnTo>
                      <a:pt x="659999" y="2263633"/>
                    </a:lnTo>
                    <a:cubicBezTo>
                      <a:pt x="660002" y="2262887"/>
                      <a:pt x="660005" y="2262142"/>
                      <a:pt x="660008" y="2261397"/>
                    </a:cubicBezTo>
                    <a:cubicBezTo>
                      <a:pt x="660008" y="2259421"/>
                      <a:pt x="660227" y="2257886"/>
                      <a:pt x="661105" y="2256131"/>
                    </a:cubicBezTo>
                    <a:cubicBezTo>
                      <a:pt x="669661" y="2238361"/>
                      <a:pt x="676681" y="2219933"/>
                      <a:pt x="679094" y="2199970"/>
                    </a:cubicBezTo>
                    <a:cubicBezTo>
                      <a:pt x="679752" y="2199751"/>
                      <a:pt x="680191" y="2199311"/>
                      <a:pt x="680850" y="2198873"/>
                    </a:cubicBezTo>
                    <a:cubicBezTo>
                      <a:pt x="682385" y="2190098"/>
                      <a:pt x="686992" y="2181103"/>
                      <a:pt x="678655" y="2173205"/>
                    </a:cubicBezTo>
                    <a:cubicBezTo>
                      <a:pt x="673390" y="2167940"/>
                      <a:pt x="668345" y="2162895"/>
                      <a:pt x="663080" y="2157849"/>
                    </a:cubicBezTo>
                    <a:cubicBezTo>
                      <a:pt x="663079" y="2157410"/>
                      <a:pt x="663299" y="2156752"/>
                      <a:pt x="663299" y="2156313"/>
                    </a:cubicBezTo>
                    <a:lnTo>
                      <a:pt x="663807" y="2151829"/>
                    </a:lnTo>
                    <a:lnTo>
                      <a:pt x="661325" y="2155874"/>
                    </a:lnTo>
                    <a:lnTo>
                      <a:pt x="582567" y="2089402"/>
                    </a:lnTo>
                    <a:lnTo>
                      <a:pt x="580320" y="2084265"/>
                    </a:lnTo>
                    <a:lnTo>
                      <a:pt x="577741" y="2085892"/>
                    </a:lnTo>
                    <a:lnTo>
                      <a:pt x="573792" y="2083259"/>
                    </a:lnTo>
                    <a:cubicBezTo>
                      <a:pt x="569185" y="2078872"/>
                      <a:pt x="564578" y="2074484"/>
                      <a:pt x="559971" y="2070316"/>
                    </a:cubicBezTo>
                    <a:cubicBezTo>
                      <a:pt x="564578" y="2059566"/>
                      <a:pt x="568526" y="2048817"/>
                      <a:pt x="575766" y="2039603"/>
                    </a:cubicBezTo>
                    <a:cubicBezTo>
                      <a:pt x="579423" y="2031814"/>
                      <a:pt x="581292" y="2034438"/>
                      <a:pt x="581909" y="2023588"/>
                    </a:cubicBezTo>
                    <a:cubicBezTo>
                      <a:pt x="581945" y="2012912"/>
                      <a:pt x="585052" y="1994118"/>
                      <a:pt x="575985" y="1975544"/>
                    </a:cubicBezTo>
                    <a:cubicBezTo>
                      <a:pt x="561725" y="1952948"/>
                      <a:pt x="543517" y="1933423"/>
                      <a:pt x="527502" y="1912143"/>
                    </a:cubicBezTo>
                    <a:cubicBezTo>
                      <a:pt x="524870" y="1902710"/>
                      <a:pt x="524870" y="1893057"/>
                      <a:pt x="527502" y="1883623"/>
                    </a:cubicBezTo>
                    <a:cubicBezTo>
                      <a:pt x="543078" y="1862563"/>
                      <a:pt x="554266" y="1839528"/>
                      <a:pt x="562164" y="1814738"/>
                    </a:cubicBezTo>
                    <a:cubicBezTo>
                      <a:pt x="566332" y="1791923"/>
                      <a:pt x="554925" y="1773934"/>
                      <a:pt x="543736" y="1755725"/>
                    </a:cubicBezTo>
                    <a:cubicBezTo>
                      <a:pt x="540226" y="1749801"/>
                      <a:pt x="536058" y="1744317"/>
                      <a:pt x="532109" y="1738613"/>
                    </a:cubicBezTo>
                    <a:cubicBezTo>
                      <a:pt x="531451" y="1736858"/>
                      <a:pt x="532109" y="1735981"/>
                      <a:pt x="534084" y="1736639"/>
                    </a:cubicBezTo>
                    <a:cubicBezTo>
                      <a:pt x="534303" y="1736420"/>
                      <a:pt x="534303" y="1736420"/>
                      <a:pt x="534303" y="1736200"/>
                    </a:cubicBezTo>
                    <a:cubicBezTo>
                      <a:pt x="533645" y="1735761"/>
                      <a:pt x="532987" y="1735542"/>
                      <a:pt x="532109" y="1735103"/>
                    </a:cubicBezTo>
                    <a:lnTo>
                      <a:pt x="501616" y="1709874"/>
                    </a:lnTo>
                    <a:cubicBezTo>
                      <a:pt x="493498" y="1703732"/>
                      <a:pt x="492621" y="1696712"/>
                      <a:pt x="497008" y="1687937"/>
                    </a:cubicBezTo>
                    <a:cubicBezTo>
                      <a:pt x="502040" y="1674052"/>
                      <a:pt x="526006" y="1636651"/>
                      <a:pt x="531808" y="1626564"/>
                    </a:cubicBezTo>
                    <a:cubicBezTo>
                      <a:pt x="531813" y="1626850"/>
                      <a:pt x="531817" y="1627134"/>
                      <a:pt x="531822" y="1627420"/>
                    </a:cubicBezTo>
                    <a:cubicBezTo>
                      <a:pt x="531931" y="1616847"/>
                      <a:pt x="542213" y="1585142"/>
                      <a:pt x="532461" y="1563126"/>
                    </a:cubicBezTo>
                    <a:lnTo>
                      <a:pt x="473315" y="1495321"/>
                    </a:lnTo>
                    <a:cubicBezTo>
                      <a:pt x="465417" y="1489837"/>
                      <a:pt x="466295" y="1483475"/>
                      <a:pt x="471341" y="1476454"/>
                    </a:cubicBezTo>
                    <a:cubicBezTo>
                      <a:pt x="479896" y="1465046"/>
                      <a:pt x="488233" y="1453638"/>
                      <a:pt x="495253" y="1441134"/>
                    </a:cubicBezTo>
                    <a:cubicBezTo>
                      <a:pt x="516972" y="1402742"/>
                      <a:pt x="504687" y="1367642"/>
                      <a:pt x="463662" y="1350750"/>
                    </a:cubicBezTo>
                    <a:cubicBezTo>
                      <a:pt x="459275" y="1348994"/>
                      <a:pt x="454668" y="1347678"/>
                      <a:pt x="449841" y="1348117"/>
                    </a:cubicBezTo>
                    <a:cubicBezTo>
                      <a:pt x="439969" y="1349213"/>
                      <a:pt x="436679" y="1344388"/>
                      <a:pt x="437556" y="1335173"/>
                    </a:cubicBezTo>
                    <a:cubicBezTo>
                      <a:pt x="438214" y="1327276"/>
                      <a:pt x="437995" y="1319159"/>
                      <a:pt x="438214" y="1311042"/>
                    </a:cubicBezTo>
                    <a:lnTo>
                      <a:pt x="422638" y="1304021"/>
                    </a:lnTo>
                    <a:lnTo>
                      <a:pt x="406404" y="1304021"/>
                    </a:lnTo>
                    <a:cubicBezTo>
                      <a:pt x="387098" y="1306873"/>
                      <a:pt x="368012" y="1312358"/>
                      <a:pt x="348049" y="1311041"/>
                    </a:cubicBezTo>
                    <a:cubicBezTo>
                      <a:pt x="334667" y="1310164"/>
                      <a:pt x="333789" y="1310164"/>
                      <a:pt x="334447" y="1296343"/>
                    </a:cubicBezTo>
                    <a:cubicBezTo>
                      <a:pt x="336422" y="1261680"/>
                      <a:pt x="337738" y="1227018"/>
                      <a:pt x="338177" y="1192356"/>
                    </a:cubicBezTo>
                    <a:lnTo>
                      <a:pt x="339472" y="1143444"/>
                    </a:lnTo>
                    <a:lnTo>
                      <a:pt x="265987" y="1103558"/>
                    </a:lnTo>
                    <a:cubicBezTo>
                      <a:pt x="105510" y="995141"/>
                      <a:pt x="0" y="811540"/>
                      <a:pt x="0" y="603296"/>
                    </a:cubicBezTo>
                    <a:cubicBezTo>
                      <a:pt x="0" y="519998"/>
                      <a:pt x="16882" y="440643"/>
                      <a:pt x="47410" y="368466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/>
              <p:cNvSpPr/>
              <p:nvPr/>
            </p:nvSpPr>
            <p:spPr>
              <a:xfrm rot="3782544">
                <a:off x="7649215" y="2933651"/>
                <a:ext cx="1042230" cy="1042230"/>
              </a:xfrm>
              <a:custGeom>
                <a:avLst/>
                <a:gdLst>
                  <a:gd name="connsiteX0" fmla="*/ 40952 w 1042230"/>
                  <a:gd name="connsiteY0" fmla="*/ 318273 h 1042230"/>
                  <a:gd name="connsiteX1" fmla="*/ 521115 w 1042230"/>
                  <a:gd name="connsiteY1" fmla="*/ 0 h 1042230"/>
                  <a:gd name="connsiteX2" fmla="*/ 723956 w 1042230"/>
                  <a:gd name="connsiteY2" fmla="*/ 40952 h 1042230"/>
                  <a:gd name="connsiteX3" fmla="*/ 746927 w 1042230"/>
                  <a:gd name="connsiteY3" fmla="*/ 53420 h 1042230"/>
                  <a:gd name="connsiteX4" fmla="*/ 736019 w 1042230"/>
                  <a:gd name="connsiteY4" fmla="*/ 62267 h 1042230"/>
                  <a:gd name="connsiteX5" fmla="*/ 718881 w 1042230"/>
                  <a:gd name="connsiteY5" fmla="*/ 52966 h 1042230"/>
                  <a:gd name="connsiteX6" fmla="*/ 521115 w 1042230"/>
                  <a:gd name="connsiteY6" fmla="*/ 13038 h 1042230"/>
                  <a:gd name="connsiteX7" fmla="*/ 13038 w 1042230"/>
                  <a:gd name="connsiteY7" fmla="*/ 521115 h 1042230"/>
                  <a:gd name="connsiteX8" fmla="*/ 521115 w 1042230"/>
                  <a:gd name="connsiteY8" fmla="*/ 1029192 h 1042230"/>
                  <a:gd name="connsiteX9" fmla="*/ 1029192 w 1042230"/>
                  <a:gd name="connsiteY9" fmla="*/ 521115 h 1042230"/>
                  <a:gd name="connsiteX10" fmla="*/ 880380 w 1042230"/>
                  <a:gd name="connsiteY10" fmla="*/ 161850 h 1042230"/>
                  <a:gd name="connsiteX11" fmla="*/ 820062 w 1042230"/>
                  <a:gd name="connsiteY11" fmla="*/ 112084 h 1042230"/>
                  <a:gd name="connsiteX12" fmla="*/ 827246 w 1042230"/>
                  <a:gd name="connsiteY12" fmla="*/ 106974 h 1042230"/>
                  <a:gd name="connsiteX13" fmla="*/ 830561 w 1042230"/>
                  <a:gd name="connsiteY13" fmla="*/ 103920 h 1042230"/>
                  <a:gd name="connsiteX14" fmla="*/ 889599 w 1042230"/>
                  <a:gd name="connsiteY14" fmla="*/ 152631 h 1042230"/>
                  <a:gd name="connsiteX15" fmla="*/ 1042230 w 1042230"/>
                  <a:gd name="connsiteY15" fmla="*/ 521115 h 1042230"/>
                  <a:gd name="connsiteX16" fmla="*/ 521115 w 1042230"/>
                  <a:gd name="connsiteY16" fmla="*/ 1042230 h 1042230"/>
                  <a:gd name="connsiteX17" fmla="*/ 0 w 1042230"/>
                  <a:gd name="connsiteY17" fmla="*/ 521115 h 1042230"/>
                  <a:gd name="connsiteX18" fmla="*/ 40952 w 1042230"/>
                  <a:gd name="connsiteY18" fmla="*/ 318273 h 104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42230" h="1042230">
                    <a:moveTo>
                      <a:pt x="40952" y="318273"/>
                    </a:moveTo>
                    <a:cubicBezTo>
                      <a:pt x="120061" y="131237"/>
                      <a:pt x="305262" y="0"/>
                      <a:pt x="521115" y="0"/>
                    </a:cubicBezTo>
                    <a:cubicBezTo>
                      <a:pt x="593066" y="0"/>
                      <a:pt x="661611" y="14582"/>
                      <a:pt x="723956" y="40952"/>
                    </a:cubicBezTo>
                    <a:lnTo>
                      <a:pt x="746927" y="53420"/>
                    </a:lnTo>
                    <a:lnTo>
                      <a:pt x="736019" y="62267"/>
                    </a:lnTo>
                    <a:lnTo>
                      <a:pt x="718881" y="52966"/>
                    </a:lnTo>
                    <a:cubicBezTo>
                      <a:pt x="658096" y="27255"/>
                      <a:pt x="591266" y="13038"/>
                      <a:pt x="521115" y="13038"/>
                    </a:cubicBezTo>
                    <a:cubicBezTo>
                      <a:pt x="240512" y="13038"/>
                      <a:pt x="13038" y="240512"/>
                      <a:pt x="13038" y="521115"/>
                    </a:cubicBezTo>
                    <a:cubicBezTo>
                      <a:pt x="13038" y="801718"/>
                      <a:pt x="240512" y="1029192"/>
                      <a:pt x="521115" y="1029192"/>
                    </a:cubicBezTo>
                    <a:cubicBezTo>
                      <a:pt x="801718" y="1029192"/>
                      <a:pt x="1029192" y="801718"/>
                      <a:pt x="1029192" y="521115"/>
                    </a:cubicBezTo>
                    <a:cubicBezTo>
                      <a:pt x="1029192" y="380813"/>
                      <a:pt x="972324" y="253794"/>
                      <a:pt x="880380" y="161850"/>
                    </a:cubicBezTo>
                    <a:lnTo>
                      <a:pt x="820062" y="112084"/>
                    </a:lnTo>
                    <a:lnTo>
                      <a:pt x="827246" y="106974"/>
                    </a:lnTo>
                    <a:lnTo>
                      <a:pt x="830561" y="103920"/>
                    </a:lnTo>
                    <a:lnTo>
                      <a:pt x="889599" y="152631"/>
                    </a:lnTo>
                    <a:cubicBezTo>
                      <a:pt x="983902" y="246934"/>
                      <a:pt x="1042230" y="377213"/>
                      <a:pt x="1042230" y="521115"/>
                    </a:cubicBezTo>
                    <a:cubicBezTo>
                      <a:pt x="1042230" y="808919"/>
                      <a:pt x="808919" y="1042230"/>
                      <a:pt x="521115" y="1042230"/>
                    </a:cubicBezTo>
                    <a:cubicBezTo>
                      <a:pt x="233311" y="1042230"/>
                      <a:pt x="0" y="808919"/>
                      <a:pt x="0" y="521115"/>
                    </a:cubicBezTo>
                    <a:cubicBezTo>
                      <a:pt x="0" y="449164"/>
                      <a:pt x="14582" y="380619"/>
                      <a:pt x="40952" y="3182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/>
              <p:cNvSpPr/>
              <p:nvPr/>
            </p:nvSpPr>
            <p:spPr>
              <a:xfrm rot="3782544">
                <a:off x="8299277" y="3109416"/>
                <a:ext cx="182110" cy="318873"/>
              </a:xfrm>
              <a:custGeom>
                <a:avLst/>
                <a:gdLst>
                  <a:gd name="connsiteX0" fmla="*/ 332056 w 379278"/>
                  <a:gd name="connsiteY0" fmla="*/ 0 h 664112"/>
                  <a:gd name="connsiteX1" fmla="*/ 379278 w 379278"/>
                  <a:gd name="connsiteY1" fmla="*/ 4760 h 664112"/>
                  <a:gd name="connsiteX2" fmla="*/ 359578 w 379278"/>
                  <a:gd name="connsiteY2" fmla="*/ 6746 h 664112"/>
                  <a:gd name="connsiteX3" fmla="*/ 94443 w 379278"/>
                  <a:gd name="connsiteY3" fmla="*/ 332056 h 664112"/>
                  <a:gd name="connsiteX4" fmla="*/ 359578 w 379278"/>
                  <a:gd name="connsiteY4" fmla="*/ 657366 h 664112"/>
                  <a:gd name="connsiteX5" fmla="*/ 379278 w 379278"/>
                  <a:gd name="connsiteY5" fmla="*/ 659352 h 664112"/>
                  <a:gd name="connsiteX6" fmla="*/ 332056 w 379278"/>
                  <a:gd name="connsiteY6" fmla="*/ 664112 h 664112"/>
                  <a:gd name="connsiteX7" fmla="*/ 0 w 379278"/>
                  <a:gd name="connsiteY7" fmla="*/ 332056 h 664112"/>
                  <a:gd name="connsiteX8" fmla="*/ 332056 w 379278"/>
                  <a:gd name="connsiteY8" fmla="*/ 0 h 664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9278" h="664112">
                    <a:moveTo>
                      <a:pt x="332056" y="0"/>
                    </a:moveTo>
                    <a:lnTo>
                      <a:pt x="379278" y="4760"/>
                    </a:lnTo>
                    <a:lnTo>
                      <a:pt x="359578" y="6746"/>
                    </a:lnTo>
                    <a:cubicBezTo>
                      <a:pt x="208266" y="37709"/>
                      <a:pt x="94443" y="171591"/>
                      <a:pt x="94443" y="332056"/>
                    </a:cubicBezTo>
                    <a:cubicBezTo>
                      <a:pt x="94443" y="492522"/>
                      <a:pt x="208266" y="626403"/>
                      <a:pt x="359578" y="657366"/>
                    </a:cubicBezTo>
                    <a:lnTo>
                      <a:pt x="379278" y="659352"/>
                    </a:lnTo>
                    <a:lnTo>
                      <a:pt x="332056" y="664112"/>
                    </a:lnTo>
                    <a:cubicBezTo>
                      <a:pt x="148667" y="664112"/>
                      <a:pt x="0" y="515445"/>
                      <a:pt x="0" y="332056"/>
                    </a:cubicBezTo>
                    <a:cubicBezTo>
                      <a:pt x="0" y="148667"/>
                      <a:pt x="148667" y="0"/>
                      <a:pt x="332056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/>
              <p:cNvSpPr/>
              <p:nvPr/>
            </p:nvSpPr>
            <p:spPr>
              <a:xfrm rot="19982544">
                <a:off x="6859439" y="3733998"/>
                <a:ext cx="826635" cy="142501"/>
              </a:xfrm>
              <a:custGeom>
                <a:avLst/>
                <a:gdLst>
                  <a:gd name="connsiteX0" fmla="*/ 1719934 w 1721618"/>
                  <a:gd name="connsiteY0" fmla="*/ 186524 h 296786"/>
                  <a:gd name="connsiteX1" fmla="*/ 1716717 w 1721618"/>
                  <a:gd name="connsiteY1" fmla="*/ 206230 h 296786"/>
                  <a:gd name="connsiteX2" fmla="*/ 1636285 w 1721618"/>
                  <a:gd name="connsiteY2" fmla="*/ 233976 h 296786"/>
                  <a:gd name="connsiteX3" fmla="*/ 1302459 w 1721618"/>
                  <a:gd name="connsiteY3" fmla="*/ 288285 h 296786"/>
                  <a:gd name="connsiteX4" fmla="*/ 1302459 w 1721618"/>
                  <a:gd name="connsiteY4" fmla="*/ 290112 h 296786"/>
                  <a:gd name="connsiteX5" fmla="*/ 1291028 w 1721618"/>
                  <a:gd name="connsiteY5" fmla="*/ 290145 h 296786"/>
                  <a:gd name="connsiteX6" fmla="*/ 1250349 w 1721618"/>
                  <a:gd name="connsiteY6" fmla="*/ 296763 h 296786"/>
                  <a:gd name="connsiteX7" fmla="*/ 1242101 w 1721618"/>
                  <a:gd name="connsiteY7" fmla="*/ 296786 h 296786"/>
                  <a:gd name="connsiteX8" fmla="*/ 1242101 w 1721618"/>
                  <a:gd name="connsiteY8" fmla="*/ 290284 h 296786"/>
                  <a:gd name="connsiteX9" fmla="*/ 690375 w 1721618"/>
                  <a:gd name="connsiteY9" fmla="*/ 291854 h 296786"/>
                  <a:gd name="connsiteX10" fmla="*/ 566098 w 1721618"/>
                  <a:gd name="connsiteY10" fmla="*/ 291854 h 296786"/>
                  <a:gd name="connsiteX11" fmla="*/ 528175 w 1721618"/>
                  <a:gd name="connsiteY11" fmla="*/ 294139 h 296786"/>
                  <a:gd name="connsiteX12" fmla="*/ 389278 w 1721618"/>
                  <a:gd name="connsiteY12" fmla="*/ 292311 h 296786"/>
                  <a:gd name="connsiteX13" fmla="*/ 258605 w 1721618"/>
                  <a:gd name="connsiteY13" fmla="*/ 294596 h 296786"/>
                  <a:gd name="connsiteX14" fmla="*/ 246726 w 1721618"/>
                  <a:gd name="connsiteY14" fmla="*/ 293225 h 296786"/>
                  <a:gd name="connsiteX15" fmla="*/ 238045 w 1721618"/>
                  <a:gd name="connsiteY15" fmla="*/ 294596 h 296786"/>
                  <a:gd name="connsiteX16" fmla="*/ 22389 w 1721618"/>
                  <a:gd name="connsiteY16" fmla="*/ 294596 h 296786"/>
                  <a:gd name="connsiteX17" fmla="*/ 0 w 1721618"/>
                  <a:gd name="connsiteY17" fmla="*/ 286372 h 296786"/>
                  <a:gd name="connsiteX18" fmla="*/ 132044 w 1721618"/>
                  <a:gd name="connsiteY18" fmla="*/ 185397 h 296786"/>
                  <a:gd name="connsiteX19" fmla="*/ 191441 w 1721618"/>
                  <a:gd name="connsiteY19" fmla="*/ 185397 h 296786"/>
                  <a:gd name="connsiteX20" fmla="*/ 334907 w 1721618"/>
                  <a:gd name="connsiteY20" fmla="*/ 257587 h 296786"/>
                  <a:gd name="connsiteX21" fmla="*/ 457813 w 1721618"/>
                  <a:gd name="connsiteY21" fmla="*/ 219208 h 296786"/>
                  <a:gd name="connsiteX22" fmla="*/ 493451 w 1721618"/>
                  <a:gd name="connsiteY22" fmla="*/ 194992 h 296786"/>
                  <a:gd name="connsiteX23" fmla="*/ 497563 w 1721618"/>
                  <a:gd name="connsiteY23" fmla="*/ 199104 h 296786"/>
                  <a:gd name="connsiteX24" fmla="*/ 498477 w 1721618"/>
                  <a:gd name="connsiteY24" fmla="*/ 199561 h 296786"/>
                  <a:gd name="connsiteX25" fmla="*/ 500761 w 1721618"/>
                  <a:gd name="connsiteY25" fmla="*/ 194992 h 296786"/>
                  <a:gd name="connsiteX26" fmla="*/ 543710 w 1721618"/>
                  <a:gd name="connsiteY26" fmla="*/ 192708 h 296786"/>
                  <a:gd name="connsiteX27" fmla="*/ 759366 w 1721618"/>
                  <a:gd name="connsiteY27" fmla="*/ 198647 h 296786"/>
                  <a:gd name="connsiteX28" fmla="*/ 984161 w 1721618"/>
                  <a:gd name="connsiteY28" fmla="*/ 197277 h 296786"/>
                  <a:gd name="connsiteX29" fmla="*/ 1242101 w 1721618"/>
                  <a:gd name="connsiteY29" fmla="*/ 198935 h 296786"/>
                  <a:gd name="connsiteX30" fmla="*/ 1242101 w 1721618"/>
                  <a:gd name="connsiteY30" fmla="*/ 175116 h 296786"/>
                  <a:gd name="connsiteX31" fmla="*/ 1250166 w 1721618"/>
                  <a:gd name="connsiteY31" fmla="*/ 171542 h 296786"/>
                  <a:gd name="connsiteX32" fmla="*/ 1254640 w 1721618"/>
                  <a:gd name="connsiteY32" fmla="*/ 163599 h 296786"/>
                  <a:gd name="connsiteX33" fmla="*/ 1273943 w 1721618"/>
                  <a:gd name="connsiteY33" fmla="*/ 122980 h 296786"/>
                  <a:gd name="connsiteX34" fmla="*/ 1281986 w 1721618"/>
                  <a:gd name="connsiteY34" fmla="*/ 98853 h 296786"/>
                  <a:gd name="connsiteX35" fmla="*/ 1288421 w 1721618"/>
                  <a:gd name="connsiteY35" fmla="*/ 77538 h 296786"/>
                  <a:gd name="connsiteX36" fmla="*/ 1288019 w 1721618"/>
                  <a:gd name="connsiteY36" fmla="*/ 77135 h 296786"/>
                  <a:gd name="connsiteX37" fmla="*/ 1298475 w 1721618"/>
                  <a:gd name="connsiteY37" fmla="*/ 34910 h 296786"/>
                  <a:gd name="connsiteX38" fmla="*/ 1302497 w 1721618"/>
                  <a:gd name="connsiteY38" fmla="*/ 23247 h 296786"/>
                  <a:gd name="connsiteX39" fmla="*/ 1307322 w 1721618"/>
                  <a:gd name="connsiteY39" fmla="*/ 7161 h 296786"/>
                  <a:gd name="connsiteX40" fmla="*/ 1360408 w 1721618"/>
                  <a:gd name="connsiteY40" fmla="*/ 727 h 296786"/>
                  <a:gd name="connsiteX41" fmla="*/ 1508802 w 1721618"/>
                  <a:gd name="connsiteY41" fmla="*/ 1128 h 296786"/>
                  <a:gd name="connsiteX42" fmla="*/ 1580386 w 1721618"/>
                  <a:gd name="connsiteY42" fmla="*/ 14801 h 296786"/>
                  <a:gd name="connsiteX43" fmla="*/ 1604113 w 1721618"/>
                  <a:gd name="connsiteY43" fmla="*/ 34910 h 296786"/>
                  <a:gd name="connsiteX44" fmla="*/ 1640307 w 1721618"/>
                  <a:gd name="connsiteY44" fmla="*/ 71102 h 296786"/>
                  <a:gd name="connsiteX45" fmla="*/ 1660416 w 1721618"/>
                  <a:gd name="connsiteY45" fmla="*/ 90810 h 296786"/>
                  <a:gd name="connsiteX46" fmla="*/ 1712293 w 1721618"/>
                  <a:gd name="connsiteY46" fmla="*/ 151936 h 296786"/>
                  <a:gd name="connsiteX47" fmla="*/ 1719934 w 1721618"/>
                  <a:gd name="connsiteY47" fmla="*/ 186524 h 296786"/>
                  <a:gd name="connsiteX0-1" fmla="*/ 1719934 w 1721618"/>
                  <a:gd name="connsiteY0-2" fmla="*/ 186524 h 296786"/>
                  <a:gd name="connsiteX1-3" fmla="*/ 1716717 w 1721618"/>
                  <a:gd name="connsiteY1-4" fmla="*/ 206230 h 296786"/>
                  <a:gd name="connsiteX2-5" fmla="*/ 1636285 w 1721618"/>
                  <a:gd name="connsiteY2-6" fmla="*/ 233976 h 296786"/>
                  <a:gd name="connsiteX3-7" fmla="*/ 1302459 w 1721618"/>
                  <a:gd name="connsiteY3-8" fmla="*/ 288285 h 296786"/>
                  <a:gd name="connsiteX4-9" fmla="*/ 1302459 w 1721618"/>
                  <a:gd name="connsiteY4-10" fmla="*/ 290112 h 296786"/>
                  <a:gd name="connsiteX5-11" fmla="*/ 1291028 w 1721618"/>
                  <a:gd name="connsiteY5-12" fmla="*/ 290145 h 296786"/>
                  <a:gd name="connsiteX6-13" fmla="*/ 1250349 w 1721618"/>
                  <a:gd name="connsiteY6-14" fmla="*/ 296763 h 296786"/>
                  <a:gd name="connsiteX7-15" fmla="*/ 1242101 w 1721618"/>
                  <a:gd name="connsiteY7-16" fmla="*/ 296786 h 296786"/>
                  <a:gd name="connsiteX8-17" fmla="*/ 1242101 w 1721618"/>
                  <a:gd name="connsiteY8-18" fmla="*/ 290284 h 296786"/>
                  <a:gd name="connsiteX9-19" fmla="*/ 690375 w 1721618"/>
                  <a:gd name="connsiteY9-20" fmla="*/ 291854 h 296786"/>
                  <a:gd name="connsiteX10-21" fmla="*/ 566098 w 1721618"/>
                  <a:gd name="connsiteY10-22" fmla="*/ 291854 h 296786"/>
                  <a:gd name="connsiteX11-23" fmla="*/ 528175 w 1721618"/>
                  <a:gd name="connsiteY11-24" fmla="*/ 294139 h 296786"/>
                  <a:gd name="connsiteX12-25" fmla="*/ 389278 w 1721618"/>
                  <a:gd name="connsiteY12-26" fmla="*/ 292311 h 296786"/>
                  <a:gd name="connsiteX13-27" fmla="*/ 258605 w 1721618"/>
                  <a:gd name="connsiteY13-28" fmla="*/ 294596 h 296786"/>
                  <a:gd name="connsiteX14-29" fmla="*/ 246726 w 1721618"/>
                  <a:gd name="connsiteY14-30" fmla="*/ 293225 h 296786"/>
                  <a:gd name="connsiteX15-31" fmla="*/ 238045 w 1721618"/>
                  <a:gd name="connsiteY15-32" fmla="*/ 294596 h 296786"/>
                  <a:gd name="connsiteX16-33" fmla="*/ 22389 w 1721618"/>
                  <a:gd name="connsiteY16-34" fmla="*/ 294596 h 296786"/>
                  <a:gd name="connsiteX17-35" fmla="*/ 0 w 1721618"/>
                  <a:gd name="connsiteY17-36" fmla="*/ 286372 h 296786"/>
                  <a:gd name="connsiteX18-37" fmla="*/ 132044 w 1721618"/>
                  <a:gd name="connsiteY18-38" fmla="*/ 185397 h 296786"/>
                  <a:gd name="connsiteX19-39" fmla="*/ 191441 w 1721618"/>
                  <a:gd name="connsiteY19-40" fmla="*/ 185397 h 296786"/>
                  <a:gd name="connsiteX20-41" fmla="*/ 334907 w 1721618"/>
                  <a:gd name="connsiteY20-42" fmla="*/ 257587 h 296786"/>
                  <a:gd name="connsiteX21-43" fmla="*/ 457813 w 1721618"/>
                  <a:gd name="connsiteY21-44" fmla="*/ 219208 h 296786"/>
                  <a:gd name="connsiteX22-45" fmla="*/ 493451 w 1721618"/>
                  <a:gd name="connsiteY22-46" fmla="*/ 194992 h 296786"/>
                  <a:gd name="connsiteX23-47" fmla="*/ 497563 w 1721618"/>
                  <a:gd name="connsiteY23-48" fmla="*/ 199104 h 296786"/>
                  <a:gd name="connsiteX24-49" fmla="*/ 498477 w 1721618"/>
                  <a:gd name="connsiteY24-50" fmla="*/ 199561 h 296786"/>
                  <a:gd name="connsiteX25-51" fmla="*/ 500761 w 1721618"/>
                  <a:gd name="connsiteY25-52" fmla="*/ 194992 h 296786"/>
                  <a:gd name="connsiteX26-53" fmla="*/ 543710 w 1721618"/>
                  <a:gd name="connsiteY26-54" fmla="*/ 192708 h 296786"/>
                  <a:gd name="connsiteX27-55" fmla="*/ 759366 w 1721618"/>
                  <a:gd name="connsiteY27-56" fmla="*/ 198647 h 296786"/>
                  <a:gd name="connsiteX28-57" fmla="*/ 984161 w 1721618"/>
                  <a:gd name="connsiteY28-58" fmla="*/ 197277 h 296786"/>
                  <a:gd name="connsiteX29-59" fmla="*/ 1242101 w 1721618"/>
                  <a:gd name="connsiteY29-60" fmla="*/ 198935 h 296786"/>
                  <a:gd name="connsiteX30-61" fmla="*/ 1242101 w 1721618"/>
                  <a:gd name="connsiteY30-62" fmla="*/ 175116 h 296786"/>
                  <a:gd name="connsiteX31-63" fmla="*/ 1254640 w 1721618"/>
                  <a:gd name="connsiteY31-64" fmla="*/ 163599 h 296786"/>
                  <a:gd name="connsiteX32-65" fmla="*/ 1273943 w 1721618"/>
                  <a:gd name="connsiteY32-66" fmla="*/ 122980 h 296786"/>
                  <a:gd name="connsiteX33-67" fmla="*/ 1281986 w 1721618"/>
                  <a:gd name="connsiteY33-68" fmla="*/ 98853 h 296786"/>
                  <a:gd name="connsiteX34-69" fmla="*/ 1288421 w 1721618"/>
                  <a:gd name="connsiteY34-70" fmla="*/ 77538 h 296786"/>
                  <a:gd name="connsiteX35-71" fmla="*/ 1288019 w 1721618"/>
                  <a:gd name="connsiteY35-72" fmla="*/ 77135 h 296786"/>
                  <a:gd name="connsiteX36-73" fmla="*/ 1298475 w 1721618"/>
                  <a:gd name="connsiteY36-74" fmla="*/ 34910 h 296786"/>
                  <a:gd name="connsiteX37-75" fmla="*/ 1302497 w 1721618"/>
                  <a:gd name="connsiteY37-76" fmla="*/ 23247 h 296786"/>
                  <a:gd name="connsiteX38-77" fmla="*/ 1307322 w 1721618"/>
                  <a:gd name="connsiteY38-78" fmla="*/ 7161 h 296786"/>
                  <a:gd name="connsiteX39-79" fmla="*/ 1360408 w 1721618"/>
                  <a:gd name="connsiteY39-80" fmla="*/ 727 h 296786"/>
                  <a:gd name="connsiteX40-81" fmla="*/ 1508802 w 1721618"/>
                  <a:gd name="connsiteY40-82" fmla="*/ 1128 h 296786"/>
                  <a:gd name="connsiteX41-83" fmla="*/ 1580386 w 1721618"/>
                  <a:gd name="connsiteY41-84" fmla="*/ 14801 h 296786"/>
                  <a:gd name="connsiteX42-85" fmla="*/ 1604113 w 1721618"/>
                  <a:gd name="connsiteY42-86" fmla="*/ 34910 h 296786"/>
                  <a:gd name="connsiteX43-87" fmla="*/ 1640307 w 1721618"/>
                  <a:gd name="connsiteY43-88" fmla="*/ 71102 h 296786"/>
                  <a:gd name="connsiteX44-89" fmla="*/ 1660416 w 1721618"/>
                  <a:gd name="connsiteY44-90" fmla="*/ 90810 h 296786"/>
                  <a:gd name="connsiteX45-91" fmla="*/ 1712293 w 1721618"/>
                  <a:gd name="connsiteY45-92" fmla="*/ 151936 h 296786"/>
                  <a:gd name="connsiteX46-93" fmla="*/ 1719934 w 1721618"/>
                  <a:gd name="connsiteY46-94" fmla="*/ 186524 h 296786"/>
                  <a:gd name="connsiteX0-95" fmla="*/ 1719934 w 1721618"/>
                  <a:gd name="connsiteY0-96" fmla="*/ 186524 h 296786"/>
                  <a:gd name="connsiteX1-97" fmla="*/ 1716717 w 1721618"/>
                  <a:gd name="connsiteY1-98" fmla="*/ 206230 h 296786"/>
                  <a:gd name="connsiteX2-99" fmla="*/ 1636285 w 1721618"/>
                  <a:gd name="connsiteY2-100" fmla="*/ 233976 h 296786"/>
                  <a:gd name="connsiteX3-101" fmla="*/ 1302459 w 1721618"/>
                  <a:gd name="connsiteY3-102" fmla="*/ 288285 h 296786"/>
                  <a:gd name="connsiteX4-103" fmla="*/ 1302459 w 1721618"/>
                  <a:gd name="connsiteY4-104" fmla="*/ 290112 h 296786"/>
                  <a:gd name="connsiteX5-105" fmla="*/ 1291028 w 1721618"/>
                  <a:gd name="connsiteY5-106" fmla="*/ 290145 h 296786"/>
                  <a:gd name="connsiteX6-107" fmla="*/ 1250349 w 1721618"/>
                  <a:gd name="connsiteY6-108" fmla="*/ 296763 h 296786"/>
                  <a:gd name="connsiteX7-109" fmla="*/ 1242101 w 1721618"/>
                  <a:gd name="connsiteY7-110" fmla="*/ 296786 h 296786"/>
                  <a:gd name="connsiteX8-111" fmla="*/ 1242101 w 1721618"/>
                  <a:gd name="connsiteY8-112" fmla="*/ 290284 h 296786"/>
                  <a:gd name="connsiteX9-113" fmla="*/ 690375 w 1721618"/>
                  <a:gd name="connsiteY9-114" fmla="*/ 291854 h 296786"/>
                  <a:gd name="connsiteX10-115" fmla="*/ 566098 w 1721618"/>
                  <a:gd name="connsiteY10-116" fmla="*/ 291854 h 296786"/>
                  <a:gd name="connsiteX11-117" fmla="*/ 528175 w 1721618"/>
                  <a:gd name="connsiteY11-118" fmla="*/ 294139 h 296786"/>
                  <a:gd name="connsiteX12-119" fmla="*/ 389278 w 1721618"/>
                  <a:gd name="connsiteY12-120" fmla="*/ 292311 h 296786"/>
                  <a:gd name="connsiteX13-121" fmla="*/ 258605 w 1721618"/>
                  <a:gd name="connsiteY13-122" fmla="*/ 294596 h 296786"/>
                  <a:gd name="connsiteX14-123" fmla="*/ 246726 w 1721618"/>
                  <a:gd name="connsiteY14-124" fmla="*/ 293225 h 296786"/>
                  <a:gd name="connsiteX15-125" fmla="*/ 238045 w 1721618"/>
                  <a:gd name="connsiteY15-126" fmla="*/ 294596 h 296786"/>
                  <a:gd name="connsiteX16-127" fmla="*/ 22389 w 1721618"/>
                  <a:gd name="connsiteY16-128" fmla="*/ 294596 h 296786"/>
                  <a:gd name="connsiteX17-129" fmla="*/ 0 w 1721618"/>
                  <a:gd name="connsiteY17-130" fmla="*/ 286372 h 296786"/>
                  <a:gd name="connsiteX18-131" fmla="*/ 132044 w 1721618"/>
                  <a:gd name="connsiteY18-132" fmla="*/ 185397 h 296786"/>
                  <a:gd name="connsiteX19-133" fmla="*/ 191441 w 1721618"/>
                  <a:gd name="connsiteY19-134" fmla="*/ 185397 h 296786"/>
                  <a:gd name="connsiteX20-135" fmla="*/ 334907 w 1721618"/>
                  <a:gd name="connsiteY20-136" fmla="*/ 257587 h 296786"/>
                  <a:gd name="connsiteX21-137" fmla="*/ 457813 w 1721618"/>
                  <a:gd name="connsiteY21-138" fmla="*/ 219208 h 296786"/>
                  <a:gd name="connsiteX22-139" fmla="*/ 493451 w 1721618"/>
                  <a:gd name="connsiteY22-140" fmla="*/ 194992 h 296786"/>
                  <a:gd name="connsiteX23-141" fmla="*/ 497563 w 1721618"/>
                  <a:gd name="connsiteY23-142" fmla="*/ 199104 h 296786"/>
                  <a:gd name="connsiteX24-143" fmla="*/ 498477 w 1721618"/>
                  <a:gd name="connsiteY24-144" fmla="*/ 199561 h 296786"/>
                  <a:gd name="connsiteX25-145" fmla="*/ 500761 w 1721618"/>
                  <a:gd name="connsiteY25-146" fmla="*/ 194992 h 296786"/>
                  <a:gd name="connsiteX26-147" fmla="*/ 543710 w 1721618"/>
                  <a:gd name="connsiteY26-148" fmla="*/ 192708 h 296786"/>
                  <a:gd name="connsiteX27-149" fmla="*/ 759366 w 1721618"/>
                  <a:gd name="connsiteY27-150" fmla="*/ 198647 h 296786"/>
                  <a:gd name="connsiteX28-151" fmla="*/ 984161 w 1721618"/>
                  <a:gd name="connsiteY28-152" fmla="*/ 197277 h 296786"/>
                  <a:gd name="connsiteX29-153" fmla="*/ 1242101 w 1721618"/>
                  <a:gd name="connsiteY29-154" fmla="*/ 198935 h 296786"/>
                  <a:gd name="connsiteX30-155" fmla="*/ 1254640 w 1721618"/>
                  <a:gd name="connsiteY30-156" fmla="*/ 163599 h 296786"/>
                  <a:gd name="connsiteX31-157" fmla="*/ 1273943 w 1721618"/>
                  <a:gd name="connsiteY31-158" fmla="*/ 122980 h 296786"/>
                  <a:gd name="connsiteX32-159" fmla="*/ 1281986 w 1721618"/>
                  <a:gd name="connsiteY32-160" fmla="*/ 98853 h 296786"/>
                  <a:gd name="connsiteX33-161" fmla="*/ 1288421 w 1721618"/>
                  <a:gd name="connsiteY33-162" fmla="*/ 77538 h 296786"/>
                  <a:gd name="connsiteX34-163" fmla="*/ 1288019 w 1721618"/>
                  <a:gd name="connsiteY34-164" fmla="*/ 77135 h 296786"/>
                  <a:gd name="connsiteX35-165" fmla="*/ 1298475 w 1721618"/>
                  <a:gd name="connsiteY35-166" fmla="*/ 34910 h 296786"/>
                  <a:gd name="connsiteX36-167" fmla="*/ 1302497 w 1721618"/>
                  <a:gd name="connsiteY36-168" fmla="*/ 23247 h 296786"/>
                  <a:gd name="connsiteX37-169" fmla="*/ 1307322 w 1721618"/>
                  <a:gd name="connsiteY37-170" fmla="*/ 7161 h 296786"/>
                  <a:gd name="connsiteX38-171" fmla="*/ 1360408 w 1721618"/>
                  <a:gd name="connsiteY38-172" fmla="*/ 727 h 296786"/>
                  <a:gd name="connsiteX39-173" fmla="*/ 1508802 w 1721618"/>
                  <a:gd name="connsiteY39-174" fmla="*/ 1128 h 296786"/>
                  <a:gd name="connsiteX40-175" fmla="*/ 1580386 w 1721618"/>
                  <a:gd name="connsiteY40-176" fmla="*/ 14801 h 296786"/>
                  <a:gd name="connsiteX41-177" fmla="*/ 1604113 w 1721618"/>
                  <a:gd name="connsiteY41-178" fmla="*/ 34910 h 296786"/>
                  <a:gd name="connsiteX42-179" fmla="*/ 1640307 w 1721618"/>
                  <a:gd name="connsiteY42-180" fmla="*/ 71102 h 296786"/>
                  <a:gd name="connsiteX43-181" fmla="*/ 1660416 w 1721618"/>
                  <a:gd name="connsiteY43-182" fmla="*/ 90810 h 296786"/>
                  <a:gd name="connsiteX44-183" fmla="*/ 1712293 w 1721618"/>
                  <a:gd name="connsiteY44-184" fmla="*/ 151936 h 296786"/>
                  <a:gd name="connsiteX45-185" fmla="*/ 1719934 w 1721618"/>
                  <a:gd name="connsiteY45-186" fmla="*/ 186524 h 296786"/>
                  <a:gd name="connsiteX0-187" fmla="*/ 1719934 w 1721618"/>
                  <a:gd name="connsiteY0-188" fmla="*/ 186524 h 296786"/>
                  <a:gd name="connsiteX1-189" fmla="*/ 1716717 w 1721618"/>
                  <a:gd name="connsiteY1-190" fmla="*/ 206230 h 296786"/>
                  <a:gd name="connsiteX2-191" fmla="*/ 1636285 w 1721618"/>
                  <a:gd name="connsiteY2-192" fmla="*/ 233976 h 296786"/>
                  <a:gd name="connsiteX3-193" fmla="*/ 1302459 w 1721618"/>
                  <a:gd name="connsiteY3-194" fmla="*/ 288285 h 296786"/>
                  <a:gd name="connsiteX4-195" fmla="*/ 1302459 w 1721618"/>
                  <a:gd name="connsiteY4-196" fmla="*/ 290112 h 296786"/>
                  <a:gd name="connsiteX5-197" fmla="*/ 1291028 w 1721618"/>
                  <a:gd name="connsiteY5-198" fmla="*/ 290145 h 296786"/>
                  <a:gd name="connsiteX6-199" fmla="*/ 1250349 w 1721618"/>
                  <a:gd name="connsiteY6-200" fmla="*/ 296763 h 296786"/>
                  <a:gd name="connsiteX7-201" fmla="*/ 1242101 w 1721618"/>
                  <a:gd name="connsiteY7-202" fmla="*/ 296786 h 296786"/>
                  <a:gd name="connsiteX8-203" fmla="*/ 1242101 w 1721618"/>
                  <a:gd name="connsiteY8-204" fmla="*/ 290284 h 296786"/>
                  <a:gd name="connsiteX9-205" fmla="*/ 690375 w 1721618"/>
                  <a:gd name="connsiteY9-206" fmla="*/ 291854 h 296786"/>
                  <a:gd name="connsiteX10-207" fmla="*/ 566098 w 1721618"/>
                  <a:gd name="connsiteY10-208" fmla="*/ 291854 h 296786"/>
                  <a:gd name="connsiteX11-209" fmla="*/ 528175 w 1721618"/>
                  <a:gd name="connsiteY11-210" fmla="*/ 294139 h 296786"/>
                  <a:gd name="connsiteX12-211" fmla="*/ 389278 w 1721618"/>
                  <a:gd name="connsiteY12-212" fmla="*/ 292311 h 296786"/>
                  <a:gd name="connsiteX13-213" fmla="*/ 258605 w 1721618"/>
                  <a:gd name="connsiteY13-214" fmla="*/ 294596 h 296786"/>
                  <a:gd name="connsiteX14-215" fmla="*/ 246726 w 1721618"/>
                  <a:gd name="connsiteY14-216" fmla="*/ 293225 h 296786"/>
                  <a:gd name="connsiteX15-217" fmla="*/ 238045 w 1721618"/>
                  <a:gd name="connsiteY15-218" fmla="*/ 294596 h 296786"/>
                  <a:gd name="connsiteX16-219" fmla="*/ 22389 w 1721618"/>
                  <a:gd name="connsiteY16-220" fmla="*/ 294596 h 296786"/>
                  <a:gd name="connsiteX17-221" fmla="*/ 0 w 1721618"/>
                  <a:gd name="connsiteY17-222" fmla="*/ 286372 h 296786"/>
                  <a:gd name="connsiteX18-223" fmla="*/ 132044 w 1721618"/>
                  <a:gd name="connsiteY18-224" fmla="*/ 185397 h 296786"/>
                  <a:gd name="connsiteX19-225" fmla="*/ 191441 w 1721618"/>
                  <a:gd name="connsiteY19-226" fmla="*/ 185397 h 296786"/>
                  <a:gd name="connsiteX20-227" fmla="*/ 334907 w 1721618"/>
                  <a:gd name="connsiteY20-228" fmla="*/ 257587 h 296786"/>
                  <a:gd name="connsiteX21-229" fmla="*/ 457813 w 1721618"/>
                  <a:gd name="connsiteY21-230" fmla="*/ 219208 h 296786"/>
                  <a:gd name="connsiteX22-231" fmla="*/ 493451 w 1721618"/>
                  <a:gd name="connsiteY22-232" fmla="*/ 194992 h 296786"/>
                  <a:gd name="connsiteX23-233" fmla="*/ 497563 w 1721618"/>
                  <a:gd name="connsiteY23-234" fmla="*/ 199104 h 296786"/>
                  <a:gd name="connsiteX24-235" fmla="*/ 498477 w 1721618"/>
                  <a:gd name="connsiteY24-236" fmla="*/ 199561 h 296786"/>
                  <a:gd name="connsiteX25-237" fmla="*/ 500761 w 1721618"/>
                  <a:gd name="connsiteY25-238" fmla="*/ 194992 h 296786"/>
                  <a:gd name="connsiteX26-239" fmla="*/ 543710 w 1721618"/>
                  <a:gd name="connsiteY26-240" fmla="*/ 192708 h 296786"/>
                  <a:gd name="connsiteX27-241" fmla="*/ 759366 w 1721618"/>
                  <a:gd name="connsiteY27-242" fmla="*/ 198647 h 296786"/>
                  <a:gd name="connsiteX28-243" fmla="*/ 984161 w 1721618"/>
                  <a:gd name="connsiteY28-244" fmla="*/ 197277 h 296786"/>
                  <a:gd name="connsiteX29-245" fmla="*/ 1242101 w 1721618"/>
                  <a:gd name="connsiteY29-246" fmla="*/ 198935 h 296786"/>
                  <a:gd name="connsiteX30-247" fmla="*/ 1273943 w 1721618"/>
                  <a:gd name="connsiteY30-248" fmla="*/ 122980 h 296786"/>
                  <a:gd name="connsiteX31-249" fmla="*/ 1281986 w 1721618"/>
                  <a:gd name="connsiteY31-250" fmla="*/ 98853 h 296786"/>
                  <a:gd name="connsiteX32-251" fmla="*/ 1288421 w 1721618"/>
                  <a:gd name="connsiteY32-252" fmla="*/ 77538 h 296786"/>
                  <a:gd name="connsiteX33-253" fmla="*/ 1288019 w 1721618"/>
                  <a:gd name="connsiteY33-254" fmla="*/ 77135 h 296786"/>
                  <a:gd name="connsiteX34-255" fmla="*/ 1298475 w 1721618"/>
                  <a:gd name="connsiteY34-256" fmla="*/ 34910 h 296786"/>
                  <a:gd name="connsiteX35-257" fmla="*/ 1302497 w 1721618"/>
                  <a:gd name="connsiteY35-258" fmla="*/ 23247 h 296786"/>
                  <a:gd name="connsiteX36-259" fmla="*/ 1307322 w 1721618"/>
                  <a:gd name="connsiteY36-260" fmla="*/ 7161 h 296786"/>
                  <a:gd name="connsiteX37-261" fmla="*/ 1360408 w 1721618"/>
                  <a:gd name="connsiteY37-262" fmla="*/ 727 h 296786"/>
                  <a:gd name="connsiteX38-263" fmla="*/ 1508802 w 1721618"/>
                  <a:gd name="connsiteY38-264" fmla="*/ 1128 h 296786"/>
                  <a:gd name="connsiteX39-265" fmla="*/ 1580386 w 1721618"/>
                  <a:gd name="connsiteY39-266" fmla="*/ 14801 h 296786"/>
                  <a:gd name="connsiteX40-267" fmla="*/ 1604113 w 1721618"/>
                  <a:gd name="connsiteY40-268" fmla="*/ 34910 h 296786"/>
                  <a:gd name="connsiteX41-269" fmla="*/ 1640307 w 1721618"/>
                  <a:gd name="connsiteY41-270" fmla="*/ 71102 h 296786"/>
                  <a:gd name="connsiteX42-271" fmla="*/ 1660416 w 1721618"/>
                  <a:gd name="connsiteY42-272" fmla="*/ 90810 h 296786"/>
                  <a:gd name="connsiteX43-273" fmla="*/ 1712293 w 1721618"/>
                  <a:gd name="connsiteY43-274" fmla="*/ 151936 h 296786"/>
                  <a:gd name="connsiteX44-275" fmla="*/ 1719934 w 1721618"/>
                  <a:gd name="connsiteY44-276" fmla="*/ 186524 h 296786"/>
                  <a:gd name="connsiteX0-277" fmla="*/ 1719934 w 1721618"/>
                  <a:gd name="connsiteY0-278" fmla="*/ 186524 h 296786"/>
                  <a:gd name="connsiteX1-279" fmla="*/ 1716717 w 1721618"/>
                  <a:gd name="connsiteY1-280" fmla="*/ 206230 h 296786"/>
                  <a:gd name="connsiteX2-281" fmla="*/ 1636285 w 1721618"/>
                  <a:gd name="connsiteY2-282" fmla="*/ 233976 h 296786"/>
                  <a:gd name="connsiteX3-283" fmla="*/ 1302459 w 1721618"/>
                  <a:gd name="connsiteY3-284" fmla="*/ 288285 h 296786"/>
                  <a:gd name="connsiteX4-285" fmla="*/ 1302459 w 1721618"/>
                  <a:gd name="connsiteY4-286" fmla="*/ 290112 h 296786"/>
                  <a:gd name="connsiteX5-287" fmla="*/ 1250349 w 1721618"/>
                  <a:gd name="connsiteY5-288" fmla="*/ 296763 h 296786"/>
                  <a:gd name="connsiteX6-289" fmla="*/ 1242101 w 1721618"/>
                  <a:gd name="connsiteY6-290" fmla="*/ 296786 h 296786"/>
                  <a:gd name="connsiteX7-291" fmla="*/ 1242101 w 1721618"/>
                  <a:gd name="connsiteY7-292" fmla="*/ 290284 h 296786"/>
                  <a:gd name="connsiteX8-293" fmla="*/ 690375 w 1721618"/>
                  <a:gd name="connsiteY8-294" fmla="*/ 291854 h 296786"/>
                  <a:gd name="connsiteX9-295" fmla="*/ 566098 w 1721618"/>
                  <a:gd name="connsiteY9-296" fmla="*/ 291854 h 296786"/>
                  <a:gd name="connsiteX10-297" fmla="*/ 528175 w 1721618"/>
                  <a:gd name="connsiteY10-298" fmla="*/ 294139 h 296786"/>
                  <a:gd name="connsiteX11-299" fmla="*/ 389278 w 1721618"/>
                  <a:gd name="connsiteY11-300" fmla="*/ 292311 h 296786"/>
                  <a:gd name="connsiteX12-301" fmla="*/ 258605 w 1721618"/>
                  <a:gd name="connsiteY12-302" fmla="*/ 294596 h 296786"/>
                  <a:gd name="connsiteX13-303" fmla="*/ 246726 w 1721618"/>
                  <a:gd name="connsiteY13-304" fmla="*/ 293225 h 296786"/>
                  <a:gd name="connsiteX14-305" fmla="*/ 238045 w 1721618"/>
                  <a:gd name="connsiteY14-306" fmla="*/ 294596 h 296786"/>
                  <a:gd name="connsiteX15-307" fmla="*/ 22389 w 1721618"/>
                  <a:gd name="connsiteY15-308" fmla="*/ 294596 h 296786"/>
                  <a:gd name="connsiteX16-309" fmla="*/ 0 w 1721618"/>
                  <a:gd name="connsiteY16-310" fmla="*/ 286372 h 296786"/>
                  <a:gd name="connsiteX17-311" fmla="*/ 132044 w 1721618"/>
                  <a:gd name="connsiteY17-312" fmla="*/ 185397 h 296786"/>
                  <a:gd name="connsiteX18-313" fmla="*/ 191441 w 1721618"/>
                  <a:gd name="connsiteY18-314" fmla="*/ 185397 h 296786"/>
                  <a:gd name="connsiteX19-315" fmla="*/ 334907 w 1721618"/>
                  <a:gd name="connsiteY19-316" fmla="*/ 257587 h 296786"/>
                  <a:gd name="connsiteX20-317" fmla="*/ 457813 w 1721618"/>
                  <a:gd name="connsiteY20-318" fmla="*/ 219208 h 296786"/>
                  <a:gd name="connsiteX21-319" fmla="*/ 493451 w 1721618"/>
                  <a:gd name="connsiteY21-320" fmla="*/ 194992 h 296786"/>
                  <a:gd name="connsiteX22-321" fmla="*/ 497563 w 1721618"/>
                  <a:gd name="connsiteY22-322" fmla="*/ 199104 h 296786"/>
                  <a:gd name="connsiteX23-323" fmla="*/ 498477 w 1721618"/>
                  <a:gd name="connsiteY23-324" fmla="*/ 199561 h 296786"/>
                  <a:gd name="connsiteX24-325" fmla="*/ 500761 w 1721618"/>
                  <a:gd name="connsiteY24-326" fmla="*/ 194992 h 296786"/>
                  <a:gd name="connsiteX25-327" fmla="*/ 543710 w 1721618"/>
                  <a:gd name="connsiteY25-328" fmla="*/ 192708 h 296786"/>
                  <a:gd name="connsiteX26-329" fmla="*/ 759366 w 1721618"/>
                  <a:gd name="connsiteY26-330" fmla="*/ 198647 h 296786"/>
                  <a:gd name="connsiteX27-331" fmla="*/ 984161 w 1721618"/>
                  <a:gd name="connsiteY27-332" fmla="*/ 197277 h 296786"/>
                  <a:gd name="connsiteX28-333" fmla="*/ 1242101 w 1721618"/>
                  <a:gd name="connsiteY28-334" fmla="*/ 198935 h 296786"/>
                  <a:gd name="connsiteX29-335" fmla="*/ 1273943 w 1721618"/>
                  <a:gd name="connsiteY29-336" fmla="*/ 122980 h 296786"/>
                  <a:gd name="connsiteX30-337" fmla="*/ 1281986 w 1721618"/>
                  <a:gd name="connsiteY30-338" fmla="*/ 98853 h 296786"/>
                  <a:gd name="connsiteX31-339" fmla="*/ 1288421 w 1721618"/>
                  <a:gd name="connsiteY31-340" fmla="*/ 77538 h 296786"/>
                  <a:gd name="connsiteX32-341" fmla="*/ 1288019 w 1721618"/>
                  <a:gd name="connsiteY32-342" fmla="*/ 77135 h 296786"/>
                  <a:gd name="connsiteX33-343" fmla="*/ 1298475 w 1721618"/>
                  <a:gd name="connsiteY33-344" fmla="*/ 34910 h 296786"/>
                  <a:gd name="connsiteX34-345" fmla="*/ 1302497 w 1721618"/>
                  <a:gd name="connsiteY34-346" fmla="*/ 23247 h 296786"/>
                  <a:gd name="connsiteX35-347" fmla="*/ 1307322 w 1721618"/>
                  <a:gd name="connsiteY35-348" fmla="*/ 7161 h 296786"/>
                  <a:gd name="connsiteX36-349" fmla="*/ 1360408 w 1721618"/>
                  <a:gd name="connsiteY36-350" fmla="*/ 727 h 296786"/>
                  <a:gd name="connsiteX37-351" fmla="*/ 1508802 w 1721618"/>
                  <a:gd name="connsiteY37-352" fmla="*/ 1128 h 296786"/>
                  <a:gd name="connsiteX38-353" fmla="*/ 1580386 w 1721618"/>
                  <a:gd name="connsiteY38-354" fmla="*/ 14801 h 296786"/>
                  <a:gd name="connsiteX39-355" fmla="*/ 1604113 w 1721618"/>
                  <a:gd name="connsiteY39-356" fmla="*/ 34910 h 296786"/>
                  <a:gd name="connsiteX40-357" fmla="*/ 1640307 w 1721618"/>
                  <a:gd name="connsiteY40-358" fmla="*/ 71102 h 296786"/>
                  <a:gd name="connsiteX41-359" fmla="*/ 1660416 w 1721618"/>
                  <a:gd name="connsiteY41-360" fmla="*/ 90810 h 296786"/>
                  <a:gd name="connsiteX42-361" fmla="*/ 1712293 w 1721618"/>
                  <a:gd name="connsiteY42-362" fmla="*/ 151936 h 296786"/>
                  <a:gd name="connsiteX43-363" fmla="*/ 1719934 w 1721618"/>
                  <a:gd name="connsiteY43-364" fmla="*/ 186524 h 296786"/>
                  <a:gd name="connsiteX0-365" fmla="*/ 1719934 w 1721618"/>
                  <a:gd name="connsiteY0-366" fmla="*/ 186524 h 296786"/>
                  <a:gd name="connsiteX1-367" fmla="*/ 1716717 w 1721618"/>
                  <a:gd name="connsiteY1-368" fmla="*/ 206230 h 296786"/>
                  <a:gd name="connsiteX2-369" fmla="*/ 1636285 w 1721618"/>
                  <a:gd name="connsiteY2-370" fmla="*/ 233976 h 296786"/>
                  <a:gd name="connsiteX3-371" fmla="*/ 1302459 w 1721618"/>
                  <a:gd name="connsiteY3-372" fmla="*/ 288285 h 296786"/>
                  <a:gd name="connsiteX4-373" fmla="*/ 1302459 w 1721618"/>
                  <a:gd name="connsiteY4-374" fmla="*/ 290112 h 296786"/>
                  <a:gd name="connsiteX5-375" fmla="*/ 1242101 w 1721618"/>
                  <a:gd name="connsiteY5-376" fmla="*/ 296786 h 296786"/>
                  <a:gd name="connsiteX6-377" fmla="*/ 1242101 w 1721618"/>
                  <a:gd name="connsiteY6-378" fmla="*/ 290284 h 296786"/>
                  <a:gd name="connsiteX7-379" fmla="*/ 690375 w 1721618"/>
                  <a:gd name="connsiteY7-380" fmla="*/ 291854 h 296786"/>
                  <a:gd name="connsiteX8-381" fmla="*/ 566098 w 1721618"/>
                  <a:gd name="connsiteY8-382" fmla="*/ 291854 h 296786"/>
                  <a:gd name="connsiteX9-383" fmla="*/ 528175 w 1721618"/>
                  <a:gd name="connsiteY9-384" fmla="*/ 294139 h 296786"/>
                  <a:gd name="connsiteX10-385" fmla="*/ 389278 w 1721618"/>
                  <a:gd name="connsiteY10-386" fmla="*/ 292311 h 296786"/>
                  <a:gd name="connsiteX11-387" fmla="*/ 258605 w 1721618"/>
                  <a:gd name="connsiteY11-388" fmla="*/ 294596 h 296786"/>
                  <a:gd name="connsiteX12-389" fmla="*/ 246726 w 1721618"/>
                  <a:gd name="connsiteY12-390" fmla="*/ 293225 h 296786"/>
                  <a:gd name="connsiteX13-391" fmla="*/ 238045 w 1721618"/>
                  <a:gd name="connsiteY13-392" fmla="*/ 294596 h 296786"/>
                  <a:gd name="connsiteX14-393" fmla="*/ 22389 w 1721618"/>
                  <a:gd name="connsiteY14-394" fmla="*/ 294596 h 296786"/>
                  <a:gd name="connsiteX15-395" fmla="*/ 0 w 1721618"/>
                  <a:gd name="connsiteY15-396" fmla="*/ 286372 h 296786"/>
                  <a:gd name="connsiteX16-397" fmla="*/ 132044 w 1721618"/>
                  <a:gd name="connsiteY16-398" fmla="*/ 185397 h 296786"/>
                  <a:gd name="connsiteX17-399" fmla="*/ 191441 w 1721618"/>
                  <a:gd name="connsiteY17-400" fmla="*/ 185397 h 296786"/>
                  <a:gd name="connsiteX18-401" fmla="*/ 334907 w 1721618"/>
                  <a:gd name="connsiteY18-402" fmla="*/ 257587 h 296786"/>
                  <a:gd name="connsiteX19-403" fmla="*/ 457813 w 1721618"/>
                  <a:gd name="connsiteY19-404" fmla="*/ 219208 h 296786"/>
                  <a:gd name="connsiteX20-405" fmla="*/ 493451 w 1721618"/>
                  <a:gd name="connsiteY20-406" fmla="*/ 194992 h 296786"/>
                  <a:gd name="connsiteX21-407" fmla="*/ 497563 w 1721618"/>
                  <a:gd name="connsiteY21-408" fmla="*/ 199104 h 296786"/>
                  <a:gd name="connsiteX22-409" fmla="*/ 498477 w 1721618"/>
                  <a:gd name="connsiteY22-410" fmla="*/ 199561 h 296786"/>
                  <a:gd name="connsiteX23-411" fmla="*/ 500761 w 1721618"/>
                  <a:gd name="connsiteY23-412" fmla="*/ 194992 h 296786"/>
                  <a:gd name="connsiteX24-413" fmla="*/ 543710 w 1721618"/>
                  <a:gd name="connsiteY24-414" fmla="*/ 192708 h 296786"/>
                  <a:gd name="connsiteX25-415" fmla="*/ 759366 w 1721618"/>
                  <a:gd name="connsiteY25-416" fmla="*/ 198647 h 296786"/>
                  <a:gd name="connsiteX26-417" fmla="*/ 984161 w 1721618"/>
                  <a:gd name="connsiteY26-418" fmla="*/ 197277 h 296786"/>
                  <a:gd name="connsiteX27-419" fmla="*/ 1242101 w 1721618"/>
                  <a:gd name="connsiteY27-420" fmla="*/ 198935 h 296786"/>
                  <a:gd name="connsiteX28-421" fmla="*/ 1273943 w 1721618"/>
                  <a:gd name="connsiteY28-422" fmla="*/ 122980 h 296786"/>
                  <a:gd name="connsiteX29-423" fmla="*/ 1281986 w 1721618"/>
                  <a:gd name="connsiteY29-424" fmla="*/ 98853 h 296786"/>
                  <a:gd name="connsiteX30-425" fmla="*/ 1288421 w 1721618"/>
                  <a:gd name="connsiteY30-426" fmla="*/ 77538 h 296786"/>
                  <a:gd name="connsiteX31-427" fmla="*/ 1288019 w 1721618"/>
                  <a:gd name="connsiteY31-428" fmla="*/ 77135 h 296786"/>
                  <a:gd name="connsiteX32-429" fmla="*/ 1298475 w 1721618"/>
                  <a:gd name="connsiteY32-430" fmla="*/ 34910 h 296786"/>
                  <a:gd name="connsiteX33-431" fmla="*/ 1302497 w 1721618"/>
                  <a:gd name="connsiteY33-432" fmla="*/ 23247 h 296786"/>
                  <a:gd name="connsiteX34-433" fmla="*/ 1307322 w 1721618"/>
                  <a:gd name="connsiteY34-434" fmla="*/ 7161 h 296786"/>
                  <a:gd name="connsiteX35-435" fmla="*/ 1360408 w 1721618"/>
                  <a:gd name="connsiteY35-436" fmla="*/ 727 h 296786"/>
                  <a:gd name="connsiteX36-437" fmla="*/ 1508802 w 1721618"/>
                  <a:gd name="connsiteY36-438" fmla="*/ 1128 h 296786"/>
                  <a:gd name="connsiteX37-439" fmla="*/ 1580386 w 1721618"/>
                  <a:gd name="connsiteY37-440" fmla="*/ 14801 h 296786"/>
                  <a:gd name="connsiteX38-441" fmla="*/ 1604113 w 1721618"/>
                  <a:gd name="connsiteY38-442" fmla="*/ 34910 h 296786"/>
                  <a:gd name="connsiteX39-443" fmla="*/ 1640307 w 1721618"/>
                  <a:gd name="connsiteY39-444" fmla="*/ 71102 h 296786"/>
                  <a:gd name="connsiteX40-445" fmla="*/ 1660416 w 1721618"/>
                  <a:gd name="connsiteY40-446" fmla="*/ 90810 h 296786"/>
                  <a:gd name="connsiteX41-447" fmla="*/ 1712293 w 1721618"/>
                  <a:gd name="connsiteY41-448" fmla="*/ 151936 h 296786"/>
                  <a:gd name="connsiteX42-449" fmla="*/ 1719934 w 1721618"/>
                  <a:gd name="connsiteY42-450" fmla="*/ 186524 h 296786"/>
                  <a:gd name="connsiteX0-451" fmla="*/ 1719934 w 1721618"/>
                  <a:gd name="connsiteY0-452" fmla="*/ 186524 h 296785"/>
                  <a:gd name="connsiteX1-453" fmla="*/ 1716717 w 1721618"/>
                  <a:gd name="connsiteY1-454" fmla="*/ 206230 h 296785"/>
                  <a:gd name="connsiteX2-455" fmla="*/ 1636285 w 1721618"/>
                  <a:gd name="connsiteY2-456" fmla="*/ 233976 h 296785"/>
                  <a:gd name="connsiteX3-457" fmla="*/ 1302459 w 1721618"/>
                  <a:gd name="connsiteY3-458" fmla="*/ 288285 h 296785"/>
                  <a:gd name="connsiteX4-459" fmla="*/ 1302459 w 1721618"/>
                  <a:gd name="connsiteY4-460" fmla="*/ 290112 h 296785"/>
                  <a:gd name="connsiteX5-461" fmla="*/ 1242101 w 1721618"/>
                  <a:gd name="connsiteY5-462" fmla="*/ 290284 h 296785"/>
                  <a:gd name="connsiteX6-463" fmla="*/ 690375 w 1721618"/>
                  <a:gd name="connsiteY6-464" fmla="*/ 291854 h 296785"/>
                  <a:gd name="connsiteX7-465" fmla="*/ 566098 w 1721618"/>
                  <a:gd name="connsiteY7-466" fmla="*/ 291854 h 296785"/>
                  <a:gd name="connsiteX8-467" fmla="*/ 528175 w 1721618"/>
                  <a:gd name="connsiteY8-468" fmla="*/ 294139 h 296785"/>
                  <a:gd name="connsiteX9-469" fmla="*/ 389278 w 1721618"/>
                  <a:gd name="connsiteY9-470" fmla="*/ 292311 h 296785"/>
                  <a:gd name="connsiteX10-471" fmla="*/ 258605 w 1721618"/>
                  <a:gd name="connsiteY10-472" fmla="*/ 294596 h 296785"/>
                  <a:gd name="connsiteX11-473" fmla="*/ 246726 w 1721618"/>
                  <a:gd name="connsiteY11-474" fmla="*/ 293225 h 296785"/>
                  <a:gd name="connsiteX12-475" fmla="*/ 238045 w 1721618"/>
                  <a:gd name="connsiteY12-476" fmla="*/ 294596 h 296785"/>
                  <a:gd name="connsiteX13-477" fmla="*/ 22389 w 1721618"/>
                  <a:gd name="connsiteY13-478" fmla="*/ 294596 h 296785"/>
                  <a:gd name="connsiteX14-479" fmla="*/ 0 w 1721618"/>
                  <a:gd name="connsiteY14-480" fmla="*/ 286372 h 296785"/>
                  <a:gd name="connsiteX15-481" fmla="*/ 132044 w 1721618"/>
                  <a:gd name="connsiteY15-482" fmla="*/ 185397 h 296785"/>
                  <a:gd name="connsiteX16-483" fmla="*/ 191441 w 1721618"/>
                  <a:gd name="connsiteY16-484" fmla="*/ 185397 h 296785"/>
                  <a:gd name="connsiteX17-485" fmla="*/ 334907 w 1721618"/>
                  <a:gd name="connsiteY17-486" fmla="*/ 257587 h 296785"/>
                  <a:gd name="connsiteX18-487" fmla="*/ 457813 w 1721618"/>
                  <a:gd name="connsiteY18-488" fmla="*/ 219208 h 296785"/>
                  <a:gd name="connsiteX19-489" fmla="*/ 493451 w 1721618"/>
                  <a:gd name="connsiteY19-490" fmla="*/ 194992 h 296785"/>
                  <a:gd name="connsiteX20-491" fmla="*/ 497563 w 1721618"/>
                  <a:gd name="connsiteY20-492" fmla="*/ 199104 h 296785"/>
                  <a:gd name="connsiteX21-493" fmla="*/ 498477 w 1721618"/>
                  <a:gd name="connsiteY21-494" fmla="*/ 199561 h 296785"/>
                  <a:gd name="connsiteX22-495" fmla="*/ 500761 w 1721618"/>
                  <a:gd name="connsiteY22-496" fmla="*/ 194992 h 296785"/>
                  <a:gd name="connsiteX23-497" fmla="*/ 543710 w 1721618"/>
                  <a:gd name="connsiteY23-498" fmla="*/ 192708 h 296785"/>
                  <a:gd name="connsiteX24-499" fmla="*/ 759366 w 1721618"/>
                  <a:gd name="connsiteY24-500" fmla="*/ 198647 h 296785"/>
                  <a:gd name="connsiteX25-501" fmla="*/ 984161 w 1721618"/>
                  <a:gd name="connsiteY25-502" fmla="*/ 197277 h 296785"/>
                  <a:gd name="connsiteX26-503" fmla="*/ 1242101 w 1721618"/>
                  <a:gd name="connsiteY26-504" fmla="*/ 198935 h 296785"/>
                  <a:gd name="connsiteX27-505" fmla="*/ 1273943 w 1721618"/>
                  <a:gd name="connsiteY27-506" fmla="*/ 122980 h 296785"/>
                  <a:gd name="connsiteX28-507" fmla="*/ 1281986 w 1721618"/>
                  <a:gd name="connsiteY28-508" fmla="*/ 98853 h 296785"/>
                  <a:gd name="connsiteX29-509" fmla="*/ 1288421 w 1721618"/>
                  <a:gd name="connsiteY29-510" fmla="*/ 77538 h 296785"/>
                  <a:gd name="connsiteX30-511" fmla="*/ 1288019 w 1721618"/>
                  <a:gd name="connsiteY30-512" fmla="*/ 77135 h 296785"/>
                  <a:gd name="connsiteX31-513" fmla="*/ 1298475 w 1721618"/>
                  <a:gd name="connsiteY31-514" fmla="*/ 34910 h 296785"/>
                  <a:gd name="connsiteX32-515" fmla="*/ 1302497 w 1721618"/>
                  <a:gd name="connsiteY32-516" fmla="*/ 23247 h 296785"/>
                  <a:gd name="connsiteX33-517" fmla="*/ 1307322 w 1721618"/>
                  <a:gd name="connsiteY33-518" fmla="*/ 7161 h 296785"/>
                  <a:gd name="connsiteX34-519" fmla="*/ 1360408 w 1721618"/>
                  <a:gd name="connsiteY34-520" fmla="*/ 727 h 296785"/>
                  <a:gd name="connsiteX35-521" fmla="*/ 1508802 w 1721618"/>
                  <a:gd name="connsiteY35-522" fmla="*/ 1128 h 296785"/>
                  <a:gd name="connsiteX36-523" fmla="*/ 1580386 w 1721618"/>
                  <a:gd name="connsiteY36-524" fmla="*/ 14801 h 296785"/>
                  <a:gd name="connsiteX37-525" fmla="*/ 1604113 w 1721618"/>
                  <a:gd name="connsiteY37-526" fmla="*/ 34910 h 296785"/>
                  <a:gd name="connsiteX38-527" fmla="*/ 1640307 w 1721618"/>
                  <a:gd name="connsiteY38-528" fmla="*/ 71102 h 296785"/>
                  <a:gd name="connsiteX39-529" fmla="*/ 1660416 w 1721618"/>
                  <a:gd name="connsiteY39-530" fmla="*/ 90810 h 296785"/>
                  <a:gd name="connsiteX40-531" fmla="*/ 1712293 w 1721618"/>
                  <a:gd name="connsiteY40-532" fmla="*/ 151936 h 296785"/>
                  <a:gd name="connsiteX41-533" fmla="*/ 1719934 w 1721618"/>
                  <a:gd name="connsiteY41-534" fmla="*/ 186524 h 29678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</a:cxnLst>
                <a:rect l="l" t="t" r="r" b="b"/>
                <a:pathLst>
                  <a:path w="1721618" h="296785">
                    <a:moveTo>
                      <a:pt x="1719934" y="186524"/>
                    </a:moveTo>
                    <a:cubicBezTo>
                      <a:pt x="1719130" y="192957"/>
                      <a:pt x="1717922" y="199794"/>
                      <a:pt x="1716717" y="206230"/>
                    </a:cubicBezTo>
                    <a:cubicBezTo>
                      <a:pt x="1694196" y="227543"/>
                      <a:pt x="1664034" y="227543"/>
                      <a:pt x="1636285" y="233976"/>
                    </a:cubicBezTo>
                    <a:lnTo>
                      <a:pt x="1302459" y="288285"/>
                    </a:lnTo>
                    <a:lnTo>
                      <a:pt x="1302459" y="290112"/>
                    </a:lnTo>
                    <a:lnTo>
                      <a:pt x="1242101" y="290284"/>
                    </a:lnTo>
                    <a:lnTo>
                      <a:pt x="690375" y="291854"/>
                    </a:lnTo>
                    <a:lnTo>
                      <a:pt x="566098" y="291854"/>
                    </a:lnTo>
                    <a:cubicBezTo>
                      <a:pt x="553305" y="292311"/>
                      <a:pt x="540969" y="292768"/>
                      <a:pt x="528175" y="294139"/>
                    </a:cubicBezTo>
                    <a:cubicBezTo>
                      <a:pt x="481572" y="298708"/>
                      <a:pt x="435425" y="296880"/>
                      <a:pt x="389278" y="292311"/>
                    </a:cubicBezTo>
                    <a:cubicBezTo>
                      <a:pt x="344350" y="292387"/>
                      <a:pt x="282364" y="294444"/>
                      <a:pt x="258605" y="294596"/>
                    </a:cubicBezTo>
                    <a:cubicBezTo>
                      <a:pt x="234846" y="294748"/>
                      <a:pt x="250381" y="294596"/>
                      <a:pt x="246726" y="293225"/>
                    </a:cubicBezTo>
                    <a:lnTo>
                      <a:pt x="238045" y="294596"/>
                    </a:lnTo>
                    <a:lnTo>
                      <a:pt x="22389" y="294596"/>
                    </a:lnTo>
                    <a:cubicBezTo>
                      <a:pt x="14621" y="294596"/>
                      <a:pt x="3199" y="299622"/>
                      <a:pt x="0" y="286372"/>
                    </a:cubicBezTo>
                    <a:cubicBezTo>
                      <a:pt x="47061" y="256673"/>
                      <a:pt x="87725" y="218751"/>
                      <a:pt x="132044" y="185397"/>
                    </a:cubicBezTo>
                    <a:cubicBezTo>
                      <a:pt x="151691" y="179914"/>
                      <a:pt x="171794" y="179914"/>
                      <a:pt x="191441" y="185397"/>
                    </a:cubicBezTo>
                    <a:cubicBezTo>
                      <a:pt x="235303" y="217837"/>
                      <a:pt x="283278" y="241139"/>
                      <a:pt x="334907" y="257587"/>
                    </a:cubicBezTo>
                    <a:cubicBezTo>
                      <a:pt x="382425" y="266268"/>
                      <a:pt x="419891" y="242509"/>
                      <a:pt x="457813" y="219208"/>
                    </a:cubicBezTo>
                    <a:cubicBezTo>
                      <a:pt x="470149" y="211897"/>
                      <a:pt x="481572" y="203216"/>
                      <a:pt x="493451" y="194992"/>
                    </a:cubicBezTo>
                    <a:cubicBezTo>
                      <a:pt x="497106" y="193621"/>
                      <a:pt x="498934" y="194992"/>
                      <a:pt x="497563" y="199104"/>
                    </a:cubicBezTo>
                    <a:cubicBezTo>
                      <a:pt x="498020" y="199561"/>
                      <a:pt x="498020" y="199561"/>
                      <a:pt x="498477" y="199561"/>
                    </a:cubicBezTo>
                    <a:cubicBezTo>
                      <a:pt x="499391" y="198190"/>
                      <a:pt x="499848" y="196819"/>
                      <a:pt x="500761" y="194992"/>
                    </a:cubicBezTo>
                    <a:cubicBezTo>
                      <a:pt x="514926" y="190423"/>
                      <a:pt x="529546" y="192708"/>
                      <a:pt x="543710" y="192708"/>
                    </a:cubicBezTo>
                    <a:lnTo>
                      <a:pt x="759366" y="198647"/>
                    </a:lnTo>
                    <a:cubicBezTo>
                      <a:pt x="805437" y="199485"/>
                      <a:pt x="899330" y="197201"/>
                      <a:pt x="984161" y="197277"/>
                    </a:cubicBezTo>
                    <a:lnTo>
                      <a:pt x="1242101" y="198935"/>
                    </a:lnTo>
                    <a:lnTo>
                      <a:pt x="1273943" y="122980"/>
                    </a:lnTo>
                    <a:cubicBezTo>
                      <a:pt x="1275150" y="114537"/>
                      <a:pt x="1277161" y="106091"/>
                      <a:pt x="1281986" y="98853"/>
                    </a:cubicBezTo>
                    <a:cubicBezTo>
                      <a:pt x="1282791" y="91211"/>
                      <a:pt x="1284802" y="84375"/>
                      <a:pt x="1288421" y="77538"/>
                    </a:cubicBezTo>
                    <a:lnTo>
                      <a:pt x="1288019" y="77135"/>
                    </a:lnTo>
                    <a:cubicBezTo>
                      <a:pt x="1288019" y="62256"/>
                      <a:pt x="1292845" y="48583"/>
                      <a:pt x="1298475" y="34910"/>
                    </a:cubicBezTo>
                    <a:cubicBezTo>
                      <a:pt x="1299682" y="30887"/>
                      <a:pt x="1301290" y="27270"/>
                      <a:pt x="1302497" y="23247"/>
                    </a:cubicBezTo>
                    <a:cubicBezTo>
                      <a:pt x="1304105" y="18020"/>
                      <a:pt x="1305715" y="12388"/>
                      <a:pt x="1307322" y="7161"/>
                    </a:cubicBezTo>
                    <a:cubicBezTo>
                      <a:pt x="1325018" y="4345"/>
                      <a:pt x="1342712" y="727"/>
                      <a:pt x="1360408" y="727"/>
                    </a:cubicBezTo>
                    <a:cubicBezTo>
                      <a:pt x="1409871" y="325"/>
                      <a:pt x="1459337" y="-883"/>
                      <a:pt x="1508802" y="1128"/>
                    </a:cubicBezTo>
                    <a:cubicBezTo>
                      <a:pt x="1532931" y="2335"/>
                      <a:pt x="1558670" y="325"/>
                      <a:pt x="1580386" y="14801"/>
                    </a:cubicBezTo>
                    <a:cubicBezTo>
                      <a:pt x="1588429" y="20834"/>
                      <a:pt x="1598482" y="25257"/>
                      <a:pt x="1604113" y="34910"/>
                    </a:cubicBezTo>
                    <a:cubicBezTo>
                      <a:pt x="1620199" y="42953"/>
                      <a:pt x="1633069" y="54213"/>
                      <a:pt x="1640307" y="71102"/>
                    </a:cubicBezTo>
                    <a:cubicBezTo>
                      <a:pt x="1648350" y="76332"/>
                      <a:pt x="1654785" y="83168"/>
                      <a:pt x="1660416" y="90810"/>
                    </a:cubicBezTo>
                    <a:cubicBezTo>
                      <a:pt x="1682131" y="107297"/>
                      <a:pt x="1696609" y="130222"/>
                      <a:pt x="1712293" y="151936"/>
                    </a:cubicBezTo>
                    <a:cubicBezTo>
                      <a:pt x="1712293" y="164404"/>
                      <a:pt x="1726368" y="174458"/>
                      <a:pt x="1719934" y="186524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  <a:effectLst>
                <a:innerShdw blurRad="63500" dist="50800">
                  <a:schemeClr val="accent1">
                    <a:lumMod val="50000"/>
                    <a:alpha val="50000"/>
                  </a:schemeClr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 rot="19982544">
                <a:off x="6214862" y="4111073"/>
                <a:ext cx="1567118" cy="105303"/>
              </a:xfrm>
              <a:custGeom>
                <a:avLst/>
                <a:gdLst>
                  <a:gd name="connsiteX0" fmla="*/ 3167811 w 3167811"/>
                  <a:gd name="connsiteY0" fmla="*/ 43158 h 219312"/>
                  <a:gd name="connsiteX1" fmla="*/ 3167811 w 3167811"/>
                  <a:gd name="connsiteY1" fmla="*/ 211622 h 219312"/>
                  <a:gd name="connsiteX2" fmla="*/ 3139836 w 3167811"/>
                  <a:gd name="connsiteY2" fmla="*/ 214286 h 219312"/>
                  <a:gd name="connsiteX3" fmla="*/ 1691467 w 3167811"/>
                  <a:gd name="connsiteY3" fmla="*/ 219312 h 219312"/>
                  <a:gd name="connsiteX4" fmla="*/ 1430578 w 3167811"/>
                  <a:gd name="connsiteY4" fmla="*/ 215200 h 219312"/>
                  <a:gd name="connsiteX5" fmla="*/ 113795 w 3167811"/>
                  <a:gd name="connsiteY5" fmla="*/ 202864 h 219312"/>
                  <a:gd name="connsiteX6" fmla="*/ 105113 w 3167811"/>
                  <a:gd name="connsiteY6" fmla="*/ 201036 h 219312"/>
                  <a:gd name="connsiteX7" fmla="*/ 15561 w 3167811"/>
                  <a:gd name="connsiteY7" fmla="*/ 111027 h 219312"/>
                  <a:gd name="connsiteX8" fmla="*/ 27 w 3167811"/>
                  <a:gd name="connsiteY8" fmla="*/ 72190 h 219312"/>
                  <a:gd name="connsiteX9" fmla="*/ 1854 w 3167811"/>
                  <a:gd name="connsiteY9" fmla="*/ 0 h 219312"/>
                  <a:gd name="connsiteX10" fmla="*/ 1023480 w 3167811"/>
                  <a:gd name="connsiteY10" fmla="*/ 5940 h 219312"/>
                  <a:gd name="connsiteX11" fmla="*/ 1034446 w 3167811"/>
                  <a:gd name="connsiteY11" fmla="*/ 8224 h 219312"/>
                  <a:gd name="connsiteX12" fmla="*/ 1151412 w 3167811"/>
                  <a:gd name="connsiteY12" fmla="*/ 45690 h 219312"/>
                  <a:gd name="connsiteX13" fmla="*/ 1153697 w 3167811"/>
                  <a:gd name="connsiteY13" fmla="*/ 49345 h 219312"/>
                  <a:gd name="connsiteX14" fmla="*/ 1207154 w 3167811"/>
                  <a:gd name="connsiteY14" fmla="*/ 44776 h 219312"/>
                  <a:gd name="connsiteX15" fmla="*/ 1239137 w 3167811"/>
                  <a:gd name="connsiteY15" fmla="*/ 12336 h 219312"/>
                  <a:gd name="connsiteX16" fmla="*/ 1242335 w 3167811"/>
                  <a:gd name="connsiteY16" fmla="*/ 12793 h 219312"/>
                  <a:gd name="connsiteX17" fmla="*/ 1303103 w 3167811"/>
                  <a:gd name="connsiteY17" fmla="*/ 15534 h 219312"/>
                  <a:gd name="connsiteX18" fmla="*/ 1634355 w 3167811"/>
                  <a:gd name="connsiteY18" fmla="*/ 21474 h 219312"/>
                  <a:gd name="connsiteX19" fmla="*/ 1636182 w 3167811"/>
                  <a:gd name="connsiteY19" fmla="*/ 21474 h 219312"/>
                  <a:gd name="connsiteX20" fmla="*/ 2103133 w 3167811"/>
                  <a:gd name="connsiteY20" fmla="*/ 26500 h 219312"/>
                  <a:gd name="connsiteX21" fmla="*/ 2454945 w 3167811"/>
                  <a:gd name="connsiteY21" fmla="*/ 27414 h 219312"/>
                  <a:gd name="connsiteX22" fmla="*/ 2515256 w 3167811"/>
                  <a:gd name="connsiteY22" fmla="*/ 31526 h 219312"/>
                  <a:gd name="connsiteX23" fmla="*/ 2718576 w 3167811"/>
                  <a:gd name="connsiteY23" fmla="*/ 32440 h 219312"/>
                  <a:gd name="connsiteX24" fmla="*/ 3028353 w 3167811"/>
                  <a:gd name="connsiteY24" fmla="*/ 37466 h 219312"/>
                  <a:gd name="connsiteX25" fmla="*/ 3126129 w 3167811"/>
                  <a:gd name="connsiteY25" fmla="*/ 40207 h 219312"/>
                  <a:gd name="connsiteX0-1" fmla="*/ 3167811 w 3243631"/>
                  <a:gd name="connsiteY0-2" fmla="*/ 43158 h 219312"/>
                  <a:gd name="connsiteX1-3" fmla="*/ 3167811 w 3243631"/>
                  <a:gd name="connsiteY1-4" fmla="*/ 211622 h 219312"/>
                  <a:gd name="connsiteX2-5" fmla="*/ 3139836 w 3243631"/>
                  <a:gd name="connsiteY2-6" fmla="*/ 214286 h 219312"/>
                  <a:gd name="connsiteX3-7" fmla="*/ 1691467 w 3243631"/>
                  <a:gd name="connsiteY3-8" fmla="*/ 219312 h 219312"/>
                  <a:gd name="connsiteX4-9" fmla="*/ 1430578 w 3243631"/>
                  <a:gd name="connsiteY4-10" fmla="*/ 215200 h 219312"/>
                  <a:gd name="connsiteX5-11" fmla="*/ 113795 w 3243631"/>
                  <a:gd name="connsiteY5-12" fmla="*/ 202864 h 219312"/>
                  <a:gd name="connsiteX6-13" fmla="*/ 105113 w 3243631"/>
                  <a:gd name="connsiteY6-14" fmla="*/ 201036 h 219312"/>
                  <a:gd name="connsiteX7-15" fmla="*/ 15561 w 3243631"/>
                  <a:gd name="connsiteY7-16" fmla="*/ 111027 h 219312"/>
                  <a:gd name="connsiteX8-17" fmla="*/ 27 w 3243631"/>
                  <a:gd name="connsiteY8-18" fmla="*/ 72190 h 219312"/>
                  <a:gd name="connsiteX9-19" fmla="*/ 1854 w 3243631"/>
                  <a:gd name="connsiteY9-20" fmla="*/ 0 h 219312"/>
                  <a:gd name="connsiteX10-21" fmla="*/ 1023480 w 3243631"/>
                  <a:gd name="connsiteY10-22" fmla="*/ 5940 h 219312"/>
                  <a:gd name="connsiteX11-23" fmla="*/ 1034446 w 3243631"/>
                  <a:gd name="connsiteY11-24" fmla="*/ 8224 h 219312"/>
                  <a:gd name="connsiteX12-25" fmla="*/ 1151412 w 3243631"/>
                  <a:gd name="connsiteY12-26" fmla="*/ 45690 h 219312"/>
                  <a:gd name="connsiteX13-27" fmla="*/ 1153697 w 3243631"/>
                  <a:gd name="connsiteY13-28" fmla="*/ 49345 h 219312"/>
                  <a:gd name="connsiteX14-29" fmla="*/ 1207154 w 3243631"/>
                  <a:gd name="connsiteY14-30" fmla="*/ 44776 h 219312"/>
                  <a:gd name="connsiteX15-31" fmla="*/ 1239137 w 3243631"/>
                  <a:gd name="connsiteY15-32" fmla="*/ 12336 h 219312"/>
                  <a:gd name="connsiteX16-33" fmla="*/ 1242335 w 3243631"/>
                  <a:gd name="connsiteY16-34" fmla="*/ 12793 h 219312"/>
                  <a:gd name="connsiteX17-35" fmla="*/ 1303103 w 3243631"/>
                  <a:gd name="connsiteY17-36" fmla="*/ 15534 h 219312"/>
                  <a:gd name="connsiteX18-37" fmla="*/ 1634355 w 3243631"/>
                  <a:gd name="connsiteY18-38" fmla="*/ 21474 h 219312"/>
                  <a:gd name="connsiteX19-39" fmla="*/ 1636182 w 3243631"/>
                  <a:gd name="connsiteY19-40" fmla="*/ 21474 h 219312"/>
                  <a:gd name="connsiteX20-41" fmla="*/ 2103133 w 3243631"/>
                  <a:gd name="connsiteY20-42" fmla="*/ 26500 h 219312"/>
                  <a:gd name="connsiteX21-43" fmla="*/ 2454945 w 3243631"/>
                  <a:gd name="connsiteY21-44" fmla="*/ 27414 h 219312"/>
                  <a:gd name="connsiteX22-45" fmla="*/ 2515256 w 3243631"/>
                  <a:gd name="connsiteY22-46" fmla="*/ 31526 h 219312"/>
                  <a:gd name="connsiteX23-47" fmla="*/ 2718576 w 3243631"/>
                  <a:gd name="connsiteY23-48" fmla="*/ 32440 h 219312"/>
                  <a:gd name="connsiteX24-49" fmla="*/ 3028353 w 3243631"/>
                  <a:gd name="connsiteY24-50" fmla="*/ 37466 h 219312"/>
                  <a:gd name="connsiteX25-51" fmla="*/ 3126129 w 3243631"/>
                  <a:gd name="connsiteY25-52" fmla="*/ 40207 h 219312"/>
                  <a:gd name="connsiteX26" fmla="*/ 3167811 w 3243631"/>
                  <a:gd name="connsiteY26" fmla="*/ 43158 h 219312"/>
                  <a:gd name="connsiteX0-53" fmla="*/ 3167811 w 3282115"/>
                  <a:gd name="connsiteY0-54" fmla="*/ 43158 h 219312"/>
                  <a:gd name="connsiteX1-55" fmla="*/ 3167811 w 3282115"/>
                  <a:gd name="connsiteY1-56" fmla="*/ 211622 h 219312"/>
                  <a:gd name="connsiteX2-57" fmla="*/ 3139836 w 3282115"/>
                  <a:gd name="connsiteY2-58" fmla="*/ 214286 h 219312"/>
                  <a:gd name="connsiteX3-59" fmla="*/ 1691467 w 3282115"/>
                  <a:gd name="connsiteY3-60" fmla="*/ 219312 h 219312"/>
                  <a:gd name="connsiteX4-61" fmla="*/ 1430578 w 3282115"/>
                  <a:gd name="connsiteY4-62" fmla="*/ 215200 h 219312"/>
                  <a:gd name="connsiteX5-63" fmla="*/ 113795 w 3282115"/>
                  <a:gd name="connsiteY5-64" fmla="*/ 202864 h 219312"/>
                  <a:gd name="connsiteX6-65" fmla="*/ 105113 w 3282115"/>
                  <a:gd name="connsiteY6-66" fmla="*/ 201036 h 219312"/>
                  <a:gd name="connsiteX7-67" fmla="*/ 15561 w 3282115"/>
                  <a:gd name="connsiteY7-68" fmla="*/ 111027 h 219312"/>
                  <a:gd name="connsiteX8-69" fmla="*/ 27 w 3282115"/>
                  <a:gd name="connsiteY8-70" fmla="*/ 72190 h 219312"/>
                  <a:gd name="connsiteX9-71" fmla="*/ 1854 w 3282115"/>
                  <a:gd name="connsiteY9-72" fmla="*/ 0 h 219312"/>
                  <a:gd name="connsiteX10-73" fmla="*/ 1023480 w 3282115"/>
                  <a:gd name="connsiteY10-74" fmla="*/ 5940 h 219312"/>
                  <a:gd name="connsiteX11-75" fmla="*/ 1034446 w 3282115"/>
                  <a:gd name="connsiteY11-76" fmla="*/ 8224 h 219312"/>
                  <a:gd name="connsiteX12-77" fmla="*/ 1151412 w 3282115"/>
                  <a:gd name="connsiteY12-78" fmla="*/ 45690 h 219312"/>
                  <a:gd name="connsiteX13-79" fmla="*/ 1153697 w 3282115"/>
                  <a:gd name="connsiteY13-80" fmla="*/ 49345 h 219312"/>
                  <a:gd name="connsiteX14-81" fmla="*/ 1207154 w 3282115"/>
                  <a:gd name="connsiteY14-82" fmla="*/ 44776 h 219312"/>
                  <a:gd name="connsiteX15-83" fmla="*/ 1239137 w 3282115"/>
                  <a:gd name="connsiteY15-84" fmla="*/ 12336 h 219312"/>
                  <a:gd name="connsiteX16-85" fmla="*/ 1242335 w 3282115"/>
                  <a:gd name="connsiteY16-86" fmla="*/ 12793 h 219312"/>
                  <a:gd name="connsiteX17-87" fmla="*/ 1303103 w 3282115"/>
                  <a:gd name="connsiteY17-88" fmla="*/ 15534 h 219312"/>
                  <a:gd name="connsiteX18-89" fmla="*/ 1634355 w 3282115"/>
                  <a:gd name="connsiteY18-90" fmla="*/ 21474 h 219312"/>
                  <a:gd name="connsiteX19-91" fmla="*/ 1636182 w 3282115"/>
                  <a:gd name="connsiteY19-92" fmla="*/ 21474 h 219312"/>
                  <a:gd name="connsiteX20-93" fmla="*/ 2103133 w 3282115"/>
                  <a:gd name="connsiteY20-94" fmla="*/ 26500 h 219312"/>
                  <a:gd name="connsiteX21-95" fmla="*/ 2454945 w 3282115"/>
                  <a:gd name="connsiteY21-96" fmla="*/ 27414 h 219312"/>
                  <a:gd name="connsiteX22-97" fmla="*/ 2515256 w 3282115"/>
                  <a:gd name="connsiteY22-98" fmla="*/ 31526 h 219312"/>
                  <a:gd name="connsiteX23-99" fmla="*/ 2718576 w 3282115"/>
                  <a:gd name="connsiteY23-100" fmla="*/ 32440 h 219312"/>
                  <a:gd name="connsiteX24-101" fmla="*/ 3028353 w 3282115"/>
                  <a:gd name="connsiteY24-102" fmla="*/ 37466 h 219312"/>
                  <a:gd name="connsiteX25-103" fmla="*/ 3126129 w 3282115"/>
                  <a:gd name="connsiteY25-104" fmla="*/ 40207 h 219312"/>
                  <a:gd name="connsiteX26-105" fmla="*/ 3167811 w 3282115"/>
                  <a:gd name="connsiteY26-106" fmla="*/ 43158 h 219312"/>
                  <a:gd name="connsiteX0-107" fmla="*/ 3167811 w 3263809"/>
                  <a:gd name="connsiteY0-108" fmla="*/ 43158 h 219312"/>
                  <a:gd name="connsiteX1-109" fmla="*/ 3167811 w 3263809"/>
                  <a:gd name="connsiteY1-110" fmla="*/ 211622 h 219312"/>
                  <a:gd name="connsiteX2-111" fmla="*/ 3139836 w 3263809"/>
                  <a:gd name="connsiteY2-112" fmla="*/ 214286 h 219312"/>
                  <a:gd name="connsiteX3-113" fmla="*/ 1691467 w 3263809"/>
                  <a:gd name="connsiteY3-114" fmla="*/ 219312 h 219312"/>
                  <a:gd name="connsiteX4-115" fmla="*/ 1430578 w 3263809"/>
                  <a:gd name="connsiteY4-116" fmla="*/ 215200 h 219312"/>
                  <a:gd name="connsiteX5-117" fmla="*/ 113795 w 3263809"/>
                  <a:gd name="connsiteY5-118" fmla="*/ 202864 h 219312"/>
                  <a:gd name="connsiteX6-119" fmla="*/ 105113 w 3263809"/>
                  <a:gd name="connsiteY6-120" fmla="*/ 201036 h 219312"/>
                  <a:gd name="connsiteX7-121" fmla="*/ 15561 w 3263809"/>
                  <a:gd name="connsiteY7-122" fmla="*/ 111027 h 219312"/>
                  <a:gd name="connsiteX8-123" fmla="*/ 27 w 3263809"/>
                  <a:gd name="connsiteY8-124" fmla="*/ 72190 h 219312"/>
                  <a:gd name="connsiteX9-125" fmla="*/ 1854 w 3263809"/>
                  <a:gd name="connsiteY9-126" fmla="*/ 0 h 219312"/>
                  <a:gd name="connsiteX10-127" fmla="*/ 1023480 w 3263809"/>
                  <a:gd name="connsiteY10-128" fmla="*/ 5940 h 219312"/>
                  <a:gd name="connsiteX11-129" fmla="*/ 1034446 w 3263809"/>
                  <a:gd name="connsiteY11-130" fmla="*/ 8224 h 219312"/>
                  <a:gd name="connsiteX12-131" fmla="*/ 1151412 w 3263809"/>
                  <a:gd name="connsiteY12-132" fmla="*/ 45690 h 219312"/>
                  <a:gd name="connsiteX13-133" fmla="*/ 1153697 w 3263809"/>
                  <a:gd name="connsiteY13-134" fmla="*/ 49345 h 219312"/>
                  <a:gd name="connsiteX14-135" fmla="*/ 1207154 w 3263809"/>
                  <a:gd name="connsiteY14-136" fmla="*/ 44776 h 219312"/>
                  <a:gd name="connsiteX15-137" fmla="*/ 1239137 w 3263809"/>
                  <a:gd name="connsiteY15-138" fmla="*/ 12336 h 219312"/>
                  <a:gd name="connsiteX16-139" fmla="*/ 1242335 w 3263809"/>
                  <a:gd name="connsiteY16-140" fmla="*/ 12793 h 219312"/>
                  <a:gd name="connsiteX17-141" fmla="*/ 1303103 w 3263809"/>
                  <a:gd name="connsiteY17-142" fmla="*/ 15534 h 219312"/>
                  <a:gd name="connsiteX18-143" fmla="*/ 1634355 w 3263809"/>
                  <a:gd name="connsiteY18-144" fmla="*/ 21474 h 219312"/>
                  <a:gd name="connsiteX19-145" fmla="*/ 1636182 w 3263809"/>
                  <a:gd name="connsiteY19-146" fmla="*/ 21474 h 219312"/>
                  <a:gd name="connsiteX20-147" fmla="*/ 2103133 w 3263809"/>
                  <a:gd name="connsiteY20-148" fmla="*/ 26500 h 219312"/>
                  <a:gd name="connsiteX21-149" fmla="*/ 2454945 w 3263809"/>
                  <a:gd name="connsiteY21-150" fmla="*/ 27414 h 219312"/>
                  <a:gd name="connsiteX22-151" fmla="*/ 2515256 w 3263809"/>
                  <a:gd name="connsiteY22-152" fmla="*/ 31526 h 219312"/>
                  <a:gd name="connsiteX23-153" fmla="*/ 2718576 w 3263809"/>
                  <a:gd name="connsiteY23-154" fmla="*/ 32440 h 219312"/>
                  <a:gd name="connsiteX24-155" fmla="*/ 3028353 w 3263809"/>
                  <a:gd name="connsiteY24-156" fmla="*/ 37466 h 219312"/>
                  <a:gd name="connsiteX25-157" fmla="*/ 3126129 w 3263809"/>
                  <a:gd name="connsiteY25-158" fmla="*/ 40207 h 219312"/>
                  <a:gd name="connsiteX26-159" fmla="*/ 3167811 w 3263809"/>
                  <a:gd name="connsiteY26-160" fmla="*/ 43158 h 21931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105" y="connsiteY26-106"/>
                  </a:cxn>
                </a:cxnLst>
                <a:rect l="l" t="t" r="r" b="b"/>
                <a:pathLst>
                  <a:path w="3263809" h="219312">
                    <a:moveTo>
                      <a:pt x="3167811" y="43158"/>
                    </a:moveTo>
                    <a:cubicBezTo>
                      <a:pt x="3290641" y="54957"/>
                      <a:pt x="3300876" y="196410"/>
                      <a:pt x="3167811" y="211622"/>
                    </a:cubicBezTo>
                    <a:lnTo>
                      <a:pt x="3139836" y="214286"/>
                    </a:lnTo>
                    <a:lnTo>
                      <a:pt x="1691467" y="219312"/>
                    </a:lnTo>
                    <a:lnTo>
                      <a:pt x="1430578" y="215200"/>
                    </a:lnTo>
                    <a:lnTo>
                      <a:pt x="113795" y="202864"/>
                    </a:lnTo>
                    <a:cubicBezTo>
                      <a:pt x="22110" y="202026"/>
                      <a:pt x="107855" y="202407"/>
                      <a:pt x="105113" y="201036"/>
                    </a:cubicBezTo>
                    <a:lnTo>
                      <a:pt x="15561" y="111027"/>
                    </a:lnTo>
                    <a:cubicBezTo>
                      <a:pt x="5053" y="100518"/>
                      <a:pt x="-431" y="87268"/>
                      <a:pt x="27" y="72190"/>
                    </a:cubicBezTo>
                    <a:cubicBezTo>
                      <a:pt x="484" y="48431"/>
                      <a:pt x="940" y="24216"/>
                      <a:pt x="1854" y="0"/>
                    </a:cubicBezTo>
                    <a:lnTo>
                      <a:pt x="1023480" y="5940"/>
                    </a:lnTo>
                    <a:cubicBezTo>
                      <a:pt x="1087979" y="5940"/>
                      <a:pt x="1030791" y="6396"/>
                      <a:pt x="1034446" y="8224"/>
                    </a:cubicBezTo>
                    <a:cubicBezTo>
                      <a:pt x="1071455" y="26043"/>
                      <a:pt x="1109834" y="40664"/>
                      <a:pt x="1151412" y="45690"/>
                    </a:cubicBezTo>
                    <a:cubicBezTo>
                      <a:pt x="1151869" y="47061"/>
                      <a:pt x="1152783" y="47974"/>
                      <a:pt x="1153697" y="49345"/>
                    </a:cubicBezTo>
                    <a:cubicBezTo>
                      <a:pt x="1171973" y="52543"/>
                      <a:pt x="1190705" y="62138"/>
                      <a:pt x="1207154" y="44776"/>
                    </a:cubicBezTo>
                    <a:cubicBezTo>
                      <a:pt x="1218119" y="33810"/>
                      <a:pt x="1228628" y="23302"/>
                      <a:pt x="1239137" y="12336"/>
                    </a:cubicBezTo>
                    <a:cubicBezTo>
                      <a:pt x="1240050" y="12336"/>
                      <a:pt x="1241421" y="12793"/>
                      <a:pt x="1242335" y="12793"/>
                    </a:cubicBezTo>
                    <a:cubicBezTo>
                      <a:pt x="1262439" y="15078"/>
                      <a:pt x="1282542" y="18733"/>
                      <a:pt x="1303103" y="15534"/>
                    </a:cubicBezTo>
                    <a:lnTo>
                      <a:pt x="1634355" y="21474"/>
                    </a:lnTo>
                    <a:lnTo>
                      <a:pt x="1636182" y="21474"/>
                    </a:lnTo>
                    <a:lnTo>
                      <a:pt x="2103133" y="26500"/>
                    </a:lnTo>
                    <a:lnTo>
                      <a:pt x="2454945" y="27414"/>
                    </a:lnTo>
                    <a:cubicBezTo>
                      <a:pt x="2523632" y="28251"/>
                      <a:pt x="2471317" y="30688"/>
                      <a:pt x="2515256" y="31526"/>
                    </a:cubicBezTo>
                    <a:cubicBezTo>
                      <a:pt x="2583334" y="35181"/>
                      <a:pt x="2650955" y="35181"/>
                      <a:pt x="2718576" y="32440"/>
                    </a:cubicBezTo>
                    <a:lnTo>
                      <a:pt x="3028353" y="37466"/>
                    </a:lnTo>
                    <a:cubicBezTo>
                      <a:pt x="3060793" y="38836"/>
                      <a:pt x="3093690" y="40664"/>
                      <a:pt x="3126129" y="40207"/>
                    </a:cubicBezTo>
                    <a:lnTo>
                      <a:pt x="3167811" y="4315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  <a:effectLst>
                <a:innerShdw blurRad="63500" dist="50800">
                  <a:schemeClr val="accent1">
                    <a:lumMod val="50000"/>
                    <a:alpha val="50000"/>
                  </a:schemeClr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: Shape 8"/>
            <p:cNvSpPr/>
            <p:nvPr/>
          </p:nvSpPr>
          <p:spPr>
            <a:xfrm rot="20777766">
              <a:off x="9161751" y="3139077"/>
              <a:ext cx="264773" cy="259550"/>
            </a:xfrm>
            <a:custGeom>
              <a:avLst/>
              <a:gdLst>
                <a:gd name="connsiteX0" fmla="*/ 198968 w 286440"/>
                <a:gd name="connsiteY0" fmla="*/ 5528 h 280790"/>
                <a:gd name="connsiteX1" fmla="*/ 286440 w 286440"/>
                <a:gd name="connsiteY1" fmla="*/ 137530 h 280790"/>
                <a:gd name="connsiteX2" fmla="*/ 143220 w 286440"/>
                <a:gd name="connsiteY2" fmla="*/ 280790 h 280790"/>
                <a:gd name="connsiteX3" fmla="*/ 0 w 286440"/>
                <a:gd name="connsiteY3" fmla="*/ 137530 h 280790"/>
                <a:gd name="connsiteX4" fmla="*/ 87473 w 286440"/>
                <a:gd name="connsiteY4" fmla="*/ 5528 h 280790"/>
                <a:gd name="connsiteX5" fmla="*/ 114847 w 286440"/>
                <a:gd name="connsiteY5" fmla="*/ 0 h 280790"/>
                <a:gd name="connsiteX6" fmla="*/ 117610 w 286440"/>
                <a:gd name="connsiteY6" fmla="*/ 42416 h 280790"/>
                <a:gd name="connsiteX7" fmla="*/ 106603 w 286440"/>
                <a:gd name="connsiteY7" fmla="*/ 98156 h 280790"/>
                <a:gd name="connsiteX8" fmla="*/ 104974 w 286440"/>
                <a:gd name="connsiteY8" fmla="*/ 99256 h 280790"/>
                <a:gd name="connsiteX9" fmla="*/ 89132 w 286440"/>
                <a:gd name="connsiteY9" fmla="*/ 137530 h 280790"/>
                <a:gd name="connsiteX10" fmla="*/ 143220 w 286440"/>
                <a:gd name="connsiteY10" fmla="*/ 191658 h 280790"/>
                <a:gd name="connsiteX11" fmla="*/ 197308 w 286440"/>
                <a:gd name="connsiteY11" fmla="*/ 137530 h 280790"/>
                <a:gd name="connsiteX12" fmla="*/ 181968 w 286440"/>
                <a:gd name="connsiteY12" fmla="*/ 100468 h 280790"/>
                <a:gd name="connsiteX13" fmla="*/ 192485 w 286440"/>
                <a:gd name="connsiteY13" fmla="*/ 47208 h 280790"/>
                <a:gd name="connsiteX14" fmla="*/ 189647 w 286440"/>
                <a:gd name="connsiteY14" fmla="*/ 3646 h 280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6440" h="280790">
                  <a:moveTo>
                    <a:pt x="198968" y="5528"/>
                  </a:moveTo>
                  <a:cubicBezTo>
                    <a:pt x="250372" y="27276"/>
                    <a:pt x="286440" y="78190"/>
                    <a:pt x="286440" y="137530"/>
                  </a:cubicBezTo>
                  <a:cubicBezTo>
                    <a:pt x="286440" y="216650"/>
                    <a:pt x="222318" y="280790"/>
                    <a:pt x="143220" y="280790"/>
                  </a:cubicBezTo>
                  <a:cubicBezTo>
                    <a:pt x="64122" y="280790"/>
                    <a:pt x="0" y="216650"/>
                    <a:pt x="0" y="137530"/>
                  </a:cubicBezTo>
                  <a:cubicBezTo>
                    <a:pt x="0" y="78190"/>
                    <a:pt x="36068" y="27276"/>
                    <a:pt x="87473" y="5528"/>
                  </a:cubicBezTo>
                  <a:lnTo>
                    <a:pt x="114847" y="0"/>
                  </a:lnTo>
                  <a:lnTo>
                    <a:pt x="117610" y="42416"/>
                  </a:lnTo>
                  <a:lnTo>
                    <a:pt x="106603" y="98156"/>
                  </a:lnTo>
                  <a:lnTo>
                    <a:pt x="104974" y="99256"/>
                  </a:lnTo>
                  <a:cubicBezTo>
                    <a:pt x="95186" y="109051"/>
                    <a:pt x="89132" y="122583"/>
                    <a:pt x="89132" y="137530"/>
                  </a:cubicBezTo>
                  <a:cubicBezTo>
                    <a:pt x="89132" y="167424"/>
                    <a:pt x="113348" y="191658"/>
                    <a:pt x="143220" y="191658"/>
                  </a:cubicBezTo>
                  <a:cubicBezTo>
                    <a:pt x="173092" y="191658"/>
                    <a:pt x="197308" y="167424"/>
                    <a:pt x="197308" y="137530"/>
                  </a:cubicBezTo>
                  <a:lnTo>
                    <a:pt x="181968" y="100468"/>
                  </a:lnTo>
                  <a:lnTo>
                    <a:pt x="192485" y="47208"/>
                  </a:lnTo>
                  <a:lnTo>
                    <a:pt x="189647" y="36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/>
            <p:cNvSpPr/>
            <p:nvPr/>
          </p:nvSpPr>
          <p:spPr>
            <a:xfrm rot="20519449">
              <a:off x="9161753" y="3115781"/>
              <a:ext cx="264773" cy="259550"/>
            </a:xfrm>
            <a:custGeom>
              <a:avLst/>
              <a:gdLst>
                <a:gd name="connsiteX0" fmla="*/ 198968 w 286440"/>
                <a:gd name="connsiteY0" fmla="*/ 5528 h 280790"/>
                <a:gd name="connsiteX1" fmla="*/ 286440 w 286440"/>
                <a:gd name="connsiteY1" fmla="*/ 137530 h 280790"/>
                <a:gd name="connsiteX2" fmla="*/ 143220 w 286440"/>
                <a:gd name="connsiteY2" fmla="*/ 280790 h 280790"/>
                <a:gd name="connsiteX3" fmla="*/ 0 w 286440"/>
                <a:gd name="connsiteY3" fmla="*/ 137530 h 280790"/>
                <a:gd name="connsiteX4" fmla="*/ 87473 w 286440"/>
                <a:gd name="connsiteY4" fmla="*/ 5528 h 280790"/>
                <a:gd name="connsiteX5" fmla="*/ 114847 w 286440"/>
                <a:gd name="connsiteY5" fmla="*/ 0 h 280790"/>
                <a:gd name="connsiteX6" fmla="*/ 117610 w 286440"/>
                <a:gd name="connsiteY6" fmla="*/ 42416 h 280790"/>
                <a:gd name="connsiteX7" fmla="*/ 106603 w 286440"/>
                <a:gd name="connsiteY7" fmla="*/ 98156 h 280790"/>
                <a:gd name="connsiteX8" fmla="*/ 104974 w 286440"/>
                <a:gd name="connsiteY8" fmla="*/ 99256 h 280790"/>
                <a:gd name="connsiteX9" fmla="*/ 89132 w 286440"/>
                <a:gd name="connsiteY9" fmla="*/ 137530 h 280790"/>
                <a:gd name="connsiteX10" fmla="*/ 143220 w 286440"/>
                <a:gd name="connsiteY10" fmla="*/ 191658 h 280790"/>
                <a:gd name="connsiteX11" fmla="*/ 197308 w 286440"/>
                <a:gd name="connsiteY11" fmla="*/ 137530 h 280790"/>
                <a:gd name="connsiteX12" fmla="*/ 181968 w 286440"/>
                <a:gd name="connsiteY12" fmla="*/ 100468 h 280790"/>
                <a:gd name="connsiteX13" fmla="*/ 192485 w 286440"/>
                <a:gd name="connsiteY13" fmla="*/ 47208 h 280790"/>
                <a:gd name="connsiteX14" fmla="*/ 189647 w 286440"/>
                <a:gd name="connsiteY14" fmla="*/ 3646 h 280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6440" h="280790">
                  <a:moveTo>
                    <a:pt x="198968" y="5528"/>
                  </a:moveTo>
                  <a:cubicBezTo>
                    <a:pt x="250372" y="27276"/>
                    <a:pt x="286440" y="78190"/>
                    <a:pt x="286440" y="137530"/>
                  </a:cubicBezTo>
                  <a:cubicBezTo>
                    <a:pt x="286440" y="216650"/>
                    <a:pt x="222318" y="280790"/>
                    <a:pt x="143220" y="280790"/>
                  </a:cubicBezTo>
                  <a:cubicBezTo>
                    <a:pt x="64122" y="280790"/>
                    <a:pt x="0" y="216650"/>
                    <a:pt x="0" y="137530"/>
                  </a:cubicBezTo>
                  <a:cubicBezTo>
                    <a:pt x="0" y="78190"/>
                    <a:pt x="36068" y="27276"/>
                    <a:pt x="87473" y="5528"/>
                  </a:cubicBezTo>
                  <a:lnTo>
                    <a:pt x="114847" y="0"/>
                  </a:lnTo>
                  <a:lnTo>
                    <a:pt x="117610" y="42416"/>
                  </a:lnTo>
                  <a:lnTo>
                    <a:pt x="106603" y="98156"/>
                  </a:lnTo>
                  <a:lnTo>
                    <a:pt x="104974" y="99256"/>
                  </a:lnTo>
                  <a:cubicBezTo>
                    <a:pt x="95186" y="109051"/>
                    <a:pt x="89132" y="122583"/>
                    <a:pt x="89132" y="137530"/>
                  </a:cubicBezTo>
                  <a:cubicBezTo>
                    <a:pt x="89132" y="167424"/>
                    <a:pt x="113348" y="191658"/>
                    <a:pt x="143220" y="191658"/>
                  </a:cubicBezTo>
                  <a:cubicBezTo>
                    <a:pt x="173092" y="191658"/>
                    <a:pt x="197308" y="167424"/>
                    <a:pt x="197308" y="137530"/>
                  </a:cubicBezTo>
                  <a:lnTo>
                    <a:pt x="181968" y="100468"/>
                  </a:lnTo>
                  <a:lnTo>
                    <a:pt x="192485" y="47208"/>
                  </a:lnTo>
                  <a:lnTo>
                    <a:pt x="189647" y="36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8562265" y="3092620"/>
              <a:ext cx="2838422" cy="2202664"/>
            </a:xfrm>
            <a:custGeom>
              <a:avLst/>
              <a:gdLst>
                <a:gd name="connsiteX0" fmla="*/ 1437118 w 2838422"/>
                <a:gd name="connsiteY0" fmla="*/ 1112999 h 2185835"/>
                <a:gd name="connsiteX1" fmla="*/ 1437118 w 2838422"/>
                <a:gd name="connsiteY1" fmla="*/ 1395540 h 2185835"/>
                <a:gd name="connsiteX2" fmla="*/ 1719658 w 2838422"/>
                <a:gd name="connsiteY2" fmla="*/ 1395540 h 2185835"/>
                <a:gd name="connsiteX3" fmla="*/ 1719658 w 2838422"/>
                <a:gd name="connsiteY3" fmla="*/ 1112999 h 2185835"/>
                <a:gd name="connsiteX4" fmla="*/ 1114623 w 2838422"/>
                <a:gd name="connsiteY4" fmla="*/ 1112999 h 2185835"/>
                <a:gd name="connsiteX5" fmla="*/ 1114623 w 2838422"/>
                <a:gd name="connsiteY5" fmla="*/ 1395540 h 2185835"/>
                <a:gd name="connsiteX6" fmla="*/ 1397163 w 2838422"/>
                <a:gd name="connsiteY6" fmla="*/ 1395540 h 2185835"/>
                <a:gd name="connsiteX7" fmla="*/ 1397163 w 2838422"/>
                <a:gd name="connsiteY7" fmla="*/ 1112999 h 2185835"/>
                <a:gd name="connsiteX8" fmla="*/ 1437118 w 2838422"/>
                <a:gd name="connsiteY8" fmla="*/ 775522 h 2185835"/>
                <a:gd name="connsiteX9" fmla="*/ 1437118 w 2838422"/>
                <a:gd name="connsiteY9" fmla="*/ 1058062 h 2185835"/>
                <a:gd name="connsiteX10" fmla="*/ 1719658 w 2838422"/>
                <a:gd name="connsiteY10" fmla="*/ 1058062 h 2185835"/>
                <a:gd name="connsiteX11" fmla="*/ 1719658 w 2838422"/>
                <a:gd name="connsiteY11" fmla="*/ 775522 h 2185835"/>
                <a:gd name="connsiteX12" fmla="*/ 1114623 w 2838422"/>
                <a:gd name="connsiteY12" fmla="*/ 775522 h 2185835"/>
                <a:gd name="connsiteX13" fmla="*/ 1114623 w 2838422"/>
                <a:gd name="connsiteY13" fmla="*/ 1058062 h 2185835"/>
                <a:gd name="connsiteX14" fmla="*/ 1397163 w 2838422"/>
                <a:gd name="connsiteY14" fmla="*/ 1058062 h 2185835"/>
                <a:gd name="connsiteX15" fmla="*/ 1397163 w 2838422"/>
                <a:gd name="connsiteY15" fmla="*/ 775522 h 2185835"/>
                <a:gd name="connsiteX16" fmla="*/ 1342116 w 2838422"/>
                <a:gd name="connsiteY16" fmla="*/ 0 h 2185835"/>
                <a:gd name="connsiteX17" fmla="*/ 1496309 w 2838422"/>
                <a:gd name="connsiteY17" fmla="*/ 0 h 2185835"/>
                <a:gd name="connsiteX18" fmla="*/ 1486851 w 2838422"/>
                <a:gd name="connsiteY18" fmla="*/ 6377 h 2185835"/>
                <a:gd name="connsiteX19" fmla="*/ 1519539 w 2838422"/>
                <a:gd name="connsiteY19" fmla="*/ 24115 h 2185835"/>
                <a:gd name="connsiteX20" fmla="*/ 1560949 w 2838422"/>
                <a:gd name="connsiteY20" fmla="*/ 51550 h 2185835"/>
                <a:gd name="connsiteX21" fmla="*/ 1854298 w 2838422"/>
                <a:gd name="connsiteY21" fmla="*/ 262704 h 2185835"/>
                <a:gd name="connsiteX22" fmla="*/ 1919487 w 2838422"/>
                <a:gd name="connsiteY22" fmla="*/ 234362 h 2185835"/>
                <a:gd name="connsiteX23" fmla="*/ 2047030 w 2838422"/>
                <a:gd name="connsiteY23" fmla="*/ 111069 h 2185835"/>
                <a:gd name="connsiteX24" fmla="*/ 2174571 w 2838422"/>
                <a:gd name="connsiteY24" fmla="*/ 111069 h 2185835"/>
                <a:gd name="connsiteX25" fmla="*/ 2270936 w 2838422"/>
                <a:gd name="connsiteY25" fmla="*/ 207434 h 2185835"/>
                <a:gd name="connsiteX26" fmla="*/ 2269520 w 2838422"/>
                <a:gd name="connsiteY26" fmla="*/ 469607 h 2185835"/>
                <a:gd name="connsiteX27" fmla="*/ 2348879 w 2838422"/>
                <a:gd name="connsiteY27" fmla="*/ 619823 h 2185835"/>
                <a:gd name="connsiteX28" fmla="*/ 2752765 w 2838422"/>
                <a:gd name="connsiteY28" fmla="*/ 907503 h 2185835"/>
                <a:gd name="connsiteX29" fmla="*/ 2837793 w 2838422"/>
                <a:gd name="connsiteY29" fmla="*/ 1022292 h 2185835"/>
                <a:gd name="connsiteX30" fmla="*/ 2778273 w 2838422"/>
                <a:gd name="connsiteY30" fmla="*/ 1149834 h 2185835"/>
                <a:gd name="connsiteX31" fmla="*/ 2596881 w 2838422"/>
                <a:gd name="connsiteY31" fmla="*/ 1149834 h 2185835"/>
                <a:gd name="connsiteX32" fmla="*/ 2354550 w 2838422"/>
                <a:gd name="connsiteY32" fmla="*/ 978361 h 2185835"/>
                <a:gd name="connsiteX33" fmla="*/ 2283692 w 2838422"/>
                <a:gd name="connsiteY33" fmla="*/ 940098 h 2185835"/>
                <a:gd name="connsiteX34" fmla="*/ 2270936 w 2838422"/>
                <a:gd name="connsiteY34" fmla="*/ 1018039 h 2185835"/>
                <a:gd name="connsiteX35" fmla="*/ 2270936 w 2838422"/>
                <a:gd name="connsiteY35" fmla="*/ 1531046 h 2185835"/>
                <a:gd name="connsiteX36" fmla="*/ 2270936 w 2838422"/>
                <a:gd name="connsiteY36" fmla="*/ 2048302 h 2185835"/>
                <a:gd name="connsiteX37" fmla="*/ 2140560 w 2838422"/>
                <a:gd name="connsiteY37" fmla="*/ 2184348 h 2185835"/>
                <a:gd name="connsiteX38" fmla="*/ 1743761 w 2838422"/>
                <a:gd name="connsiteY38" fmla="*/ 2185765 h 2185835"/>
                <a:gd name="connsiteX39" fmla="*/ 1674320 w 2838422"/>
                <a:gd name="connsiteY39" fmla="*/ 2114907 h 2185835"/>
                <a:gd name="connsiteX40" fmla="*/ 1675739 w 2838422"/>
                <a:gd name="connsiteY40" fmla="*/ 1760622 h 2185835"/>
                <a:gd name="connsiteX41" fmla="*/ 1590709 w 2838422"/>
                <a:gd name="connsiteY41" fmla="*/ 1671341 h 2185835"/>
                <a:gd name="connsiteX42" fmla="*/ 1250596 w 2838422"/>
                <a:gd name="connsiteY42" fmla="*/ 1671341 h 2185835"/>
                <a:gd name="connsiteX43" fmla="*/ 1165569 w 2838422"/>
                <a:gd name="connsiteY43" fmla="*/ 1760622 h 2185835"/>
                <a:gd name="connsiteX44" fmla="*/ 1166985 w 2838422"/>
                <a:gd name="connsiteY44" fmla="*/ 2114907 h 2185835"/>
                <a:gd name="connsiteX45" fmla="*/ 1096128 w 2838422"/>
                <a:gd name="connsiteY45" fmla="*/ 2184348 h 2185835"/>
                <a:gd name="connsiteX46" fmla="*/ 706414 w 2838422"/>
                <a:gd name="connsiteY46" fmla="*/ 2182932 h 2185835"/>
                <a:gd name="connsiteX47" fmla="*/ 570368 w 2838422"/>
                <a:gd name="connsiteY47" fmla="*/ 2045466 h 2185835"/>
                <a:gd name="connsiteX48" fmla="*/ 568952 w 2838422"/>
                <a:gd name="connsiteY48" fmla="*/ 1003870 h 2185835"/>
                <a:gd name="connsiteX49" fmla="*/ 554779 w 2838422"/>
                <a:gd name="connsiteY49" fmla="*/ 940098 h 2185835"/>
                <a:gd name="connsiteX50" fmla="*/ 500928 w 2838422"/>
                <a:gd name="connsiteY50" fmla="*/ 968439 h 2185835"/>
                <a:gd name="connsiteX51" fmla="*/ 265682 w 2838422"/>
                <a:gd name="connsiteY51" fmla="*/ 1138496 h 2185835"/>
                <a:gd name="connsiteX52" fmla="*/ 139558 w 2838422"/>
                <a:gd name="connsiteY52" fmla="*/ 1176760 h 2185835"/>
                <a:gd name="connsiteX53" fmla="*/ 6345 w 2838422"/>
                <a:gd name="connsiteY53" fmla="*/ 1077560 h 2185835"/>
                <a:gd name="connsiteX54" fmla="*/ 61615 w 2838422"/>
                <a:gd name="connsiteY54" fmla="*/ 928759 h 2185835"/>
                <a:gd name="connsiteX55" fmla="*/ 509430 w 2838422"/>
                <a:gd name="connsiteY55" fmla="*/ 605653 h 2185835"/>
                <a:gd name="connsiteX56" fmla="*/ 1280356 w 2838422"/>
                <a:gd name="connsiteY56" fmla="*/ 51550 h 2185835"/>
                <a:gd name="connsiteX57" fmla="*/ 1321301 w 2838422"/>
                <a:gd name="connsiteY57" fmla="*/ 24115 h 2185835"/>
                <a:gd name="connsiteX58" fmla="*/ 1352522 w 2838422"/>
                <a:gd name="connsiteY58" fmla="*/ 7016 h 2185835"/>
                <a:gd name="connsiteX0-1" fmla="*/ 1437118 w 2838422"/>
                <a:gd name="connsiteY0-2" fmla="*/ 1112999 h 2185835"/>
                <a:gd name="connsiteX1-3" fmla="*/ 1437118 w 2838422"/>
                <a:gd name="connsiteY1-4" fmla="*/ 1395540 h 2185835"/>
                <a:gd name="connsiteX2-5" fmla="*/ 1719658 w 2838422"/>
                <a:gd name="connsiteY2-6" fmla="*/ 1395540 h 2185835"/>
                <a:gd name="connsiteX3-7" fmla="*/ 1719658 w 2838422"/>
                <a:gd name="connsiteY3-8" fmla="*/ 1112999 h 2185835"/>
                <a:gd name="connsiteX4-9" fmla="*/ 1437118 w 2838422"/>
                <a:gd name="connsiteY4-10" fmla="*/ 1112999 h 2185835"/>
                <a:gd name="connsiteX5-11" fmla="*/ 1114623 w 2838422"/>
                <a:gd name="connsiteY5-12" fmla="*/ 1112999 h 2185835"/>
                <a:gd name="connsiteX6-13" fmla="*/ 1114623 w 2838422"/>
                <a:gd name="connsiteY6-14" fmla="*/ 1395540 h 2185835"/>
                <a:gd name="connsiteX7-15" fmla="*/ 1397163 w 2838422"/>
                <a:gd name="connsiteY7-16" fmla="*/ 1395540 h 2185835"/>
                <a:gd name="connsiteX8-17" fmla="*/ 1397163 w 2838422"/>
                <a:gd name="connsiteY8-18" fmla="*/ 1112999 h 2185835"/>
                <a:gd name="connsiteX9-19" fmla="*/ 1114623 w 2838422"/>
                <a:gd name="connsiteY9-20" fmla="*/ 1112999 h 2185835"/>
                <a:gd name="connsiteX10-21" fmla="*/ 1437118 w 2838422"/>
                <a:gd name="connsiteY10-22" fmla="*/ 775522 h 2185835"/>
                <a:gd name="connsiteX11-23" fmla="*/ 1437118 w 2838422"/>
                <a:gd name="connsiteY11-24" fmla="*/ 1058062 h 2185835"/>
                <a:gd name="connsiteX12-25" fmla="*/ 1719658 w 2838422"/>
                <a:gd name="connsiteY12-26" fmla="*/ 1058062 h 2185835"/>
                <a:gd name="connsiteX13-27" fmla="*/ 1719658 w 2838422"/>
                <a:gd name="connsiteY13-28" fmla="*/ 775522 h 2185835"/>
                <a:gd name="connsiteX14-29" fmla="*/ 1437118 w 2838422"/>
                <a:gd name="connsiteY14-30" fmla="*/ 775522 h 2185835"/>
                <a:gd name="connsiteX15-31" fmla="*/ 1114623 w 2838422"/>
                <a:gd name="connsiteY15-32" fmla="*/ 775522 h 2185835"/>
                <a:gd name="connsiteX16-33" fmla="*/ 1114623 w 2838422"/>
                <a:gd name="connsiteY16-34" fmla="*/ 1058062 h 2185835"/>
                <a:gd name="connsiteX17-35" fmla="*/ 1397163 w 2838422"/>
                <a:gd name="connsiteY17-36" fmla="*/ 1058062 h 2185835"/>
                <a:gd name="connsiteX18-37" fmla="*/ 1397163 w 2838422"/>
                <a:gd name="connsiteY18-38" fmla="*/ 775522 h 2185835"/>
                <a:gd name="connsiteX19-39" fmla="*/ 1114623 w 2838422"/>
                <a:gd name="connsiteY19-40" fmla="*/ 775522 h 2185835"/>
                <a:gd name="connsiteX20-41" fmla="*/ 1352522 w 2838422"/>
                <a:gd name="connsiteY20-42" fmla="*/ 7016 h 2185835"/>
                <a:gd name="connsiteX21-43" fmla="*/ 1496309 w 2838422"/>
                <a:gd name="connsiteY21-44" fmla="*/ 0 h 2185835"/>
                <a:gd name="connsiteX22-45" fmla="*/ 1486851 w 2838422"/>
                <a:gd name="connsiteY22-46" fmla="*/ 6377 h 2185835"/>
                <a:gd name="connsiteX23-47" fmla="*/ 1519539 w 2838422"/>
                <a:gd name="connsiteY23-48" fmla="*/ 24115 h 2185835"/>
                <a:gd name="connsiteX24-49" fmla="*/ 1560949 w 2838422"/>
                <a:gd name="connsiteY24-50" fmla="*/ 51550 h 2185835"/>
                <a:gd name="connsiteX25-51" fmla="*/ 1854298 w 2838422"/>
                <a:gd name="connsiteY25-52" fmla="*/ 262704 h 2185835"/>
                <a:gd name="connsiteX26-53" fmla="*/ 1919487 w 2838422"/>
                <a:gd name="connsiteY26-54" fmla="*/ 234362 h 2185835"/>
                <a:gd name="connsiteX27-55" fmla="*/ 2047030 w 2838422"/>
                <a:gd name="connsiteY27-56" fmla="*/ 111069 h 2185835"/>
                <a:gd name="connsiteX28-57" fmla="*/ 2174571 w 2838422"/>
                <a:gd name="connsiteY28-58" fmla="*/ 111069 h 2185835"/>
                <a:gd name="connsiteX29-59" fmla="*/ 2270936 w 2838422"/>
                <a:gd name="connsiteY29-60" fmla="*/ 207434 h 2185835"/>
                <a:gd name="connsiteX30-61" fmla="*/ 2269520 w 2838422"/>
                <a:gd name="connsiteY30-62" fmla="*/ 469607 h 2185835"/>
                <a:gd name="connsiteX31-63" fmla="*/ 2348879 w 2838422"/>
                <a:gd name="connsiteY31-64" fmla="*/ 619823 h 2185835"/>
                <a:gd name="connsiteX32-65" fmla="*/ 2752765 w 2838422"/>
                <a:gd name="connsiteY32-66" fmla="*/ 907503 h 2185835"/>
                <a:gd name="connsiteX33-67" fmla="*/ 2837793 w 2838422"/>
                <a:gd name="connsiteY33-68" fmla="*/ 1022292 h 2185835"/>
                <a:gd name="connsiteX34-69" fmla="*/ 2778273 w 2838422"/>
                <a:gd name="connsiteY34-70" fmla="*/ 1149834 h 2185835"/>
                <a:gd name="connsiteX35-71" fmla="*/ 2596881 w 2838422"/>
                <a:gd name="connsiteY35-72" fmla="*/ 1149834 h 2185835"/>
                <a:gd name="connsiteX36-73" fmla="*/ 2354550 w 2838422"/>
                <a:gd name="connsiteY36-74" fmla="*/ 978361 h 2185835"/>
                <a:gd name="connsiteX37-75" fmla="*/ 2283692 w 2838422"/>
                <a:gd name="connsiteY37-76" fmla="*/ 940098 h 2185835"/>
                <a:gd name="connsiteX38-77" fmla="*/ 2270936 w 2838422"/>
                <a:gd name="connsiteY38-78" fmla="*/ 1018039 h 2185835"/>
                <a:gd name="connsiteX39-79" fmla="*/ 2270936 w 2838422"/>
                <a:gd name="connsiteY39-80" fmla="*/ 1531046 h 2185835"/>
                <a:gd name="connsiteX40-81" fmla="*/ 2270936 w 2838422"/>
                <a:gd name="connsiteY40-82" fmla="*/ 2048302 h 2185835"/>
                <a:gd name="connsiteX41-83" fmla="*/ 2140560 w 2838422"/>
                <a:gd name="connsiteY41-84" fmla="*/ 2184348 h 2185835"/>
                <a:gd name="connsiteX42-85" fmla="*/ 1743761 w 2838422"/>
                <a:gd name="connsiteY42-86" fmla="*/ 2185765 h 2185835"/>
                <a:gd name="connsiteX43-87" fmla="*/ 1674320 w 2838422"/>
                <a:gd name="connsiteY43-88" fmla="*/ 2114907 h 2185835"/>
                <a:gd name="connsiteX44-89" fmla="*/ 1675739 w 2838422"/>
                <a:gd name="connsiteY44-90" fmla="*/ 1760622 h 2185835"/>
                <a:gd name="connsiteX45-91" fmla="*/ 1590709 w 2838422"/>
                <a:gd name="connsiteY45-92" fmla="*/ 1671341 h 2185835"/>
                <a:gd name="connsiteX46-93" fmla="*/ 1250596 w 2838422"/>
                <a:gd name="connsiteY46-94" fmla="*/ 1671341 h 2185835"/>
                <a:gd name="connsiteX47-95" fmla="*/ 1165569 w 2838422"/>
                <a:gd name="connsiteY47-96" fmla="*/ 1760622 h 2185835"/>
                <a:gd name="connsiteX48-97" fmla="*/ 1166985 w 2838422"/>
                <a:gd name="connsiteY48-98" fmla="*/ 2114907 h 2185835"/>
                <a:gd name="connsiteX49-99" fmla="*/ 1096128 w 2838422"/>
                <a:gd name="connsiteY49-100" fmla="*/ 2184348 h 2185835"/>
                <a:gd name="connsiteX50-101" fmla="*/ 706414 w 2838422"/>
                <a:gd name="connsiteY50-102" fmla="*/ 2182932 h 2185835"/>
                <a:gd name="connsiteX51-103" fmla="*/ 570368 w 2838422"/>
                <a:gd name="connsiteY51-104" fmla="*/ 2045466 h 2185835"/>
                <a:gd name="connsiteX52-105" fmla="*/ 568952 w 2838422"/>
                <a:gd name="connsiteY52-106" fmla="*/ 1003870 h 2185835"/>
                <a:gd name="connsiteX53-107" fmla="*/ 554779 w 2838422"/>
                <a:gd name="connsiteY53-108" fmla="*/ 940098 h 2185835"/>
                <a:gd name="connsiteX54-109" fmla="*/ 500928 w 2838422"/>
                <a:gd name="connsiteY54-110" fmla="*/ 968439 h 2185835"/>
                <a:gd name="connsiteX55-111" fmla="*/ 265682 w 2838422"/>
                <a:gd name="connsiteY55-112" fmla="*/ 1138496 h 2185835"/>
                <a:gd name="connsiteX56-113" fmla="*/ 139558 w 2838422"/>
                <a:gd name="connsiteY56-114" fmla="*/ 1176760 h 2185835"/>
                <a:gd name="connsiteX57-115" fmla="*/ 6345 w 2838422"/>
                <a:gd name="connsiteY57-116" fmla="*/ 1077560 h 2185835"/>
                <a:gd name="connsiteX58-117" fmla="*/ 61615 w 2838422"/>
                <a:gd name="connsiteY58-118" fmla="*/ 928759 h 2185835"/>
                <a:gd name="connsiteX59" fmla="*/ 509430 w 2838422"/>
                <a:gd name="connsiteY59" fmla="*/ 605653 h 2185835"/>
                <a:gd name="connsiteX60" fmla="*/ 1280356 w 2838422"/>
                <a:gd name="connsiteY60" fmla="*/ 51550 h 2185835"/>
                <a:gd name="connsiteX61" fmla="*/ 1321301 w 2838422"/>
                <a:gd name="connsiteY61" fmla="*/ 24115 h 2185835"/>
                <a:gd name="connsiteX62" fmla="*/ 1352522 w 2838422"/>
                <a:gd name="connsiteY62" fmla="*/ 7016 h 2185835"/>
                <a:gd name="connsiteX0-119" fmla="*/ 1437118 w 2838422"/>
                <a:gd name="connsiteY0-120" fmla="*/ 1112999 h 2185835"/>
                <a:gd name="connsiteX1-121" fmla="*/ 1437118 w 2838422"/>
                <a:gd name="connsiteY1-122" fmla="*/ 1395540 h 2185835"/>
                <a:gd name="connsiteX2-123" fmla="*/ 1719658 w 2838422"/>
                <a:gd name="connsiteY2-124" fmla="*/ 1395540 h 2185835"/>
                <a:gd name="connsiteX3-125" fmla="*/ 1719658 w 2838422"/>
                <a:gd name="connsiteY3-126" fmla="*/ 1112999 h 2185835"/>
                <a:gd name="connsiteX4-127" fmla="*/ 1437118 w 2838422"/>
                <a:gd name="connsiteY4-128" fmla="*/ 1112999 h 2185835"/>
                <a:gd name="connsiteX5-129" fmla="*/ 1114623 w 2838422"/>
                <a:gd name="connsiteY5-130" fmla="*/ 1112999 h 2185835"/>
                <a:gd name="connsiteX6-131" fmla="*/ 1114623 w 2838422"/>
                <a:gd name="connsiteY6-132" fmla="*/ 1395540 h 2185835"/>
                <a:gd name="connsiteX7-133" fmla="*/ 1397163 w 2838422"/>
                <a:gd name="connsiteY7-134" fmla="*/ 1395540 h 2185835"/>
                <a:gd name="connsiteX8-135" fmla="*/ 1397163 w 2838422"/>
                <a:gd name="connsiteY8-136" fmla="*/ 1112999 h 2185835"/>
                <a:gd name="connsiteX9-137" fmla="*/ 1114623 w 2838422"/>
                <a:gd name="connsiteY9-138" fmla="*/ 1112999 h 2185835"/>
                <a:gd name="connsiteX10-139" fmla="*/ 1437118 w 2838422"/>
                <a:gd name="connsiteY10-140" fmla="*/ 775522 h 2185835"/>
                <a:gd name="connsiteX11-141" fmla="*/ 1437118 w 2838422"/>
                <a:gd name="connsiteY11-142" fmla="*/ 1058062 h 2185835"/>
                <a:gd name="connsiteX12-143" fmla="*/ 1719658 w 2838422"/>
                <a:gd name="connsiteY12-144" fmla="*/ 1058062 h 2185835"/>
                <a:gd name="connsiteX13-145" fmla="*/ 1719658 w 2838422"/>
                <a:gd name="connsiteY13-146" fmla="*/ 775522 h 2185835"/>
                <a:gd name="connsiteX14-147" fmla="*/ 1437118 w 2838422"/>
                <a:gd name="connsiteY14-148" fmla="*/ 775522 h 2185835"/>
                <a:gd name="connsiteX15-149" fmla="*/ 1114623 w 2838422"/>
                <a:gd name="connsiteY15-150" fmla="*/ 775522 h 2185835"/>
                <a:gd name="connsiteX16-151" fmla="*/ 1114623 w 2838422"/>
                <a:gd name="connsiteY16-152" fmla="*/ 1058062 h 2185835"/>
                <a:gd name="connsiteX17-153" fmla="*/ 1397163 w 2838422"/>
                <a:gd name="connsiteY17-154" fmla="*/ 1058062 h 2185835"/>
                <a:gd name="connsiteX18-155" fmla="*/ 1397163 w 2838422"/>
                <a:gd name="connsiteY18-156" fmla="*/ 775522 h 2185835"/>
                <a:gd name="connsiteX19-157" fmla="*/ 1114623 w 2838422"/>
                <a:gd name="connsiteY19-158" fmla="*/ 775522 h 2185835"/>
                <a:gd name="connsiteX20-159" fmla="*/ 1352522 w 2838422"/>
                <a:gd name="connsiteY20-160" fmla="*/ 7016 h 2185835"/>
                <a:gd name="connsiteX21-161" fmla="*/ 1496309 w 2838422"/>
                <a:gd name="connsiteY21-162" fmla="*/ 0 h 2185835"/>
                <a:gd name="connsiteX22-163" fmla="*/ 1486851 w 2838422"/>
                <a:gd name="connsiteY22-164" fmla="*/ 6377 h 2185835"/>
                <a:gd name="connsiteX23-165" fmla="*/ 1560949 w 2838422"/>
                <a:gd name="connsiteY23-166" fmla="*/ 51550 h 2185835"/>
                <a:gd name="connsiteX24-167" fmla="*/ 1854298 w 2838422"/>
                <a:gd name="connsiteY24-168" fmla="*/ 262704 h 2185835"/>
                <a:gd name="connsiteX25-169" fmla="*/ 1919487 w 2838422"/>
                <a:gd name="connsiteY25-170" fmla="*/ 234362 h 2185835"/>
                <a:gd name="connsiteX26-171" fmla="*/ 2047030 w 2838422"/>
                <a:gd name="connsiteY26-172" fmla="*/ 111069 h 2185835"/>
                <a:gd name="connsiteX27-173" fmla="*/ 2174571 w 2838422"/>
                <a:gd name="connsiteY27-174" fmla="*/ 111069 h 2185835"/>
                <a:gd name="connsiteX28-175" fmla="*/ 2270936 w 2838422"/>
                <a:gd name="connsiteY28-176" fmla="*/ 207434 h 2185835"/>
                <a:gd name="connsiteX29-177" fmla="*/ 2269520 w 2838422"/>
                <a:gd name="connsiteY29-178" fmla="*/ 469607 h 2185835"/>
                <a:gd name="connsiteX30-179" fmla="*/ 2348879 w 2838422"/>
                <a:gd name="connsiteY30-180" fmla="*/ 619823 h 2185835"/>
                <a:gd name="connsiteX31-181" fmla="*/ 2752765 w 2838422"/>
                <a:gd name="connsiteY31-182" fmla="*/ 907503 h 2185835"/>
                <a:gd name="connsiteX32-183" fmla="*/ 2837793 w 2838422"/>
                <a:gd name="connsiteY32-184" fmla="*/ 1022292 h 2185835"/>
                <a:gd name="connsiteX33-185" fmla="*/ 2778273 w 2838422"/>
                <a:gd name="connsiteY33-186" fmla="*/ 1149834 h 2185835"/>
                <a:gd name="connsiteX34-187" fmla="*/ 2596881 w 2838422"/>
                <a:gd name="connsiteY34-188" fmla="*/ 1149834 h 2185835"/>
                <a:gd name="connsiteX35-189" fmla="*/ 2354550 w 2838422"/>
                <a:gd name="connsiteY35-190" fmla="*/ 978361 h 2185835"/>
                <a:gd name="connsiteX36-191" fmla="*/ 2283692 w 2838422"/>
                <a:gd name="connsiteY36-192" fmla="*/ 940098 h 2185835"/>
                <a:gd name="connsiteX37-193" fmla="*/ 2270936 w 2838422"/>
                <a:gd name="connsiteY37-194" fmla="*/ 1018039 h 2185835"/>
                <a:gd name="connsiteX38-195" fmla="*/ 2270936 w 2838422"/>
                <a:gd name="connsiteY38-196" fmla="*/ 1531046 h 2185835"/>
                <a:gd name="connsiteX39-197" fmla="*/ 2270936 w 2838422"/>
                <a:gd name="connsiteY39-198" fmla="*/ 2048302 h 2185835"/>
                <a:gd name="connsiteX40-199" fmla="*/ 2140560 w 2838422"/>
                <a:gd name="connsiteY40-200" fmla="*/ 2184348 h 2185835"/>
                <a:gd name="connsiteX41-201" fmla="*/ 1743761 w 2838422"/>
                <a:gd name="connsiteY41-202" fmla="*/ 2185765 h 2185835"/>
                <a:gd name="connsiteX42-203" fmla="*/ 1674320 w 2838422"/>
                <a:gd name="connsiteY42-204" fmla="*/ 2114907 h 2185835"/>
                <a:gd name="connsiteX43-205" fmla="*/ 1675739 w 2838422"/>
                <a:gd name="connsiteY43-206" fmla="*/ 1760622 h 2185835"/>
                <a:gd name="connsiteX44-207" fmla="*/ 1590709 w 2838422"/>
                <a:gd name="connsiteY44-208" fmla="*/ 1671341 h 2185835"/>
                <a:gd name="connsiteX45-209" fmla="*/ 1250596 w 2838422"/>
                <a:gd name="connsiteY45-210" fmla="*/ 1671341 h 2185835"/>
                <a:gd name="connsiteX46-211" fmla="*/ 1165569 w 2838422"/>
                <a:gd name="connsiteY46-212" fmla="*/ 1760622 h 2185835"/>
                <a:gd name="connsiteX47-213" fmla="*/ 1166985 w 2838422"/>
                <a:gd name="connsiteY47-214" fmla="*/ 2114907 h 2185835"/>
                <a:gd name="connsiteX48-215" fmla="*/ 1096128 w 2838422"/>
                <a:gd name="connsiteY48-216" fmla="*/ 2184348 h 2185835"/>
                <a:gd name="connsiteX49-217" fmla="*/ 706414 w 2838422"/>
                <a:gd name="connsiteY49-218" fmla="*/ 2182932 h 2185835"/>
                <a:gd name="connsiteX50-219" fmla="*/ 570368 w 2838422"/>
                <a:gd name="connsiteY50-220" fmla="*/ 2045466 h 2185835"/>
                <a:gd name="connsiteX51-221" fmla="*/ 568952 w 2838422"/>
                <a:gd name="connsiteY51-222" fmla="*/ 1003870 h 2185835"/>
                <a:gd name="connsiteX52-223" fmla="*/ 554779 w 2838422"/>
                <a:gd name="connsiteY52-224" fmla="*/ 940098 h 2185835"/>
                <a:gd name="connsiteX53-225" fmla="*/ 500928 w 2838422"/>
                <a:gd name="connsiteY53-226" fmla="*/ 968439 h 2185835"/>
                <a:gd name="connsiteX54-227" fmla="*/ 265682 w 2838422"/>
                <a:gd name="connsiteY54-228" fmla="*/ 1138496 h 2185835"/>
                <a:gd name="connsiteX55-229" fmla="*/ 139558 w 2838422"/>
                <a:gd name="connsiteY55-230" fmla="*/ 1176760 h 2185835"/>
                <a:gd name="connsiteX56-231" fmla="*/ 6345 w 2838422"/>
                <a:gd name="connsiteY56-232" fmla="*/ 1077560 h 2185835"/>
                <a:gd name="connsiteX57-233" fmla="*/ 61615 w 2838422"/>
                <a:gd name="connsiteY57-234" fmla="*/ 928759 h 2185835"/>
                <a:gd name="connsiteX58-235" fmla="*/ 509430 w 2838422"/>
                <a:gd name="connsiteY58-236" fmla="*/ 605653 h 2185835"/>
                <a:gd name="connsiteX59-237" fmla="*/ 1280356 w 2838422"/>
                <a:gd name="connsiteY59-238" fmla="*/ 51550 h 2185835"/>
                <a:gd name="connsiteX60-239" fmla="*/ 1321301 w 2838422"/>
                <a:gd name="connsiteY60-240" fmla="*/ 24115 h 2185835"/>
                <a:gd name="connsiteX61-241" fmla="*/ 1352522 w 2838422"/>
                <a:gd name="connsiteY61-242" fmla="*/ 7016 h 2185835"/>
                <a:gd name="connsiteX0-243" fmla="*/ 1437118 w 2838422"/>
                <a:gd name="connsiteY0-244" fmla="*/ 1150228 h 2223064"/>
                <a:gd name="connsiteX1-245" fmla="*/ 1437118 w 2838422"/>
                <a:gd name="connsiteY1-246" fmla="*/ 1432769 h 2223064"/>
                <a:gd name="connsiteX2-247" fmla="*/ 1719658 w 2838422"/>
                <a:gd name="connsiteY2-248" fmla="*/ 1432769 h 2223064"/>
                <a:gd name="connsiteX3-249" fmla="*/ 1719658 w 2838422"/>
                <a:gd name="connsiteY3-250" fmla="*/ 1150228 h 2223064"/>
                <a:gd name="connsiteX4-251" fmla="*/ 1437118 w 2838422"/>
                <a:gd name="connsiteY4-252" fmla="*/ 1150228 h 2223064"/>
                <a:gd name="connsiteX5-253" fmla="*/ 1114623 w 2838422"/>
                <a:gd name="connsiteY5-254" fmla="*/ 1150228 h 2223064"/>
                <a:gd name="connsiteX6-255" fmla="*/ 1114623 w 2838422"/>
                <a:gd name="connsiteY6-256" fmla="*/ 1432769 h 2223064"/>
                <a:gd name="connsiteX7-257" fmla="*/ 1397163 w 2838422"/>
                <a:gd name="connsiteY7-258" fmla="*/ 1432769 h 2223064"/>
                <a:gd name="connsiteX8-259" fmla="*/ 1397163 w 2838422"/>
                <a:gd name="connsiteY8-260" fmla="*/ 1150228 h 2223064"/>
                <a:gd name="connsiteX9-261" fmla="*/ 1114623 w 2838422"/>
                <a:gd name="connsiteY9-262" fmla="*/ 1150228 h 2223064"/>
                <a:gd name="connsiteX10-263" fmla="*/ 1437118 w 2838422"/>
                <a:gd name="connsiteY10-264" fmla="*/ 812751 h 2223064"/>
                <a:gd name="connsiteX11-265" fmla="*/ 1437118 w 2838422"/>
                <a:gd name="connsiteY11-266" fmla="*/ 1095291 h 2223064"/>
                <a:gd name="connsiteX12-267" fmla="*/ 1719658 w 2838422"/>
                <a:gd name="connsiteY12-268" fmla="*/ 1095291 h 2223064"/>
                <a:gd name="connsiteX13-269" fmla="*/ 1719658 w 2838422"/>
                <a:gd name="connsiteY13-270" fmla="*/ 812751 h 2223064"/>
                <a:gd name="connsiteX14-271" fmla="*/ 1437118 w 2838422"/>
                <a:gd name="connsiteY14-272" fmla="*/ 812751 h 2223064"/>
                <a:gd name="connsiteX15-273" fmla="*/ 1114623 w 2838422"/>
                <a:gd name="connsiteY15-274" fmla="*/ 812751 h 2223064"/>
                <a:gd name="connsiteX16-275" fmla="*/ 1114623 w 2838422"/>
                <a:gd name="connsiteY16-276" fmla="*/ 1095291 h 2223064"/>
                <a:gd name="connsiteX17-277" fmla="*/ 1397163 w 2838422"/>
                <a:gd name="connsiteY17-278" fmla="*/ 1095291 h 2223064"/>
                <a:gd name="connsiteX18-279" fmla="*/ 1397163 w 2838422"/>
                <a:gd name="connsiteY18-280" fmla="*/ 812751 h 2223064"/>
                <a:gd name="connsiteX19-281" fmla="*/ 1114623 w 2838422"/>
                <a:gd name="connsiteY19-282" fmla="*/ 812751 h 2223064"/>
                <a:gd name="connsiteX20-283" fmla="*/ 1411515 w 2838422"/>
                <a:gd name="connsiteY20-284" fmla="*/ 0 h 2223064"/>
                <a:gd name="connsiteX21-285" fmla="*/ 1496309 w 2838422"/>
                <a:gd name="connsiteY21-286" fmla="*/ 37229 h 2223064"/>
                <a:gd name="connsiteX22-287" fmla="*/ 1486851 w 2838422"/>
                <a:gd name="connsiteY22-288" fmla="*/ 43606 h 2223064"/>
                <a:gd name="connsiteX23-289" fmla="*/ 1560949 w 2838422"/>
                <a:gd name="connsiteY23-290" fmla="*/ 88779 h 2223064"/>
                <a:gd name="connsiteX24-291" fmla="*/ 1854298 w 2838422"/>
                <a:gd name="connsiteY24-292" fmla="*/ 299933 h 2223064"/>
                <a:gd name="connsiteX25-293" fmla="*/ 1919487 w 2838422"/>
                <a:gd name="connsiteY25-294" fmla="*/ 271591 h 2223064"/>
                <a:gd name="connsiteX26-295" fmla="*/ 2047030 w 2838422"/>
                <a:gd name="connsiteY26-296" fmla="*/ 148298 h 2223064"/>
                <a:gd name="connsiteX27-297" fmla="*/ 2174571 w 2838422"/>
                <a:gd name="connsiteY27-298" fmla="*/ 148298 h 2223064"/>
                <a:gd name="connsiteX28-299" fmla="*/ 2270936 w 2838422"/>
                <a:gd name="connsiteY28-300" fmla="*/ 244663 h 2223064"/>
                <a:gd name="connsiteX29-301" fmla="*/ 2269520 w 2838422"/>
                <a:gd name="connsiteY29-302" fmla="*/ 506836 h 2223064"/>
                <a:gd name="connsiteX30-303" fmla="*/ 2348879 w 2838422"/>
                <a:gd name="connsiteY30-304" fmla="*/ 657052 h 2223064"/>
                <a:gd name="connsiteX31-305" fmla="*/ 2752765 w 2838422"/>
                <a:gd name="connsiteY31-306" fmla="*/ 944732 h 2223064"/>
                <a:gd name="connsiteX32-307" fmla="*/ 2837793 w 2838422"/>
                <a:gd name="connsiteY32-308" fmla="*/ 1059521 h 2223064"/>
                <a:gd name="connsiteX33-309" fmla="*/ 2778273 w 2838422"/>
                <a:gd name="connsiteY33-310" fmla="*/ 1187063 h 2223064"/>
                <a:gd name="connsiteX34-311" fmla="*/ 2596881 w 2838422"/>
                <a:gd name="connsiteY34-312" fmla="*/ 1187063 h 2223064"/>
                <a:gd name="connsiteX35-313" fmla="*/ 2354550 w 2838422"/>
                <a:gd name="connsiteY35-314" fmla="*/ 1015590 h 2223064"/>
                <a:gd name="connsiteX36-315" fmla="*/ 2283692 w 2838422"/>
                <a:gd name="connsiteY36-316" fmla="*/ 977327 h 2223064"/>
                <a:gd name="connsiteX37-317" fmla="*/ 2270936 w 2838422"/>
                <a:gd name="connsiteY37-318" fmla="*/ 1055268 h 2223064"/>
                <a:gd name="connsiteX38-319" fmla="*/ 2270936 w 2838422"/>
                <a:gd name="connsiteY38-320" fmla="*/ 1568275 h 2223064"/>
                <a:gd name="connsiteX39-321" fmla="*/ 2270936 w 2838422"/>
                <a:gd name="connsiteY39-322" fmla="*/ 2085531 h 2223064"/>
                <a:gd name="connsiteX40-323" fmla="*/ 2140560 w 2838422"/>
                <a:gd name="connsiteY40-324" fmla="*/ 2221577 h 2223064"/>
                <a:gd name="connsiteX41-325" fmla="*/ 1743761 w 2838422"/>
                <a:gd name="connsiteY41-326" fmla="*/ 2222994 h 2223064"/>
                <a:gd name="connsiteX42-327" fmla="*/ 1674320 w 2838422"/>
                <a:gd name="connsiteY42-328" fmla="*/ 2152136 h 2223064"/>
                <a:gd name="connsiteX43-329" fmla="*/ 1675739 w 2838422"/>
                <a:gd name="connsiteY43-330" fmla="*/ 1797851 h 2223064"/>
                <a:gd name="connsiteX44-331" fmla="*/ 1590709 w 2838422"/>
                <a:gd name="connsiteY44-332" fmla="*/ 1708570 h 2223064"/>
                <a:gd name="connsiteX45-333" fmla="*/ 1250596 w 2838422"/>
                <a:gd name="connsiteY45-334" fmla="*/ 1708570 h 2223064"/>
                <a:gd name="connsiteX46-335" fmla="*/ 1165569 w 2838422"/>
                <a:gd name="connsiteY46-336" fmla="*/ 1797851 h 2223064"/>
                <a:gd name="connsiteX47-337" fmla="*/ 1166985 w 2838422"/>
                <a:gd name="connsiteY47-338" fmla="*/ 2152136 h 2223064"/>
                <a:gd name="connsiteX48-339" fmla="*/ 1096128 w 2838422"/>
                <a:gd name="connsiteY48-340" fmla="*/ 2221577 h 2223064"/>
                <a:gd name="connsiteX49-341" fmla="*/ 706414 w 2838422"/>
                <a:gd name="connsiteY49-342" fmla="*/ 2220161 h 2223064"/>
                <a:gd name="connsiteX50-343" fmla="*/ 570368 w 2838422"/>
                <a:gd name="connsiteY50-344" fmla="*/ 2082695 h 2223064"/>
                <a:gd name="connsiteX51-345" fmla="*/ 568952 w 2838422"/>
                <a:gd name="connsiteY51-346" fmla="*/ 1041099 h 2223064"/>
                <a:gd name="connsiteX52-347" fmla="*/ 554779 w 2838422"/>
                <a:gd name="connsiteY52-348" fmla="*/ 977327 h 2223064"/>
                <a:gd name="connsiteX53-349" fmla="*/ 500928 w 2838422"/>
                <a:gd name="connsiteY53-350" fmla="*/ 1005668 h 2223064"/>
                <a:gd name="connsiteX54-351" fmla="*/ 265682 w 2838422"/>
                <a:gd name="connsiteY54-352" fmla="*/ 1175725 h 2223064"/>
                <a:gd name="connsiteX55-353" fmla="*/ 139558 w 2838422"/>
                <a:gd name="connsiteY55-354" fmla="*/ 1213989 h 2223064"/>
                <a:gd name="connsiteX56-355" fmla="*/ 6345 w 2838422"/>
                <a:gd name="connsiteY56-356" fmla="*/ 1114789 h 2223064"/>
                <a:gd name="connsiteX57-357" fmla="*/ 61615 w 2838422"/>
                <a:gd name="connsiteY57-358" fmla="*/ 965988 h 2223064"/>
                <a:gd name="connsiteX58-359" fmla="*/ 509430 w 2838422"/>
                <a:gd name="connsiteY58-360" fmla="*/ 642882 h 2223064"/>
                <a:gd name="connsiteX59-361" fmla="*/ 1280356 w 2838422"/>
                <a:gd name="connsiteY59-362" fmla="*/ 88779 h 2223064"/>
                <a:gd name="connsiteX60-363" fmla="*/ 1321301 w 2838422"/>
                <a:gd name="connsiteY60-364" fmla="*/ 61344 h 2223064"/>
                <a:gd name="connsiteX61-365" fmla="*/ 1411515 w 2838422"/>
                <a:gd name="connsiteY61-366" fmla="*/ 0 h 2223064"/>
                <a:gd name="connsiteX0-367" fmla="*/ 1437118 w 2838422"/>
                <a:gd name="connsiteY0-368" fmla="*/ 1165615 h 2238451"/>
                <a:gd name="connsiteX1-369" fmla="*/ 1437118 w 2838422"/>
                <a:gd name="connsiteY1-370" fmla="*/ 1448156 h 2238451"/>
                <a:gd name="connsiteX2-371" fmla="*/ 1719658 w 2838422"/>
                <a:gd name="connsiteY2-372" fmla="*/ 1448156 h 2238451"/>
                <a:gd name="connsiteX3-373" fmla="*/ 1719658 w 2838422"/>
                <a:gd name="connsiteY3-374" fmla="*/ 1165615 h 2238451"/>
                <a:gd name="connsiteX4-375" fmla="*/ 1437118 w 2838422"/>
                <a:gd name="connsiteY4-376" fmla="*/ 1165615 h 2238451"/>
                <a:gd name="connsiteX5-377" fmla="*/ 1114623 w 2838422"/>
                <a:gd name="connsiteY5-378" fmla="*/ 1165615 h 2238451"/>
                <a:gd name="connsiteX6-379" fmla="*/ 1114623 w 2838422"/>
                <a:gd name="connsiteY6-380" fmla="*/ 1448156 h 2238451"/>
                <a:gd name="connsiteX7-381" fmla="*/ 1397163 w 2838422"/>
                <a:gd name="connsiteY7-382" fmla="*/ 1448156 h 2238451"/>
                <a:gd name="connsiteX8-383" fmla="*/ 1397163 w 2838422"/>
                <a:gd name="connsiteY8-384" fmla="*/ 1165615 h 2238451"/>
                <a:gd name="connsiteX9-385" fmla="*/ 1114623 w 2838422"/>
                <a:gd name="connsiteY9-386" fmla="*/ 1165615 h 2238451"/>
                <a:gd name="connsiteX10-387" fmla="*/ 1437118 w 2838422"/>
                <a:gd name="connsiteY10-388" fmla="*/ 828138 h 2238451"/>
                <a:gd name="connsiteX11-389" fmla="*/ 1437118 w 2838422"/>
                <a:gd name="connsiteY11-390" fmla="*/ 1110678 h 2238451"/>
                <a:gd name="connsiteX12-391" fmla="*/ 1719658 w 2838422"/>
                <a:gd name="connsiteY12-392" fmla="*/ 1110678 h 2238451"/>
                <a:gd name="connsiteX13-393" fmla="*/ 1719658 w 2838422"/>
                <a:gd name="connsiteY13-394" fmla="*/ 828138 h 2238451"/>
                <a:gd name="connsiteX14-395" fmla="*/ 1437118 w 2838422"/>
                <a:gd name="connsiteY14-396" fmla="*/ 828138 h 2238451"/>
                <a:gd name="connsiteX15-397" fmla="*/ 1114623 w 2838422"/>
                <a:gd name="connsiteY15-398" fmla="*/ 828138 h 2238451"/>
                <a:gd name="connsiteX16-399" fmla="*/ 1114623 w 2838422"/>
                <a:gd name="connsiteY16-400" fmla="*/ 1110678 h 2238451"/>
                <a:gd name="connsiteX17-401" fmla="*/ 1397163 w 2838422"/>
                <a:gd name="connsiteY17-402" fmla="*/ 1110678 h 2238451"/>
                <a:gd name="connsiteX18-403" fmla="*/ 1397163 w 2838422"/>
                <a:gd name="connsiteY18-404" fmla="*/ 828138 h 2238451"/>
                <a:gd name="connsiteX19-405" fmla="*/ 1114623 w 2838422"/>
                <a:gd name="connsiteY19-406" fmla="*/ 828138 h 2238451"/>
                <a:gd name="connsiteX20-407" fmla="*/ 1411515 w 2838422"/>
                <a:gd name="connsiteY20-408" fmla="*/ 15387 h 2238451"/>
                <a:gd name="connsiteX21-409" fmla="*/ 1496309 w 2838422"/>
                <a:gd name="connsiteY21-410" fmla="*/ 52616 h 2238451"/>
                <a:gd name="connsiteX22-411" fmla="*/ 1427857 w 2838422"/>
                <a:gd name="connsiteY22-412" fmla="*/ 0 h 2238451"/>
                <a:gd name="connsiteX23-413" fmla="*/ 1560949 w 2838422"/>
                <a:gd name="connsiteY23-414" fmla="*/ 104166 h 2238451"/>
                <a:gd name="connsiteX24-415" fmla="*/ 1854298 w 2838422"/>
                <a:gd name="connsiteY24-416" fmla="*/ 315320 h 2238451"/>
                <a:gd name="connsiteX25-417" fmla="*/ 1919487 w 2838422"/>
                <a:gd name="connsiteY25-418" fmla="*/ 286978 h 2238451"/>
                <a:gd name="connsiteX26-419" fmla="*/ 2047030 w 2838422"/>
                <a:gd name="connsiteY26-420" fmla="*/ 163685 h 2238451"/>
                <a:gd name="connsiteX27-421" fmla="*/ 2174571 w 2838422"/>
                <a:gd name="connsiteY27-422" fmla="*/ 163685 h 2238451"/>
                <a:gd name="connsiteX28-423" fmla="*/ 2270936 w 2838422"/>
                <a:gd name="connsiteY28-424" fmla="*/ 260050 h 2238451"/>
                <a:gd name="connsiteX29-425" fmla="*/ 2269520 w 2838422"/>
                <a:gd name="connsiteY29-426" fmla="*/ 522223 h 2238451"/>
                <a:gd name="connsiteX30-427" fmla="*/ 2348879 w 2838422"/>
                <a:gd name="connsiteY30-428" fmla="*/ 672439 h 2238451"/>
                <a:gd name="connsiteX31-429" fmla="*/ 2752765 w 2838422"/>
                <a:gd name="connsiteY31-430" fmla="*/ 960119 h 2238451"/>
                <a:gd name="connsiteX32-431" fmla="*/ 2837793 w 2838422"/>
                <a:gd name="connsiteY32-432" fmla="*/ 1074908 h 2238451"/>
                <a:gd name="connsiteX33-433" fmla="*/ 2778273 w 2838422"/>
                <a:gd name="connsiteY33-434" fmla="*/ 1202450 h 2238451"/>
                <a:gd name="connsiteX34-435" fmla="*/ 2596881 w 2838422"/>
                <a:gd name="connsiteY34-436" fmla="*/ 1202450 h 2238451"/>
                <a:gd name="connsiteX35-437" fmla="*/ 2354550 w 2838422"/>
                <a:gd name="connsiteY35-438" fmla="*/ 1030977 h 2238451"/>
                <a:gd name="connsiteX36-439" fmla="*/ 2283692 w 2838422"/>
                <a:gd name="connsiteY36-440" fmla="*/ 992714 h 2238451"/>
                <a:gd name="connsiteX37-441" fmla="*/ 2270936 w 2838422"/>
                <a:gd name="connsiteY37-442" fmla="*/ 1070655 h 2238451"/>
                <a:gd name="connsiteX38-443" fmla="*/ 2270936 w 2838422"/>
                <a:gd name="connsiteY38-444" fmla="*/ 1583662 h 2238451"/>
                <a:gd name="connsiteX39-445" fmla="*/ 2270936 w 2838422"/>
                <a:gd name="connsiteY39-446" fmla="*/ 2100918 h 2238451"/>
                <a:gd name="connsiteX40-447" fmla="*/ 2140560 w 2838422"/>
                <a:gd name="connsiteY40-448" fmla="*/ 2236964 h 2238451"/>
                <a:gd name="connsiteX41-449" fmla="*/ 1743761 w 2838422"/>
                <a:gd name="connsiteY41-450" fmla="*/ 2238381 h 2238451"/>
                <a:gd name="connsiteX42-451" fmla="*/ 1674320 w 2838422"/>
                <a:gd name="connsiteY42-452" fmla="*/ 2167523 h 2238451"/>
                <a:gd name="connsiteX43-453" fmla="*/ 1675739 w 2838422"/>
                <a:gd name="connsiteY43-454" fmla="*/ 1813238 h 2238451"/>
                <a:gd name="connsiteX44-455" fmla="*/ 1590709 w 2838422"/>
                <a:gd name="connsiteY44-456" fmla="*/ 1723957 h 2238451"/>
                <a:gd name="connsiteX45-457" fmla="*/ 1250596 w 2838422"/>
                <a:gd name="connsiteY45-458" fmla="*/ 1723957 h 2238451"/>
                <a:gd name="connsiteX46-459" fmla="*/ 1165569 w 2838422"/>
                <a:gd name="connsiteY46-460" fmla="*/ 1813238 h 2238451"/>
                <a:gd name="connsiteX47-461" fmla="*/ 1166985 w 2838422"/>
                <a:gd name="connsiteY47-462" fmla="*/ 2167523 h 2238451"/>
                <a:gd name="connsiteX48-463" fmla="*/ 1096128 w 2838422"/>
                <a:gd name="connsiteY48-464" fmla="*/ 2236964 h 2238451"/>
                <a:gd name="connsiteX49-465" fmla="*/ 706414 w 2838422"/>
                <a:gd name="connsiteY49-466" fmla="*/ 2235548 h 2238451"/>
                <a:gd name="connsiteX50-467" fmla="*/ 570368 w 2838422"/>
                <a:gd name="connsiteY50-468" fmla="*/ 2098082 h 2238451"/>
                <a:gd name="connsiteX51-469" fmla="*/ 568952 w 2838422"/>
                <a:gd name="connsiteY51-470" fmla="*/ 1056486 h 2238451"/>
                <a:gd name="connsiteX52-471" fmla="*/ 554779 w 2838422"/>
                <a:gd name="connsiteY52-472" fmla="*/ 992714 h 2238451"/>
                <a:gd name="connsiteX53-473" fmla="*/ 500928 w 2838422"/>
                <a:gd name="connsiteY53-474" fmla="*/ 1021055 h 2238451"/>
                <a:gd name="connsiteX54-475" fmla="*/ 265682 w 2838422"/>
                <a:gd name="connsiteY54-476" fmla="*/ 1191112 h 2238451"/>
                <a:gd name="connsiteX55-477" fmla="*/ 139558 w 2838422"/>
                <a:gd name="connsiteY55-478" fmla="*/ 1229376 h 2238451"/>
                <a:gd name="connsiteX56-479" fmla="*/ 6345 w 2838422"/>
                <a:gd name="connsiteY56-480" fmla="*/ 1130176 h 2238451"/>
                <a:gd name="connsiteX57-481" fmla="*/ 61615 w 2838422"/>
                <a:gd name="connsiteY57-482" fmla="*/ 981375 h 2238451"/>
                <a:gd name="connsiteX58-483" fmla="*/ 509430 w 2838422"/>
                <a:gd name="connsiteY58-484" fmla="*/ 658269 h 2238451"/>
                <a:gd name="connsiteX59-485" fmla="*/ 1280356 w 2838422"/>
                <a:gd name="connsiteY59-486" fmla="*/ 104166 h 2238451"/>
                <a:gd name="connsiteX60-487" fmla="*/ 1321301 w 2838422"/>
                <a:gd name="connsiteY60-488" fmla="*/ 76731 h 2238451"/>
                <a:gd name="connsiteX61-489" fmla="*/ 1411515 w 2838422"/>
                <a:gd name="connsiteY61-490" fmla="*/ 15387 h 2238451"/>
                <a:gd name="connsiteX0-491" fmla="*/ 1437118 w 2838422"/>
                <a:gd name="connsiteY0-492" fmla="*/ 1165615 h 2238451"/>
                <a:gd name="connsiteX1-493" fmla="*/ 1437118 w 2838422"/>
                <a:gd name="connsiteY1-494" fmla="*/ 1448156 h 2238451"/>
                <a:gd name="connsiteX2-495" fmla="*/ 1719658 w 2838422"/>
                <a:gd name="connsiteY2-496" fmla="*/ 1448156 h 2238451"/>
                <a:gd name="connsiteX3-497" fmla="*/ 1719658 w 2838422"/>
                <a:gd name="connsiteY3-498" fmla="*/ 1165615 h 2238451"/>
                <a:gd name="connsiteX4-499" fmla="*/ 1437118 w 2838422"/>
                <a:gd name="connsiteY4-500" fmla="*/ 1165615 h 2238451"/>
                <a:gd name="connsiteX5-501" fmla="*/ 1114623 w 2838422"/>
                <a:gd name="connsiteY5-502" fmla="*/ 1165615 h 2238451"/>
                <a:gd name="connsiteX6-503" fmla="*/ 1114623 w 2838422"/>
                <a:gd name="connsiteY6-504" fmla="*/ 1448156 h 2238451"/>
                <a:gd name="connsiteX7-505" fmla="*/ 1397163 w 2838422"/>
                <a:gd name="connsiteY7-506" fmla="*/ 1448156 h 2238451"/>
                <a:gd name="connsiteX8-507" fmla="*/ 1397163 w 2838422"/>
                <a:gd name="connsiteY8-508" fmla="*/ 1165615 h 2238451"/>
                <a:gd name="connsiteX9-509" fmla="*/ 1114623 w 2838422"/>
                <a:gd name="connsiteY9-510" fmla="*/ 1165615 h 2238451"/>
                <a:gd name="connsiteX10-511" fmla="*/ 1437118 w 2838422"/>
                <a:gd name="connsiteY10-512" fmla="*/ 828138 h 2238451"/>
                <a:gd name="connsiteX11-513" fmla="*/ 1437118 w 2838422"/>
                <a:gd name="connsiteY11-514" fmla="*/ 1110678 h 2238451"/>
                <a:gd name="connsiteX12-515" fmla="*/ 1719658 w 2838422"/>
                <a:gd name="connsiteY12-516" fmla="*/ 1110678 h 2238451"/>
                <a:gd name="connsiteX13-517" fmla="*/ 1719658 w 2838422"/>
                <a:gd name="connsiteY13-518" fmla="*/ 828138 h 2238451"/>
                <a:gd name="connsiteX14-519" fmla="*/ 1437118 w 2838422"/>
                <a:gd name="connsiteY14-520" fmla="*/ 828138 h 2238451"/>
                <a:gd name="connsiteX15-521" fmla="*/ 1114623 w 2838422"/>
                <a:gd name="connsiteY15-522" fmla="*/ 828138 h 2238451"/>
                <a:gd name="connsiteX16-523" fmla="*/ 1114623 w 2838422"/>
                <a:gd name="connsiteY16-524" fmla="*/ 1110678 h 2238451"/>
                <a:gd name="connsiteX17-525" fmla="*/ 1397163 w 2838422"/>
                <a:gd name="connsiteY17-526" fmla="*/ 1110678 h 2238451"/>
                <a:gd name="connsiteX18-527" fmla="*/ 1397163 w 2838422"/>
                <a:gd name="connsiteY18-528" fmla="*/ 828138 h 2238451"/>
                <a:gd name="connsiteX19-529" fmla="*/ 1114623 w 2838422"/>
                <a:gd name="connsiteY19-530" fmla="*/ 828138 h 2238451"/>
                <a:gd name="connsiteX20-531" fmla="*/ 1411515 w 2838422"/>
                <a:gd name="connsiteY20-532" fmla="*/ 15387 h 2238451"/>
                <a:gd name="connsiteX21-533" fmla="*/ 1451430 w 2838422"/>
                <a:gd name="connsiteY21-534" fmla="*/ 80665 h 2238451"/>
                <a:gd name="connsiteX22-535" fmla="*/ 1427857 w 2838422"/>
                <a:gd name="connsiteY22-536" fmla="*/ 0 h 2238451"/>
                <a:gd name="connsiteX23-537" fmla="*/ 1560949 w 2838422"/>
                <a:gd name="connsiteY23-538" fmla="*/ 104166 h 2238451"/>
                <a:gd name="connsiteX24-539" fmla="*/ 1854298 w 2838422"/>
                <a:gd name="connsiteY24-540" fmla="*/ 315320 h 2238451"/>
                <a:gd name="connsiteX25-541" fmla="*/ 1919487 w 2838422"/>
                <a:gd name="connsiteY25-542" fmla="*/ 286978 h 2238451"/>
                <a:gd name="connsiteX26-543" fmla="*/ 2047030 w 2838422"/>
                <a:gd name="connsiteY26-544" fmla="*/ 163685 h 2238451"/>
                <a:gd name="connsiteX27-545" fmla="*/ 2174571 w 2838422"/>
                <a:gd name="connsiteY27-546" fmla="*/ 163685 h 2238451"/>
                <a:gd name="connsiteX28-547" fmla="*/ 2270936 w 2838422"/>
                <a:gd name="connsiteY28-548" fmla="*/ 260050 h 2238451"/>
                <a:gd name="connsiteX29-549" fmla="*/ 2269520 w 2838422"/>
                <a:gd name="connsiteY29-550" fmla="*/ 522223 h 2238451"/>
                <a:gd name="connsiteX30-551" fmla="*/ 2348879 w 2838422"/>
                <a:gd name="connsiteY30-552" fmla="*/ 672439 h 2238451"/>
                <a:gd name="connsiteX31-553" fmla="*/ 2752765 w 2838422"/>
                <a:gd name="connsiteY31-554" fmla="*/ 960119 h 2238451"/>
                <a:gd name="connsiteX32-555" fmla="*/ 2837793 w 2838422"/>
                <a:gd name="connsiteY32-556" fmla="*/ 1074908 h 2238451"/>
                <a:gd name="connsiteX33-557" fmla="*/ 2778273 w 2838422"/>
                <a:gd name="connsiteY33-558" fmla="*/ 1202450 h 2238451"/>
                <a:gd name="connsiteX34-559" fmla="*/ 2596881 w 2838422"/>
                <a:gd name="connsiteY34-560" fmla="*/ 1202450 h 2238451"/>
                <a:gd name="connsiteX35-561" fmla="*/ 2354550 w 2838422"/>
                <a:gd name="connsiteY35-562" fmla="*/ 1030977 h 2238451"/>
                <a:gd name="connsiteX36-563" fmla="*/ 2283692 w 2838422"/>
                <a:gd name="connsiteY36-564" fmla="*/ 992714 h 2238451"/>
                <a:gd name="connsiteX37-565" fmla="*/ 2270936 w 2838422"/>
                <a:gd name="connsiteY37-566" fmla="*/ 1070655 h 2238451"/>
                <a:gd name="connsiteX38-567" fmla="*/ 2270936 w 2838422"/>
                <a:gd name="connsiteY38-568" fmla="*/ 1583662 h 2238451"/>
                <a:gd name="connsiteX39-569" fmla="*/ 2270936 w 2838422"/>
                <a:gd name="connsiteY39-570" fmla="*/ 2100918 h 2238451"/>
                <a:gd name="connsiteX40-571" fmla="*/ 2140560 w 2838422"/>
                <a:gd name="connsiteY40-572" fmla="*/ 2236964 h 2238451"/>
                <a:gd name="connsiteX41-573" fmla="*/ 1743761 w 2838422"/>
                <a:gd name="connsiteY41-574" fmla="*/ 2238381 h 2238451"/>
                <a:gd name="connsiteX42-575" fmla="*/ 1674320 w 2838422"/>
                <a:gd name="connsiteY42-576" fmla="*/ 2167523 h 2238451"/>
                <a:gd name="connsiteX43-577" fmla="*/ 1675739 w 2838422"/>
                <a:gd name="connsiteY43-578" fmla="*/ 1813238 h 2238451"/>
                <a:gd name="connsiteX44-579" fmla="*/ 1590709 w 2838422"/>
                <a:gd name="connsiteY44-580" fmla="*/ 1723957 h 2238451"/>
                <a:gd name="connsiteX45-581" fmla="*/ 1250596 w 2838422"/>
                <a:gd name="connsiteY45-582" fmla="*/ 1723957 h 2238451"/>
                <a:gd name="connsiteX46-583" fmla="*/ 1165569 w 2838422"/>
                <a:gd name="connsiteY46-584" fmla="*/ 1813238 h 2238451"/>
                <a:gd name="connsiteX47-585" fmla="*/ 1166985 w 2838422"/>
                <a:gd name="connsiteY47-586" fmla="*/ 2167523 h 2238451"/>
                <a:gd name="connsiteX48-587" fmla="*/ 1096128 w 2838422"/>
                <a:gd name="connsiteY48-588" fmla="*/ 2236964 h 2238451"/>
                <a:gd name="connsiteX49-589" fmla="*/ 706414 w 2838422"/>
                <a:gd name="connsiteY49-590" fmla="*/ 2235548 h 2238451"/>
                <a:gd name="connsiteX50-591" fmla="*/ 570368 w 2838422"/>
                <a:gd name="connsiteY50-592" fmla="*/ 2098082 h 2238451"/>
                <a:gd name="connsiteX51-593" fmla="*/ 568952 w 2838422"/>
                <a:gd name="connsiteY51-594" fmla="*/ 1056486 h 2238451"/>
                <a:gd name="connsiteX52-595" fmla="*/ 554779 w 2838422"/>
                <a:gd name="connsiteY52-596" fmla="*/ 992714 h 2238451"/>
                <a:gd name="connsiteX53-597" fmla="*/ 500928 w 2838422"/>
                <a:gd name="connsiteY53-598" fmla="*/ 1021055 h 2238451"/>
                <a:gd name="connsiteX54-599" fmla="*/ 265682 w 2838422"/>
                <a:gd name="connsiteY54-600" fmla="*/ 1191112 h 2238451"/>
                <a:gd name="connsiteX55-601" fmla="*/ 139558 w 2838422"/>
                <a:gd name="connsiteY55-602" fmla="*/ 1229376 h 2238451"/>
                <a:gd name="connsiteX56-603" fmla="*/ 6345 w 2838422"/>
                <a:gd name="connsiteY56-604" fmla="*/ 1130176 h 2238451"/>
                <a:gd name="connsiteX57-605" fmla="*/ 61615 w 2838422"/>
                <a:gd name="connsiteY57-606" fmla="*/ 981375 h 2238451"/>
                <a:gd name="connsiteX58-607" fmla="*/ 509430 w 2838422"/>
                <a:gd name="connsiteY58-608" fmla="*/ 658269 h 2238451"/>
                <a:gd name="connsiteX59-609" fmla="*/ 1280356 w 2838422"/>
                <a:gd name="connsiteY59-610" fmla="*/ 104166 h 2238451"/>
                <a:gd name="connsiteX60-611" fmla="*/ 1321301 w 2838422"/>
                <a:gd name="connsiteY60-612" fmla="*/ 76731 h 2238451"/>
                <a:gd name="connsiteX61-613" fmla="*/ 1411515 w 2838422"/>
                <a:gd name="connsiteY61-614" fmla="*/ 15387 h 2238451"/>
                <a:gd name="connsiteX0-615" fmla="*/ 1437118 w 2838422"/>
                <a:gd name="connsiteY0-616" fmla="*/ 1165615 h 2238451"/>
                <a:gd name="connsiteX1-617" fmla="*/ 1437118 w 2838422"/>
                <a:gd name="connsiteY1-618" fmla="*/ 1448156 h 2238451"/>
                <a:gd name="connsiteX2-619" fmla="*/ 1719658 w 2838422"/>
                <a:gd name="connsiteY2-620" fmla="*/ 1448156 h 2238451"/>
                <a:gd name="connsiteX3-621" fmla="*/ 1719658 w 2838422"/>
                <a:gd name="connsiteY3-622" fmla="*/ 1165615 h 2238451"/>
                <a:gd name="connsiteX4-623" fmla="*/ 1437118 w 2838422"/>
                <a:gd name="connsiteY4-624" fmla="*/ 1165615 h 2238451"/>
                <a:gd name="connsiteX5-625" fmla="*/ 1114623 w 2838422"/>
                <a:gd name="connsiteY5-626" fmla="*/ 1165615 h 2238451"/>
                <a:gd name="connsiteX6-627" fmla="*/ 1114623 w 2838422"/>
                <a:gd name="connsiteY6-628" fmla="*/ 1448156 h 2238451"/>
                <a:gd name="connsiteX7-629" fmla="*/ 1397163 w 2838422"/>
                <a:gd name="connsiteY7-630" fmla="*/ 1448156 h 2238451"/>
                <a:gd name="connsiteX8-631" fmla="*/ 1397163 w 2838422"/>
                <a:gd name="connsiteY8-632" fmla="*/ 1165615 h 2238451"/>
                <a:gd name="connsiteX9-633" fmla="*/ 1114623 w 2838422"/>
                <a:gd name="connsiteY9-634" fmla="*/ 1165615 h 2238451"/>
                <a:gd name="connsiteX10-635" fmla="*/ 1437118 w 2838422"/>
                <a:gd name="connsiteY10-636" fmla="*/ 828138 h 2238451"/>
                <a:gd name="connsiteX11-637" fmla="*/ 1437118 w 2838422"/>
                <a:gd name="connsiteY11-638" fmla="*/ 1110678 h 2238451"/>
                <a:gd name="connsiteX12-639" fmla="*/ 1719658 w 2838422"/>
                <a:gd name="connsiteY12-640" fmla="*/ 1110678 h 2238451"/>
                <a:gd name="connsiteX13-641" fmla="*/ 1719658 w 2838422"/>
                <a:gd name="connsiteY13-642" fmla="*/ 828138 h 2238451"/>
                <a:gd name="connsiteX14-643" fmla="*/ 1437118 w 2838422"/>
                <a:gd name="connsiteY14-644" fmla="*/ 828138 h 2238451"/>
                <a:gd name="connsiteX15-645" fmla="*/ 1114623 w 2838422"/>
                <a:gd name="connsiteY15-646" fmla="*/ 828138 h 2238451"/>
                <a:gd name="connsiteX16-647" fmla="*/ 1114623 w 2838422"/>
                <a:gd name="connsiteY16-648" fmla="*/ 1110678 h 2238451"/>
                <a:gd name="connsiteX17-649" fmla="*/ 1397163 w 2838422"/>
                <a:gd name="connsiteY17-650" fmla="*/ 1110678 h 2238451"/>
                <a:gd name="connsiteX18-651" fmla="*/ 1397163 w 2838422"/>
                <a:gd name="connsiteY18-652" fmla="*/ 828138 h 2238451"/>
                <a:gd name="connsiteX19-653" fmla="*/ 1114623 w 2838422"/>
                <a:gd name="connsiteY19-654" fmla="*/ 828138 h 2238451"/>
                <a:gd name="connsiteX20-655" fmla="*/ 1321301 w 2838422"/>
                <a:gd name="connsiteY20-656" fmla="*/ 76731 h 2238451"/>
                <a:gd name="connsiteX21-657" fmla="*/ 1451430 w 2838422"/>
                <a:gd name="connsiteY21-658" fmla="*/ 80665 h 2238451"/>
                <a:gd name="connsiteX22-659" fmla="*/ 1427857 w 2838422"/>
                <a:gd name="connsiteY22-660" fmla="*/ 0 h 2238451"/>
                <a:gd name="connsiteX23-661" fmla="*/ 1560949 w 2838422"/>
                <a:gd name="connsiteY23-662" fmla="*/ 104166 h 2238451"/>
                <a:gd name="connsiteX24-663" fmla="*/ 1854298 w 2838422"/>
                <a:gd name="connsiteY24-664" fmla="*/ 315320 h 2238451"/>
                <a:gd name="connsiteX25-665" fmla="*/ 1919487 w 2838422"/>
                <a:gd name="connsiteY25-666" fmla="*/ 286978 h 2238451"/>
                <a:gd name="connsiteX26-667" fmla="*/ 2047030 w 2838422"/>
                <a:gd name="connsiteY26-668" fmla="*/ 163685 h 2238451"/>
                <a:gd name="connsiteX27-669" fmla="*/ 2174571 w 2838422"/>
                <a:gd name="connsiteY27-670" fmla="*/ 163685 h 2238451"/>
                <a:gd name="connsiteX28-671" fmla="*/ 2270936 w 2838422"/>
                <a:gd name="connsiteY28-672" fmla="*/ 260050 h 2238451"/>
                <a:gd name="connsiteX29-673" fmla="*/ 2269520 w 2838422"/>
                <a:gd name="connsiteY29-674" fmla="*/ 522223 h 2238451"/>
                <a:gd name="connsiteX30-675" fmla="*/ 2348879 w 2838422"/>
                <a:gd name="connsiteY30-676" fmla="*/ 672439 h 2238451"/>
                <a:gd name="connsiteX31-677" fmla="*/ 2752765 w 2838422"/>
                <a:gd name="connsiteY31-678" fmla="*/ 960119 h 2238451"/>
                <a:gd name="connsiteX32-679" fmla="*/ 2837793 w 2838422"/>
                <a:gd name="connsiteY32-680" fmla="*/ 1074908 h 2238451"/>
                <a:gd name="connsiteX33-681" fmla="*/ 2778273 w 2838422"/>
                <a:gd name="connsiteY33-682" fmla="*/ 1202450 h 2238451"/>
                <a:gd name="connsiteX34-683" fmla="*/ 2596881 w 2838422"/>
                <a:gd name="connsiteY34-684" fmla="*/ 1202450 h 2238451"/>
                <a:gd name="connsiteX35-685" fmla="*/ 2354550 w 2838422"/>
                <a:gd name="connsiteY35-686" fmla="*/ 1030977 h 2238451"/>
                <a:gd name="connsiteX36-687" fmla="*/ 2283692 w 2838422"/>
                <a:gd name="connsiteY36-688" fmla="*/ 992714 h 2238451"/>
                <a:gd name="connsiteX37-689" fmla="*/ 2270936 w 2838422"/>
                <a:gd name="connsiteY37-690" fmla="*/ 1070655 h 2238451"/>
                <a:gd name="connsiteX38-691" fmla="*/ 2270936 w 2838422"/>
                <a:gd name="connsiteY38-692" fmla="*/ 1583662 h 2238451"/>
                <a:gd name="connsiteX39-693" fmla="*/ 2270936 w 2838422"/>
                <a:gd name="connsiteY39-694" fmla="*/ 2100918 h 2238451"/>
                <a:gd name="connsiteX40-695" fmla="*/ 2140560 w 2838422"/>
                <a:gd name="connsiteY40-696" fmla="*/ 2236964 h 2238451"/>
                <a:gd name="connsiteX41-697" fmla="*/ 1743761 w 2838422"/>
                <a:gd name="connsiteY41-698" fmla="*/ 2238381 h 2238451"/>
                <a:gd name="connsiteX42-699" fmla="*/ 1674320 w 2838422"/>
                <a:gd name="connsiteY42-700" fmla="*/ 2167523 h 2238451"/>
                <a:gd name="connsiteX43-701" fmla="*/ 1675739 w 2838422"/>
                <a:gd name="connsiteY43-702" fmla="*/ 1813238 h 2238451"/>
                <a:gd name="connsiteX44-703" fmla="*/ 1590709 w 2838422"/>
                <a:gd name="connsiteY44-704" fmla="*/ 1723957 h 2238451"/>
                <a:gd name="connsiteX45-705" fmla="*/ 1250596 w 2838422"/>
                <a:gd name="connsiteY45-706" fmla="*/ 1723957 h 2238451"/>
                <a:gd name="connsiteX46-707" fmla="*/ 1165569 w 2838422"/>
                <a:gd name="connsiteY46-708" fmla="*/ 1813238 h 2238451"/>
                <a:gd name="connsiteX47-709" fmla="*/ 1166985 w 2838422"/>
                <a:gd name="connsiteY47-710" fmla="*/ 2167523 h 2238451"/>
                <a:gd name="connsiteX48-711" fmla="*/ 1096128 w 2838422"/>
                <a:gd name="connsiteY48-712" fmla="*/ 2236964 h 2238451"/>
                <a:gd name="connsiteX49-713" fmla="*/ 706414 w 2838422"/>
                <a:gd name="connsiteY49-714" fmla="*/ 2235548 h 2238451"/>
                <a:gd name="connsiteX50-715" fmla="*/ 570368 w 2838422"/>
                <a:gd name="connsiteY50-716" fmla="*/ 2098082 h 2238451"/>
                <a:gd name="connsiteX51-717" fmla="*/ 568952 w 2838422"/>
                <a:gd name="connsiteY51-718" fmla="*/ 1056486 h 2238451"/>
                <a:gd name="connsiteX52-719" fmla="*/ 554779 w 2838422"/>
                <a:gd name="connsiteY52-720" fmla="*/ 992714 h 2238451"/>
                <a:gd name="connsiteX53-721" fmla="*/ 500928 w 2838422"/>
                <a:gd name="connsiteY53-722" fmla="*/ 1021055 h 2238451"/>
                <a:gd name="connsiteX54-723" fmla="*/ 265682 w 2838422"/>
                <a:gd name="connsiteY54-724" fmla="*/ 1191112 h 2238451"/>
                <a:gd name="connsiteX55-725" fmla="*/ 139558 w 2838422"/>
                <a:gd name="connsiteY55-726" fmla="*/ 1229376 h 2238451"/>
                <a:gd name="connsiteX56-727" fmla="*/ 6345 w 2838422"/>
                <a:gd name="connsiteY56-728" fmla="*/ 1130176 h 2238451"/>
                <a:gd name="connsiteX57-729" fmla="*/ 61615 w 2838422"/>
                <a:gd name="connsiteY57-730" fmla="*/ 981375 h 2238451"/>
                <a:gd name="connsiteX58-731" fmla="*/ 509430 w 2838422"/>
                <a:gd name="connsiteY58-732" fmla="*/ 658269 h 2238451"/>
                <a:gd name="connsiteX59-733" fmla="*/ 1280356 w 2838422"/>
                <a:gd name="connsiteY59-734" fmla="*/ 104166 h 2238451"/>
                <a:gd name="connsiteX60-735" fmla="*/ 1321301 w 2838422"/>
                <a:gd name="connsiteY60-736" fmla="*/ 76731 h 2238451"/>
                <a:gd name="connsiteX0-737" fmla="*/ 1437118 w 2838422"/>
                <a:gd name="connsiteY0-738" fmla="*/ 1165615 h 2238451"/>
                <a:gd name="connsiteX1-739" fmla="*/ 1437118 w 2838422"/>
                <a:gd name="connsiteY1-740" fmla="*/ 1448156 h 2238451"/>
                <a:gd name="connsiteX2-741" fmla="*/ 1719658 w 2838422"/>
                <a:gd name="connsiteY2-742" fmla="*/ 1448156 h 2238451"/>
                <a:gd name="connsiteX3-743" fmla="*/ 1719658 w 2838422"/>
                <a:gd name="connsiteY3-744" fmla="*/ 1165615 h 2238451"/>
                <a:gd name="connsiteX4-745" fmla="*/ 1437118 w 2838422"/>
                <a:gd name="connsiteY4-746" fmla="*/ 1165615 h 2238451"/>
                <a:gd name="connsiteX5-747" fmla="*/ 1114623 w 2838422"/>
                <a:gd name="connsiteY5-748" fmla="*/ 1165615 h 2238451"/>
                <a:gd name="connsiteX6-749" fmla="*/ 1114623 w 2838422"/>
                <a:gd name="connsiteY6-750" fmla="*/ 1448156 h 2238451"/>
                <a:gd name="connsiteX7-751" fmla="*/ 1397163 w 2838422"/>
                <a:gd name="connsiteY7-752" fmla="*/ 1448156 h 2238451"/>
                <a:gd name="connsiteX8-753" fmla="*/ 1397163 w 2838422"/>
                <a:gd name="connsiteY8-754" fmla="*/ 1165615 h 2238451"/>
                <a:gd name="connsiteX9-755" fmla="*/ 1114623 w 2838422"/>
                <a:gd name="connsiteY9-756" fmla="*/ 1165615 h 2238451"/>
                <a:gd name="connsiteX10-757" fmla="*/ 1437118 w 2838422"/>
                <a:gd name="connsiteY10-758" fmla="*/ 828138 h 2238451"/>
                <a:gd name="connsiteX11-759" fmla="*/ 1437118 w 2838422"/>
                <a:gd name="connsiteY11-760" fmla="*/ 1110678 h 2238451"/>
                <a:gd name="connsiteX12-761" fmla="*/ 1719658 w 2838422"/>
                <a:gd name="connsiteY12-762" fmla="*/ 1110678 h 2238451"/>
                <a:gd name="connsiteX13-763" fmla="*/ 1719658 w 2838422"/>
                <a:gd name="connsiteY13-764" fmla="*/ 828138 h 2238451"/>
                <a:gd name="connsiteX14-765" fmla="*/ 1437118 w 2838422"/>
                <a:gd name="connsiteY14-766" fmla="*/ 828138 h 2238451"/>
                <a:gd name="connsiteX15-767" fmla="*/ 1114623 w 2838422"/>
                <a:gd name="connsiteY15-768" fmla="*/ 828138 h 2238451"/>
                <a:gd name="connsiteX16-769" fmla="*/ 1114623 w 2838422"/>
                <a:gd name="connsiteY16-770" fmla="*/ 1110678 h 2238451"/>
                <a:gd name="connsiteX17-771" fmla="*/ 1397163 w 2838422"/>
                <a:gd name="connsiteY17-772" fmla="*/ 1110678 h 2238451"/>
                <a:gd name="connsiteX18-773" fmla="*/ 1397163 w 2838422"/>
                <a:gd name="connsiteY18-774" fmla="*/ 828138 h 2238451"/>
                <a:gd name="connsiteX19-775" fmla="*/ 1114623 w 2838422"/>
                <a:gd name="connsiteY19-776" fmla="*/ 828138 h 2238451"/>
                <a:gd name="connsiteX20-777" fmla="*/ 1321301 w 2838422"/>
                <a:gd name="connsiteY20-778" fmla="*/ 76731 h 2238451"/>
                <a:gd name="connsiteX21-779" fmla="*/ 1392527 w 2838422"/>
                <a:gd name="connsiteY21-780" fmla="*/ 35787 h 2238451"/>
                <a:gd name="connsiteX22-781" fmla="*/ 1427857 w 2838422"/>
                <a:gd name="connsiteY22-782" fmla="*/ 0 h 2238451"/>
                <a:gd name="connsiteX23-783" fmla="*/ 1560949 w 2838422"/>
                <a:gd name="connsiteY23-784" fmla="*/ 104166 h 2238451"/>
                <a:gd name="connsiteX24-785" fmla="*/ 1854298 w 2838422"/>
                <a:gd name="connsiteY24-786" fmla="*/ 315320 h 2238451"/>
                <a:gd name="connsiteX25-787" fmla="*/ 1919487 w 2838422"/>
                <a:gd name="connsiteY25-788" fmla="*/ 286978 h 2238451"/>
                <a:gd name="connsiteX26-789" fmla="*/ 2047030 w 2838422"/>
                <a:gd name="connsiteY26-790" fmla="*/ 163685 h 2238451"/>
                <a:gd name="connsiteX27-791" fmla="*/ 2174571 w 2838422"/>
                <a:gd name="connsiteY27-792" fmla="*/ 163685 h 2238451"/>
                <a:gd name="connsiteX28-793" fmla="*/ 2270936 w 2838422"/>
                <a:gd name="connsiteY28-794" fmla="*/ 260050 h 2238451"/>
                <a:gd name="connsiteX29-795" fmla="*/ 2269520 w 2838422"/>
                <a:gd name="connsiteY29-796" fmla="*/ 522223 h 2238451"/>
                <a:gd name="connsiteX30-797" fmla="*/ 2348879 w 2838422"/>
                <a:gd name="connsiteY30-798" fmla="*/ 672439 h 2238451"/>
                <a:gd name="connsiteX31-799" fmla="*/ 2752765 w 2838422"/>
                <a:gd name="connsiteY31-800" fmla="*/ 960119 h 2238451"/>
                <a:gd name="connsiteX32-801" fmla="*/ 2837793 w 2838422"/>
                <a:gd name="connsiteY32-802" fmla="*/ 1074908 h 2238451"/>
                <a:gd name="connsiteX33-803" fmla="*/ 2778273 w 2838422"/>
                <a:gd name="connsiteY33-804" fmla="*/ 1202450 h 2238451"/>
                <a:gd name="connsiteX34-805" fmla="*/ 2596881 w 2838422"/>
                <a:gd name="connsiteY34-806" fmla="*/ 1202450 h 2238451"/>
                <a:gd name="connsiteX35-807" fmla="*/ 2354550 w 2838422"/>
                <a:gd name="connsiteY35-808" fmla="*/ 1030977 h 2238451"/>
                <a:gd name="connsiteX36-809" fmla="*/ 2283692 w 2838422"/>
                <a:gd name="connsiteY36-810" fmla="*/ 992714 h 2238451"/>
                <a:gd name="connsiteX37-811" fmla="*/ 2270936 w 2838422"/>
                <a:gd name="connsiteY37-812" fmla="*/ 1070655 h 2238451"/>
                <a:gd name="connsiteX38-813" fmla="*/ 2270936 w 2838422"/>
                <a:gd name="connsiteY38-814" fmla="*/ 1583662 h 2238451"/>
                <a:gd name="connsiteX39-815" fmla="*/ 2270936 w 2838422"/>
                <a:gd name="connsiteY39-816" fmla="*/ 2100918 h 2238451"/>
                <a:gd name="connsiteX40-817" fmla="*/ 2140560 w 2838422"/>
                <a:gd name="connsiteY40-818" fmla="*/ 2236964 h 2238451"/>
                <a:gd name="connsiteX41-819" fmla="*/ 1743761 w 2838422"/>
                <a:gd name="connsiteY41-820" fmla="*/ 2238381 h 2238451"/>
                <a:gd name="connsiteX42-821" fmla="*/ 1674320 w 2838422"/>
                <a:gd name="connsiteY42-822" fmla="*/ 2167523 h 2238451"/>
                <a:gd name="connsiteX43-823" fmla="*/ 1675739 w 2838422"/>
                <a:gd name="connsiteY43-824" fmla="*/ 1813238 h 2238451"/>
                <a:gd name="connsiteX44-825" fmla="*/ 1590709 w 2838422"/>
                <a:gd name="connsiteY44-826" fmla="*/ 1723957 h 2238451"/>
                <a:gd name="connsiteX45-827" fmla="*/ 1250596 w 2838422"/>
                <a:gd name="connsiteY45-828" fmla="*/ 1723957 h 2238451"/>
                <a:gd name="connsiteX46-829" fmla="*/ 1165569 w 2838422"/>
                <a:gd name="connsiteY46-830" fmla="*/ 1813238 h 2238451"/>
                <a:gd name="connsiteX47-831" fmla="*/ 1166985 w 2838422"/>
                <a:gd name="connsiteY47-832" fmla="*/ 2167523 h 2238451"/>
                <a:gd name="connsiteX48-833" fmla="*/ 1096128 w 2838422"/>
                <a:gd name="connsiteY48-834" fmla="*/ 2236964 h 2238451"/>
                <a:gd name="connsiteX49-835" fmla="*/ 706414 w 2838422"/>
                <a:gd name="connsiteY49-836" fmla="*/ 2235548 h 2238451"/>
                <a:gd name="connsiteX50-837" fmla="*/ 570368 w 2838422"/>
                <a:gd name="connsiteY50-838" fmla="*/ 2098082 h 2238451"/>
                <a:gd name="connsiteX51-839" fmla="*/ 568952 w 2838422"/>
                <a:gd name="connsiteY51-840" fmla="*/ 1056486 h 2238451"/>
                <a:gd name="connsiteX52-841" fmla="*/ 554779 w 2838422"/>
                <a:gd name="connsiteY52-842" fmla="*/ 992714 h 2238451"/>
                <a:gd name="connsiteX53-843" fmla="*/ 500928 w 2838422"/>
                <a:gd name="connsiteY53-844" fmla="*/ 1021055 h 2238451"/>
                <a:gd name="connsiteX54-845" fmla="*/ 265682 w 2838422"/>
                <a:gd name="connsiteY54-846" fmla="*/ 1191112 h 2238451"/>
                <a:gd name="connsiteX55-847" fmla="*/ 139558 w 2838422"/>
                <a:gd name="connsiteY55-848" fmla="*/ 1229376 h 2238451"/>
                <a:gd name="connsiteX56-849" fmla="*/ 6345 w 2838422"/>
                <a:gd name="connsiteY56-850" fmla="*/ 1130176 h 2238451"/>
                <a:gd name="connsiteX57-851" fmla="*/ 61615 w 2838422"/>
                <a:gd name="connsiteY57-852" fmla="*/ 981375 h 2238451"/>
                <a:gd name="connsiteX58-853" fmla="*/ 509430 w 2838422"/>
                <a:gd name="connsiteY58-854" fmla="*/ 658269 h 2238451"/>
                <a:gd name="connsiteX59-855" fmla="*/ 1280356 w 2838422"/>
                <a:gd name="connsiteY59-856" fmla="*/ 104166 h 2238451"/>
                <a:gd name="connsiteX60-857" fmla="*/ 1321301 w 2838422"/>
                <a:gd name="connsiteY60-858" fmla="*/ 76731 h 2238451"/>
                <a:gd name="connsiteX0-859" fmla="*/ 1437118 w 2838422"/>
                <a:gd name="connsiteY0-860" fmla="*/ 1165615 h 2238451"/>
                <a:gd name="connsiteX1-861" fmla="*/ 1437118 w 2838422"/>
                <a:gd name="connsiteY1-862" fmla="*/ 1448156 h 2238451"/>
                <a:gd name="connsiteX2-863" fmla="*/ 1719658 w 2838422"/>
                <a:gd name="connsiteY2-864" fmla="*/ 1448156 h 2238451"/>
                <a:gd name="connsiteX3-865" fmla="*/ 1719658 w 2838422"/>
                <a:gd name="connsiteY3-866" fmla="*/ 1165615 h 2238451"/>
                <a:gd name="connsiteX4-867" fmla="*/ 1437118 w 2838422"/>
                <a:gd name="connsiteY4-868" fmla="*/ 1165615 h 2238451"/>
                <a:gd name="connsiteX5-869" fmla="*/ 1114623 w 2838422"/>
                <a:gd name="connsiteY5-870" fmla="*/ 1165615 h 2238451"/>
                <a:gd name="connsiteX6-871" fmla="*/ 1114623 w 2838422"/>
                <a:gd name="connsiteY6-872" fmla="*/ 1448156 h 2238451"/>
                <a:gd name="connsiteX7-873" fmla="*/ 1397163 w 2838422"/>
                <a:gd name="connsiteY7-874" fmla="*/ 1448156 h 2238451"/>
                <a:gd name="connsiteX8-875" fmla="*/ 1397163 w 2838422"/>
                <a:gd name="connsiteY8-876" fmla="*/ 1165615 h 2238451"/>
                <a:gd name="connsiteX9-877" fmla="*/ 1114623 w 2838422"/>
                <a:gd name="connsiteY9-878" fmla="*/ 1165615 h 2238451"/>
                <a:gd name="connsiteX10-879" fmla="*/ 1437118 w 2838422"/>
                <a:gd name="connsiteY10-880" fmla="*/ 828138 h 2238451"/>
                <a:gd name="connsiteX11-881" fmla="*/ 1437118 w 2838422"/>
                <a:gd name="connsiteY11-882" fmla="*/ 1110678 h 2238451"/>
                <a:gd name="connsiteX12-883" fmla="*/ 1719658 w 2838422"/>
                <a:gd name="connsiteY12-884" fmla="*/ 1110678 h 2238451"/>
                <a:gd name="connsiteX13-885" fmla="*/ 1719658 w 2838422"/>
                <a:gd name="connsiteY13-886" fmla="*/ 828138 h 2238451"/>
                <a:gd name="connsiteX14-887" fmla="*/ 1437118 w 2838422"/>
                <a:gd name="connsiteY14-888" fmla="*/ 828138 h 2238451"/>
                <a:gd name="connsiteX15-889" fmla="*/ 1114623 w 2838422"/>
                <a:gd name="connsiteY15-890" fmla="*/ 828138 h 2238451"/>
                <a:gd name="connsiteX16-891" fmla="*/ 1114623 w 2838422"/>
                <a:gd name="connsiteY16-892" fmla="*/ 1110678 h 2238451"/>
                <a:gd name="connsiteX17-893" fmla="*/ 1397163 w 2838422"/>
                <a:gd name="connsiteY17-894" fmla="*/ 1110678 h 2238451"/>
                <a:gd name="connsiteX18-895" fmla="*/ 1397163 w 2838422"/>
                <a:gd name="connsiteY18-896" fmla="*/ 828138 h 2238451"/>
                <a:gd name="connsiteX19-897" fmla="*/ 1114623 w 2838422"/>
                <a:gd name="connsiteY19-898" fmla="*/ 828138 h 2238451"/>
                <a:gd name="connsiteX20-899" fmla="*/ 1321301 w 2838422"/>
                <a:gd name="connsiteY20-900" fmla="*/ 76731 h 2238451"/>
                <a:gd name="connsiteX21-901" fmla="*/ 1375698 w 2838422"/>
                <a:gd name="connsiteY21-902" fmla="*/ 35787 h 2238451"/>
                <a:gd name="connsiteX22-903" fmla="*/ 1427857 w 2838422"/>
                <a:gd name="connsiteY22-904" fmla="*/ 0 h 2238451"/>
                <a:gd name="connsiteX23-905" fmla="*/ 1560949 w 2838422"/>
                <a:gd name="connsiteY23-906" fmla="*/ 104166 h 2238451"/>
                <a:gd name="connsiteX24-907" fmla="*/ 1854298 w 2838422"/>
                <a:gd name="connsiteY24-908" fmla="*/ 315320 h 2238451"/>
                <a:gd name="connsiteX25-909" fmla="*/ 1919487 w 2838422"/>
                <a:gd name="connsiteY25-910" fmla="*/ 286978 h 2238451"/>
                <a:gd name="connsiteX26-911" fmla="*/ 2047030 w 2838422"/>
                <a:gd name="connsiteY26-912" fmla="*/ 163685 h 2238451"/>
                <a:gd name="connsiteX27-913" fmla="*/ 2174571 w 2838422"/>
                <a:gd name="connsiteY27-914" fmla="*/ 163685 h 2238451"/>
                <a:gd name="connsiteX28-915" fmla="*/ 2270936 w 2838422"/>
                <a:gd name="connsiteY28-916" fmla="*/ 260050 h 2238451"/>
                <a:gd name="connsiteX29-917" fmla="*/ 2269520 w 2838422"/>
                <a:gd name="connsiteY29-918" fmla="*/ 522223 h 2238451"/>
                <a:gd name="connsiteX30-919" fmla="*/ 2348879 w 2838422"/>
                <a:gd name="connsiteY30-920" fmla="*/ 672439 h 2238451"/>
                <a:gd name="connsiteX31-921" fmla="*/ 2752765 w 2838422"/>
                <a:gd name="connsiteY31-922" fmla="*/ 960119 h 2238451"/>
                <a:gd name="connsiteX32-923" fmla="*/ 2837793 w 2838422"/>
                <a:gd name="connsiteY32-924" fmla="*/ 1074908 h 2238451"/>
                <a:gd name="connsiteX33-925" fmla="*/ 2778273 w 2838422"/>
                <a:gd name="connsiteY33-926" fmla="*/ 1202450 h 2238451"/>
                <a:gd name="connsiteX34-927" fmla="*/ 2596881 w 2838422"/>
                <a:gd name="connsiteY34-928" fmla="*/ 1202450 h 2238451"/>
                <a:gd name="connsiteX35-929" fmla="*/ 2354550 w 2838422"/>
                <a:gd name="connsiteY35-930" fmla="*/ 1030977 h 2238451"/>
                <a:gd name="connsiteX36-931" fmla="*/ 2283692 w 2838422"/>
                <a:gd name="connsiteY36-932" fmla="*/ 992714 h 2238451"/>
                <a:gd name="connsiteX37-933" fmla="*/ 2270936 w 2838422"/>
                <a:gd name="connsiteY37-934" fmla="*/ 1070655 h 2238451"/>
                <a:gd name="connsiteX38-935" fmla="*/ 2270936 w 2838422"/>
                <a:gd name="connsiteY38-936" fmla="*/ 1583662 h 2238451"/>
                <a:gd name="connsiteX39-937" fmla="*/ 2270936 w 2838422"/>
                <a:gd name="connsiteY39-938" fmla="*/ 2100918 h 2238451"/>
                <a:gd name="connsiteX40-939" fmla="*/ 2140560 w 2838422"/>
                <a:gd name="connsiteY40-940" fmla="*/ 2236964 h 2238451"/>
                <a:gd name="connsiteX41-941" fmla="*/ 1743761 w 2838422"/>
                <a:gd name="connsiteY41-942" fmla="*/ 2238381 h 2238451"/>
                <a:gd name="connsiteX42-943" fmla="*/ 1674320 w 2838422"/>
                <a:gd name="connsiteY42-944" fmla="*/ 2167523 h 2238451"/>
                <a:gd name="connsiteX43-945" fmla="*/ 1675739 w 2838422"/>
                <a:gd name="connsiteY43-946" fmla="*/ 1813238 h 2238451"/>
                <a:gd name="connsiteX44-947" fmla="*/ 1590709 w 2838422"/>
                <a:gd name="connsiteY44-948" fmla="*/ 1723957 h 2238451"/>
                <a:gd name="connsiteX45-949" fmla="*/ 1250596 w 2838422"/>
                <a:gd name="connsiteY45-950" fmla="*/ 1723957 h 2238451"/>
                <a:gd name="connsiteX46-951" fmla="*/ 1165569 w 2838422"/>
                <a:gd name="connsiteY46-952" fmla="*/ 1813238 h 2238451"/>
                <a:gd name="connsiteX47-953" fmla="*/ 1166985 w 2838422"/>
                <a:gd name="connsiteY47-954" fmla="*/ 2167523 h 2238451"/>
                <a:gd name="connsiteX48-955" fmla="*/ 1096128 w 2838422"/>
                <a:gd name="connsiteY48-956" fmla="*/ 2236964 h 2238451"/>
                <a:gd name="connsiteX49-957" fmla="*/ 706414 w 2838422"/>
                <a:gd name="connsiteY49-958" fmla="*/ 2235548 h 2238451"/>
                <a:gd name="connsiteX50-959" fmla="*/ 570368 w 2838422"/>
                <a:gd name="connsiteY50-960" fmla="*/ 2098082 h 2238451"/>
                <a:gd name="connsiteX51-961" fmla="*/ 568952 w 2838422"/>
                <a:gd name="connsiteY51-962" fmla="*/ 1056486 h 2238451"/>
                <a:gd name="connsiteX52-963" fmla="*/ 554779 w 2838422"/>
                <a:gd name="connsiteY52-964" fmla="*/ 992714 h 2238451"/>
                <a:gd name="connsiteX53-965" fmla="*/ 500928 w 2838422"/>
                <a:gd name="connsiteY53-966" fmla="*/ 1021055 h 2238451"/>
                <a:gd name="connsiteX54-967" fmla="*/ 265682 w 2838422"/>
                <a:gd name="connsiteY54-968" fmla="*/ 1191112 h 2238451"/>
                <a:gd name="connsiteX55-969" fmla="*/ 139558 w 2838422"/>
                <a:gd name="connsiteY55-970" fmla="*/ 1229376 h 2238451"/>
                <a:gd name="connsiteX56-971" fmla="*/ 6345 w 2838422"/>
                <a:gd name="connsiteY56-972" fmla="*/ 1130176 h 2238451"/>
                <a:gd name="connsiteX57-973" fmla="*/ 61615 w 2838422"/>
                <a:gd name="connsiteY57-974" fmla="*/ 981375 h 2238451"/>
                <a:gd name="connsiteX58-975" fmla="*/ 509430 w 2838422"/>
                <a:gd name="connsiteY58-976" fmla="*/ 658269 h 2238451"/>
                <a:gd name="connsiteX59-977" fmla="*/ 1280356 w 2838422"/>
                <a:gd name="connsiteY59-978" fmla="*/ 104166 h 2238451"/>
                <a:gd name="connsiteX60-979" fmla="*/ 1321301 w 2838422"/>
                <a:gd name="connsiteY60-980" fmla="*/ 76731 h 2238451"/>
                <a:gd name="connsiteX0-981" fmla="*/ 1437118 w 2838422"/>
                <a:gd name="connsiteY0-982" fmla="*/ 1165615 h 2238451"/>
                <a:gd name="connsiteX1-983" fmla="*/ 1437118 w 2838422"/>
                <a:gd name="connsiteY1-984" fmla="*/ 1448156 h 2238451"/>
                <a:gd name="connsiteX2-985" fmla="*/ 1719658 w 2838422"/>
                <a:gd name="connsiteY2-986" fmla="*/ 1448156 h 2238451"/>
                <a:gd name="connsiteX3-987" fmla="*/ 1719658 w 2838422"/>
                <a:gd name="connsiteY3-988" fmla="*/ 1165615 h 2238451"/>
                <a:gd name="connsiteX4-989" fmla="*/ 1437118 w 2838422"/>
                <a:gd name="connsiteY4-990" fmla="*/ 1165615 h 2238451"/>
                <a:gd name="connsiteX5-991" fmla="*/ 1114623 w 2838422"/>
                <a:gd name="connsiteY5-992" fmla="*/ 1165615 h 2238451"/>
                <a:gd name="connsiteX6-993" fmla="*/ 1114623 w 2838422"/>
                <a:gd name="connsiteY6-994" fmla="*/ 1448156 h 2238451"/>
                <a:gd name="connsiteX7-995" fmla="*/ 1397163 w 2838422"/>
                <a:gd name="connsiteY7-996" fmla="*/ 1448156 h 2238451"/>
                <a:gd name="connsiteX8-997" fmla="*/ 1397163 w 2838422"/>
                <a:gd name="connsiteY8-998" fmla="*/ 1165615 h 2238451"/>
                <a:gd name="connsiteX9-999" fmla="*/ 1114623 w 2838422"/>
                <a:gd name="connsiteY9-1000" fmla="*/ 1165615 h 2238451"/>
                <a:gd name="connsiteX10-1001" fmla="*/ 1437118 w 2838422"/>
                <a:gd name="connsiteY10-1002" fmla="*/ 828138 h 2238451"/>
                <a:gd name="connsiteX11-1003" fmla="*/ 1437118 w 2838422"/>
                <a:gd name="connsiteY11-1004" fmla="*/ 1110678 h 2238451"/>
                <a:gd name="connsiteX12-1005" fmla="*/ 1719658 w 2838422"/>
                <a:gd name="connsiteY12-1006" fmla="*/ 1110678 h 2238451"/>
                <a:gd name="connsiteX13-1007" fmla="*/ 1719658 w 2838422"/>
                <a:gd name="connsiteY13-1008" fmla="*/ 828138 h 2238451"/>
                <a:gd name="connsiteX14-1009" fmla="*/ 1437118 w 2838422"/>
                <a:gd name="connsiteY14-1010" fmla="*/ 828138 h 2238451"/>
                <a:gd name="connsiteX15-1011" fmla="*/ 1114623 w 2838422"/>
                <a:gd name="connsiteY15-1012" fmla="*/ 828138 h 2238451"/>
                <a:gd name="connsiteX16-1013" fmla="*/ 1114623 w 2838422"/>
                <a:gd name="connsiteY16-1014" fmla="*/ 1110678 h 2238451"/>
                <a:gd name="connsiteX17-1015" fmla="*/ 1397163 w 2838422"/>
                <a:gd name="connsiteY17-1016" fmla="*/ 1110678 h 2238451"/>
                <a:gd name="connsiteX18-1017" fmla="*/ 1397163 w 2838422"/>
                <a:gd name="connsiteY18-1018" fmla="*/ 828138 h 2238451"/>
                <a:gd name="connsiteX19-1019" fmla="*/ 1114623 w 2838422"/>
                <a:gd name="connsiteY19-1020" fmla="*/ 828138 h 2238451"/>
                <a:gd name="connsiteX20-1021" fmla="*/ 1321301 w 2838422"/>
                <a:gd name="connsiteY20-1022" fmla="*/ 76731 h 2238451"/>
                <a:gd name="connsiteX21-1023" fmla="*/ 1375698 w 2838422"/>
                <a:gd name="connsiteY21-1024" fmla="*/ 35787 h 2238451"/>
                <a:gd name="connsiteX22-1025" fmla="*/ 1427857 w 2838422"/>
                <a:gd name="connsiteY22-1026" fmla="*/ 0 h 2238451"/>
                <a:gd name="connsiteX23-1027" fmla="*/ 1471192 w 2838422"/>
                <a:gd name="connsiteY23-1028" fmla="*/ 36848 h 2238451"/>
                <a:gd name="connsiteX24-1029" fmla="*/ 1854298 w 2838422"/>
                <a:gd name="connsiteY24-1030" fmla="*/ 315320 h 2238451"/>
                <a:gd name="connsiteX25-1031" fmla="*/ 1919487 w 2838422"/>
                <a:gd name="connsiteY25-1032" fmla="*/ 286978 h 2238451"/>
                <a:gd name="connsiteX26-1033" fmla="*/ 2047030 w 2838422"/>
                <a:gd name="connsiteY26-1034" fmla="*/ 163685 h 2238451"/>
                <a:gd name="connsiteX27-1035" fmla="*/ 2174571 w 2838422"/>
                <a:gd name="connsiteY27-1036" fmla="*/ 163685 h 2238451"/>
                <a:gd name="connsiteX28-1037" fmla="*/ 2270936 w 2838422"/>
                <a:gd name="connsiteY28-1038" fmla="*/ 260050 h 2238451"/>
                <a:gd name="connsiteX29-1039" fmla="*/ 2269520 w 2838422"/>
                <a:gd name="connsiteY29-1040" fmla="*/ 522223 h 2238451"/>
                <a:gd name="connsiteX30-1041" fmla="*/ 2348879 w 2838422"/>
                <a:gd name="connsiteY30-1042" fmla="*/ 672439 h 2238451"/>
                <a:gd name="connsiteX31-1043" fmla="*/ 2752765 w 2838422"/>
                <a:gd name="connsiteY31-1044" fmla="*/ 960119 h 2238451"/>
                <a:gd name="connsiteX32-1045" fmla="*/ 2837793 w 2838422"/>
                <a:gd name="connsiteY32-1046" fmla="*/ 1074908 h 2238451"/>
                <a:gd name="connsiteX33-1047" fmla="*/ 2778273 w 2838422"/>
                <a:gd name="connsiteY33-1048" fmla="*/ 1202450 h 2238451"/>
                <a:gd name="connsiteX34-1049" fmla="*/ 2596881 w 2838422"/>
                <a:gd name="connsiteY34-1050" fmla="*/ 1202450 h 2238451"/>
                <a:gd name="connsiteX35-1051" fmla="*/ 2354550 w 2838422"/>
                <a:gd name="connsiteY35-1052" fmla="*/ 1030977 h 2238451"/>
                <a:gd name="connsiteX36-1053" fmla="*/ 2283692 w 2838422"/>
                <a:gd name="connsiteY36-1054" fmla="*/ 992714 h 2238451"/>
                <a:gd name="connsiteX37-1055" fmla="*/ 2270936 w 2838422"/>
                <a:gd name="connsiteY37-1056" fmla="*/ 1070655 h 2238451"/>
                <a:gd name="connsiteX38-1057" fmla="*/ 2270936 w 2838422"/>
                <a:gd name="connsiteY38-1058" fmla="*/ 1583662 h 2238451"/>
                <a:gd name="connsiteX39-1059" fmla="*/ 2270936 w 2838422"/>
                <a:gd name="connsiteY39-1060" fmla="*/ 2100918 h 2238451"/>
                <a:gd name="connsiteX40-1061" fmla="*/ 2140560 w 2838422"/>
                <a:gd name="connsiteY40-1062" fmla="*/ 2236964 h 2238451"/>
                <a:gd name="connsiteX41-1063" fmla="*/ 1743761 w 2838422"/>
                <a:gd name="connsiteY41-1064" fmla="*/ 2238381 h 2238451"/>
                <a:gd name="connsiteX42-1065" fmla="*/ 1674320 w 2838422"/>
                <a:gd name="connsiteY42-1066" fmla="*/ 2167523 h 2238451"/>
                <a:gd name="connsiteX43-1067" fmla="*/ 1675739 w 2838422"/>
                <a:gd name="connsiteY43-1068" fmla="*/ 1813238 h 2238451"/>
                <a:gd name="connsiteX44-1069" fmla="*/ 1590709 w 2838422"/>
                <a:gd name="connsiteY44-1070" fmla="*/ 1723957 h 2238451"/>
                <a:gd name="connsiteX45-1071" fmla="*/ 1250596 w 2838422"/>
                <a:gd name="connsiteY45-1072" fmla="*/ 1723957 h 2238451"/>
                <a:gd name="connsiteX46-1073" fmla="*/ 1165569 w 2838422"/>
                <a:gd name="connsiteY46-1074" fmla="*/ 1813238 h 2238451"/>
                <a:gd name="connsiteX47-1075" fmla="*/ 1166985 w 2838422"/>
                <a:gd name="connsiteY47-1076" fmla="*/ 2167523 h 2238451"/>
                <a:gd name="connsiteX48-1077" fmla="*/ 1096128 w 2838422"/>
                <a:gd name="connsiteY48-1078" fmla="*/ 2236964 h 2238451"/>
                <a:gd name="connsiteX49-1079" fmla="*/ 706414 w 2838422"/>
                <a:gd name="connsiteY49-1080" fmla="*/ 2235548 h 2238451"/>
                <a:gd name="connsiteX50-1081" fmla="*/ 570368 w 2838422"/>
                <a:gd name="connsiteY50-1082" fmla="*/ 2098082 h 2238451"/>
                <a:gd name="connsiteX51-1083" fmla="*/ 568952 w 2838422"/>
                <a:gd name="connsiteY51-1084" fmla="*/ 1056486 h 2238451"/>
                <a:gd name="connsiteX52-1085" fmla="*/ 554779 w 2838422"/>
                <a:gd name="connsiteY52-1086" fmla="*/ 992714 h 2238451"/>
                <a:gd name="connsiteX53-1087" fmla="*/ 500928 w 2838422"/>
                <a:gd name="connsiteY53-1088" fmla="*/ 1021055 h 2238451"/>
                <a:gd name="connsiteX54-1089" fmla="*/ 265682 w 2838422"/>
                <a:gd name="connsiteY54-1090" fmla="*/ 1191112 h 2238451"/>
                <a:gd name="connsiteX55-1091" fmla="*/ 139558 w 2838422"/>
                <a:gd name="connsiteY55-1092" fmla="*/ 1229376 h 2238451"/>
                <a:gd name="connsiteX56-1093" fmla="*/ 6345 w 2838422"/>
                <a:gd name="connsiteY56-1094" fmla="*/ 1130176 h 2238451"/>
                <a:gd name="connsiteX57-1095" fmla="*/ 61615 w 2838422"/>
                <a:gd name="connsiteY57-1096" fmla="*/ 981375 h 2238451"/>
                <a:gd name="connsiteX58-1097" fmla="*/ 509430 w 2838422"/>
                <a:gd name="connsiteY58-1098" fmla="*/ 658269 h 2238451"/>
                <a:gd name="connsiteX59-1099" fmla="*/ 1280356 w 2838422"/>
                <a:gd name="connsiteY59-1100" fmla="*/ 104166 h 2238451"/>
                <a:gd name="connsiteX60-1101" fmla="*/ 1321301 w 2838422"/>
                <a:gd name="connsiteY60-1102" fmla="*/ 76731 h 2238451"/>
                <a:gd name="connsiteX0-1103" fmla="*/ 1437118 w 2838422"/>
                <a:gd name="connsiteY0-1104" fmla="*/ 1129828 h 2202664"/>
                <a:gd name="connsiteX1-1105" fmla="*/ 1437118 w 2838422"/>
                <a:gd name="connsiteY1-1106" fmla="*/ 1412369 h 2202664"/>
                <a:gd name="connsiteX2-1107" fmla="*/ 1719658 w 2838422"/>
                <a:gd name="connsiteY2-1108" fmla="*/ 1412369 h 2202664"/>
                <a:gd name="connsiteX3-1109" fmla="*/ 1719658 w 2838422"/>
                <a:gd name="connsiteY3-1110" fmla="*/ 1129828 h 2202664"/>
                <a:gd name="connsiteX4-1111" fmla="*/ 1437118 w 2838422"/>
                <a:gd name="connsiteY4-1112" fmla="*/ 1129828 h 2202664"/>
                <a:gd name="connsiteX5-1113" fmla="*/ 1114623 w 2838422"/>
                <a:gd name="connsiteY5-1114" fmla="*/ 1129828 h 2202664"/>
                <a:gd name="connsiteX6-1115" fmla="*/ 1114623 w 2838422"/>
                <a:gd name="connsiteY6-1116" fmla="*/ 1412369 h 2202664"/>
                <a:gd name="connsiteX7-1117" fmla="*/ 1397163 w 2838422"/>
                <a:gd name="connsiteY7-1118" fmla="*/ 1412369 h 2202664"/>
                <a:gd name="connsiteX8-1119" fmla="*/ 1397163 w 2838422"/>
                <a:gd name="connsiteY8-1120" fmla="*/ 1129828 h 2202664"/>
                <a:gd name="connsiteX9-1121" fmla="*/ 1114623 w 2838422"/>
                <a:gd name="connsiteY9-1122" fmla="*/ 1129828 h 2202664"/>
                <a:gd name="connsiteX10-1123" fmla="*/ 1437118 w 2838422"/>
                <a:gd name="connsiteY10-1124" fmla="*/ 792351 h 2202664"/>
                <a:gd name="connsiteX11-1125" fmla="*/ 1437118 w 2838422"/>
                <a:gd name="connsiteY11-1126" fmla="*/ 1074891 h 2202664"/>
                <a:gd name="connsiteX12-1127" fmla="*/ 1719658 w 2838422"/>
                <a:gd name="connsiteY12-1128" fmla="*/ 1074891 h 2202664"/>
                <a:gd name="connsiteX13-1129" fmla="*/ 1719658 w 2838422"/>
                <a:gd name="connsiteY13-1130" fmla="*/ 792351 h 2202664"/>
                <a:gd name="connsiteX14-1131" fmla="*/ 1437118 w 2838422"/>
                <a:gd name="connsiteY14-1132" fmla="*/ 792351 h 2202664"/>
                <a:gd name="connsiteX15-1133" fmla="*/ 1114623 w 2838422"/>
                <a:gd name="connsiteY15-1134" fmla="*/ 792351 h 2202664"/>
                <a:gd name="connsiteX16-1135" fmla="*/ 1114623 w 2838422"/>
                <a:gd name="connsiteY16-1136" fmla="*/ 1074891 h 2202664"/>
                <a:gd name="connsiteX17-1137" fmla="*/ 1397163 w 2838422"/>
                <a:gd name="connsiteY17-1138" fmla="*/ 1074891 h 2202664"/>
                <a:gd name="connsiteX18-1139" fmla="*/ 1397163 w 2838422"/>
                <a:gd name="connsiteY18-1140" fmla="*/ 792351 h 2202664"/>
                <a:gd name="connsiteX19-1141" fmla="*/ 1114623 w 2838422"/>
                <a:gd name="connsiteY19-1142" fmla="*/ 792351 h 2202664"/>
                <a:gd name="connsiteX20-1143" fmla="*/ 1321301 w 2838422"/>
                <a:gd name="connsiteY20-1144" fmla="*/ 40944 h 2202664"/>
                <a:gd name="connsiteX21-1145" fmla="*/ 1375698 w 2838422"/>
                <a:gd name="connsiteY21-1146" fmla="*/ 0 h 2202664"/>
                <a:gd name="connsiteX22-1147" fmla="*/ 1471192 w 2838422"/>
                <a:gd name="connsiteY22-1148" fmla="*/ 1061 h 2202664"/>
                <a:gd name="connsiteX23-1149" fmla="*/ 1854298 w 2838422"/>
                <a:gd name="connsiteY23-1150" fmla="*/ 279533 h 2202664"/>
                <a:gd name="connsiteX24-1151" fmla="*/ 1919487 w 2838422"/>
                <a:gd name="connsiteY24-1152" fmla="*/ 251191 h 2202664"/>
                <a:gd name="connsiteX25-1153" fmla="*/ 2047030 w 2838422"/>
                <a:gd name="connsiteY25-1154" fmla="*/ 127898 h 2202664"/>
                <a:gd name="connsiteX26-1155" fmla="*/ 2174571 w 2838422"/>
                <a:gd name="connsiteY26-1156" fmla="*/ 127898 h 2202664"/>
                <a:gd name="connsiteX27-1157" fmla="*/ 2270936 w 2838422"/>
                <a:gd name="connsiteY27-1158" fmla="*/ 224263 h 2202664"/>
                <a:gd name="connsiteX28-1159" fmla="*/ 2269520 w 2838422"/>
                <a:gd name="connsiteY28-1160" fmla="*/ 486436 h 2202664"/>
                <a:gd name="connsiteX29-1161" fmla="*/ 2348879 w 2838422"/>
                <a:gd name="connsiteY29-1162" fmla="*/ 636652 h 2202664"/>
                <a:gd name="connsiteX30-1163" fmla="*/ 2752765 w 2838422"/>
                <a:gd name="connsiteY30-1164" fmla="*/ 924332 h 2202664"/>
                <a:gd name="connsiteX31-1165" fmla="*/ 2837793 w 2838422"/>
                <a:gd name="connsiteY31-1166" fmla="*/ 1039121 h 2202664"/>
                <a:gd name="connsiteX32-1167" fmla="*/ 2778273 w 2838422"/>
                <a:gd name="connsiteY32-1168" fmla="*/ 1166663 h 2202664"/>
                <a:gd name="connsiteX33-1169" fmla="*/ 2596881 w 2838422"/>
                <a:gd name="connsiteY33-1170" fmla="*/ 1166663 h 2202664"/>
                <a:gd name="connsiteX34-1171" fmla="*/ 2354550 w 2838422"/>
                <a:gd name="connsiteY34-1172" fmla="*/ 995190 h 2202664"/>
                <a:gd name="connsiteX35-1173" fmla="*/ 2283692 w 2838422"/>
                <a:gd name="connsiteY35-1174" fmla="*/ 956927 h 2202664"/>
                <a:gd name="connsiteX36-1175" fmla="*/ 2270936 w 2838422"/>
                <a:gd name="connsiteY36-1176" fmla="*/ 1034868 h 2202664"/>
                <a:gd name="connsiteX37-1177" fmla="*/ 2270936 w 2838422"/>
                <a:gd name="connsiteY37-1178" fmla="*/ 1547875 h 2202664"/>
                <a:gd name="connsiteX38-1179" fmla="*/ 2270936 w 2838422"/>
                <a:gd name="connsiteY38-1180" fmla="*/ 2065131 h 2202664"/>
                <a:gd name="connsiteX39-1181" fmla="*/ 2140560 w 2838422"/>
                <a:gd name="connsiteY39-1182" fmla="*/ 2201177 h 2202664"/>
                <a:gd name="connsiteX40-1183" fmla="*/ 1743761 w 2838422"/>
                <a:gd name="connsiteY40-1184" fmla="*/ 2202594 h 2202664"/>
                <a:gd name="connsiteX41-1185" fmla="*/ 1674320 w 2838422"/>
                <a:gd name="connsiteY41-1186" fmla="*/ 2131736 h 2202664"/>
                <a:gd name="connsiteX42-1187" fmla="*/ 1675739 w 2838422"/>
                <a:gd name="connsiteY42-1188" fmla="*/ 1777451 h 2202664"/>
                <a:gd name="connsiteX43-1189" fmla="*/ 1590709 w 2838422"/>
                <a:gd name="connsiteY43-1190" fmla="*/ 1688170 h 2202664"/>
                <a:gd name="connsiteX44-1191" fmla="*/ 1250596 w 2838422"/>
                <a:gd name="connsiteY44-1192" fmla="*/ 1688170 h 2202664"/>
                <a:gd name="connsiteX45-1193" fmla="*/ 1165569 w 2838422"/>
                <a:gd name="connsiteY45-1194" fmla="*/ 1777451 h 2202664"/>
                <a:gd name="connsiteX46-1195" fmla="*/ 1166985 w 2838422"/>
                <a:gd name="connsiteY46-1196" fmla="*/ 2131736 h 2202664"/>
                <a:gd name="connsiteX47-1197" fmla="*/ 1096128 w 2838422"/>
                <a:gd name="connsiteY47-1198" fmla="*/ 2201177 h 2202664"/>
                <a:gd name="connsiteX48-1199" fmla="*/ 706414 w 2838422"/>
                <a:gd name="connsiteY48-1200" fmla="*/ 2199761 h 2202664"/>
                <a:gd name="connsiteX49-1201" fmla="*/ 570368 w 2838422"/>
                <a:gd name="connsiteY49-1202" fmla="*/ 2062295 h 2202664"/>
                <a:gd name="connsiteX50-1203" fmla="*/ 568952 w 2838422"/>
                <a:gd name="connsiteY50-1204" fmla="*/ 1020699 h 2202664"/>
                <a:gd name="connsiteX51-1205" fmla="*/ 554779 w 2838422"/>
                <a:gd name="connsiteY51-1206" fmla="*/ 956927 h 2202664"/>
                <a:gd name="connsiteX52-1207" fmla="*/ 500928 w 2838422"/>
                <a:gd name="connsiteY52-1208" fmla="*/ 985268 h 2202664"/>
                <a:gd name="connsiteX53-1209" fmla="*/ 265682 w 2838422"/>
                <a:gd name="connsiteY53-1210" fmla="*/ 1155325 h 2202664"/>
                <a:gd name="connsiteX54-1211" fmla="*/ 139558 w 2838422"/>
                <a:gd name="connsiteY54-1212" fmla="*/ 1193589 h 2202664"/>
                <a:gd name="connsiteX55-1213" fmla="*/ 6345 w 2838422"/>
                <a:gd name="connsiteY55-1214" fmla="*/ 1094389 h 2202664"/>
                <a:gd name="connsiteX56-1215" fmla="*/ 61615 w 2838422"/>
                <a:gd name="connsiteY56-1216" fmla="*/ 945588 h 2202664"/>
                <a:gd name="connsiteX57-1217" fmla="*/ 509430 w 2838422"/>
                <a:gd name="connsiteY57-1218" fmla="*/ 622482 h 2202664"/>
                <a:gd name="connsiteX58-1219" fmla="*/ 1280356 w 2838422"/>
                <a:gd name="connsiteY58-1220" fmla="*/ 68379 h 2202664"/>
                <a:gd name="connsiteX59-1221" fmla="*/ 1321301 w 2838422"/>
                <a:gd name="connsiteY59-1222" fmla="*/ 40944 h 22026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237" y="connsiteY59-238"/>
                </a:cxn>
              </a:cxnLst>
              <a:rect l="l" t="t" r="r" b="b"/>
              <a:pathLst>
                <a:path w="2838422" h="2202664">
                  <a:moveTo>
                    <a:pt x="1437118" y="1129828"/>
                  </a:moveTo>
                  <a:lnTo>
                    <a:pt x="1437118" y="1412369"/>
                  </a:lnTo>
                  <a:lnTo>
                    <a:pt x="1719658" y="1412369"/>
                  </a:lnTo>
                  <a:lnTo>
                    <a:pt x="1719658" y="1129828"/>
                  </a:lnTo>
                  <a:lnTo>
                    <a:pt x="1437118" y="1129828"/>
                  </a:lnTo>
                  <a:close/>
                  <a:moveTo>
                    <a:pt x="1114623" y="1129828"/>
                  </a:moveTo>
                  <a:lnTo>
                    <a:pt x="1114623" y="1412369"/>
                  </a:lnTo>
                  <a:lnTo>
                    <a:pt x="1397163" y="1412369"/>
                  </a:lnTo>
                  <a:lnTo>
                    <a:pt x="1397163" y="1129828"/>
                  </a:lnTo>
                  <a:lnTo>
                    <a:pt x="1114623" y="1129828"/>
                  </a:lnTo>
                  <a:close/>
                  <a:moveTo>
                    <a:pt x="1437118" y="792351"/>
                  </a:moveTo>
                  <a:lnTo>
                    <a:pt x="1437118" y="1074891"/>
                  </a:lnTo>
                  <a:lnTo>
                    <a:pt x="1719658" y="1074891"/>
                  </a:lnTo>
                  <a:lnTo>
                    <a:pt x="1719658" y="792351"/>
                  </a:lnTo>
                  <a:lnTo>
                    <a:pt x="1437118" y="792351"/>
                  </a:lnTo>
                  <a:close/>
                  <a:moveTo>
                    <a:pt x="1114623" y="792351"/>
                  </a:moveTo>
                  <a:lnTo>
                    <a:pt x="1114623" y="1074891"/>
                  </a:lnTo>
                  <a:lnTo>
                    <a:pt x="1397163" y="1074891"/>
                  </a:lnTo>
                  <a:lnTo>
                    <a:pt x="1397163" y="792351"/>
                  </a:lnTo>
                  <a:lnTo>
                    <a:pt x="1114623" y="792351"/>
                  </a:lnTo>
                  <a:close/>
                  <a:moveTo>
                    <a:pt x="1321301" y="40944"/>
                  </a:moveTo>
                  <a:lnTo>
                    <a:pt x="1375698" y="0"/>
                  </a:lnTo>
                  <a:lnTo>
                    <a:pt x="1471192" y="1061"/>
                  </a:lnTo>
                  <a:cubicBezTo>
                    <a:pt x="1542265" y="53614"/>
                    <a:pt x="1779582" y="237845"/>
                    <a:pt x="1854298" y="279533"/>
                  </a:cubicBezTo>
                  <a:cubicBezTo>
                    <a:pt x="1929014" y="321221"/>
                    <a:pt x="1916651" y="317796"/>
                    <a:pt x="1919487" y="251191"/>
                  </a:cubicBezTo>
                  <a:cubicBezTo>
                    <a:pt x="1923737" y="144904"/>
                    <a:pt x="1944995" y="127898"/>
                    <a:pt x="2047030" y="127898"/>
                  </a:cubicBezTo>
                  <a:lnTo>
                    <a:pt x="2174571" y="127898"/>
                  </a:lnTo>
                  <a:cubicBezTo>
                    <a:pt x="2238343" y="127898"/>
                    <a:pt x="2270936" y="160492"/>
                    <a:pt x="2270936" y="224263"/>
                  </a:cubicBezTo>
                  <a:cubicBezTo>
                    <a:pt x="2270936" y="312127"/>
                    <a:pt x="2276605" y="399990"/>
                    <a:pt x="2269520" y="486436"/>
                  </a:cubicBezTo>
                  <a:cubicBezTo>
                    <a:pt x="2263851" y="557292"/>
                    <a:pt x="2292195" y="598389"/>
                    <a:pt x="2348879" y="636652"/>
                  </a:cubicBezTo>
                  <a:cubicBezTo>
                    <a:pt x="2484926" y="730184"/>
                    <a:pt x="2618136" y="827967"/>
                    <a:pt x="2752765" y="924332"/>
                  </a:cubicBezTo>
                  <a:cubicBezTo>
                    <a:pt x="2793863" y="954093"/>
                    <a:pt x="2833542" y="982435"/>
                    <a:pt x="2837793" y="1039121"/>
                  </a:cubicBezTo>
                  <a:cubicBezTo>
                    <a:pt x="2842045" y="1092973"/>
                    <a:pt x="2825040" y="1138320"/>
                    <a:pt x="2778273" y="1166663"/>
                  </a:cubicBezTo>
                  <a:cubicBezTo>
                    <a:pt x="2718754" y="1203508"/>
                    <a:pt x="2654983" y="1204925"/>
                    <a:pt x="2596881" y="1166663"/>
                  </a:cubicBezTo>
                  <a:cubicBezTo>
                    <a:pt x="2514687" y="1112812"/>
                    <a:pt x="2435326" y="1051876"/>
                    <a:pt x="2354550" y="995190"/>
                  </a:cubicBezTo>
                  <a:cubicBezTo>
                    <a:pt x="2331875" y="979602"/>
                    <a:pt x="2309200" y="945588"/>
                    <a:pt x="2283692" y="956927"/>
                  </a:cubicBezTo>
                  <a:cubicBezTo>
                    <a:pt x="2255348" y="969680"/>
                    <a:pt x="2270936" y="1007943"/>
                    <a:pt x="2270936" y="1034868"/>
                  </a:cubicBezTo>
                  <a:cubicBezTo>
                    <a:pt x="2269520" y="1207760"/>
                    <a:pt x="2270936" y="1377817"/>
                    <a:pt x="2270936" y="1547875"/>
                  </a:cubicBezTo>
                  <a:lnTo>
                    <a:pt x="2270936" y="2065131"/>
                  </a:lnTo>
                  <a:cubicBezTo>
                    <a:pt x="2270936" y="2162913"/>
                    <a:pt x="2236926" y="2199761"/>
                    <a:pt x="2140560" y="2201177"/>
                  </a:cubicBezTo>
                  <a:lnTo>
                    <a:pt x="1743761" y="2202594"/>
                  </a:lnTo>
                  <a:cubicBezTo>
                    <a:pt x="1691328" y="2204010"/>
                    <a:pt x="1672903" y="2184172"/>
                    <a:pt x="1674320" y="2131736"/>
                  </a:cubicBezTo>
                  <a:cubicBezTo>
                    <a:pt x="1677156" y="2014115"/>
                    <a:pt x="1672903" y="1895074"/>
                    <a:pt x="1675739" y="1777451"/>
                  </a:cubicBezTo>
                  <a:cubicBezTo>
                    <a:pt x="1677156" y="1715097"/>
                    <a:pt x="1655897" y="1686754"/>
                    <a:pt x="1590709" y="1688170"/>
                  </a:cubicBezTo>
                  <a:cubicBezTo>
                    <a:pt x="1477338" y="1691006"/>
                    <a:pt x="1363967" y="1691006"/>
                    <a:pt x="1250596" y="1688170"/>
                  </a:cubicBezTo>
                  <a:cubicBezTo>
                    <a:pt x="1183991" y="1686754"/>
                    <a:pt x="1164149" y="1716515"/>
                    <a:pt x="1165569" y="1777451"/>
                  </a:cubicBezTo>
                  <a:cubicBezTo>
                    <a:pt x="1168402" y="1895074"/>
                    <a:pt x="1164149" y="2014115"/>
                    <a:pt x="1166985" y="2131736"/>
                  </a:cubicBezTo>
                  <a:cubicBezTo>
                    <a:pt x="1168402" y="2184172"/>
                    <a:pt x="1148560" y="2202594"/>
                    <a:pt x="1096128" y="2201177"/>
                  </a:cubicBezTo>
                  <a:cubicBezTo>
                    <a:pt x="965751" y="2198341"/>
                    <a:pt x="836791" y="2201177"/>
                    <a:pt x="706414" y="2199761"/>
                  </a:cubicBezTo>
                  <a:cubicBezTo>
                    <a:pt x="604380" y="2198341"/>
                    <a:pt x="570368" y="2164330"/>
                    <a:pt x="570368" y="2062295"/>
                  </a:cubicBezTo>
                  <a:cubicBezTo>
                    <a:pt x="570368" y="1715097"/>
                    <a:pt x="570368" y="1367899"/>
                    <a:pt x="568952" y="1020699"/>
                  </a:cubicBezTo>
                  <a:cubicBezTo>
                    <a:pt x="568952" y="999441"/>
                    <a:pt x="581705" y="968263"/>
                    <a:pt x="554779" y="956927"/>
                  </a:cubicBezTo>
                  <a:cubicBezTo>
                    <a:pt x="534941" y="948424"/>
                    <a:pt x="517933" y="972515"/>
                    <a:pt x="500928" y="985268"/>
                  </a:cubicBezTo>
                  <a:cubicBezTo>
                    <a:pt x="421569" y="1041954"/>
                    <a:pt x="343626" y="1097223"/>
                    <a:pt x="265682" y="1155325"/>
                  </a:cubicBezTo>
                  <a:cubicBezTo>
                    <a:pt x="227419" y="1183669"/>
                    <a:pt x="186322" y="1199258"/>
                    <a:pt x="139558" y="1193589"/>
                  </a:cubicBezTo>
                  <a:cubicBezTo>
                    <a:pt x="75786" y="1186502"/>
                    <a:pt x="24767" y="1159578"/>
                    <a:pt x="6345" y="1094389"/>
                  </a:cubicBezTo>
                  <a:cubicBezTo>
                    <a:pt x="-12077" y="1033451"/>
                    <a:pt x="10598" y="982435"/>
                    <a:pt x="61615" y="945588"/>
                  </a:cubicBezTo>
                  <a:lnTo>
                    <a:pt x="509430" y="622482"/>
                  </a:lnTo>
                  <a:lnTo>
                    <a:pt x="1280356" y="68379"/>
                  </a:lnTo>
                  <a:cubicBezTo>
                    <a:pt x="1295059" y="57928"/>
                    <a:pt x="1308611" y="48783"/>
                    <a:pt x="1321301" y="409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scene3d>
              <a:camera prst="isometricOffAxis1Top">
                <a:rot lat="20561058" lon="19595284" rev="2221325"/>
              </a:camera>
              <a:lightRig rig="threePt" dir="t"/>
            </a:scene3d>
            <a:sp3d extrusionH="76200">
              <a:bevelB/>
            </a:sp3d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sz="27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53016" y="1447993"/>
            <a:ext cx="76275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Keseluruhan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b="1" dirty="0" err="1"/>
              <a:t>eliminasi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sederhanakan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b="1" dirty="0"/>
              <a:t>, design, </a:t>
            </a:r>
            <a:r>
              <a:rPr lang="en-ID" sz="1600" b="1" dirty="0" err="1"/>
              <a:t>atu</a:t>
            </a:r>
            <a:r>
              <a:rPr lang="en-ID" sz="1600" b="1" dirty="0"/>
              <a:t> </a:t>
            </a:r>
            <a:r>
              <a:rPr lang="en-ID" sz="1600" b="1" dirty="0" err="1"/>
              <a:t>layanan</a:t>
            </a:r>
            <a:r>
              <a:rPr lang="en-ID" sz="1600" b="1" dirty="0"/>
              <a:t>? </a:t>
            </a:r>
            <a:r>
              <a:rPr lang="en-ID" sz="1600" dirty="0" err="1"/>
              <a:t>Pikirkan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terjadi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Anda </a:t>
            </a:r>
            <a:r>
              <a:rPr lang="en-ID" sz="1600" dirty="0" err="1"/>
              <a:t>mengeliminasi</a:t>
            </a:r>
            <a:r>
              <a:rPr lang="en-ID" sz="1600" dirty="0"/>
              <a:t>, </a:t>
            </a:r>
            <a:r>
              <a:rPr lang="en-ID" sz="1600" dirty="0" err="1"/>
              <a:t>menyederhanakan</a:t>
            </a:r>
            <a:r>
              <a:rPr lang="en-ID" sz="1600" dirty="0"/>
              <a:t>, </a:t>
            </a:r>
            <a:r>
              <a:rPr lang="en-ID" sz="1600" dirty="0" err="1"/>
              <a:t>mengurangi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meminimalisir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ide Anda.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/>
              <a:t>Guiding Questions: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hilangkan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mengubah</a:t>
            </a:r>
            <a:r>
              <a:rPr lang="en-ID" sz="1600" dirty="0"/>
              <a:t> </a:t>
            </a:r>
            <a:r>
              <a:rPr lang="en-ID" sz="1600" dirty="0" err="1"/>
              <a:t>fungsinya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mengurangi</a:t>
            </a:r>
            <a:r>
              <a:rPr lang="en-ID" sz="1600" dirty="0"/>
              <a:t> </a:t>
            </a:r>
            <a:r>
              <a:rPr lang="en-ID" sz="1600" dirty="0" err="1"/>
              <a:t>waktu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terjadi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menghapus</a:t>
            </a:r>
            <a:r>
              <a:rPr lang="en-ID" sz="1600" dirty="0"/>
              <a:t> salah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mengurangi</a:t>
            </a:r>
            <a:r>
              <a:rPr lang="en-ID" sz="1600" dirty="0"/>
              <a:t> </a:t>
            </a:r>
            <a:r>
              <a:rPr lang="en-ID" sz="1600" dirty="0" err="1"/>
              <a:t>usaha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memotong</a:t>
            </a:r>
            <a:r>
              <a:rPr lang="en-ID" sz="1600" dirty="0"/>
              <a:t> </a:t>
            </a:r>
            <a:r>
              <a:rPr lang="en-ID" sz="1600" dirty="0" err="1"/>
              <a:t>biaya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menyederhanakannya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/>
              <a:t>Hal </a:t>
            </a:r>
            <a:r>
              <a:rPr lang="en-ID" sz="1600" dirty="0" err="1"/>
              <a:t>apa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esensial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mengeliminasi</a:t>
            </a:r>
            <a:r>
              <a:rPr lang="en-ID" sz="1600" dirty="0"/>
              <a:t> </a:t>
            </a:r>
            <a:r>
              <a:rPr lang="en-ID" sz="1600" dirty="0" err="1"/>
              <a:t>aturan-aturan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membuatnya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kecil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memisahkan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pada </a:t>
            </a:r>
            <a:r>
              <a:rPr lang="en-ID" sz="1600" dirty="0" err="1"/>
              <a:t>bagian</a:t>
            </a:r>
            <a:r>
              <a:rPr lang="en-ID" sz="1600" dirty="0"/>
              <a:t> yang </a:t>
            </a:r>
            <a:r>
              <a:rPr lang="en-ID" sz="1600" dirty="0" err="1"/>
              <a:t>berbeda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mengeliminasi</a:t>
            </a:r>
            <a:r>
              <a:rPr lang="en-ID" sz="1600" dirty="0"/>
              <a:t> </a:t>
            </a:r>
            <a:r>
              <a:rPr lang="en-ID" sz="1600" dirty="0" err="1"/>
              <a:t>sesuatu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dirty="0" err="1"/>
              <a:t>sesuatu</a:t>
            </a:r>
            <a:r>
              <a:rPr lang="en-ID" sz="16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295" y="937537"/>
            <a:ext cx="2196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ELIMINATE</a:t>
            </a:r>
            <a:endParaRPr lang="ko-KR" altLang="en-US" b="1" dirty="0">
              <a:solidFill>
                <a:schemeClr val="accent1"/>
              </a:solidFill>
              <a:cs typeface="Arial" panose="020B060402020209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23745" y="5577595"/>
            <a:ext cx="1457594" cy="1280405"/>
            <a:chOff x="907133" y="3119507"/>
            <a:chExt cx="2579663" cy="2266073"/>
          </a:xfrm>
        </p:grpSpPr>
        <p:sp>
          <p:nvSpPr>
            <p:cNvPr id="5" name="Freeform: Shape 4"/>
            <p:cNvSpPr/>
            <p:nvPr/>
          </p:nvSpPr>
          <p:spPr>
            <a:xfrm>
              <a:off x="1047805" y="4375884"/>
              <a:ext cx="2289451" cy="1009696"/>
            </a:xfrm>
            <a:custGeom>
              <a:avLst/>
              <a:gdLst>
                <a:gd name="connsiteX0" fmla="*/ 6926275 w 6925056"/>
                <a:gd name="connsiteY0" fmla="*/ 3057754 h 3054096"/>
                <a:gd name="connsiteX1" fmla="*/ 4183075 w 6925056"/>
                <a:gd name="connsiteY1" fmla="*/ 3057754 h 3054096"/>
                <a:gd name="connsiteX2" fmla="*/ 4184295 w 6925056"/>
                <a:gd name="connsiteY2" fmla="*/ 3036418 h 3054096"/>
                <a:gd name="connsiteX3" fmla="*/ 4184295 w 6925056"/>
                <a:gd name="connsiteY3" fmla="*/ 913181 h 3054096"/>
                <a:gd name="connsiteX4" fmla="*/ 4183075 w 6925056"/>
                <a:gd name="connsiteY4" fmla="*/ 884529 h 3054096"/>
                <a:gd name="connsiteX5" fmla="*/ 2866949 w 6925056"/>
                <a:gd name="connsiteY5" fmla="*/ 884529 h 3054096"/>
                <a:gd name="connsiteX6" fmla="*/ 2866949 w 6925056"/>
                <a:gd name="connsiteY6" fmla="*/ 919277 h 3054096"/>
                <a:gd name="connsiteX7" fmla="*/ 2866949 w 6925056"/>
                <a:gd name="connsiteY7" fmla="*/ 1376477 h 3054096"/>
                <a:gd name="connsiteX8" fmla="*/ 2866339 w 6925056"/>
                <a:gd name="connsiteY8" fmla="*/ 3058363 h 3054096"/>
                <a:gd name="connsiteX9" fmla="*/ 1219 w 6925056"/>
                <a:gd name="connsiteY9" fmla="*/ 3058363 h 3054096"/>
                <a:gd name="connsiteX10" fmla="*/ 0 w 6925056"/>
                <a:gd name="connsiteY10" fmla="*/ 3027883 h 3054096"/>
                <a:gd name="connsiteX11" fmla="*/ 0 w 6925056"/>
                <a:gd name="connsiteY11" fmla="*/ 34747 h 3054096"/>
                <a:gd name="connsiteX12" fmla="*/ 1829 w 6925056"/>
                <a:gd name="connsiteY12" fmla="*/ 609 h 3054096"/>
                <a:gd name="connsiteX13" fmla="*/ 47549 w 6925056"/>
                <a:gd name="connsiteY13" fmla="*/ 609 h 3054096"/>
                <a:gd name="connsiteX14" fmla="*/ 3497885 w 6925056"/>
                <a:gd name="connsiteY14" fmla="*/ 0 h 3054096"/>
                <a:gd name="connsiteX15" fmla="*/ 6865925 w 6925056"/>
                <a:gd name="connsiteY15" fmla="*/ 0 h 3054096"/>
                <a:gd name="connsiteX16" fmla="*/ 6928105 w 6925056"/>
                <a:gd name="connsiteY16" fmla="*/ 62179 h 3054096"/>
                <a:gd name="connsiteX17" fmla="*/ 6926275 w 6925056"/>
                <a:gd name="connsiteY17" fmla="*/ 3057754 h 3054096"/>
                <a:gd name="connsiteX18" fmla="*/ 2348179 w 6925056"/>
                <a:gd name="connsiteY18" fmla="*/ 371246 h 3054096"/>
                <a:gd name="connsiteX19" fmla="*/ 1460602 w 6925056"/>
                <a:gd name="connsiteY19" fmla="*/ 371246 h 3054096"/>
                <a:gd name="connsiteX20" fmla="*/ 1460602 w 6925056"/>
                <a:gd name="connsiteY20" fmla="*/ 896721 h 3054096"/>
                <a:gd name="connsiteX21" fmla="*/ 2348179 w 6925056"/>
                <a:gd name="connsiteY21" fmla="*/ 896721 h 3054096"/>
                <a:gd name="connsiteX22" fmla="*/ 2348179 w 6925056"/>
                <a:gd name="connsiteY22" fmla="*/ 371246 h 3054096"/>
                <a:gd name="connsiteX23" fmla="*/ 6412382 w 6925056"/>
                <a:gd name="connsiteY23" fmla="*/ 897331 h 3054096"/>
                <a:gd name="connsiteX24" fmla="*/ 6412382 w 6925056"/>
                <a:gd name="connsiteY24" fmla="*/ 371246 h 3054096"/>
                <a:gd name="connsiteX25" fmla="*/ 5525415 w 6925056"/>
                <a:gd name="connsiteY25" fmla="*/ 371246 h 3054096"/>
                <a:gd name="connsiteX26" fmla="*/ 5525415 w 6925056"/>
                <a:gd name="connsiteY26" fmla="*/ 897331 h 3054096"/>
                <a:gd name="connsiteX27" fmla="*/ 6412382 w 6925056"/>
                <a:gd name="connsiteY27" fmla="*/ 897331 h 3054096"/>
                <a:gd name="connsiteX28" fmla="*/ 2347570 w 6925056"/>
                <a:gd name="connsiteY28" fmla="*/ 1532534 h 3054096"/>
                <a:gd name="connsiteX29" fmla="*/ 2347570 w 6925056"/>
                <a:gd name="connsiteY29" fmla="*/ 1004621 h 3054096"/>
                <a:gd name="connsiteX30" fmla="*/ 1461211 w 6925056"/>
                <a:gd name="connsiteY30" fmla="*/ 1004621 h 3054096"/>
                <a:gd name="connsiteX31" fmla="*/ 1461211 w 6925056"/>
                <a:gd name="connsiteY31" fmla="*/ 1532534 h 3054096"/>
                <a:gd name="connsiteX32" fmla="*/ 2347570 w 6925056"/>
                <a:gd name="connsiteY32" fmla="*/ 1532534 h 3054096"/>
                <a:gd name="connsiteX33" fmla="*/ 5526024 w 6925056"/>
                <a:gd name="connsiteY33" fmla="*/ 1004011 h 3054096"/>
                <a:gd name="connsiteX34" fmla="*/ 5526024 w 6925056"/>
                <a:gd name="connsiteY34" fmla="*/ 1531315 h 3054096"/>
                <a:gd name="connsiteX35" fmla="*/ 6411773 w 6925056"/>
                <a:gd name="connsiteY35" fmla="*/ 1531315 h 3054096"/>
                <a:gd name="connsiteX36" fmla="*/ 6411773 w 6925056"/>
                <a:gd name="connsiteY36" fmla="*/ 1004011 h 3054096"/>
                <a:gd name="connsiteX37" fmla="*/ 5526024 w 6925056"/>
                <a:gd name="connsiteY37" fmla="*/ 1004011 h 3054096"/>
                <a:gd name="connsiteX38" fmla="*/ 547421 w 6925056"/>
                <a:gd name="connsiteY38" fmla="*/ 1532534 h 3054096"/>
                <a:gd name="connsiteX39" fmla="*/ 1353312 w 6925056"/>
                <a:gd name="connsiteY39" fmla="*/ 1532534 h 3054096"/>
                <a:gd name="connsiteX40" fmla="*/ 1353312 w 6925056"/>
                <a:gd name="connsiteY40" fmla="*/ 1005230 h 3054096"/>
                <a:gd name="connsiteX41" fmla="*/ 547421 w 6925056"/>
                <a:gd name="connsiteY41" fmla="*/ 1005230 h 3054096"/>
                <a:gd name="connsiteX42" fmla="*/ 547421 w 6925056"/>
                <a:gd name="connsiteY42" fmla="*/ 1532534 h 3054096"/>
                <a:gd name="connsiteX43" fmla="*/ 5418735 w 6925056"/>
                <a:gd name="connsiteY43" fmla="*/ 1005230 h 3054096"/>
                <a:gd name="connsiteX44" fmla="*/ 4613453 w 6925056"/>
                <a:gd name="connsiteY44" fmla="*/ 1005230 h 3054096"/>
                <a:gd name="connsiteX45" fmla="*/ 4613453 w 6925056"/>
                <a:gd name="connsiteY45" fmla="*/ 1531315 h 3054096"/>
                <a:gd name="connsiteX46" fmla="*/ 5418735 w 6925056"/>
                <a:gd name="connsiteY46" fmla="*/ 1531315 h 3054096"/>
                <a:gd name="connsiteX47" fmla="*/ 5418735 w 6925056"/>
                <a:gd name="connsiteY47" fmla="*/ 1005230 h 3054096"/>
                <a:gd name="connsiteX48" fmla="*/ 548640 w 6925056"/>
                <a:gd name="connsiteY48" fmla="*/ 370637 h 3054096"/>
                <a:gd name="connsiteX49" fmla="*/ 548640 w 6925056"/>
                <a:gd name="connsiteY49" fmla="*/ 896721 h 3054096"/>
                <a:gd name="connsiteX50" fmla="*/ 1353312 w 6925056"/>
                <a:gd name="connsiteY50" fmla="*/ 896721 h 3054096"/>
                <a:gd name="connsiteX51" fmla="*/ 1353312 w 6925056"/>
                <a:gd name="connsiteY51" fmla="*/ 370637 h 3054096"/>
                <a:gd name="connsiteX52" fmla="*/ 548640 w 6925056"/>
                <a:gd name="connsiteY52" fmla="*/ 370637 h 3054096"/>
                <a:gd name="connsiteX53" fmla="*/ 4613453 w 6925056"/>
                <a:gd name="connsiteY53" fmla="*/ 897331 h 3054096"/>
                <a:gd name="connsiteX54" fmla="*/ 5416906 w 6925056"/>
                <a:gd name="connsiteY54" fmla="*/ 897331 h 3054096"/>
                <a:gd name="connsiteX55" fmla="*/ 5416906 w 6925056"/>
                <a:gd name="connsiteY55" fmla="*/ 370637 h 3054096"/>
                <a:gd name="connsiteX56" fmla="*/ 4613453 w 6925056"/>
                <a:gd name="connsiteY56" fmla="*/ 370637 h 3054096"/>
                <a:gd name="connsiteX57" fmla="*/ 4613453 w 6925056"/>
                <a:gd name="connsiteY57" fmla="*/ 897331 h 30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925056" h="3054096">
                  <a:moveTo>
                    <a:pt x="6926275" y="3057754"/>
                  </a:moveTo>
                  <a:cubicBezTo>
                    <a:pt x="6011875" y="3057754"/>
                    <a:pt x="5097475" y="3057754"/>
                    <a:pt x="4183075" y="3057754"/>
                  </a:cubicBezTo>
                  <a:cubicBezTo>
                    <a:pt x="4183685" y="3050439"/>
                    <a:pt x="4184295" y="3043732"/>
                    <a:pt x="4184295" y="3036418"/>
                  </a:cubicBezTo>
                  <a:cubicBezTo>
                    <a:pt x="4184295" y="2328672"/>
                    <a:pt x="4184295" y="1620926"/>
                    <a:pt x="4184295" y="913181"/>
                  </a:cubicBezTo>
                  <a:cubicBezTo>
                    <a:pt x="4184295" y="904037"/>
                    <a:pt x="4183075" y="895502"/>
                    <a:pt x="4183075" y="884529"/>
                  </a:cubicBezTo>
                  <a:cubicBezTo>
                    <a:pt x="3744163" y="884529"/>
                    <a:pt x="3307080" y="884529"/>
                    <a:pt x="2866949" y="884529"/>
                  </a:cubicBezTo>
                  <a:cubicBezTo>
                    <a:pt x="2866949" y="897331"/>
                    <a:pt x="2866949" y="908304"/>
                    <a:pt x="2866949" y="919277"/>
                  </a:cubicBezTo>
                  <a:cubicBezTo>
                    <a:pt x="2866949" y="1071677"/>
                    <a:pt x="2866949" y="1224077"/>
                    <a:pt x="2866949" y="1376477"/>
                  </a:cubicBezTo>
                  <a:cubicBezTo>
                    <a:pt x="2866949" y="1937309"/>
                    <a:pt x="2866949" y="2497531"/>
                    <a:pt x="2866339" y="3058363"/>
                  </a:cubicBezTo>
                  <a:cubicBezTo>
                    <a:pt x="1911096" y="3058363"/>
                    <a:pt x="956462" y="3058363"/>
                    <a:pt x="1219" y="3058363"/>
                  </a:cubicBezTo>
                  <a:cubicBezTo>
                    <a:pt x="610" y="3048000"/>
                    <a:pt x="0" y="3038247"/>
                    <a:pt x="0" y="3027883"/>
                  </a:cubicBezTo>
                  <a:cubicBezTo>
                    <a:pt x="0" y="2029968"/>
                    <a:pt x="0" y="1032662"/>
                    <a:pt x="0" y="34747"/>
                  </a:cubicBezTo>
                  <a:cubicBezTo>
                    <a:pt x="0" y="24384"/>
                    <a:pt x="1219" y="13411"/>
                    <a:pt x="1829" y="609"/>
                  </a:cubicBezTo>
                  <a:cubicBezTo>
                    <a:pt x="18898" y="609"/>
                    <a:pt x="32918" y="609"/>
                    <a:pt x="47549" y="609"/>
                  </a:cubicBezTo>
                  <a:cubicBezTo>
                    <a:pt x="1197864" y="609"/>
                    <a:pt x="2347570" y="0"/>
                    <a:pt x="3497885" y="0"/>
                  </a:cubicBezTo>
                  <a:cubicBezTo>
                    <a:pt x="4620768" y="0"/>
                    <a:pt x="5743042" y="0"/>
                    <a:pt x="6865925" y="0"/>
                  </a:cubicBezTo>
                  <a:cubicBezTo>
                    <a:pt x="6928105" y="0"/>
                    <a:pt x="6928105" y="0"/>
                    <a:pt x="6928105" y="62179"/>
                  </a:cubicBezTo>
                  <a:cubicBezTo>
                    <a:pt x="6926885" y="1060704"/>
                    <a:pt x="6926275" y="2059229"/>
                    <a:pt x="6926275" y="3057754"/>
                  </a:cubicBezTo>
                  <a:close/>
                  <a:moveTo>
                    <a:pt x="2348179" y="371246"/>
                  </a:moveTo>
                  <a:cubicBezTo>
                    <a:pt x="2051304" y="371246"/>
                    <a:pt x="1755648" y="371246"/>
                    <a:pt x="1460602" y="371246"/>
                  </a:cubicBezTo>
                  <a:cubicBezTo>
                    <a:pt x="1460602" y="547421"/>
                    <a:pt x="1460602" y="721766"/>
                    <a:pt x="1460602" y="896721"/>
                  </a:cubicBezTo>
                  <a:cubicBezTo>
                    <a:pt x="1757477" y="896721"/>
                    <a:pt x="2052523" y="896721"/>
                    <a:pt x="2348179" y="896721"/>
                  </a:cubicBezTo>
                  <a:cubicBezTo>
                    <a:pt x="2348179" y="720547"/>
                    <a:pt x="2348179" y="546201"/>
                    <a:pt x="2348179" y="371246"/>
                  </a:cubicBezTo>
                  <a:close/>
                  <a:moveTo>
                    <a:pt x="6412382" y="897331"/>
                  </a:moveTo>
                  <a:cubicBezTo>
                    <a:pt x="6412382" y="720547"/>
                    <a:pt x="6412382" y="545592"/>
                    <a:pt x="6412382" y="371246"/>
                  </a:cubicBezTo>
                  <a:cubicBezTo>
                    <a:pt x="6115507" y="371246"/>
                    <a:pt x="5820461" y="371246"/>
                    <a:pt x="5525415" y="371246"/>
                  </a:cubicBezTo>
                  <a:cubicBezTo>
                    <a:pt x="5525415" y="547421"/>
                    <a:pt x="5525415" y="721766"/>
                    <a:pt x="5525415" y="897331"/>
                  </a:cubicBezTo>
                  <a:cubicBezTo>
                    <a:pt x="5821070" y="897331"/>
                    <a:pt x="6114898" y="897331"/>
                    <a:pt x="6412382" y="897331"/>
                  </a:cubicBezTo>
                  <a:close/>
                  <a:moveTo>
                    <a:pt x="2347570" y="1532534"/>
                  </a:moveTo>
                  <a:cubicBezTo>
                    <a:pt x="2347570" y="1355141"/>
                    <a:pt x="2347570" y="1180186"/>
                    <a:pt x="2347570" y="1004621"/>
                  </a:cubicBezTo>
                  <a:cubicBezTo>
                    <a:pt x="2051304" y="1004621"/>
                    <a:pt x="1757477" y="1004621"/>
                    <a:pt x="1461211" y="1004621"/>
                  </a:cubicBezTo>
                  <a:cubicBezTo>
                    <a:pt x="1461211" y="1180795"/>
                    <a:pt x="1461211" y="1355750"/>
                    <a:pt x="1461211" y="1532534"/>
                  </a:cubicBezTo>
                  <a:cubicBezTo>
                    <a:pt x="1757477" y="1532534"/>
                    <a:pt x="2051304" y="1532534"/>
                    <a:pt x="2347570" y="1532534"/>
                  </a:cubicBezTo>
                  <a:close/>
                  <a:moveTo>
                    <a:pt x="5526024" y="1004011"/>
                  </a:moveTo>
                  <a:cubicBezTo>
                    <a:pt x="5526024" y="1182014"/>
                    <a:pt x="5526024" y="1356970"/>
                    <a:pt x="5526024" y="1531315"/>
                  </a:cubicBezTo>
                  <a:cubicBezTo>
                    <a:pt x="5822899" y="1531315"/>
                    <a:pt x="6117946" y="1531315"/>
                    <a:pt x="6411773" y="1531315"/>
                  </a:cubicBezTo>
                  <a:cubicBezTo>
                    <a:pt x="6411773" y="1353922"/>
                    <a:pt x="6411773" y="1178966"/>
                    <a:pt x="6411773" y="1004011"/>
                  </a:cubicBezTo>
                  <a:cubicBezTo>
                    <a:pt x="6115507" y="1004011"/>
                    <a:pt x="5822290" y="1004011"/>
                    <a:pt x="5526024" y="1004011"/>
                  </a:cubicBezTo>
                  <a:close/>
                  <a:moveTo>
                    <a:pt x="547421" y="1532534"/>
                  </a:moveTo>
                  <a:cubicBezTo>
                    <a:pt x="816864" y="1532534"/>
                    <a:pt x="1084478" y="1532534"/>
                    <a:pt x="1353312" y="1532534"/>
                  </a:cubicBezTo>
                  <a:cubicBezTo>
                    <a:pt x="1353312" y="1356360"/>
                    <a:pt x="1353312" y="1181405"/>
                    <a:pt x="1353312" y="1005230"/>
                  </a:cubicBezTo>
                  <a:cubicBezTo>
                    <a:pt x="1084478" y="1005230"/>
                    <a:pt x="816864" y="1005230"/>
                    <a:pt x="547421" y="1005230"/>
                  </a:cubicBezTo>
                  <a:cubicBezTo>
                    <a:pt x="547421" y="1180795"/>
                    <a:pt x="547421" y="1354531"/>
                    <a:pt x="547421" y="1532534"/>
                  </a:cubicBezTo>
                  <a:close/>
                  <a:moveTo>
                    <a:pt x="5418735" y="1005230"/>
                  </a:moveTo>
                  <a:cubicBezTo>
                    <a:pt x="5149291" y="1005230"/>
                    <a:pt x="4881677" y="1005230"/>
                    <a:pt x="4613453" y="1005230"/>
                  </a:cubicBezTo>
                  <a:cubicBezTo>
                    <a:pt x="4613453" y="1182014"/>
                    <a:pt x="4613453" y="1356360"/>
                    <a:pt x="4613453" y="1531315"/>
                  </a:cubicBezTo>
                  <a:cubicBezTo>
                    <a:pt x="4882896" y="1531315"/>
                    <a:pt x="5149901" y="1531315"/>
                    <a:pt x="5418735" y="1531315"/>
                  </a:cubicBezTo>
                  <a:cubicBezTo>
                    <a:pt x="5418735" y="1355750"/>
                    <a:pt x="5418735" y="1182014"/>
                    <a:pt x="5418735" y="1005230"/>
                  </a:cubicBezTo>
                  <a:close/>
                  <a:moveTo>
                    <a:pt x="548640" y="370637"/>
                  </a:moveTo>
                  <a:cubicBezTo>
                    <a:pt x="548640" y="547421"/>
                    <a:pt x="548640" y="721766"/>
                    <a:pt x="548640" y="896721"/>
                  </a:cubicBezTo>
                  <a:cubicBezTo>
                    <a:pt x="818083" y="896721"/>
                    <a:pt x="1085088" y="896721"/>
                    <a:pt x="1353312" y="896721"/>
                  </a:cubicBezTo>
                  <a:cubicBezTo>
                    <a:pt x="1353312" y="720547"/>
                    <a:pt x="1353312" y="546201"/>
                    <a:pt x="1353312" y="370637"/>
                  </a:cubicBezTo>
                  <a:cubicBezTo>
                    <a:pt x="1084478" y="370637"/>
                    <a:pt x="818083" y="370637"/>
                    <a:pt x="548640" y="370637"/>
                  </a:cubicBezTo>
                  <a:close/>
                  <a:moveTo>
                    <a:pt x="4613453" y="897331"/>
                  </a:moveTo>
                  <a:cubicBezTo>
                    <a:pt x="4882896" y="897331"/>
                    <a:pt x="5149901" y="897331"/>
                    <a:pt x="5416906" y="897331"/>
                  </a:cubicBezTo>
                  <a:cubicBezTo>
                    <a:pt x="5416906" y="720547"/>
                    <a:pt x="5416906" y="545592"/>
                    <a:pt x="5416906" y="370637"/>
                  </a:cubicBezTo>
                  <a:cubicBezTo>
                    <a:pt x="5148072" y="370637"/>
                    <a:pt x="4881677" y="370637"/>
                    <a:pt x="4613453" y="370637"/>
                  </a:cubicBezTo>
                  <a:cubicBezTo>
                    <a:pt x="4613453" y="546811"/>
                    <a:pt x="4613453" y="721157"/>
                    <a:pt x="4613453" y="897331"/>
                  </a:cubicBezTo>
                  <a:close/>
                </a:path>
              </a:pathLst>
            </a:custGeom>
            <a:solidFill>
              <a:schemeClr val="accent1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1995428" y="4668111"/>
              <a:ext cx="435318" cy="717469"/>
            </a:xfrm>
            <a:custGeom>
              <a:avLst/>
              <a:gdLst>
                <a:gd name="connsiteX0" fmla="*/ 0 w 1316736"/>
                <a:gd name="connsiteY0" fmla="*/ 2173834 h 2170176"/>
                <a:gd name="connsiteX1" fmla="*/ 609 w 1316736"/>
                <a:gd name="connsiteY1" fmla="*/ 491947 h 2170176"/>
                <a:gd name="connsiteX2" fmla="*/ 609 w 1316736"/>
                <a:gd name="connsiteY2" fmla="*/ 34747 h 2170176"/>
                <a:gd name="connsiteX3" fmla="*/ 609 w 1316736"/>
                <a:gd name="connsiteY3" fmla="*/ 0 h 2170176"/>
                <a:gd name="connsiteX4" fmla="*/ 1316736 w 1316736"/>
                <a:gd name="connsiteY4" fmla="*/ 0 h 2170176"/>
                <a:gd name="connsiteX5" fmla="*/ 1317955 w 1316736"/>
                <a:gd name="connsiteY5" fmla="*/ 28651 h 2170176"/>
                <a:gd name="connsiteX6" fmla="*/ 1317955 w 1316736"/>
                <a:gd name="connsiteY6" fmla="*/ 2151888 h 2170176"/>
                <a:gd name="connsiteX7" fmla="*/ 1316736 w 1316736"/>
                <a:gd name="connsiteY7" fmla="*/ 2173224 h 2170176"/>
                <a:gd name="connsiteX8" fmla="*/ 0 w 1316736"/>
                <a:gd name="connsiteY8" fmla="*/ 2173834 h 2170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6736" h="2170176">
                  <a:moveTo>
                    <a:pt x="0" y="2173834"/>
                  </a:moveTo>
                  <a:cubicBezTo>
                    <a:pt x="0" y="1613002"/>
                    <a:pt x="0" y="1052779"/>
                    <a:pt x="609" y="491947"/>
                  </a:cubicBezTo>
                  <a:cubicBezTo>
                    <a:pt x="609" y="339547"/>
                    <a:pt x="609" y="187147"/>
                    <a:pt x="609" y="34747"/>
                  </a:cubicBezTo>
                  <a:cubicBezTo>
                    <a:pt x="609" y="23774"/>
                    <a:pt x="609" y="12801"/>
                    <a:pt x="609" y="0"/>
                  </a:cubicBezTo>
                  <a:cubicBezTo>
                    <a:pt x="440741" y="0"/>
                    <a:pt x="877824" y="0"/>
                    <a:pt x="1316736" y="0"/>
                  </a:cubicBezTo>
                  <a:cubicBezTo>
                    <a:pt x="1317346" y="10363"/>
                    <a:pt x="1317955" y="19507"/>
                    <a:pt x="1317955" y="28651"/>
                  </a:cubicBezTo>
                  <a:cubicBezTo>
                    <a:pt x="1317955" y="736397"/>
                    <a:pt x="1317955" y="1444142"/>
                    <a:pt x="1317955" y="2151888"/>
                  </a:cubicBezTo>
                  <a:cubicBezTo>
                    <a:pt x="1317955" y="2159203"/>
                    <a:pt x="1317346" y="2165908"/>
                    <a:pt x="1316736" y="2173224"/>
                  </a:cubicBezTo>
                  <a:cubicBezTo>
                    <a:pt x="877824" y="2173834"/>
                    <a:pt x="438912" y="2173834"/>
                    <a:pt x="0" y="2173834"/>
                  </a:cubicBezTo>
                  <a:close/>
                </a:path>
              </a:pathLst>
            </a:custGeom>
            <a:solidFill>
              <a:srgbClr val="FFFFFF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1530887" y="4708015"/>
              <a:ext cx="292227" cy="173321"/>
            </a:xfrm>
            <a:custGeom>
              <a:avLst/>
              <a:gdLst>
                <a:gd name="connsiteX0" fmla="*/ 886358 w 883920"/>
                <a:gd name="connsiteY0" fmla="*/ 527913 h 524256"/>
                <a:gd name="connsiteX1" fmla="*/ 0 w 883920"/>
                <a:gd name="connsiteY1" fmla="*/ 527913 h 524256"/>
                <a:gd name="connsiteX2" fmla="*/ 0 w 883920"/>
                <a:gd name="connsiteY2" fmla="*/ 0 h 524256"/>
                <a:gd name="connsiteX3" fmla="*/ 886358 w 883920"/>
                <a:gd name="connsiteY3" fmla="*/ 0 h 524256"/>
                <a:gd name="connsiteX4" fmla="*/ 886358 w 883920"/>
                <a:gd name="connsiteY4" fmla="*/ 527913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920" h="524256">
                  <a:moveTo>
                    <a:pt x="886358" y="527913"/>
                  </a:moveTo>
                  <a:cubicBezTo>
                    <a:pt x="590093" y="527913"/>
                    <a:pt x="296266" y="527913"/>
                    <a:pt x="0" y="527913"/>
                  </a:cubicBezTo>
                  <a:cubicBezTo>
                    <a:pt x="0" y="351739"/>
                    <a:pt x="0" y="176784"/>
                    <a:pt x="0" y="0"/>
                  </a:cubicBezTo>
                  <a:cubicBezTo>
                    <a:pt x="295656" y="0"/>
                    <a:pt x="590093" y="0"/>
                    <a:pt x="886358" y="0"/>
                  </a:cubicBezTo>
                  <a:cubicBezTo>
                    <a:pt x="886358" y="175565"/>
                    <a:pt x="886358" y="350520"/>
                    <a:pt x="886358" y="527913"/>
                  </a:cubicBezTo>
                  <a:close/>
                </a:path>
              </a:pathLst>
            </a:custGeom>
            <a:solidFill>
              <a:srgbClr val="FFFFFF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2874731" y="4707813"/>
              <a:ext cx="292227" cy="173321"/>
            </a:xfrm>
            <a:custGeom>
              <a:avLst/>
              <a:gdLst>
                <a:gd name="connsiteX0" fmla="*/ 0 w 883920"/>
                <a:gd name="connsiteY0" fmla="*/ 0 h 524256"/>
                <a:gd name="connsiteX1" fmla="*/ 885749 w 883920"/>
                <a:gd name="connsiteY1" fmla="*/ 0 h 524256"/>
                <a:gd name="connsiteX2" fmla="*/ 885749 w 883920"/>
                <a:gd name="connsiteY2" fmla="*/ 527304 h 524256"/>
                <a:gd name="connsiteX3" fmla="*/ 0 w 883920"/>
                <a:gd name="connsiteY3" fmla="*/ 527304 h 524256"/>
                <a:gd name="connsiteX4" fmla="*/ 0 w 883920"/>
                <a:gd name="connsiteY4" fmla="*/ 0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920" h="524256">
                  <a:moveTo>
                    <a:pt x="0" y="0"/>
                  </a:moveTo>
                  <a:cubicBezTo>
                    <a:pt x="296266" y="0"/>
                    <a:pt x="589483" y="0"/>
                    <a:pt x="885749" y="0"/>
                  </a:cubicBezTo>
                  <a:cubicBezTo>
                    <a:pt x="885749" y="175565"/>
                    <a:pt x="885749" y="350520"/>
                    <a:pt x="885749" y="527304"/>
                  </a:cubicBezTo>
                  <a:cubicBezTo>
                    <a:pt x="591922" y="527304"/>
                    <a:pt x="296875" y="527304"/>
                    <a:pt x="0" y="527304"/>
                  </a:cubicBezTo>
                  <a:cubicBezTo>
                    <a:pt x="0" y="352959"/>
                    <a:pt x="0" y="17800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228785" y="4708217"/>
              <a:ext cx="266028" cy="173321"/>
            </a:xfrm>
            <a:custGeom>
              <a:avLst/>
              <a:gdLst>
                <a:gd name="connsiteX0" fmla="*/ 0 w 804672"/>
                <a:gd name="connsiteY0" fmla="*/ 527304 h 524256"/>
                <a:gd name="connsiteX1" fmla="*/ 0 w 804672"/>
                <a:gd name="connsiteY1" fmla="*/ 0 h 524256"/>
                <a:gd name="connsiteX2" fmla="*/ 805891 w 804672"/>
                <a:gd name="connsiteY2" fmla="*/ 0 h 524256"/>
                <a:gd name="connsiteX3" fmla="*/ 805891 w 804672"/>
                <a:gd name="connsiteY3" fmla="*/ 527304 h 524256"/>
                <a:gd name="connsiteX4" fmla="*/ 0 w 804672"/>
                <a:gd name="connsiteY4" fmla="*/ 527304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672" h="524256">
                  <a:moveTo>
                    <a:pt x="0" y="527304"/>
                  </a:moveTo>
                  <a:cubicBezTo>
                    <a:pt x="0" y="349911"/>
                    <a:pt x="0" y="175565"/>
                    <a:pt x="0" y="0"/>
                  </a:cubicBezTo>
                  <a:cubicBezTo>
                    <a:pt x="269443" y="0"/>
                    <a:pt x="536448" y="0"/>
                    <a:pt x="805891" y="0"/>
                  </a:cubicBezTo>
                  <a:cubicBezTo>
                    <a:pt x="805891" y="176175"/>
                    <a:pt x="805891" y="351130"/>
                    <a:pt x="805891" y="527304"/>
                  </a:cubicBezTo>
                  <a:cubicBezTo>
                    <a:pt x="536448" y="527304"/>
                    <a:pt x="269443" y="527304"/>
                    <a:pt x="0" y="527304"/>
                  </a:cubicBezTo>
                  <a:close/>
                </a:path>
              </a:pathLst>
            </a:custGeom>
            <a:solidFill>
              <a:srgbClr val="FFFFFF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2573031" y="4708217"/>
              <a:ext cx="266028" cy="173321"/>
            </a:xfrm>
            <a:custGeom>
              <a:avLst/>
              <a:gdLst>
                <a:gd name="connsiteX0" fmla="*/ 805282 w 804672"/>
                <a:gd name="connsiteY0" fmla="*/ 0 h 524256"/>
                <a:gd name="connsiteX1" fmla="*/ 805282 w 804672"/>
                <a:gd name="connsiteY1" fmla="*/ 526085 h 524256"/>
                <a:gd name="connsiteX2" fmla="*/ 0 w 804672"/>
                <a:gd name="connsiteY2" fmla="*/ 526085 h 524256"/>
                <a:gd name="connsiteX3" fmla="*/ 0 w 804672"/>
                <a:gd name="connsiteY3" fmla="*/ 0 h 524256"/>
                <a:gd name="connsiteX4" fmla="*/ 805282 w 804672"/>
                <a:gd name="connsiteY4" fmla="*/ 0 h 52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672" h="524256">
                  <a:moveTo>
                    <a:pt x="805282" y="0"/>
                  </a:moveTo>
                  <a:cubicBezTo>
                    <a:pt x="805282" y="176784"/>
                    <a:pt x="805282" y="349911"/>
                    <a:pt x="805282" y="526085"/>
                  </a:cubicBezTo>
                  <a:cubicBezTo>
                    <a:pt x="537058" y="526085"/>
                    <a:pt x="269443" y="526085"/>
                    <a:pt x="0" y="526085"/>
                  </a:cubicBezTo>
                  <a:cubicBezTo>
                    <a:pt x="0" y="351130"/>
                    <a:pt x="0" y="176784"/>
                    <a:pt x="0" y="0"/>
                  </a:cubicBezTo>
                  <a:cubicBezTo>
                    <a:pt x="268224" y="0"/>
                    <a:pt x="535839" y="0"/>
                    <a:pt x="805282" y="0"/>
                  </a:cubicBezTo>
                  <a:close/>
                </a:path>
              </a:pathLst>
            </a:custGeom>
            <a:solidFill>
              <a:srgbClr val="FFFFFF"/>
            </a:solidFill>
            <a:ln w="6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907133" y="3119507"/>
              <a:ext cx="2579663" cy="1552433"/>
              <a:chOff x="907133" y="3119507"/>
              <a:chExt cx="2579663" cy="1552433"/>
            </a:xfrm>
          </p:grpSpPr>
          <p:sp>
            <p:nvSpPr>
              <p:cNvPr id="14" name="Freeform: Shape 13"/>
              <p:cNvSpPr/>
              <p:nvPr/>
            </p:nvSpPr>
            <p:spPr>
              <a:xfrm>
                <a:off x="907133" y="3119507"/>
                <a:ext cx="2579663" cy="1203171"/>
              </a:xfrm>
              <a:custGeom>
                <a:avLst/>
                <a:gdLst>
                  <a:gd name="connsiteX0" fmla="*/ 3877056 w 7802880"/>
                  <a:gd name="connsiteY0" fmla="*/ 0 h 3639312"/>
                  <a:gd name="connsiteX1" fmla="*/ 3883152 w 7802880"/>
                  <a:gd name="connsiteY1" fmla="*/ 0 h 3639312"/>
                  <a:gd name="connsiteX2" fmla="*/ 3903269 w 7802880"/>
                  <a:gd name="connsiteY2" fmla="*/ 18288 h 3639312"/>
                  <a:gd name="connsiteX3" fmla="*/ 5491277 w 7802880"/>
                  <a:gd name="connsiteY3" fmla="*/ 1210666 h 3639312"/>
                  <a:gd name="connsiteX4" fmla="*/ 5586984 w 7802880"/>
                  <a:gd name="connsiteY4" fmla="*/ 1242365 h 3639312"/>
                  <a:gd name="connsiteX5" fmla="*/ 6717792 w 7802880"/>
                  <a:gd name="connsiteY5" fmla="*/ 1239926 h 3639312"/>
                  <a:gd name="connsiteX6" fmla="*/ 6797650 w 7802880"/>
                  <a:gd name="connsiteY6" fmla="*/ 1292962 h 3639312"/>
                  <a:gd name="connsiteX7" fmla="*/ 7774839 w 7802880"/>
                  <a:gd name="connsiteY7" fmla="*/ 3573475 h 3639312"/>
                  <a:gd name="connsiteX8" fmla="*/ 7802880 w 7802880"/>
                  <a:gd name="connsiteY8" fmla="*/ 3633216 h 3639312"/>
                  <a:gd name="connsiteX9" fmla="*/ 7802880 w 7802880"/>
                  <a:gd name="connsiteY9" fmla="*/ 3639312 h 3639312"/>
                  <a:gd name="connsiteX10" fmla="*/ 7766914 w 7802880"/>
                  <a:gd name="connsiteY10" fmla="*/ 3642360 h 3639312"/>
                  <a:gd name="connsiteX11" fmla="*/ 35966 w 7802880"/>
                  <a:gd name="connsiteY11" fmla="*/ 3642360 h 3639312"/>
                  <a:gd name="connsiteX12" fmla="*/ 0 w 7802880"/>
                  <a:gd name="connsiteY12" fmla="*/ 3639312 h 3639312"/>
                  <a:gd name="connsiteX13" fmla="*/ 0 w 7802880"/>
                  <a:gd name="connsiteY13" fmla="*/ 3633216 h 3639312"/>
                  <a:gd name="connsiteX14" fmla="*/ 10363 w 7802880"/>
                  <a:gd name="connsiteY14" fmla="*/ 3615538 h 3639312"/>
                  <a:gd name="connsiteX15" fmla="*/ 1007059 w 7802880"/>
                  <a:gd name="connsiteY15" fmla="*/ 1288085 h 3639312"/>
                  <a:gd name="connsiteX16" fmla="*/ 1080211 w 7802880"/>
                  <a:gd name="connsiteY16" fmla="*/ 1240536 h 3639312"/>
                  <a:gd name="connsiteX17" fmla="*/ 2189074 w 7802880"/>
                  <a:gd name="connsiteY17" fmla="*/ 1243584 h 3639312"/>
                  <a:gd name="connsiteX18" fmla="*/ 2295754 w 7802880"/>
                  <a:gd name="connsiteY18" fmla="*/ 1207618 h 3639312"/>
                  <a:gd name="connsiteX19" fmla="*/ 3126029 w 7802880"/>
                  <a:gd name="connsiteY19" fmla="*/ 573634 h 3639312"/>
                  <a:gd name="connsiteX20" fmla="*/ 3877056 w 7802880"/>
                  <a:gd name="connsiteY20" fmla="*/ 0 h 3639312"/>
                  <a:gd name="connsiteX21" fmla="*/ 5071872 w 7802880"/>
                  <a:gd name="connsiteY21" fmla="*/ 2077517 h 3639312"/>
                  <a:gd name="connsiteX22" fmla="*/ 3970325 w 7802880"/>
                  <a:gd name="connsiteY22" fmla="*/ 2077517 h 3639312"/>
                  <a:gd name="connsiteX23" fmla="*/ 3970325 w 7802880"/>
                  <a:gd name="connsiteY23" fmla="*/ 2881579 h 3639312"/>
                  <a:gd name="connsiteX24" fmla="*/ 5071872 w 7802880"/>
                  <a:gd name="connsiteY24" fmla="*/ 2881579 h 3639312"/>
                  <a:gd name="connsiteX25" fmla="*/ 5071872 w 7802880"/>
                  <a:gd name="connsiteY25" fmla="*/ 2077517 h 3639312"/>
                  <a:gd name="connsiteX26" fmla="*/ 3819754 w 7802880"/>
                  <a:gd name="connsiteY26" fmla="*/ 2882798 h 3639312"/>
                  <a:gd name="connsiteX27" fmla="*/ 3819754 w 7802880"/>
                  <a:gd name="connsiteY27" fmla="*/ 2079346 h 3639312"/>
                  <a:gd name="connsiteX28" fmla="*/ 2717597 w 7802880"/>
                  <a:gd name="connsiteY28" fmla="*/ 2079346 h 3639312"/>
                  <a:gd name="connsiteX29" fmla="*/ 2717597 w 7802880"/>
                  <a:gd name="connsiteY29" fmla="*/ 2882798 h 3639312"/>
                  <a:gd name="connsiteX30" fmla="*/ 3819754 w 7802880"/>
                  <a:gd name="connsiteY30" fmla="*/ 2882798 h 3639312"/>
                  <a:gd name="connsiteX31" fmla="*/ 3889858 w 7802880"/>
                  <a:gd name="connsiteY31" fmla="*/ 303581 h 3639312"/>
                  <a:gd name="connsiteX32" fmla="*/ 5677205 w 7802880"/>
                  <a:gd name="connsiteY32" fmla="*/ 1648358 h 3639312"/>
                  <a:gd name="connsiteX33" fmla="*/ 5677815 w 7802880"/>
                  <a:gd name="connsiteY33" fmla="*/ 1422806 h 3639312"/>
                  <a:gd name="connsiteX34" fmla="*/ 5630876 w 7802880"/>
                  <a:gd name="connsiteY34" fmla="*/ 1325270 h 3639312"/>
                  <a:gd name="connsiteX35" fmla="*/ 4153815 w 7802880"/>
                  <a:gd name="connsiteY35" fmla="*/ 218846 h 3639312"/>
                  <a:gd name="connsiteX36" fmla="*/ 3878885 w 7802880"/>
                  <a:gd name="connsiteY36" fmla="*/ 12802 h 3639312"/>
                  <a:gd name="connsiteX37" fmla="*/ 3857549 w 7802880"/>
                  <a:gd name="connsiteY37" fmla="*/ 28042 h 3639312"/>
                  <a:gd name="connsiteX38" fmla="*/ 2976067 w 7802880"/>
                  <a:gd name="connsiteY38" fmla="*/ 700430 h 3639312"/>
                  <a:gd name="connsiteX39" fmla="*/ 2128114 w 7802880"/>
                  <a:gd name="connsiteY39" fmla="*/ 1346606 h 3639312"/>
                  <a:gd name="connsiteX40" fmla="*/ 2092757 w 7802880"/>
                  <a:gd name="connsiteY40" fmla="*/ 1409395 h 3639312"/>
                  <a:gd name="connsiteX41" fmla="*/ 2093976 w 7802880"/>
                  <a:gd name="connsiteY41" fmla="*/ 1595323 h 3639312"/>
                  <a:gd name="connsiteX42" fmla="*/ 2098243 w 7802880"/>
                  <a:gd name="connsiteY42" fmla="*/ 1631899 h 3639312"/>
                  <a:gd name="connsiteX43" fmla="*/ 3889858 w 7802880"/>
                  <a:gd name="connsiteY43" fmla="*/ 303581 h 3639312"/>
                  <a:gd name="connsiteX44" fmla="*/ 2717597 w 7802880"/>
                  <a:gd name="connsiteY44" fmla="*/ 1470355 h 3639312"/>
                  <a:gd name="connsiteX45" fmla="*/ 2717597 w 7802880"/>
                  <a:gd name="connsiteY45" fmla="*/ 1997659 h 3639312"/>
                  <a:gd name="connsiteX46" fmla="*/ 3819144 w 7802880"/>
                  <a:gd name="connsiteY46" fmla="*/ 1997659 h 3639312"/>
                  <a:gd name="connsiteX47" fmla="*/ 3819144 w 7802880"/>
                  <a:gd name="connsiteY47" fmla="*/ 1470355 h 3639312"/>
                  <a:gd name="connsiteX48" fmla="*/ 2717597 w 7802880"/>
                  <a:gd name="connsiteY48" fmla="*/ 1470355 h 3639312"/>
                  <a:gd name="connsiteX49" fmla="*/ 3969106 w 7802880"/>
                  <a:gd name="connsiteY49" fmla="*/ 1997050 h 3639312"/>
                  <a:gd name="connsiteX50" fmla="*/ 5070044 w 7802880"/>
                  <a:gd name="connsiteY50" fmla="*/ 1997050 h 3639312"/>
                  <a:gd name="connsiteX51" fmla="*/ 5070044 w 7802880"/>
                  <a:gd name="connsiteY51" fmla="*/ 1471574 h 3639312"/>
                  <a:gd name="connsiteX52" fmla="*/ 3969106 w 7802880"/>
                  <a:gd name="connsiteY52" fmla="*/ 1471574 h 3639312"/>
                  <a:gd name="connsiteX53" fmla="*/ 3969106 w 7802880"/>
                  <a:gd name="connsiteY53" fmla="*/ 1997050 h 3639312"/>
                  <a:gd name="connsiteX54" fmla="*/ 5436413 w 7802880"/>
                  <a:gd name="connsiteY54" fmla="*/ 1486814 h 3639312"/>
                  <a:gd name="connsiteX55" fmla="*/ 5436413 w 7802880"/>
                  <a:gd name="connsiteY55" fmla="*/ 3062630 h 3639312"/>
                  <a:gd name="connsiteX56" fmla="*/ 2307946 w 7802880"/>
                  <a:gd name="connsiteY56" fmla="*/ 3062630 h 3639312"/>
                  <a:gd name="connsiteX57" fmla="*/ 2307946 w 7802880"/>
                  <a:gd name="connsiteY57" fmla="*/ 1501445 h 3639312"/>
                  <a:gd name="connsiteX58" fmla="*/ 2235403 w 7802880"/>
                  <a:gd name="connsiteY58" fmla="*/ 1608734 h 3639312"/>
                  <a:gd name="connsiteX59" fmla="*/ 2236622 w 7802880"/>
                  <a:gd name="connsiteY59" fmla="*/ 3126639 h 3639312"/>
                  <a:gd name="connsiteX60" fmla="*/ 2236622 w 7802880"/>
                  <a:gd name="connsiteY60" fmla="*/ 3161386 h 3639312"/>
                  <a:gd name="connsiteX61" fmla="*/ 5515052 w 7802880"/>
                  <a:gd name="connsiteY61" fmla="*/ 3161386 h 3639312"/>
                  <a:gd name="connsiteX62" fmla="*/ 5516880 w 7802880"/>
                  <a:gd name="connsiteY62" fmla="*/ 3150413 h 3639312"/>
                  <a:gd name="connsiteX63" fmla="*/ 5516880 w 7802880"/>
                  <a:gd name="connsiteY63" fmla="*/ 1568501 h 3639312"/>
                  <a:gd name="connsiteX64" fmla="*/ 5508346 w 7802880"/>
                  <a:gd name="connsiteY64" fmla="*/ 1544117 h 3639312"/>
                  <a:gd name="connsiteX65" fmla="*/ 5436413 w 7802880"/>
                  <a:gd name="connsiteY65" fmla="*/ 1486814 h 36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7802880" h="3639312">
                    <a:moveTo>
                      <a:pt x="3877056" y="0"/>
                    </a:moveTo>
                    <a:cubicBezTo>
                      <a:pt x="3878885" y="0"/>
                      <a:pt x="3881323" y="0"/>
                      <a:pt x="3883152" y="0"/>
                    </a:cubicBezTo>
                    <a:cubicBezTo>
                      <a:pt x="3889858" y="6096"/>
                      <a:pt x="3895954" y="12802"/>
                      <a:pt x="3903269" y="18288"/>
                    </a:cubicBezTo>
                    <a:cubicBezTo>
                      <a:pt x="4432402" y="415747"/>
                      <a:pt x="4962144" y="813206"/>
                      <a:pt x="5491277" y="1210666"/>
                    </a:cubicBezTo>
                    <a:cubicBezTo>
                      <a:pt x="5520538" y="1232611"/>
                      <a:pt x="5551018" y="1242365"/>
                      <a:pt x="5586984" y="1242365"/>
                    </a:cubicBezTo>
                    <a:cubicBezTo>
                      <a:pt x="5963717" y="1241146"/>
                      <a:pt x="6340450" y="1241755"/>
                      <a:pt x="6717792" y="1239926"/>
                    </a:cubicBezTo>
                    <a:cubicBezTo>
                      <a:pt x="6759855" y="1239926"/>
                      <a:pt x="6781191" y="1254557"/>
                      <a:pt x="6797650" y="1292962"/>
                    </a:cubicBezTo>
                    <a:cubicBezTo>
                      <a:pt x="7122567" y="2053742"/>
                      <a:pt x="7448703" y="2813304"/>
                      <a:pt x="7774839" y="3573475"/>
                    </a:cubicBezTo>
                    <a:cubicBezTo>
                      <a:pt x="7783373" y="3593592"/>
                      <a:pt x="7793736" y="3613099"/>
                      <a:pt x="7802880" y="3633216"/>
                    </a:cubicBezTo>
                    <a:cubicBezTo>
                      <a:pt x="7802880" y="3635045"/>
                      <a:pt x="7802880" y="3637483"/>
                      <a:pt x="7802880" y="3639312"/>
                    </a:cubicBezTo>
                    <a:cubicBezTo>
                      <a:pt x="7790688" y="3640531"/>
                      <a:pt x="7779106" y="3642360"/>
                      <a:pt x="7766914" y="3642360"/>
                    </a:cubicBezTo>
                    <a:cubicBezTo>
                      <a:pt x="5190135" y="3642360"/>
                      <a:pt x="2613355" y="3642360"/>
                      <a:pt x="35966" y="3642360"/>
                    </a:cubicBezTo>
                    <a:cubicBezTo>
                      <a:pt x="23774" y="3642360"/>
                      <a:pt x="12192" y="3640531"/>
                      <a:pt x="0" y="3639312"/>
                    </a:cubicBezTo>
                    <a:cubicBezTo>
                      <a:pt x="0" y="3637483"/>
                      <a:pt x="0" y="3635045"/>
                      <a:pt x="0" y="3633216"/>
                    </a:cubicBezTo>
                    <a:cubicBezTo>
                      <a:pt x="3658" y="3627120"/>
                      <a:pt x="7925" y="3621634"/>
                      <a:pt x="10363" y="3615538"/>
                    </a:cubicBezTo>
                    <a:cubicBezTo>
                      <a:pt x="343205" y="2839517"/>
                      <a:pt x="675437" y="2064106"/>
                      <a:pt x="1007059" y="1288085"/>
                    </a:cubicBezTo>
                    <a:cubicBezTo>
                      <a:pt x="1022299" y="1252728"/>
                      <a:pt x="1041806" y="1239926"/>
                      <a:pt x="1080211" y="1240536"/>
                    </a:cubicBezTo>
                    <a:cubicBezTo>
                      <a:pt x="1449629" y="1242365"/>
                      <a:pt x="1819656" y="1242365"/>
                      <a:pt x="2189074" y="1243584"/>
                    </a:cubicBezTo>
                    <a:cubicBezTo>
                      <a:pt x="2229917" y="1243584"/>
                      <a:pt x="2263445" y="1232002"/>
                      <a:pt x="2295754" y="1207618"/>
                    </a:cubicBezTo>
                    <a:cubicBezTo>
                      <a:pt x="2571902" y="996086"/>
                      <a:pt x="2849270" y="785165"/>
                      <a:pt x="3126029" y="573634"/>
                    </a:cubicBezTo>
                    <a:cubicBezTo>
                      <a:pt x="3376575" y="382219"/>
                      <a:pt x="3627120" y="190805"/>
                      <a:pt x="3877056" y="0"/>
                    </a:cubicBezTo>
                    <a:close/>
                    <a:moveTo>
                      <a:pt x="5071872" y="2077517"/>
                    </a:moveTo>
                    <a:cubicBezTo>
                      <a:pt x="4701845" y="2077517"/>
                      <a:pt x="4336085" y="2077517"/>
                      <a:pt x="3970325" y="2077517"/>
                    </a:cubicBezTo>
                    <a:cubicBezTo>
                      <a:pt x="3970325" y="2347570"/>
                      <a:pt x="3970325" y="2614574"/>
                      <a:pt x="3970325" y="2881579"/>
                    </a:cubicBezTo>
                    <a:cubicBezTo>
                      <a:pt x="4339133" y="2881579"/>
                      <a:pt x="4704893" y="2881579"/>
                      <a:pt x="5071872" y="2881579"/>
                    </a:cubicBezTo>
                    <a:cubicBezTo>
                      <a:pt x="5071872" y="2612746"/>
                      <a:pt x="5071872" y="2345741"/>
                      <a:pt x="5071872" y="2077517"/>
                    </a:cubicBezTo>
                    <a:close/>
                    <a:moveTo>
                      <a:pt x="3819754" y="2882798"/>
                    </a:moveTo>
                    <a:cubicBezTo>
                      <a:pt x="3819754" y="2613355"/>
                      <a:pt x="3819754" y="2346350"/>
                      <a:pt x="3819754" y="2079346"/>
                    </a:cubicBezTo>
                    <a:cubicBezTo>
                      <a:pt x="3450946" y="2079346"/>
                      <a:pt x="3083966" y="2079346"/>
                      <a:pt x="2717597" y="2079346"/>
                    </a:cubicBezTo>
                    <a:cubicBezTo>
                      <a:pt x="2717597" y="2348789"/>
                      <a:pt x="2717597" y="2615184"/>
                      <a:pt x="2717597" y="2882798"/>
                    </a:cubicBezTo>
                    <a:cubicBezTo>
                      <a:pt x="3085186" y="2882798"/>
                      <a:pt x="3450946" y="2882798"/>
                      <a:pt x="3819754" y="2882798"/>
                    </a:cubicBezTo>
                    <a:close/>
                    <a:moveTo>
                      <a:pt x="3889858" y="303581"/>
                    </a:moveTo>
                    <a:cubicBezTo>
                      <a:pt x="4482999" y="751637"/>
                      <a:pt x="5071872" y="1204570"/>
                      <a:pt x="5677205" y="1648358"/>
                    </a:cubicBezTo>
                    <a:cubicBezTo>
                      <a:pt x="5677205" y="1566672"/>
                      <a:pt x="5674767" y="1494739"/>
                      <a:pt x="5677815" y="1422806"/>
                    </a:cubicBezTo>
                    <a:cubicBezTo>
                      <a:pt x="5679644" y="1379525"/>
                      <a:pt x="5665623" y="1351483"/>
                      <a:pt x="5630876" y="1325270"/>
                    </a:cubicBezTo>
                    <a:cubicBezTo>
                      <a:pt x="5138319" y="957072"/>
                      <a:pt x="4646372" y="587654"/>
                      <a:pt x="4153815" y="218846"/>
                    </a:cubicBezTo>
                    <a:cubicBezTo>
                      <a:pt x="4062375" y="149962"/>
                      <a:pt x="3970935" y="81686"/>
                      <a:pt x="3878885" y="12802"/>
                    </a:cubicBezTo>
                    <a:cubicBezTo>
                      <a:pt x="3870351" y="18898"/>
                      <a:pt x="3863645" y="23165"/>
                      <a:pt x="3857549" y="28042"/>
                    </a:cubicBezTo>
                    <a:cubicBezTo>
                      <a:pt x="3563722" y="251765"/>
                      <a:pt x="3269895" y="476098"/>
                      <a:pt x="2976067" y="700430"/>
                    </a:cubicBezTo>
                    <a:cubicBezTo>
                      <a:pt x="2693213" y="915619"/>
                      <a:pt x="2410968" y="1131418"/>
                      <a:pt x="2128114" y="1346606"/>
                    </a:cubicBezTo>
                    <a:cubicBezTo>
                      <a:pt x="2106778" y="1363066"/>
                      <a:pt x="2091538" y="1380134"/>
                      <a:pt x="2092757" y="1409395"/>
                    </a:cubicBezTo>
                    <a:cubicBezTo>
                      <a:pt x="2093976" y="1471574"/>
                      <a:pt x="2093366" y="1533144"/>
                      <a:pt x="2093976" y="1595323"/>
                    </a:cubicBezTo>
                    <a:cubicBezTo>
                      <a:pt x="2093976" y="1605686"/>
                      <a:pt x="2096414" y="1616050"/>
                      <a:pt x="2098243" y="1631899"/>
                    </a:cubicBezTo>
                    <a:cubicBezTo>
                      <a:pt x="2707843" y="1199693"/>
                      <a:pt x="3290621" y="741883"/>
                      <a:pt x="3889858" y="303581"/>
                    </a:cubicBezTo>
                    <a:close/>
                    <a:moveTo>
                      <a:pt x="2717597" y="1470355"/>
                    </a:moveTo>
                    <a:cubicBezTo>
                      <a:pt x="2717597" y="1648358"/>
                      <a:pt x="2717597" y="1823314"/>
                      <a:pt x="2717597" y="1997659"/>
                    </a:cubicBezTo>
                    <a:cubicBezTo>
                      <a:pt x="3086405" y="1997659"/>
                      <a:pt x="3452775" y="1997659"/>
                      <a:pt x="3819144" y="1997659"/>
                    </a:cubicBezTo>
                    <a:cubicBezTo>
                      <a:pt x="3819144" y="1820875"/>
                      <a:pt x="3819144" y="1645920"/>
                      <a:pt x="3819144" y="1470355"/>
                    </a:cubicBezTo>
                    <a:cubicBezTo>
                      <a:pt x="3450946" y="1470355"/>
                      <a:pt x="3085795" y="1470355"/>
                      <a:pt x="2717597" y="1470355"/>
                    </a:cubicBezTo>
                    <a:close/>
                    <a:moveTo>
                      <a:pt x="3969106" y="1997050"/>
                    </a:moveTo>
                    <a:cubicBezTo>
                      <a:pt x="4338524" y="1997050"/>
                      <a:pt x="4704284" y="1997050"/>
                      <a:pt x="5070044" y="1997050"/>
                    </a:cubicBezTo>
                    <a:cubicBezTo>
                      <a:pt x="5070044" y="1820266"/>
                      <a:pt x="5070044" y="1645310"/>
                      <a:pt x="5070044" y="1471574"/>
                    </a:cubicBezTo>
                    <a:cubicBezTo>
                      <a:pt x="4701845" y="1471574"/>
                      <a:pt x="4335476" y="1471574"/>
                      <a:pt x="3969106" y="1471574"/>
                    </a:cubicBezTo>
                    <a:cubicBezTo>
                      <a:pt x="3969106" y="1647749"/>
                      <a:pt x="3969106" y="1821485"/>
                      <a:pt x="3969106" y="1997050"/>
                    </a:cubicBezTo>
                    <a:close/>
                    <a:moveTo>
                      <a:pt x="5436413" y="1486814"/>
                    </a:moveTo>
                    <a:cubicBezTo>
                      <a:pt x="5436413" y="2018386"/>
                      <a:pt x="5436413" y="2540203"/>
                      <a:pt x="5436413" y="3062630"/>
                    </a:cubicBezTo>
                    <a:cubicBezTo>
                      <a:pt x="4393388" y="3062630"/>
                      <a:pt x="3352800" y="3062630"/>
                      <a:pt x="2307946" y="3062630"/>
                    </a:cubicBezTo>
                    <a:cubicBezTo>
                      <a:pt x="2307946" y="2541422"/>
                      <a:pt x="2307946" y="2022043"/>
                      <a:pt x="2307946" y="1501445"/>
                    </a:cubicBezTo>
                    <a:cubicBezTo>
                      <a:pt x="2253691" y="1519733"/>
                      <a:pt x="2235403" y="1553870"/>
                      <a:pt x="2235403" y="1608734"/>
                    </a:cubicBezTo>
                    <a:cubicBezTo>
                      <a:pt x="2237232" y="2114702"/>
                      <a:pt x="2236622" y="2620670"/>
                      <a:pt x="2236622" y="3126639"/>
                    </a:cubicBezTo>
                    <a:cubicBezTo>
                      <a:pt x="2236622" y="3138221"/>
                      <a:pt x="2236622" y="3150413"/>
                      <a:pt x="2236622" y="3161386"/>
                    </a:cubicBezTo>
                    <a:cubicBezTo>
                      <a:pt x="3332683" y="3161386"/>
                      <a:pt x="4423868" y="3161386"/>
                      <a:pt x="5515052" y="3161386"/>
                    </a:cubicBezTo>
                    <a:cubicBezTo>
                      <a:pt x="5515661" y="3155899"/>
                      <a:pt x="5516880" y="3152851"/>
                      <a:pt x="5516880" y="3150413"/>
                    </a:cubicBezTo>
                    <a:cubicBezTo>
                      <a:pt x="5516880" y="2623109"/>
                      <a:pt x="5516880" y="2095805"/>
                      <a:pt x="5516880" y="1568501"/>
                    </a:cubicBezTo>
                    <a:cubicBezTo>
                      <a:pt x="5516880" y="1560576"/>
                      <a:pt x="5513832" y="1548994"/>
                      <a:pt x="5508346" y="1544117"/>
                    </a:cubicBezTo>
                    <a:cubicBezTo>
                      <a:pt x="5488229" y="1525829"/>
                      <a:pt x="5465674" y="1509370"/>
                      <a:pt x="5436413" y="14868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: Shape 14"/>
              <p:cNvSpPr/>
              <p:nvPr/>
            </p:nvSpPr>
            <p:spPr>
              <a:xfrm>
                <a:off x="1530686" y="4498619"/>
                <a:ext cx="292227" cy="173321"/>
              </a:xfrm>
              <a:custGeom>
                <a:avLst/>
                <a:gdLst>
                  <a:gd name="connsiteX0" fmla="*/ 887578 w 883920"/>
                  <a:gd name="connsiteY0" fmla="*/ 0 h 524256"/>
                  <a:gd name="connsiteX1" fmla="*/ 887578 w 883920"/>
                  <a:gd name="connsiteY1" fmla="*/ 525475 h 524256"/>
                  <a:gd name="connsiteX2" fmla="*/ 0 w 883920"/>
                  <a:gd name="connsiteY2" fmla="*/ 525475 h 524256"/>
                  <a:gd name="connsiteX3" fmla="*/ 0 w 883920"/>
                  <a:gd name="connsiteY3" fmla="*/ 0 h 524256"/>
                  <a:gd name="connsiteX4" fmla="*/ 887578 w 883920"/>
                  <a:gd name="connsiteY4" fmla="*/ 0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3920" h="524256">
                    <a:moveTo>
                      <a:pt x="887578" y="0"/>
                    </a:moveTo>
                    <a:cubicBezTo>
                      <a:pt x="887578" y="174955"/>
                      <a:pt x="887578" y="349301"/>
                      <a:pt x="887578" y="525475"/>
                    </a:cubicBezTo>
                    <a:cubicBezTo>
                      <a:pt x="591922" y="525475"/>
                      <a:pt x="296875" y="525475"/>
                      <a:pt x="0" y="525475"/>
                    </a:cubicBezTo>
                    <a:cubicBezTo>
                      <a:pt x="0" y="350520"/>
                      <a:pt x="0" y="176784"/>
                      <a:pt x="0" y="0"/>
                    </a:cubicBezTo>
                    <a:cubicBezTo>
                      <a:pt x="295046" y="0"/>
                      <a:pt x="590702" y="0"/>
                      <a:pt x="887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/>
              <p:cNvSpPr/>
              <p:nvPr/>
            </p:nvSpPr>
            <p:spPr>
              <a:xfrm>
                <a:off x="2874529" y="4498619"/>
                <a:ext cx="292227" cy="173321"/>
              </a:xfrm>
              <a:custGeom>
                <a:avLst/>
                <a:gdLst>
                  <a:gd name="connsiteX0" fmla="*/ 886968 w 883920"/>
                  <a:gd name="connsiteY0" fmla="*/ 526085 h 524256"/>
                  <a:gd name="connsiteX1" fmla="*/ 0 w 883920"/>
                  <a:gd name="connsiteY1" fmla="*/ 526085 h 524256"/>
                  <a:gd name="connsiteX2" fmla="*/ 0 w 883920"/>
                  <a:gd name="connsiteY2" fmla="*/ 0 h 524256"/>
                  <a:gd name="connsiteX3" fmla="*/ 886968 w 883920"/>
                  <a:gd name="connsiteY3" fmla="*/ 0 h 524256"/>
                  <a:gd name="connsiteX4" fmla="*/ 886968 w 883920"/>
                  <a:gd name="connsiteY4" fmla="*/ 526085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3920" h="524256">
                    <a:moveTo>
                      <a:pt x="886968" y="526085"/>
                    </a:moveTo>
                    <a:cubicBezTo>
                      <a:pt x="589483" y="526085"/>
                      <a:pt x="295656" y="526085"/>
                      <a:pt x="0" y="526085"/>
                    </a:cubicBezTo>
                    <a:cubicBezTo>
                      <a:pt x="0" y="350520"/>
                      <a:pt x="0" y="176175"/>
                      <a:pt x="0" y="0"/>
                    </a:cubicBezTo>
                    <a:cubicBezTo>
                      <a:pt x="295046" y="0"/>
                      <a:pt x="590093" y="0"/>
                      <a:pt x="886968" y="0"/>
                    </a:cubicBezTo>
                    <a:cubicBezTo>
                      <a:pt x="886968" y="174346"/>
                      <a:pt x="886968" y="349301"/>
                      <a:pt x="886968" y="5260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>
                <a:off x="1229188" y="4498417"/>
                <a:ext cx="264012" cy="173321"/>
              </a:xfrm>
              <a:custGeom>
                <a:avLst/>
                <a:gdLst>
                  <a:gd name="connsiteX0" fmla="*/ 0 w 798576"/>
                  <a:gd name="connsiteY0" fmla="*/ 0 h 524256"/>
                  <a:gd name="connsiteX1" fmla="*/ 804672 w 798576"/>
                  <a:gd name="connsiteY1" fmla="*/ 0 h 524256"/>
                  <a:gd name="connsiteX2" fmla="*/ 804672 w 798576"/>
                  <a:gd name="connsiteY2" fmla="*/ 526085 h 524256"/>
                  <a:gd name="connsiteX3" fmla="*/ 0 w 798576"/>
                  <a:gd name="connsiteY3" fmla="*/ 526085 h 524256"/>
                  <a:gd name="connsiteX4" fmla="*/ 0 w 798576"/>
                  <a:gd name="connsiteY4" fmla="*/ 0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76" h="524256">
                    <a:moveTo>
                      <a:pt x="0" y="0"/>
                    </a:moveTo>
                    <a:cubicBezTo>
                      <a:pt x="269443" y="0"/>
                      <a:pt x="536448" y="0"/>
                      <a:pt x="804672" y="0"/>
                    </a:cubicBezTo>
                    <a:cubicBezTo>
                      <a:pt x="804672" y="175565"/>
                      <a:pt x="804672" y="349910"/>
                      <a:pt x="804672" y="526085"/>
                    </a:cubicBezTo>
                    <a:cubicBezTo>
                      <a:pt x="537058" y="526085"/>
                      <a:pt x="269443" y="526085"/>
                      <a:pt x="0" y="526085"/>
                    </a:cubicBezTo>
                    <a:cubicBezTo>
                      <a:pt x="0" y="351129"/>
                      <a:pt x="0" y="17678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/>
              <p:cNvSpPr/>
              <p:nvPr/>
            </p:nvSpPr>
            <p:spPr>
              <a:xfrm>
                <a:off x="2573031" y="4498417"/>
                <a:ext cx="264012" cy="173321"/>
              </a:xfrm>
              <a:custGeom>
                <a:avLst/>
                <a:gdLst>
                  <a:gd name="connsiteX0" fmla="*/ 0 w 798576"/>
                  <a:gd name="connsiteY0" fmla="*/ 526694 h 524256"/>
                  <a:gd name="connsiteX1" fmla="*/ 0 w 798576"/>
                  <a:gd name="connsiteY1" fmla="*/ 0 h 524256"/>
                  <a:gd name="connsiteX2" fmla="*/ 803453 w 798576"/>
                  <a:gd name="connsiteY2" fmla="*/ 0 h 524256"/>
                  <a:gd name="connsiteX3" fmla="*/ 803453 w 798576"/>
                  <a:gd name="connsiteY3" fmla="*/ 526694 h 524256"/>
                  <a:gd name="connsiteX4" fmla="*/ 0 w 798576"/>
                  <a:gd name="connsiteY4" fmla="*/ 526694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76" h="524256">
                    <a:moveTo>
                      <a:pt x="0" y="526694"/>
                    </a:moveTo>
                    <a:cubicBezTo>
                      <a:pt x="0" y="349910"/>
                      <a:pt x="0" y="175565"/>
                      <a:pt x="0" y="0"/>
                    </a:cubicBezTo>
                    <a:cubicBezTo>
                      <a:pt x="268224" y="0"/>
                      <a:pt x="534619" y="0"/>
                      <a:pt x="803453" y="0"/>
                    </a:cubicBezTo>
                    <a:cubicBezTo>
                      <a:pt x="803453" y="174955"/>
                      <a:pt x="803453" y="349910"/>
                      <a:pt x="803453" y="526694"/>
                    </a:cubicBezTo>
                    <a:cubicBezTo>
                      <a:pt x="536448" y="526694"/>
                      <a:pt x="269443" y="526694"/>
                      <a:pt x="0" y="5266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/>
              <p:cNvSpPr/>
              <p:nvPr/>
            </p:nvSpPr>
            <p:spPr>
              <a:xfrm>
                <a:off x="2219738" y="3806342"/>
                <a:ext cx="362765" cy="264012"/>
              </a:xfrm>
              <a:custGeom>
                <a:avLst/>
                <a:gdLst>
                  <a:gd name="connsiteX0" fmla="*/ 1101547 w 1097280"/>
                  <a:gd name="connsiteY0" fmla="*/ 0 h 798576"/>
                  <a:gd name="connsiteX1" fmla="*/ 1101547 w 1097280"/>
                  <a:gd name="connsiteY1" fmla="*/ 804063 h 798576"/>
                  <a:gd name="connsiteX2" fmla="*/ 0 w 1097280"/>
                  <a:gd name="connsiteY2" fmla="*/ 804063 h 798576"/>
                  <a:gd name="connsiteX3" fmla="*/ 0 w 1097280"/>
                  <a:gd name="connsiteY3" fmla="*/ 0 h 798576"/>
                  <a:gd name="connsiteX4" fmla="*/ 1101547 w 1097280"/>
                  <a:gd name="connsiteY4" fmla="*/ 0 h 79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280" h="798576">
                    <a:moveTo>
                      <a:pt x="1101547" y="0"/>
                    </a:moveTo>
                    <a:cubicBezTo>
                      <a:pt x="1101547" y="268834"/>
                      <a:pt x="1101547" y="535229"/>
                      <a:pt x="1101547" y="804063"/>
                    </a:cubicBezTo>
                    <a:cubicBezTo>
                      <a:pt x="734568" y="804063"/>
                      <a:pt x="368199" y="804063"/>
                      <a:pt x="0" y="804063"/>
                    </a:cubicBezTo>
                    <a:cubicBezTo>
                      <a:pt x="0" y="537058"/>
                      <a:pt x="0" y="269443"/>
                      <a:pt x="0" y="0"/>
                    </a:cubicBezTo>
                    <a:cubicBezTo>
                      <a:pt x="365760" y="0"/>
                      <a:pt x="732130" y="0"/>
                      <a:pt x="11015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>
                <a:off x="1805581" y="3806947"/>
                <a:ext cx="362765" cy="264012"/>
              </a:xfrm>
              <a:custGeom>
                <a:avLst/>
                <a:gdLst>
                  <a:gd name="connsiteX0" fmla="*/ 1102157 w 1097280"/>
                  <a:gd name="connsiteY0" fmla="*/ 803453 h 798576"/>
                  <a:gd name="connsiteX1" fmla="*/ 0 w 1097280"/>
                  <a:gd name="connsiteY1" fmla="*/ 803453 h 798576"/>
                  <a:gd name="connsiteX2" fmla="*/ 0 w 1097280"/>
                  <a:gd name="connsiteY2" fmla="*/ 0 h 798576"/>
                  <a:gd name="connsiteX3" fmla="*/ 1102157 w 1097280"/>
                  <a:gd name="connsiteY3" fmla="*/ 0 h 798576"/>
                  <a:gd name="connsiteX4" fmla="*/ 1102157 w 1097280"/>
                  <a:gd name="connsiteY4" fmla="*/ 803453 h 79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280" h="798576">
                    <a:moveTo>
                      <a:pt x="1102157" y="803453"/>
                    </a:moveTo>
                    <a:cubicBezTo>
                      <a:pt x="733349" y="803453"/>
                      <a:pt x="368199" y="803453"/>
                      <a:pt x="0" y="803453"/>
                    </a:cubicBezTo>
                    <a:cubicBezTo>
                      <a:pt x="0" y="535838"/>
                      <a:pt x="0" y="269443"/>
                      <a:pt x="0" y="0"/>
                    </a:cubicBezTo>
                    <a:cubicBezTo>
                      <a:pt x="366370" y="0"/>
                      <a:pt x="733349" y="0"/>
                      <a:pt x="1102157" y="0"/>
                    </a:cubicBezTo>
                    <a:cubicBezTo>
                      <a:pt x="1102157" y="267005"/>
                      <a:pt x="1102157" y="534010"/>
                      <a:pt x="1102157" y="8034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1805581" y="3605612"/>
                <a:ext cx="362765" cy="173321"/>
              </a:xfrm>
              <a:custGeom>
                <a:avLst/>
                <a:gdLst>
                  <a:gd name="connsiteX0" fmla="*/ 0 w 1097280"/>
                  <a:gd name="connsiteY0" fmla="*/ 0 h 524256"/>
                  <a:gd name="connsiteX1" fmla="*/ 1101547 w 1097280"/>
                  <a:gd name="connsiteY1" fmla="*/ 0 h 524256"/>
                  <a:gd name="connsiteX2" fmla="*/ 1101547 w 1097280"/>
                  <a:gd name="connsiteY2" fmla="*/ 527304 h 524256"/>
                  <a:gd name="connsiteX3" fmla="*/ 0 w 1097280"/>
                  <a:gd name="connsiteY3" fmla="*/ 527304 h 524256"/>
                  <a:gd name="connsiteX4" fmla="*/ 0 w 1097280"/>
                  <a:gd name="connsiteY4" fmla="*/ 0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280" h="524256">
                    <a:moveTo>
                      <a:pt x="0" y="0"/>
                    </a:moveTo>
                    <a:cubicBezTo>
                      <a:pt x="368199" y="0"/>
                      <a:pt x="733349" y="0"/>
                      <a:pt x="1101547" y="0"/>
                    </a:cubicBezTo>
                    <a:cubicBezTo>
                      <a:pt x="1101547" y="175565"/>
                      <a:pt x="1101547" y="350520"/>
                      <a:pt x="1101547" y="527304"/>
                    </a:cubicBezTo>
                    <a:cubicBezTo>
                      <a:pt x="735178" y="527304"/>
                      <a:pt x="368808" y="527304"/>
                      <a:pt x="0" y="527304"/>
                    </a:cubicBezTo>
                    <a:cubicBezTo>
                      <a:pt x="0" y="352349"/>
                      <a:pt x="0" y="17739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/>
              <p:cNvSpPr/>
              <p:nvPr/>
            </p:nvSpPr>
            <p:spPr>
              <a:xfrm>
                <a:off x="2219335" y="3606015"/>
                <a:ext cx="362765" cy="173321"/>
              </a:xfrm>
              <a:custGeom>
                <a:avLst/>
                <a:gdLst>
                  <a:gd name="connsiteX0" fmla="*/ 0 w 1097280"/>
                  <a:gd name="connsiteY0" fmla="*/ 525475 h 524256"/>
                  <a:gd name="connsiteX1" fmla="*/ 0 w 1097280"/>
                  <a:gd name="connsiteY1" fmla="*/ 0 h 524256"/>
                  <a:gd name="connsiteX2" fmla="*/ 1100938 w 1097280"/>
                  <a:gd name="connsiteY2" fmla="*/ 0 h 524256"/>
                  <a:gd name="connsiteX3" fmla="*/ 1100938 w 1097280"/>
                  <a:gd name="connsiteY3" fmla="*/ 525475 h 524256"/>
                  <a:gd name="connsiteX4" fmla="*/ 0 w 1097280"/>
                  <a:gd name="connsiteY4" fmla="*/ 525475 h 52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280" h="524256">
                    <a:moveTo>
                      <a:pt x="0" y="525475"/>
                    </a:moveTo>
                    <a:cubicBezTo>
                      <a:pt x="0" y="349301"/>
                      <a:pt x="0" y="176174"/>
                      <a:pt x="0" y="0"/>
                    </a:cubicBezTo>
                    <a:cubicBezTo>
                      <a:pt x="366370" y="0"/>
                      <a:pt x="732130" y="0"/>
                      <a:pt x="1100938" y="0"/>
                    </a:cubicBezTo>
                    <a:cubicBezTo>
                      <a:pt x="1100938" y="173736"/>
                      <a:pt x="1100938" y="348691"/>
                      <a:pt x="1100938" y="525475"/>
                    </a:cubicBezTo>
                    <a:cubicBezTo>
                      <a:pt x="735178" y="525475"/>
                      <a:pt x="369418" y="525475"/>
                      <a:pt x="0" y="5254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/>
              <p:cNvSpPr/>
              <p:nvPr/>
            </p:nvSpPr>
            <p:spPr>
              <a:xfrm>
                <a:off x="1620272" y="3149536"/>
                <a:ext cx="1144725" cy="465549"/>
              </a:xfrm>
              <a:custGeom>
                <a:avLst/>
                <a:gdLst>
                  <a:gd name="connsiteX0" fmla="*/ 3954 w 3462528"/>
                  <a:gd name="connsiteY0" fmla="*/ 1408176 h 1408176"/>
                  <a:gd name="connsiteX1" fmla="*/ 47236 w 3462528"/>
                  <a:gd name="connsiteY1" fmla="*/ 1285037 h 1408176"/>
                  <a:gd name="connsiteX2" fmla="*/ 1706567 w 3462528"/>
                  <a:gd name="connsiteY2" fmla="*/ 10973 h 1408176"/>
                  <a:gd name="connsiteX3" fmla="*/ 1721807 w 3462528"/>
                  <a:gd name="connsiteY3" fmla="*/ 0 h 1408176"/>
                  <a:gd name="connsiteX4" fmla="*/ 1865673 w 3462528"/>
                  <a:gd name="connsiteY4" fmla="*/ 109118 h 1408176"/>
                  <a:gd name="connsiteX5" fmla="*/ 3411618 w 3462528"/>
                  <a:gd name="connsiteY5" fmla="*/ 1280770 h 1408176"/>
                  <a:gd name="connsiteX6" fmla="*/ 3459777 w 3462528"/>
                  <a:gd name="connsiteY6" fmla="*/ 1408786 h 1408176"/>
                  <a:gd name="connsiteX7" fmla="*/ 3318959 w 3462528"/>
                  <a:gd name="connsiteY7" fmla="*/ 1302106 h 1408176"/>
                  <a:gd name="connsiteX8" fmla="*/ 1758993 w 3462528"/>
                  <a:gd name="connsiteY8" fmla="*/ 113386 h 1408176"/>
                  <a:gd name="connsiteX9" fmla="*/ 1704738 w 3462528"/>
                  <a:gd name="connsiteY9" fmla="*/ 112776 h 1408176"/>
                  <a:gd name="connsiteX10" fmla="*/ 30776 w 3462528"/>
                  <a:gd name="connsiteY10" fmla="*/ 1388059 h 1408176"/>
                  <a:gd name="connsiteX11" fmla="*/ 3954 w 3462528"/>
                  <a:gd name="connsiteY11" fmla="*/ 1408176 h 1408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62528" h="1408176">
                    <a:moveTo>
                      <a:pt x="3954" y="1408176"/>
                    </a:moveTo>
                    <a:cubicBezTo>
                      <a:pt x="-6409" y="1355750"/>
                      <a:pt x="2125" y="1319174"/>
                      <a:pt x="47236" y="1285037"/>
                    </a:cubicBezTo>
                    <a:cubicBezTo>
                      <a:pt x="601362" y="861365"/>
                      <a:pt x="1153660" y="435864"/>
                      <a:pt x="1706567" y="10973"/>
                    </a:cubicBezTo>
                    <a:cubicBezTo>
                      <a:pt x="1710834" y="7925"/>
                      <a:pt x="1714492" y="4877"/>
                      <a:pt x="1721807" y="0"/>
                    </a:cubicBezTo>
                    <a:cubicBezTo>
                      <a:pt x="1769356" y="35966"/>
                      <a:pt x="1817514" y="72542"/>
                      <a:pt x="1865673" y="109118"/>
                    </a:cubicBezTo>
                    <a:cubicBezTo>
                      <a:pt x="2380785" y="499872"/>
                      <a:pt x="2895287" y="891235"/>
                      <a:pt x="3411618" y="1280770"/>
                    </a:cubicBezTo>
                    <a:cubicBezTo>
                      <a:pt x="3456729" y="1314907"/>
                      <a:pt x="3473188" y="1352093"/>
                      <a:pt x="3459777" y="1408786"/>
                    </a:cubicBezTo>
                    <a:cubicBezTo>
                      <a:pt x="3412228" y="1372819"/>
                      <a:pt x="3365289" y="1337462"/>
                      <a:pt x="3318959" y="1302106"/>
                    </a:cubicBezTo>
                    <a:cubicBezTo>
                      <a:pt x="2798970" y="905866"/>
                      <a:pt x="2278372" y="510235"/>
                      <a:pt x="1758993" y="113386"/>
                    </a:cubicBezTo>
                    <a:cubicBezTo>
                      <a:pt x="1738876" y="98146"/>
                      <a:pt x="1726074" y="96926"/>
                      <a:pt x="1704738" y="112776"/>
                    </a:cubicBezTo>
                    <a:cubicBezTo>
                      <a:pt x="1146954" y="538277"/>
                      <a:pt x="589170" y="963168"/>
                      <a:pt x="30776" y="1388059"/>
                    </a:cubicBezTo>
                    <a:cubicBezTo>
                      <a:pt x="22852" y="1394155"/>
                      <a:pt x="14927" y="1400251"/>
                      <a:pt x="3954" y="14081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05052" y="1493542"/>
            <a:ext cx="76275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keseluruhan</a:t>
            </a:r>
            <a:r>
              <a:rPr lang="en-ID" sz="1600" dirty="0"/>
              <a:t>, Anda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bertanya</a:t>
            </a:r>
            <a:r>
              <a:rPr lang="en-ID" sz="1600" dirty="0"/>
              <a:t> pada </a:t>
            </a:r>
            <a:r>
              <a:rPr lang="en-ID" sz="1600" dirty="0" err="1"/>
              <a:t>diri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: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b="1" dirty="0" err="1"/>
              <a:t>mengganti</a:t>
            </a:r>
            <a:r>
              <a:rPr lang="en-ID" sz="1600" b="1" dirty="0"/>
              <a:t>, </a:t>
            </a:r>
            <a:r>
              <a:rPr lang="en-ID" sz="1600" b="1" dirty="0" err="1"/>
              <a:t>memesan</a:t>
            </a:r>
            <a:r>
              <a:rPr lang="en-ID" sz="1600" b="1" dirty="0"/>
              <a:t> </a:t>
            </a:r>
            <a:r>
              <a:rPr lang="en-ID" sz="1600" b="1" dirty="0" err="1"/>
              <a:t>ulang</a:t>
            </a:r>
            <a:r>
              <a:rPr lang="en-ID" sz="1600" b="1" dirty="0"/>
              <a:t>,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mengubah</a:t>
            </a:r>
            <a:r>
              <a:rPr lang="en-ID" sz="1600" b="1" dirty="0"/>
              <a:t> </a:t>
            </a:r>
            <a:r>
              <a:rPr lang="en-ID" sz="1600" b="1" dirty="0" err="1"/>
              <a:t>produk</a:t>
            </a:r>
            <a:r>
              <a:rPr lang="en-ID" sz="1600" dirty="0"/>
              <a:t>? </a:t>
            </a:r>
          </a:p>
          <a:p>
            <a:pPr algn="just">
              <a:buClr>
                <a:schemeClr val="dk1"/>
              </a:buClr>
              <a:buSzPts val="1100"/>
            </a:pPr>
            <a:endParaRPr lang="en-ID" sz="1600" dirty="0"/>
          </a:p>
          <a:p>
            <a:pPr algn="just">
              <a:buClr>
                <a:schemeClr val="dk1"/>
              </a:buClr>
              <a:buSzPts val="1100"/>
            </a:pPr>
            <a:r>
              <a:rPr lang="en-ID" sz="1600" dirty="0"/>
              <a:t>Guiding Questions: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menyusun</a:t>
            </a:r>
            <a:r>
              <a:rPr lang="en-ID" sz="1600" dirty="0"/>
              <a:t> </a:t>
            </a:r>
            <a:r>
              <a:rPr lang="en-ID" sz="1600" dirty="0" err="1"/>
              <a:t>ulang</a:t>
            </a:r>
            <a:r>
              <a:rPr lang="en-ID" sz="1600" dirty="0"/>
              <a:t> – </a:t>
            </a: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mengganti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, </a:t>
            </a:r>
            <a:r>
              <a:rPr lang="en-ID" sz="1600" dirty="0" err="1"/>
              <a:t>pola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layout?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mengganti</a:t>
            </a:r>
            <a:r>
              <a:rPr lang="en-ID" sz="1600" dirty="0"/>
              <a:t> </a:t>
            </a:r>
            <a:r>
              <a:rPr lang="en-ID" sz="1600" dirty="0" err="1"/>
              <a:t>jadwal</a:t>
            </a:r>
            <a:r>
              <a:rPr lang="en-ID" sz="1600" dirty="0"/>
              <a:t>?</a:t>
            </a:r>
          </a:p>
          <a:p>
            <a:pPr marL="285750" indent="-285750" algn="just">
              <a:buClr>
                <a:schemeClr val="dk1"/>
              </a:buClr>
              <a:buSzPts val="1100"/>
              <a:buFontTx/>
              <a:buChar char="-"/>
            </a:pPr>
            <a:r>
              <a:rPr lang="en-ID" sz="1600" dirty="0" err="1"/>
              <a:t>Dapatkah</a:t>
            </a:r>
            <a:r>
              <a:rPr lang="en-ID" sz="1600" dirty="0"/>
              <a:t> </a:t>
            </a:r>
            <a:r>
              <a:rPr lang="en-ID" sz="1600" dirty="0" err="1"/>
              <a:t>saya</a:t>
            </a:r>
            <a:r>
              <a:rPr lang="en-ID" sz="1600" dirty="0"/>
              <a:t> </a:t>
            </a:r>
            <a:r>
              <a:rPr lang="en-ID" sz="1600" dirty="0" err="1"/>
              <a:t>menyusun</a:t>
            </a:r>
            <a:r>
              <a:rPr lang="en-ID" sz="1600" dirty="0"/>
              <a:t> </a:t>
            </a:r>
            <a:r>
              <a:rPr lang="en-ID" sz="1600" dirty="0" err="1"/>
              <a:t>ulang</a:t>
            </a:r>
            <a:r>
              <a:rPr lang="en-ID" sz="1600" dirty="0"/>
              <a:t> </a:t>
            </a:r>
            <a:r>
              <a:rPr lang="en-ID" sz="1600" dirty="0" err="1"/>
              <a:t>sesuatu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lain yang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terjadi</a:t>
            </a:r>
            <a:r>
              <a:rPr lang="en-ID" sz="16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811" y="937537"/>
            <a:ext cx="2196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anose="020B0604020202090204" pitchFamily="34" charset="0"/>
              </a:rPr>
              <a:t>REARRANGE</a:t>
            </a:r>
            <a:endParaRPr lang="ko-KR" altLang="en-US" b="1" dirty="0">
              <a:solidFill>
                <a:schemeClr val="accent1"/>
              </a:solidFill>
              <a:cs typeface="Arial" panose="020B060402020209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845455" y="4848405"/>
            <a:ext cx="3346545" cy="2009595"/>
            <a:chOff x="3765130" y="1349076"/>
            <a:chExt cx="4859204" cy="2917944"/>
          </a:xfrm>
        </p:grpSpPr>
        <p:grpSp>
          <p:nvGrpSpPr>
            <p:cNvPr id="5" name="Group 4"/>
            <p:cNvGrpSpPr/>
            <p:nvPr/>
          </p:nvGrpSpPr>
          <p:grpSpPr>
            <a:xfrm>
              <a:off x="3765130" y="1349076"/>
              <a:ext cx="4859204" cy="2586924"/>
              <a:chOff x="3631780" y="1691976"/>
              <a:chExt cx="4859204" cy="2586924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356826" y="3580626"/>
                <a:ext cx="692338" cy="6923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5715672" y="1691976"/>
                <a:ext cx="2775312" cy="2580988"/>
                <a:chOff x="5715672" y="1691976"/>
                <a:chExt cx="2775312" cy="2580988"/>
              </a:xfrm>
              <a:solidFill>
                <a:schemeClr val="accent4"/>
              </a:solidFill>
            </p:grpSpPr>
            <p:sp>
              <p:nvSpPr>
                <p:cNvPr id="43" name="Oval 42"/>
                <p:cNvSpPr/>
                <p:nvPr/>
              </p:nvSpPr>
              <p:spPr>
                <a:xfrm>
                  <a:off x="7644977" y="3580626"/>
                  <a:ext cx="692338" cy="69233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44" name="Oval 43"/>
                <p:cNvSpPr/>
                <p:nvPr/>
              </p:nvSpPr>
              <p:spPr>
                <a:xfrm>
                  <a:off x="7042069" y="2524772"/>
                  <a:ext cx="1448915" cy="144891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6494078" y="2004217"/>
                  <a:ext cx="1150899" cy="1150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46" name="Oval 45"/>
                <p:cNvSpPr/>
                <p:nvPr/>
              </p:nvSpPr>
              <p:spPr>
                <a:xfrm>
                  <a:off x="5715672" y="1691976"/>
                  <a:ext cx="969145" cy="96914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7084624" y="3972002"/>
                  <a:ext cx="952666" cy="29313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4298370" y="1809306"/>
                <a:ext cx="3786551" cy="2465573"/>
                <a:chOff x="4298370" y="1809306"/>
                <a:chExt cx="3786551" cy="2465573"/>
              </a:xfrm>
            </p:grpSpPr>
            <p:sp>
              <p:nvSpPr>
                <p:cNvPr id="32" name="Oval 31"/>
                <p:cNvSpPr/>
                <p:nvPr/>
              </p:nvSpPr>
              <p:spPr>
                <a:xfrm>
                  <a:off x="5322069" y="2156859"/>
                  <a:ext cx="1043914" cy="104391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4298370" y="2176549"/>
                  <a:ext cx="692338" cy="69233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4809919" y="1809306"/>
                  <a:ext cx="1081542" cy="108154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6180316" y="2502943"/>
                  <a:ext cx="753706" cy="75370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6934022" y="2588625"/>
                  <a:ext cx="1150899" cy="1150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7" name="Oval 36"/>
                <p:cNvSpPr/>
                <p:nvPr/>
              </p:nvSpPr>
              <p:spPr>
                <a:xfrm>
                  <a:off x="7325201" y="3425414"/>
                  <a:ext cx="655148" cy="65514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7095848" y="3619731"/>
                  <a:ext cx="655148" cy="65514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6575764" y="2862232"/>
                  <a:ext cx="655148" cy="65514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6473567" y="3370881"/>
                  <a:ext cx="841098" cy="84109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6226213" y="4147024"/>
                  <a:ext cx="1256511" cy="103441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42" name="Oval 41"/>
                <p:cNvSpPr/>
                <p:nvPr/>
              </p:nvSpPr>
              <p:spPr>
                <a:xfrm>
                  <a:off x="5260062" y="2611101"/>
                  <a:ext cx="692338" cy="69233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3631780" y="2451097"/>
                <a:ext cx="3196921" cy="1827803"/>
                <a:chOff x="3631780" y="2451097"/>
                <a:chExt cx="3196921" cy="1827803"/>
              </a:xfrm>
            </p:grpSpPr>
            <p:sp>
              <p:nvSpPr>
                <p:cNvPr id="24" name="Oval 23"/>
                <p:cNvSpPr/>
                <p:nvPr/>
              </p:nvSpPr>
              <p:spPr>
                <a:xfrm>
                  <a:off x="3631780" y="2451097"/>
                  <a:ext cx="969145" cy="96914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3681373" y="3214859"/>
                  <a:ext cx="692338" cy="69233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4232071" y="2602088"/>
                  <a:ext cx="1150899" cy="11509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3857615" y="3486535"/>
                  <a:ext cx="792365" cy="79236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4643275" y="2959747"/>
                  <a:ext cx="1312378" cy="1312379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5510955" y="3011196"/>
                  <a:ext cx="1262266" cy="1262267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4247109" y="4098443"/>
                  <a:ext cx="1967954" cy="17252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6296024" y="3742075"/>
                  <a:ext cx="532677" cy="532677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4055658" y="1945053"/>
                <a:ext cx="4220275" cy="2333847"/>
                <a:chOff x="4055658" y="1925597"/>
                <a:chExt cx="4220275" cy="2333847"/>
              </a:xfrm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" name="Freeform: Shape 13"/>
                <p:cNvSpPr/>
                <p:nvPr/>
              </p:nvSpPr>
              <p:spPr>
                <a:xfrm>
                  <a:off x="5674127" y="2137226"/>
                  <a:ext cx="428693" cy="2119360"/>
                </a:xfrm>
                <a:custGeom>
                  <a:avLst/>
                  <a:gdLst>
                    <a:gd name="connsiteX0" fmla="*/ 477202 w 476250"/>
                    <a:gd name="connsiteY0" fmla="*/ 2308860 h 2305050"/>
                    <a:gd name="connsiteX1" fmla="*/ 0 w 476250"/>
                    <a:gd name="connsiteY1" fmla="*/ 2308860 h 2305050"/>
                    <a:gd name="connsiteX2" fmla="*/ 0 w 476250"/>
                    <a:gd name="connsiteY2" fmla="*/ 0 h 2305050"/>
                    <a:gd name="connsiteX3" fmla="*/ 477202 w 476250"/>
                    <a:gd name="connsiteY3" fmla="*/ 0 h 2305050"/>
                    <a:gd name="connsiteX4" fmla="*/ 477202 w 476250"/>
                    <a:gd name="connsiteY4" fmla="*/ 2308860 h 2305050"/>
                    <a:gd name="connsiteX5" fmla="*/ 452438 w 476250"/>
                    <a:gd name="connsiteY5" fmla="*/ 1071563 h 2305050"/>
                    <a:gd name="connsiteX6" fmla="*/ 332422 w 476250"/>
                    <a:gd name="connsiteY6" fmla="*/ 1071563 h 2305050"/>
                    <a:gd name="connsiteX7" fmla="*/ 332422 w 476250"/>
                    <a:gd name="connsiteY7" fmla="*/ 1188720 h 2305050"/>
                    <a:gd name="connsiteX8" fmla="*/ 452438 w 476250"/>
                    <a:gd name="connsiteY8" fmla="*/ 1188720 h 2305050"/>
                    <a:gd name="connsiteX9" fmla="*/ 452438 w 476250"/>
                    <a:gd name="connsiteY9" fmla="*/ 1071563 h 2305050"/>
                    <a:gd name="connsiteX10" fmla="*/ 298132 w 476250"/>
                    <a:gd name="connsiteY10" fmla="*/ 1190625 h 2305050"/>
                    <a:gd name="connsiteX11" fmla="*/ 298132 w 476250"/>
                    <a:gd name="connsiteY11" fmla="*/ 1070610 h 2305050"/>
                    <a:gd name="connsiteX12" fmla="*/ 180975 w 476250"/>
                    <a:gd name="connsiteY12" fmla="*/ 1070610 h 2305050"/>
                    <a:gd name="connsiteX13" fmla="*/ 180975 w 476250"/>
                    <a:gd name="connsiteY13" fmla="*/ 1190625 h 2305050"/>
                    <a:gd name="connsiteX14" fmla="*/ 298132 w 476250"/>
                    <a:gd name="connsiteY14" fmla="*/ 1190625 h 2305050"/>
                    <a:gd name="connsiteX15" fmla="*/ 27622 w 476250"/>
                    <a:gd name="connsiteY15" fmla="*/ 1188720 h 2305050"/>
                    <a:gd name="connsiteX16" fmla="*/ 146685 w 476250"/>
                    <a:gd name="connsiteY16" fmla="*/ 1188720 h 2305050"/>
                    <a:gd name="connsiteX17" fmla="*/ 146685 w 476250"/>
                    <a:gd name="connsiteY17" fmla="*/ 1070610 h 2305050"/>
                    <a:gd name="connsiteX18" fmla="*/ 27622 w 476250"/>
                    <a:gd name="connsiteY18" fmla="*/ 1070610 h 2305050"/>
                    <a:gd name="connsiteX19" fmla="*/ 27622 w 476250"/>
                    <a:gd name="connsiteY19" fmla="*/ 1188720 h 2305050"/>
                    <a:gd name="connsiteX20" fmla="*/ 28575 w 476250"/>
                    <a:gd name="connsiteY20" fmla="*/ 328613 h 2305050"/>
                    <a:gd name="connsiteX21" fmla="*/ 28575 w 476250"/>
                    <a:gd name="connsiteY21" fmla="*/ 448627 h 2305050"/>
                    <a:gd name="connsiteX22" fmla="*/ 147638 w 476250"/>
                    <a:gd name="connsiteY22" fmla="*/ 448627 h 2305050"/>
                    <a:gd name="connsiteX23" fmla="*/ 147638 w 476250"/>
                    <a:gd name="connsiteY23" fmla="*/ 328613 h 2305050"/>
                    <a:gd name="connsiteX24" fmla="*/ 28575 w 476250"/>
                    <a:gd name="connsiteY24" fmla="*/ 328613 h 2305050"/>
                    <a:gd name="connsiteX25" fmla="*/ 450532 w 476250"/>
                    <a:gd name="connsiteY25" fmla="*/ 744855 h 2305050"/>
                    <a:gd name="connsiteX26" fmla="*/ 450532 w 476250"/>
                    <a:gd name="connsiteY26" fmla="*/ 627697 h 2305050"/>
                    <a:gd name="connsiteX27" fmla="*/ 331470 w 476250"/>
                    <a:gd name="connsiteY27" fmla="*/ 627697 h 2305050"/>
                    <a:gd name="connsiteX28" fmla="*/ 331470 w 476250"/>
                    <a:gd name="connsiteY28" fmla="*/ 744855 h 2305050"/>
                    <a:gd name="connsiteX29" fmla="*/ 450532 w 476250"/>
                    <a:gd name="connsiteY29" fmla="*/ 744855 h 2305050"/>
                    <a:gd name="connsiteX30" fmla="*/ 147638 w 476250"/>
                    <a:gd name="connsiteY30" fmla="*/ 626745 h 2305050"/>
                    <a:gd name="connsiteX31" fmla="*/ 27622 w 476250"/>
                    <a:gd name="connsiteY31" fmla="*/ 626745 h 2305050"/>
                    <a:gd name="connsiteX32" fmla="*/ 27622 w 476250"/>
                    <a:gd name="connsiteY32" fmla="*/ 743902 h 2305050"/>
                    <a:gd name="connsiteX33" fmla="*/ 147638 w 476250"/>
                    <a:gd name="connsiteY33" fmla="*/ 743902 h 2305050"/>
                    <a:gd name="connsiteX34" fmla="*/ 147638 w 476250"/>
                    <a:gd name="connsiteY34" fmla="*/ 626745 h 2305050"/>
                    <a:gd name="connsiteX35" fmla="*/ 298132 w 476250"/>
                    <a:gd name="connsiteY35" fmla="*/ 1337310 h 2305050"/>
                    <a:gd name="connsiteX36" fmla="*/ 298132 w 476250"/>
                    <a:gd name="connsiteY36" fmla="*/ 1219200 h 2305050"/>
                    <a:gd name="connsiteX37" fmla="*/ 180975 w 476250"/>
                    <a:gd name="connsiteY37" fmla="*/ 1219200 h 2305050"/>
                    <a:gd name="connsiteX38" fmla="*/ 180975 w 476250"/>
                    <a:gd name="connsiteY38" fmla="*/ 1337310 h 2305050"/>
                    <a:gd name="connsiteX39" fmla="*/ 298132 w 476250"/>
                    <a:gd name="connsiteY39" fmla="*/ 1337310 h 2305050"/>
                    <a:gd name="connsiteX40" fmla="*/ 180022 w 476250"/>
                    <a:gd name="connsiteY40" fmla="*/ 476250 h 2305050"/>
                    <a:gd name="connsiteX41" fmla="*/ 180022 w 476250"/>
                    <a:gd name="connsiteY41" fmla="*/ 595313 h 2305050"/>
                    <a:gd name="connsiteX42" fmla="*/ 299085 w 476250"/>
                    <a:gd name="connsiteY42" fmla="*/ 595313 h 2305050"/>
                    <a:gd name="connsiteX43" fmla="*/ 299085 w 476250"/>
                    <a:gd name="connsiteY43" fmla="*/ 476250 h 2305050"/>
                    <a:gd name="connsiteX44" fmla="*/ 180022 w 476250"/>
                    <a:gd name="connsiteY44" fmla="*/ 476250 h 2305050"/>
                    <a:gd name="connsiteX45" fmla="*/ 452438 w 476250"/>
                    <a:gd name="connsiteY45" fmla="*/ 32385 h 2305050"/>
                    <a:gd name="connsiteX46" fmla="*/ 330518 w 476250"/>
                    <a:gd name="connsiteY46" fmla="*/ 32385 h 2305050"/>
                    <a:gd name="connsiteX47" fmla="*/ 330518 w 476250"/>
                    <a:gd name="connsiteY47" fmla="*/ 148590 h 2305050"/>
                    <a:gd name="connsiteX48" fmla="*/ 452438 w 476250"/>
                    <a:gd name="connsiteY48" fmla="*/ 148590 h 2305050"/>
                    <a:gd name="connsiteX49" fmla="*/ 452438 w 476250"/>
                    <a:gd name="connsiteY49" fmla="*/ 32385 h 2305050"/>
                    <a:gd name="connsiteX50" fmla="*/ 300038 w 476250"/>
                    <a:gd name="connsiteY50" fmla="*/ 31432 h 2305050"/>
                    <a:gd name="connsiteX51" fmla="*/ 180022 w 476250"/>
                    <a:gd name="connsiteY51" fmla="*/ 31432 h 2305050"/>
                    <a:gd name="connsiteX52" fmla="*/ 180022 w 476250"/>
                    <a:gd name="connsiteY52" fmla="*/ 149542 h 2305050"/>
                    <a:gd name="connsiteX53" fmla="*/ 300038 w 476250"/>
                    <a:gd name="connsiteY53" fmla="*/ 149542 h 2305050"/>
                    <a:gd name="connsiteX54" fmla="*/ 300038 w 476250"/>
                    <a:gd name="connsiteY54" fmla="*/ 31432 h 2305050"/>
                    <a:gd name="connsiteX55" fmla="*/ 300038 w 476250"/>
                    <a:gd name="connsiteY55" fmla="*/ 299085 h 2305050"/>
                    <a:gd name="connsiteX56" fmla="*/ 300038 w 476250"/>
                    <a:gd name="connsiteY56" fmla="*/ 180022 h 2305050"/>
                    <a:gd name="connsiteX57" fmla="*/ 179070 w 476250"/>
                    <a:gd name="connsiteY57" fmla="*/ 180022 h 2305050"/>
                    <a:gd name="connsiteX58" fmla="*/ 179070 w 476250"/>
                    <a:gd name="connsiteY58" fmla="*/ 299085 h 2305050"/>
                    <a:gd name="connsiteX59" fmla="*/ 300038 w 476250"/>
                    <a:gd name="connsiteY59" fmla="*/ 299085 h 2305050"/>
                    <a:gd name="connsiteX60" fmla="*/ 147638 w 476250"/>
                    <a:gd name="connsiteY60" fmla="*/ 477202 h 2305050"/>
                    <a:gd name="connsiteX61" fmla="*/ 26670 w 476250"/>
                    <a:gd name="connsiteY61" fmla="*/ 477202 h 2305050"/>
                    <a:gd name="connsiteX62" fmla="*/ 26670 w 476250"/>
                    <a:gd name="connsiteY62" fmla="*/ 594360 h 2305050"/>
                    <a:gd name="connsiteX63" fmla="*/ 147638 w 476250"/>
                    <a:gd name="connsiteY63" fmla="*/ 594360 h 2305050"/>
                    <a:gd name="connsiteX64" fmla="*/ 147638 w 476250"/>
                    <a:gd name="connsiteY64" fmla="*/ 477202 h 2305050"/>
                    <a:gd name="connsiteX65" fmla="*/ 450532 w 476250"/>
                    <a:gd name="connsiteY65" fmla="*/ 1041082 h 2305050"/>
                    <a:gd name="connsiteX66" fmla="*/ 450532 w 476250"/>
                    <a:gd name="connsiteY66" fmla="*/ 923925 h 2305050"/>
                    <a:gd name="connsiteX67" fmla="*/ 331470 w 476250"/>
                    <a:gd name="connsiteY67" fmla="*/ 923925 h 2305050"/>
                    <a:gd name="connsiteX68" fmla="*/ 331470 w 476250"/>
                    <a:gd name="connsiteY68" fmla="*/ 1041082 h 2305050"/>
                    <a:gd name="connsiteX69" fmla="*/ 450532 w 476250"/>
                    <a:gd name="connsiteY69" fmla="*/ 1041082 h 2305050"/>
                    <a:gd name="connsiteX70" fmla="*/ 332422 w 476250"/>
                    <a:gd name="connsiteY70" fmla="*/ 1218248 h 2305050"/>
                    <a:gd name="connsiteX71" fmla="*/ 332422 w 476250"/>
                    <a:gd name="connsiteY71" fmla="*/ 1336357 h 2305050"/>
                    <a:gd name="connsiteX72" fmla="*/ 451485 w 476250"/>
                    <a:gd name="connsiteY72" fmla="*/ 1336357 h 2305050"/>
                    <a:gd name="connsiteX73" fmla="*/ 451485 w 476250"/>
                    <a:gd name="connsiteY73" fmla="*/ 1218248 h 2305050"/>
                    <a:gd name="connsiteX74" fmla="*/ 332422 w 476250"/>
                    <a:gd name="connsiteY74" fmla="*/ 1218248 h 2305050"/>
                    <a:gd name="connsiteX75" fmla="*/ 452438 w 476250"/>
                    <a:gd name="connsiteY75" fmla="*/ 447675 h 2305050"/>
                    <a:gd name="connsiteX76" fmla="*/ 452438 w 476250"/>
                    <a:gd name="connsiteY76" fmla="*/ 329565 h 2305050"/>
                    <a:gd name="connsiteX77" fmla="*/ 331470 w 476250"/>
                    <a:gd name="connsiteY77" fmla="*/ 329565 h 2305050"/>
                    <a:gd name="connsiteX78" fmla="*/ 331470 w 476250"/>
                    <a:gd name="connsiteY78" fmla="*/ 447675 h 2305050"/>
                    <a:gd name="connsiteX79" fmla="*/ 452438 w 476250"/>
                    <a:gd name="connsiteY79" fmla="*/ 447675 h 2305050"/>
                    <a:gd name="connsiteX80" fmla="*/ 300038 w 476250"/>
                    <a:gd name="connsiteY80" fmla="*/ 448627 h 2305050"/>
                    <a:gd name="connsiteX81" fmla="*/ 300038 w 476250"/>
                    <a:gd name="connsiteY81" fmla="*/ 328613 h 2305050"/>
                    <a:gd name="connsiteX82" fmla="*/ 180022 w 476250"/>
                    <a:gd name="connsiteY82" fmla="*/ 328613 h 2305050"/>
                    <a:gd name="connsiteX83" fmla="*/ 180022 w 476250"/>
                    <a:gd name="connsiteY83" fmla="*/ 448627 h 2305050"/>
                    <a:gd name="connsiteX84" fmla="*/ 300038 w 476250"/>
                    <a:gd name="connsiteY84" fmla="*/ 448627 h 2305050"/>
                    <a:gd name="connsiteX85" fmla="*/ 146685 w 476250"/>
                    <a:gd name="connsiteY85" fmla="*/ 299085 h 2305050"/>
                    <a:gd name="connsiteX86" fmla="*/ 146685 w 476250"/>
                    <a:gd name="connsiteY86" fmla="*/ 181927 h 2305050"/>
                    <a:gd name="connsiteX87" fmla="*/ 27622 w 476250"/>
                    <a:gd name="connsiteY87" fmla="*/ 181927 h 2305050"/>
                    <a:gd name="connsiteX88" fmla="*/ 27622 w 476250"/>
                    <a:gd name="connsiteY88" fmla="*/ 299085 h 2305050"/>
                    <a:gd name="connsiteX89" fmla="*/ 146685 w 476250"/>
                    <a:gd name="connsiteY89" fmla="*/ 299085 h 2305050"/>
                    <a:gd name="connsiteX90" fmla="*/ 145732 w 476250"/>
                    <a:gd name="connsiteY90" fmla="*/ 889635 h 2305050"/>
                    <a:gd name="connsiteX91" fmla="*/ 145732 w 476250"/>
                    <a:gd name="connsiteY91" fmla="*/ 772477 h 2305050"/>
                    <a:gd name="connsiteX92" fmla="*/ 28575 w 476250"/>
                    <a:gd name="connsiteY92" fmla="*/ 772477 h 2305050"/>
                    <a:gd name="connsiteX93" fmla="*/ 28575 w 476250"/>
                    <a:gd name="connsiteY93" fmla="*/ 889635 h 2305050"/>
                    <a:gd name="connsiteX94" fmla="*/ 145732 w 476250"/>
                    <a:gd name="connsiteY94" fmla="*/ 889635 h 2305050"/>
                    <a:gd name="connsiteX95" fmla="*/ 179070 w 476250"/>
                    <a:gd name="connsiteY95" fmla="*/ 889635 h 2305050"/>
                    <a:gd name="connsiteX96" fmla="*/ 298132 w 476250"/>
                    <a:gd name="connsiteY96" fmla="*/ 889635 h 2305050"/>
                    <a:gd name="connsiteX97" fmla="*/ 298132 w 476250"/>
                    <a:gd name="connsiteY97" fmla="*/ 772477 h 2305050"/>
                    <a:gd name="connsiteX98" fmla="*/ 179070 w 476250"/>
                    <a:gd name="connsiteY98" fmla="*/ 772477 h 2305050"/>
                    <a:gd name="connsiteX99" fmla="*/ 179070 w 476250"/>
                    <a:gd name="connsiteY99" fmla="*/ 889635 h 2305050"/>
                    <a:gd name="connsiteX100" fmla="*/ 450532 w 476250"/>
                    <a:gd name="connsiteY100" fmla="*/ 890588 h 2305050"/>
                    <a:gd name="connsiteX101" fmla="*/ 450532 w 476250"/>
                    <a:gd name="connsiteY101" fmla="*/ 771525 h 2305050"/>
                    <a:gd name="connsiteX102" fmla="*/ 331470 w 476250"/>
                    <a:gd name="connsiteY102" fmla="*/ 771525 h 2305050"/>
                    <a:gd name="connsiteX103" fmla="*/ 331470 w 476250"/>
                    <a:gd name="connsiteY103" fmla="*/ 890588 h 2305050"/>
                    <a:gd name="connsiteX104" fmla="*/ 450532 w 476250"/>
                    <a:gd name="connsiteY104" fmla="*/ 890588 h 2305050"/>
                    <a:gd name="connsiteX105" fmla="*/ 298132 w 476250"/>
                    <a:gd name="connsiteY105" fmla="*/ 1370648 h 2305050"/>
                    <a:gd name="connsiteX106" fmla="*/ 180022 w 476250"/>
                    <a:gd name="connsiteY106" fmla="*/ 1370648 h 2305050"/>
                    <a:gd name="connsiteX107" fmla="*/ 180022 w 476250"/>
                    <a:gd name="connsiteY107" fmla="*/ 1486853 h 2305050"/>
                    <a:gd name="connsiteX108" fmla="*/ 298132 w 476250"/>
                    <a:gd name="connsiteY108" fmla="*/ 1486853 h 2305050"/>
                    <a:gd name="connsiteX109" fmla="*/ 298132 w 476250"/>
                    <a:gd name="connsiteY109" fmla="*/ 1370648 h 2305050"/>
                    <a:gd name="connsiteX110" fmla="*/ 299085 w 476250"/>
                    <a:gd name="connsiteY110" fmla="*/ 1632585 h 2305050"/>
                    <a:gd name="connsiteX111" fmla="*/ 299085 w 476250"/>
                    <a:gd name="connsiteY111" fmla="*/ 1516380 h 2305050"/>
                    <a:gd name="connsiteX112" fmla="*/ 179070 w 476250"/>
                    <a:gd name="connsiteY112" fmla="*/ 1516380 h 2305050"/>
                    <a:gd name="connsiteX113" fmla="*/ 179070 w 476250"/>
                    <a:gd name="connsiteY113" fmla="*/ 1632585 h 2305050"/>
                    <a:gd name="connsiteX114" fmla="*/ 299085 w 476250"/>
                    <a:gd name="connsiteY114" fmla="*/ 1632585 h 2305050"/>
                    <a:gd name="connsiteX115" fmla="*/ 146685 w 476250"/>
                    <a:gd name="connsiteY115" fmla="*/ 1370648 h 2305050"/>
                    <a:gd name="connsiteX116" fmla="*/ 28575 w 476250"/>
                    <a:gd name="connsiteY116" fmla="*/ 1370648 h 2305050"/>
                    <a:gd name="connsiteX117" fmla="*/ 28575 w 476250"/>
                    <a:gd name="connsiteY117" fmla="*/ 1486853 h 2305050"/>
                    <a:gd name="connsiteX118" fmla="*/ 146685 w 476250"/>
                    <a:gd name="connsiteY118" fmla="*/ 1486853 h 2305050"/>
                    <a:gd name="connsiteX119" fmla="*/ 146685 w 476250"/>
                    <a:gd name="connsiteY119" fmla="*/ 1370648 h 2305050"/>
                    <a:gd name="connsiteX120" fmla="*/ 449580 w 476250"/>
                    <a:gd name="connsiteY120" fmla="*/ 1631632 h 2305050"/>
                    <a:gd name="connsiteX121" fmla="*/ 449580 w 476250"/>
                    <a:gd name="connsiteY121" fmla="*/ 1514475 h 2305050"/>
                    <a:gd name="connsiteX122" fmla="*/ 332422 w 476250"/>
                    <a:gd name="connsiteY122" fmla="*/ 1514475 h 2305050"/>
                    <a:gd name="connsiteX123" fmla="*/ 332422 w 476250"/>
                    <a:gd name="connsiteY123" fmla="*/ 1631632 h 2305050"/>
                    <a:gd name="connsiteX124" fmla="*/ 449580 w 476250"/>
                    <a:gd name="connsiteY124" fmla="*/ 1631632 h 230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</a:cxnLst>
                  <a:rect l="l" t="t" r="r" b="b"/>
                  <a:pathLst>
                    <a:path w="476250" h="2305050">
                      <a:moveTo>
                        <a:pt x="477202" y="2308860"/>
                      </a:moveTo>
                      <a:cubicBezTo>
                        <a:pt x="316230" y="2308860"/>
                        <a:pt x="160020" y="2308860"/>
                        <a:pt x="0" y="2308860"/>
                      </a:cubicBezTo>
                      <a:cubicBezTo>
                        <a:pt x="0" y="1539240"/>
                        <a:pt x="0" y="771525"/>
                        <a:pt x="0" y="0"/>
                      </a:cubicBezTo>
                      <a:cubicBezTo>
                        <a:pt x="157163" y="0"/>
                        <a:pt x="315277" y="0"/>
                        <a:pt x="477202" y="0"/>
                      </a:cubicBezTo>
                      <a:cubicBezTo>
                        <a:pt x="477202" y="767715"/>
                        <a:pt x="477202" y="1536382"/>
                        <a:pt x="477202" y="2308860"/>
                      </a:cubicBezTo>
                      <a:close/>
                      <a:moveTo>
                        <a:pt x="452438" y="1071563"/>
                      </a:moveTo>
                      <a:cubicBezTo>
                        <a:pt x="412432" y="1071563"/>
                        <a:pt x="372427" y="1071563"/>
                        <a:pt x="332422" y="1071563"/>
                      </a:cubicBezTo>
                      <a:cubicBezTo>
                        <a:pt x="332422" y="1112520"/>
                        <a:pt x="332422" y="1150620"/>
                        <a:pt x="332422" y="1188720"/>
                      </a:cubicBezTo>
                      <a:cubicBezTo>
                        <a:pt x="374332" y="1188720"/>
                        <a:pt x="412432" y="1188720"/>
                        <a:pt x="452438" y="1188720"/>
                      </a:cubicBezTo>
                      <a:cubicBezTo>
                        <a:pt x="452438" y="1147763"/>
                        <a:pt x="452438" y="1111567"/>
                        <a:pt x="452438" y="1071563"/>
                      </a:cubicBezTo>
                      <a:close/>
                      <a:moveTo>
                        <a:pt x="298132" y="1190625"/>
                      </a:moveTo>
                      <a:cubicBezTo>
                        <a:pt x="298132" y="1147763"/>
                        <a:pt x="298132" y="1108710"/>
                        <a:pt x="298132" y="1070610"/>
                      </a:cubicBezTo>
                      <a:cubicBezTo>
                        <a:pt x="256222" y="1070610"/>
                        <a:pt x="218122" y="1070610"/>
                        <a:pt x="180975" y="1070610"/>
                      </a:cubicBezTo>
                      <a:cubicBezTo>
                        <a:pt x="180975" y="1112520"/>
                        <a:pt x="180975" y="1151573"/>
                        <a:pt x="180975" y="1190625"/>
                      </a:cubicBezTo>
                      <a:cubicBezTo>
                        <a:pt x="220980" y="1190625"/>
                        <a:pt x="257175" y="1190625"/>
                        <a:pt x="298132" y="1190625"/>
                      </a:cubicBezTo>
                      <a:close/>
                      <a:moveTo>
                        <a:pt x="27622" y="1188720"/>
                      </a:moveTo>
                      <a:cubicBezTo>
                        <a:pt x="68580" y="1188720"/>
                        <a:pt x="106680" y="1188720"/>
                        <a:pt x="146685" y="1188720"/>
                      </a:cubicBezTo>
                      <a:cubicBezTo>
                        <a:pt x="146685" y="1146810"/>
                        <a:pt x="146685" y="1108710"/>
                        <a:pt x="146685" y="1070610"/>
                      </a:cubicBezTo>
                      <a:cubicBezTo>
                        <a:pt x="104775" y="1070610"/>
                        <a:pt x="66675" y="1070610"/>
                        <a:pt x="27622" y="1070610"/>
                      </a:cubicBezTo>
                      <a:cubicBezTo>
                        <a:pt x="27622" y="1112520"/>
                        <a:pt x="27622" y="1149667"/>
                        <a:pt x="27622" y="1188720"/>
                      </a:cubicBezTo>
                      <a:close/>
                      <a:moveTo>
                        <a:pt x="28575" y="328613"/>
                      </a:moveTo>
                      <a:cubicBezTo>
                        <a:pt x="28575" y="372427"/>
                        <a:pt x="28575" y="410527"/>
                        <a:pt x="28575" y="448627"/>
                      </a:cubicBezTo>
                      <a:cubicBezTo>
                        <a:pt x="70485" y="448627"/>
                        <a:pt x="107632" y="448627"/>
                        <a:pt x="147638" y="448627"/>
                      </a:cubicBezTo>
                      <a:cubicBezTo>
                        <a:pt x="147638" y="407670"/>
                        <a:pt x="147638" y="369570"/>
                        <a:pt x="147638" y="328613"/>
                      </a:cubicBezTo>
                      <a:cubicBezTo>
                        <a:pt x="106680" y="328613"/>
                        <a:pt x="68580" y="328613"/>
                        <a:pt x="28575" y="328613"/>
                      </a:cubicBezTo>
                      <a:close/>
                      <a:moveTo>
                        <a:pt x="450532" y="744855"/>
                      </a:moveTo>
                      <a:cubicBezTo>
                        <a:pt x="450532" y="702945"/>
                        <a:pt x="450532" y="664845"/>
                        <a:pt x="450532" y="627697"/>
                      </a:cubicBezTo>
                      <a:cubicBezTo>
                        <a:pt x="408622" y="627697"/>
                        <a:pt x="369570" y="627697"/>
                        <a:pt x="331470" y="627697"/>
                      </a:cubicBezTo>
                      <a:cubicBezTo>
                        <a:pt x="331470" y="668655"/>
                        <a:pt x="331470" y="705802"/>
                        <a:pt x="331470" y="744855"/>
                      </a:cubicBezTo>
                      <a:cubicBezTo>
                        <a:pt x="371475" y="744855"/>
                        <a:pt x="409575" y="744855"/>
                        <a:pt x="450532" y="744855"/>
                      </a:cubicBezTo>
                      <a:close/>
                      <a:moveTo>
                        <a:pt x="147638" y="626745"/>
                      </a:moveTo>
                      <a:cubicBezTo>
                        <a:pt x="106680" y="626745"/>
                        <a:pt x="67627" y="626745"/>
                        <a:pt x="27622" y="626745"/>
                      </a:cubicBezTo>
                      <a:cubicBezTo>
                        <a:pt x="27622" y="667702"/>
                        <a:pt x="27622" y="706755"/>
                        <a:pt x="27622" y="743902"/>
                      </a:cubicBezTo>
                      <a:cubicBezTo>
                        <a:pt x="69532" y="743902"/>
                        <a:pt x="107632" y="743902"/>
                        <a:pt x="147638" y="743902"/>
                      </a:cubicBezTo>
                      <a:cubicBezTo>
                        <a:pt x="147638" y="702945"/>
                        <a:pt x="147638" y="665797"/>
                        <a:pt x="147638" y="626745"/>
                      </a:cubicBezTo>
                      <a:close/>
                      <a:moveTo>
                        <a:pt x="298132" y="1337310"/>
                      </a:moveTo>
                      <a:cubicBezTo>
                        <a:pt x="298132" y="1295400"/>
                        <a:pt x="298132" y="1257300"/>
                        <a:pt x="298132" y="1219200"/>
                      </a:cubicBezTo>
                      <a:cubicBezTo>
                        <a:pt x="256222" y="1219200"/>
                        <a:pt x="219075" y="1219200"/>
                        <a:pt x="180975" y="1219200"/>
                      </a:cubicBezTo>
                      <a:cubicBezTo>
                        <a:pt x="180975" y="1260157"/>
                        <a:pt x="180975" y="1298257"/>
                        <a:pt x="180975" y="1337310"/>
                      </a:cubicBezTo>
                      <a:cubicBezTo>
                        <a:pt x="220980" y="1337310"/>
                        <a:pt x="257175" y="1337310"/>
                        <a:pt x="298132" y="1337310"/>
                      </a:cubicBezTo>
                      <a:close/>
                      <a:moveTo>
                        <a:pt x="180022" y="476250"/>
                      </a:moveTo>
                      <a:cubicBezTo>
                        <a:pt x="180022" y="518160"/>
                        <a:pt x="180022" y="556260"/>
                        <a:pt x="180022" y="595313"/>
                      </a:cubicBezTo>
                      <a:cubicBezTo>
                        <a:pt x="220980" y="595313"/>
                        <a:pt x="259080" y="595313"/>
                        <a:pt x="299085" y="595313"/>
                      </a:cubicBezTo>
                      <a:cubicBezTo>
                        <a:pt x="299085" y="554355"/>
                        <a:pt x="299085" y="516255"/>
                        <a:pt x="299085" y="476250"/>
                      </a:cubicBezTo>
                      <a:cubicBezTo>
                        <a:pt x="259080" y="476250"/>
                        <a:pt x="220980" y="476250"/>
                        <a:pt x="180022" y="476250"/>
                      </a:cubicBezTo>
                      <a:close/>
                      <a:moveTo>
                        <a:pt x="452438" y="32385"/>
                      </a:moveTo>
                      <a:cubicBezTo>
                        <a:pt x="411480" y="32385"/>
                        <a:pt x="372427" y="32385"/>
                        <a:pt x="330518" y="32385"/>
                      </a:cubicBezTo>
                      <a:cubicBezTo>
                        <a:pt x="330518" y="71438"/>
                        <a:pt x="330518" y="108585"/>
                        <a:pt x="330518" y="148590"/>
                      </a:cubicBezTo>
                      <a:cubicBezTo>
                        <a:pt x="371475" y="148590"/>
                        <a:pt x="411480" y="148590"/>
                        <a:pt x="452438" y="148590"/>
                      </a:cubicBezTo>
                      <a:cubicBezTo>
                        <a:pt x="452438" y="109538"/>
                        <a:pt x="452438" y="73342"/>
                        <a:pt x="452438" y="32385"/>
                      </a:cubicBezTo>
                      <a:close/>
                      <a:moveTo>
                        <a:pt x="300038" y="31432"/>
                      </a:moveTo>
                      <a:cubicBezTo>
                        <a:pt x="257175" y="31432"/>
                        <a:pt x="219075" y="31432"/>
                        <a:pt x="180022" y="31432"/>
                      </a:cubicBezTo>
                      <a:cubicBezTo>
                        <a:pt x="180022" y="72390"/>
                        <a:pt x="180022" y="111442"/>
                        <a:pt x="180022" y="149542"/>
                      </a:cubicBezTo>
                      <a:cubicBezTo>
                        <a:pt x="221932" y="149542"/>
                        <a:pt x="260985" y="149542"/>
                        <a:pt x="300038" y="149542"/>
                      </a:cubicBezTo>
                      <a:cubicBezTo>
                        <a:pt x="300038" y="108585"/>
                        <a:pt x="300038" y="71438"/>
                        <a:pt x="300038" y="31432"/>
                      </a:cubicBezTo>
                      <a:close/>
                      <a:moveTo>
                        <a:pt x="300038" y="299085"/>
                      </a:moveTo>
                      <a:cubicBezTo>
                        <a:pt x="300038" y="257175"/>
                        <a:pt x="300038" y="220027"/>
                        <a:pt x="300038" y="180022"/>
                      </a:cubicBezTo>
                      <a:cubicBezTo>
                        <a:pt x="259080" y="180022"/>
                        <a:pt x="220027" y="180022"/>
                        <a:pt x="179070" y="180022"/>
                      </a:cubicBezTo>
                      <a:cubicBezTo>
                        <a:pt x="179070" y="220027"/>
                        <a:pt x="179070" y="258127"/>
                        <a:pt x="179070" y="299085"/>
                      </a:cubicBezTo>
                      <a:cubicBezTo>
                        <a:pt x="220027" y="299085"/>
                        <a:pt x="258127" y="299085"/>
                        <a:pt x="300038" y="299085"/>
                      </a:cubicBezTo>
                      <a:close/>
                      <a:moveTo>
                        <a:pt x="147638" y="477202"/>
                      </a:moveTo>
                      <a:cubicBezTo>
                        <a:pt x="104775" y="477202"/>
                        <a:pt x="66675" y="477202"/>
                        <a:pt x="26670" y="477202"/>
                      </a:cubicBezTo>
                      <a:cubicBezTo>
                        <a:pt x="26670" y="517207"/>
                        <a:pt x="26670" y="554355"/>
                        <a:pt x="26670" y="594360"/>
                      </a:cubicBezTo>
                      <a:cubicBezTo>
                        <a:pt x="67627" y="594360"/>
                        <a:pt x="106680" y="594360"/>
                        <a:pt x="147638" y="594360"/>
                      </a:cubicBezTo>
                      <a:cubicBezTo>
                        <a:pt x="147638" y="554355"/>
                        <a:pt x="147638" y="517207"/>
                        <a:pt x="147638" y="477202"/>
                      </a:cubicBezTo>
                      <a:close/>
                      <a:moveTo>
                        <a:pt x="450532" y="1041082"/>
                      </a:moveTo>
                      <a:cubicBezTo>
                        <a:pt x="450532" y="1001077"/>
                        <a:pt x="450532" y="962025"/>
                        <a:pt x="450532" y="923925"/>
                      </a:cubicBezTo>
                      <a:cubicBezTo>
                        <a:pt x="408622" y="923925"/>
                        <a:pt x="370522" y="923925"/>
                        <a:pt x="331470" y="923925"/>
                      </a:cubicBezTo>
                      <a:cubicBezTo>
                        <a:pt x="331470" y="964882"/>
                        <a:pt x="331470" y="1002030"/>
                        <a:pt x="331470" y="1041082"/>
                      </a:cubicBezTo>
                      <a:cubicBezTo>
                        <a:pt x="372427" y="1041082"/>
                        <a:pt x="410527" y="1041082"/>
                        <a:pt x="450532" y="1041082"/>
                      </a:cubicBezTo>
                      <a:close/>
                      <a:moveTo>
                        <a:pt x="332422" y="1218248"/>
                      </a:moveTo>
                      <a:cubicBezTo>
                        <a:pt x="332422" y="1258253"/>
                        <a:pt x="332422" y="1296353"/>
                        <a:pt x="332422" y="1336357"/>
                      </a:cubicBezTo>
                      <a:cubicBezTo>
                        <a:pt x="373380" y="1336357"/>
                        <a:pt x="410527" y="1336357"/>
                        <a:pt x="451485" y="1336357"/>
                      </a:cubicBezTo>
                      <a:cubicBezTo>
                        <a:pt x="451485" y="1296353"/>
                        <a:pt x="451485" y="1257300"/>
                        <a:pt x="451485" y="1218248"/>
                      </a:cubicBezTo>
                      <a:cubicBezTo>
                        <a:pt x="409575" y="1218248"/>
                        <a:pt x="372427" y="1218248"/>
                        <a:pt x="332422" y="1218248"/>
                      </a:cubicBezTo>
                      <a:close/>
                      <a:moveTo>
                        <a:pt x="452438" y="447675"/>
                      </a:moveTo>
                      <a:cubicBezTo>
                        <a:pt x="452438" y="406717"/>
                        <a:pt x="452438" y="369570"/>
                        <a:pt x="452438" y="329565"/>
                      </a:cubicBezTo>
                      <a:cubicBezTo>
                        <a:pt x="411480" y="329565"/>
                        <a:pt x="371475" y="329565"/>
                        <a:pt x="331470" y="329565"/>
                      </a:cubicBezTo>
                      <a:cubicBezTo>
                        <a:pt x="331470" y="370522"/>
                        <a:pt x="331470" y="408622"/>
                        <a:pt x="331470" y="447675"/>
                      </a:cubicBezTo>
                      <a:cubicBezTo>
                        <a:pt x="371475" y="447675"/>
                        <a:pt x="409575" y="447675"/>
                        <a:pt x="452438" y="447675"/>
                      </a:cubicBezTo>
                      <a:close/>
                      <a:moveTo>
                        <a:pt x="300038" y="448627"/>
                      </a:moveTo>
                      <a:cubicBezTo>
                        <a:pt x="300038" y="405765"/>
                        <a:pt x="300038" y="368617"/>
                        <a:pt x="300038" y="328613"/>
                      </a:cubicBezTo>
                      <a:cubicBezTo>
                        <a:pt x="258127" y="328613"/>
                        <a:pt x="219075" y="328613"/>
                        <a:pt x="180022" y="328613"/>
                      </a:cubicBezTo>
                      <a:cubicBezTo>
                        <a:pt x="180022" y="370522"/>
                        <a:pt x="180022" y="408622"/>
                        <a:pt x="180022" y="448627"/>
                      </a:cubicBezTo>
                      <a:cubicBezTo>
                        <a:pt x="220980" y="448627"/>
                        <a:pt x="258127" y="448627"/>
                        <a:pt x="300038" y="448627"/>
                      </a:cubicBezTo>
                      <a:close/>
                      <a:moveTo>
                        <a:pt x="146685" y="299085"/>
                      </a:moveTo>
                      <a:cubicBezTo>
                        <a:pt x="146685" y="256222"/>
                        <a:pt x="146685" y="218122"/>
                        <a:pt x="146685" y="181927"/>
                      </a:cubicBezTo>
                      <a:cubicBezTo>
                        <a:pt x="103822" y="181927"/>
                        <a:pt x="65722" y="181927"/>
                        <a:pt x="27622" y="181927"/>
                      </a:cubicBezTo>
                      <a:cubicBezTo>
                        <a:pt x="27622" y="222885"/>
                        <a:pt x="27622" y="260032"/>
                        <a:pt x="27622" y="299085"/>
                      </a:cubicBezTo>
                      <a:cubicBezTo>
                        <a:pt x="67627" y="299085"/>
                        <a:pt x="104775" y="299085"/>
                        <a:pt x="146685" y="299085"/>
                      </a:cubicBezTo>
                      <a:close/>
                      <a:moveTo>
                        <a:pt x="145732" y="889635"/>
                      </a:moveTo>
                      <a:cubicBezTo>
                        <a:pt x="145732" y="848677"/>
                        <a:pt x="145732" y="810577"/>
                        <a:pt x="145732" y="772477"/>
                      </a:cubicBezTo>
                      <a:cubicBezTo>
                        <a:pt x="103822" y="772477"/>
                        <a:pt x="66675" y="772477"/>
                        <a:pt x="28575" y="772477"/>
                      </a:cubicBezTo>
                      <a:cubicBezTo>
                        <a:pt x="28575" y="813435"/>
                        <a:pt x="28575" y="851535"/>
                        <a:pt x="28575" y="889635"/>
                      </a:cubicBezTo>
                      <a:cubicBezTo>
                        <a:pt x="70485" y="889635"/>
                        <a:pt x="107632" y="889635"/>
                        <a:pt x="145732" y="889635"/>
                      </a:cubicBezTo>
                      <a:close/>
                      <a:moveTo>
                        <a:pt x="179070" y="889635"/>
                      </a:moveTo>
                      <a:cubicBezTo>
                        <a:pt x="220027" y="889635"/>
                        <a:pt x="258127" y="889635"/>
                        <a:pt x="298132" y="889635"/>
                      </a:cubicBezTo>
                      <a:cubicBezTo>
                        <a:pt x="298132" y="848677"/>
                        <a:pt x="298132" y="810577"/>
                        <a:pt x="298132" y="772477"/>
                      </a:cubicBezTo>
                      <a:cubicBezTo>
                        <a:pt x="256222" y="772477"/>
                        <a:pt x="219075" y="772477"/>
                        <a:pt x="179070" y="772477"/>
                      </a:cubicBezTo>
                      <a:cubicBezTo>
                        <a:pt x="179070" y="812482"/>
                        <a:pt x="179070" y="849630"/>
                        <a:pt x="179070" y="889635"/>
                      </a:cubicBezTo>
                      <a:close/>
                      <a:moveTo>
                        <a:pt x="450532" y="890588"/>
                      </a:moveTo>
                      <a:cubicBezTo>
                        <a:pt x="450532" y="849630"/>
                        <a:pt x="450532" y="811530"/>
                        <a:pt x="450532" y="771525"/>
                      </a:cubicBezTo>
                      <a:cubicBezTo>
                        <a:pt x="409575" y="771525"/>
                        <a:pt x="372427" y="771525"/>
                        <a:pt x="331470" y="771525"/>
                      </a:cubicBezTo>
                      <a:cubicBezTo>
                        <a:pt x="331470" y="811530"/>
                        <a:pt x="331470" y="850582"/>
                        <a:pt x="331470" y="890588"/>
                      </a:cubicBezTo>
                      <a:cubicBezTo>
                        <a:pt x="372427" y="890588"/>
                        <a:pt x="410527" y="890588"/>
                        <a:pt x="450532" y="890588"/>
                      </a:cubicBezTo>
                      <a:close/>
                      <a:moveTo>
                        <a:pt x="298132" y="1370648"/>
                      </a:moveTo>
                      <a:cubicBezTo>
                        <a:pt x="257175" y="1370648"/>
                        <a:pt x="218122" y="1370648"/>
                        <a:pt x="180022" y="1370648"/>
                      </a:cubicBezTo>
                      <a:cubicBezTo>
                        <a:pt x="180022" y="1410653"/>
                        <a:pt x="180022" y="1447800"/>
                        <a:pt x="180022" y="1486853"/>
                      </a:cubicBezTo>
                      <a:cubicBezTo>
                        <a:pt x="220980" y="1486853"/>
                        <a:pt x="257175" y="1486853"/>
                        <a:pt x="298132" y="1486853"/>
                      </a:cubicBezTo>
                      <a:cubicBezTo>
                        <a:pt x="298132" y="1447800"/>
                        <a:pt x="298132" y="1411605"/>
                        <a:pt x="298132" y="1370648"/>
                      </a:cubicBezTo>
                      <a:close/>
                      <a:moveTo>
                        <a:pt x="299085" y="1632585"/>
                      </a:moveTo>
                      <a:cubicBezTo>
                        <a:pt x="299085" y="1590675"/>
                        <a:pt x="299085" y="1553528"/>
                        <a:pt x="299085" y="1516380"/>
                      </a:cubicBezTo>
                      <a:cubicBezTo>
                        <a:pt x="258127" y="1516380"/>
                        <a:pt x="219075" y="1516380"/>
                        <a:pt x="179070" y="1516380"/>
                      </a:cubicBezTo>
                      <a:cubicBezTo>
                        <a:pt x="179070" y="1557338"/>
                        <a:pt x="179070" y="1594485"/>
                        <a:pt x="179070" y="1632585"/>
                      </a:cubicBezTo>
                      <a:cubicBezTo>
                        <a:pt x="219075" y="1632585"/>
                        <a:pt x="256222" y="1632585"/>
                        <a:pt x="299085" y="1632585"/>
                      </a:cubicBezTo>
                      <a:close/>
                      <a:moveTo>
                        <a:pt x="146685" y="1370648"/>
                      </a:moveTo>
                      <a:cubicBezTo>
                        <a:pt x="104775" y="1370648"/>
                        <a:pt x="65722" y="1370648"/>
                        <a:pt x="28575" y="1370648"/>
                      </a:cubicBezTo>
                      <a:cubicBezTo>
                        <a:pt x="28575" y="1410653"/>
                        <a:pt x="28575" y="1447800"/>
                        <a:pt x="28575" y="1486853"/>
                      </a:cubicBezTo>
                      <a:cubicBezTo>
                        <a:pt x="69532" y="1486853"/>
                        <a:pt x="106680" y="1486853"/>
                        <a:pt x="146685" y="1486853"/>
                      </a:cubicBezTo>
                      <a:cubicBezTo>
                        <a:pt x="146685" y="1447800"/>
                        <a:pt x="146685" y="1410653"/>
                        <a:pt x="146685" y="1370648"/>
                      </a:cubicBezTo>
                      <a:close/>
                      <a:moveTo>
                        <a:pt x="449580" y="1631632"/>
                      </a:moveTo>
                      <a:cubicBezTo>
                        <a:pt x="449580" y="1591628"/>
                        <a:pt x="449580" y="1553528"/>
                        <a:pt x="449580" y="1514475"/>
                      </a:cubicBezTo>
                      <a:cubicBezTo>
                        <a:pt x="409575" y="1514475"/>
                        <a:pt x="372427" y="1514475"/>
                        <a:pt x="332422" y="1514475"/>
                      </a:cubicBezTo>
                      <a:cubicBezTo>
                        <a:pt x="332422" y="1554480"/>
                        <a:pt x="332422" y="1592580"/>
                        <a:pt x="332422" y="1631632"/>
                      </a:cubicBezTo>
                      <a:cubicBezTo>
                        <a:pt x="373380" y="1631632"/>
                        <a:pt x="410527" y="1631632"/>
                        <a:pt x="449580" y="163163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/>
                <p:cNvSpPr/>
                <p:nvPr/>
              </p:nvSpPr>
              <p:spPr>
                <a:xfrm>
                  <a:off x="6153901" y="2280010"/>
                  <a:ext cx="565541" cy="1976576"/>
                </a:xfrm>
                <a:custGeom>
                  <a:avLst/>
                  <a:gdLst>
                    <a:gd name="connsiteX0" fmla="*/ 335796 w 565541"/>
                    <a:gd name="connsiteY0" fmla="*/ 1531565 h 1976576"/>
                    <a:gd name="connsiteX1" fmla="*/ 335796 w 565541"/>
                    <a:gd name="connsiteY1" fmla="*/ 1585857 h 1976576"/>
                    <a:gd name="connsiteX2" fmla="*/ 441823 w 565541"/>
                    <a:gd name="connsiteY2" fmla="*/ 1585857 h 1976576"/>
                    <a:gd name="connsiteX3" fmla="*/ 441823 w 565541"/>
                    <a:gd name="connsiteY3" fmla="*/ 1531565 h 1976576"/>
                    <a:gd name="connsiteX4" fmla="*/ 123718 w 565541"/>
                    <a:gd name="connsiteY4" fmla="*/ 1526871 h 1976576"/>
                    <a:gd name="connsiteX5" fmla="*/ 123718 w 565541"/>
                    <a:gd name="connsiteY5" fmla="*/ 1581163 h 1976576"/>
                    <a:gd name="connsiteX6" fmla="*/ 229745 w 565541"/>
                    <a:gd name="connsiteY6" fmla="*/ 1581163 h 1976576"/>
                    <a:gd name="connsiteX7" fmla="*/ 229745 w 565541"/>
                    <a:gd name="connsiteY7" fmla="*/ 1526871 h 1976576"/>
                    <a:gd name="connsiteX8" fmla="*/ 335796 w 565541"/>
                    <a:gd name="connsiteY8" fmla="*/ 1409581 h 1976576"/>
                    <a:gd name="connsiteX9" fmla="*/ 335796 w 565541"/>
                    <a:gd name="connsiteY9" fmla="*/ 1463873 h 1976576"/>
                    <a:gd name="connsiteX10" fmla="*/ 441823 w 565541"/>
                    <a:gd name="connsiteY10" fmla="*/ 1463873 h 1976576"/>
                    <a:gd name="connsiteX11" fmla="*/ 441823 w 565541"/>
                    <a:gd name="connsiteY11" fmla="*/ 1409581 h 1976576"/>
                    <a:gd name="connsiteX12" fmla="*/ 123718 w 565541"/>
                    <a:gd name="connsiteY12" fmla="*/ 1404887 h 1976576"/>
                    <a:gd name="connsiteX13" fmla="*/ 123718 w 565541"/>
                    <a:gd name="connsiteY13" fmla="*/ 1459180 h 1976576"/>
                    <a:gd name="connsiteX14" fmla="*/ 229745 w 565541"/>
                    <a:gd name="connsiteY14" fmla="*/ 1459180 h 1976576"/>
                    <a:gd name="connsiteX15" fmla="*/ 229745 w 565541"/>
                    <a:gd name="connsiteY15" fmla="*/ 1404887 h 1976576"/>
                    <a:gd name="connsiteX16" fmla="*/ 335796 w 565541"/>
                    <a:gd name="connsiteY16" fmla="*/ 1287599 h 1976576"/>
                    <a:gd name="connsiteX17" fmla="*/ 335796 w 565541"/>
                    <a:gd name="connsiteY17" fmla="*/ 1341892 h 1976576"/>
                    <a:gd name="connsiteX18" fmla="*/ 441823 w 565541"/>
                    <a:gd name="connsiteY18" fmla="*/ 1341892 h 1976576"/>
                    <a:gd name="connsiteX19" fmla="*/ 441823 w 565541"/>
                    <a:gd name="connsiteY19" fmla="*/ 1287599 h 1976576"/>
                    <a:gd name="connsiteX20" fmla="*/ 123718 w 565541"/>
                    <a:gd name="connsiteY20" fmla="*/ 1282905 h 1976576"/>
                    <a:gd name="connsiteX21" fmla="*/ 123718 w 565541"/>
                    <a:gd name="connsiteY21" fmla="*/ 1337198 h 1976576"/>
                    <a:gd name="connsiteX22" fmla="*/ 229745 w 565541"/>
                    <a:gd name="connsiteY22" fmla="*/ 1337198 h 1976576"/>
                    <a:gd name="connsiteX23" fmla="*/ 229745 w 565541"/>
                    <a:gd name="connsiteY23" fmla="*/ 1282905 h 1976576"/>
                    <a:gd name="connsiteX24" fmla="*/ 335796 w 565541"/>
                    <a:gd name="connsiteY24" fmla="*/ 1165617 h 1976576"/>
                    <a:gd name="connsiteX25" fmla="*/ 335796 w 565541"/>
                    <a:gd name="connsiteY25" fmla="*/ 1219910 h 1976576"/>
                    <a:gd name="connsiteX26" fmla="*/ 441823 w 565541"/>
                    <a:gd name="connsiteY26" fmla="*/ 1219910 h 1976576"/>
                    <a:gd name="connsiteX27" fmla="*/ 441823 w 565541"/>
                    <a:gd name="connsiteY27" fmla="*/ 1165617 h 1976576"/>
                    <a:gd name="connsiteX28" fmla="*/ 123718 w 565541"/>
                    <a:gd name="connsiteY28" fmla="*/ 1160924 h 1976576"/>
                    <a:gd name="connsiteX29" fmla="*/ 123718 w 565541"/>
                    <a:gd name="connsiteY29" fmla="*/ 1215216 h 1976576"/>
                    <a:gd name="connsiteX30" fmla="*/ 229745 w 565541"/>
                    <a:gd name="connsiteY30" fmla="*/ 1215216 h 1976576"/>
                    <a:gd name="connsiteX31" fmla="*/ 229745 w 565541"/>
                    <a:gd name="connsiteY31" fmla="*/ 1160924 h 1976576"/>
                    <a:gd name="connsiteX32" fmla="*/ 335796 w 565541"/>
                    <a:gd name="connsiteY32" fmla="*/ 1043636 h 1976576"/>
                    <a:gd name="connsiteX33" fmla="*/ 335796 w 565541"/>
                    <a:gd name="connsiteY33" fmla="*/ 1097928 h 1976576"/>
                    <a:gd name="connsiteX34" fmla="*/ 441823 w 565541"/>
                    <a:gd name="connsiteY34" fmla="*/ 1097928 h 1976576"/>
                    <a:gd name="connsiteX35" fmla="*/ 441823 w 565541"/>
                    <a:gd name="connsiteY35" fmla="*/ 1043636 h 1976576"/>
                    <a:gd name="connsiteX36" fmla="*/ 123718 w 565541"/>
                    <a:gd name="connsiteY36" fmla="*/ 1038942 h 1976576"/>
                    <a:gd name="connsiteX37" fmla="*/ 123718 w 565541"/>
                    <a:gd name="connsiteY37" fmla="*/ 1093234 h 1976576"/>
                    <a:gd name="connsiteX38" fmla="*/ 229745 w 565541"/>
                    <a:gd name="connsiteY38" fmla="*/ 1093234 h 1976576"/>
                    <a:gd name="connsiteX39" fmla="*/ 229745 w 565541"/>
                    <a:gd name="connsiteY39" fmla="*/ 1038942 h 1976576"/>
                    <a:gd name="connsiteX40" fmla="*/ 335796 w 565541"/>
                    <a:gd name="connsiteY40" fmla="*/ 921654 h 1976576"/>
                    <a:gd name="connsiteX41" fmla="*/ 335796 w 565541"/>
                    <a:gd name="connsiteY41" fmla="*/ 975946 h 1976576"/>
                    <a:gd name="connsiteX42" fmla="*/ 441823 w 565541"/>
                    <a:gd name="connsiteY42" fmla="*/ 975946 h 1976576"/>
                    <a:gd name="connsiteX43" fmla="*/ 441823 w 565541"/>
                    <a:gd name="connsiteY43" fmla="*/ 921654 h 1976576"/>
                    <a:gd name="connsiteX44" fmla="*/ 123718 w 565541"/>
                    <a:gd name="connsiteY44" fmla="*/ 916960 h 1976576"/>
                    <a:gd name="connsiteX45" fmla="*/ 123718 w 565541"/>
                    <a:gd name="connsiteY45" fmla="*/ 971252 h 1976576"/>
                    <a:gd name="connsiteX46" fmla="*/ 229745 w 565541"/>
                    <a:gd name="connsiteY46" fmla="*/ 971252 h 1976576"/>
                    <a:gd name="connsiteX47" fmla="*/ 229745 w 565541"/>
                    <a:gd name="connsiteY47" fmla="*/ 916960 h 1976576"/>
                    <a:gd name="connsiteX48" fmla="*/ 335796 w 565541"/>
                    <a:gd name="connsiteY48" fmla="*/ 799672 h 1976576"/>
                    <a:gd name="connsiteX49" fmla="*/ 335796 w 565541"/>
                    <a:gd name="connsiteY49" fmla="*/ 853964 h 1976576"/>
                    <a:gd name="connsiteX50" fmla="*/ 441823 w 565541"/>
                    <a:gd name="connsiteY50" fmla="*/ 853964 h 1976576"/>
                    <a:gd name="connsiteX51" fmla="*/ 441823 w 565541"/>
                    <a:gd name="connsiteY51" fmla="*/ 799672 h 1976576"/>
                    <a:gd name="connsiteX52" fmla="*/ 123718 w 565541"/>
                    <a:gd name="connsiteY52" fmla="*/ 794978 h 1976576"/>
                    <a:gd name="connsiteX53" fmla="*/ 123718 w 565541"/>
                    <a:gd name="connsiteY53" fmla="*/ 849270 h 1976576"/>
                    <a:gd name="connsiteX54" fmla="*/ 229745 w 565541"/>
                    <a:gd name="connsiteY54" fmla="*/ 849270 h 1976576"/>
                    <a:gd name="connsiteX55" fmla="*/ 229745 w 565541"/>
                    <a:gd name="connsiteY55" fmla="*/ 794978 h 1976576"/>
                    <a:gd name="connsiteX56" fmla="*/ 335796 w 565541"/>
                    <a:gd name="connsiteY56" fmla="*/ 677690 h 1976576"/>
                    <a:gd name="connsiteX57" fmla="*/ 335796 w 565541"/>
                    <a:gd name="connsiteY57" fmla="*/ 731982 h 1976576"/>
                    <a:gd name="connsiteX58" fmla="*/ 441823 w 565541"/>
                    <a:gd name="connsiteY58" fmla="*/ 731982 h 1976576"/>
                    <a:gd name="connsiteX59" fmla="*/ 441823 w 565541"/>
                    <a:gd name="connsiteY59" fmla="*/ 677690 h 1976576"/>
                    <a:gd name="connsiteX60" fmla="*/ 123718 w 565541"/>
                    <a:gd name="connsiteY60" fmla="*/ 672996 h 1976576"/>
                    <a:gd name="connsiteX61" fmla="*/ 123718 w 565541"/>
                    <a:gd name="connsiteY61" fmla="*/ 727289 h 1976576"/>
                    <a:gd name="connsiteX62" fmla="*/ 229745 w 565541"/>
                    <a:gd name="connsiteY62" fmla="*/ 727289 h 1976576"/>
                    <a:gd name="connsiteX63" fmla="*/ 229745 w 565541"/>
                    <a:gd name="connsiteY63" fmla="*/ 672996 h 1976576"/>
                    <a:gd name="connsiteX64" fmla="*/ 335796 w 565541"/>
                    <a:gd name="connsiteY64" fmla="*/ 555708 h 1976576"/>
                    <a:gd name="connsiteX65" fmla="*/ 335796 w 565541"/>
                    <a:gd name="connsiteY65" fmla="*/ 610000 h 1976576"/>
                    <a:gd name="connsiteX66" fmla="*/ 441823 w 565541"/>
                    <a:gd name="connsiteY66" fmla="*/ 610000 h 1976576"/>
                    <a:gd name="connsiteX67" fmla="*/ 441823 w 565541"/>
                    <a:gd name="connsiteY67" fmla="*/ 555708 h 1976576"/>
                    <a:gd name="connsiteX68" fmla="*/ 123718 w 565541"/>
                    <a:gd name="connsiteY68" fmla="*/ 551014 h 1976576"/>
                    <a:gd name="connsiteX69" fmla="*/ 123718 w 565541"/>
                    <a:gd name="connsiteY69" fmla="*/ 605307 h 1976576"/>
                    <a:gd name="connsiteX70" fmla="*/ 229745 w 565541"/>
                    <a:gd name="connsiteY70" fmla="*/ 605307 h 1976576"/>
                    <a:gd name="connsiteX71" fmla="*/ 229745 w 565541"/>
                    <a:gd name="connsiteY71" fmla="*/ 551014 h 1976576"/>
                    <a:gd name="connsiteX72" fmla="*/ 335796 w 565541"/>
                    <a:gd name="connsiteY72" fmla="*/ 433726 h 1976576"/>
                    <a:gd name="connsiteX73" fmla="*/ 335796 w 565541"/>
                    <a:gd name="connsiteY73" fmla="*/ 488019 h 1976576"/>
                    <a:gd name="connsiteX74" fmla="*/ 441823 w 565541"/>
                    <a:gd name="connsiteY74" fmla="*/ 488019 h 1976576"/>
                    <a:gd name="connsiteX75" fmla="*/ 441823 w 565541"/>
                    <a:gd name="connsiteY75" fmla="*/ 433726 h 1976576"/>
                    <a:gd name="connsiteX76" fmla="*/ 123718 w 565541"/>
                    <a:gd name="connsiteY76" fmla="*/ 429032 h 1976576"/>
                    <a:gd name="connsiteX77" fmla="*/ 123718 w 565541"/>
                    <a:gd name="connsiteY77" fmla="*/ 483325 h 1976576"/>
                    <a:gd name="connsiteX78" fmla="*/ 229745 w 565541"/>
                    <a:gd name="connsiteY78" fmla="*/ 483325 h 1976576"/>
                    <a:gd name="connsiteX79" fmla="*/ 229745 w 565541"/>
                    <a:gd name="connsiteY79" fmla="*/ 429032 h 1976576"/>
                    <a:gd name="connsiteX80" fmla="*/ 244058 w 565541"/>
                    <a:gd name="connsiteY80" fmla="*/ 0 h 1976576"/>
                    <a:gd name="connsiteX81" fmla="*/ 321484 w 565541"/>
                    <a:gd name="connsiteY81" fmla="*/ 0 h 1976576"/>
                    <a:gd name="connsiteX82" fmla="*/ 321484 w 565541"/>
                    <a:gd name="connsiteY82" fmla="*/ 178763 h 1976576"/>
                    <a:gd name="connsiteX83" fmla="*/ 388810 w 565541"/>
                    <a:gd name="connsiteY83" fmla="*/ 178763 h 1976576"/>
                    <a:gd name="connsiteX84" fmla="*/ 388810 w 565541"/>
                    <a:gd name="connsiteY84" fmla="*/ 299617 h 1976576"/>
                    <a:gd name="connsiteX85" fmla="*/ 565541 w 565541"/>
                    <a:gd name="connsiteY85" fmla="*/ 299617 h 1976576"/>
                    <a:gd name="connsiteX86" fmla="*/ 565541 w 565541"/>
                    <a:gd name="connsiteY86" fmla="*/ 1976576 h 1976576"/>
                    <a:gd name="connsiteX87" fmla="*/ 448247 w 565541"/>
                    <a:gd name="connsiteY87" fmla="*/ 1976576 h 1976576"/>
                    <a:gd name="connsiteX88" fmla="*/ 371127 w 565541"/>
                    <a:gd name="connsiteY88" fmla="*/ 1976576 h 1976576"/>
                    <a:gd name="connsiteX89" fmla="*/ 194414 w 565541"/>
                    <a:gd name="connsiteY89" fmla="*/ 1976576 h 1976576"/>
                    <a:gd name="connsiteX90" fmla="*/ 88332 w 565541"/>
                    <a:gd name="connsiteY90" fmla="*/ 1976576 h 1976576"/>
                    <a:gd name="connsiteX91" fmla="*/ 0 w 565541"/>
                    <a:gd name="connsiteY91" fmla="*/ 1976576 h 1976576"/>
                    <a:gd name="connsiteX92" fmla="*/ 0 w 565541"/>
                    <a:gd name="connsiteY92" fmla="*/ 299617 h 1976576"/>
                    <a:gd name="connsiteX93" fmla="*/ 176731 w 565541"/>
                    <a:gd name="connsiteY93" fmla="*/ 299617 h 1976576"/>
                    <a:gd name="connsiteX94" fmla="*/ 176731 w 565541"/>
                    <a:gd name="connsiteY94" fmla="*/ 178763 h 1976576"/>
                    <a:gd name="connsiteX95" fmla="*/ 244058 w 565541"/>
                    <a:gd name="connsiteY95" fmla="*/ 178763 h 197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</a:cxnLst>
                  <a:rect l="l" t="t" r="r" b="b"/>
                  <a:pathLst>
                    <a:path w="565541" h="1976576">
                      <a:moveTo>
                        <a:pt x="335796" y="1531565"/>
                      </a:moveTo>
                      <a:lnTo>
                        <a:pt x="335796" y="1585857"/>
                      </a:lnTo>
                      <a:lnTo>
                        <a:pt x="441823" y="1585857"/>
                      </a:lnTo>
                      <a:lnTo>
                        <a:pt x="441823" y="1531565"/>
                      </a:lnTo>
                      <a:close/>
                      <a:moveTo>
                        <a:pt x="123718" y="1526871"/>
                      </a:moveTo>
                      <a:lnTo>
                        <a:pt x="123718" y="1581163"/>
                      </a:lnTo>
                      <a:lnTo>
                        <a:pt x="229745" y="1581163"/>
                      </a:lnTo>
                      <a:lnTo>
                        <a:pt x="229745" y="1526871"/>
                      </a:lnTo>
                      <a:close/>
                      <a:moveTo>
                        <a:pt x="335796" y="1409581"/>
                      </a:moveTo>
                      <a:lnTo>
                        <a:pt x="335796" y="1463873"/>
                      </a:lnTo>
                      <a:lnTo>
                        <a:pt x="441823" y="1463873"/>
                      </a:lnTo>
                      <a:lnTo>
                        <a:pt x="441823" y="1409581"/>
                      </a:lnTo>
                      <a:close/>
                      <a:moveTo>
                        <a:pt x="123718" y="1404887"/>
                      </a:moveTo>
                      <a:lnTo>
                        <a:pt x="123718" y="1459180"/>
                      </a:lnTo>
                      <a:lnTo>
                        <a:pt x="229745" y="1459180"/>
                      </a:lnTo>
                      <a:lnTo>
                        <a:pt x="229745" y="1404887"/>
                      </a:lnTo>
                      <a:close/>
                      <a:moveTo>
                        <a:pt x="335796" y="1287599"/>
                      </a:moveTo>
                      <a:lnTo>
                        <a:pt x="335796" y="1341892"/>
                      </a:lnTo>
                      <a:lnTo>
                        <a:pt x="441823" y="1341892"/>
                      </a:lnTo>
                      <a:lnTo>
                        <a:pt x="441823" y="1287599"/>
                      </a:lnTo>
                      <a:close/>
                      <a:moveTo>
                        <a:pt x="123718" y="1282905"/>
                      </a:moveTo>
                      <a:lnTo>
                        <a:pt x="123718" y="1337198"/>
                      </a:lnTo>
                      <a:lnTo>
                        <a:pt x="229745" y="1337198"/>
                      </a:lnTo>
                      <a:lnTo>
                        <a:pt x="229745" y="1282905"/>
                      </a:lnTo>
                      <a:close/>
                      <a:moveTo>
                        <a:pt x="335796" y="1165617"/>
                      </a:moveTo>
                      <a:lnTo>
                        <a:pt x="335796" y="1219910"/>
                      </a:lnTo>
                      <a:lnTo>
                        <a:pt x="441823" y="1219910"/>
                      </a:lnTo>
                      <a:lnTo>
                        <a:pt x="441823" y="1165617"/>
                      </a:lnTo>
                      <a:close/>
                      <a:moveTo>
                        <a:pt x="123718" y="1160924"/>
                      </a:moveTo>
                      <a:lnTo>
                        <a:pt x="123718" y="1215216"/>
                      </a:lnTo>
                      <a:lnTo>
                        <a:pt x="229745" y="1215216"/>
                      </a:lnTo>
                      <a:lnTo>
                        <a:pt x="229745" y="1160924"/>
                      </a:lnTo>
                      <a:close/>
                      <a:moveTo>
                        <a:pt x="335796" y="1043636"/>
                      </a:moveTo>
                      <a:lnTo>
                        <a:pt x="335796" y="1097928"/>
                      </a:lnTo>
                      <a:lnTo>
                        <a:pt x="441823" y="1097928"/>
                      </a:lnTo>
                      <a:lnTo>
                        <a:pt x="441823" y="1043636"/>
                      </a:lnTo>
                      <a:close/>
                      <a:moveTo>
                        <a:pt x="123718" y="1038942"/>
                      </a:moveTo>
                      <a:lnTo>
                        <a:pt x="123718" y="1093234"/>
                      </a:lnTo>
                      <a:lnTo>
                        <a:pt x="229745" y="1093234"/>
                      </a:lnTo>
                      <a:lnTo>
                        <a:pt x="229745" y="1038942"/>
                      </a:lnTo>
                      <a:close/>
                      <a:moveTo>
                        <a:pt x="335796" y="921654"/>
                      </a:moveTo>
                      <a:lnTo>
                        <a:pt x="335796" y="975946"/>
                      </a:lnTo>
                      <a:lnTo>
                        <a:pt x="441823" y="975946"/>
                      </a:lnTo>
                      <a:lnTo>
                        <a:pt x="441823" y="921654"/>
                      </a:lnTo>
                      <a:close/>
                      <a:moveTo>
                        <a:pt x="123718" y="916960"/>
                      </a:moveTo>
                      <a:lnTo>
                        <a:pt x="123718" y="971252"/>
                      </a:lnTo>
                      <a:lnTo>
                        <a:pt x="229745" y="971252"/>
                      </a:lnTo>
                      <a:lnTo>
                        <a:pt x="229745" y="916960"/>
                      </a:lnTo>
                      <a:close/>
                      <a:moveTo>
                        <a:pt x="335796" y="799672"/>
                      </a:moveTo>
                      <a:lnTo>
                        <a:pt x="335796" y="853964"/>
                      </a:lnTo>
                      <a:lnTo>
                        <a:pt x="441823" y="853964"/>
                      </a:lnTo>
                      <a:lnTo>
                        <a:pt x="441823" y="799672"/>
                      </a:lnTo>
                      <a:close/>
                      <a:moveTo>
                        <a:pt x="123718" y="794978"/>
                      </a:moveTo>
                      <a:lnTo>
                        <a:pt x="123718" y="849270"/>
                      </a:lnTo>
                      <a:lnTo>
                        <a:pt x="229745" y="849270"/>
                      </a:lnTo>
                      <a:lnTo>
                        <a:pt x="229745" y="794978"/>
                      </a:lnTo>
                      <a:close/>
                      <a:moveTo>
                        <a:pt x="335796" y="677690"/>
                      </a:moveTo>
                      <a:lnTo>
                        <a:pt x="335796" y="731982"/>
                      </a:lnTo>
                      <a:lnTo>
                        <a:pt x="441823" y="731982"/>
                      </a:lnTo>
                      <a:lnTo>
                        <a:pt x="441823" y="677690"/>
                      </a:lnTo>
                      <a:close/>
                      <a:moveTo>
                        <a:pt x="123718" y="672996"/>
                      </a:moveTo>
                      <a:lnTo>
                        <a:pt x="123718" y="727289"/>
                      </a:lnTo>
                      <a:lnTo>
                        <a:pt x="229745" y="727289"/>
                      </a:lnTo>
                      <a:lnTo>
                        <a:pt x="229745" y="672996"/>
                      </a:lnTo>
                      <a:close/>
                      <a:moveTo>
                        <a:pt x="335796" y="555708"/>
                      </a:moveTo>
                      <a:lnTo>
                        <a:pt x="335796" y="610000"/>
                      </a:lnTo>
                      <a:lnTo>
                        <a:pt x="441823" y="610000"/>
                      </a:lnTo>
                      <a:lnTo>
                        <a:pt x="441823" y="555708"/>
                      </a:lnTo>
                      <a:close/>
                      <a:moveTo>
                        <a:pt x="123718" y="551014"/>
                      </a:moveTo>
                      <a:lnTo>
                        <a:pt x="123718" y="605307"/>
                      </a:lnTo>
                      <a:lnTo>
                        <a:pt x="229745" y="605307"/>
                      </a:lnTo>
                      <a:lnTo>
                        <a:pt x="229745" y="551014"/>
                      </a:lnTo>
                      <a:close/>
                      <a:moveTo>
                        <a:pt x="335796" y="433726"/>
                      </a:moveTo>
                      <a:lnTo>
                        <a:pt x="335796" y="488019"/>
                      </a:lnTo>
                      <a:lnTo>
                        <a:pt x="441823" y="488019"/>
                      </a:lnTo>
                      <a:lnTo>
                        <a:pt x="441823" y="433726"/>
                      </a:lnTo>
                      <a:close/>
                      <a:moveTo>
                        <a:pt x="123718" y="429032"/>
                      </a:moveTo>
                      <a:lnTo>
                        <a:pt x="123718" y="483325"/>
                      </a:lnTo>
                      <a:lnTo>
                        <a:pt x="229745" y="483325"/>
                      </a:lnTo>
                      <a:lnTo>
                        <a:pt x="229745" y="429032"/>
                      </a:lnTo>
                      <a:close/>
                      <a:moveTo>
                        <a:pt x="244058" y="0"/>
                      </a:moveTo>
                      <a:lnTo>
                        <a:pt x="321484" y="0"/>
                      </a:lnTo>
                      <a:lnTo>
                        <a:pt x="321484" y="178763"/>
                      </a:lnTo>
                      <a:lnTo>
                        <a:pt x="388810" y="178763"/>
                      </a:lnTo>
                      <a:lnTo>
                        <a:pt x="388810" y="299617"/>
                      </a:lnTo>
                      <a:lnTo>
                        <a:pt x="565541" y="299617"/>
                      </a:lnTo>
                      <a:lnTo>
                        <a:pt x="565541" y="1976576"/>
                      </a:lnTo>
                      <a:lnTo>
                        <a:pt x="448247" y="1976576"/>
                      </a:lnTo>
                      <a:lnTo>
                        <a:pt x="371127" y="1976576"/>
                      </a:lnTo>
                      <a:lnTo>
                        <a:pt x="194414" y="1976576"/>
                      </a:lnTo>
                      <a:lnTo>
                        <a:pt x="88332" y="1976576"/>
                      </a:lnTo>
                      <a:lnTo>
                        <a:pt x="0" y="1976576"/>
                      </a:lnTo>
                      <a:lnTo>
                        <a:pt x="0" y="299617"/>
                      </a:lnTo>
                      <a:lnTo>
                        <a:pt x="176731" y="299617"/>
                      </a:lnTo>
                      <a:lnTo>
                        <a:pt x="176731" y="178763"/>
                      </a:lnTo>
                      <a:lnTo>
                        <a:pt x="244058" y="17876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16" name="Freeform: Shape 15"/>
                <p:cNvSpPr/>
                <p:nvPr/>
              </p:nvSpPr>
              <p:spPr>
                <a:xfrm>
                  <a:off x="5147338" y="1925597"/>
                  <a:ext cx="477157" cy="2330989"/>
                </a:xfrm>
                <a:custGeom>
                  <a:avLst/>
                  <a:gdLst>
                    <a:gd name="connsiteX0" fmla="*/ 285608 w 487386"/>
                    <a:gd name="connsiteY0" fmla="*/ 1339706 h 2330989"/>
                    <a:gd name="connsiteX1" fmla="*/ 285608 w 487386"/>
                    <a:gd name="connsiteY1" fmla="*/ 1414297 h 2330989"/>
                    <a:gd name="connsiteX2" fmla="*/ 356272 w 487386"/>
                    <a:gd name="connsiteY2" fmla="*/ 1414297 h 2330989"/>
                    <a:gd name="connsiteX3" fmla="*/ 356272 w 487386"/>
                    <a:gd name="connsiteY3" fmla="*/ 1339706 h 2330989"/>
                    <a:gd name="connsiteX4" fmla="*/ 285608 w 487386"/>
                    <a:gd name="connsiteY4" fmla="*/ 1339706 h 2330989"/>
                    <a:gd name="connsiteX5" fmla="*/ 31407 w 487386"/>
                    <a:gd name="connsiteY5" fmla="*/ 1338724 h 2330989"/>
                    <a:gd name="connsiteX6" fmla="*/ 31407 w 487386"/>
                    <a:gd name="connsiteY6" fmla="*/ 1414297 h 2330989"/>
                    <a:gd name="connsiteX7" fmla="*/ 258126 w 487386"/>
                    <a:gd name="connsiteY7" fmla="*/ 1414297 h 2330989"/>
                    <a:gd name="connsiteX8" fmla="*/ 258126 w 487386"/>
                    <a:gd name="connsiteY8" fmla="*/ 1338724 h 2330989"/>
                    <a:gd name="connsiteX9" fmla="*/ 31407 w 487386"/>
                    <a:gd name="connsiteY9" fmla="*/ 1338724 h 2330989"/>
                    <a:gd name="connsiteX10" fmla="*/ 385716 w 487386"/>
                    <a:gd name="connsiteY10" fmla="*/ 1245485 h 2330989"/>
                    <a:gd name="connsiteX11" fmla="*/ 385716 w 487386"/>
                    <a:gd name="connsiteY11" fmla="*/ 1318113 h 2330989"/>
                    <a:gd name="connsiteX12" fmla="*/ 453438 w 487386"/>
                    <a:gd name="connsiteY12" fmla="*/ 1318113 h 2330989"/>
                    <a:gd name="connsiteX13" fmla="*/ 453438 w 487386"/>
                    <a:gd name="connsiteY13" fmla="*/ 1245485 h 2330989"/>
                    <a:gd name="connsiteX14" fmla="*/ 385716 w 487386"/>
                    <a:gd name="connsiteY14" fmla="*/ 1245485 h 2330989"/>
                    <a:gd name="connsiteX15" fmla="*/ 32388 w 487386"/>
                    <a:gd name="connsiteY15" fmla="*/ 1243522 h 2330989"/>
                    <a:gd name="connsiteX16" fmla="*/ 32388 w 487386"/>
                    <a:gd name="connsiteY16" fmla="*/ 1318113 h 2330989"/>
                    <a:gd name="connsiteX17" fmla="*/ 102073 w 487386"/>
                    <a:gd name="connsiteY17" fmla="*/ 1318113 h 2330989"/>
                    <a:gd name="connsiteX18" fmla="*/ 102073 w 487386"/>
                    <a:gd name="connsiteY18" fmla="*/ 1243522 h 2330989"/>
                    <a:gd name="connsiteX19" fmla="*/ 32388 w 487386"/>
                    <a:gd name="connsiteY19" fmla="*/ 1243522 h 2330989"/>
                    <a:gd name="connsiteX20" fmla="*/ 130535 w 487386"/>
                    <a:gd name="connsiteY20" fmla="*/ 1242540 h 2330989"/>
                    <a:gd name="connsiteX21" fmla="*/ 130535 w 487386"/>
                    <a:gd name="connsiteY21" fmla="*/ 1317131 h 2330989"/>
                    <a:gd name="connsiteX22" fmla="*/ 356272 w 487386"/>
                    <a:gd name="connsiteY22" fmla="*/ 1317131 h 2330989"/>
                    <a:gd name="connsiteX23" fmla="*/ 356272 w 487386"/>
                    <a:gd name="connsiteY23" fmla="*/ 1242540 h 2330989"/>
                    <a:gd name="connsiteX24" fmla="*/ 130535 w 487386"/>
                    <a:gd name="connsiteY24" fmla="*/ 1242540 h 2330989"/>
                    <a:gd name="connsiteX25" fmla="*/ 128572 w 487386"/>
                    <a:gd name="connsiteY25" fmla="*/ 1149301 h 2330989"/>
                    <a:gd name="connsiteX26" fmla="*/ 128572 w 487386"/>
                    <a:gd name="connsiteY26" fmla="*/ 1220947 h 2330989"/>
                    <a:gd name="connsiteX27" fmla="*/ 199237 w 487386"/>
                    <a:gd name="connsiteY27" fmla="*/ 1220947 h 2330989"/>
                    <a:gd name="connsiteX28" fmla="*/ 199237 w 487386"/>
                    <a:gd name="connsiteY28" fmla="*/ 1149301 h 2330989"/>
                    <a:gd name="connsiteX29" fmla="*/ 128572 w 487386"/>
                    <a:gd name="connsiteY29" fmla="*/ 1149301 h 2330989"/>
                    <a:gd name="connsiteX30" fmla="*/ 226720 w 487386"/>
                    <a:gd name="connsiteY30" fmla="*/ 1148319 h 2330989"/>
                    <a:gd name="connsiteX31" fmla="*/ 226720 w 487386"/>
                    <a:gd name="connsiteY31" fmla="*/ 1219966 h 2330989"/>
                    <a:gd name="connsiteX32" fmla="*/ 453438 w 487386"/>
                    <a:gd name="connsiteY32" fmla="*/ 1219966 h 2330989"/>
                    <a:gd name="connsiteX33" fmla="*/ 453438 w 487386"/>
                    <a:gd name="connsiteY33" fmla="*/ 1148319 h 2330989"/>
                    <a:gd name="connsiteX34" fmla="*/ 226720 w 487386"/>
                    <a:gd name="connsiteY34" fmla="*/ 1148319 h 2330989"/>
                    <a:gd name="connsiteX35" fmla="*/ 128572 w 487386"/>
                    <a:gd name="connsiteY35" fmla="*/ 1050172 h 2330989"/>
                    <a:gd name="connsiteX36" fmla="*/ 128572 w 487386"/>
                    <a:gd name="connsiteY36" fmla="*/ 1121820 h 2330989"/>
                    <a:gd name="connsiteX37" fmla="*/ 357254 w 487386"/>
                    <a:gd name="connsiteY37" fmla="*/ 1121820 h 2330989"/>
                    <a:gd name="connsiteX38" fmla="*/ 357254 w 487386"/>
                    <a:gd name="connsiteY38" fmla="*/ 1050172 h 2330989"/>
                    <a:gd name="connsiteX39" fmla="*/ 128572 w 487386"/>
                    <a:gd name="connsiteY39" fmla="*/ 1050172 h 2330989"/>
                    <a:gd name="connsiteX40" fmla="*/ 32388 w 487386"/>
                    <a:gd name="connsiteY40" fmla="*/ 1050172 h 2330989"/>
                    <a:gd name="connsiteX41" fmla="*/ 32388 w 487386"/>
                    <a:gd name="connsiteY41" fmla="*/ 1122800 h 2330989"/>
                    <a:gd name="connsiteX42" fmla="*/ 103055 w 487386"/>
                    <a:gd name="connsiteY42" fmla="*/ 1122800 h 2330989"/>
                    <a:gd name="connsiteX43" fmla="*/ 103055 w 487386"/>
                    <a:gd name="connsiteY43" fmla="*/ 1050172 h 2330989"/>
                    <a:gd name="connsiteX44" fmla="*/ 32388 w 487386"/>
                    <a:gd name="connsiteY44" fmla="*/ 1050172 h 2330989"/>
                    <a:gd name="connsiteX45" fmla="*/ 383754 w 487386"/>
                    <a:gd name="connsiteY45" fmla="*/ 953007 h 2330989"/>
                    <a:gd name="connsiteX46" fmla="*/ 383754 w 487386"/>
                    <a:gd name="connsiteY46" fmla="*/ 1024654 h 2330989"/>
                    <a:gd name="connsiteX47" fmla="*/ 452457 w 487386"/>
                    <a:gd name="connsiteY47" fmla="*/ 1024654 h 2330989"/>
                    <a:gd name="connsiteX48" fmla="*/ 452457 w 487386"/>
                    <a:gd name="connsiteY48" fmla="*/ 953007 h 2330989"/>
                    <a:gd name="connsiteX49" fmla="*/ 383754 w 487386"/>
                    <a:gd name="connsiteY49" fmla="*/ 953007 h 2330989"/>
                    <a:gd name="connsiteX50" fmla="*/ 30425 w 487386"/>
                    <a:gd name="connsiteY50" fmla="*/ 953007 h 2330989"/>
                    <a:gd name="connsiteX51" fmla="*/ 30425 w 487386"/>
                    <a:gd name="connsiteY51" fmla="*/ 1023673 h 2330989"/>
                    <a:gd name="connsiteX52" fmla="*/ 259108 w 487386"/>
                    <a:gd name="connsiteY52" fmla="*/ 1023673 h 2330989"/>
                    <a:gd name="connsiteX53" fmla="*/ 259108 w 487386"/>
                    <a:gd name="connsiteY53" fmla="*/ 953007 h 2330989"/>
                    <a:gd name="connsiteX54" fmla="*/ 30425 w 487386"/>
                    <a:gd name="connsiteY54" fmla="*/ 953007 h 2330989"/>
                    <a:gd name="connsiteX55" fmla="*/ 286589 w 487386"/>
                    <a:gd name="connsiteY55" fmla="*/ 952025 h 2330989"/>
                    <a:gd name="connsiteX56" fmla="*/ 286589 w 487386"/>
                    <a:gd name="connsiteY56" fmla="*/ 1023673 h 2330989"/>
                    <a:gd name="connsiteX57" fmla="*/ 357254 w 487386"/>
                    <a:gd name="connsiteY57" fmla="*/ 1023673 h 2330989"/>
                    <a:gd name="connsiteX58" fmla="*/ 357254 w 487386"/>
                    <a:gd name="connsiteY58" fmla="*/ 952025 h 2330989"/>
                    <a:gd name="connsiteX59" fmla="*/ 286589 w 487386"/>
                    <a:gd name="connsiteY59" fmla="*/ 952025 h 2330989"/>
                    <a:gd name="connsiteX60" fmla="*/ 382772 w 487386"/>
                    <a:gd name="connsiteY60" fmla="*/ 854860 h 2330989"/>
                    <a:gd name="connsiteX61" fmla="*/ 382772 w 487386"/>
                    <a:gd name="connsiteY61" fmla="*/ 927489 h 2330989"/>
                    <a:gd name="connsiteX62" fmla="*/ 452457 w 487386"/>
                    <a:gd name="connsiteY62" fmla="*/ 927489 h 2330989"/>
                    <a:gd name="connsiteX63" fmla="*/ 452457 w 487386"/>
                    <a:gd name="connsiteY63" fmla="*/ 854860 h 2330989"/>
                    <a:gd name="connsiteX64" fmla="*/ 382772 w 487386"/>
                    <a:gd name="connsiteY64" fmla="*/ 854860 h 2330989"/>
                    <a:gd name="connsiteX65" fmla="*/ 286589 w 487386"/>
                    <a:gd name="connsiteY65" fmla="*/ 853878 h 2330989"/>
                    <a:gd name="connsiteX66" fmla="*/ 286589 w 487386"/>
                    <a:gd name="connsiteY66" fmla="*/ 927489 h 2330989"/>
                    <a:gd name="connsiteX67" fmla="*/ 355291 w 487386"/>
                    <a:gd name="connsiteY67" fmla="*/ 927489 h 2330989"/>
                    <a:gd name="connsiteX68" fmla="*/ 355291 w 487386"/>
                    <a:gd name="connsiteY68" fmla="*/ 853878 h 2330989"/>
                    <a:gd name="connsiteX69" fmla="*/ 286589 w 487386"/>
                    <a:gd name="connsiteY69" fmla="*/ 853878 h 2330989"/>
                    <a:gd name="connsiteX70" fmla="*/ 384735 w 487386"/>
                    <a:gd name="connsiteY70" fmla="*/ 756713 h 2330989"/>
                    <a:gd name="connsiteX71" fmla="*/ 384735 w 487386"/>
                    <a:gd name="connsiteY71" fmla="*/ 829342 h 2330989"/>
                    <a:gd name="connsiteX72" fmla="*/ 453438 w 487386"/>
                    <a:gd name="connsiteY72" fmla="*/ 829342 h 2330989"/>
                    <a:gd name="connsiteX73" fmla="*/ 453438 w 487386"/>
                    <a:gd name="connsiteY73" fmla="*/ 756713 h 2330989"/>
                    <a:gd name="connsiteX74" fmla="*/ 384735 w 487386"/>
                    <a:gd name="connsiteY74" fmla="*/ 756713 h 2330989"/>
                    <a:gd name="connsiteX75" fmla="*/ 130535 w 487386"/>
                    <a:gd name="connsiteY75" fmla="*/ 756713 h 2330989"/>
                    <a:gd name="connsiteX76" fmla="*/ 130535 w 487386"/>
                    <a:gd name="connsiteY76" fmla="*/ 829342 h 2330989"/>
                    <a:gd name="connsiteX77" fmla="*/ 357254 w 487386"/>
                    <a:gd name="connsiteY77" fmla="*/ 829342 h 2330989"/>
                    <a:gd name="connsiteX78" fmla="*/ 357254 w 487386"/>
                    <a:gd name="connsiteY78" fmla="*/ 756713 h 2330989"/>
                    <a:gd name="connsiteX79" fmla="*/ 130535 w 487386"/>
                    <a:gd name="connsiteY79" fmla="*/ 756713 h 2330989"/>
                    <a:gd name="connsiteX80" fmla="*/ 32388 w 487386"/>
                    <a:gd name="connsiteY80" fmla="*/ 755731 h 2330989"/>
                    <a:gd name="connsiteX81" fmla="*/ 32388 w 487386"/>
                    <a:gd name="connsiteY81" fmla="*/ 830323 h 2330989"/>
                    <a:gd name="connsiteX82" fmla="*/ 102073 w 487386"/>
                    <a:gd name="connsiteY82" fmla="*/ 830323 h 2330989"/>
                    <a:gd name="connsiteX83" fmla="*/ 102073 w 487386"/>
                    <a:gd name="connsiteY83" fmla="*/ 755731 h 2330989"/>
                    <a:gd name="connsiteX84" fmla="*/ 32388 w 487386"/>
                    <a:gd name="connsiteY84" fmla="*/ 755731 h 2330989"/>
                    <a:gd name="connsiteX85" fmla="*/ 382772 w 487386"/>
                    <a:gd name="connsiteY85" fmla="*/ 658566 h 2330989"/>
                    <a:gd name="connsiteX86" fmla="*/ 382772 w 487386"/>
                    <a:gd name="connsiteY86" fmla="*/ 733158 h 2330989"/>
                    <a:gd name="connsiteX87" fmla="*/ 452457 w 487386"/>
                    <a:gd name="connsiteY87" fmla="*/ 733158 h 2330989"/>
                    <a:gd name="connsiteX88" fmla="*/ 452457 w 487386"/>
                    <a:gd name="connsiteY88" fmla="*/ 658566 h 2330989"/>
                    <a:gd name="connsiteX89" fmla="*/ 382772 w 487386"/>
                    <a:gd name="connsiteY89" fmla="*/ 658566 h 2330989"/>
                    <a:gd name="connsiteX90" fmla="*/ 31407 w 487386"/>
                    <a:gd name="connsiteY90" fmla="*/ 658566 h 2330989"/>
                    <a:gd name="connsiteX91" fmla="*/ 31407 w 487386"/>
                    <a:gd name="connsiteY91" fmla="*/ 735121 h 2330989"/>
                    <a:gd name="connsiteX92" fmla="*/ 259108 w 487386"/>
                    <a:gd name="connsiteY92" fmla="*/ 735121 h 2330989"/>
                    <a:gd name="connsiteX93" fmla="*/ 259108 w 487386"/>
                    <a:gd name="connsiteY93" fmla="*/ 658566 h 2330989"/>
                    <a:gd name="connsiteX94" fmla="*/ 31407 w 487386"/>
                    <a:gd name="connsiteY94" fmla="*/ 658566 h 2330989"/>
                    <a:gd name="connsiteX95" fmla="*/ 226720 w 487386"/>
                    <a:gd name="connsiteY95" fmla="*/ 561400 h 2330989"/>
                    <a:gd name="connsiteX96" fmla="*/ 226720 w 487386"/>
                    <a:gd name="connsiteY96" fmla="*/ 638937 h 2330989"/>
                    <a:gd name="connsiteX97" fmla="*/ 451475 w 487386"/>
                    <a:gd name="connsiteY97" fmla="*/ 638937 h 2330989"/>
                    <a:gd name="connsiteX98" fmla="*/ 451475 w 487386"/>
                    <a:gd name="connsiteY98" fmla="*/ 561400 h 2330989"/>
                    <a:gd name="connsiteX99" fmla="*/ 226720 w 487386"/>
                    <a:gd name="connsiteY99" fmla="*/ 561400 h 2330989"/>
                    <a:gd name="connsiteX100" fmla="*/ 128572 w 487386"/>
                    <a:gd name="connsiteY100" fmla="*/ 561400 h 2330989"/>
                    <a:gd name="connsiteX101" fmla="*/ 128572 w 487386"/>
                    <a:gd name="connsiteY101" fmla="*/ 636974 h 2330989"/>
                    <a:gd name="connsiteX102" fmla="*/ 198257 w 487386"/>
                    <a:gd name="connsiteY102" fmla="*/ 636974 h 2330989"/>
                    <a:gd name="connsiteX103" fmla="*/ 198257 w 487386"/>
                    <a:gd name="connsiteY103" fmla="*/ 561400 h 2330989"/>
                    <a:gd name="connsiteX104" fmla="*/ 128572 w 487386"/>
                    <a:gd name="connsiteY104" fmla="*/ 561400 h 2330989"/>
                    <a:gd name="connsiteX105" fmla="*/ 129554 w 487386"/>
                    <a:gd name="connsiteY105" fmla="*/ 464235 h 2330989"/>
                    <a:gd name="connsiteX106" fmla="*/ 129554 w 487386"/>
                    <a:gd name="connsiteY106" fmla="*/ 540790 h 2330989"/>
                    <a:gd name="connsiteX107" fmla="*/ 356272 w 487386"/>
                    <a:gd name="connsiteY107" fmla="*/ 540790 h 2330989"/>
                    <a:gd name="connsiteX108" fmla="*/ 356272 w 487386"/>
                    <a:gd name="connsiteY108" fmla="*/ 464235 h 2330989"/>
                    <a:gd name="connsiteX109" fmla="*/ 129554 w 487386"/>
                    <a:gd name="connsiteY109" fmla="*/ 464235 h 2330989"/>
                    <a:gd name="connsiteX110" fmla="*/ 34352 w 487386"/>
                    <a:gd name="connsiteY110" fmla="*/ 463253 h 2330989"/>
                    <a:gd name="connsiteX111" fmla="*/ 34352 w 487386"/>
                    <a:gd name="connsiteY111" fmla="*/ 539808 h 2330989"/>
                    <a:gd name="connsiteX112" fmla="*/ 102073 w 487386"/>
                    <a:gd name="connsiteY112" fmla="*/ 539808 h 2330989"/>
                    <a:gd name="connsiteX113" fmla="*/ 102073 w 487386"/>
                    <a:gd name="connsiteY113" fmla="*/ 463253 h 2330989"/>
                    <a:gd name="connsiteX114" fmla="*/ 34352 w 487386"/>
                    <a:gd name="connsiteY114" fmla="*/ 463253 h 2330989"/>
                    <a:gd name="connsiteX115" fmla="*/ 384735 w 487386"/>
                    <a:gd name="connsiteY115" fmla="*/ 462272 h 2330989"/>
                    <a:gd name="connsiteX116" fmla="*/ 384735 w 487386"/>
                    <a:gd name="connsiteY116" fmla="*/ 540790 h 2330989"/>
                    <a:gd name="connsiteX117" fmla="*/ 451475 w 487386"/>
                    <a:gd name="connsiteY117" fmla="*/ 540790 h 2330989"/>
                    <a:gd name="connsiteX118" fmla="*/ 451475 w 487386"/>
                    <a:gd name="connsiteY118" fmla="*/ 462272 h 2330989"/>
                    <a:gd name="connsiteX119" fmla="*/ 384735 w 487386"/>
                    <a:gd name="connsiteY119" fmla="*/ 462272 h 2330989"/>
                    <a:gd name="connsiteX120" fmla="*/ 52999 w 487386"/>
                    <a:gd name="connsiteY120" fmla="*/ 286589 h 2330989"/>
                    <a:gd name="connsiteX121" fmla="*/ 52999 w 487386"/>
                    <a:gd name="connsiteY121" fmla="*/ 364126 h 2330989"/>
                    <a:gd name="connsiteX122" fmla="*/ 192368 w 487386"/>
                    <a:gd name="connsiteY122" fmla="*/ 364126 h 2330989"/>
                    <a:gd name="connsiteX123" fmla="*/ 192368 w 487386"/>
                    <a:gd name="connsiteY123" fmla="*/ 286589 h 2330989"/>
                    <a:gd name="connsiteX124" fmla="*/ 52999 w 487386"/>
                    <a:gd name="connsiteY124" fmla="*/ 286589 h 2330989"/>
                    <a:gd name="connsiteX125" fmla="*/ 295422 w 487386"/>
                    <a:gd name="connsiteY125" fmla="*/ 285608 h 2330989"/>
                    <a:gd name="connsiteX126" fmla="*/ 295422 w 487386"/>
                    <a:gd name="connsiteY126" fmla="*/ 364126 h 2330989"/>
                    <a:gd name="connsiteX127" fmla="*/ 434790 w 487386"/>
                    <a:gd name="connsiteY127" fmla="*/ 364126 h 2330989"/>
                    <a:gd name="connsiteX128" fmla="*/ 434790 w 487386"/>
                    <a:gd name="connsiteY128" fmla="*/ 285608 h 2330989"/>
                    <a:gd name="connsiteX129" fmla="*/ 295422 w 487386"/>
                    <a:gd name="connsiteY129" fmla="*/ 285608 h 2330989"/>
                    <a:gd name="connsiteX130" fmla="*/ 51036 w 487386"/>
                    <a:gd name="connsiteY130" fmla="*/ 186479 h 2330989"/>
                    <a:gd name="connsiteX131" fmla="*/ 51036 w 487386"/>
                    <a:gd name="connsiteY131" fmla="*/ 259108 h 2330989"/>
                    <a:gd name="connsiteX132" fmla="*/ 190405 w 487386"/>
                    <a:gd name="connsiteY132" fmla="*/ 259108 h 2330989"/>
                    <a:gd name="connsiteX133" fmla="*/ 190405 w 487386"/>
                    <a:gd name="connsiteY133" fmla="*/ 186479 h 2330989"/>
                    <a:gd name="connsiteX134" fmla="*/ 51036 w 487386"/>
                    <a:gd name="connsiteY134" fmla="*/ 186479 h 2330989"/>
                    <a:gd name="connsiteX135" fmla="*/ 294440 w 487386"/>
                    <a:gd name="connsiteY135" fmla="*/ 185498 h 2330989"/>
                    <a:gd name="connsiteX136" fmla="*/ 294440 w 487386"/>
                    <a:gd name="connsiteY136" fmla="*/ 260090 h 2330989"/>
                    <a:gd name="connsiteX137" fmla="*/ 432828 w 487386"/>
                    <a:gd name="connsiteY137" fmla="*/ 260090 h 2330989"/>
                    <a:gd name="connsiteX138" fmla="*/ 432828 w 487386"/>
                    <a:gd name="connsiteY138" fmla="*/ 185498 h 2330989"/>
                    <a:gd name="connsiteX139" fmla="*/ 294440 w 487386"/>
                    <a:gd name="connsiteY139" fmla="*/ 185498 h 2330989"/>
                    <a:gd name="connsiteX140" fmla="*/ 52999 w 487386"/>
                    <a:gd name="connsiteY140" fmla="*/ 89314 h 2330989"/>
                    <a:gd name="connsiteX141" fmla="*/ 52999 w 487386"/>
                    <a:gd name="connsiteY141" fmla="*/ 158017 h 2330989"/>
                    <a:gd name="connsiteX142" fmla="*/ 191387 w 487386"/>
                    <a:gd name="connsiteY142" fmla="*/ 158017 h 2330989"/>
                    <a:gd name="connsiteX143" fmla="*/ 191387 w 487386"/>
                    <a:gd name="connsiteY143" fmla="*/ 89314 h 2330989"/>
                    <a:gd name="connsiteX144" fmla="*/ 52999 w 487386"/>
                    <a:gd name="connsiteY144" fmla="*/ 89314 h 2330989"/>
                    <a:gd name="connsiteX145" fmla="*/ 296403 w 487386"/>
                    <a:gd name="connsiteY145" fmla="*/ 87351 h 2330989"/>
                    <a:gd name="connsiteX146" fmla="*/ 296403 w 487386"/>
                    <a:gd name="connsiteY146" fmla="*/ 158998 h 2330989"/>
                    <a:gd name="connsiteX147" fmla="*/ 432828 w 487386"/>
                    <a:gd name="connsiteY147" fmla="*/ 158998 h 2330989"/>
                    <a:gd name="connsiteX148" fmla="*/ 432828 w 487386"/>
                    <a:gd name="connsiteY148" fmla="*/ 87351 h 2330989"/>
                    <a:gd name="connsiteX149" fmla="*/ 296403 w 487386"/>
                    <a:gd name="connsiteY149" fmla="*/ 87351 h 2330989"/>
                    <a:gd name="connsiteX150" fmla="*/ 26499 w 487386"/>
                    <a:gd name="connsiteY150" fmla="*/ 0 h 2330989"/>
                    <a:gd name="connsiteX151" fmla="*/ 219849 w 487386"/>
                    <a:gd name="connsiteY151" fmla="*/ 0 h 2330989"/>
                    <a:gd name="connsiteX152" fmla="*/ 219849 w 487386"/>
                    <a:gd name="connsiteY152" fmla="*/ 111888 h 2330989"/>
                    <a:gd name="connsiteX153" fmla="*/ 219849 w 487386"/>
                    <a:gd name="connsiteY153" fmla="*/ 337625 h 2330989"/>
                    <a:gd name="connsiteX154" fmla="*/ 263033 w 487386"/>
                    <a:gd name="connsiteY154" fmla="*/ 366088 h 2330989"/>
                    <a:gd name="connsiteX155" fmla="*/ 263033 w 487386"/>
                    <a:gd name="connsiteY155" fmla="*/ 2945 h 2330989"/>
                    <a:gd name="connsiteX156" fmla="*/ 461290 w 487386"/>
                    <a:gd name="connsiteY156" fmla="*/ 2945 h 2330989"/>
                    <a:gd name="connsiteX157" fmla="*/ 463253 w 487386"/>
                    <a:gd name="connsiteY157" fmla="*/ 330756 h 2330989"/>
                    <a:gd name="connsiteX158" fmla="*/ 481901 w 487386"/>
                    <a:gd name="connsiteY158" fmla="*/ 1297502 h 2330989"/>
                    <a:gd name="connsiteX159" fmla="*/ 483863 w 487386"/>
                    <a:gd name="connsiteY159" fmla="*/ 2269156 h 2330989"/>
                    <a:gd name="connsiteX160" fmla="*/ 483863 w 487386"/>
                    <a:gd name="connsiteY160" fmla="*/ 2330989 h 2330989"/>
                    <a:gd name="connsiteX161" fmla="*/ 0 w 487386"/>
                    <a:gd name="connsiteY161" fmla="*/ 2330989 h 2330989"/>
                    <a:gd name="connsiteX162" fmla="*/ 0 w 487386"/>
                    <a:gd name="connsiteY162" fmla="*/ 2284859 h 2330989"/>
                    <a:gd name="connsiteX163" fmla="*/ 0 w 487386"/>
                    <a:gd name="connsiteY163" fmla="*/ 421051 h 2330989"/>
                    <a:gd name="connsiteX164" fmla="*/ 26499 w 487386"/>
                    <a:gd name="connsiteY164" fmla="*/ 0 h 2330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</a:cxnLst>
                  <a:rect l="l" t="t" r="r" b="b"/>
                  <a:pathLst>
                    <a:path w="487386" h="2330989">
                      <a:moveTo>
                        <a:pt x="285608" y="1339706"/>
                      </a:moveTo>
                      <a:cubicBezTo>
                        <a:pt x="285608" y="1366205"/>
                        <a:pt x="285608" y="1388779"/>
                        <a:pt x="285608" y="1414297"/>
                      </a:cubicBezTo>
                      <a:cubicBezTo>
                        <a:pt x="312107" y="1414297"/>
                        <a:pt x="333699" y="1414297"/>
                        <a:pt x="356272" y="1414297"/>
                      </a:cubicBezTo>
                      <a:cubicBezTo>
                        <a:pt x="356272" y="1387797"/>
                        <a:pt x="356272" y="1364242"/>
                        <a:pt x="356272" y="1339706"/>
                      </a:cubicBezTo>
                      <a:cubicBezTo>
                        <a:pt x="331736" y="1339706"/>
                        <a:pt x="309163" y="1339706"/>
                        <a:pt x="285608" y="1339706"/>
                      </a:cubicBezTo>
                      <a:close/>
                      <a:moveTo>
                        <a:pt x="31407" y="1338724"/>
                      </a:moveTo>
                      <a:cubicBezTo>
                        <a:pt x="31407" y="1366205"/>
                        <a:pt x="31407" y="1389760"/>
                        <a:pt x="31407" y="1414297"/>
                      </a:cubicBezTo>
                      <a:cubicBezTo>
                        <a:pt x="108942" y="1414297"/>
                        <a:pt x="183534" y="1414297"/>
                        <a:pt x="258126" y="1414297"/>
                      </a:cubicBezTo>
                      <a:cubicBezTo>
                        <a:pt x="258126" y="1386816"/>
                        <a:pt x="258126" y="1363261"/>
                        <a:pt x="258126" y="1338724"/>
                      </a:cubicBezTo>
                      <a:cubicBezTo>
                        <a:pt x="180590" y="1338724"/>
                        <a:pt x="106980" y="1338724"/>
                        <a:pt x="31407" y="1338724"/>
                      </a:cubicBezTo>
                      <a:close/>
                      <a:moveTo>
                        <a:pt x="385716" y="1245485"/>
                      </a:moveTo>
                      <a:cubicBezTo>
                        <a:pt x="385716" y="1271984"/>
                        <a:pt x="385716" y="1295539"/>
                        <a:pt x="385716" y="1318113"/>
                      </a:cubicBezTo>
                      <a:cubicBezTo>
                        <a:pt x="410253" y="1318113"/>
                        <a:pt x="430864" y="1318113"/>
                        <a:pt x="453438" y="1318113"/>
                      </a:cubicBezTo>
                      <a:cubicBezTo>
                        <a:pt x="453438" y="1293576"/>
                        <a:pt x="453438" y="1271003"/>
                        <a:pt x="453438" y="1245485"/>
                      </a:cubicBezTo>
                      <a:cubicBezTo>
                        <a:pt x="427920" y="1245485"/>
                        <a:pt x="406328" y="1245485"/>
                        <a:pt x="385716" y="1245485"/>
                      </a:cubicBezTo>
                      <a:close/>
                      <a:moveTo>
                        <a:pt x="32388" y="1243522"/>
                      </a:moveTo>
                      <a:cubicBezTo>
                        <a:pt x="32388" y="1270021"/>
                        <a:pt x="32388" y="1292595"/>
                        <a:pt x="32388" y="1318113"/>
                      </a:cubicBezTo>
                      <a:cubicBezTo>
                        <a:pt x="55943" y="1318113"/>
                        <a:pt x="78518" y="1318113"/>
                        <a:pt x="102073" y="1318113"/>
                      </a:cubicBezTo>
                      <a:cubicBezTo>
                        <a:pt x="102073" y="1292595"/>
                        <a:pt x="102073" y="1269040"/>
                        <a:pt x="102073" y="1243522"/>
                      </a:cubicBezTo>
                      <a:cubicBezTo>
                        <a:pt x="77536" y="1243522"/>
                        <a:pt x="55943" y="1243522"/>
                        <a:pt x="32388" y="1243522"/>
                      </a:cubicBezTo>
                      <a:close/>
                      <a:moveTo>
                        <a:pt x="130535" y="1242540"/>
                      </a:moveTo>
                      <a:cubicBezTo>
                        <a:pt x="130535" y="1271003"/>
                        <a:pt x="130535" y="1294558"/>
                        <a:pt x="130535" y="1317131"/>
                      </a:cubicBezTo>
                      <a:cubicBezTo>
                        <a:pt x="208071" y="1317131"/>
                        <a:pt x="281681" y="1317131"/>
                        <a:pt x="356272" y="1317131"/>
                      </a:cubicBezTo>
                      <a:cubicBezTo>
                        <a:pt x="356272" y="1290632"/>
                        <a:pt x="356272" y="1267077"/>
                        <a:pt x="356272" y="1242540"/>
                      </a:cubicBezTo>
                      <a:cubicBezTo>
                        <a:pt x="278737" y="1242540"/>
                        <a:pt x="206108" y="1242540"/>
                        <a:pt x="130535" y="1242540"/>
                      </a:cubicBezTo>
                      <a:close/>
                      <a:moveTo>
                        <a:pt x="128572" y="1149301"/>
                      </a:moveTo>
                      <a:cubicBezTo>
                        <a:pt x="128572" y="1174819"/>
                        <a:pt x="128572" y="1197392"/>
                        <a:pt x="128572" y="1220947"/>
                      </a:cubicBezTo>
                      <a:cubicBezTo>
                        <a:pt x="153109" y="1220947"/>
                        <a:pt x="174701" y="1220947"/>
                        <a:pt x="199237" y="1220947"/>
                      </a:cubicBezTo>
                      <a:cubicBezTo>
                        <a:pt x="199237" y="1193466"/>
                        <a:pt x="199237" y="1171874"/>
                        <a:pt x="199237" y="1149301"/>
                      </a:cubicBezTo>
                      <a:cubicBezTo>
                        <a:pt x="173719" y="1149301"/>
                        <a:pt x="151146" y="1149301"/>
                        <a:pt x="128572" y="1149301"/>
                      </a:cubicBezTo>
                      <a:close/>
                      <a:moveTo>
                        <a:pt x="226720" y="1148319"/>
                      </a:moveTo>
                      <a:cubicBezTo>
                        <a:pt x="226720" y="1174819"/>
                        <a:pt x="226720" y="1196411"/>
                        <a:pt x="226720" y="1219966"/>
                      </a:cubicBezTo>
                      <a:cubicBezTo>
                        <a:pt x="303273" y="1219966"/>
                        <a:pt x="377866" y="1219966"/>
                        <a:pt x="453438" y="1219966"/>
                      </a:cubicBezTo>
                      <a:cubicBezTo>
                        <a:pt x="453438" y="1195429"/>
                        <a:pt x="453438" y="1172856"/>
                        <a:pt x="453438" y="1148319"/>
                      </a:cubicBezTo>
                      <a:cubicBezTo>
                        <a:pt x="373940" y="1148319"/>
                        <a:pt x="300329" y="1148319"/>
                        <a:pt x="226720" y="1148319"/>
                      </a:cubicBezTo>
                      <a:close/>
                      <a:moveTo>
                        <a:pt x="128572" y="1050172"/>
                      </a:moveTo>
                      <a:cubicBezTo>
                        <a:pt x="128572" y="1075690"/>
                        <a:pt x="128572" y="1098264"/>
                        <a:pt x="128572" y="1121820"/>
                      </a:cubicBezTo>
                      <a:cubicBezTo>
                        <a:pt x="206108" y="1121820"/>
                        <a:pt x="280700" y="1121820"/>
                        <a:pt x="357254" y="1121820"/>
                      </a:cubicBezTo>
                      <a:cubicBezTo>
                        <a:pt x="357254" y="1096301"/>
                        <a:pt x="357254" y="1074709"/>
                        <a:pt x="357254" y="1050172"/>
                      </a:cubicBezTo>
                      <a:cubicBezTo>
                        <a:pt x="279719" y="1050172"/>
                        <a:pt x="204145" y="1050172"/>
                        <a:pt x="128572" y="1050172"/>
                      </a:cubicBezTo>
                      <a:close/>
                      <a:moveTo>
                        <a:pt x="32388" y="1050172"/>
                      </a:moveTo>
                      <a:cubicBezTo>
                        <a:pt x="32388" y="1076672"/>
                        <a:pt x="32388" y="1100227"/>
                        <a:pt x="32388" y="1122800"/>
                      </a:cubicBezTo>
                      <a:cubicBezTo>
                        <a:pt x="57906" y="1122800"/>
                        <a:pt x="79498" y="1122800"/>
                        <a:pt x="103055" y="1122800"/>
                      </a:cubicBezTo>
                      <a:cubicBezTo>
                        <a:pt x="103055" y="1097282"/>
                        <a:pt x="103055" y="1074709"/>
                        <a:pt x="103055" y="1050172"/>
                      </a:cubicBezTo>
                      <a:cubicBezTo>
                        <a:pt x="76555" y="1050172"/>
                        <a:pt x="53981" y="1050172"/>
                        <a:pt x="32388" y="1050172"/>
                      </a:cubicBezTo>
                      <a:close/>
                      <a:moveTo>
                        <a:pt x="383754" y="953007"/>
                      </a:moveTo>
                      <a:cubicBezTo>
                        <a:pt x="383754" y="978525"/>
                        <a:pt x="383754" y="1001098"/>
                        <a:pt x="383754" y="1024654"/>
                      </a:cubicBezTo>
                      <a:cubicBezTo>
                        <a:pt x="408291" y="1024654"/>
                        <a:pt x="429883" y="1024654"/>
                        <a:pt x="452457" y="1024654"/>
                      </a:cubicBezTo>
                      <a:cubicBezTo>
                        <a:pt x="452457" y="998154"/>
                        <a:pt x="452457" y="974599"/>
                        <a:pt x="452457" y="953007"/>
                      </a:cubicBezTo>
                      <a:cubicBezTo>
                        <a:pt x="426939" y="953007"/>
                        <a:pt x="405346" y="953007"/>
                        <a:pt x="383754" y="953007"/>
                      </a:cubicBezTo>
                      <a:close/>
                      <a:moveTo>
                        <a:pt x="30425" y="953007"/>
                      </a:moveTo>
                      <a:cubicBezTo>
                        <a:pt x="30425" y="977543"/>
                        <a:pt x="30425" y="998154"/>
                        <a:pt x="30425" y="1023673"/>
                      </a:cubicBezTo>
                      <a:cubicBezTo>
                        <a:pt x="109924" y="1023673"/>
                        <a:pt x="185497" y="1023673"/>
                        <a:pt x="259108" y="1023673"/>
                      </a:cubicBezTo>
                      <a:cubicBezTo>
                        <a:pt x="259108" y="997172"/>
                        <a:pt x="259108" y="975580"/>
                        <a:pt x="259108" y="953007"/>
                      </a:cubicBezTo>
                      <a:cubicBezTo>
                        <a:pt x="181572" y="953007"/>
                        <a:pt x="105999" y="953007"/>
                        <a:pt x="30425" y="953007"/>
                      </a:cubicBezTo>
                      <a:close/>
                      <a:moveTo>
                        <a:pt x="286589" y="952025"/>
                      </a:moveTo>
                      <a:cubicBezTo>
                        <a:pt x="286589" y="977543"/>
                        <a:pt x="286589" y="1001098"/>
                        <a:pt x="286589" y="1023673"/>
                      </a:cubicBezTo>
                      <a:cubicBezTo>
                        <a:pt x="312107" y="1023673"/>
                        <a:pt x="333699" y="1023673"/>
                        <a:pt x="357254" y="1023673"/>
                      </a:cubicBezTo>
                      <a:cubicBezTo>
                        <a:pt x="357254" y="999135"/>
                        <a:pt x="357254" y="977543"/>
                        <a:pt x="357254" y="952025"/>
                      </a:cubicBezTo>
                      <a:cubicBezTo>
                        <a:pt x="330754" y="952025"/>
                        <a:pt x="309163" y="952025"/>
                        <a:pt x="286589" y="952025"/>
                      </a:cubicBezTo>
                      <a:close/>
                      <a:moveTo>
                        <a:pt x="382772" y="854860"/>
                      </a:moveTo>
                      <a:cubicBezTo>
                        <a:pt x="382772" y="879396"/>
                        <a:pt x="382772" y="901970"/>
                        <a:pt x="382772" y="927489"/>
                      </a:cubicBezTo>
                      <a:cubicBezTo>
                        <a:pt x="409272" y="927489"/>
                        <a:pt x="429883" y="927489"/>
                        <a:pt x="452457" y="927489"/>
                      </a:cubicBezTo>
                      <a:cubicBezTo>
                        <a:pt x="452457" y="901970"/>
                        <a:pt x="452457" y="878415"/>
                        <a:pt x="452457" y="854860"/>
                      </a:cubicBezTo>
                      <a:cubicBezTo>
                        <a:pt x="426939" y="854860"/>
                        <a:pt x="405346" y="854860"/>
                        <a:pt x="382772" y="854860"/>
                      </a:cubicBezTo>
                      <a:close/>
                      <a:moveTo>
                        <a:pt x="286589" y="853878"/>
                      </a:moveTo>
                      <a:cubicBezTo>
                        <a:pt x="286589" y="880378"/>
                        <a:pt x="286589" y="902951"/>
                        <a:pt x="286589" y="927489"/>
                      </a:cubicBezTo>
                      <a:cubicBezTo>
                        <a:pt x="311125" y="927489"/>
                        <a:pt x="331736" y="927489"/>
                        <a:pt x="355291" y="927489"/>
                      </a:cubicBezTo>
                      <a:cubicBezTo>
                        <a:pt x="355291" y="901970"/>
                        <a:pt x="355291" y="878415"/>
                        <a:pt x="355291" y="853878"/>
                      </a:cubicBezTo>
                      <a:cubicBezTo>
                        <a:pt x="330754" y="853878"/>
                        <a:pt x="308181" y="853878"/>
                        <a:pt x="286589" y="853878"/>
                      </a:cubicBezTo>
                      <a:close/>
                      <a:moveTo>
                        <a:pt x="384735" y="756713"/>
                      </a:moveTo>
                      <a:cubicBezTo>
                        <a:pt x="384735" y="783212"/>
                        <a:pt x="384735" y="806767"/>
                        <a:pt x="384735" y="829342"/>
                      </a:cubicBezTo>
                      <a:cubicBezTo>
                        <a:pt x="409272" y="829342"/>
                        <a:pt x="429883" y="829342"/>
                        <a:pt x="453438" y="829342"/>
                      </a:cubicBezTo>
                      <a:cubicBezTo>
                        <a:pt x="453438" y="804805"/>
                        <a:pt x="453438" y="783212"/>
                        <a:pt x="453438" y="756713"/>
                      </a:cubicBezTo>
                      <a:cubicBezTo>
                        <a:pt x="427920" y="756713"/>
                        <a:pt x="406328" y="756713"/>
                        <a:pt x="384735" y="756713"/>
                      </a:cubicBezTo>
                      <a:close/>
                      <a:moveTo>
                        <a:pt x="130535" y="756713"/>
                      </a:moveTo>
                      <a:cubicBezTo>
                        <a:pt x="130535" y="784194"/>
                        <a:pt x="130535" y="807749"/>
                        <a:pt x="130535" y="829342"/>
                      </a:cubicBezTo>
                      <a:cubicBezTo>
                        <a:pt x="208071" y="829342"/>
                        <a:pt x="282663" y="829342"/>
                        <a:pt x="357254" y="829342"/>
                      </a:cubicBezTo>
                      <a:cubicBezTo>
                        <a:pt x="357254" y="802842"/>
                        <a:pt x="357254" y="781249"/>
                        <a:pt x="357254" y="756713"/>
                      </a:cubicBezTo>
                      <a:cubicBezTo>
                        <a:pt x="277755" y="756713"/>
                        <a:pt x="203163" y="756713"/>
                        <a:pt x="130535" y="756713"/>
                      </a:cubicBezTo>
                      <a:close/>
                      <a:moveTo>
                        <a:pt x="32388" y="755731"/>
                      </a:moveTo>
                      <a:cubicBezTo>
                        <a:pt x="32388" y="781249"/>
                        <a:pt x="32388" y="804805"/>
                        <a:pt x="32388" y="830323"/>
                      </a:cubicBezTo>
                      <a:cubicBezTo>
                        <a:pt x="56925" y="830323"/>
                        <a:pt x="78518" y="830323"/>
                        <a:pt x="102073" y="830323"/>
                      </a:cubicBezTo>
                      <a:cubicBezTo>
                        <a:pt x="102073" y="803824"/>
                        <a:pt x="102073" y="781249"/>
                        <a:pt x="102073" y="755731"/>
                      </a:cubicBezTo>
                      <a:cubicBezTo>
                        <a:pt x="77536" y="755731"/>
                        <a:pt x="55943" y="755731"/>
                        <a:pt x="32388" y="755731"/>
                      </a:cubicBezTo>
                      <a:close/>
                      <a:moveTo>
                        <a:pt x="382772" y="658566"/>
                      </a:moveTo>
                      <a:cubicBezTo>
                        <a:pt x="382772" y="685065"/>
                        <a:pt x="382772" y="707640"/>
                        <a:pt x="382772" y="733158"/>
                      </a:cubicBezTo>
                      <a:cubicBezTo>
                        <a:pt x="408291" y="733158"/>
                        <a:pt x="429883" y="733158"/>
                        <a:pt x="452457" y="733158"/>
                      </a:cubicBezTo>
                      <a:cubicBezTo>
                        <a:pt x="452457" y="706658"/>
                        <a:pt x="452457" y="683102"/>
                        <a:pt x="452457" y="658566"/>
                      </a:cubicBezTo>
                      <a:cubicBezTo>
                        <a:pt x="427920" y="658566"/>
                        <a:pt x="405346" y="658566"/>
                        <a:pt x="382772" y="658566"/>
                      </a:cubicBezTo>
                      <a:close/>
                      <a:moveTo>
                        <a:pt x="31407" y="658566"/>
                      </a:moveTo>
                      <a:cubicBezTo>
                        <a:pt x="31407" y="684084"/>
                        <a:pt x="31407" y="707640"/>
                        <a:pt x="31407" y="735121"/>
                      </a:cubicBezTo>
                      <a:cubicBezTo>
                        <a:pt x="107962" y="735121"/>
                        <a:pt x="182553" y="735121"/>
                        <a:pt x="259108" y="735121"/>
                      </a:cubicBezTo>
                      <a:cubicBezTo>
                        <a:pt x="259108" y="706658"/>
                        <a:pt x="259108" y="684084"/>
                        <a:pt x="259108" y="658566"/>
                      </a:cubicBezTo>
                      <a:cubicBezTo>
                        <a:pt x="182553" y="658566"/>
                        <a:pt x="107962" y="658566"/>
                        <a:pt x="31407" y="658566"/>
                      </a:cubicBezTo>
                      <a:close/>
                      <a:moveTo>
                        <a:pt x="226720" y="561400"/>
                      </a:moveTo>
                      <a:cubicBezTo>
                        <a:pt x="226720" y="586918"/>
                        <a:pt x="226720" y="610474"/>
                        <a:pt x="226720" y="638937"/>
                      </a:cubicBezTo>
                      <a:cubicBezTo>
                        <a:pt x="304255" y="638937"/>
                        <a:pt x="376884" y="638937"/>
                        <a:pt x="451475" y="638937"/>
                      </a:cubicBezTo>
                      <a:cubicBezTo>
                        <a:pt x="451475" y="611456"/>
                        <a:pt x="451475" y="586918"/>
                        <a:pt x="451475" y="561400"/>
                      </a:cubicBezTo>
                      <a:cubicBezTo>
                        <a:pt x="374921" y="561400"/>
                        <a:pt x="302292" y="561400"/>
                        <a:pt x="226720" y="561400"/>
                      </a:cubicBezTo>
                      <a:close/>
                      <a:moveTo>
                        <a:pt x="128572" y="561400"/>
                      </a:moveTo>
                      <a:cubicBezTo>
                        <a:pt x="128572" y="587900"/>
                        <a:pt x="128572" y="611456"/>
                        <a:pt x="128572" y="636974"/>
                      </a:cubicBezTo>
                      <a:cubicBezTo>
                        <a:pt x="156053" y="636974"/>
                        <a:pt x="177645" y="636974"/>
                        <a:pt x="198257" y="636974"/>
                      </a:cubicBezTo>
                      <a:cubicBezTo>
                        <a:pt x="198257" y="609493"/>
                        <a:pt x="198257" y="585938"/>
                        <a:pt x="198257" y="561400"/>
                      </a:cubicBezTo>
                      <a:cubicBezTo>
                        <a:pt x="173719" y="561400"/>
                        <a:pt x="152128" y="561400"/>
                        <a:pt x="128572" y="561400"/>
                      </a:cubicBezTo>
                      <a:close/>
                      <a:moveTo>
                        <a:pt x="129554" y="464235"/>
                      </a:moveTo>
                      <a:cubicBezTo>
                        <a:pt x="129554" y="489754"/>
                        <a:pt x="129554" y="513309"/>
                        <a:pt x="129554" y="540790"/>
                      </a:cubicBezTo>
                      <a:cubicBezTo>
                        <a:pt x="208071" y="540790"/>
                        <a:pt x="282663" y="540790"/>
                        <a:pt x="356272" y="540790"/>
                      </a:cubicBezTo>
                      <a:cubicBezTo>
                        <a:pt x="356272" y="513309"/>
                        <a:pt x="356272" y="489754"/>
                        <a:pt x="356272" y="464235"/>
                      </a:cubicBezTo>
                      <a:cubicBezTo>
                        <a:pt x="279719" y="464235"/>
                        <a:pt x="205126" y="464235"/>
                        <a:pt x="129554" y="464235"/>
                      </a:cubicBezTo>
                      <a:close/>
                      <a:moveTo>
                        <a:pt x="34352" y="463253"/>
                      </a:moveTo>
                      <a:cubicBezTo>
                        <a:pt x="34352" y="488772"/>
                        <a:pt x="34352" y="514290"/>
                        <a:pt x="34352" y="539808"/>
                      </a:cubicBezTo>
                      <a:cubicBezTo>
                        <a:pt x="58888" y="539808"/>
                        <a:pt x="80480" y="539808"/>
                        <a:pt x="102073" y="539808"/>
                      </a:cubicBezTo>
                      <a:cubicBezTo>
                        <a:pt x="102073" y="512327"/>
                        <a:pt x="102073" y="488772"/>
                        <a:pt x="102073" y="463253"/>
                      </a:cubicBezTo>
                      <a:cubicBezTo>
                        <a:pt x="79498" y="463253"/>
                        <a:pt x="58888" y="463253"/>
                        <a:pt x="34352" y="463253"/>
                      </a:cubicBezTo>
                      <a:close/>
                      <a:moveTo>
                        <a:pt x="384735" y="462272"/>
                      </a:moveTo>
                      <a:cubicBezTo>
                        <a:pt x="384735" y="490734"/>
                        <a:pt x="384735" y="516253"/>
                        <a:pt x="384735" y="540790"/>
                      </a:cubicBezTo>
                      <a:cubicBezTo>
                        <a:pt x="409272" y="540790"/>
                        <a:pt x="430864" y="540790"/>
                        <a:pt x="451475" y="540790"/>
                      </a:cubicBezTo>
                      <a:cubicBezTo>
                        <a:pt x="451475" y="512327"/>
                        <a:pt x="451475" y="487791"/>
                        <a:pt x="451475" y="462272"/>
                      </a:cubicBezTo>
                      <a:cubicBezTo>
                        <a:pt x="427920" y="462272"/>
                        <a:pt x="408291" y="462272"/>
                        <a:pt x="384735" y="462272"/>
                      </a:cubicBezTo>
                      <a:close/>
                      <a:moveTo>
                        <a:pt x="52999" y="286589"/>
                      </a:moveTo>
                      <a:cubicBezTo>
                        <a:pt x="52999" y="316033"/>
                        <a:pt x="52999" y="340570"/>
                        <a:pt x="52999" y="364126"/>
                      </a:cubicBezTo>
                      <a:cubicBezTo>
                        <a:pt x="101091" y="364126"/>
                        <a:pt x="146238" y="364126"/>
                        <a:pt x="192368" y="364126"/>
                      </a:cubicBezTo>
                      <a:cubicBezTo>
                        <a:pt x="192368" y="337625"/>
                        <a:pt x="192368" y="314070"/>
                        <a:pt x="192368" y="286589"/>
                      </a:cubicBezTo>
                      <a:cubicBezTo>
                        <a:pt x="142313" y="286589"/>
                        <a:pt x="97165" y="286589"/>
                        <a:pt x="52999" y="286589"/>
                      </a:cubicBezTo>
                      <a:close/>
                      <a:moveTo>
                        <a:pt x="295422" y="285608"/>
                      </a:moveTo>
                      <a:cubicBezTo>
                        <a:pt x="295422" y="314070"/>
                        <a:pt x="295422" y="339588"/>
                        <a:pt x="295422" y="364126"/>
                      </a:cubicBezTo>
                      <a:cubicBezTo>
                        <a:pt x="343514" y="364126"/>
                        <a:pt x="388661" y="364126"/>
                        <a:pt x="434790" y="364126"/>
                      </a:cubicBezTo>
                      <a:cubicBezTo>
                        <a:pt x="434790" y="337625"/>
                        <a:pt x="434790" y="313089"/>
                        <a:pt x="434790" y="285608"/>
                      </a:cubicBezTo>
                      <a:cubicBezTo>
                        <a:pt x="384735" y="285608"/>
                        <a:pt x="340569" y="285608"/>
                        <a:pt x="295422" y="285608"/>
                      </a:cubicBezTo>
                      <a:close/>
                      <a:moveTo>
                        <a:pt x="51036" y="186479"/>
                      </a:moveTo>
                      <a:cubicBezTo>
                        <a:pt x="51036" y="211997"/>
                        <a:pt x="51036" y="232609"/>
                        <a:pt x="51036" y="259108"/>
                      </a:cubicBezTo>
                      <a:cubicBezTo>
                        <a:pt x="100110" y="259108"/>
                        <a:pt x="144275" y="259108"/>
                        <a:pt x="190405" y="259108"/>
                      </a:cubicBezTo>
                      <a:cubicBezTo>
                        <a:pt x="190405" y="232609"/>
                        <a:pt x="190405" y="209053"/>
                        <a:pt x="190405" y="186479"/>
                      </a:cubicBezTo>
                      <a:cubicBezTo>
                        <a:pt x="142313" y="186479"/>
                        <a:pt x="97165" y="186479"/>
                        <a:pt x="51036" y="186479"/>
                      </a:cubicBezTo>
                      <a:close/>
                      <a:moveTo>
                        <a:pt x="294440" y="185498"/>
                      </a:moveTo>
                      <a:cubicBezTo>
                        <a:pt x="294440" y="211016"/>
                        <a:pt x="294440" y="232609"/>
                        <a:pt x="294440" y="260090"/>
                      </a:cubicBezTo>
                      <a:cubicBezTo>
                        <a:pt x="343514" y="260090"/>
                        <a:pt x="387680" y="260090"/>
                        <a:pt x="432828" y="260090"/>
                      </a:cubicBezTo>
                      <a:cubicBezTo>
                        <a:pt x="432828" y="233590"/>
                        <a:pt x="432828" y="210034"/>
                        <a:pt x="432828" y="185498"/>
                      </a:cubicBezTo>
                      <a:cubicBezTo>
                        <a:pt x="385716" y="185498"/>
                        <a:pt x="340569" y="185498"/>
                        <a:pt x="294440" y="185498"/>
                      </a:cubicBezTo>
                      <a:close/>
                      <a:moveTo>
                        <a:pt x="52999" y="89314"/>
                      </a:moveTo>
                      <a:cubicBezTo>
                        <a:pt x="52999" y="114832"/>
                        <a:pt x="52999" y="136425"/>
                        <a:pt x="52999" y="158017"/>
                      </a:cubicBezTo>
                      <a:cubicBezTo>
                        <a:pt x="101091" y="158017"/>
                        <a:pt x="145257" y="158017"/>
                        <a:pt x="191387" y="158017"/>
                      </a:cubicBezTo>
                      <a:cubicBezTo>
                        <a:pt x="191387" y="134462"/>
                        <a:pt x="191387" y="113850"/>
                        <a:pt x="191387" y="89314"/>
                      </a:cubicBezTo>
                      <a:cubicBezTo>
                        <a:pt x="142313" y="89314"/>
                        <a:pt x="97165" y="89314"/>
                        <a:pt x="52999" y="89314"/>
                      </a:cubicBezTo>
                      <a:close/>
                      <a:moveTo>
                        <a:pt x="296403" y="87351"/>
                      </a:moveTo>
                      <a:cubicBezTo>
                        <a:pt x="296403" y="114832"/>
                        <a:pt x="296403" y="137406"/>
                        <a:pt x="296403" y="158998"/>
                      </a:cubicBezTo>
                      <a:cubicBezTo>
                        <a:pt x="344496" y="158998"/>
                        <a:pt x="388661" y="158998"/>
                        <a:pt x="432828" y="158998"/>
                      </a:cubicBezTo>
                      <a:cubicBezTo>
                        <a:pt x="432828" y="133480"/>
                        <a:pt x="432828" y="110907"/>
                        <a:pt x="432828" y="87351"/>
                      </a:cubicBezTo>
                      <a:cubicBezTo>
                        <a:pt x="386698" y="87351"/>
                        <a:pt x="342532" y="87351"/>
                        <a:pt x="296403" y="87351"/>
                      </a:cubicBezTo>
                      <a:close/>
                      <a:moveTo>
                        <a:pt x="26499" y="0"/>
                      </a:moveTo>
                      <a:cubicBezTo>
                        <a:pt x="91276" y="0"/>
                        <a:pt x="151146" y="0"/>
                        <a:pt x="219849" y="0"/>
                      </a:cubicBezTo>
                      <a:cubicBezTo>
                        <a:pt x="219849" y="38278"/>
                        <a:pt x="219849" y="74592"/>
                        <a:pt x="219849" y="111888"/>
                      </a:cubicBezTo>
                      <a:cubicBezTo>
                        <a:pt x="219849" y="187461"/>
                        <a:pt x="220831" y="262053"/>
                        <a:pt x="219849" y="337625"/>
                      </a:cubicBezTo>
                      <a:cubicBezTo>
                        <a:pt x="218867" y="368051"/>
                        <a:pt x="231626" y="375903"/>
                        <a:pt x="263033" y="366088"/>
                      </a:cubicBezTo>
                      <a:cubicBezTo>
                        <a:pt x="263033" y="247330"/>
                        <a:pt x="263033" y="126610"/>
                        <a:pt x="263033" y="2945"/>
                      </a:cubicBezTo>
                      <a:cubicBezTo>
                        <a:pt x="329773" y="2945"/>
                        <a:pt x="392587" y="2945"/>
                        <a:pt x="461290" y="2945"/>
                      </a:cubicBezTo>
                      <a:cubicBezTo>
                        <a:pt x="461290" y="112869"/>
                        <a:pt x="448530" y="223775"/>
                        <a:pt x="463253" y="330756"/>
                      </a:cubicBezTo>
                      <a:cubicBezTo>
                        <a:pt x="508400" y="652677"/>
                        <a:pt x="475030" y="975580"/>
                        <a:pt x="481901" y="1297502"/>
                      </a:cubicBezTo>
                      <a:cubicBezTo>
                        <a:pt x="488771" y="1621387"/>
                        <a:pt x="483863" y="1945271"/>
                        <a:pt x="483863" y="2269156"/>
                      </a:cubicBezTo>
                      <a:cubicBezTo>
                        <a:pt x="483863" y="2288785"/>
                        <a:pt x="483863" y="2308415"/>
                        <a:pt x="483863" y="2330989"/>
                      </a:cubicBezTo>
                      <a:cubicBezTo>
                        <a:pt x="322902" y="2330989"/>
                        <a:pt x="164887" y="2330989"/>
                        <a:pt x="0" y="2330989"/>
                      </a:cubicBezTo>
                      <a:cubicBezTo>
                        <a:pt x="0" y="2315285"/>
                        <a:pt x="0" y="2299582"/>
                        <a:pt x="0" y="2284859"/>
                      </a:cubicBezTo>
                      <a:cubicBezTo>
                        <a:pt x="0" y="1663590"/>
                        <a:pt x="0" y="1042320"/>
                        <a:pt x="0" y="421051"/>
                      </a:cubicBezTo>
                      <a:cubicBezTo>
                        <a:pt x="45148" y="282663"/>
                        <a:pt x="12759" y="142314"/>
                        <a:pt x="2649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" name="Freeform: Shape 16"/>
                <p:cNvSpPr/>
                <p:nvPr/>
              </p:nvSpPr>
              <p:spPr>
                <a:xfrm>
                  <a:off x="6782219" y="2659087"/>
                  <a:ext cx="252773" cy="1597499"/>
                </a:xfrm>
                <a:custGeom>
                  <a:avLst/>
                  <a:gdLst>
                    <a:gd name="connsiteX0" fmla="*/ 94664 w 252773"/>
                    <a:gd name="connsiteY0" fmla="*/ 1169580 h 1597499"/>
                    <a:gd name="connsiteX1" fmla="*/ 94664 w 252773"/>
                    <a:gd name="connsiteY1" fmla="*/ 1232327 h 1597499"/>
                    <a:gd name="connsiteX2" fmla="*/ 158109 w 252773"/>
                    <a:gd name="connsiteY2" fmla="*/ 1232327 h 1597499"/>
                    <a:gd name="connsiteX3" fmla="*/ 158109 w 252773"/>
                    <a:gd name="connsiteY3" fmla="*/ 1169580 h 1597499"/>
                    <a:gd name="connsiteX4" fmla="*/ 94664 w 252773"/>
                    <a:gd name="connsiteY4" fmla="*/ 1169580 h 1597499"/>
                    <a:gd name="connsiteX5" fmla="*/ 175733 w 252773"/>
                    <a:gd name="connsiteY5" fmla="*/ 1168551 h 1597499"/>
                    <a:gd name="connsiteX6" fmla="*/ 175733 w 252773"/>
                    <a:gd name="connsiteY6" fmla="*/ 1231813 h 1597499"/>
                    <a:gd name="connsiteX7" fmla="*/ 237667 w 252773"/>
                    <a:gd name="connsiteY7" fmla="*/ 1231813 h 1597499"/>
                    <a:gd name="connsiteX8" fmla="*/ 237667 w 252773"/>
                    <a:gd name="connsiteY8" fmla="*/ 1168551 h 1597499"/>
                    <a:gd name="connsiteX9" fmla="*/ 175733 w 252773"/>
                    <a:gd name="connsiteY9" fmla="*/ 1168551 h 1597499"/>
                    <a:gd name="connsiteX10" fmla="*/ 95168 w 252773"/>
                    <a:gd name="connsiteY10" fmla="*/ 1090888 h 1597499"/>
                    <a:gd name="connsiteX11" fmla="*/ 95168 w 252773"/>
                    <a:gd name="connsiteY11" fmla="*/ 1153636 h 1597499"/>
                    <a:gd name="connsiteX12" fmla="*/ 157605 w 252773"/>
                    <a:gd name="connsiteY12" fmla="*/ 1153636 h 1597499"/>
                    <a:gd name="connsiteX13" fmla="*/ 157605 w 252773"/>
                    <a:gd name="connsiteY13" fmla="*/ 1090888 h 1597499"/>
                    <a:gd name="connsiteX14" fmla="*/ 95168 w 252773"/>
                    <a:gd name="connsiteY14" fmla="*/ 1090888 h 1597499"/>
                    <a:gd name="connsiteX15" fmla="*/ 15106 w 252773"/>
                    <a:gd name="connsiteY15" fmla="*/ 1090888 h 1597499"/>
                    <a:gd name="connsiteX16" fmla="*/ 15106 w 252773"/>
                    <a:gd name="connsiteY16" fmla="*/ 1153636 h 1597499"/>
                    <a:gd name="connsiteX17" fmla="*/ 77544 w 252773"/>
                    <a:gd name="connsiteY17" fmla="*/ 1153636 h 1597499"/>
                    <a:gd name="connsiteX18" fmla="*/ 77544 w 252773"/>
                    <a:gd name="connsiteY18" fmla="*/ 1090888 h 1597499"/>
                    <a:gd name="connsiteX19" fmla="*/ 15106 w 252773"/>
                    <a:gd name="connsiteY19" fmla="*/ 1090888 h 1597499"/>
                    <a:gd name="connsiteX20" fmla="*/ 95671 w 252773"/>
                    <a:gd name="connsiteY20" fmla="*/ 1009110 h 1597499"/>
                    <a:gd name="connsiteX21" fmla="*/ 95671 w 252773"/>
                    <a:gd name="connsiteY21" fmla="*/ 1072886 h 1597499"/>
                    <a:gd name="connsiteX22" fmla="*/ 157605 w 252773"/>
                    <a:gd name="connsiteY22" fmla="*/ 1072886 h 1597499"/>
                    <a:gd name="connsiteX23" fmla="*/ 157605 w 252773"/>
                    <a:gd name="connsiteY23" fmla="*/ 1009110 h 1597499"/>
                    <a:gd name="connsiteX24" fmla="*/ 95671 w 252773"/>
                    <a:gd name="connsiteY24" fmla="*/ 1009110 h 1597499"/>
                    <a:gd name="connsiteX25" fmla="*/ 175733 w 252773"/>
                    <a:gd name="connsiteY25" fmla="*/ 1008595 h 1597499"/>
                    <a:gd name="connsiteX26" fmla="*/ 175733 w 252773"/>
                    <a:gd name="connsiteY26" fmla="*/ 1072371 h 1597499"/>
                    <a:gd name="connsiteX27" fmla="*/ 238674 w 252773"/>
                    <a:gd name="connsiteY27" fmla="*/ 1072371 h 1597499"/>
                    <a:gd name="connsiteX28" fmla="*/ 238674 w 252773"/>
                    <a:gd name="connsiteY28" fmla="*/ 1008595 h 1597499"/>
                    <a:gd name="connsiteX29" fmla="*/ 175733 w 252773"/>
                    <a:gd name="connsiteY29" fmla="*/ 1008595 h 1597499"/>
                    <a:gd name="connsiteX30" fmla="*/ 175733 w 252773"/>
                    <a:gd name="connsiteY30" fmla="*/ 929389 h 1597499"/>
                    <a:gd name="connsiteX31" fmla="*/ 175733 w 252773"/>
                    <a:gd name="connsiteY31" fmla="*/ 992651 h 1597499"/>
                    <a:gd name="connsiteX32" fmla="*/ 239178 w 252773"/>
                    <a:gd name="connsiteY32" fmla="*/ 992651 h 1597499"/>
                    <a:gd name="connsiteX33" fmla="*/ 239178 w 252773"/>
                    <a:gd name="connsiteY33" fmla="*/ 929389 h 1597499"/>
                    <a:gd name="connsiteX34" fmla="*/ 175733 w 252773"/>
                    <a:gd name="connsiteY34" fmla="*/ 929389 h 1597499"/>
                    <a:gd name="connsiteX35" fmla="*/ 95671 w 252773"/>
                    <a:gd name="connsiteY35" fmla="*/ 928875 h 1597499"/>
                    <a:gd name="connsiteX36" fmla="*/ 95671 w 252773"/>
                    <a:gd name="connsiteY36" fmla="*/ 993680 h 1597499"/>
                    <a:gd name="connsiteX37" fmla="*/ 157605 w 252773"/>
                    <a:gd name="connsiteY37" fmla="*/ 993680 h 1597499"/>
                    <a:gd name="connsiteX38" fmla="*/ 157605 w 252773"/>
                    <a:gd name="connsiteY38" fmla="*/ 928875 h 1597499"/>
                    <a:gd name="connsiteX39" fmla="*/ 95671 w 252773"/>
                    <a:gd name="connsiteY39" fmla="*/ 928875 h 1597499"/>
                    <a:gd name="connsiteX40" fmla="*/ 14602 w 252773"/>
                    <a:gd name="connsiteY40" fmla="*/ 928875 h 1597499"/>
                    <a:gd name="connsiteX41" fmla="*/ 14602 w 252773"/>
                    <a:gd name="connsiteY41" fmla="*/ 992651 h 1597499"/>
                    <a:gd name="connsiteX42" fmla="*/ 77544 w 252773"/>
                    <a:gd name="connsiteY42" fmla="*/ 992651 h 1597499"/>
                    <a:gd name="connsiteX43" fmla="*/ 77544 w 252773"/>
                    <a:gd name="connsiteY43" fmla="*/ 928875 h 1597499"/>
                    <a:gd name="connsiteX44" fmla="*/ 14602 w 252773"/>
                    <a:gd name="connsiteY44" fmla="*/ 928875 h 1597499"/>
                    <a:gd name="connsiteX45" fmla="*/ 175229 w 252773"/>
                    <a:gd name="connsiteY45" fmla="*/ 849668 h 1597499"/>
                    <a:gd name="connsiteX46" fmla="*/ 175229 w 252773"/>
                    <a:gd name="connsiteY46" fmla="*/ 912930 h 1597499"/>
                    <a:gd name="connsiteX47" fmla="*/ 238171 w 252773"/>
                    <a:gd name="connsiteY47" fmla="*/ 912930 h 1597499"/>
                    <a:gd name="connsiteX48" fmla="*/ 238171 w 252773"/>
                    <a:gd name="connsiteY48" fmla="*/ 849668 h 1597499"/>
                    <a:gd name="connsiteX49" fmla="*/ 175229 w 252773"/>
                    <a:gd name="connsiteY49" fmla="*/ 849668 h 1597499"/>
                    <a:gd name="connsiteX50" fmla="*/ 94664 w 252773"/>
                    <a:gd name="connsiteY50" fmla="*/ 767890 h 1597499"/>
                    <a:gd name="connsiteX51" fmla="*/ 94664 w 252773"/>
                    <a:gd name="connsiteY51" fmla="*/ 831152 h 1597499"/>
                    <a:gd name="connsiteX52" fmla="*/ 157605 w 252773"/>
                    <a:gd name="connsiteY52" fmla="*/ 831152 h 1597499"/>
                    <a:gd name="connsiteX53" fmla="*/ 157605 w 252773"/>
                    <a:gd name="connsiteY53" fmla="*/ 767890 h 1597499"/>
                    <a:gd name="connsiteX54" fmla="*/ 94664 w 252773"/>
                    <a:gd name="connsiteY54" fmla="*/ 767890 h 1597499"/>
                    <a:gd name="connsiteX55" fmla="*/ 15106 w 252773"/>
                    <a:gd name="connsiteY55" fmla="*/ 767890 h 1597499"/>
                    <a:gd name="connsiteX56" fmla="*/ 15106 w 252773"/>
                    <a:gd name="connsiteY56" fmla="*/ 831152 h 1597499"/>
                    <a:gd name="connsiteX57" fmla="*/ 77040 w 252773"/>
                    <a:gd name="connsiteY57" fmla="*/ 831152 h 1597499"/>
                    <a:gd name="connsiteX58" fmla="*/ 77040 w 252773"/>
                    <a:gd name="connsiteY58" fmla="*/ 767890 h 1597499"/>
                    <a:gd name="connsiteX59" fmla="*/ 15106 w 252773"/>
                    <a:gd name="connsiteY59" fmla="*/ 767890 h 1597499"/>
                    <a:gd name="connsiteX60" fmla="*/ 175229 w 252773"/>
                    <a:gd name="connsiteY60" fmla="*/ 767376 h 1597499"/>
                    <a:gd name="connsiteX61" fmla="*/ 175229 w 252773"/>
                    <a:gd name="connsiteY61" fmla="*/ 831667 h 1597499"/>
                    <a:gd name="connsiteX62" fmla="*/ 238171 w 252773"/>
                    <a:gd name="connsiteY62" fmla="*/ 831667 h 1597499"/>
                    <a:gd name="connsiteX63" fmla="*/ 238171 w 252773"/>
                    <a:gd name="connsiteY63" fmla="*/ 767376 h 1597499"/>
                    <a:gd name="connsiteX64" fmla="*/ 175229 w 252773"/>
                    <a:gd name="connsiteY64" fmla="*/ 767376 h 1597499"/>
                    <a:gd name="connsiteX65" fmla="*/ 175229 w 252773"/>
                    <a:gd name="connsiteY65" fmla="*/ 689712 h 1597499"/>
                    <a:gd name="connsiteX66" fmla="*/ 175229 w 252773"/>
                    <a:gd name="connsiteY66" fmla="*/ 752975 h 1597499"/>
                    <a:gd name="connsiteX67" fmla="*/ 238171 w 252773"/>
                    <a:gd name="connsiteY67" fmla="*/ 752975 h 1597499"/>
                    <a:gd name="connsiteX68" fmla="*/ 238171 w 252773"/>
                    <a:gd name="connsiteY68" fmla="*/ 689712 h 1597499"/>
                    <a:gd name="connsiteX69" fmla="*/ 175229 w 252773"/>
                    <a:gd name="connsiteY69" fmla="*/ 689712 h 1597499"/>
                    <a:gd name="connsiteX70" fmla="*/ 14602 w 252773"/>
                    <a:gd name="connsiteY70" fmla="*/ 689198 h 1597499"/>
                    <a:gd name="connsiteX71" fmla="*/ 14602 w 252773"/>
                    <a:gd name="connsiteY71" fmla="*/ 752460 h 1597499"/>
                    <a:gd name="connsiteX72" fmla="*/ 78048 w 252773"/>
                    <a:gd name="connsiteY72" fmla="*/ 752460 h 1597499"/>
                    <a:gd name="connsiteX73" fmla="*/ 78048 w 252773"/>
                    <a:gd name="connsiteY73" fmla="*/ 689198 h 1597499"/>
                    <a:gd name="connsiteX74" fmla="*/ 14602 w 252773"/>
                    <a:gd name="connsiteY74" fmla="*/ 689198 h 1597499"/>
                    <a:gd name="connsiteX75" fmla="*/ 14099 w 252773"/>
                    <a:gd name="connsiteY75" fmla="*/ 608449 h 1597499"/>
                    <a:gd name="connsiteX76" fmla="*/ 14099 w 252773"/>
                    <a:gd name="connsiteY76" fmla="*/ 671711 h 1597499"/>
                    <a:gd name="connsiteX77" fmla="*/ 78048 w 252773"/>
                    <a:gd name="connsiteY77" fmla="*/ 671711 h 1597499"/>
                    <a:gd name="connsiteX78" fmla="*/ 78048 w 252773"/>
                    <a:gd name="connsiteY78" fmla="*/ 608449 h 1597499"/>
                    <a:gd name="connsiteX79" fmla="*/ 14099 w 252773"/>
                    <a:gd name="connsiteY79" fmla="*/ 608449 h 1597499"/>
                    <a:gd name="connsiteX80" fmla="*/ 95168 w 252773"/>
                    <a:gd name="connsiteY80" fmla="*/ 607935 h 1597499"/>
                    <a:gd name="connsiteX81" fmla="*/ 95168 w 252773"/>
                    <a:gd name="connsiteY81" fmla="*/ 672226 h 1597499"/>
                    <a:gd name="connsiteX82" fmla="*/ 158109 w 252773"/>
                    <a:gd name="connsiteY82" fmla="*/ 672226 h 1597499"/>
                    <a:gd name="connsiteX83" fmla="*/ 158109 w 252773"/>
                    <a:gd name="connsiteY83" fmla="*/ 607935 h 1597499"/>
                    <a:gd name="connsiteX84" fmla="*/ 95168 w 252773"/>
                    <a:gd name="connsiteY84" fmla="*/ 607935 h 1597499"/>
                    <a:gd name="connsiteX85" fmla="*/ 175229 w 252773"/>
                    <a:gd name="connsiteY85" fmla="*/ 528728 h 1597499"/>
                    <a:gd name="connsiteX86" fmla="*/ 175229 w 252773"/>
                    <a:gd name="connsiteY86" fmla="*/ 592505 h 1597499"/>
                    <a:gd name="connsiteX87" fmla="*/ 239178 w 252773"/>
                    <a:gd name="connsiteY87" fmla="*/ 592505 h 1597499"/>
                    <a:gd name="connsiteX88" fmla="*/ 239178 w 252773"/>
                    <a:gd name="connsiteY88" fmla="*/ 528728 h 1597499"/>
                    <a:gd name="connsiteX89" fmla="*/ 175229 w 252773"/>
                    <a:gd name="connsiteY89" fmla="*/ 528728 h 1597499"/>
                    <a:gd name="connsiteX90" fmla="*/ 95168 w 252773"/>
                    <a:gd name="connsiteY90" fmla="*/ 528214 h 1597499"/>
                    <a:gd name="connsiteX91" fmla="*/ 95168 w 252773"/>
                    <a:gd name="connsiteY91" fmla="*/ 593019 h 1597499"/>
                    <a:gd name="connsiteX92" fmla="*/ 158613 w 252773"/>
                    <a:gd name="connsiteY92" fmla="*/ 593019 h 1597499"/>
                    <a:gd name="connsiteX93" fmla="*/ 158613 w 252773"/>
                    <a:gd name="connsiteY93" fmla="*/ 528214 h 1597499"/>
                    <a:gd name="connsiteX94" fmla="*/ 95168 w 252773"/>
                    <a:gd name="connsiteY94" fmla="*/ 528214 h 1597499"/>
                    <a:gd name="connsiteX95" fmla="*/ 15106 w 252773"/>
                    <a:gd name="connsiteY95" fmla="*/ 528214 h 1597499"/>
                    <a:gd name="connsiteX96" fmla="*/ 15106 w 252773"/>
                    <a:gd name="connsiteY96" fmla="*/ 593019 h 1597499"/>
                    <a:gd name="connsiteX97" fmla="*/ 78048 w 252773"/>
                    <a:gd name="connsiteY97" fmla="*/ 593019 h 1597499"/>
                    <a:gd name="connsiteX98" fmla="*/ 78048 w 252773"/>
                    <a:gd name="connsiteY98" fmla="*/ 528214 h 1597499"/>
                    <a:gd name="connsiteX99" fmla="*/ 15106 w 252773"/>
                    <a:gd name="connsiteY99" fmla="*/ 528214 h 1597499"/>
                    <a:gd name="connsiteX100" fmla="*/ 14602 w 252773"/>
                    <a:gd name="connsiteY100" fmla="*/ 449007 h 1597499"/>
                    <a:gd name="connsiteX101" fmla="*/ 14602 w 252773"/>
                    <a:gd name="connsiteY101" fmla="*/ 512270 h 1597499"/>
                    <a:gd name="connsiteX102" fmla="*/ 77544 w 252773"/>
                    <a:gd name="connsiteY102" fmla="*/ 512270 h 1597499"/>
                    <a:gd name="connsiteX103" fmla="*/ 77544 w 252773"/>
                    <a:gd name="connsiteY103" fmla="*/ 449007 h 1597499"/>
                    <a:gd name="connsiteX104" fmla="*/ 14602 w 252773"/>
                    <a:gd name="connsiteY104" fmla="*/ 449007 h 1597499"/>
                    <a:gd name="connsiteX105" fmla="*/ 94664 w 252773"/>
                    <a:gd name="connsiteY105" fmla="*/ 447979 h 1597499"/>
                    <a:gd name="connsiteX106" fmla="*/ 94664 w 252773"/>
                    <a:gd name="connsiteY106" fmla="*/ 512270 h 1597499"/>
                    <a:gd name="connsiteX107" fmla="*/ 158613 w 252773"/>
                    <a:gd name="connsiteY107" fmla="*/ 512270 h 1597499"/>
                    <a:gd name="connsiteX108" fmla="*/ 158613 w 252773"/>
                    <a:gd name="connsiteY108" fmla="*/ 447979 h 1597499"/>
                    <a:gd name="connsiteX109" fmla="*/ 94664 w 252773"/>
                    <a:gd name="connsiteY109" fmla="*/ 447979 h 1597499"/>
                    <a:gd name="connsiteX110" fmla="*/ 174726 w 252773"/>
                    <a:gd name="connsiteY110" fmla="*/ 368258 h 1597499"/>
                    <a:gd name="connsiteX111" fmla="*/ 174726 w 252773"/>
                    <a:gd name="connsiteY111" fmla="*/ 431006 h 1597499"/>
                    <a:gd name="connsiteX112" fmla="*/ 239178 w 252773"/>
                    <a:gd name="connsiteY112" fmla="*/ 431006 h 1597499"/>
                    <a:gd name="connsiteX113" fmla="*/ 239178 w 252773"/>
                    <a:gd name="connsiteY113" fmla="*/ 368258 h 1597499"/>
                    <a:gd name="connsiteX114" fmla="*/ 174726 w 252773"/>
                    <a:gd name="connsiteY114" fmla="*/ 368258 h 1597499"/>
                    <a:gd name="connsiteX115" fmla="*/ 95168 w 252773"/>
                    <a:gd name="connsiteY115" fmla="*/ 367744 h 1597499"/>
                    <a:gd name="connsiteX116" fmla="*/ 95168 w 252773"/>
                    <a:gd name="connsiteY116" fmla="*/ 431520 h 1597499"/>
                    <a:gd name="connsiteX117" fmla="*/ 158613 w 252773"/>
                    <a:gd name="connsiteY117" fmla="*/ 431520 h 1597499"/>
                    <a:gd name="connsiteX118" fmla="*/ 158613 w 252773"/>
                    <a:gd name="connsiteY118" fmla="*/ 367744 h 1597499"/>
                    <a:gd name="connsiteX119" fmla="*/ 95168 w 252773"/>
                    <a:gd name="connsiteY119" fmla="*/ 367744 h 1597499"/>
                    <a:gd name="connsiteX120" fmla="*/ 0 w 252773"/>
                    <a:gd name="connsiteY120" fmla="*/ 350771 h 1597499"/>
                    <a:gd name="connsiteX121" fmla="*/ 252270 w 252773"/>
                    <a:gd name="connsiteY121" fmla="*/ 350771 h 1597499"/>
                    <a:gd name="connsiteX122" fmla="*/ 252270 w 252773"/>
                    <a:gd name="connsiteY122" fmla="*/ 1597499 h 1597499"/>
                    <a:gd name="connsiteX123" fmla="*/ 0 w 252773"/>
                    <a:gd name="connsiteY123" fmla="*/ 1597499 h 1597499"/>
                    <a:gd name="connsiteX124" fmla="*/ 0 w 252773"/>
                    <a:gd name="connsiteY124" fmla="*/ 350771 h 1597499"/>
                    <a:gd name="connsiteX125" fmla="*/ 134947 w 252773"/>
                    <a:gd name="connsiteY125" fmla="*/ 273107 h 1597499"/>
                    <a:gd name="connsiteX126" fmla="*/ 134947 w 252773"/>
                    <a:gd name="connsiteY126" fmla="*/ 321969 h 1597499"/>
                    <a:gd name="connsiteX127" fmla="*/ 238674 w 252773"/>
                    <a:gd name="connsiteY127" fmla="*/ 321969 h 1597499"/>
                    <a:gd name="connsiteX128" fmla="*/ 238674 w 252773"/>
                    <a:gd name="connsiteY128" fmla="*/ 273107 h 1597499"/>
                    <a:gd name="connsiteX129" fmla="*/ 134947 w 252773"/>
                    <a:gd name="connsiteY129" fmla="*/ 273107 h 1597499"/>
                    <a:gd name="connsiteX130" fmla="*/ 14099 w 252773"/>
                    <a:gd name="connsiteY130" fmla="*/ 271564 h 1597499"/>
                    <a:gd name="connsiteX131" fmla="*/ 14099 w 252773"/>
                    <a:gd name="connsiteY131" fmla="*/ 321969 h 1597499"/>
                    <a:gd name="connsiteX132" fmla="*/ 117827 w 252773"/>
                    <a:gd name="connsiteY132" fmla="*/ 321969 h 1597499"/>
                    <a:gd name="connsiteX133" fmla="*/ 117827 w 252773"/>
                    <a:gd name="connsiteY133" fmla="*/ 271564 h 1597499"/>
                    <a:gd name="connsiteX134" fmla="*/ 66466 w 252773"/>
                    <a:gd name="connsiteY134" fmla="*/ 271564 h 1597499"/>
                    <a:gd name="connsiteX135" fmla="*/ 14099 w 252773"/>
                    <a:gd name="connsiteY135" fmla="*/ 271564 h 1597499"/>
                    <a:gd name="connsiteX136" fmla="*/ 49346 w 252773"/>
                    <a:gd name="connsiteY136" fmla="*/ 209331 h 1597499"/>
                    <a:gd name="connsiteX137" fmla="*/ 17120 w 252773"/>
                    <a:gd name="connsiteY137" fmla="*/ 255106 h 1597499"/>
                    <a:gd name="connsiteX138" fmla="*/ 237164 w 252773"/>
                    <a:gd name="connsiteY138" fmla="*/ 255106 h 1597499"/>
                    <a:gd name="connsiteX139" fmla="*/ 202923 w 252773"/>
                    <a:gd name="connsiteY139" fmla="*/ 209331 h 1597499"/>
                    <a:gd name="connsiteX140" fmla="*/ 49346 w 252773"/>
                    <a:gd name="connsiteY140" fmla="*/ 209331 h 1597499"/>
                    <a:gd name="connsiteX141" fmla="*/ 0 w 252773"/>
                    <a:gd name="connsiteY141" fmla="*/ 190815 h 1597499"/>
                    <a:gd name="connsiteX142" fmla="*/ 252773 w 252773"/>
                    <a:gd name="connsiteY142" fmla="*/ 190815 h 1597499"/>
                    <a:gd name="connsiteX143" fmla="*/ 252773 w 252773"/>
                    <a:gd name="connsiteY143" fmla="*/ 340484 h 1597499"/>
                    <a:gd name="connsiteX144" fmla="*/ 0 w 252773"/>
                    <a:gd name="connsiteY144" fmla="*/ 340484 h 1597499"/>
                    <a:gd name="connsiteX145" fmla="*/ 0 w 252773"/>
                    <a:gd name="connsiteY145" fmla="*/ 190815 h 1597499"/>
                    <a:gd name="connsiteX146" fmla="*/ 31723 w 252773"/>
                    <a:gd name="connsiteY146" fmla="*/ 0 h 1597499"/>
                    <a:gd name="connsiteX147" fmla="*/ 31723 w 252773"/>
                    <a:gd name="connsiteY147" fmla="*/ 120867 h 1597499"/>
                    <a:gd name="connsiteX148" fmla="*/ 95168 w 252773"/>
                    <a:gd name="connsiteY148" fmla="*/ 120867 h 1597499"/>
                    <a:gd name="connsiteX149" fmla="*/ 95168 w 252773"/>
                    <a:gd name="connsiteY149" fmla="*/ 183100 h 1597499"/>
                    <a:gd name="connsiteX150" fmla="*/ 11078 w 252773"/>
                    <a:gd name="connsiteY150" fmla="*/ 183100 h 1597499"/>
                    <a:gd name="connsiteX151" fmla="*/ 24170 w 252773"/>
                    <a:gd name="connsiteY151" fmla="*/ 514 h 1597499"/>
                    <a:gd name="connsiteX152" fmla="*/ 31723 w 252773"/>
                    <a:gd name="connsiteY152" fmla="*/ 0 h 1597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252773" h="1597499">
                      <a:moveTo>
                        <a:pt x="94664" y="1169580"/>
                      </a:moveTo>
                      <a:cubicBezTo>
                        <a:pt x="94664" y="1191696"/>
                        <a:pt x="94664" y="1211754"/>
                        <a:pt x="94664" y="1232327"/>
                      </a:cubicBezTo>
                      <a:cubicBezTo>
                        <a:pt x="115813" y="1232327"/>
                        <a:pt x="135450" y="1232327"/>
                        <a:pt x="158109" y="1232327"/>
                      </a:cubicBezTo>
                      <a:cubicBezTo>
                        <a:pt x="158109" y="1209697"/>
                        <a:pt x="158109" y="1189639"/>
                        <a:pt x="158109" y="1169580"/>
                      </a:cubicBezTo>
                      <a:cubicBezTo>
                        <a:pt x="136457" y="1169580"/>
                        <a:pt x="115813" y="1169580"/>
                        <a:pt x="94664" y="1169580"/>
                      </a:cubicBezTo>
                      <a:close/>
                      <a:moveTo>
                        <a:pt x="175733" y="1168551"/>
                      </a:moveTo>
                      <a:cubicBezTo>
                        <a:pt x="175733" y="1190153"/>
                        <a:pt x="175733" y="1210726"/>
                        <a:pt x="175733" y="1231813"/>
                      </a:cubicBezTo>
                      <a:cubicBezTo>
                        <a:pt x="197385" y="1231813"/>
                        <a:pt x="217022" y="1231813"/>
                        <a:pt x="237667" y="1231813"/>
                      </a:cubicBezTo>
                      <a:cubicBezTo>
                        <a:pt x="237667" y="1210212"/>
                        <a:pt x="237667" y="1189639"/>
                        <a:pt x="237667" y="1168551"/>
                      </a:cubicBezTo>
                      <a:cubicBezTo>
                        <a:pt x="216519" y="1168551"/>
                        <a:pt x="196881" y="1168551"/>
                        <a:pt x="175733" y="1168551"/>
                      </a:cubicBezTo>
                      <a:close/>
                      <a:moveTo>
                        <a:pt x="95168" y="1090888"/>
                      </a:moveTo>
                      <a:cubicBezTo>
                        <a:pt x="95168" y="1112490"/>
                        <a:pt x="95168" y="1132548"/>
                        <a:pt x="95168" y="1153636"/>
                      </a:cubicBezTo>
                      <a:cubicBezTo>
                        <a:pt x="116820" y="1153636"/>
                        <a:pt x="135954" y="1153636"/>
                        <a:pt x="157605" y="1153636"/>
                      </a:cubicBezTo>
                      <a:cubicBezTo>
                        <a:pt x="157605" y="1132548"/>
                        <a:pt x="157605" y="1113004"/>
                        <a:pt x="157605" y="1090888"/>
                      </a:cubicBezTo>
                      <a:cubicBezTo>
                        <a:pt x="135954" y="1090888"/>
                        <a:pt x="115309" y="1090888"/>
                        <a:pt x="95168" y="1090888"/>
                      </a:cubicBezTo>
                      <a:close/>
                      <a:moveTo>
                        <a:pt x="15106" y="1090888"/>
                      </a:moveTo>
                      <a:cubicBezTo>
                        <a:pt x="15106" y="1112490"/>
                        <a:pt x="15106" y="1132548"/>
                        <a:pt x="15106" y="1153636"/>
                      </a:cubicBezTo>
                      <a:cubicBezTo>
                        <a:pt x="36758" y="1153636"/>
                        <a:pt x="56396" y="1153636"/>
                        <a:pt x="77544" y="1153636"/>
                      </a:cubicBezTo>
                      <a:cubicBezTo>
                        <a:pt x="77544" y="1132548"/>
                        <a:pt x="77544" y="1112490"/>
                        <a:pt x="77544" y="1090888"/>
                      </a:cubicBezTo>
                      <a:cubicBezTo>
                        <a:pt x="55389" y="1090888"/>
                        <a:pt x="34744" y="1090888"/>
                        <a:pt x="15106" y="1090888"/>
                      </a:cubicBezTo>
                      <a:close/>
                      <a:moveTo>
                        <a:pt x="95671" y="1009110"/>
                      </a:moveTo>
                      <a:cubicBezTo>
                        <a:pt x="95671" y="1031225"/>
                        <a:pt x="95671" y="1051798"/>
                        <a:pt x="95671" y="1072886"/>
                      </a:cubicBezTo>
                      <a:cubicBezTo>
                        <a:pt x="116820" y="1072886"/>
                        <a:pt x="135954" y="1072886"/>
                        <a:pt x="157605" y="1072886"/>
                      </a:cubicBezTo>
                      <a:cubicBezTo>
                        <a:pt x="157605" y="1050256"/>
                        <a:pt x="157605" y="1029683"/>
                        <a:pt x="157605" y="1009110"/>
                      </a:cubicBezTo>
                      <a:cubicBezTo>
                        <a:pt x="135450" y="1009110"/>
                        <a:pt x="115813" y="1009110"/>
                        <a:pt x="95671" y="1009110"/>
                      </a:cubicBezTo>
                      <a:close/>
                      <a:moveTo>
                        <a:pt x="175733" y="1008595"/>
                      </a:moveTo>
                      <a:cubicBezTo>
                        <a:pt x="175733" y="1030197"/>
                        <a:pt x="175733" y="1050770"/>
                        <a:pt x="175733" y="1072371"/>
                      </a:cubicBezTo>
                      <a:cubicBezTo>
                        <a:pt x="197385" y="1072371"/>
                        <a:pt x="217022" y="1072371"/>
                        <a:pt x="238674" y="1072371"/>
                      </a:cubicBezTo>
                      <a:cubicBezTo>
                        <a:pt x="238674" y="1050770"/>
                        <a:pt x="238674" y="1029683"/>
                        <a:pt x="238674" y="1008595"/>
                      </a:cubicBezTo>
                      <a:cubicBezTo>
                        <a:pt x="216519" y="1008595"/>
                        <a:pt x="196881" y="1008595"/>
                        <a:pt x="175733" y="1008595"/>
                      </a:cubicBezTo>
                      <a:close/>
                      <a:moveTo>
                        <a:pt x="175733" y="929389"/>
                      </a:moveTo>
                      <a:cubicBezTo>
                        <a:pt x="175733" y="951505"/>
                        <a:pt x="175733" y="972078"/>
                        <a:pt x="175733" y="992651"/>
                      </a:cubicBezTo>
                      <a:cubicBezTo>
                        <a:pt x="197888" y="992651"/>
                        <a:pt x="218029" y="992651"/>
                        <a:pt x="239178" y="992651"/>
                      </a:cubicBezTo>
                      <a:cubicBezTo>
                        <a:pt x="239178" y="970535"/>
                        <a:pt x="239178" y="950990"/>
                        <a:pt x="239178" y="929389"/>
                      </a:cubicBezTo>
                      <a:cubicBezTo>
                        <a:pt x="218029" y="929389"/>
                        <a:pt x="196881" y="929389"/>
                        <a:pt x="175733" y="929389"/>
                      </a:cubicBezTo>
                      <a:close/>
                      <a:moveTo>
                        <a:pt x="95671" y="928875"/>
                      </a:moveTo>
                      <a:cubicBezTo>
                        <a:pt x="95671" y="951505"/>
                        <a:pt x="95671" y="972593"/>
                        <a:pt x="95671" y="993680"/>
                      </a:cubicBezTo>
                      <a:cubicBezTo>
                        <a:pt x="116820" y="993680"/>
                        <a:pt x="135954" y="993680"/>
                        <a:pt x="157605" y="993680"/>
                      </a:cubicBezTo>
                      <a:cubicBezTo>
                        <a:pt x="157605" y="970535"/>
                        <a:pt x="157605" y="949448"/>
                        <a:pt x="157605" y="928875"/>
                      </a:cubicBezTo>
                      <a:cubicBezTo>
                        <a:pt x="135450" y="928875"/>
                        <a:pt x="115309" y="928875"/>
                        <a:pt x="95671" y="928875"/>
                      </a:cubicBezTo>
                      <a:close/>
                      <a:moveTo>
                        <a:pt x="14602" y="928875"/>
                      </a:moveTo>
                      <a:cubicBezTo>
                        <a:pt x="14602" y="951505"/>
                        <a:pt x="14602" y="971563"/>
                        <a:pt x="14602" y="992651"/>
                      </a:cubicBezTo>
                      <a:cubicBezTo>
                        <a:pt x="36255" y="992651"/>
                        <a:pt x="56396" y="992651"/>
                        <a:pt x="77544" y="992651"/>
                      </a:cubicBezTo>
                      <a:cubicBezTo>
                        <a:pt x="77544" y="970021"/>
                        <a:pt x="77544" y="949448"/>
                        <a:pt x="77544" y="928875"/>
                      </a:cubicBezTo>
                      <a:cubicBezTo>
                        <a:pt x="55389" y="928875"/>
                        <a:pt x="35247" y="928875"/>
                        <a:pt x="14602" y="928875"/>
                      </a:cubicBezTo>
                      <a:close/>
                      <a:moveTo>
                        <a:pt x="175229" y="849668"/>
                      </a:moveTo>
                      <a:cubicBezTo>
                        <a:pt x="175229" y="871784"/>
                        <a:pt x="175229" y="891843"/>
                        <a:pt x="175229" y="912930"/>
                      </a:cubicBezTo>
                      <a:cubicBezTo>
                        <a:pt x="196881" y="912930"/>
                        <a:pt x="217022" y="912930"/>
                        <a:pt x="238171" y="912930"/>
                      </a:cubicBezTo>
                      <a:cubicBezTo>
                        <a:pt x="238171" y="891328"/>
                        <a:pt x="238171" y="870241"/>
                        <a:pt x="238171" y="849668"/>
                      </a:cubicBezTo>
                      <a:cubicBezTo>
                        <a:pt x="216015" y="849668"/>
                        <a:pt x="195874" y="849668"/>
                        <a:pt x="175229" y="849668"/>
                      </a:cubicBezTo>
                      <a:close/>
                      <a:moveTo>
                        <a:pt x="94664" y="767890"/>
                      </a:moveTo>
                      <a:cubicBezTo>
                        <a:pt x="94664" y="789492"/>
                        <a:pt x="94664" y="809551"/>
                        <a:pt x="94664" y="831152"/>
                      </a:cubicBezTo>
                      <a:cubicBezTo>
                        <a:pt x="116316" y="831152"/>
                        <a:pt x="136457" y="831152"/>
                        <a:pt x="157605" y="831152"/>
                      </a:cubicBezTo>
                      <a:cubicBezTo>
                        <a:pt x="157605" y="809036"/>
                        <a:pt x="157605" y="788463"/>
                        <a:pt x="157605" y="767890"/>
                      </a:cubicBezTo>
                      <a:cubicBezTo>
                        <a:pt x="135450" y="767890"/>
                        <a:pt x="115813" y="767890"/>
                        <a:pt x="94664" y="767890"/>
                      </a:cubicBezTo>
                      <a:close/>
                      <a:moveTo>
                        <a:pt x="15106" y="767890"/>
                      </a:moveTo>
                      <a:cubicBezTo>
                        <a:pt x="15106" y="790006"/>
                        <a:pt x="15106" y="810579"/>
                        <a:pt x="15106" y="831152"/>
                      </a:cubicBezTo>
                      <a:cubicBezTo>
                        <a:pt x="37262" y="831152"/>
                        <a:pt x="56899" y="831152"/>
                        <a:pt x="77040" y="831152"/>
                      </a:cubicBezTo>
                      <a:cubicBezTo>
                        <a:pt x="77040" y="809036"/>
                        <a:pt x="77040" y="788463"/>
                        <a:pt x="77040" y="767890"/>
                      </a:cubicBezTo>
                      <a:cubicBezTo>
                        <a:pt x="54885" y="767890"/>
                        <a:pt x="35247" y="767890"/>
                        <a:pt x="15106" y="767890"/>
                      </a:cubicBezTo>
                      <a:close/>
                      <a:moveTo>
                        <a:pt x="175229" y="767376"/>
                      </a:moveTo>
                      <a:cubicBezTo>
                        <a:pt x="175229" y="788978"/>
                        <a:pt x="175229" y="810065"/>
                        <a:pt x="175229" y="831667"/>
                      </a:cubicBezTo>
                      <a:cubicBezTo>
                        <a:pt x="196881" y="831667"/>
                        <a:pt x="217022" y="831667"/>
                        <a:pt x="238171" y="831667"/>
                      </a:cubicBezTo>
                      <a:cubicBezTo>
                        <a:pt x="238171" y="809551"/>
                        <a:pt x="238171" y="788978"/>
                        <a:pt x="238171" y="767376"/>
                      </a:cubicBezTo>
                      <a:cubicBezTo>
                        <a:pt x="216519" y="767376"/>
                        <a:pt x="196881" y="767376"/>
                        <a:pt x="175229" y="767376"/>
                      </a:cubicBezTo>
                      <a:close/>
                      <a:moveTo>
                        <a:pt x="175229" y="689712"/>
                      </a:moveTo>
                      <a:cubicBezTo>
                        <a:pt x="175229" y="711829"/>
                        <a:pt x="175229" y="731887"/>
                        <a:pt x="175229" y="752975"/>
                      </a:cubicBezTo>
                      <a:cubicBezTo>
                        <a:pt x="196378" y="752975"/>
                        <a:pt x="216519" y="752975"/>
                        <a:pt x="238171" y="752975"/>
                      </a:cubicBezTo>
                      <a:cubicBezTo>
                        <a:pt x="238171" y="730344"/>
                        <a:pt x="238171" y="709771"/>
                        <a:pt x="238171" y="689712"/>
                      </a:cubicBezTo>
                      <a:cubicBezTo>
                        <a:pt x="216015" y="689712"/>
                        <a:pt x="195371" y="689712"/>
                        <a:pt x="175229" y="689712"/>
                      </a:cubicBezTo>
                      <a:close/>
                      <a:moveTo>
                        <a:pt x="14602" y="689198"/>
                      </a:moveTo>
                      <a:cubicBezTo>
                        <a:pt x="14602" y="711314"/>
                        <a:pt x="14602" y="732402"/>
                        <a:pt x="14602" y="752460"/>
                      </a:cubicBezTo>
                      <a:cubicBezTo>
                        <a:pt x="36758" y="752460"/>
                        <a:pt x="56899" y="752460"/>
                        <a:pt x="78048" y="752460"/>
                      </a:cubicBezTo>
                      <a:cubicBezTo>
                        <a:pt x="78048" y="730344"/>
                        <a:pt x="78048" y="710285"/>
                        <a:pt x="78048" y="689198"/>
                      </a:cubicBezTo>
                      <a:cubicBezTo>
                        <a:pt x="56396" y="689198"/>
                        <a:pt x="35751" y="689198"/>
                        <a:pt x="14602" y="689198"/>
                      </a:cubicBezTo>
                      <a:close/>
                      <a:moveTo>
                        <a:pt x="14099" y="608449"/>
                      </a:moveTo>
                      <a:cubicBezTo>
                        <a:pt x="14099" y="630050"/>
                        <a:pt x="14099" y="650109"/>
                        <a:pt x="14099" y="671711"/>
                      </a:cubicBezTo>
                      <a:cubicBezTo>
                        <a:pt x="35751" y="671711"/>
                        <a:pt x="56396" y="671711"/>
                        <a:pt x="78048" y="671711"/>
                      </a:cubicBezTo>
                      <a:cubicBezTo>
                        <a:pt x="78048" y="650109"/>
                        <a:pt x="78048" y="630050"/>
                        <a:pt x="78048" y="608449"/>
                      </a:cubicBezTo>
                      <a:cubicBezTo>
                        <a:pt x="55389" y="608449"/>
                        <a:pt x="35247" y="608449"/>
                        <a:pt x="14099" y="608449"/>
                      </a:cubicBezTo>
                      <a:close/>
                      <a:moveTo>
                        <a:pt x="95168" y="607935"/>
                      </a:moveTo>
                      <a:cubicBezTo>
                        <a:pt x="95168" y="630565"/>
                        <a:pt x="95168" y="651138"/>
                        <a:pt x="95168" y="672226"/>
                      </a:cubicBezTo>
                      <a:cubicBezTo>
                        <a:pt x="116820" y="672226"/>
                        <a:pt x="136961" y="672226"/>
                        <a:pt x="158109" y="672226"/>
                      </a:cubicBezTo>
                      <a:cubicBezTo>
                        <a:pt x="158109" y="650109"/>
                        <a:pt x="158109" y="629536"/>
                        <a:pt x="158109" y="607935"/>
                      </a:cubicBezTo>
                      <a:cubicBezTo>
                        <a:pt x="136961" y="607935"/>
                        <a:pt x="116820" y="607935"/>
                        <a:pt x="95168" y="607935"/>
                      </a:cubicBezTo>
                      <a:close/>
                      <a:moveTo>
                        <a:pt x="175229" y="528728"/>
                      </a:moveTo>
                      <a:cubicBezTo>
                        <a:pt x="175229" y="550844"/>
                        <a:pt x="175229" y="571417"/>
                        <a:pt x="175229" y="592505"/>
                      </a:cubicBezTo>
                      <a:cubicBezTo>
                        <a:pt x="196378" y="592505"/>
                        <a:pt x="216519" y="592505"/>
                        <a:pt x="239178" y="592505"/>
                      </a:cubicBezTo>
                      <a:cubicBezTo>
                        <a:pt x="239178" y="570388"/>
                        <a:pt x="239178" y="550330"/>
                        <a:pt x="239178" y="528728"/>
                      </a:cubicBezTo>
                      <a:cubicBezTo>
                        <a:pt x="217526" y="528728"/>
                        <a:pt x="196378" y="528728"/>
                        <a:pt x="175229" y="528728"/>
                      </a:cubicBezTo>
                      <a:close/>
                      <a:moveTo>
                        <a:pt x="95168" y="528214"/>
                      </a:moveTo>
                      <a:cubicBezTo>
                        <a:pt x="95168" y="550844"/>
                        <a:pt x="95168" y="571417"/>
                        <a:pt x="95168" y="593019"/>
                      </a:cubicBezTo>
                      <a:cubicBezTo>
                        <a:pt x="116820" y="593019"/>
                        <a:pt x="136457" y="593019"/>
                        <a:pt x="158613" y="593019"/>
                      </a:cubicBezTo>
                      <a:cubicBezTo>
                        <a:pt x="158613" y="569874"/>
                        <a:pt x="158613" y="549815"/>
                        <a:pt x="158613" y="528214"/>
                      </a:cubicBezTo>
                      <a:cubicBezTo>
                        <a:pt x="136457" y="528214"/>
                        <a:pt x="115813" y="528214"/>
                        <a:pt x="95168" y="528214"/>
                      </a:cubicBezTo>
                      <a:close/>
                      <a:moveTo>
                        <a:pt x="15106" y="528214"/>
                      </a:moveTo>
                      <a:cubicBezTo>
                        <a:pt x="15106" y="551873"/>
                        <a:pt x="15106" y="572446"/>
                        <a:pt x="15106" y="593019"/>
                      </a:cubicBezTo>
                      <a:cubicBezTo>
                        <a:pt x="37262" y="593019"/>
                        <a:pt x="56899" y="593019"/>
                        <a:pt x="78048" y="593019"/>
                      </a:cubicBezTo>
                      <a:cubicBezTo>
                        <a:pt x="78048" y="570903"/>
                        <a:pt x="78048" y="550330"/>
                        <a:pt x="78048" y="528214"/>
                      </a:cubicBezTo>
                      <a:cubicBezTo>
                        <a:pt x="56396" y="528214"/>
                        <a:pt x="36255" y="528214"/>
                        <a:pt x="15106" y="528214"/>
                      </a:cubicBezTo>
                      <a:close/>
                      <a:moveTo>
                        <a:pt x="14602" y="449007"/>
                      </a:moveTo>
                      <a:cubicBezTo>
                        <a:pt x="14602" y="471124"/>
                        <a:pt x="14602" y="491182"/>
                        <a:pt x="14602" y="512270"/>
                      </a:cubicBezTo>
                      <a:cubicBezTo>
                        <a:pt x="35751" y="512270"/>
                        <a:pt x="55389" y="512270"/>
                        <a:pt x="77544" y="512270"/>
                      </a:cubicBezTo>
                      <a:cubicBezTo>
                        <a:pt x="77544" y="489125"/>
                        <a:pt x="77544" y="468552"/>
                        <a:pt x="77544" y="449007"/>
                      </a:cubicBezTo>
                      <a:cubicBezTo>
                        <a:pt x="54885" y="449007"/>
                        <a:pt x="34744" y="449007"/>
                        <a:pt x="14602" y="449007"/>
                      </a:cubicBezTo>
                      <a:close/>
                      <a:moveTo>
                        <a:pt x="94664" y="447979"/>
                      </a:moveTo>
                      <a:cubicBezTo>
                        <a:pt x="94664" y="469580"/>
                        <a:pt x="94664" y="490153"/>
                        <a:pt x="94664" y="512270"/>
                      </a:cubicBezTo>
                      <a:cubicBezTo>
                        <a:pt x="116316" y="512270"/>
                        <a:pt x="136457" y="512270"/>
                        <a:pt x="158613" y="512270"/>
                      </a:cubicBezTo>
                      <a:cubicBezTo>
                        <a:pt x="158613" y="489639"/>
                        <a:pt x="158613" y="469580"/>
                        <a:pt x="158613" y="447979"/>
                      </a:cubicBezTo>
                      <a:cubicBezTo>
                        <a:pt x="136961" y="447979"/>
                        <a:pt x="116316" y="447979"/>
                        <a:pt x="94664" y="447979"/>
                      </a:cubicBezTo>
                      <a:close/>
                      <a:moveTo>
                        <a:pt x="174726" y="368258"/>
                      </a:moveTo>
                      <a:cubicBezTo>
                        <a:pt x="174726" y="389346"/>
                        <a:pt x="174726" y="409404"/>
                        <a:pt x="174726" y="431006"/>
                      </a:cubicBezTo>
                      <a:cubicBezTo>
                        <a:pt x="196378" y="431006"/>
                        <a:pt x="217526" y="431006"/>
                        <a:pt x="239178" y="431006"/>
                      </a:cubicBezTo>
                      <a:cubicBezTo>
                        <a:pt x="239178" y="409919"/>
                        <a:pt x="239178" y="390374"/>
                        <a:pt x="239178" y="368258"/>
                      </a:cubicBezTo>
                      <a:cubicBezTo>
                        <a:pt x="217526" y="368258"/>
                        <a:pt x="196881" y="368258"/>
                        <a:pt x="174726" y="368258"/>
                      </a:cubicBezTo>
                      <a:close/>
                      <a:moveTo>
                        <a:pt x="95168" y="367744"/>
                      </a:moveTo>
                      <a:cubicBezTo>
                        <a:pt x="95168" y="389860"/>
                        <a:pt x="95168" y="410947"/>
                        <a:pt x="95168" y="431520"/>
                      </a:cubicBezTo>
                      <a:cubicBezTo>
                        <a:pt x="117323" y="431520"/>
                        <a:pt x="137968" y="431520"/>
                        <a:pt x="158613" y="431520"/>
                      </a:cubicBezTo>
                      <a:cubicBezTo>
                        <a:pt x="158613" y="409404"/>
                        <a:pt x="158613" y="389346"/>
                        <a:pt x="158613" y="367744"/>
                      </a:cubicBezTo>
                      <a:cubicBezTo>
                        <a:pt x="135954" y="367744"/>
                        <a:pt x="115813" y="367744"/>
                        <a:pt x="95168" y="367744"/>
                      </a:cubicBezTo>
                      <a:close/>
                      <a:moveTo>
                        <a:pt x="0" y="350771"/>
                      </a:moveTo>
                      <a:cubicBezTo>
                        <a:pt x="83083" y="350771"/>
                        <a:pt x="166669" y="350771"/>
                        <a:pt x="252270" y="350771"/>
                      </a:cubicBezTo>
                      <a:cubicBezTo>
                        <a:pt x="252270" y="765319"/>
                        <a:pt x="252270" y="1180380"/>
                        <a:pt x="252270" y="1597499"/>
                      </a:cubicBezTo>
                      <a:cubicBezTo>
                        <a:pt x="167173" y="1597499"/>
                        <a:pt x="84594" y="1597499"/>
                        <a:pt x="0" y="1597499"/>
                      </a:cubicBezTo>
                      <a:cubicBezTo>
                        <a:pt x="0" y="1181923"/>
                        <a:pt x="0" y="767376"/>
                        <a:pt x="0" y="350771"/>
                      </a:cubicBezTo>
                      <a:close/>
                      <a:moveTo>
                        <a:pt x="134947" y="273107"/>
                      </a:moveTo>
                      <a:cubicBezTo>
                        <a:pt x="134947" y="290080"/>
                        <a:pt x="134947" y="306024"/>
                        <a:pt x="134947" y="321969"/>
                      </a:cubicBezTo>
                      <a:cubicBezTo>
                        <a:pt x="170194" y="321969"/>
                        <a:pt x="203931" y="321969"/>
                        <a:pt x="238674" y="321969"/>
                      </a:cubicBezTo>
                      <a:cubicBezTo>
                        <a:pt x="238674" y="304482"/>
                        <a:pt x="238674" y="289566"/>
                        <a:pt x="238674" y="273107"/>
                      </a:cubicBezTo>
                      <a:cubicBezTo>
                        <a:pt x="202420" y="273107"/>
                        <a:pt x="169691" y="273107"/>
                        <a:pt x="134947" y="273107"/>
                      </a:cubicBezTo>
                      <a:close/>
                      <a:moveTo>
                        <a:pt x="14099" y="271564"/>
                      </a:moveTo>
                      <a:cubicBezTo>
                        <a:pt x="14099" y="290080"/>
                        <a:pt x="14099" y="304996"/>
                        <a:pt x="14099" y="321969"/>
                      </a:cubicBezTo>
                      <a:cubicBezTo>
                        <a:pt x="50353" y="321969"/>
                        <a:pt x="83587" y="321969"/>
                        <a:pt x="117827" y="321969"/>
                      </a:cubicBezTo>
                      <a:cubicBezTo>
                        <a:pt x="117827" y="304996"/>
                        <a:pt x="117827" y="289052"/>
                        <a:pt x="117827" y="271564"/>
                      </a:cubicBezTo>
                      <a:cubicBezTo>
                        <a:pt x="99700" y="271564"/>
                        <a:pt x="83083" y="271564"/>
                        <a:pt x="66466" y="271564"/>
                      </a:cubicBezTo>
                      <a:cubicBezTo>
                        <a:pt x="49346" y="271564"/>
                        <a:pt x="32226" y="271564"/>
                        <a:pt x="14099" y="271564"/>
                      </a:cubicBezTo>
                      <a:close/>
                      <a:moveTo>
                        <a:pt x="49346" y="209331"/>
                      </a:moveTo>
                      <a:cubicBezTo>
                        <a:pt x="11581" y="209331"/>
                        <a:pt x="6043" y="217045"/>
                        <a:pt x="17120" y="255106"/>
                      </a:cubicBezTo>
                      <a:cubicBezTo>
                        <a:pt x="90132" y="255106"/>
                        <a:pt x="163145" y="255106"/>
                        <a:pt x="237164" y="255106"/>
                      </a:cubicBezTo>
                      <a:cubicBezTo>
                        <a:pt x="243710" y="212417"/>
                        <a:pt x="241192" y="209331"/>
                        <a:pt x="202923" y="209331"/>
                      </a:cubicBezTo>
                      <a:cubicBezTo>
                        <a:pt x="151563" y="209331"/>
                        <a:pt x="100707" y="209331"/>
                        <a:pt x="49346" y="209331"/>
                      </a:cubicBezTo>
                      <a:close/>
                      <a:moveTo>
                        <a:pt x="0" y="190815"/>
                      </a:moveTo>
                      <a:cubicBezTo>
                        <a:pt x="84594" y="190815"/>
                        <a:pt x="167676" y="190815"/>
                        <a:pt x="252773" y="190815"/>
                      </a:cubicBezTo>
                      <a:cubicBezTo>
                        <a:pt x="252773" y="240704"/>
                        <a:pt x="252773" y="290080"/>
                        <a:pt x="252773" y="340484"/>
                      </a:cubicBezTo>
                      <a:cubicBezTo>
                        <a:pt x="168180" y="340484"/>
                        <a:pt x="84594" y="340484"/>
                        <a:pt x="0" y="340484"/>
                      </a:cubicBezTo>
                      <a:cubicBezTo>
                        <a:pt x="0" y="290594"/>
                        <a:pt x="0" y="241219"/>
                        <a:pt x="0" y="190815"/>
                      </a:cubicBezTo>
                      <a:close/>
                      <a:moveTo>
                        <a:pt x="31723" y="0"/>
                      </a:moveTo>
                      <a:cubicBezTo>
                        <a:pt x="31723" y="39603"/>
                        <a:pt x="31723" y="78691"/>
                        <a:pt x="31723" y="120867"/>
                      </a:cubicBezTo>
                      <a:cubicBezTo>
                        <a:pt x="55892" y="120867"/>
                        <a:pt x="74523" y="120867"/>
                        <a:pt x="95168" y="120867"/>
                      </a:cubicBezTo>
                      <a:cubicBezTo>
                        <a:pt x="95168" y="142468"/>
                        <a:pt x="95168" y="162013"/>
                        <a:pt x="95168" y="183100"/>
                      </a:cubicBezTo>
                      <a:cubicBezTo>
                        <a:pt x="66467" y="183100"/>
                        <a:pt x="40786" y="183100"/>
                        <a:pt x="11078" y="183100"/>
                      </a:cubicBezTo>
                      <a:cubicBezTo>
                        <a:pt x="15610" y="121381"/>
                        <a:pt x="20142" y="61205"/>
                        <a:pt x="24170" y="514"/>
                      </a:cubicBezTo>
                      <a:cubicBezTo>
                        <a:pt x="26688" y="514"/>
                        <a:pt x="29205" y="514"/>
                        <a:pt x="3172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: Shape 17"/>
                <p:cNvSpPr/>
                <p:nvPr/>
              </p:nvSpPr>
              <p:spPr>
                <a:xfrm>
                  <a:off x="4797295" y="2666418"/>
                  <a:ext cx="300411" cy="1590168"/>
                </a:xfrm>
                <a:custGeom>
                  <a:avLst/>
                  <a:gdLst>
                    <a:gd name="connsiteX0" fmla="*/ 99275 w 306851"/>
                    <a:gd name="connsiteY0" fmla="*/ 971161 h 1218693"/>
                    <a:gd name="connsiteX1" fmla="*/ 99275 w 306851"/>
                    <a:gd name="connsiteY1" fmla="*/ 1025454 h 1218693"/>
                    <a:gd name="connsiteX2" fmla="*/ 207576 w 306851"/>
                    <a:gd name="connsiteY2" fmla="*/ 1025454 h 1218693"/>
                    <a:gd name="connsiteX3" fmla="*/ 207576 w 306851"/>
                    <a:gd name="connsiteY3" fmla="*/ 971161 h 1218693"/>
                    <a:gd name="connsiteX4" fmla="*/ 99275 w 306851"/>
                    <a:gd name="connsiteY4" fmla="*/ 849179 h 1218693"/>
                    <a:gd name="connsiteX5" fmla="*/ 99275 w 306851"/>
                    <a:gd name="connsiteY5" fmla="*/ 903472 h 1218693"/>
                    <a:gd name="connsiteX6" fmla="*/ 207576 w 306851"/>
                    <a:gd name="connsiteY6" fmla="*/ 903472 h 1218693"/>
                    <a:gd name="connsiteX7" fmla="*/ 207576 w 306851"/>
                    <a:gd name="connsiteY7" fmla="*/ 849179 h 1218693"/>
                    <a:gd name="connsiteX8" fmla="*/ 99275 w 306851"/>
                    <a:gd name="connsiteY8" fmla="*/ 727198 h 1218693"/>
                    <a:gd name="connsiteX9" fmla="*/ 99275 w 306851"/>
                    <a:gd name="connsiteY9" fmla="*/ 781490 h 1218693"/>
                    <a:gd name="connsiteX10" fmla="*/ 207576 w 306851"/>
                    <a:gd name="connsiteY10" fmla="*/ 781490 h 1218693"/>
                    <a:gd name="connsiteX11" fmla="*/ 207576 w 306851"/>
                    <a:gd name="connsiteY11" fmla="*/ 727198 h 1218693"/>
                    <a:gd name="connsiteX12" fmla="*/ 99275 w 306851"/>
                    <a:gd name="connsiteY12" fmla="*/ 605216 h 1218693"/>
                    <a:gd name="connsiteX13" fmla="*/ 99275 w 306851"/>
                    <a:gd name="connsiteY13" fmla="*/ 659508 h 1218693"/>
                    <a:gd name="connsiteX14" fmla="*/ 207576 w 306851"/>
                    <a:gd name="connsiteY14" fmla="*/ 659508 h 1218693"/>
                    <a:gd name="connsiteX15" fmla="*/ 207576 w 306851"/>
                    <a:gd name="connsiteY15" fmla="*/ 605216 h 1218693"/>
                    <a:gd name="connsiteX16" fmla="*/ 99275 w 306851"/>
                    <a:gd name="connsiteY16" fmla="*/ 483234 h 1218693"/>
                    <a:gd name="connsiteX17" fmla="*/ 99275 w 306851"/>
                    <a:gd name="connsiteY17" fmla="*/ 537526 h 1218693"/>
                    <a:gd name="connsiteX18" fmla="*/ 207576 w 306851"/>
                    <a:gd name="connsiteY18" fmla="*/ 537526 h 1218693"/>
                    <a:gd name="connsiteX19" fmla="*/ 207576 w 306851"/>
                    <a:gd name="connsiteY19" fmla="*/ 483234 h 1218693"/>
                    <a:gd name="connsiteX20" fmla="*/ 99275 w 306851"/>
                    <a:gd name="connsiteY20" fmla="*/ 361252 h 1218693"/>
                    <a:gd name="connsiteX21" fmla="*/ 99275 w 306851"/>
                    <a:gd name="connsiteY21" fmla="*/ 415544 h 1218693"/>
                    <a:gd name="connsiteX22" fmla="*/ 207576 w 306851"/>
                    <a:gd name="connsiteY22" fmla="*/ 415544 h 1218693"/>
                    <a:gd name="connsiteX23" fmla="*/ 207576 w 306851"/>
                    <a:gd name="connsiteY23" fmla="*/ 361252 h 1218693"/>
                    <a:gd name="connsiteX24" fmla="*/ 99275 w 306851"/>
                    <a:gd name="connsiteY24" fmla="*/ 239270 h 1218693"/>
                    <a:gd name="connsiteX25" fmla="*/ 99275 w 306851"/>
                    <a:gd name="connsiteY25" fmla="*/ 293563 h 1218693"/>
                    <a:gd name="connsiteX26" fmla="*/ 207576 w 306851"/>
                    <a:gd name="connsiteY26" fmla="*/ 293563 h 1218693"/>
                    <a:gd name="connsiteX27" fmla="*/ 207576 w 306851"/>
                    <a:gd name="connsiteY27" fmla="*/ 239270 h 1218693"/>
                    <a:gd name="connsiteX28" fmla="*/ 99275 w 306851"/>
                    <a:gd name="connsiteY28" fmla="*/ 117288 h 1218693"/>
                    <a:gd name="connsiteX29" fmla="*/ 99275 w 306851"/>
                    <a:gd name="connsiteY29" fmla="*/ 171581 h 1218693"/>
                    <a:gd name="connsiteX30" fmla="*/ 207576 w 306851"/>
                    <a:gd name="connsiteY30" fmla="*/ 171581 h 1218693"/>
                    <a:gd name="connsiteX31" fmla="*/ 207576 w 306851"/>
                    <a:gd name="connsiteY31" fmla="*/ 117288 h 1218693"/>
                    <a:gd name="connsiteX32" fmla="*/ 0 w 306851"/>
                    <a:gd name="connsiteY32" fmla="*/ 0 h 1218693"/>
                    <a:gd name="connsiteX33" fmla="*/ 306851 w 306851"/>
                    <a:gd name="connsiteY33" fmla="*/ 0 h 1218693"/>
                    <a:gd name="connsiteX34" fmla="*/ 306851 w 306851"/>
                    <a:gd name="connsiteY34" fmla="*/ 1218693 h 1218693"/>
                    <a:gd name="connsiteX35" fmla="*/ 0 w 306851"/>
                    <a:gd name="connsiteY35" fmla="*/ 1218693 h 1218693"/>
                    <a:gd name="connsiteX0-1" fmla="*/ 99275 w 306851"/>
                    <a:gd name="connsiteY0-2" fmla="*/ 1342636 h 1590168"/>
                    <a:gd name="connsiteX1-3" fmla="*/ 99275 w 306851"/>
                    <a:gd name="connsiteY1-4" fmla="*/ 1396929 h 1590168"/>
                    <a:gd name="connsiteX2-5" fmla="*/ 207576 w 306851"/>
                    <a:gd name="connsiteY2-6" fmla="*/ 1396929 h 1590168"/>
                    <a:gd name="connsiteX3-7" fmla="*/ 207576 w 306851"/>
                    <a:gd name="connsiteY3-8" fmla="*/ 1342636 h 1590168"/>
                    <a:gd name="connsiteX4-9" fmla="*/ 99275 w 306851"/>
                    <a:gd name="connsiteY4-10" fmla="*/ 1342636 h 1590168"/>
                    <a:gd name="connsiteX5-11" fmla="*/ 99275 w 306851"/>
                    <a:gd name="connsiteY5-12" fmla="*/ 1220654 h 1590168"/>
                    <a:gd name="connsiteX6-13" fmla="*/ 99275 w 306851"/>
                    <a:gd name="connsiteY6-14" fmla="*/ 1274947 h 1590168"/>
                    <a:gd name="connsiteX7-15" fmla="*/ 207576 w 306851"/>
                    <a:gd name="connsiteY7-16" fmla="*/ 1274947 h 1590168"/>
                    <a:gd name="connsiteX8-17" fmla="*/ 207576 w 306851"/>
                    <a:gd name="connsiteY8-18" fmla="*/ 1220654 h 1590168"/>
                    <a:gd name="connsiteX9-19" fmla="*/ 99275 w 306851"/>
                    <a:gd name="connsiteY9-20" fmla="*/ 1220654 h 1590168"/>
                    <a:gd name="connsiteX10-21" fmla="*/ 99275 w 306851"/>
                    <a:gd name="connsiteY10-22" fmla="*/ 1098673 h 1590168"/>
                    <a:gd name="connsiteX11-23" fmla="*/ 99275 w 306851"/>
                    <a:gd name="connsiteY11-24" fmla="*/ 1152965 h 1590168"/>
                    <a:gd name="connsiteX12-25" fmla="*/ 207576 w 306851"/>
                    <a:gd name="connsiteY12-26" fmla="*/ 1152965 h 1590168"/>
                    <a:gd name="connsiteX13-27" fmla="*/ 207576 w 306851"/>
                    <a:gd name="connsiteY13-28" fmla="*/ 1098673 h 1590168"/>
                    <a:gd name="connsiteX14-29" fmla="*/ 99275 w 306851"/>
                    <a:gd name="connsiteY14-30" fmla="*/ 1098673 h 1590168"/>
                    <a:gd name="connsiteX15-31" fmla="*/ 99275 w 306851"/>
                    <a:gd name="connsiteY15-32" fmla="*/ 976691 h 1590168"/>
                    <a:gd name="connsiteX16-33" fmla="*/ 99275 w 306851"/>
                    <a:gd name="connsiteY16-34" fmla="*/ 1030983 h 1590168"/>
                    <a:gd name="connsiteX17-35" fmla="*/ 207576 w 306851"/>
                    <a:gd name="connsiteY17-36" fmla="*/ 1030983 h 1590168"/>
                    <a:gd name="connsiteX18-37" fmla="*/ 207576 w 306851"/>
                    <a:gd name="connsiteY18-38" fmla="*/ 976691 h 1590168"/>
                    <a:gd name="connsiteX19-39" fmla="*/ 99275 w 306851"/>
                    <a:gd name="connsiteY19-40" fmla="*/ 976691 h 1590168"/>
                    <a:gd name="connsiteX20-41" fmla="*/ 99275 w 306851"/>
                    <a:gd name="connsiteY20-42" fmla="*/ 854709 h 1590168"/>
                    <a:gd name="connsiteX21-43" fmla="*/ 99275 w 306851"/>
                    <a:gd name="connsiteY21-44" fmla="*/ 909001 h 1590168"/>
                    <a:gd name="connsiteX22-45" fmla="*/ 207576 w 306851"/>
                    <a:gd name="connsiteY22-46" fmla="*/ 909001 h 1590168"/>
                    <a:gd name="connsiteX23-47" fmla="*/ 207576 w 306851"/>
                    <a:gd name="connsiteY23-48" fmla="*/ 854709 h 1590168"/>
                    <a:gd name="connsiteX24-49" fmla="*/ 99275 w 306851"/>
                    <a:gd name="connsiteY24-50" fmla="*/ 854709 h 1590168"/>
                    <a:gd name="connsiteX25-51" fmla="*/ 99275 w 306851"/>
                    <a:gd name="connsiteY25-52" fmla="*/ 732727 h 1590168"/>
                    <a:gd name="connsiteX26-53" fmla="*/ 99275 w 306851"/>
                    <a:gd name="connsiteY26-54" fmla="*/ 787019 h 1590168"/>
                    <a:gd name="connsiteX27-55" fmla="*/ 207576 w 306851"/>
                    <a:gd name="connsiteY27-56" fmla="*/ 787019 h 1590168"/>
                    <a:gd name="connsiteX28-57" fmla="*/ 207576 w 306851"/>
                    <a:gd name="connsiteY28-58" fmla="*/ 732727 h 1590168"/>
                    <a:gd name="connsiteX29-59" fmla="*/ 99275 w 306851"/>
                    <a:gd name="connsiteY29-60" fmla="*/ 732727 h 1590168"/>
                    <a:gd name="connsiteX30-61" fmla="*/ 99275 w 306851"/>
                    <a:gd name="connsiteY30-62" fmla="*/ 610745 h 1590168"/>
                    <a:gd name="connsiteX31-63" fmla="*/ 99275 w 306851"/>
                    <a:gd name="connsiteY31-64" fmla="*/ 665038 h 1590168"/>
                    <a:gd name="connsiteX32-65" fmla="*/ 207576 w 306851"/>
                    <a:gd name="connsiteY32-66" fmla="*/ 665038 h 1590168"/>
                    <a:gd name="connsiteX33-67" fmla="*/ 207576 w 306851"/>
                    <a:gd name="connsiteY33-68" fmla="*/ 610745 h 1590168"/>
                    <a:gd name="connsiteX34-69" fmla="*/ 99275 w 306851"/>
                    <a:gd name="connsiteY34-70" fmla="*/ 610745 h 1590168"/>
                    <a:gd name="connsiteX35-71" fmla="*/ 99275 w 306851"/>
                    <a:gd name="connsiteY35-72" fmla="*/ 488763 h 1590168"/>
                    <a:gd name="connsiteX36" fmla="*/ 99275 w 306851"/>
                    <a:gd name="connsiteY36" fmla="*/ 543056 h 1590168"/>
                    <a:gd name="connsiteX37" fmla="*/ 207576 w 306851"/>
                    <a:gd name="connsiteY37" fmla="*/ 543056 h 1590168"/>
                    <a:gd name="connsiteX38" fmla="*/ 207576 w 306851"/>
                    <a:gd name="connsiteY38" fmla="*/ 488763 h 1590168"/>
                    <a:gd name="connsiteX39" fmla="*/ 99275 w 306851"/>
                    <a:gd name="connsiteY39" fmla="*/ 488763 h 1590168"/>
                    <a:gd name="connsiteX40" fmla="*/ 9525 w 306851"/>
                    <a:gd name="connsiteY40" fmla="*/ 0 h 1590168"/>
                    <a:gd name="connsiteX41" fmla="*/ 306851 w 306851"/>
                    <a:gd name="connsiteY41" fmla="*/ 371475 h 1590168"/>
                    <a:gd name="connsiteX42" fmla="*/ 306851 w 306851"/>
                    <a:gd name="connsiteY42" fmla="*/ 1590168 h 1590168"/>
                    <a:gd name="connsiteX43" fmla="*/ 0 w 306851"/>
                    <a:gd name="connsiteY43" fmla="*/ 1590168 h 1590168"/>
                    <a:gd name="connsiteX44" fmla="*/ 9525 w 306851"/>
                    <a:gd name="connsiteY44" fmla="*/ 0 h 1590168"/>
                    <a:gd name="connsiteX0-73" fmla="*/ 99275 w 306851"/>
                    <a:gd name="connsiteY0-74" fmla="*/ 1342636 h 1590168"/>
                    <a:gd name="connsiteX1-75" fmla="*/ 99275 w 306851"/>
                    <a:gd name="connsiteY1-76" fmla="*/ 1396929 h 1590168"/>
                    <a:gd name="connsiteX2-77" fmla="*/ 207576 w 306851"/>
                    <a:gd name="connsiteY2-78" fmla="*/ 1396929 h 1590168"/>
                    <a:gd name="connsiteX3-79" fmla="*/ 207576 w 306851"/>
                    <a:gd name="connsiteY3-80" fmla="*/ 1342636 h 1590168"/>
                    <a:gd name="connsiteX4-81" fmla="*/ 99275 w 306851"/>
                    <a:gd name="connsiteY4-82" fmla="*/ 1342636 h 1590168"/>
                    <a:gd name="connsiteX5-83" fmla="*/ 99275 w 306851"/>
                    <a:gd name="connsiteY5-84" fmla="*/ 1220654 h 1590168"/>
                    <a:gd name="connsiteX6-85" fmla="*/ 99275 w 306851"/>
                    <a:gd name="connsiteY6-86" fmla="*/ 1274947 h 1590168"/>
                    <a:gd name="connsiteX7-87" fmla="*/ 207576 w 306851"/>
                    <a:gd name="connsiteY7-88" fmla="*/ 1274947 h 1590168"/>
                    <a:gd name="connsiteX8-89" fmla="*/ 207576 w 306851"/>
                    <a:gd name="connsiteY8-90" fmla="*/ 1220654 h 1590168"/>
                    <a:gd name="connsiteX9-91" fmla="*/ 99275 w 306851"/>
                    <a:gd name="connsiteY9-92" fmla="*/ 1220654 h 1590168"/>
                    <a:gd name="connsiteX10-93" fmla="*/ 99275 w 306851"/>
                    <a:gd name="connsiteY10-94" fmla="*/ 1098673 h 1590168"/>
                    <a:gd name="connsiteX11-95" fmla="*/ 99275 w 306851"/>
                    <a:gd name="connsiteY11-96" fmla="*/ 1152965 h 1590168"/>
                    <a:gd name="connsiteX12-97" fmla="*/ 207576 w 306851"/>
                    <a:gd name="connsiteY12-98" fmla="*/ 1152965 h 1590168"/>
                    <a:gd name="connsiteX13-99" fmla="*/ 207576 w 306851"/>
                    <a:gd name="connsiteY13-100" fmla="*/ 1098673 h 1590168"/>
                    <a:gd name="connsiteX14-101" fmla="*/ 99275 w 306851"/>
                    <a:gd name="connsiteY14-102" fmla="*/ 1098673 h 1590168"/>
                    <a:gd name="connsiteX15-103" fmla="*/ 99275 w 306851"/>
                    <a:gd name="connsiteY15-104" fmla="*/ 976691 h 1590168"/>
                    <a:gd name="connsiteX16-105" fmla="*/ 99275 w 306851"/>
                    <a:gd name="connsiteY16-106" fmla="*/ 1030983 h 1590168"/>
                    <a:gd name="connsiteX17-107" fmla="*/ 207576 w 306851"/>
                    <a:gd name="connsiteY17-108" fmla="*/ 1030983 h 1590168"/>
                    <a:gd name="connsiteX18-109" fmla="*/ 207576 w 306851"/>
                    <a:gd name="connsiteY18-110" fmla="*/ 976691 h 1590168"/>
                    <a:gd name="connsiteX19-111" fmla="*/ 99275 w 306851"/>
                    <a:gd name="connsiteY19-112" fmla="*/ 976691 h 1590168"/>
                    <a:gd name="connsiteX20-113" fmla="*/ 99275 w 306851"/>
                    <a:gd name="connsiteY20-114" fmla="*/ 854709 h 1590168"/>
                    <a:gd name="connsiteX21-115" fmla="*/ 99275 w 306851"/>
                    <a:gd name="connsiteY21-116" fmla="*/ 909001 h 1590168"/>
                    <a:gd name="connsiteX22-117" fmla="*/ 207576 w 306851"/>
                    <a:gd name="connsiteY22-118" fmla="*/ 909001 h 1590168"/>
                    <a:gd name="connsiteX23-119" fmla="*/ 207576 w 306851"/>
                    <a:gd name="connsiteY23-120" fmla="*/ 854709 h 1590168"/>
                    <a:gd name="connsiteX24-121" fmla="*/ 99275 w 306851"/>
                    <a:gd name="connsiteY24-122" fmla="*/ 854709 h 1590168"/>
                    <a:gd name="connsiteX25-123" fmla="*/ 99275 w 306851"/>
                    <a:gd name="connsiteY25-124" fmla="*/ 732727 h 1590168"/>
                    <a:gd name="connsiteX26-125" fmla="*/ 99275 w 306851"/>
                    <a:gd name="connsiteY26-126" fmla="*/ 787019 h 1590168"/>
                    <a:gd name="connsiteX27-127" fmla="*/ 207576 w 306851"/>
                    <a:gd name="connsiteY27-128" fmla="*/ 787019 h 1590168"/>
                    <a:gd name="connsiteX28-129" fmla="*/ 207576 w 306851"/>
                    <a:gd name="connsiteY28-130" fmla="*/ 732727 h 1590168"/>
                    <a:gd name="connsiteX29-131" fmla="*/ 99275 w 306851"/>
                    <a:gd name="connsiteY29-132" fmla="*/ 732727 h 1590168"/>
                    <a:gd name="connsiteX30-133" fmla="*/ 99275 w 306851"/>
                    <a:gd name="connsiteY30-134" fmla="*/ 610745 h 1590168"/>
                    <a:gd name="connsiteX31-135" fmla="*/ 99275 w 306851"/>
                    <a:gd name="connsiteY31-136" fmla="*/ 665038 h 1590168"/>
                    <a:gd name="connsiteX32-137" fmla="*/ 207576 w 306851"/>
                    <a:gd name="connsiteY32-138" fmla="*/ 665038 h 1590168"/>
                    <a:gd name="connsiteX33-139" fmla="*/ 207576 w 306851"/>
                    <a:gd name="connsiteY33-140" fmla="*/ 610745 h 1590168"/>
                    <a:gd name="connsiteX34-141" fmla="*/ 99275 w 306851"/>
                    <a:gd name="connsiteY34-142" fmla="*/ 610745 h 1590168"/>
                    <a:gd name="connsiteX35-143" fmla="*/ 99275 w 306851"/>
                    <a:gd name="connsiteY35-144" fmla="*/ 488763 h 1590168"/>
                    <a:gd name="connsiteX36-145" fmla="*/ 99275 w 306851"/>
                    <a:gd name="connsiteY36-146" fmla="*/ 543056 h 1590168"/>
                    <a:gd name="connsiteX37-147" fmla="*/ 207576 w 306851"/>
                    <a:gd name="connsiteY37-148" fmla="*/ 543056 h 1590168"/>
                    <a:gd name="connsiteX38-149" fmla="*/ 207576 w 306851"/>
                    <a:gd name="connsiteY38-150" fmla="*/ 488763 h 1590168"/>
                    <a:gd name="connsiteX39-151" fmla="*/ 99275 w 306851"/>
                    <a:gd name="connsiteY39-152" fmla="*/ 488763 h 1590168"/>
                    <a:gd name="connsiteX40-153" fmla="*/ 0 w 306851"/>
                    <a:gd name="connsiteY40-154" fmla="*/ 0 h 1590168"/>
                    <a:gd name="connsiteX41-155" fmla="*/ 306851 w 306851"/>
                    <a:gd name="connsiteY41-156" fmla="*/ 371475 h 1590168"/>
                    <a:gd name="connsiteX42-157" fmla="*/ 306851 w 306851"/>
                    <a:gd name="connsiteY42-158" fmla="*/ 1590168 h 1590168"/>
                    <a:gd name="connsiteX43-159" fmla="*/ 0 w 306851"/>
                    <a:gd name="connsiteY43-160" fmla="*/ 1590168 h 1590168"/>
                    <a:gd name="connsiteX44-161" fmla="*/ 0 w 306851"/>
                    <a:gd name="connsiteY44-162" fmla="*/ 0 h 159016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-57" y="connsiteY28-58"/>
                    </a:cxn>
                    <a:cxn ang="0">
                      <a:pos x="connsiteX29-59" y="connsiteY29-60"/>
                    </a:cxn>
                    <a:cxn ang="0">
                      <a:pos x="connsiteX30-61" y="connsiteY30-62"/>
                    </a:cxn>
                    <a:cxn ang="0">
                      <a:pos x="connsiteX31-63" y="connsiteY31-64"/>
                    </a:cxn>
                    <a:cxn ang="0">
                      <a:pos x="connsiteX32-65" y="connsiteY32-66"/>
                    </a:cxn>
                    <a:cxn ang="0">
                      <a:pos x="connsiteX33-67" y="connsiteY33-68"/>
                    </a:cxn>
                    <a:cxn ang="0">
                      <a:pos x="connsiteX34-69" y="connsiteY34-70"/>
                    </a:cxn>
                    <a:cxn ang="0">
                      <a:pos x="connsiteX35-71" y="connsiteY35-72"/>
                    </a:cxn>
                    <a:cxn ang="0">
                      <a:pos x="connsiteX36-145" y="connsiteY36-146"/>
                    </a:cxn>
                    <a:cxn ang="0">
                      <a:pos x="connsiteX37-147" y="connsiteY37-148"/>
                    </a:cxn>
                    <a:cxn ang="0">
                      <a:pos x="connsiteX38-149" y="connsiteY38-150"/>
                    </a:cxn>
                    <a:cxn ang="0">
                      <a:pos x="connsiteX39-151" y="connsiteY39-152"/>
                    </a:cxn>
                    <a:cxn ang="0">
                      <a:pos x="connsiteX40-153" y="connsiteY40-154"/>
                    </a:cxn>
                    <a:cxn ang="0">
                      <a:pos x="connsiteX41-155" y="connsiteY41-156"/>
                    </a:cxn>
                    <a:cxn ang="0">
                      <a:pos x="connsiteX42-157" y="connsiteY42-158"/>
                    </a:cxn>
                    <a:cxn ang="0">
                      <a:pos x="connsiteX43-159" y="connsiteY43-160"/>
                    </a:cxn>
                    <a:cxn ang="0">
                      <a:pos x="connsiteX44-161" y="connsiteY44-162"/>
                    </a:cxn>
                  </a:cxnLst>
                  <a:rect l="l" t="t" r="r" b="b"/>
                  <a:pathLst>
                    <a:path w="306851" h="1590168">
                      <a:moveTo>
                        <a:pt x="99275" y="1342636"/>
                      </a:moveTo>
                      <a:lnTo>
                        <a:pt x="99275" y="1396929"/>
                      </a:lnTo>
                      <a:lnTo>
                        <a:pt x="207576" y="1396929"/>
                      </a:lnTo>
                      <a:lnTo>
                        <a:pt x="207576" y="1342636"/>
                      </a:lnTo>
                      <a:lnTo>
                        <a:pt x="99275" y="1342636"/>
                      </a:lnTo>
                      <a:close/>
                      <a:moveTo>
                        <a:pt x="99275" y="1220654"/>
                      </a:moveTo>
                      <a:lnTo>
                        <a:pt x="99275" y="1274947"/>
                      </a:lnTo>
                      <a:lnTo>
                        <a:pt x="207576" y="1274947"/>
                      </a:lnTo>
                      <a:lnTo>
                        <a:pt x="207576" y="1220654"/>
                      </a:lnTo>
                      <a:lnTo>
                        <a:pt x="99275" y="1220654"/>
                      </a:lnTo>
                      <a:close/>
                      <a:moveTo>
                        <a:pt x="99275" y="1098673"/>
                      </a:moveTo>
                      <a:lnTo>
                        <a:pt x="99275" y="1152965"/>
                      </a:lnTo>
                      <a:lnTo>
                        <a:pt x="207576" y="1152965"/>
                      </a:lnTo>
                      <a:lnTo>
                        <a:pt x="207576" y="1098673"/>
                      </a:lnTo>
                      <a:lnTo>
                        <a:pt x="99275" y="1098673"/>
                      </a:lnTo>
                      <a:close/>
                      <a:moveTo>
                        <a:pt x="99275" y="976691"/>
                      </a:moveTo>
                      <a:lnTo>
                        <a:pt x="99275" y="1030983"/>
                      </a:lnTo>
                      <a:lnTo>
                        <a:pt x="207576" y="1030983"/>
                      </a:lnTo>
                      <a:lnTo>
                        <a:pt x="207576" y="976691"/>
                      </a:lnTo>
                      <a:lnTo>
                        <a:pt x="99275" y="976691"/>
                      </a:lnTo>
                      <a:close/>
                      <a:moveTo>
                        <a:pt x="99275" y="854709"/>
                      </a:moveTo>
                      <a:lnTo>
                        <a:pt x="99275" y="909001"/>
                      </a:lnTo>
                      <a:lnTo>
                        <a:pt x="207576" y="909001"/>
                      </a:lnTo>
                      <a:lnTo>
                        <a:pt x="207576" y="854709"/>
                      </a:lnTo>
                      <a:lnTo>
                        <a:pt x="99275" y="854709"/>
                      </a:lnTo>
                      <a:close/>
                      <a:moveTo>
                        <a:pt x="99275" y="732727"/>
                      </a:moveTo>
                      <a:lnTo>
                        <a:pt x="99275" y="787019"/>
                      </a:lnTo>
                      <a:lnTo>
                        <a:pt x="207576" y="787019"/>
                      </a:lnTo>
                      <a:lnTo>
                        <a:pt x="207576" y="732727"/>
                      </a:lnTo>
                      <a:lnTo>
                        <a:pt x="99275" y="732727"/>
                      </a:lnTo>
                      <a:close/>
                      <a:moveTo>
                        <a:pt x="99275" y="610745"/>
                      </a:moveTo>
                      <a:lnTo>
                        <a:pt x="99275" y="665038"/>
                      </a:lnTo>
                      <a:lnTo>
                        <a:pt x="207576" y="665038"/>
                      </a:lnTo>
                      <a:lnTo>
                        <a:pt x="207576" y="610745"/>
                      </a:lnTo>
                      <a:lnTo>
                        <a:pt x="99275" y="610745"/>
                      </a:lnTo>
                      <a:close/>
                      <a:moveTo>
                        <a:pt x="99275" y="488763"/>
                      </a:moveTo>
                      <a:lnTo>
                        <a:pt x="99275" y="543056"/>
                      </a:lnTo>
                      <a:lnTo>
                        <a:pt x="207576" y="543056"/>
                      </a:lnTo>
                      <a:lnTo>
                        <a:pt x="207576" y="488763"/>
                      </a:lnTo>
                      <a:lnTo>
                        <a:pt x="99275" y="488763"/>
                      </a:lnTo>
                      <a:close/>
                      <a:moveTo>
                        <a:pt x="0" y="0"/>
                      </a:moveTo>
                      <a:lnTo>
                        <a:pt x="306851" y="371475"/>
                      </a:lnTo>
                      <a:lnTo>
                        <a:pt x="306851" y="1590168"/>
                      </a:lnTo>
                      <a:lnTo>
                        <a:pt x="0" y="15901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19" name="Freeform: Shape 18"/>
                <p:cNvSpPr/>
                <p:nvPr/>
              </p:nvSpPr>
              <p:spPr>
                <a:xfrm>
                  <a:off x="4310739" y="3286263"/>
                  <a:ext cx="532405" cy="970323"/>
                </a:xfrm>
                <a:custGeom>
                  <a:avLst/>
                  <a:gdLst>
                    <a:gd name="connsiteX0" fmla="*/ 475422 w 923439"/>
                    <a:gd name="connsiteY0" fmla="*/ 855427 h 1647670"/>
                    <a:gd name="connsiteX1" fmla="*/ 475422 w 923439"/>
                    <a:gd name="connsiteY1" fmla="*/ 969146 h 1647670"/>
                    <a:gd name="connsiteX2" fmla="*/ 589141 w 923439"/>
                    <a:gd name="connsiteY2" fmla="*/ 969146 h 1647670"/>
                    <a:gd name="connsiteX3" fmla="*/ 589141 w 923439"/>
                    <a:gd name="connsiteY3" fmla="*/ 855427 h 1647670"/>
                    <a:gd name="connsiteX4" fmla="*/ 334298 w 923439"/>
                    <a:gd name="connsiteY4" fmla="*/ 855427 h 1647670"/>
                    <a:gd name="connsiteX5" fmla="*/ 334298 w 923439"/>
                    <a:gd name="connsiteY5" fmla="*/ 969146 h 1647670"/>
                    <a:gd name="connsiteX6" fmla="*/ 448017 w 923439"/>
                    <a:gd name="connsiteY6" fmla="*/ 969146 h 1647670"/>
                    <a:gd name="connsiteX7" fmla="*/ 448017 w 923439"/>
                    <a:gd name="connsiteY7" fmla="*/ 855427 h 1647670"/>
                    <a:gd name="connsiteX8" fmla="*/ 475422 w 923439"/>
                    <a:gd name="connsiteY8" fmla="*/ 709876 h 1647670"/>
                    <a:gd name="connsiteX9" fmla="*/ 475422 w 923439"/>
                    <a:gd name="connsiteY9" fmla="*/ 823595 h 1647670"/>
                    <a:gd name="connsiteX10" fmla="*/ 589141 w 923439"/>
                    <a:gd name="connsiteY10" fmla="*/ 823595 h 1647670"/>
                    <a:gd name="connsiteX11" fmla="*/ 589141 w 923439"/>
                    <a:gd name="connsiteY11" fmla="*/ 709876 h 1647670"/>
                    <a:gd name="connsiteX12" fmla="*/ 334298 w 923439"/>
                    <a:gd name="connsiteY12" fmla="*/ 709876 h 1647670"/>
                    <a:gd name="connsiteX13" fmla="*/ 334298 w 923439"/>
                    <a:gd name="connsiteY13" fmla="*/ 823595 h 1647670"/>
                    <a:gd name="connsiteX14" fmla="*/ 448017 w 923439"/>
                    <a:gd name="connsiteY14" fmla="*/ 823595 h 1647670"/>
                    <a:gd name="connsiteX15" fmla="*/ 448017 w 923439"/>
                    <a:gd name="connsiteY15" fmla="*/ 709876 h 1647670"/>
                    <a:gd name="connsiteX16" fmla="*/ 475422 w 923439"/>
                    <a:gd name="connsiteY16" fmla="*/ 500489 h 1647670"/>
                    <a:gd name="connsiteX17" fmla="*/ 475422 w 923439"/>
                    <a:gd name="connsiteY17" fmla="*/ 614208 h 1647670"/>
                    <a:gd name="connsiteX18" fmla="*/ 589141 w 923439"/>
                    <a:gd name="connsiteY18" fmla="*/ 614208 h 1647670"/>
                    <a:gd name="connsiteX19" fmla="*/ 589141 w 923439"/>
                    <a:gd name="connsiteY19" fmla="*/ 500489 h 1647670"/>
                    <a:gd name="connsiteX20" fmla="*/ 334298 w 923439"/>
                    <a:gd name="connsiteY20" fmla="*/ 500489 h 1647670"/>
                    <a:gd name="connsiteX21" fmla="*/ 334298 w 923439"/>
                    <a:gd name="connsiteY21" fmla="*/ 614208 h 1647670"/>
                    <a:gd name="connsiteX22" fmla="*/ 448017 w 923439"/>
                    <a:gd name="connsiteY22" fmla="*/ 614208 h 1647670"/>
                    <a:gd name="connsiteX23" fmla="*/ 448017 w 923439"/>
                    <a:gd name="connsiteY23" fmla="*/ 500489 h 1647670"/>
                    <a:gd name="connsiteX24" fmla="*/ 475422 w 923439"/>
                    <a:gd name="connsiteY24" fmla="*/ 354938 h 1647670"/>
                    <a:gd name="connsiteX25" fmla="*/ 475422 w 923439"/>
                    <a:gd name="connsiteY25" fmla="*/ 468657 h 1647670"/>
                    <a:gd name="connsiteX26" fmla="*/ 589141 w 923439"/>
                    <a:gd name="connsiteY26" fmla="*/ 468657 h 1647670"/>
                    <a:gd name="connsiteX27" fmla="*/ 589141 w 923439"/>
                    <a:gd name="connsiteY27" fmla="*/ 354938 h 1647670"/>
                    <a:gd name="connsiteX28" fmla="*/ 334298 w 923439"/>
                    <a:gd name="connsiteY28" fmla="*/ 354938 h 1647670"/>
                    <a:gd name="connsiteX29" fmla="*/ 334298 w 923439"/>
                    <a:gd name="connsiteY29" fmla="*/ 468657 h 1647670"/>
                    <a:gd name="connsiteX30" fmla="*/ 448017 w 923439"/>
                    <a:gd name="connsiteY30" fmla="*/ 468657 h 1647670"/>
                    <a:gd name="connsiteX31" fmla="*/ 448017 w 923439"/>
                    <a:gd name="connsiteY31" fmla="*/ 354938 h 1647670"/>
                    <a:gd name="connsiteX32" fmla="*/ 461720 w 923439"/>
                    <a:gd name="connsiteY32" fmla="*/ 0 h 1647670"/>
                    <a:gd name="connsiteX33" fmla="*/ 923439 w 923439"/>
                    <a:gd name="connsiteY33" fmla="*/ 308459 h 1647670"/>
                    <a:gd name="connsiteX34" fmla="*/ 768082 w 923439"/>
                    <a:gd name="connsiteY34" fmla="*/ 308459 h 1647670"/>
                    <a:gd name="connsiteX35" fmla="*/ 768082 w 923439"/>
                    <a:gd name="connsiteY35" fmla="*/ 1647670 h 1647670"/>
                    <a:gd name="connsiteX36" fmla="*/ 155357 w 923439"/>
                    <a:gd name="connsiteY36" fmla="*/ 1647670 h 1647670"/>
                    <a:gd name="connsiteX37" fmla="*/ 155357 w 923439"/>
                    <a:gd name="connsiteY37" fmla="*/ 308459 h 1647670"/>
                    <a:gd name="connsiteX38" fmla="*/ 0 w 923439"/>
                    <a:gd name="connsiteY38" fmla="*/ 308459 h 1647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923439" h="1647670">
                      <a:moveTo>
                        <a:pt x="475422" y="855427"/>
                      </a:moveTo>
                      <a:lnTo>
                        <a:pt x="475422" y="969146"/>
                      </a:lnTo>
                      <a:lnTo>
                        <a:pt x="589141" y="969146"/>
                      </a:lnTo>
                      <a:lnTo>
                        <a:pt x="589141" y="855427"/>
                      </a:lnTo>
                      <a:close/>
                      <a:moveTo>
                        <a:pt x="334298" y="855427"/>
                      </a:moveTo>
                      <a:lnTo>
                        <a:pt x="334298" y="969146"/>
                      </a:lnTo>
                      <a:lnTo>
                        <a:pt x="448017" y="969146"/>
                      </a:lnTo>
                      <a:lnTo>
                        <a:pt x="448017" y="855427"/>
                      </a:lnTo>
                      <a:close/>
                      <a:moveTo>
                        <a:pt x="475422" y="709876"/>
                      </a:moveTo>
                      <a:lnTo>
                        <a:pt x="475422" y="823595"/>
                      </a:lnTo>
                      <a:lnTo>
                        <a:pt x="589141" y="823595"/>
                      </a:lnTo>
                      <a:lnTo>
                        <a:pt x="589141" y="709876"/>
                      </a:lnTo>
                      <a:close/>
                      <a:moveTo>
                        <a:pt x="334298" y="709876"/>
                      </a:moveTo>
                      <a:lnTo>
                        <a:pt x="334298" y="823595"/>
                      </a:lnTo>
                      <a:lnTo>
                        <a:pt x="448017" y="823595"/>
                      </a:lnTo>
                      <a:lnTo>
                        <a:pt x="448017" y="709876"/>
                      </a:lnTo>
                      <a:close/>
                      <a:moveTo>
                        <a:pt x="475422" y="500489"/>
                      </a:moveTo>
                      <a:lnTo>
                        <a:pt x="475422" y="614208"/>
                      </a:lnTo>
                      <a:lnTo>
                        <a:pt x="589141" y="614208"/>
                      </a:lnTo>
                      <a:lnTo>
                        <a:pt x="589141" y="500489"/>
                      </a:lnTo>
                      <a:close/>
                      <a:moveTo>
                        <a:pt x="334298" y="500489"/>
                      </a:moveTo>
                      <a:lnTo>
                        <a:pt x="334298" y="614208"/>
                      </a:lnTo>
                      <a:lnTo>
                        <a:pt x="448017" y="614208"/>
                      </a:lnTo>
                      <a:lnTo>
                        <a:pt x="448017" y="500489"/>
                      </a:lnTo>
                      <a:close/>
                      <a:moveTo>
                        <a:pt x="475422" y="354938"/>
                      </a:moveTo>
                      <a:lnTo>
                        <a:pt x="475422" y="468657"/>
                      </a:lnTo>
                      <a:lnTo>
                        <a:pt x="589141" y="468657"/>
                      </a:lnTo>
                      <a:lnTo>
                        <a:pt x="589141" y="354938"/>
                      </a:lnTo>
                      <a:close/>
                      <a:moveTo>
                        <a:pt x="334298" y="354938"/>
                      </a:moveTo>
                      <a:lnTo>
                        <a:pt x="334298" y="468657"/>
                      </a:lnTo>
                      <a:lnTo>
                        <a:pt x="448017" y="468657"/>
                      </a:lnTo>
                      <a:lnTo>
                        <a:pt x="448017" y="354938"/>
                      </a:lnTo>
                      <a:close/>
                      <a:moveTo>
                        <a:pt x="461720" y="0"/>
                      </a:moveTo>
                      <a:lnTo>
                        <a:pt x="923439" y="308459"/>
                      </a:lnTo>
                      <a:lnTo>
                        <a:pt x="768082" y="308459"/>
                      </a:lnTo>
                      <a:lnTo>
                        <a:pt x="768082" y="1647670"/>
                      </a:lnTo>
                      <a:lnTo>
                        <a:pt x="155357" y="1647670"/>
                      </a:lnTo>
                      <a:lnTo>
                        <a:pt x="155357" y="308459"/>
                      </a:lnTo>
                      <a:lnTo>
                        <a:pt x="0" y="30845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Freeform: Shape 19"/>
                <p:cNvSpPr/>
                <p:nvPr/>
              </p:nvSpPr>
              <p:spPr>
                <a:xfrm>
                  <a:off x="7531101" y="3229418"/>
                  <a:ext cx="202983" cy="1027168"/>
                </a:xfrm>
                <a:custGeom>
                  <a:avLst/>
                  <a:gdLst>
                    <a:gd name="connsiteX0" fmla="*/ 99275 w 306850"/>
                    <a:gd name="connsiteY0" fmla="*/ 1096373 h 1339211"/>
                    <a:gd name="connsiteX1" fmla="*/ 99275 w 306850"/>
                    <a:gd name="connsiteY1" fmla="*/ 1150665 h 1339211"/>
                    <a:gd name="connsiteX2" fmla="*/ 207575 w 306850"/>
                    <a:gd name="connsiteY2" fmla="*/ 1150665 h 1339211"/>
                    <a:gd name="connsiteX3" fmla="*/ 207575 w 306850"/>
                    <a:gd name="connsiteY3" fmla="*/ 1096373 h 1339211"/>
                    <a:gd name="connsiteX4" fmla="*/ 99275 w 306850"/>
                    <a:gd name="connsiteY4" fmla="*/ 974391 h 1339211"/>
                    <a:gd name="connsiteX5" fmla="*/ 99275 w 306850"/>
                    <a:gd name="connsiteY5" fmla="*/ 1028684 h 1339211"/>
                    <a:gd name="connsiteX6" fmla="*/ 207575 w 306850"/>
                    <a:gd name="connsiteY6" fmla="*/ 1028684 h 1339211"/>
                    <a:gd name="connsiteX7" fmla="*/ 207575 w 306850"/>
                    <a:gd name="connsiteY7" fmla="*/ 974391 h 1339211"/>
                    <a:gd name="connsiteX8" fmla="*/ 99275 w 306850"/>
                    <a:gd name="connsiteY8" fmla="*/ 852409 h 1339211"/>
                    <a:gd name="connsiteX9" fmla="*/ 99275 w 306850"/>
                    <a:gd name="connsiteY9" fmla="*/ 906702 h 1339211"/>
                    <a:gd name="connsiteX10" fmla="*/ 207575 w 306850"/>
                    <a:gd name="connsiteY10" fmla="*/ 906702 h 1339211"/>
                    <a:gd name="connsiteX11" fmla="*/ 207575 w 306850"/>
                    <a:gd name="connsiteY11" fmla="*/ 852409 h 1339211"/>
                    <a:gd name="connsiteX12" fmla="*/ 99275 w 306850"/>
                    <a:gd name="connsiteY12" fmla="*/ 730427 h 1339211"/>
                    <a:gd name="connsiteX13" fmla="*/ 99275 w 306850"/>
                    <a:gd name="connsiteY13" fmla="*/ 784720 h 1339211"/>
                    <a:gd name="connsiteX14" fmla="*/ 207575 w 306850"/>
                    <a:gd name="connsiteY14" fmla="*/ 784720 h 1339211"/>
                    <a:gd name="connsiteX15" fmla="*/ 207575 w 306850"/>
                    <a:gd name="connsiteY15" fmla="*/ 730427 h 1339211"/>
                    <a:gd name="connsiteX16" fmla="*/ 99275 w 306850"/>
                    <a:gd name="connsiteY16" fmla="*/ 608446 h 1339211"/>
                    <a:gd name="connsiteX17" fmla="*/ 99275 w 306850"/>
                    <a:gd name="connsiteY17" fmla="*/ 662738 h 1339211"/>
                    <a:gd name="connsiteX18" fmla="*/ 207575 w 306850"/>
                    <a:gd name="connsiteY18" fmla="*/ 662738 h 1339211"/>
                    <a:gd name="connsiteX19" fmla="*/ 207575 w 306850"/>
                    <a:gd name="connsiteY19" fmla="*/ 608446 h 1339211"/>
                    <a:gd name="connsiteX20" fmla="*/ 99275 w 306850"/>
                    <a:gd name="connsiteY20" fmla="*/ 486464 h 1339211"/>
                    <a:gd name="connsiteX21" fmla="*/ 99275 w 306850"/>
                    <a:gd name="connsiteY21" fmla="*/ 540756 h 1339211"/>
                    <a:gd name="connsiteX22" fmla="*/ 207575 w 306850"/>
                    <a:gd name="connsiteY22" fmla="*/ 540756 h 1339211"/>
                    <a:gd name="connsiteX23" fmla="*/ 207575 w 306850"/>
                    <a:gd name="connsiteY23" fmla="*/ 486464 h 1339211"/>
                    <a:gd name="connsiteX24" fmla="*/ 99275 w 306850"/>
                    <a:gd name="connsiteY24" fmla="*/ 364482 h 1339211"/>
                    <a:gd name="connsiteX25" fmla="*/ 99275 w 306850"/>
                    <a:gd name="connsiteY25" fmla="*/ 418774 h 1339211"/>
                    <a:gd name="connsiteX26" fmla="*/ 207575 w 306850"/>
                    <a:gd name="connsiteY26" fmla="*/ 418774 h 1339211"/>
                    <a:gd name="connsiteX27" fmla="*/ 207575 w 306850"/>
                    <a:gd name="connsiteY27" fmla="*/ 364482 h 1339211"/>
                    <a:gd name="connsiteX28" fmla="*/ 99275 w 306850"/>
                    <a:gd name="connsiteY28" fmla="*/ 242500 h 1339211"/>
                    <a:gd name="connsiteX29" fmla="*/ 99275 w 306850"/>
                    <a:gd name="connsiteY29" fmla="*/ 296792 h 1339211"/>
                    <a:gd name="connsiteX30" fmla="*/ 207575 w 306850"/>
                    <a:gd name="connsiteY30" fmla="*/ 296792 h 1339211"/>
                    <a:gd name="connsiteX31" fmla="*/ 207575 w 306850"/>
                    <a:gd name="connsiteY31" fmla="*/ 242500 h 1339211"/>
                    <a:gd name="connsiteX32" fmla="*/ 99275 w 306850"/>
                    <a:gd name="connsiteY32" fmla="*/ 120518 h 1339211"/>
                    <a:gd name="connsiteX33" fmla="*/ 99275 w 306850"/>
                    <a:gd name="connsiteY33" fmla="*/ 174811 h 1339211"/>
                    <a:gd name="connsiteX34" fmla="*/ 207575 w 306850"/>
                    <a:gd name="connsiteY34" fmla="*/ 174811 h 1339211"/>
                    <a:gd name="connsiteX35" fmla="*/ 207575 w 306850"/>
                    <a:gd name="connsiteY35" fmla="*/ 120518 h 1339211"/>
                    <a:gd name="connsiteX36" fmla="*/ 0 w 306850"/>
                    <a:gd name="connsiteY36" fmla="*/ 0 h 1339211"/>
                    <a:gd name="connsiteX37" fmla="*/ 306850 w 306850"/>
                    <a:gd name="connsiteY37" fmla="*/ 0 h 1339211"/>
                    <a:gd name="connsiteX38" fmla="*/ 306850 w 306850"/>
                    <a:gd name="connsiteY38" fmla="*/ 1339211 h 1339211"/>
                    <a:gd name="connsiteX39" fmla="*/ 0 w 306850"/>
                    <a:gd name="connsiteY39" fmla="*/ 1339211 h 1339211"/>
                    <a:gd name="connsiteX0-1" fmla="*/ 99275 w 306850"/>
                    <a:gd name="connsiteY0-2" fmla="*/ 1277348 h 1520186"/>
                    <a:gd name="connsiteX1-3" fmla="*/ 99275 w 306850"/>
                    <a:gd name="connsiteY1-4" fmla="*/ 1331640 h 1520186"/>
                    <a:gd name="connsiteX2-5" fmla="*/ 207575 w 306850"/>
                    <a:gd name="connsiteY2-6" fmla="*/ 1331640 h 1520186"/>
                    <a:gd name="connsiteX3-7" fmla="*/ 207575 w 306850"/>
                    <a:gd name="connsiteY3-8" fmla="*/ 1277348 h 1520186"/>
                    <a:gd name="connsiteX4-9" fmla="*/ 99275 w 306850"/>
                    <a:gd name="connsiteY4-10" fmla="*/ 1277348 h 1520186"/>
                    <a:gd name="connsiteX5-11" fmla="*/ 99275 w 306850"/>
                    <a:gd name="connsiteY5-12" fmla="*/ 1155366 h 1520186"/>
                    <a:gd name="connsiteX6-13" fmla="*/ 99275 w 306850"/>
                    <a:gd name="connsiteY6-14" fmla="*/ 1209659 h 1520186"/>
                    <a:gd name="connsiteX7-15" fmla="*/ 207575 w 306850"/>
                    <a:gd name="connsiteY7-16" fmla="*/ 1209659 h 1520186"/>
                    <a:gd name="connsiteX8-17" fmla="*/ 207575 w 306850"/>
                    <a:gd name="connsiteY8-18" fmla="*/ 1155366 h 1520186"/>
                    <a:gd name="connsiteX9-19" fmla="*/ 99275 w 306850"/>
                    <a:gd name="connsiteY9-20" fmla="*/ 1155366 h 1520186"/>
                    <a:gd name="connsiteX10-21" fmla="*/ 99275 w 306850"/>
                    <a:gd name="connsiteY10-22" fmla="*/ 1033384 h 1520186"/>
                    <a:gd name="connsiteX11-23" fmla="*/ 99275 w 306850"/>
                    <a:gd name="connsiteY11-24" fmla="*/ 1087677 h 1520186"/>
                    <a:gd name="connsiteX12-25" fmla="*/ 207575 w 306850"/>
                    <a:gd name="connsiteY12-26" fmla="*/ 1087677 h 1520186"/>
                    <a:gd name="connsiteX13-27" fmla="*/ 207575 w 306850"/>
                    <a:gd name="connsiteY13-28" fmla="*/ 1033384 h 1520186"/>
                    <a:gd name="connsiteX14-29" fmla="*/ 99275 w 306850"/>
                    <a:gd name="connsiteY14-30" fmla="*/ 1033384 h 1520186"/>
                    <a:gd name="connsiteX15-31" fmla="*/ 99275 w 306850"/>
                    <a:gd name="connsiteY15-32" fmla="*/ 911402 h 1520186"/>
                    <a:gd name="connsiteX16-33" fmla="*/ 99275 w 306850"/>
                    <a:gd name="connsiteY16-34" fmla="*/ 965695 h 1520186"/>
                    <a:gd name="connsiteX17-35" fmla="*/ 207575 w 306850"/>
                    <a:gd name="connsiteY17-36" fmla="*/ 965695 h 1520186"/>
                    <a:gd name="connsiteX18-37" fmla="*/ 207575 w 306850"/>
                    <a:gd name="connsiteY18-38" fmla="*/ 911402 h 1520186"/>
                    <a:gd name="connsiteX19-39" fmla="*/ 99275 w 306850"/>
                    <a:gd name="connsiteY19-40" fmla="*/ 911402 h 1520186"/>
                    <a:gd name="connsiteX20-41" fmla="*/ 99275 w 306850"/>
                    <a:gd name="connsiteY20-42" fmla="*/ 789421 h 1520186"/>
                    <a:gd name="connsiteX21-43" fmla="*/ 99275 w 306850"/>
                    <a:gd name="connsiteY21-44" fmla="*/ 843713 h 1520186"/>
                    <a:gd name="connsiteX22-45" fmla="*/ 207575 w 306850"/>
                    <a:gd name="connsiteY22-46" fmla="*/ 843713 h 1520186"/>
                    <a:gd name="connsiteX23-47" fmla="*/ 207575 w 306850"/>
                    <a:gd name="connsiteY23-48" fmla="*/ 789421 h 1520186"/>
                    <a:gd name="connsiteX24-49" fmla="*/ 99275 w 306850"/>
                    <a:gd name="connsiteY24-50" fmla="*/ 789421 h 1520186"/>
                    <a:gd name="connsiteX25-51" fmla="*/ 99275 w 306850"/>
                    <a:gd name="connsiteY25-52" fmla="*/ 667439 h 1520186"/>
                    <a:gd name="connsiteX26-53" fmla="*/ 99275 w 306850"/>
                    <a:gd name="connsiteY26-54" fmla="*/ 721731 h 1520186"/>
                    <a:gd name="connsiteX27-55" fmla="*/ 207575 w 306850"/>
                    <a:gd name="connsiteY27-56" fmla="*/ 721731 h 1520186"/>
                    <a:gd name="connsiteX28-57" fmla="*/ 207575 w 306850"/>
                    <a:gd name="connsiteY28-58" fmla="*/ 667439 h 1520186"/>
                    <a:gd name="connsiteX29-59" fmla="*/ 99275 w 306850"/>
                    <a:gd name="connsiteY29-60" fmla="*/ 667439 h 1520186"/>
                    <a:gd name="connsiteX30-61" fmla="*/ 99275 w 306850"/>
                    <a:gd name="connsiteY30-62" fmla="*/ 545457 h 1520186"/>
                    <a:gd name="connsiteX31-63" fmla="*/ 99275 w 306850"/>
                    <a:gd name="connsiteY31-64" fmla="*/ 599749 h 1520186"/>
                    <a:gd name="connsiteX32-65" fmla="*/ 207575 w 306850"/>
                    <a:gd name="connsiteY32-66" fmla="*/ 599749 h 1520186"/>
                    <a:gd name="connsiteX33-67" fmla="*/ 207575 w 306850"/>
                    <a:gd name="connsiteY33-68" fmla="*/ 545457 h 1520186"/>
                    <a:gd name="connsiteX34-69" fmla="*/ 99275 w 306850"/>
                    <a:gd name="connsiteY34-70" fmla="*/ 545457 h 1520186"/>
                    <a:gd name="connsiteX35-71" fmla="*/ 99275 w 306850"/>
                    <a:gd name="connsiteY35-72" fmla="*/ 423475 h 1520186"/>
                    <a:gd name="connsiteX36-73" fmla="*/ 99275 w 306850"/>
                    <a:gd name="connsiteY36-74" fmla="*/ 477767 h 1520186"/>
                    <a:gd name="connsiteX37-75" fmla="*/ 207575 w 306850"/>
                    <a:gd name="connsiteY37-76" fmla="*/ 477767 h 1520186"/>
                    <a:gd name="connsiteX38-77" fmla="*/ 207575 w 306850"/>
                    <a:gd name="connsiteY38-78" fmla="*/ 423475 h 1520186"/>
                    <a:gd name="connsiteX39-79" fmla="*/ 99275 w 306850"/>
                    <a:gd name="connsiteY39-80" fmla="*/ 423475 h 1520186"/>
                    <a:gd name="connsiteX40" fmla="*/ 99275 w 306850"/>
                    <a:gd name="connsiteY40" fmla="*/ 301493 h 1520186"/>
                    <a:gd name="connsiteX41" fmla="*/ 99275 w 306850"/>
                    <a:gd name="connsiteY41" fmla="*/ 355786 h 1520186"/>
                    <a:gd name="connsiteX42" fmla="*/ 207575 w 306850"/>
                    <a:gd name="connsiteY42" fmla="*/ 355786 h 1520186"/>
                    <a:gd name="connsiteX43" fmla="*/ 207575 w 306850"/>
                    <a:gd name="connsiteY43" fmla="*/ 301493 h 1520186"/>
                    <a:gd name="connsiteX44" fmla="*/ 99275 w 306850"/>
                    <a:gd name="connsiteY44" fmla="*/ 301493 h 1520186"/>
                    <a:gd name="connsiteX45" fmla="*/ 0 w 306850"/>
                    <a:gd name="connsiteY45" fmla="*/ 180975 h 1520186"/>
                    <a:gd name="connsiteX46" fmla="*/ 297325 w 306850"/>
                    <a:gd name="connsiteY46" fmla="*/ 0 h 1520186"/>
                    <a:gd name="connsiteX47" fmla="*/ 306850 w 306850"/>
                    <a:gd name="connsiteY47" fmla="*/ 1520186 h 1520186"/>
                    <a:gd name="connsiteX48" fmla="*/ 0 w 306850"/>
                    <a:gd name="connsiteY48" fmla="*/ 1520186 h 1520186"/>
                    <a:gd name="connsiteX49" fmla="*/ 0 w 306850"/>
                    <a:gd name="connsiteY49" fmla="*/ 180975 h 152018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-57" y="connsiteY28-58"/>
                    </a:cxn>
                    <a:cxn ang="0">
                      <a:pos x="connsiteX29-59" y="connsiteY29-60"/>
                    </a:cxn>
                    <a:cxn ang="0">
                      <a:pos x="connsiteX30-61" y="connsiteY30-62"/>
                    </a:cxn>
                    <a:cxn ang="0">
                      <a:pos x="connsiteX31-63" y="connsiteY31-64"/>
                    </a:cxn>
                    <a:cxn ang="0">
                      <a:pos x="connsiteX32-65" y="connsiteY32-66"/>
                    </a:cxn>
                    <a:cxn ang="0">
                      <a:pos x="connsiteX33-67" y="connsiteY33-68"/>
                    </a:cxn>
                    <a:cxn ang="0">
                      <a:pos x="connsiteX34-69" y="connsiteY34-70"/>
                    </a:cxn>
                    <a:cxn ang="0">
                      <a:pos x="connsiteX35-71" y="connsiteY35-72"/>
                    </a:cxn>
                    <a:cxn ang="0">
                      <a:pos x="connsiteX36-73" y="connsiteY36-74"/>
                    </a:cxn>
                    <a:cxn ang="0">
                      <a:pos x="connsiteX37-75" y="connsiteY37-76"/>
                    </a:cxn>
                    <a:cxn ang="0">
                      <a:pos x="connsiteX38-77" y="connsiteY38-78"/>
                    </a:cxn>
                    <a:cxn ang="0">
                      <a:pos x="connsiteX39-79" y="connsiteY39-80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306850" h="1520186">
                      <a:moveTo>
                        <a:pt x="99275" y="1277348"/>
                      </a:moveTo>
                      <a:lnTo>
                        <a:pt x="99275" y="1331640"/>
                      </a:lnTo>
                      <a:lnTo>
                        <a:pt x="207575" y="1331640"/>
                      </a:lnTo>
                      <a:lnTo>
                        <a:pt x="207575" y="1277348"/>
                      </a:lnTo>
                      <a:lnTo>
                        <a:pt x="99275" y="1277348"/>
                      </a:lnTo>
                      <a:close/>
                      <a:moveTo>
                        <a:pt x="99275" y="1155366"/>
                      </a:moveTo>
                      <a:lnTo>
                        <a:pt x="99275" y="1209659"/>
                      </a:lnTo>
                      <a:lnTo>
                        <a:pt x="207575" y="1209659"/>
                      </a:lnTo>
                      <a:lnTo>
                        <a:pt x="207575" y="1155366"/>
                      </a:lnTo>
                      <a:lnTo>
                        <a:pt x="99275" y="1155366"/>
                      </a:lnTo>
                      <a:close/>
                      <a:moveTo>
                        <a:pt x="99275" y="1033384"/>
                      </a:moveTo>
                      <a:lnTo>
                        <a:pt x="99275" y="1087677"/>
                      </a:lnTo>
                      <a:lnTo>
                        <a:pt x="207575" y="1087677"/>
                      </a:lnTo>
                      <a:lnTo>
                        <a:pt x="207575" y="1033384"/>
                      </a:lnTo>
                      <a:lnTo>
                        <a:pt x="99275" y="1033384"/>
                      </a:lnTo>
                      <a:close/>
                      <a:moveTo>
                        <a:pt x="99275" y="911402"/>
                      </a:moveTo>
                      <a:lnTo>
                        <a:pt x="99275" y="965695"/>
                      </a:lnTo>
                      <a:lnTo>
                        <a:pt x="207575" y="965695"/>
                      </a:lnTo>
                      <a:lnTo>
                        <a:pt x="207575" y="911402"/>
                      </a:lnTo>
                      <a:lnTo>
                        <a:pt x="99275" y="911402"/>
                      </a:lnTo>
                      <a:close/>
                      <a:moveTo>
                        <a:pt x="99275" y="789421"/>
                      </a:moveTo>
                      <a:lnTo>
                        <a:pt x="99275" y="843713"/>
                      </a:lnTo>
                      <a:lnTo>
                        <a:pt x="207575" y="843713"/>
                      </a:lnTo>
                      <a:lnTo>
                        <a:pt x="207575" y="789421"/>
                      </a:lnTo>
                      <a:lnTo>
                        <a:pt x="99275" y="789421"/>
                      </a:lnTo>
                      <a:close/>
                      <a:moveTo>
                        <a:pt x="99275" y="667439"/>
                      </a:moveTo>
                      <a:lnTo>
                        <a:pt x="99275" y="721731"/>
                      </a:lnTo>
                      <a:lnTo>
                        <a:pt x="207575" y="721731"/>
                      </a:lnTo>
                      <a:lnTo>
                        <a:pt x="207575" y="667439"/>
                      </a:lnTo>
                      <a:lnTo>
                        <a:pt x="99275" y="667439"/>
                      </a:lnTo>
                      <a:close/>
                      <a:moveTo>
                        <a:pt x="99275" y="545457"/>
                      </a:moveTo>
                      <a:lnTo>
                        <a:pt x="99275" y="599749"/>
                      </a:lnTo>
                      <a:lnTo>
                        <a:pt x="207575" y="599749"/>
                      </a:lnTo>
                      <a:lnTo>
                        <a:pt x="207575" y="545457"/>
                      </a:lnTo>
                      <a:lnTo>
                        <a:pt x="99275" y="545457"/>
                      </a:lnTo>
                      <a:close/>
                      <a:moveTo>
                        <a:pt x="99275" y="423475"/>
                      </a:moveTo>
                      <a:lnTo>
                        <a:pt x="99275" y="477767"/>
                      </a:lnTo>
                      <a:lnTo>
                        <a:pt x="207575" y="477767"/>
                      </a:lnTo>
                      <a:lnTo>
                        <a:pt x="207575" y="423475"/>
                      </a:lnTo>
                      <a:lnTo>
                        <a:pt x="99275" y="423475"/>
                      </a:lnTo>
                      <a:close/>
                      <a:moveTo>
                        <a:pt x="99275" y="301493"/>
                      </a:moveTo>
                      <a:lnTo>
                        <a:pt x="99275" y="355786"/>
                      </a:lnTo>
                      <a:lnTo>
                        <a:pt x="207575" y="355786"/>
                      </a:lnTo>
                      <a:lnTo>
                        <a:pt x="207575" y="301493"/>
                      </a:lnTo>
                      <a:lnTo>
                        <a:pt x="99275" y="301493"/>
                      </a:lnTo>
                      <a:close/>
                      <a:moveTo>
                        <a:pt x="0" y="180975"/>
                      </a:moveTo>
                      <a:lnTo>
                        <a:pt x="297325" y="0"/>
                      </a:lnTo>
                      <a:lnTo>
                        <a:pt x="306850" y="1520186"/>
                      </a:lnTo>
                      <a:lnTo>
                        <a:pt x="0" y="1520186"/>
                      </a:lnTo>
                      <a:lnTo>
                        <a:pt x="0" y="1809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1" name="Freeform: Shape 20"/>
                <p:cNvSpPr/>
                <p:nvPr/>
              </p:nvSpPr>
              <p:spPr>
                <a:xfrm>
                  <a:off x="7673737" y="3386055"/>
                  <a:ext cx="602196" cy="870531"/>
                </a:xfrm>
                <a:custGeom>
                  <a:avLst/>
                  <a:gdLst>
                    <a:gd name="connsiteX0" fmla="*/ 238494 w 462454"/>
                    <a:gd name="connsiteY0" fmla="*/ 563076 h 870531"/>
                    <a:gd name="connsiteX1" fmla="*/ 238494 w 462454"/>
                    <a:gd name="connsiteY1" fmla="*/ 715154 h 870531"/>
                    <a:gd name="connsiteX2" fmla="*/ 324676 w 462454"/>
                    <a:gd name="connsiteY2" fmla="*/ 715154 h 870531"/>
                    <a:gd name="connsiteX3" fmla="*/ 324676 w 462454"/>
                    <a:gd name="connsiteY3" fmla="*/ 563076 h 870531"/>
                    <a:gd name="connsiteX4" fmla="*/ 238494 w 462454"/>
                    <a:gd name="connsiteY4" fmla="*/ 353251 h 870531"/>
                    <a:gd name="connsiteX5" fmla="*/ 238494 w 462454"/>
                    <a:gd name="connsiteY5" fmla="*/ 505329 h 870531"/>
                    <a:gd name="connsiteX6" fmla="*/ 324676 w 462454"/>
                    <a:gd name="connsiteY6" fmla="*/ 505329 h 870531"/>
                    <a:gd name="connsiteX7" fmla="*/ 324676 w 462454"/>
                    <a:gd name="connsiteY7" fmla="*/ 353251 h 870531"/>
                    <a:gd name="connsiteX8" fmla="*/ 231227 w 462454"/>
                    <a:gd name="connsiteY8" fmla="*/ 0 h 870531"/>
                    <a:gd name="connsiteX9" fmla="*/ 462454 w 462454"/>
                    <a:gd name="connsiteY9" fmla="*/ 308459 h 870531"/>
                    <a:gd name="connsiteX10" fmla="*/ 384652 w 462454"/>
                    <a:gd name="connsiteY10" fmla="*/ 308459 h 870531"/>
                    <a:gd name="connsiteX11" fmla="*/ 384652 w 462454"/>
                    <a:gd name="connsiteY11" fmla="*/ 870531 h 870531"/>
                    <a:gd name="connsiteX12" fmla="*/ 77802 w 462454"/>
                    <a:gd name="connsiteY12" fmla="*/ 870531 h 870531"/>
                    <a:gd name="connsiteX13" fmla="*/ 77802 w 462454"/>
                    <a:gd name="connsiteY13" fmla="*/ 308459 h 870531"/>
                    <a:gd name="connsiteX14" fmla="*/ 0 w 462454"/>
                    <a:gd name="connsiteY14" fmla="*/ 308459 h 870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62454" h="870531">
                      <a:moveTo>
                        <a:pt x="238494" y="563076"/>
                      </a:moveTo>
                      <a:lnTo>
                        <a:pt x="238494" y="715154"/>
                      </a:lnTo>
                      <a:lnTo>
                        <a:pt x="324676" y="715154"/>
                      </a:lnTo>
                      <a:lnTo>
                        <a:pt x="324676" y="563076"/>
                      </a:lnTo>
                      <a:close/>
                      <a:moveTo>
                        <a:pt x="238494" y="353251"/>
                      </a:moveTo>
                      <a:lnTo>
                        <a:pt x="238494" y="505329"/>
                      </a:lnTo>
                      <a:lnTo>
                        <a:pt x="324676" y="505329"/>
                      </a:lnTo>
                      <a:lnTo>
                        <a:pt x="324676" y="353251"/>
                      </a:lnTo>
                      <a:close/>
                      <a:moveTo>
                        <a:pt x="231227" y="0"/>
                      </a:moveTo>
                      <a:lnTo>
                        <a:pt x="462454" y="308459"/>
                      </a:lnTo>
                      <a:lnTo>
                        <a:pt x="384652" y="308459"/>
                      </a:lnTo>
                      <a:lnTo>
                        <a:pt x="384652" y="870531"/>
                      </a:lnTo>
                      <a:lnTo>
                        <a:pt x="77802" y="870531"/>
                      </a:lnTo>
                      <a:lnTo>
                        <a:pt x="77802" y="308459"/>
                      </a:lnTo>
                      <a:lnTo>
                        <a:pt x="0" y="30845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Freeform: Shape 21"/>
                <p:cNvSpPr/>
                <p:nvPr/>
              </p:nvSpPr>
              <p:spPr>
                <a:xfrm>
                  <a:off x="7084624" y="3097854"/>
                  <a:ext cx="399552" cy="1158732"/>
                </a:xfrm>
                <a:custGeom>
                  <a:avLst/>
                  <a:gdLst>
                    <a:gd name="connsiteX0" fmla="*/ 159201 w 408118"/>
                    <a:gd name="connsiteY0" fmla="*/ 578755 h 1158732"/>
                    <a:gd name="connsiteX1" fmla="*/ 159201 w 408118"/>
                    <a:gd name="connsiteY1" fmla="*/ 665832 h 1158732"/>
                    <a:gd name="connsiteX2" fmla="*/ 248917 w 408118"/>
                    <a:gd name="connsiteY2" fmla="*/ 665832 h 1158732"/>
                    <a:gd name="connsiteX3" fmla="*/ 248917 w 408118"/>
                    <a:gd name="connsiteY3" fmla="*/ 578755 h 1158732"/>
                    <a:gd name="connsiteX4" fmla="*/ 159201 w 408118"/>
                    <a:gd name="connsiteY4" fmla="*/ 578755 h 1158732"/>
                    <a:gd name="connsiteX5" fmla="*/ 278823 w 408118"/>
                    <a:gd name="connsiteY5" fmla="*/ 576996 h 1158732"/>
                    <a:gd name="connsiteX6" fmla="*/ 278823 w 408118"/>
                    <a:gd name="connsiteY6" fmla="*/ 664073 h 1158732"/>
                    <a:gd name="connsiteX7" fmla="*/ 365020 w 408118"/>
                    <a:gd name="connsiteY7" fmla="*/ 664073 h 1158732"/>
                    <a:gd name="connsiteX8" fmla="*/ 365020 w 408118"/>
                    <a:gd name="connsiteY8" fmla="*/ 576996 h 1158732"/>
                    <a:gd name="connsiteX9" fmla="*/ 278823 w 408118"/>
                    <a:gd name="connsiteY9" fmla="*/ 576996 h 1158732"/>
                    <a:gd name="connsiteX10" fmla="*/ 43979 w 408118"/>
                    <a:gd name="connsiteY10" fmla="*/ 576996 h 1158732"/>
                    <a:gd name="connsiteX11" fmla="*/ 43979 w 408118"/>
                    <a:gd name="connsiteY11" fmla="*/ 664952 h 1158732"/>
                    <a:gd name="connsiteX12" fmla="*/ 131935 w 408118"/>
                    <a:gd name="connsiteY12" fmla="*/ 665832 h 1158732"/>
                    <a:gd name="connsiteX13" fmla="*/ 132814 w 408118"/>
                    <a:gd name="connsiteY13" fmla="*/ 576996 h 1158732"/>
                    <a:gd name="connsiteX14" fmla="*/ 43979 w 408118"/>
                    <a:gd name="connsiteY14" fmla="*/ 576996 h 1158732"/>
                    <a:gd name="connsiteX15" fmla="*/ 160960 w 408118"/>
                    <a:gd name="connsiteY15" fmla="*/ 449459 h 1158732"/>
                    <a:gd name="connsiteX16" fmla="*/ 160960 w 408118"/>
                    <a:gd name="connsiteY16" fmla="*/ 539174 h 1158732"/>
                    <a:gd name="connsiteX17" fmla="*/ 248917 w 408118"/>
                    <a:gd name="connsiteY17" fmla="*/ 539174 h 1158732"/>
                    <a:gd name="connsiteX18" fmla="*/ 248917 w 408118"/>
                    <a:gd name="connsiteY18" fmla="*/ 449459 h 1158732"/>
                    <a:gd name="connsiteX19" fmla="*/ 160960 w 408118"/>
                    <a:gd name="connsiteY19" fmla="*/ 449459 h 1158732"/>
                    <a:gd name="connsiteX20" fmla="*/ 44858 w 408118"/>
                    <a:gd name="connsiteY20" fmla="*/ 449459 h 1158732"/>
                    <a:gd name="connsiteX21" fmla="*/ 44858 w 408118"/>
                    <a:gd name="connsiteY21" fmla="*/ 539174 h 1158732"/>
                    <a:gd name="connsiteX22" fmla="*/ 131935 w 408118"/>
                    <a:gd name="connsiteY22" fmla="*/ 539174 h 1158732"/>
                    <a:gd name="connsiteX23" fmla="*/ 131935 w 408118"/>
                    <a:gd name="connsiteY23" fmla="*/ 449459 h 1158732"/>
                    <a:gd name="connsiteX24" fmla="*/ 44858 w 408118"/>
                    <a:gd name="connsiteY24" fmla="*/ 449459 h 1158732"/>
                    <a:gd name="connsiteX25" fmla="*/ 278823 w 408118"/>
                    <a:gd name="connsiteY25" fmla="*/ 448579 h 1158732"/>
                    <a:gd name="connsiteX26" fmla="*/ 278823 w 408118"/>
                    <a:gd name="connsiteY26" fmla="*/ 538295 h 1158732"/>
                    <a:gd name="connsiteX27" fmla="*/ 365020 w 408118"/>
                    <a:gd name="connsiteY27" fmla="*/ 538295 h 1158732"/>
                    <a:gd name="connsiteX28" fmla="*/ 365020 w 408118"/>
                    <a:gd name="connsiteY28" fmla="*/ 448579 h 1158732"/>
                    <a:gd name="connsiteX29" fmla="*/ 278823 w 408118"/>
                    <a:gd name="connsiteY29" fmla="*/ 448579 h 1158732"/>
                    <a:gd name="connsiteX30" fmla="*/ 277943 w 408118"/>
                    <a:gd name="connsiteY30" fmla="*/ 318403 h 1158732"/>
                    <a:gd name="connsiteX31" fmla="*/ 277943 w 408118"/>
                    <a:gd name="connsiteY31" fmla="*/ 408999 h 1158732"/>
                    <a:gd name="connsiteX32" fmla="*/ 366779 w 408118"/>
                    <a:gd name="connsiteY32" fmla="*/ 408999 h 1158732"/>
                    <a:gd name="connsiteX33" fmla="*/ 366779 w 408118"/>
                    <a:gd name="connsiteY33" fmla="*/ 318403 h 1158732"/>
                    <a:gd name="connsiteX34" fmla="*/ 277943 w 408118"/>
                    <a:gd name="connsiteY34" fmla="*/ 318403 h 1158732"/>
                    <a:gd name="connsiteX35" fmla="*/ 159201 w 408118"/>
                    <a:gd name="connsiteY35" fmla="*/ 318403 h 1158732"/>
                    <a:gd name="connsiteX36" fmla="*/ 159201 w 408118"/>
                    <a:gd name="connsiteY36" fmla="*/ 407239 h 1158732"/>
                    <a:gd name="connsiteX37" fmla="*/ 249797 w 408118"/>
                    <a:gd name="connsiteY37" fmla="*/ 407239 h 1158732"/>
                    <a:gd name="connsiteX38" fmla="*/ 249797 w 408118"/>
                    <a:gd name="connsiteY38" fmla="*/ 318403 h 1158732"/>
                    <a:gd name="connsiteX39" fmla="*/ 159201 w 408118"/>
                    <a:gd name="connsiteY39" fmla="*/ 318403 h 1158732"/>
                    <a:gd name="connsiteX40" fmla="*/ 43979 w 408118"/>
                    <a:gd name="connsiteY40" fmla="*/ 318403 h 1158732"/>
                    <a:gd name="connsiteX41" fmla="*/ 43979 w 408118"/>
                    <a:gd name="connsiteY41" fmla="*/ 408119 h 1158732"/>
                    <a:gd name="connsiteX42" fmla="*/ 131935 w 408118"/>
                    <a:gd name="connsiteY42" fmla="*/ 408119 h 1158732"/>
                    <a:gd name="connsiteX43" fmla="*/ 131935 w 408118"/>
                    <a:gd name="connsiteY43" fmla="*/ 318403 h 1158732"/>
                    <a:gd name="connsiteX44" fmla="*/ 43979 w 408118"/>
                    <a:gd name="connsiteY44" fmla="*/ 318403 h 1158732"/>
                    <a:gd name="connsiteX45" fmla="*/ 43098 w 408118"/>
                    <a:gd name="connsiteY45" fmla="*/ 187348 h 1158732"/>
                    <a:gd name="connsiteX46" fmla="*/ 43098 w 408118"/>
                    <a:gd name="connsiteY46" fmla="*/ 279702 h 1158732"/>
                    <a:gd name="connsiteX47" fmla="*/ 132814 w 408118"/>
                    <a:gd name="connsiteY47" fmla="*/ 279702 h 1158732"/>
                    <a:gd name="connsiteX48" fmla="*/ 132814 w 408118"/>
                    <a:gd name="connsiteY48" fmla="*/ 187348 h 1158732"/>
                    <a:gd name="connsiteX49" fmla="*/ 43098 w 408118"/>
                    <a:gd name="connsiteY49" fmla="*/ 187348 h 1158732"/>
                    <a:gd name="connsiteX50" fmla="*/ 43979 w 408118"/>
                    <a:gd name="connsiteY50" fmla="*/ 60690 h 1158732"/>
                    <a:gd name="connsiteX51" fmla="*/ 43979 w 408118"/>
                    <a:gd name="connsiteY51" fmla="*/ 152166 h 1158732"/>
                    <a:gd name="connsiteX52" fmla="*/ 133694 w 408118"/>
                    <a:gd name="connsiteY52" fmla="*/ 152166 h 1158732"/>
                    <a:gd name="connsiteX53" fmla="*/ 133694 w 408118"/>
                    <a:gd name="connsiteY53" fmla="*/ 60690 h 1158732"/>
                    <a:gd name="connsiteX54" fmla="*/ 43979 w 408118"/>
                    <a:gd name="connsiteY54" fmla="*/ 60690 h 1158732"/>
                    <a:gd name="connsiteX55" fmla="*/ 0 w 408118"/>
                    <a:gd name="connsiteY55" fmla="*/ 0 h 1158732"/>
                    <a:gd name="connsiteX56" fmla="*/ 155702 w 408118"/>
                    <a:gd name="connsiteY56" fmla="*/ 0 h 1158732"/>
                    <a:gd name="connsiteX57" fmla="*/ 155702 w 408118"/>
                    <a:gd name="connsiteY57" fmla="*/ 281913 h 1158732"/>
                    <a:gd name="connsiteX58" fmla="*/ 277943 w 408118"/>
                    <a:gd name="connsiteY58" fmla="*/ 281913 h 1158732"/>
                    <a:gd name="connsiteX59" fmla="*/ 277943 w 408118"/>
                    <a:gd name="connsiteY59" fmla="*/ 282341 h 1158732"/>
                    <a:gd name="connsiteX60" fmla="*/ 366779 w 408118"/>
                    <a:gd name="connsiteY60" fmla="*/ 282341 h 1158732"/>
                    <a:gd name="connsiteX61" fmla="*/ 366779 w 408118"/>
                    <a:gd name="connsiteY61" fmla="*/ 281913 h 1158732"/>
                    <a:gd name="connsiteX62" fmla="*/ 408118 w 408118"/>
                    <a:gd name="connsiteY62" fmla="*/ 281913 h 1158732"/>
                    <a:gd name="connsiteX63" fmla="*/ 408118 w 408118"/>
                    <a:gd name="connsiteY63" fmla="*/ 1158732 h 1158732"/>
                    <a:gd name="connsiteX64" fmla="*/ 0 w 408118"/>
                    <a:gd name="connsiteY64" fmla="*/ 1158732 h 1158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08118" h="1158732">
                      <a:moveTo>
                        <a:pt x="159201" y="578755"/>
                      </a:moveTo>
                      <a:cubicBezTo>
                        <a:pt x="159201" y="608660"/>
                        <a:pt x="159201" y="638565"/>
                        <a:pt x="159201" y="665832"/>
                      </a:cubicBezTo>
                      <a:cubicBezTo>
                        <a:pt x="189986" y="668470"/>
                        <a:pt x="222530" y="665832"/>
                        <a:pt x="248917" y="665832"/>
                      </a:cubicBezTo>
                      <a:cubicBezTo>
                        <a:pt x="248917" y="634168"/>
                        <a:pt x="248917" y="608660"/>
                        <a:pt x="248917" y="578755"/>
                      </a:cubicBezTo>
                      <a:cubicBezTo>
                        <a:pt x="217253" y="578755"/>
                        <a:pt x="188227" y="578755"/>
                        <a:pt x="159201" y="578755"/>
                      </a:cubicBezTo>
                      <a:close/>
                      <a:moveTo>
                        <a:pt x="278823" y="576996"/>
                      </a:moveTo>
                      <a:cubicBezTo>
                        <a:pt x="278823" y="606901"/>
                        <a:pt x="278823" y="632408"/>
                        <a:pt x="278823" y="664073"/>
                      </a:cubicBezTo>
                      <a:cubicBezTo>
                        <a:pt x="311366" y="664073"/>
                        <a:pt x="346549" y="664952"/>
                        <a:pt x="365020" y="664073"/>
                      </a:cubicBezTo>
                      <a:cubicBezTo>
                        <a:pt x="365020" y="632408"/>
                        <a:pt x="365020" y="606021"/>
                        <a:pt x="365020" y="576996"/>
                      </a:cubicBezTo>
                      <a:cubicBezTo>
                        <a:pt x="335114" y="576996"/>
                        <a:pt x="306968" y="576996"/>
                        <a:pt x="278823" y="576996"/>
                      </a:cubicBezTo>
                      <a:close/>
                      <a:moveTo>
                        <a:pt x="43979" y="576996"/>
                      </a:moveTo>
                      <a:cubicBezTo>
                        <a:pt x="43979" y="605142"/>
                        <a:pt x="43979" y="638565"/>
                        <a:pt x="43979" y="664952"/>
                      </a:cubicBezTo>
                      <a:cubicBezTo>
                        <a:pt x="81799" y="664952"/>
                        <a:pt x="105548" y="664073"/>
                        <a:pt x="131935" y="665832"/>
                      </a:cubicBezTo>
                      <a:cubicBezTo>
                        <a:pt x="131935" y="631529"/>
                        <a:pt x="132814" y="602503"/>
                        <a:pt x="132814" y="576996"/>
                      </a:cubicBezTo>
                      <a:cubicBezTo>
                        <a:pt x="102030" y="576996"/>
                        <a:pt x="73884" y="576996"/>
                        <a:pt x="43979" y="576996"/>
                      </a:cubicBezTo>
                      <a:close/>
                      <a:moveTo>
                        <a:pt x="160960" y="449459"/>
                      </a:moveTo>
                      <a:cubicBezTo>
                        <a:pt x="160960" y="481123"/>
                        <a:pt x="160960" y="509268"/>
                        <a:pt x="160960" y="539174"/>
                      </a:cubicBezTo>
                      <a:cubicBezTo>
                        <a:pt x="189986" y="539174"/>
                        <a:pt x="217253" y="539174"/>
                        <a:pt x="248917" y="539174"/>
                      </a:cubicBezTo>
                      <a:cubicBezTo>
                        <a:pt x="248917" y="506630"/>
                        <a:pt x="248917" y="477604"/>
                        <a:pt x="248917" y="449459"/>
                      </a:cubicBezTo>
                      <a:cubicBezTo>
                        <a:pt x="218132" y="449459"/>
                        <a:pt x="189107" y="449459"/>
                        <a:pt x="160960" y="449459"/>
                      </a:cubicBezTo>
                      <a:close/>
                      <a:moveTo>
                        <a:pt x="44858" y="449459"/>
                      </a:moveTo>
                      <a:cubicBezTo>
                        <a:pt x="44858" y="481123"/>
                        <a:pt x="44858" y="509268"/>
                        <a:pt x="44858" y="539174"/>
                      </a:cubicBezTo>
                      <a:cubicBezTo>
                        <a:pt x="75643" y="539174"/>
                        <a:pt x="102910" y="539174"/>
                        <a:pt x="131935" y="539174"/>
                      </a:cubicBezTo>
                      <a:cubicBezTo>
                        <a:pt x="131935" y="505751"/>
                        <a:pt x="131935" y="477604"/>
                        <a:pt x="131935" y="449459"/>
                      </a:cubicBezTo>
                      <a:cubicBezTo>
                        <a:pt x="100271" y="449459"/>
                        <a:pt x="72125" y="449459"/>
                        <a:pt x="44858" y="449459"/>
                      </a:cubicBezTo>
                      <a:close/>
                      <a:moveTo>
                        <a:pt x="278823" y="448579"/>
                      </a:moveTo>
                      <a:cubicBezTo>
                        <a:pt x="278823" y="479364"/>
                        <a:pt x="278823" y="508389"/>
                        <a:pt x="278823" y="538295"/>
                      </a:cubicBezTo>
                      <a:cubicBezTo>
                        <a:pt x="308727" y="538295"/>
                        <a:pt x="335994" y="538295"/>
                        <a:pt x="365020" y="538295"/>
                      </a:cubicBezTo>
                      <a:cubicBezTo>
                        <a:pt x="365020" y="507510"/>
                        <a:pt x="365020" y="478484"/>
                        <a:pt x="365020" y="448579"/>
                      </a:cubicBezTo>
                      <a:cubicBezTo>
                        <a:pt x="335994" y="448579"/>
                        <a:pt x="308727" y="448579"/>
                        <a:pt x="278823" y="448579"/>
                      </a:cubicBezTo>
                      <a:close/>
                      <a:moveTo>
                        <a:pt x="277943" y="318403"/>
                      </a:moveTo>
                      <a:cubicBezTo>
                        <a:pt x="277943" y="350067"/>
                        <a:pt x="277943" y="379094"/>
                        <a:pt x="277943" y="408999"/>
                      </a:cubicBezTo>
                      <a:cubicBezTo>
                        <a:pt x="309607" y="408999"/>
                        <a:pt x="337753" y="408999"/>
                        <a:pt x="366779" y="408999"/>
                      </a:cubicBezTo>
                      <a:cubicBezTo>
                        <a:pt x="366779" y="378214"/>
                        <a:pt x="366779" y="349187"/>
                        <a:pt x="366779" y="318403"/>
                      </a:cubicBezTo>
                      <a:cubicBezTo>
                        <a:pt x="336873" y="318403"/>
                        <a:pt x="307848" y="318403"/>
                        <a:pt x="277943" y="318403"/>
                      </a:cubicBezTo>
                      <a:close/>
                      <a:moveTo>
                        <a:pt x="159201" y="318403"/>
                      </a:moveTo>
                      <a:cubicBezTo>
                        <a:pt x="159201" y="349187"/>
                        <a:pt x="159201" y="378214"/>
                        <a:pt x="159201" y="407239"/>
                      </a:cubicBezTo>
                      <a:cubicBezTo>
                        <a:pt x="190866" y="407239"/>
                        <a:pt x="219892" y="407239"/>
                        <a:pt x="249797" y="407239"/>
                      </a:cubicBezTo>
                      <a:cubicBezTo>
                        <a:pt x="249797" y="376454"/>
                        <a:pt x="249797" y="349187"/>
                        <a:pt x="249797" y="318403"/>
                      </a:cubicBezTo>
                      <a:cubicBezTo>
                        <a:pt x="217253" y="318403"/>
                        <a:pt x="188227" y="318403"/>
                        <a:pt x="159201" y="318403"/>
                      </a:cubicBezTo>
                      <a:close/>
                      <a:moveTo>
                        <a:pt x="43979" y="318403"/>
                      </a:moveTo>
                      <a:cubicBezTo>
                        <a:pt x="43979" y="349187"/>
                        <a:pt x="43979" y="378214"/>
                        <a:pt x="43979" y="408119"/>
                      </a:cubicBezTo>
                      <a:cubicBezTo>
                        <a:pt x="74764" y="408119"/>
                        <a:pt x="102910" y="408119"/>
                        <a:pt x="131935" y="408119"/>
                      </a:cubicBezTo>
                      <a:cubicBezTo>
                        <a:pt x="131935" y="376454"/>
                        <a:pt x="131935" y="347429"/>
                        <a:pt x="131935" y="318403"/>
                      </a:cubicBezTo>
                      <a:cubicBezTo>
                        <a:pt x="100271" y="318403"/>
                        <a:pt x="72125" y="318403"/>
                        <a:pt x="43979" y="318403"/>
                      </a:cubicBezTo>
                      <a:close/>
                      <a:moveTo>
                        <a:pt x="43098" y="187348"/>
                      </a:moveTo>
                      <a:cubicBezTo>
                        <a:pt x="43098" y="219892"/>
                        <a:pt x="43098" y="249797"/>
                        <a:pt x="43098" y="279702"/>
                      </a:cubicBezTo>
                      <a:cubicBezTo>
                        <a:pt x="74764" y="279702"/>
                        <a:pt x="104668" y="279702"/>
                        <a:pt x="132814" y="279702"/>
                      </a:cubicBezTo>
                      <a:cubicBezTo>
                        <a:pt x="132814" y="247159"/>
                        <a:pt x="132814" y="218133"/>
                        <a:pt x="132814" y="187348"/>
                      </a:cubicBezTo>
                      <a:cubicBezTo>
                        <a:pt x="102030" y="187348"/>
                        <a:pt x="73884" y="187348"/>
                        <a:pt x="43098" y="187348"/>
                      </a:cubicBezTo>
                      <a:close/>
                      <a:moveTo>
                        <a:pt x="43979" y="60690"/>
                      </a:moveTo>
                      <a:cubicBezTo>
                        <a:pt x="43979" y="93234"/>
                        <a:pt x="43979" y="122259"/>
                        <a:pt x="43979" y="152166"/>
                      </a:cubicBezTo>
                      <a:cubicBezTo>
                        <a:pt x="75643" y="152166"/>
                        <a:pt x="103789" y="152166"/>
                        <a:pt x="133694" y="152166"/>
                      </a:cubicBezTo>
                      <a:cubicBezTo>
                        <a:pt x="133694" y="121380"/>
                        <a:pt x="133694" y="93234"/>
                        <a:pt x="133694" y="60690"/>
                      </a:cubicBezTo>
                      <a:cubicBezTo>
                        <a:pt x="101151" y="60690"/>
                        <a:pt x="72125" y="60690"/>
                        <a:pt x="43979" y="60690"/>
                      </a:cubicBezTo>
                      <a:close/>
                      <a:moveTo>
                        <a:pt x="0" y="0"/>
                      </a:moveTo>
                      <a:lnTo>
                        <a:pt x="155702" y="0"/>
                      </a:lnTo>
                      <a:lnTo>
                        <a:pt x="155702" y="281913"/>
                      </a:lnTo>
                      <a:lnTo>
                        <a:pt x="277943" y="281913"/>
                      </a:lnTo>
                      <a:lnTo>
                        <a:pt x="277943" y="282341"/>
                      </a:lnTo>
                      <a:cubicBezTo>
                        <a:pt x="307848" y="282341"/>
                        <a:pt x="334235" y="282341"/>
                        <a:pt x="366779" y="282341"/>
                      </a:cubicBezTo>
                      <a:lnTo>
                        <a:pt x="366779" y="281913"/>
                      </a:lnTo>
                      <a:lnTo>
                        <a:pt x="408118" y="281913"/>
                      </a:lnTo>
                      <a:lnTo>
                        <a:pt x="408118" y="1158732"/>
                      </a:lnTo>
                      <a:lnTo>
                        <a:pt x="0" y="115873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: Shape 22"/>
                <p:cNvSpPr/>
                <p:nvPr/>
              </p:nvSpPr>
              <p:spPr>
                <a:xfrm flipH="1">
                  <a:off x="4055658" y="3389508"/>
                  <a:ext cx="299970" cy="869936"/>
                </a:xfrm>
                <a:custGeom>
                  <a:avLst/>
                  <a:gdLst>
                    <a:gd name="connsiteX0" fmla="*/ 159201 w 408118"/>
                    <a:gd name="connsiteY0" fmla="*/ 578755 h 1158732"/>
                    <a:gd name="connsiteX1" fmla="*/ 159201 w 408118"/>
                    <a:gd name="connsiteY1" fmla="*/ 665832 h 1158732"/>
                    <a:gd name="connsiteX2" fmla="*/ 248917 w 408118"/>
                    <a:gd name="connsiteY2" fmla="*/ 665832 h 1158732"/>
                    <a:gd name="connsiteX3" fmla="*/ 248917 w 408118"/>
                    <a:gd name="connsiteY3" fmla="*/ 578755 h 1158732"/>
                    <a:gd name="connsiteX4" fmla="*/ 159201 w 408118"/>
                    <a:gd name="connsiteY4" fmla="*/ 578755 h 1158732"/>
                    <a:gd name="connsiteX5" fmla="*/ 278823 w 408118"/>
                    <a:gd name="connsiteY5" fmla="*/ 576996 h 1158732"/>
                    <a:gd name="connsiteX6" fmla="*/ 278823 w 408118"/>
                    <a:gd name="connsiteY6" fmla="*/ 664073 h 1158732"/>
                    <a:gd name="connsiteX7" fmla="*/ 365020 w 408118"/>
                    <a:gd name="connsiteY7" fmla="*/ 664073 h 1158732"/>
                    <a:gd name="connsiteX8" fmla="*/ 365020 w 408118"/>
                    <a:gd name="connsiteY8" fmla="*/ 576996 h 1158732"/>
                    <a:gd name="connsiteX9" fmla="*/ 278823 w 408118"/>
                    <a:gd name="connsiteY9" fmla="*/ 576996 h 1158732"/>
                    <a:gd name="connsiteX10" fmla="*/ 43979 w 408118"/>
                    <a:gd name="connsiteY10" fmla="*/ 576996 h 1158732"/>
                    <a:gd name="connsiteX11" fmla="*/ 43979 w 408118"/>
                    <a:gd name="connsiteY11" fmla="*/ 664952 h 1158732"/>
                    <a:gd name="connsiteX12" fmla="*/ 131935 w 408118"/>
                    <a:gd name="connsiteY12" fmla="*/ 665832 h 1158732"/>
                    <a:gd name="connsiteX13" fmla="*/ 132814 w 408118"/>
                    <a:gd name="connsiteY13" fmla="*/ 576996 h 1158732"/>
                    <a:gd name="connsiteX14" fmla="*/ 43979 w 408118"/>
                    <a:gd name="connsiteY14" fmla="*/ 576996 h 1158732"/>
                    <a:gd name="connsiteX15" fmla="*/ 160960 w 408118"/>
                    <a:gd name="connsiteY15" fmla="*/ 449459 h 1158732"/>
                    <a:gd name="connsiteX16" fmla="*/ 160960 w 408118"/>
                    <a:gd name="connsiteY16" fmla="*/ 539174 h 1158732"/>
                    <a:gd name="connsiteX17" fmla="*/ 248917 w 408118"/>
                    <a:gd name="connsiteY17" fmla="*/ 539174 h 1158732"/>
                    <a:gd name="connsiteX18" fmla="*/ 248917 w 408118"/>
                    <a:gd name="connsiteY18" fmla="*/ 449459 h 1158732"/>
                    <a:gd name="connsiteX19" fmla="*/ 160960 w 408118"/>
                    <a:gd name="connsiteY19" fmla="*/ 449459 h 1158732"/>
                    <a:gd name="connsiteX20" fmla="*/ 44858 w 408118"/>
                    <a:gd name="connsiteY20" fmla="*/ 449459 h 1158732"/>
                    <a:gd name="connsiteX21" fmla="*/ 44858 w 408118"/>
                    <a:gd name="connsiteY21" fmla="*/ 539174 h 1158732"/>
                    <a:gd name="connsiteX22" fmla="*/ 131935 w 408118"/>
                    <a:gd name="connsiteY22" fmla="*/ 539174 h 1158732"/>
                    <a:gd name="connsiteX23" fmla="*/ 131935 w 408118"/>
                    <a:gd name="connsiteY23" fmla="*/ 449459 h 1158732"/>
                    <a:gd name="connsiteX24" fmla="*/ 44858 w 408118"/>
                    <a:gd name="connsiteY24" fmla="*/ 449459 h 1158732"/>
                    <a:gd name="connsiteX25" fmla="*/ 278823 w 408118"/>
                    <a:gd name="connsiteY25" fmla="*/ 448579 h 1158732"/>
                    <a:gd name="connsiteX26" fmla="*/ 278823 w 408118"/>
                    <a:gd name="connsiteY26" fmla="*/ 538295 h 1158732"/>
                    <a:gd name="connsiteX27" fmla="*/ 365020 w 408118"/>
                    <a:gd name="connsiteY27" fmla="*/ 538295 h 1158732"/>
                    <a:gd name="connsiteX28" fmla="*/ 365020 w 408118"/>
                    <a:gd name="connsiteY28" fmla="*/ 448579 h 1158732"/>
                    <a:gd name="connsiteX29" fmla="*/ 278823 w 408118"/>
                    <a:gd name="connsiteY29" fmla="*/ 448579 h 1158732"/>
                    <a:gd name="connsiteX30" fmla="*/ 277943 w 408118"/>
                    <a:gd name="connsiteY30" fmla="*/ 318403 h 1158732"/>
                    <a:gd name="connsiteX31" fmla="*/ 277943 w 408118"/>
                    <a:gd name="connsiteY31" fmla="*/ 408999 h 1158732"/>
                    <a:gd name="connsiteX32" fmla="*/ 366779 w 408118"/>
                    <a:gd name="connsiteY32" fmla="*/ 408999 h 1158732"/>
                    <a:gd name="connsiteX33" fmla="*/ 366779 w 408118"/>
                    <a:gd name="connsiteY33" fmla="*/ 318403 h 1158732"/>
                    <a:gd name="connsiteX34" fmla="*/ 277943 w 408118"/>
                    <a:gd name="connsiteY34" fmla="*/ 318403 h 1158732"/>
                    <a:gd name="connsiteX35" fmla="*/ 159201 w 408118"/>
                    <a:gd name="connsiteY35" fmla="*/ 318403 h 1158732"/>
                    <a:gd name="connsiteX36" fmla="*/ 159201 w 408118"/>
                    <a:gd name="connsiteY36" fmla="*/ 407239 h 1158732"/>
                    <a:gd name="connsiteX37" fmla="*/ 249797 w 408118"/>
                    <a:gd name="connsiteY37" fmla="*/ 407239 h 1158732"/>
                    <a:gd name="connsiteX38" fmla="*/ 249797 w 408118"/>
                    <a:gd name="connsiteY38" fmla="*/ 318403 h 1158732"/>
                    <a:gd name="connsiteX39" fmla="*/ 159201 w 408118"/>
                    <a:gd name="connsiteY39" fmla="*/ 318403 h 1158732"/>
                    <a:gd name="connsiteX40" fmla="*/ 43979 w 408118"/>
                    <a:gd name="connsiteY40" fmla="*/ 318403 h 1158732"/>
                    <a:gd name="connsiteX41" fmla="*/ 43979 w 408118"/>
                    <a:gd name="connsiteY41" fmla="*/ 408119 h 1158732"/>
                    <a:gd name="connsiteX42" fmla="*/ 131935 w 408118"/>
                    <a:gd name="connsiteY42" fmla="*/ 408119 h 1158732"/>
                    <a:gd name="connsiteX43" fmla="*/ 131935 w 408118"/>
                    <a:gd name="connsiteY43" fmla="*/ 318403 h 1158732"/>
                    <a:gd name="connsiteX44" fmla="*/ 43979 w 408118"/>
                    <a:gd name="connsiteY44" fmla="*/ 318403 h 1158732"/>
                    <a:gd name="connsiteX45" fmla="*/ 43098 w 408118"/>
                    <a:gd name="connsiteY45" fmla="*/ 187348 h 1158732"/>
                    <a:gd name="connsiteX46" fmla="*/ 43098 w 408118"/>
                    <a:gd name="connsiteY46" fmla="*/ 279702 h 1158732"/>
                    <a:gd name="connsiteX47" fmla="*/ 132814 w 408118"/>
                    <a:gd name="connsiteY47" fmla="*/ 279702 h 1158732"/>
                    <a:gd name="connsiteX48" fmla="*/ 132814 w 408118"/>
                    <a:gd name="connsiteY48" fmla="*/ 187348 h 1158732"/>
                    <a:gd name="connsiteX49" fmla="*/ 43098 w 408118"/>
                    <a:gd name="connsiteY49" fmla="*/ 187348 h 1158732"/>
                    <a:gd name="connsiteX50" fmla="*/ 43979 w 408118"/>
                    <a:gd name="connsiteY50" fmla="*/ 60690 h 1158732"/>
                    <a:gd name="connsiteX51" fmla="*/ 43979 w 408118"/>
                    <a:gd name="connsiteY51" fmla="*/ 152166 h 1158732"/>
                    <a:gd name="connsiteX52" fmla="*/ 133694 w 408118"/>
                    <a:gd name="connsiteY52" fmla="*/ 152166 h 1158732"/>
                    <a:gd name="connsiteX53" fmla="*/ 133694 w 408118"/>
                    <a:gd name="connsiteY53" fmla="*/ 60690 h 1158732"/>
                    <a:gd name="connsiteX54" fmla="*/ 43979 w 408118"/>
                    <a:gd name="connsiteY54" fmla="*/ 60690 h 1158732"/>
                    <a:gd name="connsiteX55" fmla="*/ 0 w 408118"/>
                    <a:gd name="connsiteY55" fmla="*/ 0 h 1158732"/>
                    <a:gd name="connsiteX56" fmla="*/ 155702 w 408118"/>
                    <a:gd name="connsiteY56" fmla="*/ 0 h 1158732"/>
                    <a:gd name="connsiteX57" fmla="*/ 155702 w 408118"/>
                    <a:gd name="connsiteY57" fmla="*/ 281913 h 1158732"/>
                    <a:gd name="connsiteX58" fmla="*/ 277943 w 408118"/>
                    <a:gd name="connsiteY58" fmla="*/ 281913 h 1158732"/>
                    <a:gd name="connsiteX59" fmla="*/ 277943 w 408118"/>
                    <a:gd name="connsiteY59" fmla="*/ 282341 h 1158732"/>
                    <a:gd name="connsiteX60" fmla="*/ 366779 w 408118"/>
                    <a:gd name="connsiteY60" fmla="*/ 282341 h 1158732"/>
                    <a:gd name="connsiteX61" fmla="*/ 366779 w 408118"/>
                    <a:gd name="connsiteY61" fmla="*/ 281913 h 1158732"/>
                    <a:gd name="connsiteX62" fmla="*/ 408118 w 408118"/>
                    <a:gd name="connsiteY62" fmla="*/ 281913 h 1158732"/>
                    <a:gd name="connsiteX63" fmla="*/ 408118 w 408118"/>
                    <a:gd name="connsiteY63" fmla="*/ 1158732 h 1158732"/>
                    <a:gd name="connsiteX64" fmla="*/ 0 w 408118"/>
                    <a:gd name="connsiteY64" fmla="*/ 1158732 h 1158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08118" h="1158732">
                      <a:moveTo>
                        <a:pt x="159201" y="578755"/>
                      </a:moveTo>
                      <a:cubicBezTo>
                        <a:pt x="159201" y="608660"/>
                        <a:pt x="159201" y="638565"/>
                        <a:pt x="159201" y="665832"/>
                      </a:cubicBezTo>
                      <a:cubicBezTo>
                        <a:pt x="189986" y="668470"/>
                        <a:pt x="222530" y="665832"/>
                        <a:pt x="248917" y="665832"/>
                      </a:cubicBezTo>
                      <a:cubicBezTo>
                        <a:pt x="248917" y="634168"/>
                        <a:pt x="248917" y="608660"/>
                        <a:pt x="248917" y="578755"/>
                      </a:cubicBezTo>
                      <a:cubicBezTo>
                        <a:pt x="217253" y="578755"/>
                        <a:pt x="188227" y="578755"/>
                        <a:pt x="159201" y="578755"/>
                      </a:cubicBezTo>
                      <a:close/>
                      <a:moveTo>
                        <a:pt x="278823" y="576996"/>
                      </a:moveTo>
                      <a:cubicBezTo>
                        <a:pt x="278823" y="606901"/>
                        <a:pt x="278823" y="632408"/>
                        <a:pt x="278823" y="664073"/>
                      </a:cubicBezTo>
                      <a:cubicBezTo>
                        <a:pt x="311366" y="664073"/>
                        <a:pt x="346549" y="664952"/>
                        <a:pt x="365020" y="664073"/>
                      </a:cubicBezTo>
                      <a:cubicBezTo>
                        <a:pt x="365020" y="632408"/>
                        <a:pt x="365020" y="606021"/>
                        <a:pt x="365020" y="576996"/>
                      </a:cubicBezTo>
                      <a:cubicBezTo>
                        <a:pt x="335114" y="576996"/>
                        <a:pt x="306968" y="576996"/>
                        <a:pt x="278823" y="576996"/>
                      </a:cubicBezTo>
                      <a:close/>
                      <a:moveTo>
                        <a:pt x="43979" y="576996"/>
                      </a:moveTo>
                      <a:cubicBezTo>
                        <a:pt x="43979" y="605142"/>
                        <a:pt x="43979" y="638565"/>
                        <a:pt x="43979" y="664952"/>
                      </a:cubicBezTo>
                      <a:cubicBezTo>
                        <a:pt x="81799" y="664952"/>
                        <a:pt x="105548" y="664073"/>
                        <a:pt x="131935" y="665832"/>
                      </a:cubicBezTo>
                      <a:cubicBezTo>
                        <a:pt x="131935" y="631529"/>
                        <a:pt x="132814" y="602503"/>
                        <a:pt x="132814" y="576996"/>
                      </a:cubicBezTo>
                      <a:cubicBezTo>
                        <a:pt x="102030" y="576996"/>
                        <a:pt x="73884" y="576996"/>
                        <a:pt x="43979" y="576996"/>
                      </a:cubicBezTo>
                      <a:close/>
                      <a:moveTo>
                        <a:pt x="160960" y="449459"/>
                      </a:moveTo>
                      <a:cubicBezTo>
                        <a:pt x="160960" y="481123"/>
                        <a:pt x="160960" y="509268"/>
                        <a:pt x="160960" y="539174"/>
                      </a:cubicBezTo>
                      <a:cubicBezTo>
                        <a:pt x="189986" y="539174"/>
                        <a:pt x="217253" y="539174"/>
                        <a:pt x="248917" y="539174"/>
                      </a:cubicBezTo>
                      <a:cubicBezTo>
                        <a:pt x="248917" y="506630"/>
                        <a:pt x="248917" y="477604"/>
                        <a:pt x="248917" y="449459"/>
                      </a:cubicBezTo>
                      <a:cubicBezTo>
                        <a:pt x="218132" y="449459"/>
                        <a:pt x="189107" y="449459"/>
                        <a:pt x="160960" y="449459"/>
                      </a:cubicBezTo>
                      <a:close/>
                      <a:moveTo>
                        <a:pt x="44858" y="449459"/>
                      </a:moveTo>
                      <a:cubicBezTo>
                        <a:pt x="44858" y="481123"/>
                        <a:pt x="44858" y="509268"/>
                        <a:pt x="44858" y="539174"/>
                      </a:cubicBezTo>
                      <a:cubicBezTo>
                        <a:pt x="75643" y="539174"/>
                        <a:pt x="102910" y="539174"/>
                        <a:pt x="131935" y="539174"/>
                      </a:cubicBezTo>
                      <a:cubicBezTo>
                        <a:pt x="131935" y="505751"/>
                        <a:pt x="131935" y="477604"/>
                        <a:pt x="131935" y="449459"/>
                      </a:cubicBezTo>
                      <a:cubicBezTo>
                        <a:pt x="100271" y="449459"/>
                        <a:pt x="72125" y="449459"/>
                        <a:pt x="44858" y="449459"/>
                      </a:cubicBezTo>
                      <a:close/>
                      <a:moveTo>
                        <a:pt x="278823" y="448579"/>
                      </a:moveTo>
                      <a:cubicBezTo>
                        <a:pt x="278823" y="479364"/>
                        <a:pt x="278823" y="508389"/>
                        <a:pt x="278823" y="538295"/>
                      </a:cubicBezTo>
                      <a:cubicBezTo>
                        <a:pt x="308727" y="538295"/>
                        <a:pt x="335994" y="538295"/>
                        <a:pt x="365020" y="538295"/>
                      </a:cubicBezTo>
                      <a:cubicBezTo>
                        <a:pt x="365020" y="507510"/>
                        <a:pt x="365020" y="478484"/>
                        <a:pt x="365020" y="448579"/>
                      </a:cubicBezTo>
                      <a:cubicBezTo>
                        <a:pt x="335994" y="448579"/>
                        <a:pt x="308727" y="448579"/>
                        <a:pt x="278823" y="448579"/>
                      </a:cubicBezTo>
                      <a:close/>
                      <a:moveTo>
                        <a:pt x="277943" y="318403"/>
                      </a:moveTo>
                      <a:cubicBezTo>
                        <a:pt x="277943" y="350067"/>
                        <a:pt x="277943" y="379094"/>
                        <a:pt x="277943" y="408999"/>
                      </a:cubicBezTo>
                      <a:cubicBezTo>
                        <a:pt x="309607" y="408999"/>
                        <a:pt x="337753" y="408999"/>
                        <a:pt x="366779" y="408999"/>
                      </a:cubicBezTo>
                      <a:cubicBezTo>
                        <a:pt x="366779" y="378214"/>
                        <a:pt x="366779" y="349187"/>
                        <a:pt x="366779" y="318403"/>
                      </a:cubicBezTo>
                      <a:cubicBezTo>
                        <a:pt x="336873" y="318403"/>
                        <a:pt x="307848" y="318403"/>
                        <a:pt x="277943" y="318403"/>
                      </a:cubicBezTo>
                      <a:close/>
                      <a:moveTo>
                        <a:pt x="159201" y="318403"/>
                      </a:moveTo>
                      <a:cubicBezTo>
                        <a:pt x="159201" y="349187"/>
                        <a:pt x="159201" y="378214"/>
                        <a:pt x="159201" y="407239"/>
                      </a:cubicBezTo>
                      <a:cubicBezTo>
                        <a:pt x="190866" y="407239"/>
                        <a:pt x="219892" y="407239"/>
                        <a:pt x="249797" y="407239"/>
                      </a:cubicBezTo>
                      <a:cubicBezTo>
                        <a:pt x="249797" y="376454"/>
                        <a:pt x="249797" y="349187"/>
                        <a:pt x="249797" y="318403"/>
                      </a:cubicBezTo>
                      <a:cubicBezTo>
                        <a:pt x="217253" y="318403"/>
                        <a:pt x="188227" y="318403"/>
                        <a:pt x="159201" y="318403"/>
                      </a:cubicBezTo>
                      <a:close/>
                      <a:moveTo>
                        <a:pt x="43979" y="318403"/>
                      </a:moveTo>
                      <a:cubicBezTo>
                        <a:pt x="43979" y="349187"/>
                        <a:pt x="43979" y="378214"/>
                        <a:pt x="43979" y="408119"/>
                      </a:cubicBezTo>
                      <a:cubicBezTo>
                        <a:pt x="74764" y="408119"/>
                        <a:pt x="102910" y="408119"/>
                        <a:pt x="131935" y="408119"/>
                      </a:cubicBezTo>
                      <a:cubicBezTo>
                        <a:pt x="131935" y="376454"/>
                        <a:pt x="131935" y="347429"/>
                        <a:pt x="131935" y="318403"/>
                      </a:cubicBezTo>
                      <a:cubicBezTo>
                        <a:pt x="100271" y="318403"/>
                        <a:pt x="72125" y="318403"/>
                        <a:pt x="43979" y="318403"/>
                      </a:cubicBezTo>
                      <a:close/>
                      <a:moveTo>
                        <a:pt x="43098" y="187348"/>
                      </a:moveTo>
                      <a:cubicBezTo>
                        <a:pt x="43098" y="219892"/>
                        <a:pt x="43098" y="249797"/>
                        <a:pt x="43098" y="279702"/>
                      </a:cubicBezTo>
                      <a:cubicBezTo>
                        <a:pt x="74764" y="279702"/>
                        <a:pt x="104668" y="279702"/>
                        <a:pt x="132814" y="279702"/>
                      </a:cubicBezTo>
                      <a:cubicBezTo>
                        <a:pt x="132814" y="247159"/>
                        <a:pt x="132814" y="218133"/>
                        <a:pt x="132814" y="187348"/>
                      </a:cubicBezTo>
                      <a:cubicBezTo>
                        <a:pt x="102030" y="187348"/>
                        <a:pt x="73884" y="187348"/>
                        <a:pt x="43098" y="187348"/>
                      </a:cubicBezTo>
                      <a:close/>
                      <a:moveTo>
                        <a:pt x="43979" y="60690"/>
                      </a:moveTo>
                      <a:cubicBezTo>
                        <a:pt x="43979" y="93234"/>
                        <a:pt x="43979" y="122259"/>
                        <a:pt x="43979" y="152166"/>
                      </a:cubicBezTo>
                      <a:cubicBezTo>
                        <a:pt x="75643" y="152166"/>
                        <a:pt x="103789" y="152166"/>
                        <a:pt x="133694" y="152166"/>
                      </a:cubicBezTo>
                      <a:cubicBezTo>
                        <a:pt x="133694" y="121380"/>
                        <a:pt x="133694" y="93234"/>
                        <a:pt x="133694" y="60690"/>
                      </a:cubicBezTo>
                      <a:cubicBezTo>
                        <a:pt x="101151" y="60690"/>
                        <a:pt x="72125" y="60690"/>
                        <a:pt x="43979" y="60690"/>
                      </a:cubicBezTo>
                      <a:close/>
                      <a:moveTo>
                        <a:pt x="0" y="0"/>
                      </a:moveTo>
                      <a:lnTo>
                        <a:pt x="155702" y="0"/>
                      </a:lnTo>
                      <a:lnTo>
                        <a:pt x="155702" y="281913"/>
                      </a:lnTo>
                      <a:lnTo>
                        <a:pt x="277943" y="281913"/>
                      </a:lnTo>
                      <a:lnTo>
                        <a:pt x="277943" y="282341"/>
                      </a:lnTo>
                      <a:cubicBezTo>
                        <a:pt x="307848" y="282341"/>
                        <a:pt x="334235" y="282341"/>
                        <a:pt x="366779" y="282341"/>
                      </a:cubicBezTo>
                      <a:lnTo>
                        <a:pt x="366779" y="281913"/>
                      </a:lnTo>
                      <a:lnTo>
                        <a:pt x="408118" y="281913"/>
                      </a:lnTo>
                      <a:lnTo>
                        <a:pt x="408118" y="1158732"/>
                      </a:lnTo>
                      <a:lnTo>
                        <a:pt x="0" y="115873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6" name="Freeform: Shape 5"/>
            <p:cNvSpPr/>
            <p:nvPr/>
          </p:nvSpPr>
          <p:spPr>
            <a:xfrm>
              <a:off x="3765130" y="3802333"/>
              <a:ext cx="4690951" cy="464687"/>
            </a:xfrm>
            <a:custGeom>
              <a:avLst/>
              <a:gdLst>
                <a:gd name="connsiteX0" fmla="*/ 0 w 4466492"/>
                <a:gd name="connsiteY0" fmla="*/ 211016 h 211016"/>
                <a:gd name="connsiteX1" fmla="*/ 2321169 w 4466492"/>
                <a:gd name="connsiteY1" fmla="*/ 0 h 211016"/>
                <a:gd name="connsiteX2" fmla="*/ 4466492 w 4466492"/>
                <a:gd name="connsiteY2" fmla="*/ 0 h 211016"/>
                <a:gd name="connsiteX3" fmla="*/ 2057400 w 4466492"/>
                <a:gd name="connsiteY3" fmla="*/ 123093 h 211016"/>
                <a:gd name="connsiteX4" fmla="*/ 0 w 4466492"/>
                <a:gd name="connsiteY4" fmla="*/ 211016 h 211016"/>
                <a:gd name="connsiteX0-1" fmla="*/ 0 w 4466492"/>
                <a:gd name="connsiteY0-2" fmla="*/ 361271 h 361271"/>
                <a:gd name="connsiteX1-3" fmla="*/ 2321169 w 4466492"/>
                <a:gd name="connsiteY1-4" fmla="*/ 150255 h 361271"/>
                <a:gd name="connsiteX2-5" fmla="*/ 4466492 w 4466492"/>
                <a:gd name="connsiteY2-6" fmla="*/ 150255 h 361271"/>
                <a:gd name="connsiteX3-7" fmla="*/ 2057400 w 4466492"/>
                <a:gd name="connsiteY3-8" fmla="*/ 273348 h 361271"/>
                <a:gd name="connsiteX4-9" fmla="*/ 0 w 4466492"/>
                <a:gd name="connsiteY4-10" fmla="*/ 361271 h 361271"/>
                <a:gd name="connsiteX0-11" fmla="*/ 0 w 4466492"/>
                <a:gd name="connsiteY0-12" fmla="*/ 361271 h 439870"/>
                <a:gd name="connsiteX1-13" fmla="*/ 2321169 w 4466492"/>
                <a:gd name="connsiteY1-14" fmla="*/ 150255 h 439870"/>
                <a:gd name="connsiteX2-15" fmla="*/ 4466492 w 4466492"/>
                <a:gd name="connsiteY2-16" fmla="*/ 150255 h 439870"/>
                <a:gd name="connsiteX3-17" fmla="*/ 2057400 w 4466492"/>
                <a:gd name="connsiteY3-18" fmla="*/ 273348 h 439870"/>
                <a:gd name="connsiteX4-19" fmla="*/ 0 w 4466492"/>
                <a:gd name="connsiteY4-20" fmla="*/ 361271 h 439870"/>
                <a:gd name="connsiteX0-21" fmla="*/ 0 w 4466492"/>
                <a:gd name="connsiteY0-22" fmla="*/ 211016 h 289615"/>
                <a:gd name="connsiteX1-23" fmla="*/ 4466492 w 4466492"/>
                <a:gd name="connsiteY1-24" fmla="*/ 0 h 289615"/>
                <a:gd name="connsiteX2-25" fmla="*/ 2057400 w 4466492"/>
                <a:gd name="connsiteY2-26" fmla="*/ 123093 h 289615"/>
                <a:gd name="connsiteX3-27" fmla="*/ 0 w 4466492"/>
                <a:gd name="connsiteY3-28" fmla="*/ 211016 h 289615"/>
                <a:gd name="connsiteX0-29" fmla="*/ 0 w 4466492"/>
                <a:gd name="connsiteY0-30" fmla="*/ 384499 h 463098"/>
                <a:gd name="connsiteX1-31" fmla="*/ 4466492 w 4466492"/>
                <a:gd name="connsiteY1-32" fmla="*/ 173483 h 463098"/>
                <a:gd name="connsiteX2-33" fmla="*/ 2057400 w 4466492"/>
                <a:gd name="connsiteY2-34" fmla="*/ 296576 h 463098"/>
                <a:gd name="connsiteX3-35" fmla="*/ 0 w 4466492"/>
                <a:gd name="connsiteY3-36" fmla="*/ 384499 h 463098"/>
                <a:gd name="connsiteX0-37" fmla="*/ 0 w 4466492"/>
                <a:gd name="connsiteY0-38" fmla="*/ 432630 h 511229"/>
                <a:gd name="connsiteX1-39" fmla="*/ 4466492 w 4466492"/>
                <a:gd name="connsiteY1-40" fmla="*/ 221614 h 511229"/>
                <a:gd name="connsiteX2-41" fmla="*/ 2057400 w 4466492"/>
                <a:gd name="connsiteY2-42" fmla="*/ 344707 h 511229"/>
                <a:gd name="connsiteX3-43" fmla="*/ 0 w 4466492"/>
                <a:gd name="connsiteY3-44" fmla="*/ 432630 h 511229"/>
                <a:gd name="connsiteX0-45" fmla="*/ 0 w 4466492"/>
                <a:gd name="connsiteY0-46" fmla="*/ 342947 h 421546"/>
                <a:gd name="connsiteX1-47" fmla="*/ 4466492 w 4466492"/>
                <a:gd name="connsiteY1-48" fmla="*/ 131931 h 421546"/>
                <a:gd name="connsiteX2-49" fmla="*/ 2057400 w 4466492"/>
                <a:gd name="connsiteY2-50" fmla="*/ 255024 h 421546"/>
                <a:gd name="connsiteX3-51" fmla="*/ 0 w 4466492"/>
                <a:gd name="connsiteY3-52" fmla="*/ 342947 h 421546"/>
                <a:gd name="connsiteX0-53" fmla="*/ 0 w 4466492"/>
                <a:gd name="connsiteY0-54" fmla="*/ 313032 h 391631"/>
                <a:gd name="connsiteX1-55" fmla="*/ 4466492 w 4466492"/>
                <a:gd name="connsiteY1-56" fmla="*/ 102016 h 391631"/>
                <a:gd name="connsiteX2-57" fmla="*/ 2057400 w 4466492"/>
                <a:gd name="connsiteY2-58" fmla="*/ 225109 h 391631"/>
                <a:gd name="connsiteX3-59" fmla="*/ 0 w 4466492"/>
                <a:gd name="connsiteY3-60" fmla="*/ 313032 h 391631"/>
                <a:gd name="connsiteX0-61" fmla="*/ 0 w 4466492"/>
                <a:gd name="connsiteY0-62" fmla="*/ 327389 h 405988"/>
                <a:gd name="connsiteX1-63" fmla="*/ 4466492 w 4466492"/>
                <a:gd name="connsiteY1-64" fmla="*/ 116373 h 405988"/>
                <a:gd name="connsiteX2-65" fmla="*/ 2057400 w 4466492"/>
                <a:gd name="connsiteY2-66" fmla="*/ 239466 h 405988"/>
                <a:gd name="connsiteX3-67" fmla="*/ 0 w 4466492"/>
                <a:gd name="connsiteY3-68" fmla="*/ 327389 h 405988"/>
                <a:gd name="connsiteX0-69" fmla="*/ 0 w 4466492"/>
                <a:gd name="connsiteY0-70" fmla="*/ 371163 h 449762"/>
                <a:gd name="connsiteX1-71" fmla="*/ 4466492 w 4466492"/>
                <a:gd name="connsiteY1-72" fmla="*/ 160147 h 449762"/>
                <a:gd name="connsiteX2-73" fmla="*/ 2057400 w 4466492"/>
                <a:gd name="connsiteY2-74" fmla="*/ 283240 h 449762"/>
                <a:gd name="connsiteX3-75" fmla="*/ 0 w 4466492"/>
                <a:gd name="connsiteY3-76" fmla="*/ 371163 h 449762"/>
                <a:gd name="connsiteX0-77" fmla="*/ 0 w 4466492"/>
                <a:gd name="connsiteY0-78" fmla="*/ 359671 h 438270"/>
                <a:gd name="connsiteX1-79" fmla="*/ 4466492 w 4466492"/>
                <a:gd name="connsiteY1-80" fmla="*/ 148655 h 438270"/>
                <a:gd name="connsiteX2-81" fmla="*/ 2057400 w 4466492"/>
                <a:gd name="connsiteY2-82" fmla="*/ 271748 h 438270"/>
                <a:gd name="connsiteX3-83" fmla="*/ 0 w 4466492"/>
                <a:gd name="connsiteY3-84" fmla="*/ 359671 h 438270"/>
                <a:gd name="connsiteX0-85" fmla="*/ 0 w 4466492"/>
                <a:gd name="connsiteY0-86" fmla="*/ 364024 h 442623"/>
                <a:gd name="connsiteX1-87" fmla="*/ 4466492 w 4466492"/>
                <a:gd name="connsiteY1-88" fmla="*/ 153008 h 442623"/>
                <a:gd name="connsiteX2-89" fmla="*/ 2057400 w 4466492"/>
                <a:gd name="connsiteY2-90" fmla="*/ 276101 h 442623"/>
                <a:gd name="connsiteX3-91" fmla="*/ 0 w 4466492"/>
                <a:gd name="connsiteY3-92" fmla="*/ 364024 h 442623"/>
                <a:gd name="connsiteX0-93" fmla="*/ 0 w 4466492"/>
                <a:gd name="connsiteY0-94" fmla="*/ 372025 h 450624"/>
                <a:gd name="connsiteX1-95" fmla="*/ 4466492 w 4466492"/>
                <a:gd name="connsiteY1-96" fmla="*/ 161009 h 450624"/>
                <a:gd name="connsiteX2-97" fmla="*/ 2057400 w 4466492"/>
                <a:gd name="connsiteY2-98" fmla="*/ 284102 h 450624"/>
                <a:gd name="connsiteX3-99" fmla="*/ 0 w 4466492"/>
                <a:gd name="connsiteY3-100" fmla="*/ 372025 h 450624"/>
                <a:gd name="connsiteX0-101" fmla="*/ 0 w 4466492"/>
                <a:gd name="connsiteY0-102" fmla="*/ 378529 h 457128"/>
                <a:gd name="connsiteX1-103" fmla="*/ 4466492 w 4466492"/>
                <a:gd name="connsiteY1-104" fmla="*/ 167513 h 457128"/>
                <a:gd name="connsiteX2-105" fmla="*/ 2057400 w 4466492"/>
                <a:gd name="connsiteY2-106" fmla="*/ 290606 h 457128"/>
                <a:gd name="connsiteX3-107" fmla="*/ 0 w 4466492"/>
                <a:gd name="connsiteY3-108" fmla="*/ 378529 h 457128"/>
                <a:gd name="connsiteX0-109" fmla="*/ 0 w 4466492"/>
                <a:gd name="connsiteY0-110" fmla="*/ 378529 h 458597"/>
                <a:gd name="connsiteX1-111" fmla="*/ 4466492 w 4466492"/>
                <a:gd name="connsiteY1-112" fmla="*/ 167513 h 458597"/>
                <a:gd name="connsiteX2-113" fmla="*/ 2057400 w 4466492"/>
                <a:gd name="connsiteY2-114" fmla="*/ 290606 h 458597"/>
                <a:gd name="connsiteX3-115" fmla="*/ 0 w 4466492"/>
                <a:gd name="connsiteY3-116" fmla="*/ 378529 h 458597"/>
                <a:gd name="connsiteX0-117" fmla="*/ 0 w 4466492"/>
                <a:gd name="connsiteY0-118" fmla="*/ 378529 h 378529"/>
                <a:gd name="connsiteX1-119" fmla="*/ 4466492 w 4466492"/>
                <a:gd name="connsiteY1-120" fmla="*/ 167513 h 378529"/>
                <a:gd name="connsiteX2-121" fmla="*/ 0 w 4466492"/>
                <a:gd name="connsiteY2-122" fmla="*/ 378529 h 378529"/>
                <a:gd name="connsiteX0-123" fmla="*/ 0 w 4466492"/>
                <a:gd name="connsiteY0-124" fmla="*/ 378529 h 497014"/>
                <a:gd name="connsiteX1-125" fmla="*/ 4466492 w 4466492"/>
                <a:gd name="connsiteY1-126" fmla="*/ 167513 h 497014"/>
                <a:gd name="connsiteX2-127" fmla="*/ 0 w 4466492"/>
                <a:gd name="connsiteY2-128" fmla="*/ 378529 h 497014"/>
                <a:gd name="connsiteX0-129" fmla="*/ 0 w 4466492"/>
                <a:gd name="connsiteY0-130" fmla="*/ 378529 h 392160"/>
                <a:gd name="connsiteX1-131" fmla="*/ 4466492 w 4466492"/>
                <a:gd name="connsiteY1-132" fmla="*/ 167513 h 392160"/>
                <a:gd name="connsiteX2-133" fmla="*/ 0 w 4466492"/>
                <a:gd name="connsiteY2-134" fmla="*/ 378529 h 392160"/>
                <a:gd name="connsiteX0-135" fmla="*/ 0 w 4466492"/>
                <a:gd name="connsiteY0-136" fmla="*/ 378529 h 378529"/>
                <a:gd name="connsiteX1-137" fmla="*/ 4466492 w 4466492"/>
                <a:gd name="connsiteY1-138" fmla="*/ 167513 h 378529"/>
                <a:gd name="connsiteX2-139" fmla="*/ 0 w 4466492"/>
                <a:gd name="connsiteY2-140" fmla="*/ 378529 h 378529"/>
                <a:gd name="connsiteX0-141" fmla="*/ 0 w 4466492"/>
                <a:gd name="connsiteY0-142" fmla="*/ 378529 h 446473"/>
                <a:gd name="connsiteX1-143" fmla="*/ 4466492 w 4466492"/>
                <a:gd name="connsiteY1-144" fmla="*/ 167513 h 446473"/>
                <a:gd name="connsiteX2-145" fmla="*/ 0 w 4466492"/>
                <a:gd name="connsiteY2-146" fmla="*/ 378529 h 446473"/>
                <a:gd name="connsiteX0-147" fmla="*/ 0 w 4466492"/>
                <a:gd name="connsiteY0-148" fmla="*/ 378529 h 449292"/>
                <a:gd name="connsiteX1-149" fmla="*/ 4466492 w 4466492"/>
                <a:gd name="connsiteY1-150" fmla="*/ 167513 h 449292"/>
                <a:gd name="connsiteX2-151" fmla="*/ 0 w 4466492"/>
                <a:gd name="connsiteY2-152" fmla="*/ 378529 h 449292"/>
                <a:gd name="connsiteX0-153" fmla="*/ 0 w 4466492"/>
                <a:gd name="connsiteY0-154" fmla="*/ 378529 h 448819"/>
                <a:gd name="connsiteX1-155" fmla="*/ 4466492 w 4466492"/>
                <a:gd name="connsiteY1-156" fmla="*/ 167513 h 448819"/>
                <a:gd name="connsiteX2-157" fmla="*/ 0 w 4466492"/>
                <a:gd name="connsiteY2-158" fmla="*/ 378529 h 448819"/>
                <a:gd name="connsiteX0-159" fmla="*/ 0 w 4466492"/>
                <a:gd name="connsiteY0-160" fmla="*/ 378529 h 448819"/>
                <a:gd name="connsiteX1-161" fmla="*/ 4466492 w 4466492"/>
                <a:gd name="connsiteY1-162" fmla="*/ 167513 h 448819"/>
                <a:gd name="connsiteX2-163" fmla="*/ 0 w 4466492"/>
                <a:gd name="connsiteY2-164" fmla="*/ 378529 h 448819"/>
                <a:gd name="connsiteX0-165" fmla="*/ 0 w 4466492"/>
                <a:gd name="connsiteY0-166" fmla="*/ 378529 h 448819"/>
                <a:gd name="connsiteX1-167" fmla="*/ 4466492 w 4466492"/>
                <a:gd name="connsiteY1-168" fmla="*/ 167513 h 448819"/>
                <a:gd name="connsiteX2-169" fmla="*/ 0 w 4466492"/>
                <a:gd name="connsiteY2-170" fmla="*/ 378529 h 448819"/>
                <a:gd name="connsiteX0-171" fmla="*/ 0 w 4466492"/>
                <a:gd name="connsiteY0-172" fmla="*/ 378529 h 452165"/>
                <a:gd name="connsiteX1-173" fmla="*/ 4466492 w 4466492"/>
                <a:gd name="connsiteY1-174" fmla="*/ 167513 h 452165"/>
                <a:gd name="connsiteX2-175" fmla="*/ 0 w 4466492"/>
                <a:gd name="connsiteY2-176" fmla="*/ 378529 h 452165"/>
                <a:gd name="connsiteX0-177" fmla="*/ 0 w 4466492"/>
                <a:gd name="connsiteY0-178" fmla="*/ 378529 h 450722"/>
                <a:gd name="connsiteX1-179" fmla="*/ 4466492 w 4466492"/>
                <a:gd name="connsiteY1-180" fmla="*/ 167513 h 450722"/>
                <a:gd name="connsiteX2-181" fmla="*/ 0 w 4466492"/>
                <a:gd name="connsiteY2-182" fmla="*/ 378529 h 450722"/>
                <a:gd name="connsiteX0-183" fmla="*/ 0 w 4466492"/>
                <a:gd name="connsiteY0-184" fmla="*/ 372609 h 444802"/>
                <a:gd name="connsiteX1-185" fmla="*/ 4466492 w 4466492"/>
                <a:gd name="connsiteY1-186" fmla="*/ 161593 h 444802"/>
                <a:gd name="connsiteX2-187" fmla="*/ 0 w 4466492"/>
                <a:gd name="connsiteY2-188" fmla="*/ 372609 h 444802"/>
                <a:gd name="connsiteX0-189" fmla="*/ 0 w 4466492"/>
                <a:gd name="connsiteY0-190" fmla="*/ 372609 h 444802"/>
                <a:gd name="connsiteX1-191" fmla="*/ 4466492 w 4466492"/>
                <a:gd name="connsiteY1-192" fmla="*/ 161593 h 444802"/>
                <a:gd name="connsiteX2-193" fmla="*/ 0 w 4466492"/>
                <a:gd name="connsiteY2-194" fmla="*/ 372609 h 444802"/>
                <a:gd name="connsiteX0-195" fmla="*/ 0 w 4466492"/>
                <a:gd name="connsiteY0-196" fmla="*/ 372609 h 445281"/>
                <a:gd name="connsiteX1-197" fmla="*/ 4466492 w 4466492"/>
                <a:gd name="connsiteY1-198" fmla="*/ 161593 h 445281"/>
                <a:gd name="connsiteX2-199" fmla="*/ 0 w 4466492"/>
                <a:gd name="connsiteY2-200" fmla="*/ 372609 h 445281"/>
                <a:gd name="connsiteX0-201" fmla="*/ 0 w 4466492"/>
                <a:gd name="connsiteY0-202" fmla="*/ 372609 h 442453"/>
                <a:gd name="connsiteX1-203" fmla="*/ 4466492 w 4466492"/>
                <a:gd name="connsiteY1-204" fmla="*/ 161593 h 442453"/>
                <a:gd name="connsiteX2-205" fmla="*/ 0 w 4466492"/>
                <a:gd name="connsiteY2-206" fmla="*/ 372609 h 4424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4466492" h="442453">
                  <a:moveTo>
                    <a:pt x="0" y="372609"/>
                  </a:moveTo>
                  <a:cubicBezTo>
                    <a:pt x="2062834" y="-612130"/>
                    <a:pt x="1959808" y="732516"/>
                    <a:pt x="4466492" y="161593"/>
                  </a:cubicBezTo>
                  <a:cubicBezTo>
                    <a:pt x="2190074" y="992819"/>
                    <a:pt x="2273080" y="-358501"/>
                    <a:pt x="0" y="3726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500" dirty="0" err="1"/>
              <a:t>Contoh</a:t>
            </a:r>
            <a:r>
              <a:rPr lang="en-US" sz="3500" dirty="0"/>
              <a:t> – McDonald’s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6552" y="3428999"/>
            <a:ext cx="60401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Put to other uses: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menjual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restoran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dan real estate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daripada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hanya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menjual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hamburgers</a:t>
            </a:r>
          </a:p>
          <a:p>
            <a:pPr marL="171450" indent="-171450">
              <a:buFontTx/>
              <a:buChar char="-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Eliminate: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mempersilakan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konsumen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untuk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melayani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dirinya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sendiri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(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membuang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bekas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makan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sendiri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) dan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menghindari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mepekerjakan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pelayan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yang mahal.</a:t>
            </a:r>
          </a:p>
          <a:p>
            <a:pPr marL="171450" indent="-171450">
              <a:buFontTx/>
              <a:buChar char="-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Rearrange: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konsumen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membayar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produk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sebelum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 </a:t>
            </a:r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memakannya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90204" pitchFamily="34" charset="0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6552" y="1945051"/>
            <a:ext cx="5760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Pendiri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McDonald’s, Ray Kroc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telah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bekerja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keras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untuk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mengembangkan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usahanya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.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Saat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ini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,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kita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sudah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mudah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untuk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mengidentifikasi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ide-ide yang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ia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gunakan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dalam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cs typeface="Arial" panose="020B0604020202090204" pitchFamily="34" charset="0"/>
              </a:rPr>
              <a:t>metode</a:t>
            </a:r>
            <a:r>
              <a:rPr lang="en-US" altLang="ko-KR" b="1" dirty="0">
                <a:solidFill>
                  <a:schemeClr val="accent4"/>
                </a:solidFill>
                <a:cs typeface="Arial" panose="020B0604020202090204" pitchFamily="34" charset="0"/>
              </a:rPr>
              <a:t> SCAMPER 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0" y="1945051"/>
            <a:ext cx="4069917" cy="27132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>
            <p:custDataLst>
              <p:tags r:id="rId2"/>
            </p:custDataLst>
          </p:nvPr>
        </p:nvGrpSpPr>
        <p:grpSpPr>
          <a:xfrm>
            <a:off x="1046809" y="621342"/>
            <a:ext cx="597666" cy="147918"/>
            <a:chOff x="1237129" y="4625788"/>
            <a:chExt cx="597666" cy="147918"/>
          </a:xfrm>
        </p:grpSpPr>
        <p:sp>
          <p:nvSpPr>
            <p:cNvPr id="3" name="Oval 12"/>
            <p:cNvSpPr/>
            <p:nvPr>
              <p:custDataLst>
                <p:tags r:id="rId7"/>
              </p:custDataLst>
            </p:nvPr>
          </p:nvSpPr>
          <p:spPr>
            <a:xfrm>
              <a:off x="1237129" y="4625788"/>
              <a:ext cx="147918" cy="147918"/>
            </a:xfrm>
            <a:prstGeom prst="ellipse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anose="020F0502020204030204"/>
                <a:ea typeface="微软雅黑" charset="-122"/>
                <a:cs typeface="+mn-ea"/>
              </a:endParaRPr>
            </a:p>
          </p:txBody>
        </p:sp>
        <p:sp>
          <p:nvSpPr>
            <p:cNvPr id="4" name="Oval 13"/>
            <p:cNvSpPr/>
            <p:nvPr>
              <p:custDataLst>
                <p:tags r:id="rId8"/>
              </p:custDataLst>
            </p:nvPr>
          </p:nvSpPr>
          <p:spPr>
            <a:xfrm>
              <a:off x="1462003" y="4625788"/>
              <a:ext cx="147918" cy="147918"/>
            </a:xfrm>
            <a:prstGeom prst="ellipse">
              <a:avLst/>
            </a:prstGeom>
            <a:noFill/>
            <a:ln>
              <a:solidFill>
                <a:srgbClr val="4472C4"/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anose="020F0502020204030204"/>
                <a:ea typeface="微软雅黑" charset="-122"/>
                <a:cs typeface="+mn-ea"/>
              </a:endParaRPr>
            </a:p>
          </p:txBody>
        </p:sp>
        <p:sp>
          <p:nvSpPr>
            <p:cNvPr id="5" name="Oval 14"/>
            <p:cNvSpPr/>
            <p:nvPr>
              <p:custDataLst>
                <p:tags r:id="rId9"/>
              </p:custDataLst>
            </p:nvPr>
          </p:nvSpPr>
          <p:spPr>
            <a:xfrm>
              <a:off x="1686877" y="4625788"/>
              <a:ext cx="147918" cy="147918"/>
            </a:xfrm>
            <a:prstGeom prst="ellipse">
              <a:avLst/>
            </a:prstGeom>
            <a:noFill/>
            <a:ln>
              <a:solidFill>
                <a:srgbClr val="4472C4"/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" panose="020F0502020204030204"/>
                <a:ea typeface="微软雅黑" charset="-122"/>
                <a:cs typeface="+mn-ea"/>
              </a:endParaRPr>
            </a:p>
          </p:txBody>
        </p:sp>
      </p:grpSp>
      <p:sp>
        <p:nvSpPr>
          <p:cNvPr id="6" name="Rectángulo 5"/>
          <p:cNvSpPr/>
          <p:nvPr>
            <p:custDataLst>
              <p:tags r:id="rId3"/>
            </p:custDataLst>
          </p:nvPr>
        </p:nvSpPr>
        <p:spPr>
          <a:xfrm>
            <a:off x="1003153" y="5951530"/>
            <a:ext cx="720000" cy="3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_tradnl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charset="-122"/>
              <a:cs typeface="+mn-ea"/>
            </a:endParaRPr>
          </a:p>
        </p:txBody>
      </p:sp>
      <p:sp>
        <p:nvSpPr>
          <p:cNvPr id="7" name="Title 6"/>
          <p:cNvSpPr txBox="1"/>
          <p:nvPr>
            <p:custDataLst>
              <p:tags r:id="rId4"/>
            </p:custDataLst>
          </p:nvPr>
        </p:nvSpPr>
        <p:spPr>
          <a:xfrm>
            <a:off x="914400" y="1523798"/>
            <a:ext cx="5181597" cy="132169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108000" anchor="b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90204" pitchFamily="34" charset="0"/>
                <a:ea typeface="微软雅黑" charset="-122"/>
                <a:cs typeface="Segoe UI" panose="020B0502040204020203" pitchFamily="34" charset="0"/>
              </a:defRPr>
            </a:lvl1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altLang="zh-CN" sz="3600" b="1" i="0" u="none" strike="noStrike" kern="1200" cap="none" spc="0" normalizeH="0" baseline="0" dirty="0">
                <a:solidFill>
                  <a:sysClr val="windowText" lastClr="000000">
                    <a:lumMod val="75000"/>
                    <a:lumOff val="25000"/>
                  </a:sysClr>
                </a:solidFill>
                <a:uFillTx/>
                <a:latin typeface="Arial" panose="020B0604020202090204" pitchFamily="34" charset="0"/>
                <a:ea typeface="微软雅黑" charset="-122"/>
                <a:cs typeface="+mn-ea"/>
              </a:rPr>
              <a:t>Thanks</a:t>
            </a:r>
          </a:p>
        </p:txBody>
      </p:sp>
      <p:sp>
        <p:nvSpPr>
          <p:cNvPr id="8" name="Title 6"/>
          <p:cNvSpPr txBox="1"/>
          <p:nvPr>
            <p:custDataLst>
              <p:tags r:id="rId5"/>
            </p:custDataLst>
          </p:nvPr>
        </p:nvSpPr>
        <p:spPr>
          <a:xfrm>
            <a:off x="914400" y="3150870"/>
            <a:ext cx="5181600" cy="283718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90204" pitchFamily="34" charset="0"/>
                <a:ea typeface="微软雅黑" charset="-122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Clr>
                <a:srgbClr val="70AD47"/>
              </a:buClr>
              <a:buSzTx/>
              <a:buFontTx/>
              <a:buNone/>
              <a:defRPr/>
            </a:pPr>
            <a:r>
              <a:rPr altLang="zh-CN" sz="1600" spc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90204" pitchFamily="34" charset="0"/>
                <a:ea typeface="Open Sans" panose="020B0606030504020204" pitchFamily="34" charset="0"/>
                <a:cs typeface="Arial" panose="020B0604020202090204" pitchFamily="34" charset="0"/>
                <a:sym typeface="微软雅黑" charset="-122"/>
              </a:rPr>
              <a:t>Sumber : Damgood AVLien. 2018. Learn How to Use the Best Ideation Methods: SCAMPER. https://www.interaction-design.org/literature/article/learn-how-to-use-the-best-ideation-methods-scamper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Clr>
                <a:srgbClr val="70AD47"/>
              </a:buClr>
              <a:buSzTx/>
              <a:buFontTx/>
              <a:buNone/>
              <a:defRPr/>
            </a:pPr>
            <a:r>
              <a:rPr altLang="zh-CN" sz="1600" spc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90204" pitchFamily="34" charset="0"/>
                <a:ea typeface="Open Sans" panose="020B0606030504020204" pitchFamily="34" charset="0"/>
                <a:cs typeface="Arial" panose="020B0604020202090204" pitchFamily="34" charset="0"/>
                <a:sym typeface="微软雅黑" charset="-122"/>
              </a:rPr>
              <a:t>Editor persentasi: Anisa Zahra dan Rafiati Kania</a:t>
            </a:r>
          </a:p>
        </p:txBody>
      </p:sp>
      <p:pic>
        <p:nvPicPr>
          <p:cNvPr id="9" name="图片 8" descr="C:\Users\kingsoft\Desktop\图片3.jpg图片3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7010397" y="0"/>
            <a:ext cx="5181603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1,&quot;horizontalAlign&quot;:1,&quot;verticalAlign&quot;:1,&quot;type&quot;:0,&quot;diagramDirection&quot;:0,&quot;canSetOverLayout&quot;:0,&quot;isOverLayout&quot;:0,&quot;normalSize&quot;:{&quot;size1&quot;:57.4},&quot;minSize&quot;:{&quot;size1&quot;:41.8},&quot;maxSize&quot;:{&quot;size1&quot;:68.4},&quot;backgroundInfo&quot;:[{&quot;type&quot;:&quot;general&quot;,&quot;left&quot;:0.0,&quot;top&quot;:0.0,&quot;right&quot;:0.0,&quot;bottom&quot;:0.0},{&quot;type&quot;:&quot;frame&quot;,&quot;left&quot;:0.0,&quot;top&quot;:0.0,&quot;right&quot;:0.0,&quot;bottom&quot;:0.0}],&quot;subLayout&quot;:[{&quot;direction&quot;:0,&quot;horizontalAlign&quot;:0,&quot;verticalAlign&quot;:1,&quot;type&quot;:0,&quot;diagramDirection&quot;:0,&quot;canSetOverLayout&quot;:0,&quot;isOverLayout&quot;:0,&quot;margin&quot;:{&quot;left&quot;:2.54,&quot;top&quot;:2.54,&quot;right&quot;:2.514,&quot;bottom&quot;:2.54}},{&quot;direction&quot;:0,&quot;horizontalAlign&quot;:0,&quot;verticalAlign&quot;:1,&quot;type&quot;:1,&quot;diagramDirection&quot;:0,&quot;canSetOverLayout&quot;:1,&quot;isOverLayout&quot;:1,&quot;margin&quot;:{&quot;left&quot;:0.026,&quot;top&quot;:2.54,&quot;right&quot;:2.54,&quot;bottom&quot;:2.54},&quot;marginOverLayout&quot;:{&quot;left&quot;:0.026,&quot;top&quot;:0.0,&quot;right&quot;:0.0,&quot;bottom&quot;:0.0}}]}"/>
  <p:tag name="KSO_WM_SLIDE_CAN_ADD_NAVIGATION" val="1"/>
  <p:tag name="KSO_WM_SLIDE_BACKGROUND" val="[&quot;general&quot;,&quot;topBottom&quot;,&quot;bottomTop&quot;,&quot;frame&quot;,&quot;navigation&quot;,&quot;leftRight&quot;]"/>
  <p:tag name="KSO_WM_SLIDE_RATIO" val="1.777778"/>
  <p:tag name="KSO_WM_SLIDE_ID" val="diagram20200327_1"/>
  <p:tag name="KSO_WM_TEMPLATE_SUBCATEGORY" val="11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0327"/>
  <p:tag name="KSO_WM_SLIDE_LAYOUT" val="a_d_f"/>
  <p:tag name="KSO_WM_SLIDE_LAYOUT_CNT" val="1_1_1"/>
  <p:tag name="KSO_WM_SLIDE_TYPE" val="text"/>
  <p:tag name="KSO_WM_SLIDE_SUBTYPE" val="picTxt"/>
  <p:tag name="KSO_WM_SLIDE_SIZE" val="887*540"/>
  <p:tag name="KSO_WM_SLIDE_POSITION" val="72*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7_1*i*1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0327_1*i*5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Click here to add to the titl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7_1*a*1"/>
  <p:tag name="KSO_WM_TEMPLATE_CATEGORY" val="diagram"/>
  <p:tag name="KSO_WM_TEMPLATE_INDEX" val="20200327"/>
  <p:tag name="KSO_WM_UNIT_LAYERLEVEL" val="1"/>
  <p:tag name="KSO_WM_TAG_VERSION" val="1.0"/>
  <p:tag name="KSO_WM_BEAUTIFY_FLAG" val="#wm#"/>
  <p:tag name="KSO_WM_UNIT_SHOW_EDIT_AREA_INDICATION" val="1"/>
  <p:tag name="KSO_WM_UNIT_DEFAULT_FONT" val="28;36;4"/>
  <p:tag name="KSO_WM_UNIT_BLOCK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Click here to add the text, the text is the extraction of your thought, please try to explain your point of view as succinctly as possible.&#10;When you express your views properly, you often get twice the result with half the effort."/>
  <p:tag name="KSO_WM_UNIT_NOCLEAR" val="0"/>
  <p:tag name="KSO_WM_UNIT_VALUE" val="2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327_1*f*1"/>
  <p:tag name="KSO_WM_TEMPLATE_CATEGORY" val="diagram"/>
  <p:tag name="KSO_WM_TEMPLATE_INDEX" val="20200327"/>
  <p:tag name="KSO_WM_UNIT_LAYERLEVEL" val="1"/>
  <p:tag name="KSO_WM_TAG_VERSION" val="1.0"/>
  <p:tag name="KSO_WM_BEAUTIFY_FLAG" val="#wm#"/>
  <p:tag name="KSO_WM_UNIT_SHOW_EDIT_AREA_INDICATION" val="1"/>
  <p:tag name="KSO_WM_UNIT_DEFAULT_FONT" val="14;18;2"/>
  <p:tag name="KSO_WM_UNIT_BLOCK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PLACING_PICTURE" val="43659.6453554051"/>
  <p:tag name="KSO_WM_UNIT_PLACING_PICTURE_INFO" val="{&quot;full_picture&quot;:false,&quot;last_crop_picture&quot;:&quot;1-1&quot;,&quot;selected&quot;:&quot;1-1&quot;,&quot;spacing&quot;:6}"/>
  <p:tag name="KSO_WM_UNIT_VALUE" val="1904*143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00327_1*d*1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7_1*i*2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7_1*i*3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0327_1*i*4"/>
  <p:tag name="KSO_WM_TEMPLATE_CATEGORY" val="diagram"/>
  <p:tag name="KSO_WM_TEMPLATE_INDEX" val="20200327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Cover and End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Real Est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CBBB4"/>
      </a:accent1>
      <a:accent2>
        <a:srgbClr val="48DCE2"/>
      </a:accent2>
      <a:accent3>
        <a:srgbClr val="9FEDF0"/>
      </a:accent3>
      <a:accent4>
        <a:srgbClr val="FEB856"/>
      </a:accent4>
      <a:accent5>
        <a:srgbClr val="576868"/>
      </a:accent5>
      <a:accent6>
        <a:srgbClr val="CBCBCB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1193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Dylan Wijaya</cp:lastModifiedBy>
  <cp:revision>120</cp:revision>
  <dcterms:created xsi:type="dcterms:W3CDTF">2020-02-07T11:01:25Z</dcterms:created>
  <dcterms:modified xsi:type="dcterms:W3CDTF">2023-10-12T13:44:45Z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1033-1.9.0.3020</vt:lpwstr>
  </property>
</Properties>
</file>