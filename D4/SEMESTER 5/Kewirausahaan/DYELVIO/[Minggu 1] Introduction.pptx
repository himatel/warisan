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1"/>
  </p:sldMasterIdLst>
  <p:notesMasterIdLst>
    <p:notesMasterId r:id="rId19"/>
  </p:notesMasterIdLst>
  <p:sldIdLst>
    <p:sldId id="256" r:id="rId2"/>
    <p:sldId id="257" r:id="rId3"/>
    <p:sldId id="271" r:id="rId4"/>
    <p:sldId id="265" r:id="rId5"/>
    <p:sldId id="270" r:id="rId6"/>
    <p:sldId id="269" r:id="rId7"/>
    <p:sldId id="272" r:id="rId8"/>
    <p:sldId id="277" r:id="rId9"/>
    <p:sldId id="276" r:id="rId10"/>
    <p:sldId id="275" r:id="rId11"/>
    <p:sldId id="278" r:id="rId12"/>
    <p:sldId id="262" r:id="rId13"/>
    <p:sldId id="260" r:id="rId14"/>
    <p:sldId id="263" r:id="rId15"/>
    <p:sldId id="264" r:id="rId16"/>
    <p:sldId id="261" r:id="rId17"/>
    <p:sldId id="25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3"/>
    <p:restoredTop sz="95680"/>
  </p:normalViewPr>
  <p:slideViewPr>
    <p:cSldViewPr snapToGrid="0">
      <p:cViewPr>
        <p:scale>
          <a:sx n="97" d="100"/>
          <a:sy n="97" d="100"/>
        </p:scale>
        <p:origin x="920" y="7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9729A1-F1B4-4160-9A06-54190827225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53E5D069-1841-486A-A045-C7AB47111DA2}">
      <dgm:prSet/>
      <dgm:spPr/>
      <dgm:t>
        <a:bodyPr/>
        <a:lstStyle/>
        <a:p>
          <a:r>
            <a:rPr lang="en-US" dirty="0"/>
            <a:t>UMKM dan Startup </a:t>
          </a:r>
        </a:p>
      </dgm:t>
    </dgm:pt>
    <dgm:pt modelId="{A9CCE0A9-9FB6-4DEE-9281-BAEDF4D63A5F}" type="parTrans" cxnId="{EF754C79-68CB-4441-A4CA-617B064A324E}">
      <dgm:prSet/>
      <dgm:spPr/>
      <dgm:t>
        <a:bodyPr/>
        <a:lstStyle/>
        <a:p>
          <a:endParaRPr lang="en-US"/>
        </a:p>
      </dgm:t>
    </dgm:pt>
    <dgm:pt modelId="{9788BF39-AFF4-4223-9D78-33477353B267}" type="sibTrans" cxnId="{EF754C79-68CB-4441-A4CA-617B064A324E}">
      <dgm:prSet/>
      <dgm:spPr/>
      <dgm:t>
        <a:bodyPr/>
        <a:lstStyle/>
        <a:p>
          <a:endParaRPr lang="en-US"/>
        </a:p>
      </dgm:t>
    </dgm:pt>
    <dgm:pt modelId="{EB27E676-ABEC-9D43-BA51-1ECDB1BCE012}">
      <dgm:prSet/>
      <dgm:spPr/>
      <dgm:t>
        <a:bodyPr/>
        <a:lstStyle/>
        <a:p>
          <a:r>
            <a:rPr lang="en-US" dirty="0" err="1"/>
            <a:t>Kategori</a:t>
          </a:r>
          <a:r>
            <a:rPr lang="en-US" dirty="0"/>
            <a:t> Model </a:t>
          </a:r>
          <a:r>
            <a:rPr lang="en-US" dirty="0" err="1"/>
            <a:t>bisnis</a:t>
          </a:r>
          <a:endParaRPr lang="en-US" dirty="0"/>
        </a:p>
      </dgm:t>
    </dgm:pt>
    <dgm:pt modelId="{0BA01884-34F0-F546-B4AD-AFF685F7180D}" type="parTrans" cxnId="{B7EB531F-3C9B-4249-BF98-3CDD00CDD5B4}">
      <dgm:prSet/>
      <dgm:spPr/>
      <dgm:t>
        <a:bodyPr/>
        <a:lstStyle/>
        <a:p>
          <a:endParaRPr lang="en-US"/>
        </a:p>
      </dgm:t>
    </dgm:pt>
    <dgm:pt modelId="{6130CD33-A7E9-2F4F-B2CB-3B3D4C2248C0}" type="sibTrans" cxnId="{B7EB531F-3C9B-4249-BF98-3CDD00CDD5B4}">
      <dgm:prSet/>
      <dgm:spPr/>
      <dgm:t>
        <a:bodyPr/>
        <a:lstStyle/>
        <a:p>
          <a:endParaRPr lang="en-US"/>
        </a:p>
      </dgm:t>
    </dgm:pt>
    <dgm:pt modelId="{52D45267-7CB7-3D48-B08E-9AD18A008EE8}">
      <dgm:prSet/>
      <dgm:spPr/>
      <dgm:t>
        <a:bodyPr/>
        <a:lstStyle/>
        <a:p>
          <a:r>
            <a:rPr lang="en-US" dirty="0" err="1"/>
            <a:t>Berwirausaha</a:t>
          </a:r>
          <a:r>
            <a:rPr lang="en-US" dirty="0"/>
            <a:t> dan </a:t>
          </a:r>
          <a:r>
            <a:rPr lang="en-US" dirty="0" err="1"/>
            <a:t>Wirausaha</a:t>
          </a:r>
          <a:endParaRPr lang="en-US" dirty="0"/>
        </a:p>
      </dgm:t>
    </dgm:pt>
    <dgm:pt modelId="{B7B7DC0A-EC4D-3F4B-B471-38DA96478531}" type="parTrans" cxnId="{588327E7-013A-A443-A67F-69CDB0D4C58F}">
      <dgm:prSet/>
      <dgm:spPr/>
      <dgm:t>
        <a:bodyPr/>
        <a:lstStyle/>
        <a:p>
          <a:endParaRPr lang="en-US"/>
        </a:p>
      </dgm:t>
    </dgm:pt>
    <dgm:pt modelId="{EA21230D-4FEC-2A49-B520-580077995BA2}" type="sibTrans" cxnId="{588327E7-013A-A443-A67F-69CDB0D4C58F}">
      <dgm:prSet/>
      <dgm:spPr/>
      <dgm:t>
        <a:bodyPr/>
        <a:lstStyle/>
        <a:p>
          <a:endParaRPr lang="en-US"/>
        </a:p>
      </dgm:t>
    </dgm:pt>
    <dgm:pt modelId="{16320FEC-301E-9041-90EF-D9793925FAA8}" type="pres">
      <dgm:prSet presAssocID="{529729A1-F1B4-4160-9A06-541908272255}" presName="linear" presStyleCnt="0">
        <dgm:presLayoutVars>
          <dgm:animLvl val="lvl"/>
          <dgm:resizeHandles val="exact"/>
        </dgm:presLayoutVars>
      </dgm:prSet>
      <dgm:spPr/>
    </dgm:pt>
    <dgm:pt modelId="{6E0B4E0B-B194-A442-9E32-A3FCB2F97D3E}" type="pres">
      <dgm:prSet presAssocID="{52D45267-7CB7-3D48-B08E-9AD18A008EE8}" presName="parentText" presStyleLbl="node1" presStyleIdx="0" presStyleCnt="3">
        <dgm:presLayoutVars>
          <dgm:chMax val="0"/>
          <dgm:bulletEnabled val="1"/>
        </dgm:presLayoutVars>
      </dgm:prSet>
      <dgm:spPr/>
    </dgm:pt>
    <dgm:pt modelId="{93750F10-A4B2-CA4A-9F51-FA1332D2D8AC}" type="pres">
      <dgm:prSet presAssocID="{EA21230D-4FEC-2A49-B520-580077995BA2}" presName="spacer" presStyleCnt="0"/>
      <dgm:spPr/>
    </dgm:pt>
    <dgm:pt modelId="{711D805C-54A9-0245-A79B-1FEBB2E0CDAC}" type="pres">
      <dgm:prSet presAssocID="{53E5D069-1841-486A-A045-C7AB47111DA2}" presName="parentText" presStyleLbl="node1" presStyleIdx="1" presStyleCnt="3">
        <dgm:presLayoutVars>
          <dgm:chMax val="0"/>
          <dgm:bulletEnabled val="1"/>
        </dgm:presLayoutVars>
      </dgm:prSet>
      <dgm:spPr/>
    </dgm:pt>
    <dgm:pt modelId="{996E0E40-29CA-F241-8DF5-0E6B7A13DAB1}" type="pres">
      <dgm:prSet presAssocID="{9788BF39-AFF4-4223-9D78-33477353B267}" presName="spacer" presStyleCnt="0"/>
      <dgm:spPr/>
    </dgm:pt>
    <dgm:pt modelId="{C56EA93F-C27C-F944-8C40-34FD4BA042CD}" type="pres">
      <dgm:prSet presAssocID="{EB27E676-ABEC-9D43-BA51-1ECDB1BCE012}" presName="parentText" presStyleLbl="node1" presStyleIdx="2" presStyleCnt="3">
        <dgm:presLayoutVars>
          <dgm:chMax val="0"/>
          <dgm:bulletEnabled val="1"/>
        </dgm:presLayoutVars>
      </dgm:prSet>
      <dgm:spPr/>
    </dgm:pt>
  </dgm:ptLst>
  <dgm:cxnLst>
    <dgm:cxn modelId="{B7EB531F-3C9B-4249-BF98-3CDD00CDD5B4}" srcId="{529729A1-F1B4-4160-9A06-541908272255}" destId="{EB27E676-ABEC-9D43-BA51-1ECDB1BCE012}" srcOrd="2" destOrd="0" parTransId="{0BA01884-34F0-F546-B4AD-AFF685F7180D}" sibTransId="{6130CD33-A7E9-2F4F-B2CB-3B3D4C2248C0}"/>
    <dgm:cxn modelId="{327D7126-D0B9-9840-A583-2192B46CD912}" type="presOf" srcId="{EB27E676-ABEC-9D43-BA51-1ECDB1BCE012}" destId="{C56EA93F-C27C-F944-8C40-34FD4BA042CD}" srcOrd="0" destOrd="0" presId="urn:microsoft.com/office/officeart/2005/8/layout/vList2"/>
    <dgm:cxn modelId="{EF754C79-68CB-4441-A4CA-617B064A324E}" srcId="{529729A1-F1B4-4160-9A06-541908272255}" destId="{53E5D069-1841-486A-A045-C7AB47111DA2}" srcOrd="1" destOrd="0" parTransId="{A9CCE0A9-9FB6-4DEE-9281-BAEDF4D63A5F}" sibTransId="{9788BF39-AFF4-4223-9D78-33477353B267}"/>
    <dgm:cxn modelId="{2EB5068A-36FB-624E-909B-98FCE1A936AE}" type="presOf" srcId="{52D45267-7CB7-3D48-B08E-9AD18A008EE8}" destId="{6E0B4E0B-B194-A442-9E32-A3FCB2F97D3E}" srcOrd="0" destOrd="0" presId="urn:microsoft.com/office/officeart/2005/8/layout/vList2"/>
    <dgm:cxn modelId="{A3B020C6-E505-C44F-9A8F-945E19D92B83}" type="presOf" srcId="{53E5D069-1841-486A-A045-C7AB47111DA2}" destId="{711D805C-54A9-0245-A79B-1FEBB2E0CDAC}" srcOrd="0" destOrd="0" presId="urn:microsoft.com/office/officeart/2005/8/layout/vList2"/>
    <dgm:cxn modelId="{A9F68BD4-3D41-AB49-9D31-CB19EEE27742}" type="presOf" srcId="{529729A1-F1B4-4160-9A06-541908272255}" destId="{16320FEC-301E-9041-90EF-D9793925FAA8}" srcOrd="0" destOrd="0" presId="urn:microsoft.com/office/officeart/2005/8/layout/vList2"/>
    <dgm:cxn modelId="{588327E7-013A-A443-A67F-69CDB0D4C58F}" srcId="{529729A1-F1B4-4160-9A06-541908272255}" destId="{52D45267-7CB7-3D48-B08E-9AD18A008EE8}" srcOrd="0" destOrd="0" parTransId="{B7B7DC0A-EC4D-3F4B-B471-38DA96478531}" sibTransId="{EA21230D-4FEC-2A49-B520-580077995BA2}"/>
    <dgm:cxn modelId="{08B1A07C-2A94-B942-AC0F-881EACDB0CE6}" type="presParOf" srcId="{16320FEC-301E-9041-90EF-D9793925FAA8}" destId="{6E0B4E0B-B194-A442-9E32-A3FCB2F97D3E}" srcOrd="0" destOrd="0" presId="urn:microsoft.com/office/officeart/2005/8/layout/vList2"/>
    <dgm:cxn modelId="{F793DDB2-9B15-CC49-A422-88989A233AD6}" type="presParOf" srcId="{16320FEC-301E-9041-90EF-D9793925FAA8}" destId="{93750F10-A4B2-CA4A-9F51-FA1332D2D8AC}" srcOrd="1" destOrd="0" presId="urn:microsoft.com/office/officeart/2005/8/layout/vList2"/>
    <dgm:cxn modelId="{23115C6F-FFF9-8843-A7B4-A77584D60FE6}" type="presParOf" srcId="{16320FEC-301E-9041-90EF-D9793925FAA8}" destId="{711D805C-54A9-0245-A79B-1FEBB2E0CDAC}" srcOrd="2" destOrd="0" presId="urn:microsoft.com/office/officeart/2005/8/layout/vList2"/>
    <dgm:cxn modelId="{613802B5-EA2E-0643-AF22-C1175EA056F5}" type="presParOf" srcId="{16320FEC-301E-9041-90EF-D9793925FAA8}" destId="{996E0E40-29CA-F241-8DF5-0E6B7A13DAB1}" srcOrd="3" destOrd="0" presId="urn:microsoft.com/office/officeart/2005/8/layout/vList2"/>
    <dgm:cxn modelId="{81CCD0E4-29FF-904F-B26F-ED07E49E0060}" type="presParOf" srcId="{16320FEC-301E-9041-90EF-D9793925FAA8}" destId="{C56EA93F-C27C-F944-8C40-34FD4BA042CD}"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0B4E0B-B194-A442-9E32-A3FCB2F97D3E}">
      <dsp:nvSpPr>
        <dsp:cNvPr id="0" name=""/>
        <dsp:cNvSpPr/>
      </dsp:nvSpPr>
      <dsp:spPr>
        <a:xfrm>
          <a:off x="0" y="30100"/>
          <a:ext cx="6735443" cy="17503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dirty="0" err="1"/>
            <a:t>Berwirausaha</a:t>
          </a:r>
          <a:r>
            <a:rPr lang="en-US" sz="4400" kern="1200" dirty="0"/>
            <a:t> dan </a:t>
          </a:r>
          <a:r>
            <a:rPr lang="en-US" sz="4400" kern="1200" dirty="0" err="1"/>
            <a:t>Wirausaha</a:t>
          </a:r>
          <a:endParaRPr lang="en-US" sz="4400" kern="1200" dirty="0"/>
        </a:p>
      </dsp:txBody>
      <dsp:txXfrm>
        <a:off x="85444" y="115544"/>
        <a:ext cx="6564555" cy="1579432"/>
      </dsp:txXfrm>
    </dsp:sp>
    <dsp:sp modelId="{711D805C-54A9-0245-A79B-1FEBB2E0CDAC}">
      <dsp:nvSpPr>
        <dsp:cNvPr id="0" name=""/>
        <dsp:cNvSpPr/>
      </dsp:nvSpPr>
      <dsp:spPr>
        <a:xfrm>
          <a:off x="0" y="1907140"/>
          <a:ext cx="6735443" cy="1750320"/>
        </a:xfrm>
        <a:prstGeom prst="roundRect">
          <a:avLst/>
        </a:prstGeom>
        <a:solidFill>
          <a:schemeClr val="accent2">
            <a:hueOff val="1901703"/>
            <a:satOff val="-38256"/>
            <a:lumOff val="-1372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dirty="0"/>
            <a:t>UMKM dan Startup </a:t>
          </a:r>
        </a:p>
      </dsp:txBody>
      <dsp:txXfrm>
        <a:off x="85444" y="1992584"/>
        <a:ext cx="6564555" cy="1579432"/>
      </dsp:txXfrm>
    </dsp:sp>
    <dsp:sp modelId="{C56EA93F-C27C-F944-8C40-34FD4BA042CD}">
      <dsp:nvSpPr>
        <dsp:cNvPr id="0" name=""/>
        <dsp:cNvSpPr/>
      </dsp:nvSpPr>
      <dsp:spPr>
        <a:xfrm>
          <a:off x="0" y="3784181"/>
          <a:ext cx="6735443" cy="1750320"/>
        </a:xfrm>
        <a:prstGeom prst="roundRect">
          <a:avLst/>
        </a:prstGeom>
        <a:solidFill>
          <a:schemeClr val="accent2">
            <a:hueOff val="3803405"/>
            <a:satOff val="-76511"/>
            <a:lumOff val="-27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dirty="0" err="1"/>
            <a:t>Kategori</a:t>
          </a:r>
          <a:r>
            <a:rPr lang="en-US" sz="4400" kern="1200" dirty="0"/>
            <a:t> Model </a:t>
          </a:r>
          <a:r>
            <a:rPr lang="en-US" sz="4400" kern="1200" dirty="0" err="1"/>
            <a:t>bisnis</a:t>
          </a:r>
          <a:endParaRPr lang="en-US" sz="4400" kern="1200" dirty="0"/>
        </a:p>
      </dsp:txBody>
      <dsp:txXfrm>
        <a:off x="85444" y="3869625"/>
        <a:ext cx="6564555" cy="157943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7C3F15-540C-8545-B50C-E4B5F59A8F21}" type="datetimeFigureOut">
              <a:rPr lang="id-ID" smtClean="0"/>
              <a:t>21/08/23</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358BAC-9C5B-2A42-B327-D2BDEECE96D8}" type="slidenum">
              <a:rPr lang="id-ID" smtClean="0"/>
              <a:t>‹#›</a:t>
            </a:fld>
            <a:endParaRPr lang="id-ID"/>
          </a:p>
        </p:txBody>
      </p:sp>
    </p:spTree>
    <p:extLst>
      <p:ext uri="{BB962C8B-B14F-4D97-AF65-F5344CB8AC3E}">
        <p14:creationId xmlns:p14="http://schemas.microsoft.com/office/powerpoint/2010/main" val="1024651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4c68a97855_1_65:notes"/>
          <p:cNvSpPr>
            <a:spLocks noGrp="1" noRot="1" noChangeAspect="1"/>
          </p:cNvSpPr>
          <p:nvPr>
            <p:ph type="sldImg" idx="2"/>
          </p:nvPr>
        </p:nvSpPr>
        <p:spPr>
          <a:xfrm>
            <a:off x="5422900" y="731838"/>
            <a:ext cx="6503988" cy="3657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1" name="Google Shape;911;g4c68a97855_1_65:notes"/>
          <p:cNvSpPr txBox="1">
            <a:spLocks noGrp="1"/>
          </p:cNvSpPr>
          <p:nvPr>
            <p:ph type="body" idx="1"/>
          </p:nvPr>
        </p:nvSpPr>
        <p:spPr>
          <a:xfrm>
            <a:off x="1734800" y="4632950"/>
            <a:ext cx="13878600" cy="438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0"/>
        <p:cNvGrpSpPr/>
        <p:nvPr/>
      </p:nvGrpSpPr>
      <p:grpSpPr>
        <a:xfrm>
          <a:off x="0" y="0"/>
          <a:ext cx="0" cy="0"/>
          <a:chOff x="0" y="0"/>
          <a:chExt cx="0" cy="0"/>
        </a:xfrm>
      </p:grpSpPr>
      <p:sp>
        <p:nvSpPr>
          <p:cNvPr id="1301" name="Google Shape;1301;g4c68a97855_1_161:notes"/>
          <p:cNvSpPr>
            <a:spLocks noGrp="1" noRot="1" noChangeAspect="1"/>
          </p:cNvSpPr>
          <p:nvPr>
            <p:ph type="sldImg" idx="2"/>
          </p:nvPr>
        </p:nvSpPr>
        <p:spPr>
          <a:xfrm>
            <a:off x="5422900" y="731838"/>
            <a:ext cx="6503988" cy="3657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2" name="Google Shape;1302;g4c68a97855_1_161:notes"/>
          <p:cNvSpPr txBox="1">
            <a:spLocks noGrp="1"/>
          </p:cNvSpPr>
          <p:nvPr>
            <p:ph type="body" idx="1"/>
          </p:nvPr>
        </p:nvSpPr>
        <p:spPr>
          <a:xfrm>
            <a:off x="1734800" y="4632950"/>
            <a:ext cx="13878600" cy="438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6"/>
        <p:cNvGrpSpPr/>
        <p:nvPr/>
      </p:nvGrpSpPr>
      <p:grpSpPr>
        <a:xfrm>
          <a:off x="0" y="0"/>
          <a:ext cx="0" cy="0"/>
          <a:chOff x="0" y="0"/>
          <a:chExt cx="0" cy="0"/>
        </a:xfrm>
      </p:grpSpPr>
      <p:sp>
        <p:nvSpPr>
          <p:cNvPr id="1287" name="Google Shape;1287;g4c68a97855_1_141:notes"/>
          <p:cNvSpPr>
            <a:spLocks noGrp="1" noRot="1" noChangeAspect="1"/>
          </p:cNvSpPr>
          <p:nvPr>
            <p:ph type="sldImg" idx="2"/>
          </p:nvPr>
        </p:nvSpPr>
        <p:spPr>
          <a:xfrm>
            <a:off x="5422900" y="731838"/>
            <a:ext cx="6503988" cy="3657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8" name="Google Shape;1288;g4c68a97855_1_141:notes"/>
          <p:cNvSpPr txBox="1">
            <a:spLocks noGrp="1"/>
          </p:cNvSpPr>
          <p:nvPr>
            <p:ph type="body" idx="1"/>
          </p:nvPr>
        </p:nvSpPr>
        <p:spPr>
          <a:xfrm>
            <a:off x="1734800" y="4632950"/>
            <a:ext cx="13878600" cy="438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7C0C22-EBDA-4130-87AE-CB28BC19B077}"/>
              </a:ext>
            </a:extLst>
          </p:cNvPr>
          <p:cNvSpPr>
            <a:spLocks noGrp="1"/>
          </p:cNvSpPr>
          <p:nvPr>
            <p:ph type="dt" sz="half" idx="10"/>
          </p:nvPr>
        </p:nvSpPr>
        <p:spPr/>
        <p:txBody>
          <a:bodyPr/>
          <a:lstStyle/>
          <a:p>
            <a:fld id="{82EDB8D0-98ED-4B86-9D5F-E61ADC70144D}" type="datetimeFigureOut">
              <a:rPr lang="en-US" smtClean="0"/>
              <a:t>8/21/23</a:t>
            </a:fld>
            <a:endParaRPr lang="en-US" dirty="0"/>
          </a:p>
        </p:txBody>
      </p:sp>
      <p:sp>
        <p:nvSpPr>
          <p:cNvPr id="5" name="Footer Placeholder 4">
            <a:extLst>
              <a:ext uri="{FF2B5EF4-FFF2-40B4-BE49-F238E27FC236}">
                <a16:creationId xmlns:a16="http://schemas.microsoft.com/office/drawing/2014/main" id="{E2A419A8-07CA-4A4C-AEC2-C40D4D50AF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FA7B86-E610-42EA-B4DC-C2F447785273}"/>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8A7BA06D-B3FF-4E91-8639-B4569AE3AA23}"/>
              </a:ext>
            </a:extLst>
          </p:cNvPr>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2B30C86D-5A07-48BC-9C9D-6F9A2DB1E9E1}"/>
              </a:ext>
            </a:extLst>
          </p:cNvPr>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9665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838200" y="1825625"/>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p>
            <a:fld id="{82EDB8D0-98ED-4B86-9D5F-E61ADC70144D}" type="datetimeFigureOut">
              <a:rPr lang="en-US" smtClean="0"/>
              <a:t>8/21/23</a:t>
            </a:fld>
            <a:endParaRPr lang="en-US" dirty="0"/>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7895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A5F313-1240-47AE-A026-7F349292B5CA}"/>
              </a:ext>
            </a:extLst>
          </p:cNvPr>
          <p:cNvSpPr>
            <a:spLocks noGrp="1"/>
          </p:cNvSpPr>
          <p:nvPr>
            <p:ph type="dt" sz="half" idx="10"/>
          </p:nvPr>
        </p:nvSpPr>
        <p:spPr/>
        <p:txBody>
          <a:bodyPr/>
          <a:lstStyle/>
          <a:p>
            <a:fld id="{82EDB8D0-98ED-4B86-9D5F-E61ADC70144D}" type="datetimeFigureOut">
              <a:rPr lang="en-US" smtClean="0"/>
              <a:t>8/21/23</a:t>
            </a:fld>
            <a:endParaRPr lang="en-US"/>
          </a:p>
        </p:txBody>
      </p:sp>
      <p:sp>
        <p:nvSpPr>
          <p:cNvPr id="5" name="Footer Placeholder 4">
            <a:extLst>
              <a:ext uri="{FF2B5EF4-FFF2-40B4-BE49-F238E27FC236}">
                <a16:creationId xmlns:a16="http://schemas.microsoft.com/office/drawing/2014/main" id="{22448158-6132-4335-B8E1-F6A8963837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94C5B6-1598-48B4-9B3A-3078FDBE90B7}"/>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9" name="Freeform: Shape 8">
            <a:extLst>
              <a:ext uri="{FF2B5EF4-FFF2-40B4-BE49-F238E27FC236}">
                <a16:creationId xmlns:a16="http://schemas.microsoft.com/office/drawing/2014/main" id="{FEDBDD32-D3EE-4848-A112-BA814D4631CD}"/>
              </a:ext>
            </a:extLst>
          </p:cNvPr>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61350361-843C-49D0-BD6A-ECDBA3842BA0}"/>
              </a:ext>
            </a:extLst>
          </p:cNvPr>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1820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p>
            <a:fld id="{82EDB8D0-98ED-4B86-9D5F-E61ADC70144D}" type="datetimeFigureOut">
              <a:rPr lang="en-US" smtClean="0"/>
              <a:t>8/21/23</a:t>
            </a:fld>
            <a:endParaRPr lang="en-US"/>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1599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p>
            <a:fld id="{82EDB8D0-98ED-4B86-9D5F-E61ADC70144D}" type="datetimeFigureOut">
              <a:rPr lang="en-US" smtClean="0"/>
              <a:t>8/21/23</a:t>
            </a:fld>
            <a:endParaRPr lang="en-US"/>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8141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p>
            <a:fld id="{82EDB8D0-98ED-4B86-9D5F-E61ADC70144D}" type="datetimeFigureOut">
              <a:rPr lang="en-US" smtClean="0"/>
              <a:t>8/21/23</a:t>
            </a:fld>
            <a:endParaRPr lang="en-US"/>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606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p>
            <a:fld id="{82EDB8D0-98ED-4B86-9D5F-E61ADC70144D}" type="datetimeFigureOut">
              <a:rPr lang="en-US" smtClean="0"/>
              <a:t>8/21/23</a:t>
            </a:fld>
            <a:endParaRPr lang="en-US"/>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5061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p>
            <a:fld id="{82EDB8D0-98ED-4B86-9D5F-E61ADC70144D}" type="datetimeFigureOut">
              <a:rPr lang="en-US" smtClean="0"/>
              <a:t>8/21/23</a:t>
            </a:fld>
            <a:endParaRPr lang="en-US"/>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5022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p>
            <a:fld id="{82EDB8D0-98ED-4B86-9D5F-E61ADC70144D}" type="datetimeFigureOut">
              <a:rPr lang="en-US" smtClean="0"/>
              <a:t>8/21/23</a:t>
            </a:fld>
            <a:endParaRPr lang="en-US"/>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561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6E5D1-6D19-4E7F-9B4E-42326B7716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D2A06C-F91A-4ADC-9CD2-61F0A4D7EE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3AA9A-2280-4F63-8B3D-20742AE6901F}"/>
              </a:ext>
            </a:extLst>
          </p:cNvPr>
          <p:cNvSpPr>
            <a:spLocks noGrp="1"/>
          </p:cNvSpPr>
          <p:nvPr>
            <p:ph type="dt" sz="half" idx="10"/>
          </p:nvPr>
        </p:nvSpPr>
        <p:spPr/>
        <p:txBody>
          <a:bodyPr/>
          <a:lstStyle/>
          <a:p>
            <a:fld id="{82EDB8D0-98ED-4B86-9D5F-E61ADC70144D}" type="datetimeFigureOut">
              <a:rPr lang="en-US" smtClean="0"/>
              <a:t>8/21/23</a:t>
            </a:fld>
            <a:endParaRPr lang="en-US"/>
          </a:p>
        </p:txBody>
      </p:sp>
      <p:sp>
        <p:nvSpPr>
          <p:cNvPr id="5" name="Footer Placeholder 4">
            <a:extLst>
              <a:ext uri="{FF2B5EF4-FFF2-40B4-BE49-F238E27FC236}">
                <a16:creationId xmlns:a16="http://schemas.microsoft.com/office/drawing/2014/main" id="{E40D986B-E58E-43B6-8A80-FFA9D8F748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140D36-2E71-4F27-967F-7A3E4C6EE197}"/>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C1609904-5327-4D2C-A445-B270A00F3B5F}"/>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30FC7BEC-08C5-4D95-9C84-B48BC8AD1C9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2938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1FEA3D-0C7F-45CD-B6A0-942F707B36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8B8A12-BCE6-4D03-A637-1DEC8924BE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9755-9FF4-428A-AEB7-1A6477466741}"/>
              </a:ext>
            </a:extLst>
          </p:cNvPr>
          <p:cNvSpPr>
            <a:spLocks noGrp="1"/>
          </p:cNvSpPr>
          <p:nvPr>
            <p:ph type="dt" sz="half" idx="10"/>
          </p:nvPr>
        </p:nvSpPr>
        <p:spPr/>
        <p:txBody>
          <a:bodyPr/>
          <a:lstStyle/>
          <a:p>
            <a:fld id="{82EDB8D0-98ED-4B86-9D5F-E61ADC70144D}" type="datetimeFigureOut">
              <a:rPr lang="en-US" smtClean="0"/>
              <a:t>8/21/23</a:t>
            </a:fld>
            <a:endParaRPr lang="en-US"/>
          </a:p>
        </p:txBody>
      </p:sp>
      <p:sp>
        <p:nvSpPr>
          <p:cNvPr id="5" name="Footer Placeholder 4">
            <a:extLst>
              <a:ext uri="{FF2B5EF4-FFF2-40B4-BE49-F238E27FC236}">
                <a16:creationId xmlns:a16="http://schemas.microsoft.com/office/drawing/2014/main" id="{A5141836-11E2-49FD-877D-53B74514A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24C42-4B05-4EEF-BE14-29041EC9C0E5}"/>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5BADDEB1-F604-408B-B02A-A2814606E6AF}"/>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D8DF7987-332F-4D6C-81C3-990F39C76C96}"/>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71552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TEXT">
  <p:cSld name="BIG TEXT">
    <p:bg>
      <p:bgPr>
        <a:solidFill>
          <a:srgbClr val="FFC39F"/>
        </a:solidFill>
        <a:effectLst/>
      </p:bgPr>
    </p:bg>
    <p:spTree>
      <p:nvGrpSpPr>
        <p:cNvPr id="1" name="Shape 55"/>
        <p:cNvGrpSpPr/>
        <p:nvPr/>
      </p:nvGrpSpPr>
      <p:grpSpPr>
        <a:xfrm>
          <a:off x="0" y="0"/>
          <a:ext cx="0" cy="0"/>
          <a:chOff x="0" y="0"/>
          <a:chExt cx="0" cy="0"/>
        </a:xfrm>
      </p:grpSpPr>
      <p:sp>
        <p:nvSpPr>
          <p:cNvPr id="56" name="Google Shape;56;p11"/>
          <p:cNvSpPr txBox="1">
            <a:spLocks noGrp="1"/>
          </p:cNvSpPr>
          <p:nvPr>
            <p:ph type="title"/>
          </p:nvPr>
        </p:nvSpPr>
        <p:spPr>
          <a:xfrm>
            <a:off x="1104732" y="2827200"/>
            <a:ext cx="4282400" cy="1202400"/>
          </a:xfrm>
          <a:prstGeom prst="rect">
            <a:avLst/>
          </a:prstGeom>
        </p:spPr>
        <p:txBody>
          <a:bodyPr spcFirstLastPara="1" wrap="square" lIns="0" tIns="0" rIns="0" bIns="0" anchor="ctr" anchorCtr="0">
            <a:noAutofit/>
          </a:bodyPr>
          <a:lstStyle>
            <a:lvl1pPr lvl="0" rtl="0">
              <a:spcBef>
                <a:spcPts val="0"/>
              </a:spcBef>
              <a:spcAft>
                <a:spcPts val="0"/>
              </a:spcAft>
              <a:buNone/>
              <a:defRPr sz="6400"/>
            </a:lvl1pPr>
            <a:lvl2pPr lvl="1" algn="ctr" rtl="0">
              <a:spcBef>
                <a:spcPts val="0"/>
              </a:spcBef>
              <a:spcAft>
                <a:spcPts val="0"/>
              </a:spcAft>
              <a:buNone/>
              <a:defRPr>
                <a:solidFill>
                  <a:srgbClr val="FF778A"/>
                </a:solidFill>
              </a:defRPr>
            </a:lvl2pPr>
            <a:lvl3pPr lvl="2" algn="ctr" rtl="0">
              <a:spcBef>
                <a:spcPts val="0"/>
              </a:spcBef>
              <a:spcAft>
                <a:spcPts val="0"/>
              </a:spcAft>
              <a:buNone/>
              <a:defRPr>
                <a:solidFill>
                  <a:srgbClr val="FF778A"/>
                </a:solidFill>
              </a:defRPr>
            </a:lvl3pPr>
            <a:lvl4pPr lvl="3" algn="ctr" rtl="0">
              <a:spcBef>
                <a:spcPts val="0"/>
              </a:spcBef>
              <a:spcAft>
                <a:spcPts val="0"/>
              </a:spcAft>
              <a:buNone/>
              <a:defRPr>
                <a:solidFill>
                  <a:srgbClr val="FF778A"/>
                </a:solidFill>
              </a:defRPr>
            </a:lvl4pPr>
            <a:lvl5pPr lvl="4" algn="ctr" rtl="0">
              <a:spcBef>
                <a:spcPts val="0"/>
              </a:spcBef>
              <a:spcAft>
                <a:spcPts val="0"/>
              </a:spcAft>
              <a:buNone/>
              <a:defRPr>
                <a:solidFill>
                  <a:srgbClr val="FF778A"/>
                </a:solidFill>
              </a:defRPr>
            </a:lvl5pPr>
            <a:lvl6pPr lvl="5" algn="ctr" rtl="0">
              <a:spcBef>
                <a:spcPts val="0"/>
              </a:spcBef>
              <a:spcAft>
                <a:spcPts val="0"/>
              </a:spcAft>
              <a:buNone/>
              <a:defRPr>
                <a:solidFill>
                  <a:srgbClr val="FF778A"/>
                </a:solidFill>
              </a:defRPr>
            </a:lvl6pPr>
            <a:lvl7pPr lvl="6" algn="ctr" rtl="0">
              <a:spcBef>
                <a:spcPts val="0"/>
              </a:spcBef>
              <a:spcAft>
                <a:spcPts val="0"/>
              </a:spcAft>
              <a:buNone/>
              <a:defRPr>
                <a:solidFill>
                  <a:srgbClr val="FF778A"/>
                </a:solidFill>
              </a:defRPr>
            </a:lvl7pPr>
            <a:lvl8pPr lvl="7" algn="ctr" rtl="0">
              <a:spcBef>
                <a:spcPts val="0"/>
              </a:spcBef>
              <a:spcAft>
                <a:spcPts val="0"/>
              </a:spcAft>
              <a:buNone/>
              <a:defRPr>
                <a:solidFill>
                  <a:srgbClr val="FF778A"/>
                </a:solidFill>
              </a:defRPr>
            </a:lvl8pPr>
            <a:lvl9pPr lvl="8" algn="ctr" rtl="0">
              <a:spcBef>
                <a:spcPts val="0"/>
              </a:spcBef>
              <a:spcAft>
                <a:spcPts val="0"/>
              </a:spcAft>
              <a:buNone/>
              <a:defRPr>
                <a:solidFill>
                  <a:srgbClr val="FF778A"/>
                </a:solidFill>
              </a:defRPr>
            </a:lvl9pPr>
          </a:lstStyle>
          <a:p>
            <a:endParaRPr/>
          </a:p>
        </p:txBody>
      </p:sp>
    </p:spTree>
    <p:extLst>
      <p:ext uri="{BB962C8B-B14F-4D97-AF65-F5344CB8AC3E}">
        <p14:creationId xmlns:p14="http://schemas.microsoft.com/office/powerpoint/2010/main" val="1431084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TLE DESIGN">
  <p:cSld name="TITTLE DESIGN">
    <p:bg>
      <p:bgPr>
        <a:solidFill>
          <a:srgbClr val="434343"/>
        </a:solidFill>
        <a:effectLst/>
      </p:bgPr>
    </p:bg>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940000" y="455333"/>
            <a:ext cx="10312000" cy="708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rgbClr val="FFC39F"/>
              </a:buClr>
              <a:buSzPts val="2200"/>
              <a:buNone/>
              <a:defRPr sz="2933" i="0">
                <a:solidFill>
                  <a:srgbClr val="FFC39F"/>
                </a:solidFill>
              </a:defRPr>
            </a:lvl1pPr>
            <a:lvl2pPr lvl="1" algn="ctr" rtl="0">
              <a:spcBef>
                <a:spcPts val="0"/>
              </a:spcBef>
              <a:spcAft>
                <a:spcPts val="0"/>
              </a:spcAft>
              <a:buClr>
                <a:srgbClr val="FFC39F"/>
              </a:buClr>
              <a:buSzPts val="2400"/>
              <a:buNone/>
              <a:defRPr sz="3200">
                <a:solidFill>
                  <a:srgbClr val="FFC39F"/>
                </a:solidFill>
              </a:defRPr>
            </a:lvl2pPr>
            <a:lvl3pPr lvl="2" algn="ctr" rtl="0">
              <a:spcBef>
                <a:spcPts val="0"/>
              </a:spcBef>
              <a:spcAft>
                <a:spcPts val="0"/>
              </a:spcAft>
              <a:buClr>
                <a:srgbClr val="FFC39F"/>
              </a:buClr>
              <a:buSzPts val="2400"/>
              <a:buNone/>
              <a:defRPr sz="3200">
                <a:solidFill>
                  <a:srgbClr val="FFC39F"/>
                </a:solidFill>
              </a:defRPr>
            </a:lvl3pPr>
            <a:lvl4pPr lvl="3" algn="ctr" rtl="0">
              <a:spcBef>
                <a:spcPts val="0"/>
              </a:spcBef>
              <a:spcAft>
                <a:spcPts val="0"/>
              </a:spcAft>
              <a:buClr>
                <a:srgbClr val="FFC39F"/>
              </a:buClr>
              <a:buSzPts val="2400"/>
              <a:buNone/>
              <a:defRPr sz="3200">
                <a:solidFill>
                  <a:srgbClr val="FFC39F"/>
                </a:solidFill>
              </a:defRPr>
            </a:lvl4pPr>
            <a:lvl5pPr lvl="4" algn="ctr" rtl="0">
              <a:spcBef>
                <a:spcPts val="0"/>
              </a:spcBef>
              <a:spcAft>
                <a:spcPts val="0"/>
              </a:spcAft>
              <a:buClr>
                <a:srgbClr val="FFC39F"/>
              </a:buClr>
              <a:buSzPts val="2400"/>
              <a:buNone/>
              <a:defRPr sz="3200">
                <a:solidFill>
                  <a:srgbClr val="FFC39F"/>
                </a:solidFill>
              </a:defRPr>
            </a:lvl5pPr>
            <a:lvl6pPr lvl="5" algn="ctr" rtl="0">
              <a:spcBef>
                <a:spcPts val="0"/>
              </a:spcBef>
              <a:spcAft>
                <a:spcPts val="0"/>
              </a:spcAft>
              <a:buClr>
                <a:srgbClr val="FFC39F"/>
              </a:buClr>
              <a:buSzPts val="2400"/>
              <a:buNone/>
              <a:defRPr sz="3200">
                <a:solidFill>
                  <a:srgbClr val="FFC39F"/>
                </a:solidFill>
              </a:defRPr>
            </a:lvl6pPr>
            <a:lvl7pPr lvl="6" algn="ctr" rtl="0">
              <a:spcBef>
                <a:spcPts val="0"/>
              </a:spcBef>
              <a:spcAft>
                <a:spcPts val="0"/>
              </a:spcAft>
              <a:buClr>
                <a:srgbClr val="FFC39F"/>
              </a:buClr>
              <a:buSzPts val="2400"/>
              <a:buNone/>
              <a:defRPr sz="3200">
                <a:solidFill>
                  <a:srgbClr val="FFC39F"/>
                </a:solidFill>
              </a:defRPr>
            </a:lvl7pPr>
            <a:lvl8pPr lvl="7" algn="ctr" rtl="0">
              <a:spcBef>
                <a:spcPts val="0"/>
              </a:spcBef>
              <a:spcAft>
                <a:spcPts val="0"/>
              </a:spcAft>
              <a:buClr>
                <a:srgbClr val="FFC39F"/>
              </a:buClr>
              <a:buSzPts val="2400"/>
              <a:buNone/>
              <a:defRPr sz="3200">
                <a:solidFill>
                  <a:srgbClr val="FFC39F"/>
                </a:solidFill>
              </a:defRPr>
            </a:lvl8pPr>
            <a:lvl9pPr lvl="8" algn="ctr" rtl="0">
              <a:spcBef>
                <a:spcPts val="0"/>
              </a:spcBef>
              <a:spcAft>
                <a:spcPts val="0"/>
              </a:spcAft>
              <a:buClr>
                <a:srgbClr val="FFC39F"/>
              </a:buClr>
              <a:buSzPts val="2400"/>
              <a:buNone/>
              <a:defRPr sz="3200">
                <a:solidFill>
                  <a:srgbClr val="FFC39F"/>
                </a:solidFill>
              </a:defRPr>
            </a:lvl9pPr>
          </a:lstStyle>
          <a:p>
            <a:endParaRPr/>
          </a:p>
        </p:txBody>
      </p:sp>
    </p:spTree>
    <p:extLst>
      <p:ext uri="{BB962C8B-B14F-4D97-AF65-F5344CB8AC3E}">
        <p14:creationId xmlns:p14="http://schemas.microsoft.com/office/powerpoint/2010/main" val="37012743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TLE DESIGN 1 ">
  <p:cSld name="TITTLE DESIGN 1 ">
    <p:bg>
      <p:bgPr>
        <a:solidFill>
          <a:srgbClr val="FFC39F"/>
        </a:solidFill>
        <a:effectLst/>
      </p:bgPr>
    </p:bg>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544849" y="623969"/>
            <a:ext cx="11394400" cy="5356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2200"/>
              <a:buNone/>
              <a:defRPr sz="2933" i="0"/>
            </a:lvl1pPr>
            <a:lvl2pPr lvl="1" algn="ctr" rtl="0">
              <a:spcBef>
                <a:spcPts val="0"/>
              </a:spcBef>
              <a:spcAft>
                <a:spcPts val="0"/>
              </a:spcAft>
              <a:buSzPts val="3300"/>
              <a:buNone/>
              <a:defRPr sz="4400"/>
            </a:lvl2pPr>
            <a:lvl3pPr lvl="2" algn="ctr" rtl="0">
              <a:spcBef>
                <a:spcPts val="0"/>
              </a:spcBef>
              <a:spcAft>
                <a:spcPts val="0"/>
              </a:spcAft>
              <a:buSzPts val="3300"/>
              <a:buNone/>
              <a:defRPr sz="4400"/>
            </a:lvl3pPr>
            <a:lvl4pPr lvl="3" algn="ctr" rtl="0">
              <a:spcBef>
                <a:spcPts val="0"/>
              </a:spcBef>
              <a:spcAft>
                <a:spcPts val="0"/>
              </a:spcAft>
              <a:buSzPts val="3300"/>
              <a:buNone/>
              <a:defRPr sz="4400"/>
            </a:lvl4pPr>
            <a:lvl5pPr lvl="4" algn="ctr" rtl="0">
              <a:spcBef>
                <a:spcPts val="0"/>
              </a:spcBef>
              <a:spcAft>
                <a:spcPts val="0"/>
              </a:spcAft>
              <a:buSzPts val="3300"/>
              <a:buNone/>
              <a:defRPr sz="4400"/>
            </a:lvl5pPr>
            <a:lvl6pPr lvl="5" algn="ctr" rtl="0">
              <a:spcBef>
                <a:spcPts val="0"/>
              </a:spcBef>
              <a:spcAft>
                <a:spcPts val="0"/>
              </a:spcAft>
              <a:buSzPts val="3300"/>
              <a:buNone/>
              <a:defRPr sz="4400"/>
            </a:lvl6pPr>
            <a:lvl7pPr lvl="6" algn="ctr" rtl="0">
              <a:spcBef>
                <a:spcPts val="0"/>
              </a:spcBef>
              <a:spcAft>
                <a:spcPts val="0"/>
              </a:spcAft>
              <a:buSzPts val="3300"/>
              <a:buNone/>
              <a:defRPr sz="4400"/>
            </a:lvl7pPr>
            <a:lvl8pPr lvl="7" algn="ctr" rtl="0">
              <a:spcBef>
                <a:spcPts val="0"/>
              </a:spcBef>
              <a:spcAft>
                <a:spcPts val="0"/>
              </a:spcAft>
              <a:buSzPts val="3300"/>
              <a:buNone/>
              <a:defRPr sz="4400"/>
            </a:lvl8pPr>
            <a:lvl9pPr lvl="8" algn="ctr" rtl="0">
              <a:spcBef>
                <a:spcPts val="0"/>
              </a:spcBef>
              <a:spcAft>
                <a:spcPts val="0"/>
              </a:spcAft>
              <a:buSzPts val="3300"/>
              <a:buNone/>
              <a:defRPr sz="4400"/>
            </a:lvl9pPr>
          </a:lstStyle>
          <a:p>
            <a:endParaRPr/>
          </a:p>
        </p:txBody>
      </p:sp>
    </p:spTree>
    <p:extLst>
      <p:ext uri="{BB962C8B-B14F-4D97-AF65-F5344CB8AC3E}">
        <p14:creationId xmlns:p14="http://schemas.microsoft.com/office/powerpoint/2010/main" val="3206944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cap="none" spc="0" baseline="0">
                <a:solidFill>
                  <a:schemeClr val="tx1">
                    <a:tint val="75000"/>
                  </a:schemeClr>
                </a:solidFill>
                <a:latin typeface="+mn-lt"/>
              </a:defRPr>
            </a:lvl1pPr>
          </a:lstStyle>
          <a:p>
            <a:fld id="{82EDB8D0-98ED-4B86-9D5F-E61ADC70144D}" type="datetimeFigureOut">
              <a:rPr lang="en-US" smtClean="0"/>
              <a:pPr/>
              <a:t>8/21/23</a:t>
            </a:fld>
            <a:endParaRPr lang="en-US" dirty="0"/>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cap="none" spc="0" baseline="0">
                <a:solidFill>
                  <a:schemeClr val="tx1">
                    <a:tint val="7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00" cap="none" spc="0" baseline="0">
                <a:solidFill>
                  <a:schemeClr val="tx1">
                    <a:tint val="75000"/>
                  </a:schemeClr>
                </a:solidFill>
                <a:latin typeface="+mn-lt"/>
              </a:defRPr>
            </a:lvl1pPr>
          </a:lstStyle>
          <a:p>
            <a:fld id="{4854181D-6920-4594-9A5D-6CE56DC9F8B2}" type="slidenum">
              <a:rPr lang="en-US" smtClean="0"/>
              <a:pPr/>
              <a:t>‹#›</a:t>
            </a:fld>
            <a:endParaRPr lang="en-US"/>
          </a:p>
        </p:txBody>
      </p:sp>
    </p:spTree>
    <p:extLst>
      <p:ext uri="{BB962C8B-B14F-4D97-AF65-F5344CB8AC3E}">
        <p14:creationId xmlns:p14="http://schemas.microsoft.com/office/powerpoint/2010/main" val="365357971"/>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14" r:id="rId5"/>
    <p:sldLayoutId id="2147483715" r:id="rId6"/>
    <p:sldLayoutId id="2147483716" r:id="rId7"/>
    <p:sldLayoutId id="2147483717" r:id="rId8"/>
    <p:sldLayoutId id="2147483718" r:id="rId9"/>
    <p:sldLayoutId id="2147483719" r:id="rId10"/>
    <p:sldLayoutId id="2147483720" r:id="rId11"/>
    <p:sldLayoutId id="2147483726" r:id="rId12"/>
    <p:sldLayoutId id="2147483727" r:id="rId13"/>
    <p:sldLayoutId id="2147483728" r:id="rId14"/>
  </p:sldLayoutIdLs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www.bi.go.id/id/umkm/penelitian/Documents/Profil%20Bisnis%20UMKM.pdf"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medium.com/@mfrauf/mengenal-3-tahap-pertumbuhan-dalam-startup-7b48ad9df270" TargetMode="Externa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hyperlink" Target="https://zahirerp.com/id/blog/formula-keberhasilan-di-setiap-fase-bisni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hyperlink" Target="https://nealcabage.com/framework/business-model-archetype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30EBA3-4D2E-42E8-B828-834555328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Arc 10">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5836" y="775849"/>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33315F1-7F87-AE9F-D73D-EBBBB3764933}"/>
              </a:ext>
            </a:extLst>
          </p:cNvPr>
          <p:cNvSpPr>
            <a:spLocks noGrp="1"/>
          </p:cNvSpPr>
          <p:nvPr>
            <p:ph type="ctrTitle"/>
          </p:nvPr>
        </p:nvSpPr>
        <p:spPr>
          <a:xfrm>
            <a:off x="6417732" y="957715"/>
            <a:ext cx="5130798" cy="2750419"/>
          </a:xfrm>
        </p:spPr>
        <p:txBody>
          <a:bodyPr>
            <a:normAutofit/>
          </a:bodyPr>
          <a:lstStyle/>
          <a:p>
            <a:r>
              <a:rPr lang="id-ID" sz="4000" dirty="0" err="1"/>
              <a:t>Introducation</a:t>
            </a:r>
            <a:endParaRPr lang="id-ID" sz="4000" dirty="0"/>
          </a:p>
        </p:txBody>
      </p:sp>
      <p:sp>
        <p:nvSpPr>
          <p:cNvPr id="3" name="Subtitle 2">
            <a:extLst>
              <a:ext uri="{FF2B5EF4-FFF2-40B4-BE49-F238E27FC236}">
                <a16:creationId xmlns:a16="http://schemas.microsoft.com/office/drawing/2014/main" id="{0C1DFA0A-9782-8FF2-288B-153AA2A87D70}"/>
              </a:ext>
            </a:extLst>
          </p:cNvPr>
          <p:cNvSpPr>
            <a:spLocks noGrp="1"/>
          </p:cNvSpPr>
          <p:nvPr>
            <p:ph type="subTitle" idx="1"/>
          </p:nvPr>
        </p:nvSpPr>
        <p:spPr>
          <a:xfrm>
            <a:off x="6417732" y="3800209"/>
            <a:ext cx="5130798" cy="2307022"/>
          </a:xfrm>
        </p:spPr>
        <p:txBody>
          <a:bodyPr>
            <a:normAutofit/>
          </a:bodyPr>
          <a:lstStyle/>
          <a:p>
            <a:r>
              <a:rPr lang="id-ID" dirty="0"/>
              <a:t>Minggu 1</a:t>
            </a:r>
          </a:p>
          <a:p>
            <a:endParaRPr lang="id-ID" dirty="0"/>
          </a:p>
          <a:p>
            <a:endParaRPr lang="id-ID" dirty="0"/>
          </a:p>
          <a:p>
            <a:endParaRPr lang="id-ID" dirty="0"/>
          </a:p>
          <a:p>
            <a:endParaRPr lang="id-ID" dirty="0"/>
          </a:p>
        </p:txBody>
      </p:sp>
      <p:pic>
        <p:nvPicPr>
          <p:cNvPr id="4" name="Picture 3" descr="Colored pencils inside a pencil holder which is on top of a wood table">
            <a:extLst>
              <a:ext uri="{FF2B5EF4-FFF2-40B4-BE49-F238E27FC236}">
                <a16:creationId xmlns:a16="http://schemas.microsoft.com/office/drawing/2014/main" id="{E8DA357A-E8A9-3771-7218-5AA8CBD70EA1}"/>
              </a:ext>
            </a:extLst>
          </p:cNvPr>
          <p:cNvPicPr>
            <a:picLocks noChangeAspect="1"/>
          </p:cNvPicPr>
          <p:nvPr/>
        </p:nvPicPr>
        <p:blipFill>
          <a:blip r:embed="rId2"/>
          <a:stretch>
            <a:fillRect/>
          </a:stretch>
        </p:blipFill>
        <p:spPr>
          <a:xfrm>
            <a:off x="0" y="1476434"/>
            <a:ext cx="5850384" cy="3905131"/>
          </a:xfrm>
          <a:custGeom>
            <a:avLst/>
            <a:gdLst/>
            <a:ahLst/>
            <a:cxnLst/>
            <a:rect l="l" t="t" r="r" b="b"/>
            <a:pathLst>
              <a:path w="6094252" h="6857998">
                <a:moveTo>
                  <a:pt x="0" y="0"/>
                </a:moveTo>
                <a:lnTo>
                  <a:pt x="5898122" y="0"/>
                </a:lnTo>
                <a:cubicBezTo>
                  <a:pt x="6006442" y="0"/>
                  <a:pt x="6094252" y="87810"/>
                  <a:pt x="6094252" y="196130"/>
                </a:cubicBezTo>
                <a:lnTo>
                  <a:pt x="6094252" y="6661869"/>
                </a:lnTo>
                <a:cubicBezTo>
                  <a:pt x="6094252" y="6756649"/>
                  <a:pt x="6027023" y="6835726"/>
                  <a:pt x="5937649" y="6854015"/>
                </a:cubicBezTo>
                <a:lnTo>
                  <a:pt x="5898132" y="6857998"/>
                </a:lnTo>
                <a:lnTo>
                  <a:pt x="0" y="6857998"/>
                </a:lnTo>
                <a:close/>
              </a:path>
            </a:pathLst>
          </a:custGeom>
        </p:spPr>
      </p:pic>
      <p:sp>
        <p:nvSpPr>
          <p:cNvPr id="13" name="Oval 12">
            <a:extLst>
              <a:ext uri="{FF2B5EF4-FFF2-40B4-BE49-F238E27FC236}">
                <a16:creationId xmlns:a16="http://schemas.microsoft.com/office/drawing/2014/main" id="{528AA953-F4F9-4DC5-97C7-491F4AF937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7079" y="5607717"/>
            <a:ext cx="513442" cy="4995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2233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5A632B-B15A-489E-8337-BC0F40DB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Arc 10">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05262" y="859948"/>
            <a:ext cx="2987899" cy="2987899"/>
          </a:xfrm>
          <a:prstGeom prst="arc">
            <a:avLst>
              <a:gd name="adj1" fmla="val 14612914"/>
              <a:gd name="adj2" fmla="val 0"/>
            </a:avLst>
          </a:prstGeom>
          <a:ln w="127000" cap="rnd">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C3172E6-A6CE-BF10-97D4-F37984E70B25}"/>
              </a:ext>
            </a:extLst>
          </p:cNvPr>
          <p:cNvSpPr>
            <a:spLocks noGrp="1"/>
          </p:cNvSpPr>
          <p:nvPr>
            <p:ph type="title"/>
          </p:nvPr>
        </p:nvSpPr>
        <p:spPr>
          <a:xfrm>
            <a:off x="838200" y="643467"/>
            <a:ext cx="2951205" cy="5571066"/>
          </a:xfrm>
        </p:spPr>
        <p:txBody>
          <a:bodyPr>
            <a:normAutofit/>
          </a:bodyPr>
          <a:lstStyle/>
          <a:p>
            <a:r>
              <a:rPr lang="id-ID" dirty="0" err="1">
                <a:solidFill>
                  <a:srgbClr val="FFFFFF"/>
                </a:solidFill>
              </a:rPr>
              <a:t>Outline</a:t>
            </a:r>
            <a:endParaRPr lang="id-ID" dirty="0">
              <a:solidFill>
                <a:srgbClr val="FFFFFF"/>
              </a:solidFill>
            </a:endParaRPr>
          </a:p>
        </p:txBody>
      </p:sp>
      <p:sp>
        <p:nvSpPr>
          <p:cNvPr id="13" name="Rectangle: Rounded Corners 12">
            <a:extLst>
              <a:ext uri="{FF2B5EF4-FFF2-40B4-BE49-F238E27FC236}">
                <a16:creationId xmlns:a16="http://schemas.microsoft.com/office/drawing/2014/main" id="{651547D7-AD18-407B-A5F4-F8225B5DC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5452" y="434266"/>
            <a:ext cx="7217701" cy="5922084"/>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E1B1EABB-3306-F95E-F6EF-4FB64DDAEB3C}"/>
              </a:ext>
            </a:extLst>
          </p:cNvPr>
          <p:cNvGraphicFramePr>
            <a:graphicFrameLocks noGrp="1"/>
          </p:cNvGraphicFramePr>
          <p:nvPr>
            <p:ph idx="1"/>
            <p:extLst>
              <p:ext uri="{D42A27DB-BD31-4B8C-83A1-F6EECF244321}">
                <p14:modId xmlns:p14="http://schemas.microsoft.com/office/powerpoint/2010/main" val="2129176970"/>
              </p:ext>
            </p:extLst>
          </p:nvPr>
        </p:nvGraphicFramePr>
        <p:xfrm>
          <a:off x="4763911" y="609600"/>
          <a:ext cx="6735443" cy="55646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7655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C85BB9-6434-A562-1AAE-241BEE051B8F}"/>
              </a:ext>
            </a:extLst>
          </p:cNvPr>
          <p:cNvSpPr>
            <a:spLocks noGrp="1"/>
          </p:cNvSpPr>
          <p:nvPr>
            <p:ph type="title"/>
          </p:nvPr>
        </p:nvSpPr>
        <p:spPr/>
        <p:txBody>
          <a:bodyPr/>
          <a:lstStyle/>
          <a:p>
            <a:r>
              <a:rPr lang="en-US" dirty="0" err="1"/>
              <a:t>Kewirausahaan</a:t>
            </a:r>
            <a:r>
              <a:rPr lang="en-US" dirty="0"/>
              <a:t> dan </a:t>
            </a:r>
            <a:r>
              <a:rPr lang="en-US" dirty="0" err="1"/>
              <a:t>Wirausaha</a:t>
            </a:r>
            <a:endParaRPr lang="id-ID" dirty="0"/>
          </a:p>
        </p:txBody>
      </p:sp>
      <p:sp>
        <p:nvSpPr>
          <p:cNvPr id="5" name="Text Placeholder 4">
            <a:extLst>
              <a:ext uri="{FF2B5EF4-FFF2-40B4-BE49-F238E27FC236}">
                <a16:creationId xmlns:a16="http://schemas.microsoft.com/office/drawing/2014/main" id="{2D06FF47-D893-CCE8-6953-34DFBFE34F08}"/>
              </a:ext>
            </a:extLst>
          </p:cNvPr>
          <p:cNvSpPr>
            <a:spLocks noGrp="1"/>
          </p:cNvSpPr>
          <p:nvPr>
            <p:ph type="body" idx="1"/>
          </p:nvPr>
        </p:nvSpPr>
        <p:spPr/>
        <p:txBody>
          <a:bodyPr/>
          <a:lstStyle/>
          <a:p>
            <a:endParaRPr lang="id-ID" dirty="0"/>
          </a:p>
        </p:txBody>
      </p:sp>
    </p:spTree>
    <p:extLst>
      <p:ext uri="{BB962C8B-B14F-4D97-AF65-F5344CB8AC3E}">
        <p14:creationId xmlns:p14="http://schemas.microsoft.com/office/powerpoint/2010/main" val="1950333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37"/>
          <p:cNvSpPr txBox="1">
            <a:spLocks noGrp="1"/>
          </p:cNvSpPr>
          <p:nvPr>
            <p:ph type="title"/>
          </p:nvPr>
        </p:nvSpPr>
        <p:spPr>
          <a:xfrm>
            <a:off x="239607" y="1366520"/>
            <a:ext cx="5735320" cy="4993640"/>
          </a:xfrm>
          <a:prstGeom prst="rect">
            <a:avLst/>
          </a:prstGeom>
        </p:spPr>
        <p:txBody>
          <a:bodyPr spcFirstLastPara="1" vert="horz" wrap="square" lIns="0" tIns="0" rIns="0" bIns="0" rtlCol="0" anchor="ctr" anchorCtr="0">
            <a:noAutofit/>
          </a:bodyPr>
          <a:lstStyle/>
          <a:p>
            <a:r>
              <a:rPr lang="en-US" sz="2400" dirty="0"/>
              <a:t>Berwirausaha </a:t>
            </a:r>
            <a:r>
              <a:rPr lang="en-US" sz="2400" b="1" dirty="0" err="1"/>
              <a:t>bukanlah</a:t>
            </a:r>
            <a:r>
              <a:rPr lang="en-US" sz="2400" dirty="0"/>
              <a:t> </a:t>
            </a:r>
            <a:r>
              <a:rPr lang="en-US" sz="2400" dirty="0" err="1"/>
              <a:t>hanya</a:t>
            </a:r>
            <a:r>
              <a:rPr lang="en-US" sz="2400" dirty="0"/>
              <a:t> </a:t>
            </a:r>
            <a:r>
              <a:rPr lang="en-US" sz="2400" dirty="0" err="1"/>
              <a:t>tentang</a:t>
            </a:r>
            <a:r>
              <a:rPr lang="en-US" sz="2400" dirty="0"/>
              <a:t> </a:t>
            </a:r>
            <a:r>
              <a:rPr lang="en-US" sz="2400" dirty="0" err="1"/>
              <a:t>membuat</a:t>
            </a:r>
            <a:r>
              <a:rPr lang="en-US" sz="2400" dirty="0"/>
              <a:t> </a:t>
            </a:r>
            <a:r>
              <a:rPr lang="en-US" sz="2400" dirty="0" err="1"/>
              <a:t>usaha</a:t>
            </a:r>
            <a:r>
              <a:rPr lang="en-US" sz="2400" dirty="0"/>
              <a:t>, </a:t>
            </a:r>
            <a:r>
              <a:rPr lang="en-US" sz="2400" dirty="0" err="1"/>
              <a:t>melainkan</a:t>
            </a:r>
            <a:r>
              <a:rPr lang="en-US" sz="2400" dirty="0"/>
              <a:t> </a:t>
            </a:r>
            <a:r>
              <a:rPr lang="en-US" sz="2400" dirty="0" err="1"/>
              <a:t>termasuk</a:t>
            </a:r>
            <a:r>
              <a:rPr lang="en-US" sz="2400" dirty="0"/>
              <a:t>:</a:t>
            </a:r>
            <a:br>
              <a:rPr lang="id-ID" sz="2400" dirty="0"/>
            </a:br>
            <a:r>
              <a:rPr lang="en-US" sz="2400" dirty="0">
                <a:sym typeface="Symbol" panose="05050102010706020507" pitchFamily="18" charset="2"/>
              </a:rPr>
              <a:t></a:t>
            </a:r>
            <a:r>
              <a:rPr lang="id-ID" sz="2400" dirty="0">
                <a:sym typeface="Symbol" panose="05050102010706020507" pitchFamily="18" charset="2"/>
              </a:rPr>
              <a:t> </a:t>
            </a:r>
            <a:r>
              <a:rPr lang="en-US" sz="2400" dirty="0" err="1"/>
              <a:t>Menciptakan</a:t>
            </a:r>
            <a:r>
              <a:rPr lang="en-US" sz="2400" dirty="0"/>
              <a:t> </a:t>
            </a:r>
            <a:r>
              <a:rPr lang="en-US" sz="2400" dirty="0" err="1"/>
              <a:t>peluang kerja</a:t>
            </a:r>
            <a:br>
              <a:rPr lang="en-US" sz="2400" dirty="0"/>
            </a:br>
            <a:r>
              <a:rPr lang="en-US" sz="2400" dirty="0">
                <a:sym typeface="Symbol" panose="05050102010706020507" pitchFamily="18" charset="2"/>
              </a:rPr>
              <a:t> Adaptif terhadap</a:t>
            </a:r>
            <a:r>
              <a:rPr lang="en-US" sz="2400" dirty="0"/>
              <a:t> </a:t>
            </a:r>
            <a:r>
              <a:rPr lang="en-US" sz="2400" dirty="0" err="1"/>
              <a:t>resiko</a:t>
            </a:r>
            <a:br>
              <a:rPr lang="en-US" sz="2400" dirty="0"/>
            </a:br>
            <a:r>
              <a:rPr lang="en-US" sz="2400" dirty="0">
                <a:sym typeface="Symbol" panose="05050102010706020507" pitchFamily="18" charset="2"/>
              </a:rPr>
              <a:t> </a:t>
            </a:r>
            <a:r>
              <a:rPr lang="id-ID" sz="2400" dirty="0">
                <a:sym typeface="Symbol" panose="05050102010706020507" pitchFamily="18" charset="2"/>
              </a:rPr>
              <a:t>B</a:t>
            </a:r>
            <a:r>
              <a:rPr lang="en-US" sz="2400" dirty="0" err="1"/>
              <a:t>erusaha</a:t>
            </a:r>
            <a:r>
              <a:rPr lang="en-US" sz="2400" dirty="0"/>
              <a:t> </a:t>
            </a:r>
            <a:r>
              <a:rPr lang="en-US" sz="2400" dirty="0" err="1"/>
              <a:t>dengan</a:t>
            </a:r>
            <a:r>
              <a:rPr lang="en-US" sz="2400" dirty="0"/>
              <a:t> </a:t>
            </a:r>
            <a:r>
              <a:rPr lang="en-US" sz="2400" dirty="0" err="1"/>
              <a:t>gigih</a:t>
            </a:r>
            <a:r>
              <a:rPr lang="en-US" sz="2400" dirty="0"/>
              <a:t> </a:t>
            </a:r>
            <a:r>
              <a:rPr lang="en-US" sz="2400" dirty="0" err="1"/>
              <a:t>untuk</a:t>
            </a:r>
            <a:r>
              <a:rPr lang="en-US" sz="2400" dirty="0"/>
              <a:t> </a:t>
            </a:r>
            <a:r>
              <a:rPr lang="id-ID" sz="2400" dirty="0"/>
              <a:t>    </a:t>
            </a:r>
            <a:r>
              <a:rPr lang="en-US" sz="2400" dirty="0" err="1"/>
              <a:t>merealisasikan</a:t>
            </a:r>
            <a:r>
              <a:rPr lang="en-US" sz="2400" dirty="0"/>
              <a:t> </a:t>
            </a:r>
            <a:r>
              <a:rPr lang="en-US" sz="2400" dirty="0" err="1"/>
              <a:t>sebuah</a:t>
            </a:r>
            <a:r>
              <a:rPr lang="en-US" sz="2400" dirty="0"/>
              <a:t> ide </a:t>
            </a:r>
            <a:r>
              <a:rPr lang="en-US" sz="2400" dirty="0" err="1"/>
              <a:t>menjadi</a:t>
            </a:r>
            <a:r>
              <a:rPr lang="en-US" sz="2400" dirty="0"/>
              <a:t> </a:t>
            </a:r>
            <a:br>
              <a:rPr lang="id-ID" sz="2400" dirty="0"/>
            </a:br>
            <a:r>
              <a:rPr lang="en-US" sz="2400" dirty="0" err="1"/>
              <a:t>produk</a:t>
            </a:r>
            <a:r>
              <a:rPr lang="en-US" sz="2400" dirty="0"/>
              <a:t> </a:t>
            </a:r>
            <a:r>
              <a:rPr lang="en-US" sz="2400" dirty="0" err="1"/>
              <a:t>nyata</a:t>
            </a:r>
            <a:br>
              <a:rPr lang="id-ID" sz="2400" dirty="0"/>
            </a:br>
            <a:br>
              <a:rPr lang="en-US" sz="2400" dirty="0"/>
            </a:br>
            <a:r>
              <a:rPr lang="en-US" sz="2400" dirty="0" err="1"/>
              <a:t>Kewirausahaan</a:t>
            </a:r>
            <a:r>
              <a:rPr lang="en-US" sz="2400" dirty="0"/>
              <a:t> </a:t>
            </a:r>
            <a:r>
              <a:rPr lang="en-US" sz="2400" dirty="0" err="1"/>
              <a:t>adalah</a:t>
            </a:r>
            <a:r>
              <a:rPr lang="en-US" sz="2400" dirty="0"/>
              <a:t> </a:t>
            </a:r>
            <a:r>
              <a:rPr lang="en-US" sz="2400" dirty="0" err="1"/>
              <a:t>sebuah</a:t>
            </a:r>
            <a:r>
              <a:rPr lang="en-US" sz="2400" dirty="0"/>
              <a:t> </a:t>
            </a:r>
            <a:r>
              <a:rPr lang="en-US" sz="2400" b="1" dirty="0"/>
              <a:t>proses berkelanjutan</a:t>
            </a:r>
            <a:r>
              <a:rPr lang="en-US" sz="2400" dirty="0"/>
              <a:t> yang </a:t>
            </a:r>
            <a:r>
              <a:rPr lang="en-US" sz="2400" b="1" dirty="0"/>
              <a:t>mengubah ide </a:t>
            </a:r>
            <a:r>
              <a:rPr lang="en-US" sz="2400" b="1" dirty="0" err="1"/>
              <a:t>menjadi</a:t>
            </a:r>
            <a:r>
              <a:rPr lang="en-US" sz="2400" b="1" dirty="0"/>
              <a:t> </a:t>
            </a:r>
            <a:r>
              <a:rPr lang="en-US" sz="2400" b="1" dirty="0" err="1"/>
              <a:t>kenyataan</a:t>
            </a:r>
            <a:r>
              <a:rPr lang="en-US" sz="2400" dirty="0"/>
              <a:t> </a:t>
            </a:r>
            <a:r>
              <a:rPr lang="en-US" sz="2400" dirty="0" err="1"/>
              <a:t>dengan</a:t>
            </a:r>
            <a:r>
              <a:rPr lang="en-US" sz="2400" dirty="0"/>
              <a:t> </a:t>
            </a:r>
            <a:r>
              <a:rPr lang="en-US" sz="2400" dirty="0" err="1"/>
              <a:t>cara</a:t>
            </a:r>
            <a:r>
              <a:rPr lang="en-US" sz="2400" dirty="0"/>
              <a:t> yang </a:t>
            </a:r>
            <a:r>
              <a:rPr lang="en-US" sz="2400" b="1" dirty="0" err="1"/>
              <a:t>inovatif</a:t>
            </a:r>
            <a:br>
              <a:rPr lang="en-US" sz="2400" dirty="0"/>
            </a:br>
            <a:endParaRPr sz="2400" dirty="0">
              <a:solidFill>
                <a:srgbClr val="434343"/>
              </a:solidFill>
            </a:endParaRPr>
          </a:p>
        </p:txBody>
      </p:sp>
      <p:grpSp>
        <p:nvGrpSpPr>
          <p:cNvPr id="914" name="Google Shape;914;p37"/>
          <p:cNvGrpSpPr/>
          <p:nvPr/>
        </p:nvGrpSpPr>
        <p:grpSpPr>
          <a:xfrm>
            <a:off x="5483941" y="-252722"/>
            <a:ext cx="8010696" cy="7945443"/>
            <a:chOff x="4112956" y="-189541"/>
            <a:chExt cx="6008022" cy="5959082"/>
          </a:xfrm>
        </p:grpSpPr>
        <p:sp>
          <p:nvSpPr>
            <p:cNvPr id="915" name="Google Shape;915;p37"/>
            <p:cNvSpPr/>
            <p:nvPr/>
          </p:nvSpPr>
          <p:spPr>
            <a:xfrm rot="-2220259">
              <a:off x="4918498" y="715923"/>
              <a:ext cx="4396938" cy="4148153"/>
            </a:xfrm>
            <a:custGeom>
              <a:avLst/>
              <a:gdLst/>
              <a:ahLst/>
              <a:cxnLst/>
              <a:rect l="l" t="t" r="r" b="b"/>
              <a:pathLst>
                <a:path w="27076" h="25544" extrusionOk="0">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spcFirstLastPara="1" wrap="square" lIns="121900" tIns="121900" rIns="121900" bIns="121900" anchor="ctr" anchorCtr="0">
              <a:noAutofit/>
            </a:bodyPr>
            <a:lstStyle/>
            <a:p>
              <a:endParaRPr sz="2400"/>
            </a:p>
          </p:txBody>
        </p:sp>
        <p:grpSp>
          <p:nvGrpSpPr>
            <p:cNvPr id="916" name="Google Shape;916;p37"/>
            <p:cNvGrpSpPr/>
            <p:nvPr/>
          </p:nvGrpSpPr>
          <p:grpSpPr>
            <a:xfrm>
              <a:off x="4669371" y="858815"/>
              <a:ext cx="3930663" cy="3692672"/>
              <a:chOff x="1010850" y="238125"/>
              <a:chExt cx="5576200" cy="5238575"/>
            </a:xfrm>
          </p:grpSpPr>
          <p:sp>
            <p:nvSpPr>
              <p:cNvPr id="917" name="Google Shape;917;p37"/>
              <p:cNvSpPr/>
              <p:nvPr/>
            </p:nvSpPr>
            <p:spPr>
              <a:xfrm>
                <a:off x="5946225" y="238125"/>
                <a:ext cx="581975" cy="5161025"/>
              </a:xfrm>
              <a:custGeom>
                <a:avLst/>
                <a:gdLst/>
                <a:ahLst/>
                <a:cxnLst/>
                <a:rect l="l" t="t" r="r" b="b"/>
                <a:pathLst>
                  <a:path w="23279" h="206441" extrusionOk="0">
                    <a:moveTo>
                      <a:pt x="11473" y="0"/>
                    </a:moveTo>
                    <a:cubicBezTo>
                      <a:pt x="11103" y="0"/>
                      <a:pt x="10756" y="796"/>
                      <a:pt x="10756" y="1972"/>
                    </a:cubicBezTo>
                    <a:lnTo>
                      <a:pt x="10756" y="27789"/>
                    </a:lnTo>
                    <a:cubicBezTo>
                      <a:pt x="10756" y="28959"/>
                      <a:pt x="10407" y="29755"/>
                      <a:pt x="10038" y="29755"/>
                    </a:cubicBezTo>
                    <a:cubicBezTo>
                      <a:pt x="9884" y="29755"/>
                      <a:pt x="9721" y="29610"/>
                      <a:pt x="9584" y="29288"/>
                    </a:cubicBezTo>
                    <a:lnTo>
                      <a:pt x="6236" y="21456"/>
                    </a:lnTo>
                    <a:cubicBezTo>
                      <a:pt x="6095" y="21130"/>
                      <a:pt x="5937" y="20985"/>
                      <a:pt x="5778" y="20985"/>
                    </a:cubicBezTo>
                    <a:cubicBezTo>
                      <a:pt x="5409" y="20985"/>
                      <a:pt x="5061" y="21782"/>
                      <a:pt x="5061" y="22952"/>
                    </a:cubicBezTo>
                    <a:lnTo>
                      <a:pt x="5061" y="49851"/>
                    </a:lnTo>
                    <a:lnTo>
                      <a:pt x="4744" y="49108"/>
                    </a:lnTo>
                    <a:cubicBezTo>
                      <a:pt x="4582" y="48734"/>
                      <a:pt x="4489" y="48184"/>
                      <a:pt x="4489" y="47607"/>
                    </a:cubicBezTo>
                    <a:lnTo>
                      <a:pt x="4489" y="37245"/>
                    </a:lnTo>
                    <a:cubicBezTo>
                      <a:pt x="4489" y="36664"/>
                      <a:pt x="4401" y="36118"/>
                      <a:pt x="4239" y="35744"/>
                    </a:cubicBezTo>
                    <a:lnTo>
                      <a:pt x="1176" y="28571"/>
                    </a:lnTo>
                    <a:cubicBezTo>
                      <a:pt x="1034" y="28246"/>
                      <a:pt x="872" y="28100"/>
                      <a:pt x="718" y="28100"/>
                    </a:cubicBezTo>
                    <a:cubicBezTo>
                      <a:pt x="348" y="28100"/>
                      <a:pt x="1" y="28897"/>
                      <a:pt x="1" y="30072"/>
                    </a:cubicBezTo>
                    <a:lnTo>
                      <a:pt x="1" y="58318"/>
                    </a:lnTo>
                    <a:cubicBezTo>
                      <a:pt x="1" y="58894"/>
                      <a:pt x="94" y="59444"/>
                      <a:pt x="252" y="59818"/>
                    </a:cubicBezTo>
                    <a:lnTo>
                      <a:pt x="1994" y="63888"/>
                    </a:lnTo>
                    <a:cubicBezTo>
                      <a:pt x="2153" y="64262"/>
                      <a:pt x="2245" y="64813"/>
                      <a:pt x="2245" y="65389"/>
                    </a:cubicBezTo>
                    <a:lnTo>
                      <a:pt x="2245" y="87496"/>
                    </a:lnTo>
                    <a:lnTo>
                      <a:pt x="2311" y="87646"/>
                    </a:lnTo>
                    <a:lnTo>
                      <a:pt x="2311" y="100279"/>
                    </a:lnTo>
                    <a:cubicBezTo>
                      <a:pt x="2311" y="100855"/>
                      <a:pt x="2403" y="101401"/>
                      <a:pt x="2562" y="101775"/>
                    </a:cubicBezTo>
                    <a:lnTo>
                      <a:pt x="3829" y="104741"/>
                    </a:lnTo>
                    <a:cubicBezTo>
                      <a:pt x="3991" y="105115"/>
                      <a:pt x="4080" y="105665"/>
                      <a:pt x="4080" y="106241"/>
                    </a:cubicBezTo>
                    <a:lnTo>
                      <a:pt x="4080" y="113445"/>
                    </a:lnTo>
                    <a:cubicBezTo>
                      <a:pt x="4080" y="114026"/>
                      <a:pt x="4172" y="114572"/>
                      <a:pt x="4335" y="114946"/>
                    </a:cubicBezTo>
                    <a:lnTo>
                      <a:pt x="7626" y="122645"/>
                    </a:lnTo>
                    <a:cubicBezTo>
                      <a:pt x="7785" y="123020"/>
                      <a:pt x="7878" y="123565"/>
                      <a:pt x="7878" y="124146"/>
                    </a:cubicBezTo>
                    <a:lnTo>
                      <a:pt x="7878" y="127117"/>
                    </a:lnTo>
                    <a:cubicBezTo>
                      <a:pt x="7878" y="128291"/>
                      <a:pt x="7529" y="129087"/>
                      <a:pt x="7160" y="129087"/>
                    </a:cubicBezTo>
                    <a:cubicBezTo>
                      <a:pt x="7007" y="129087"/>
                      <a:pt x="6843" y="128939"/>
                      <a:pt x="6707" y="128618"/>
                    </a:cubicBezTo>
                    <a:lnTo>
                      <a:pt x="6140" y="127292"/>
                    </a:lnTo>
                    <a:cubicBezTo>
                      <a:pt x="6003" y="126971"/>
                      <a:pt x="5840" y="126826"/>
                      <a:pt x="5681" y="126826"/>
                    </a:cubicBezTo>
                    <a:cubicBezTo>
                      <a:pt x="5317" y="126826"/>
                      <a:pt x="4968" y="127623"/>
                      <a:pt x="4968" y="128793"/>
                    </a:cubicBezTo>
                    <a:lnTo>
                      <a:pt x="4968" y="157039"/>
                    </a:lnTo>
                    <a:cubicBezTo>
                      <a:pt x="4968" y="157615"/>
                      <a:pt x="5061" y="158166"/>
                      <a:pt x="5220" y="158539"/>
                    </a:cubicBezTo>
                    <a:lnTo>
                      <a:pt x="8287" y="165712"/>
                    </a:lnTo>
                    <a:cubicBezTo>
                      <a:pt x="8423" y="166033"/>
                      <a:pt x="8585" y="166178"/>
                      <a:pt x="8740" y="166178"/>
                    </a:cubicBezTo>
                    <a:cubicBezTo>
                      <a:pt x="9109" y="166178"/>
                      <a:pt x="9457" y="165386"/>
                      <a:pt x="9457" y="164212"/>
                    </a:cubicBezTo>
                    <a:lnTo>
                      <a:pt x="9457" y="147420"/>
                    </a:lnTo>
                    <a:cubicBezTo>
                      <a:pt x="9457" y="146249"/>
                      <a:pt x="9805" y="145452"/>
                      <a:pt x="10175" y="145452"/>
                    </a:cubicBezTo>
                    <a:cubicBezTo>
                      <a:pt x="10328" y="145452"/>
                      <a:pt x="10492" y="145598"/>
                      <a:pt x="10632" y="145919"/>
                    </a:cubicBezTo>
                    <a:lnTo>
                      <a:pt x="10914" y="146588"/>
                    </a:lnTo>
                    <a:cubicBezTo>
                      <a:pt x="11077" y="146962"/>
                      <a:pt x="11169" y="147508"/>
                      <a:pt x="11169" y="148088"/>
                    </a:cubicBezTo>
                    <a:lnTo>
                      <a:pt x="11169" y="152595"/>
                    </a:lnTo>
                    <a:lnTo>
                      <a:pt x="10786" y="151705"/>
                    </a:lnTo>
                    <a:lnTo>
                      <a:pt x="10786" y="184194"/>
                    </a:lnTo>
                    <a:cubicBezTo>
                      <a:pt x="10786" y="184769"/>
                      <a:pt x="10878" y="185319"/>
                      <a:pt x="11037" y="185689"/>
                    </a:cubicBezTo>
                    <a:lnTo>
                      <a:pt x="13827" y="192210"/>
                    </a:lnTo>
                    <a:cubicBezTo>
                      <a:pt x="13985" y="192580"/>
                      <a:pt x="14077" y="193130"/>
                      <a:pt x="14077" y="193707"/>
                    </a:cubicBezTo>
                    <a:lnTo>
                      <a:pt x="14077" y="197302"/>
                    </a:lnTo>
                    <a:cubicBezTo>
                      <a:pt x="14077" y="197878"/>
                      <a:pt x="14170" y="198428"/>
                      <a:pt x="14328" y="198802"/>
                    </a:cubicBezTo>
                    <a:lnTo>
                      <a:pt x="17395" y="205975"/>
                    </a:lnTo>
                    <a:cubicBezTo>
                      <a:pt x="17531" y="206296"/>
                      <a:pt x="17694" y="206441"/>
                      <a:pt x="17848" y="206441"/>
                    </a:cubicBezTo>
                    <a:cubicBezTo>
                      <a:pt x="18218" y="206441"/>
                      <a:pt x="18565" y="205649"/>
                      <a:pt x="18565" y="204475"/>
                    </a:cubicBezTo>
                    <a:lnTo>
                      <a:pt x="18565" y="176229"/>
                    </a:lnTo>
                    <a:cubicBezTo>
                      <a:pt x="18565" y="175652"/>
                      <a:pt x="18473" y="175102"/>
                      <a:pt x="18315" y="174728"/>
                    </a:cubicBezTo>
                    <a:lnTo>
                      <a:pt x="15908" y="169100"/>
                    </a:lnTo>
                    <a:cubicBezTo>
                      <a:pt x="15750" y="168726"/>
                      <a:pt x="15657" y="168180"/>
                      <a:pt x="15657" y="167599"/>
                    </a:cubicBezTo>
                    <a:lnTo>
                      <a:pt x="15657" y="149285"/>
                    </a:lnTo>
                    <a:cubicBezTo>
                      <a:pt x="15657" y="148111"/>
                      <a:pt x="16004" y="147314"/>
                      <a:pt x="16374" y="147314"/>
                    </a:cubicBezTo>
                    <a:cubicBezTo>
                      <a:pt x="16528" y="147314"/>
                      <a:pt x="16691" y="147459"/>
                      <a:pt x="16828" y="147785"/>
                    </a:cubicBezTo>
                    <a:lnTo>
                      <a:pt x="17083" y="148379"/>
                    </a:lnTo>
                    <a:cubicBezTo>
                      <a:pt x="17241" y="148748"/>
                      <a:pt x="17334" y="149299"/>
                      <a:pt x="17334" y="149875"/>
                    </a:cubicBezTo>
                    <a:lnTo>
                      <a:pt x="17334" y="165659"/>
                    </a:lnTo>
                    <a:cubicBezTo>
                      <a:pt x="17334" y="166235"/>
                      <a:pt x="17426" y="166781"/>
                      <a:pt x="17584" y="167155"/>
                    </a:cubicBezTo>
                    <a:lnTo>
                      <a:pt x="20651" y="174328"/>
                    </a:lnTo>
                    <a:cubicBezTo>
                      <a:pt x="20788" y="174653"/>
                      <a:pt x="20951" y="174799"/>
                      <a:pt x="21109" y="174799"/>
                    </a:cubicBezTo>
                    <a:cubicBezTo>
                      <a:pt x="21475" y="174799"/>
                      <a:pt x="21822" y="174002"/>
                      <a:pt x="21822" y="172827"/>
                    </a:cubicBezTo>
                    <a:lnTo>
                      <a:pt x="21822" y="144581"/>
                    </a:lnTo>
                    <a:cubicBezTo>
                      <a:pt x="21822" y="144005"/>
                      <a:pt x="21729" y="143455"/>
                      <a:pt x="21571" y="143086"/>
                    </a:cubicBezTo>
                    <a:lnTo>
                      <a:pt x="18187" y="135160"/>
                    </a:lnTo>
                    <a:cubicBezTo>
                      <a:pt x="18025" y="134786"/>
                      <a:pt x="17932" y="134241"/>
                      <a:pt x="17932" y="133665"/>
                    </a:cubicBezTo>
                    <a:lnTo>
                      <a:pt x="17932" y="132767"/>
                    </a:lnTo>
                    <a:lnTo>
                      <a:pt x="18346" y="133730"/>
                    </a:lnTo>
                    <a:lnTo>
                      <a:pt x="18346" y="133458"/>
                    </a:lnTo>
                    <a:cubicBezTo>
                      <a:pt x="18346" y="132287"/>
                      <a:pt x="18693" y="131490"/>
                      <a:pt x="19063" y="131490"/>
                    </a:cubicBezTo>
                    <a:cubicBezTo>
                      <a:pt x="19217" y="131490"/>
                      <a:pt x="19380" y="131636"/>
                      <a:pt x="19516" y="131961"/>
                    </a:cubicBezTo>
                    <a:lnTo>
                      <a:pt x="22108" y="138017"/>
                    </a:lnTo>
                    <a:cubicBezTo>
                      <a:pt x="22245" y="138342"/>
                      <a:pt x="22407" y="138487"/>
                      <a:pt x="22566" y="138487"/>
                    </a:cubicBezTo>
                    <a:cubicBezTo>
                      <a:pt x="22931" y="138487"/>
                      <a:pt x="23279" y="137690"/>
                      <a:pt x="23279" y="136520"/>
                    </a:cubicBezTo>
                    <a:lnTo>
                      <a:pt x="23279" y="97441"/>
                    </a:lnTo>
                    <a:cubicBezTo>
                      <a:pt x="23279" y="96864"/>
                      <a:pt x="23186" y="96314"/>
                      <a:pt x="23027" y="95940"/>
                    </a:cubicBezTo>
                    <a:lnTo>
                      <a:pt x="19357" y="87351"/>
                    </a:lnTo>
                    <a:cubicBezTo>
                      <a:pt x="19195" y="86982"/>
                      <a:pt x="19103" y="86431"/>
                      <a:pt x="19103" y="85855"/>
                    </a:cubicBezTo>
                    <a:lnTo>
                      <a:pt x="19103" y="71598"/>
                    </a:lnTo>
                    <a:cubicBezTo>
                      <a:pt x="19103" y="70428"/>
                      <a:pt x="19455" y="69630"/>
                      <a:pt x="19820" y="69630"/>
                    </a:cubicBezTo>
                    <a:cubicBezTo>
                      <a:pt x="19978" y="69630"/>
                      <a:pt x="20137" y="69776"/>
                      <a:pt x="20277" y="70101"/>
                    </a:cubicBezTo>
                    <a:lnTo>
                      <a:pt x="21443" y="72825"/>
                    </a:lnTo>
                    <a:cubicBezTo>
                      <a:pt x="21580" y="73151"/>
                      <a:pt x="21743" y="73296"/>
                      <a:pt x="21901" y="73296"/>
                    </a:cubicBezTo>
                    <a:cubicBezTo>
                      <a:pt x="22267" y="73296"/>
                      <a:pt x="22614" y="72500"/>
                      <a:pt x="22614" y="71325"/>
                    </a:cubicBezTo>
                    <a:lnTo>
                      <a:pt x="22614" y="43080"/>
                    </a:lnTo>
                    <a:cubicBezTo>
                      <a:pt x="22614" y="42503"/>
                      <a:pt x="22521" y="41953"/>
                      <a:pt x="22363" y="41583"/>
                    </a:cubicBezTo>
                    <a:lnTo>
                      <a:pt x="19296" y="34410"/>
                    </a:lnTo>
                    <a:cubicBezTo>
                      <a:pt x="19160" y="34085"/>
                      <a:pt x="18997" y="33940"/>
                      <a:pt x="18839" y="33940"/>
                    </a:cubicBezTo>
                    <a:cubicBezTo>
                      <a:pt x="18473" y="33940"/>
                      <a:pt x="18126" y="34736"/>
                      <a:pt x="18126" y="35907"/>
                    </a:cubicBezTo>
                    <a:lnTo>
                      <a:pt x="18126" y="43224"/>
                    </a:lnTo>
                    <a:cubicBezTo>
                      <a:pt x="18126" y="44395"/>
                      <a:pt x="17779" y="45192"/>
                      <a:pt x="17409" y="45192"/>
                    </a:cubicBezTo>
                    <a:cubicBezTo>
                      <a:pt x="17251" y="45192"/>
                      <a:pt x="17092" y="45046"/>
                      <a:pt x="16951" y="44721"/>
                    </a:cubicBezTo>
                    <a:cubicBezTo>
                      <a:pt x="16792" y="44347"/>
                      <a:pt x="16700" y="43801"/>
                      <a:pt x="16700" y="43224"/>
                    </a:cubicBezTo>
                    <a:lnTo>
                      <a:pt x="16700" y="12549"/>
                    </a:lnTo>
                    <a:cubicBezTo>
                      <a:pt x="16700" y="11969"/>
                      <a:pt x="16607" y="11424"/>
                      <a:pt x="16449" y="11050"/>
                    </a:cubicBezTo>
                    <a:lnTo>
                      <a:pt x="11926" y="471"/>
                    </a:lnTo>
                    <a:cubicBezTo>
                      <a:pt x="11790" y="146"/>
                      <a:pt x="11627" y="0"/>
                      <a:pt x="11473" y="0"/>
                    </a:cubicBezTo>
                    <a:close/>
                  </a:path>
                </a:pathLst>
              </a:custGeom>
              <a:solidFill>
                <a:srgbClr val="FFC39F"/>
              </a:solidFill>
              <a:ln>
                <a:noFill/>
              </a:ln>
            </p:spPr>
            <p:txBody>
              <a:bodyPr spcFirstLastPara="1" wrap="square" lIns="121900" tIns="121900" rIns="121900" bIns="121900" anchor="ctr" anchorCtr="0">
                <a:noAutofit/>
              </a:bodyPr>
              <a:lstStyle/>
              <a:p>
                <a:endParaRPr sz="2400"/>
              </a:p>
            </p:txBody>
          </p:sp>
          <p:sp>
            <p:nvSpPr>
              <p:cNvPr id="918" name="Google Shape;918;p37"/>
              <p:cNvSpPr/>
              <p:nvPr/>
            </p:nvSpPr>
            <p:spPr>
              <a:xfrm>
                <a:off x="5992775" y="315600"/>
                <a:ext cx="581950" cy="5161100"/>
              </a:xfrm>
              <a:custGeom>
                <a:avLst/>
                <a:gdLst/>
                <a:ahLst/>
                <a:cxnLst/>
                <a:rect l="l" t="t" r="r" b="b"/>
                <a:pathLst>
                  <a:path w="23278" h="206444" extrusionOk="0">
                    <a:moveTo>
                      <a:pt x="11470" y="0"/>
                    </a:moveTo>
                    <a:cubicBezTo>
                      <a:pt x="11103" y="0"/>
                      <a:pt x="10754" y="798"/>
                      <a:pt x="10754" y="1970"/>
                    </a:cubicBezTo>
                    <a:lnTo>
                      <a:pt x="10754" y="27787"/>
                    </a:lnTo>
                    <a:cubicBezTo>
                      <a:pt x="10754" y="28961"/>
                      <a:pt x="10405" y="29758"/>
                      <a:pt x="10037" y="29758"/>
                    </a:cubicBezTo>
                    <a:cubicBezTo>
                      <a:pt x="9879" y="29758"/>
                      <a:pt x="9718" y="29612"/>
                      <a:pt x="9580" y="29288"/>
                    </a:cubicBezTo>
                    <a:lnTo>
                      <a:pt x="6231" y="21455"/>
                    </a:lnTo>
                    <a:cubicBezTo>
                      <a:pt x="6093" y="21130"/>
                      <a:pt x="5932" y="20984"/>
                      <a:pt x="5775" y="20984"/>
                    </a:cubicBezTo>
                    <a:cubicBezTo>
                      <a:pt x="5408" y="20984"/>
                      <a:pt x="5060" y="21780"/>
                      <a:pt x="5060" y="22951"/>
                    </a:cubicBezTo>
                    <a:lnTo>
                      <a:pt x="5060" y="49855"/>
                    </a:lnTo>
                    <a:lnTo>
                      <a:pt x="4739" y="49106"/>
                    </a:lnTo>
                    <a:cubicBezTo>
                      <a:pt x="4581" y="48732"/>
                      <a:pt x="4489" y="48187"/>
                      <a:pt x="4489" y="47611"/>
                    </a:cubicBezTo>
                    <a:lnTo>
                      <a:pt x="4489" y="37243"/>
                    </a:lnTo>
                    <a:cubicBezTo>
                      <a:pt x="4489" y="36667"/>
                      <a:pt x="4396" y="36116"/>
                      <a:pt x="4237" y="35742"/>
                    </a:cubicBezTo>
                    <a:lnTo>
                      <a:pt x="1171" y="28575"/>
                    </a:lnTo>
                    <a:cubicBezTo>
                      <a:pt x="1032" y="28250"/>
                      <a:pt x="872" y="28105"/>
                      <a:pt x="715" y="28105"/>
                    </a:cubicBezTo>
                    <a:cubicBezTo>
                      <a:pt x="348" y="28105"/>
                      <a:pt x="0" y="28900"/>
                      <a:pt x="0" y="30070"/>
                    </a:cubicBezTo>
                    <a:lnTo>
                      <a:pt x="0" y="58316"/>
                    </a:lnTo>
                    <a:cubicBezTo>
                      <a:pt x="0" y="58897"/>
                      <a:pt x="92" y="59443"/>
                      <a:pt x="251" y="59817"/>
                    </a:cubicBezTo>
                    <a:lnTo>
                      <a:pt x="1993" y="63891"/>
                    </a:lnTo>
                    <a:cubicBezTo>
                      <a:pt x="2152" y="64266"/>
                      <a:pt x="2245" y="64811"/>
                      <a:pt x="2245" y="65388"/>
                    </a:cubicBezTo>
                    <a:lnTo>
                      <a:pt x="2245" y="87494"/>
                    </a:lnTo>
                    <a:lnTo>
                      <a:pt x="2310" y="87649"/>
                    </a:lnTo>
                    <a:lnTo>
                      <a:pt x="2310" y="100278"/>
                    </a:lnTo>
                    <a:cubicBezTo>
                      <a:pt x="2310" y="100854"/>
                      <a:pt x="2399" y="101404"/>
                      <a:pt x="2561" y="101774"/>
                    </a:cubicBezTo>
                    <a:lnTo>
                      <a:pt x="3829" y="104744"/>
                    </a:lnTo>
                    <a:cubicBezTo>
                      <a:pt x="3987" y="105114"/>
                      <a:pt x="4079" y="105664"/>
                      <a:pt x="4079" y="106240"/>
                    </a:cubicBezTo>
                    <a:lnTo>
                      <a:pt x="4079" y="113448"/>
                    </a:lnTo>
                    <a:cubicBezTo>
                      <a:pt x="4079" y="114024"/>
                      <a:pt x="4172" y="114574"/>
                      <a:pt x="4330" y="114944"/>
                    </a:cubicBezTo>
                    <a:lnTo>
                      <a:pt x="7621" y="122645"/>
                    </a:lnTo>
                    <a:cubicBezTo>
                      <a:pt x="7785" y="123019"/>
                      <a:pt x="7877" y="123569"/>
                      <a:pt x="7877" y="124146"/>
                    </a:cubicBezTo>
                    <a:lnTo>
                      <a:pt x="7877" y="127120"/>
                    </a:lnTo>
                    <a:cubicBezTo>
                      <a:pt x="7877" y="128291"/>
                      <a:pt x="7527" y="129086"/>
                      <a:pt x="7159" y="129086"/>
                    </a:cubicBezTo>
                    <a:cubicBezTo>
                      <a:pt x="7002" y="129086"/>
                      <a:pt x="6841" y="128941"/>
                      <a:pt x="6702" y="128616"/>
                    </a:cubicBezTo>
                    <a:lnTo>
                      <a:pt x="6138" y="127296"/>
                    </a:lnTo>
                    <a:cubicBezTo>
                      <a:pt x="6000" y="126971"/>
                      <a:pt x="5839" y="126826"/>
                      <a:pt x="5682" y="126826"/>
                    </a:cubicBezTo>
                    <a:cubicBezTo>
                      <a:pt x="5314" y="126826"/>
                      <a:pt x="4964" y="127621"/>
                      <a:pt x="4964" y="128792"/>
                    </a:cubicBezTo>
                    <a:lnTo>
                      <a:pt x="4964" y="157042"/>
                    </a:lnTo>
                    <a:cubicBezTo>
                      <a:pt x="4964" y="157618"/>
                      <a:pt x="5056" y="158164"/>
                      <a:pt x="5219" y="158538"/>
                    </a:cubicBezTo>
                    <a:lnTo>
                      <a:pt x="8281" y="165711"/>
                    </a:lnTo>
                    <a:cubicBezTo>
                      <a:pt x="8420" y="166035"/>
                      <a:pt x="8581" y="166181"/>
                      <a:pt x="8738" y="166181"/>
                    </a:cubicBezTo>
                    <a:cubicBezTo>
                      <a:pt x="9107" y="166181"/>
                      <a:pt x="9457" y="165385"/>
                      <a:pt x="9457" y="164210"/>
                    </a:cubicBezTo>
                    <a:lnTo>
                      <a:pt x="9457" y="147418"/>
                    </a:lnTo>
                    <a:cubicBezTo>
                      <a:pt x="9457" y="146248"/>
                      <a:pt x="9804" y="145452"/>
                      <a:pt x="10171" y="145452"/>
                    </a:cubicBezTo>
                    <a:cubicBezTo>
                      <a:pt x="10328" y="145452"/>
                      <a:pt x="10488" y="145598"/>
                      <a:pt x="10627" y="145922"/>
                    </a:cubicBezTo>
                    <a:lnTo>
                      <a:pt x="10913" y="146587"/>
                    </a:lnTo>
                    <a:cubicBezTo>
                      <a:pt x="11071" y="146961"/>
                      <a:pt x="11164" y="147511"/>
                      <a:pt x="11164" y="148087"/>
                    </a:cubicBezTo>
                    <a:lnTo>
                      <a:pt x="11164" y="152593"/>
                    </a:lnTo>
                    <a:lnTo>
                      <a:pt x="10785" y="151704"/>
                    </a:lnTo>
                    <a:lnTo>
                      <a:pt x="10785" y="184192"/>
                    </a:lnTo>
                    <a:cubicBezTo>
                      <a:pt x="10785" y="184769"/>
                      <a:pt x="10878" y="185319"/>
                      <a:pt x="11036" y="185693"/>
                    </a:cubicBezTo>
                    <a:lnTo>
                      <a:pt x="13821" y="192210"/>
                    </a:lnTo>
                    <a:cubicBezTo>
                      <a:pt x="13980" y="192584"/>
                      <a:pt x="14073" y="193129"/>
                      <a:pt x="14073" y="193709"/>
                    </a:cubicBezTo>
                    <a:lnTo>
                      <a:pt x="14073" y="197305"/>
                    </a:lnTo>
                    <a:cubicBezTo>
                      <a:pt x="14073" y="197881"/>
                      <a:pt x="14165" y="198427"/>
                      <a:pt x="14327" y="198801"/>
                    </a:cubicBezTo>
                    <a:lnTo>
                      <a:pt x="17390" y="205974"/>
                    </a:lnTo>
                    <a:cubicBezTo>
                      <a:pt x="17528" y="206298"/>
                      <a:pt x="17690" y="206444"/>
                      <a:pt x="17847" y="206444"/>
                    </a:cubicBezTo>
                    <a:cubicBezTo>
                      <a:pt x="18216" y="206444"/>
                      <a:pt x="18565" y="205649"/>
                      <a:pt x="18565" y="204477"/>
                    </a:cubicBezTo>
                    <a:lnTo>
                      <a:pt x="18565" y="176227"/>
                    </a:lnTo>
                    <a:cubicBezTo>
                      <a:pt x="18565" y="175651"/>
                      <a:pt x="18472" y="175106"/>
                      <a:pt x="18314" y="174732"/>
                    </a:cubicBezTo>
                    <a:lnTo>
                      <a:pt x="15907" y="169099"/>
                    </a:lnTo>
                    <a:cubicBezTo>
                      <a:pt x="15744" y="168725"/>
                      <a:pt x="15653" y="168179"/>
                      <a:pt x="15653" y="167603"/>
                    </a:cubicBezTo>
                    <a:lnTo>
                      <a:pt x="15653" y="149284"/>
                    </a:lnTo>
                    <a:cubicBezTo>
                      <a:pt x="15653" y="148112"/>
                      <a:pt x="16003" y="147314"/>
                      <a:pt x="16371" y="147314"/>
                    </a:cubicBezTo>
                    <a:cubicBezTo>
                      <a:pt x="16528" y="147314"/>
                      <a:pt x="16689" y="147460"/>
                      <a:pt x="16827" y="147784"/>
                    </a:cubicBezTo>
                    <a:lnTo>
                      <a:pt x="17078" y="148377"/>
                    </a:lnTo>
                    <a:cubicBezTo>
                      <a:pt x="17241" y="148752"/>
                      <a:pt x="17333" y="149297"/>
                      <a:pt x="17333" y="149874"/>
                    </a:cubicBezTo>
                    <a:lnTo>
                      <a:pt x="17333" y="165658"/>
                    </a:lnTo>
                    <a:cubicBezTo>
                      <a:pt x="17333" y="166235"/>
                      <a:pt x="17426" y="166785"/>
                      <a:pt x="17584" y="167154"/>
                    </a:cubicBezTo>
                    <a:lnTo>
                      <a:pt x="20651" y="174326"/>
                    </a:lnTo>
                    <a:cubicBezTo>
                      <a:pt x="20789" y="174651"/>
                      <a:pt x="20950" y="174797"/>
                      <a:pt x="21107" y="174797"/>
                    </a:cubicBezTo>
                    <a:cubicBezTo>
                      <a:pt x="21474" y="174797"/>
                      <a:pt x="21821" y="174001"/>
                      <a:pt x="21821" y="172831"/>
                    </a:cubicBezTo>
                    <a:lnTo>
                      <a:pt x="21821" y="144581"/>
                    </a:lnTo>
                    <a:cubicBezTo>
                      <a:pt x="21821" y="144004"/>
                      <a:pt x="21729" y="143458"/>
                      <a:pt x="21571" y="143084"/>
                    </a:cubicBezTo>
                    <a:lnTo>
                      <a:pt x="18182" y="135164"/>
                    </a:lnTo>
                    <a:cubicBezTo>
                      <a:pt x="18023" y="134790"/>
                      <a:pt x="17932" y="134240"/>
                      <a:pt x="17932" y="133663"/>
                    </a:cubicBezTo>
                    <a:lnTo>
                      <a:pt x="17932" y="132770"/>
                    </a:lnTo>
                    <a:lnTo>
                      <a:pt x="18346" y="133734"/>
                    </a:lnTo>
                    <a:lnTo>
                      <a:pt x="18346" y="133460"/>
                    </a:lnTo>
                    <a:cubicBezTo>
                      <a:pt x="18346" y="132287"/>
                      <a:pt x="18693" y="131490"/>
                      <a:pt x="19059" y="131490"/>
                    </a:cubicBezTo>
                    <a:cubicBezTo>
                      <a:pt x="19216" y="131490"/>
                      <a:pt x="19377" y="131636"/>
                      <a:pt x="19516" y="131961"/>
                    </a:cubicBezTo>
                    <a:lnTo>
                      <a:pt x="22103" y="138019"/>
                    </a:lnTo>
                    <a:cubicBezTo>
                      <a:pt x="22243" y="138343"/>
                      <a:pt x="22404" y="138489"/>
                      <a:pt x="22561" y="138489"/>
                    </a:cubicBezTo>
                    <a:cubicBezTo>
                      <a:pt x="22930" y="138489"/>
                      <a:pt x="23277" y="137691"/>
                      <a:pt x="23277" y="136519"/>
                    </a:cubicBezTo>
                    <a:lnTo>
                      <a:pt x="23277" y="97440"/>
                    </a:lnTo>
                    <a:cubicBezTo>
                      <a:pt x="23277" y="96863"/>
                      <a:pt x="23186" y="96313"/>
                      <a:pt x="23027" y="95943"/>
                    </a:cubicBezTo>
                    <a:lnTo>
                      <a:pt x="19353" y="87354"/>
                    </a:lnTo>
                    <a:cubicBezTo>
                      <a:pt x="19195" y="86980"/>
                      <a:pt x="19102" y="86430"/>
                      <a:pt x="19102" y="85853"/>
                    </a:cubicBezTo>
                    <a:lnTo>
                      <a:pt x="19102" y="71596"/>
                    </a:lnTo>
                    <a:cubicBezTo>
                      <a:pt x="19102" y="70426"/>
                      <a:pt x="19449" y="69631"/>
                      <a:pt x="19818" y="69631"/>
                    </a:cubicBezTo>
                    <a:cubicBezTo>
                      <a:pt x="19975" y="69631"/>
                      <a:pt x="20137" y="69776"/>
                      <a:pt x="20277" y="70101"/>
                    </a:cubicBezTo>
                    <a:lnTo>
                      <a:pt x="21439" y="72825"/>
                    </a:lnTo>
                    <a:cubicBezTo>
                      <a:pt x="21577" y="73149"/>
                      <a:pt x="21738" y="73295"/>
                      <a:pt x="21895" y="73295"/>
                    </a:cubicBezTo>
                    <a:cubicBezTo>
                      <a:pt x="22263" y="73295"/>
                      <a:pt x="22613" y="72499"/>
                      <a:pt x="22613" y="71328"/>
                    </a:cubicBezTo>
                    <a:lnTo>
                      <a:pt x="22613" y="43082"/>
                    </a:lnTo>
                    <a:cubicBezTo>
                      <a:pt x="22613" y="42501"/>
                      <a:pt x="22521" y="41956"/>
                      <a:pt x="22363" y="41582"/>
                    </a:cubicBezTo>
                    <a:lnTo>
                      <a:pt x="19296" y="34410"/>
                    </a:lnTo>
                    <a:cubicBezTo>
                      <a:pt x="19157" y="34085"/>
                      <a:pt x="18996" y="33940"/>
                      <a:pt x="18839" y="33940"/>
                    </a:cubicBezTo>
                    <a:cubicBezTo>
                      <a:pt x="18470" y="33940"/>
                      <a:pt x="18121" y="34736"/>
                      <a:pt x="18121" y="35910"/>
                    </a:cubicBezTo>
                    <a:lnTo>
                      <a:pt x="18121" y="43224"/>
                    </a:lnTo>
                    <a:cubicBezTo>
                      <a:pt x="18121" y="44395"/>
                      <a:pt x="17773" y="45191"/>
                      <a:pt x="17405" y="45191"/>
                    </a:cubicBezTo>
                    <a:cubicBezTo>
                      <a:pt x="17249" y="45191"/>
                      <a:pt x="17089" y="45046"/>
                      <a:pt x="16950" y="44723"/>
                    </a:cubicBezTo>
                    <a:cubicBezTo>
                      <a:pt x="16792" y="44349"/>
                      <a:pt x="16699" y="43799"/>
                      <a:pt x="16699" y="43224"/>
                    </a:cubicBezTo>
                    <a:lnTo>
                      <a:pt x="16699" y="12549"/>
                    </a:lnTo>
                    <a:cubicBezTo>
                      <a:pt x="16699" y="11972"/>
                      <a:pt x="16607" y="11422"/>
                      <a:pt x="16449" y="11048"/>
                    </a:cubicBezTo>
                    <a:lnTo>
                      <a:pt x="11925" y="469"/>
                    </a:lnTo>
                    <a:cubicBezTo>
                      <a:pt x="11787" y="146"/>
                      <a:pt x="11626" y="0"/>
                      <a:pt x="11470"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19" name="Google Shape;919;p37"/>
              <p:cNvSpPr/>
              <p:nvPr/>
            </p:nvSpPr>
            <p:spPr>
              <a:xfrm>
                <a:off x="3458950" y="4072475"/>
                <a:ext cx="279125" cy="471025"/>
              </a:xfrm>
              <a:custGeom>
                <a:avLst/>
                <a:gdLst/>
                <a:ahLst/>
                <a:cxnLst/>
                <a:rect l="l" t="t" r="r" b="b"/>
                <a:pathLst>
                  <a:path w="11165" h="18841" extrusionOk="0">
                    <a:moveTo>
                      <a:pt x="7540" y="0"/>
                    </a:moveTo>
                    <a:cubicBezTo>
                      <a:pt x="6608" y="0"/>
                      <a:pt x="5373" y="492"/>
                      <a:pt x="5373" y="492"/>
                    </a:cubicBezTo>
                    <a:lnTo>
                      <a:pt x="1735" y="6662"/>
                    </a:lnTo>
                    <a:lnTo>
                      <a:pt x="4053" y="11027"/>
                    </a:lnTo>
                    <a:cubicBezTo>
                      <a:pt x="4053" y="11027"/>
                      <a:pt x="0" y="18840"/>
                      <a:pt x="1739" y="18840"/>
                    </a:cubicBezTo>
                    <a:cubicBezTo>
                      <a:pt x="1759" y="18840"/>
                      <a:pt x="1779" y="18839"/>
                      <a:pt x="1801" y="18837"/>
                    </a:cubicBezTo>
                    <a:cubicBezTo>
                      <a:pt x="3689" y="18661"/>
                      <a:pt x="6918" y="12844"/>
                      <a:pt x="7503" y="11796"/>
                    </a:cubicBezTo>
                    <a:cubicBezTo>
                      <a:pt x="8093" y="10749"/>
                      <a:pt x="8775" y="5042"/>
                      <a:pt x="8775" y="5042"/>
                    </a:cubicBezTo>
                    <a:lnTo>
                      <a:pt x="10052" y="5641"/>
                    </a:lnTo>
                    <a:lnTo>
                      <a:pt x="11165" y="3163"/>
                    </a:lnTo>
                    <a:cubicBezTo>
                      <a:pt x="11165" y="3163"/>
                      <a:pt x="9048" y="990"/>
                      <a:pt x="8393" y="273"/>
                    </a:cubicBezTo>
                    <a:cubicBezTo>
                      <a:pt x="8211" y="72"/>
                      <a:pt x="7898" y="0"/>
                      <a:pt x="7540"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20" name="Google Shape;920;p37"/>
              <p:cNvSpPr/>
              <p:nvPr/>
            </p:nvSpPr>
            <p:spPr>
              <a:xfrm>
                <a:off x="5402450" y="3624825"/>
                <a:ext cx="346800" cy="422975"/>
              </a:xfrm>
              <a:custGeom>
                <a:avLst/>
                <a:gdLst/>
                <a:ahLst/>
                <a:cxnLst/>
                <a:rect l="l" t="t" r="r" b="b"/>
                <a:pathLst>
                  <a:path w="13872" h="16919" extrusionOk="0">
                    <a:moveTo>
                      <a:pt x="5524" y="0"/>
                    </a:moveTo>
                    <a:cubicBezTo>
                      <a:pt x="5524" y="0"/>
                      <a:pt x="2527" y="480"/>
                      <a:pt x="1564" y="599"/>
                    </a:cubicBezTo>
                    <a:cubicBezTo>
                      <a:pt x="595" y="717"/>
                      <a:pt x="1" y="3191"/>
                      <a:pt x="1" y="3191"/>
                    </a:cubicBezTo>
                    <a:lnTo>
                      <a:pt x="1972" y="7608"/>
                    </a:lnTo>
                    <a:lnTo>
                      <a:pt x="7847" y="10350"/>
                    </a:lnTo>
                    <a:cubicBezTo>
                      <a:pt x="7847" y="10350"/>
                      <a:pt x="11247" y="16918"/>
                      <a:pt x="12587" y="16918"/>
                    </a:cubicBezTo>
                    <a:cubicBezTo>
                      <a:pt x="12725" y="16918"/>
                      <a:pt x="12841" y="16849"/>
                      <a:pt x="12929" y="16695"/>
                    </a:cubicBezTo>
                    <a:cubicBezTo>
                      <a:pt x="13871" y="15045"/>
                      <a:pt x="10980" y="9056"/>
                      <a:pt x="10465" y="7969"/>
                    </a:cubicBezTo>
                    <a:cubicBezTo>
                      <a:pt x="9950" y="6887"/>
                      <a:pt x="5682" y="3037"/>
                      <a:pt x="5682" y="3037"/>
                    </a:cubicBezTo>
                    <a:lnTo>
                      <a:pt x="6905" y="2342"/>
                    </a:lnTo>
                    <a:lnTo>
                      <a:pt x="5524" y="0"/>
                    </a:ln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21" name="Google Shape;921;p37"/>
              <p:cNvSpPr/>
              <p:nvPr/>
            </p:nvSpPr>
            <p:spPr>
              <a:xfrm>
                <a:off x="4139375" y="2399600"/>
                <a:ext cx="433425" cy="327025"/>
              </a:xfrm>
              <a:custGeom>
                <a:avLst/>
                <a:gdLst/>
                <a:ahLst/>
                <a:cxnLst/>
                <a:rect l="l" t="t" r="r" b="b"/>
                <a:pathLst>
                  <a:path w="17337" h="13081" extrusionOk="0">
                    <a:moveTo>
                      <a:pt x="13977" y="1"/>
                    </a:moveTo>
                    <a:cubicBezTo>
                      <a:pt x="13859" y="1"/>
                      <a:pt x="13739" y="23"/>
                      <a:pt x="13623" y="69"/>
                    </a:cubicBezTo>
                    <a:lnTo>
                      <a:pt x="721" y="5296"/>
                    </a:lnTo>
                    <a:cubicBezTo>
                      <a:pt x="233" y="5490"/>
                      <a:pt x="0" y="6045"/>
                      <a:pt x="193" y="6529"/>
                    </a:cubicBezTo>
                    <a:lnTo>
                      <a:pt x="2675" y="13081"/>
                    </a:lnTo>
                    <a:lnTo>
                      <a:pt x="4426" y="12504"/>
                    </a:lnTo>
                    <a:lnTo>
                      <a:pt x="2587" y="7932"/>
                    </a:lnTo>
                    <a:cubicBezTo>
                      <a:pt x="2389" y="7448"/>
                      <a:pt x="2622" y="6894"/>
                      <a:pt x="3111" y="6701"/>
                    </a:cubicBezTo>
                    <a:lnTo>
                      <a:pt x="12624" y="2867"/>
                    </a:lnTo>
                    <a:cubicBezTo>
                      <a:pt x="12740" y="2820"/>
                      <a:pt x="12860" y="2798"/>
                      <a:pt x="12978" y="2798"/>
                    </a:cubicBezTo>
                    <a:cubicBezTo>
                      <a:pt x="13353" y="2798"/>
                      <a:pt x="13709" y="3023"/>
                      <a:pt x="13857" y="3391"/>
                    </a:cubicBezTo>
                    <a:lnTo>
                      <a:pt x="15700" y="7963"/>
                    </a:lnTo>
                    <a:lnTo>
                      <a:pt x="17337" y="7144"/>
                    </a:lnTo>
                    <a:lnTo>
                      <a:pt x="14860" y="597"/>
                    </a:lnTo>
                    <a:cubicBezTo>
                      <a:pt x="14709" y="225"/>
                      <a:pt x="14353" y="1"/>
                      <a:pt x="13977"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22" name="Google Shape;922;p37"/>
              <p:cNvSpPr/>
              <p:nvPr/>
            </p:nvSpPr>
            <p:spPr>
              <a:xfrm>
                <a:off x="4176425" y="2444325"/>
                <a:ext cx="259975" cy="136675"/>
              </a:xfrm>
              <a:custGeom>
                <a:avLst/>
                <a:gdLst/>
                <a:ahLst/>
                <a:cxnLst/>
                <a:rect l="l" t="t" r="r" b="b"/>
                <a:pathLst>
                  <a:path w="10399" h="5467" extrusionOk="0">
                    <a:moveTo>
                      <a:pt x="8552" y="1"/>
                    </a:moveTo>
                    <a:cubicBezTo>
                      <a:pt x="8418" y="1"/>
                      <a:pt x="8283" y="22"/>
                      <a:pt x="8151" y="66"/>
                    </a:cubicBezTo>
                    <a:cubicBezTo>
                      <a:pt x="6244" y="714"/>
                      <a:pt x="1761" y="2249"/>
                      <a:pt x="986" y="2720"/>
                    </a:cubicBezTo>
                    <a:cubicBezTo>
                      <a:pt x="1" y="3318"/>
                      <a:pt x="2769" y="5466"/>
                      <a:pt x="2769" y="5466"/>
                    </a:cubicBezTo>
                    <a:lnTo>
                      <a:pt x="10399" y="2562"/>
                    </a:lnTo>
                    <a:cubicBezTo>
                      <a:pt x="10263" y="1760"/>
                      <a:pt x="9946" y="1092"/>
                      <a:pt x="9642" y="612"/>
                    </a:cubicBezTo>
                    <a:cubicBezTo>
                      <a:pt x="9399" y="226"/>
                      <a:pt x="8985" y="1"/>
                      <a:pt x="8552"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23" name="Google Shape;923;p37"/>
              <p:cNvSpPr/>
              <p:nvPr/>
            </p:nvSpPr>
            <p:spPr>
              <a:xfrm>
                <a:off x="4188625" y="2438500"/>
                <a:ext cx="254150" cy="148425"/>
              </a:xfrm>
              <a:custGeom>
                <a:avLst/>
                <a:gdLst/>
                <a:ahLst/>
                <a:cxnLst/>
                <a:rect l="l" t="t" r="r" b="b"/>
                <a:pathLst>
                  <a:path w="10166" h="5937" extrusionOk="0">
                    <a:moveTo>
                      <a:pt x="8065" y="0"/>
                    </a:moveTo>
                    <a:cubicBezTo>
                      <a:pt x="7904" y="0"/>
                      <a:pt x="7742" y="26"/>
                      <a:pt x="7583" y="80"/>
                    </a:cubicBezTo>
                    <a:cubicBezTo>
                      <a:pt x="5682" y="722"/>
                      <a:pt x="1176" y="2267"/>
                      <a:pt x="376" y="2755"/>
                    </a:cubicBezTo>
                    <a:cubicBezTo>
                      <a:pt x="177" y="2874"/>
                      <a:pt x="63" y="3054"/>
                      <a:pt x="53" y="3279"/>
                    </a:cubicBezTo>
                    <a:cubicBezTo>
                      <a:pt x="1" y="4181"/>
                      <a:pt x="1779" y="5606"/>
                      <a:pt x="2135" y="5884"/>
                    </a:cubicBezTo>
                    <a:cubicBezTo>
                      <a:pt x="2179" y="5919"/>
                      <a:pt x="2228" y="5937"/>
                      <a:pt x="2281" y="5937"/>
                    </a:cubicBezTo>
                    <a:cubicBezTo>
                      <a:pt x="2350" y="5937"/>
                      <a:pt x="2417" y="5901"/>
                      <a:pt x="2466" y="5844"/>
                    </a:cubicBezTo>
                    <a:cubicBezTo>
                      <a:pt x="2545" y="5742"/>
                      <a:pt x="2527" y="5594"/>
                      <a:pt x="2421" y="5514"/>
                    </a:cubicBezTo>
                    <a:cubicBezTo>
                      <a:pt x="1616" y="4889"/>
                      <a:pt x="494" y="3789"/>
                      <a:pt x="520" y="3305"/>
                    </a:cubicBezTo>
                    <a:cubicBezTo>
                      <a:pt x="525" y="3256"/>
                      <a:pt x="538" y="3204"/>
                      <a:pt x="622" y="3155"/>
                    </a:cubicBezTo>
                    <a:cubicBezTo>
                      <a:pt x="1145" y="2834"/>
                      <a:pt x="3803" y="1853"/>
                      <a:pt x="7736" y="524"/>
                    </a:cubicBezTo>
                    <a:cubicBezTo>
                      <a:pt x="7846" y="488"/>
                      <a:pt x="7957" y="470"/>
                      <a:pt x="8067" y="470"/>
                    </a:cubicBezTo>
                    <a:cubicBezTo>
                      <a:pt x="8420" y="470"/>
                      <a:pt x="8758" y="651"/>
                      <a:pt x="8956" y="973"/>
                    </a:cubicBezTo>
                    <a:cubicBezTo>
                      <a:pt x="9330" y="1567"/>
                      <a:pt x="9572" y="2192"/>
                      <a:pt x="9677" y="2834"/>
                    </a:cubicBezTo>
                    <a:cubicBezTo>
                      <a:pt x="9697" y="2948"/>
                      <a:pt x="9798" y="3031"/>
                      <a:pt x="9910" y="3031"/>
                    </a:cubicBezTo>
                    <a:cubicBezTo>
                      <a:pt x="9923" y="3031"/>
                      <a:pt x="9937" y="3030"/>
                      <a:pt x="9950" y="3027"/>
                    </a:cubicBezTo>
                    <a:cubicBezTo>
                      <a:pt x="10078" y="3006"/>
                      <a:pt x="10165" y="2883"/>
                      <a:pt x="10144" y="2755"/>
                    </a:cubicBezTo>
                    <a:cubicBezTo>
                      <a:pt x="10025" y="2056"/>
                      <a:pt x="9761" y="1369"/>
                      <a:pt x="9356" y="722"/>
                    </a:cubicBezTo>
                    <a:cubicBezTo>
                      <a:pt x="9068" y="263"/>
                      <a:pt x="8576" y="0"/>
                      <a:pt x="8065"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24" name="Google Shape;924;p37"/>
              <p:cNvSpPr/>
              <p:nvPr/>
            </p:nvSpPr>
            <p:spPr>
              <a:xfrm>
                <a:off x="3887775" y="2457750"/>
                <a:ext cx="1235075" cy="983800"/>
              </a:xfrm>
              <a:custGeom>
                <a:avLst/>
                <a:gdLst/>
                <a:ahLst/>
                <a:cxnLst/>
                <a:rect l="l" t="t" r="r" b="b"/>
                <a:pathLst>
                  <a:path w="49403" h="39352" extrusionOk="0">
                    <a:moveTo>
                      <a:pt x="39166" y="1"/>
                    </a:moveTo>
                    <a:cubicBezTo>
                      <a:pt x="38874" y="1"/>
                      <a:pt x="38576" y="49"/>
                      <a:pt x="38283" y="150"/>
                    </a:cubicBezTo>
                    <a:lnTo>
                      <a:pt x="2160" y="13228"/>
                    </a:lnTo>
                    <a:cubicBezTo>
                      <a:pt x="753" y="13712"/>
                      <a:pt x="1" y="15252"/>
                      <a:pt x="489" y="16660"/>
                    </a:cubicBezTo>
                    <a:lnTo>
                      <a:pt x="7688" y="37530"/>
                    </a:lnTo>
                    <a:cubicBezTo>
                      <a:pt x="8075" y="38648"/>
                      <a:pt x="9121" y="39352"/>
                      <a:pt x="10242" y="39352"/>
                    </a:cubicBezTo>
                    <a:cubicBezTo>
                      <a:pt x="10535" y="39352"/>
                      <a:pt x="10832" y="39304"/>
                      <a:pt x="11124" y="39203"/>
                    </a:cubicBezTo>
                    <a:lnTo>
                      <a:pt x="47242" y="26125"/>
                    </a:lnTo>
                    <a:cubicBezTo>
                      <a:pt x="48654" y="25641"/>
                      <a:pt x="49403" y="24101"/>
                      <a:pt x="48914" y="22692"/>
                    </a:cubicBezTo>
                    <a:lnTo>
                      <a:pt x="41716" y="1822"/>
                    </a:lnTo>
                    <a:cubicBezTo>
                      <a:pt x="41328" y="703"/>
                      <a:pt x="40284" y="1"/>
                      <a:pt x="39166"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25" name="Google Shape;925;p37"/>
              <p:cNvSpPr/>
              <p:nvPr/>
            </p:nvSpPr>
            <p:spPr>
              <a:xfrm>
                <a:off x="4032650" y="3095675"/>
                <a:ext cx="32150" cy="55475"/>
              </a:xfrm>
              <a:custGeom>
                <a:avLst/>
                <a:gdLst/>
                <a:ahLst/>
                <a:cxnLst/>
                <a:rect l="l" t="t" r="r" b="b"/>
                <a:pathLst>
                  <a:path w="1286" h="2219" extrusionOk="0">
                    <a:moveTo>
                      <a:pt x="352" y="0"/>
                    </a:moveTo>
                    <a:cubicBezTo>
                      <a:pt x="317" y="0"/>
                      <a:pt x="281" y="6"/>
                      <a:pt x="246" y="18"/>
                    </a:cubicBezTo>
                    <a:cubicBezTo>
                      <a:pt x="84" y="80"/>
                      <a:pt x="0" y="260"/>
                      <a:pt x="62" y="419"/>
                    </a:cubicBezTo>
                    <a:lnTo>
                      <a:pt x="638" y="2012"/>
                    </a:lnTo>
                    <a:cubicBezTo>
                      <a:pt x="687" y="2139"/>
                      <a:pt x="806" y="2218"/>
                      <a:pt x="933" y="2218"/>
                    </a:cubicBezTo>
                    <a:cubicBezTo>
                      <a:pt x="969" y="2218"/>
                      <a:pt x="1004" y="2214"/>
                      <a:pt x="1039" y="2201"/>
                    </a:cubicBezTo>
                    <a:cubicBezTo>
                      <a:pt x="1202" y="2139"/>
                      <a:pt x="1286" y="1959"/>
                      <a:pt x="1229" y="1796"/>
                    </a:cubicBezTo>
                    <a:lnTo>
                      <a:pt x="648" y="207"/>
                    </a:lnTo>
                    <a:cubicBezTo>
                      <a:pt x="602" y="79"/>
                      <a:pt x="481" y="0"/>
                      <a:pt x="352"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26" name="Google Shape;926;p37"/>
              <p:cNvSpPr/>
              <p:nvPr/>
            </p:nvSpPr>
            <p:spPr>
              <a:xfrm>
                <a:off x="3953900" y="2807350"/>
                <a:ext cx="94050" cy="266700"/>
              </a:xfrm>
              <a:custGeom>
                <a:avLst/>
                <a:gdLst/>
                <a:ahLst/>
                <a:cxnLst/>
                <a:rect l="l" t="t" r="r" b="b"/>
                <a:pathLst>
                  <a:path w="3762" h="10668" extrusionOk="0">
                    <a:moveTo>
                      <a:pt x="3411" y="1"/>
                    </a:moveTo>
                    <a:cubicBezTo>
                      <a:pt x="3377" y="1"/>
                      <a:pt x="3343" y="6"/>
                      <a:pt x="3309" y="18"/>
                    </a:cubicBezTo>
                    <a:lnTo>
                      <a:pt x="1751" y="560"/>
                    </a:lnTo>
                    <a:cubicBezTo>
                      <a:pt x="1109" y="784"/>
                      <a:pt x="594" y="1246"/>
                      <a:pt x="307" y="1866"/>
                    </a:cubicBezTo>
                    <a:cubicBezTo>
                      <a:pt x="22" y="2483"/>
                      <a:pt x="0" y="3173"/>
                      <a:pt x="242" y="3803"/>
                    </a:cubicBezTo>
                    <a:lnTo>
                      <a:pt x="2667" y="10460"/>
                    </a:lnTo>
                    <a:cubicBezTo>
                      <a:pt x="2715" y="10588"/>
                      <a:pt x="2834" y="10667"/>
                      <a:pt x="2961" y="10667"/>
                    </a:cubicBezTo>
                    <a:cubicBezTo>
                      <a:pt x="2996" y="10667"/>
                      <a:pt x="3032" y="10662"/>
                      <a:pt x="3067" y="10649"/>
                    </a:cubicBezTo>
                    <a:cubicBezTo>
                      <a:pt x="3230" y="10588"/>
                      <a:pt x="3313" y="10408"/>
                      <a:pt x="3256" y="10249"/>
                    </a:cubicBezTo>
                    <a:lnTo>
                      <a:pt x="831" y="3582"/>
                    </a:lnTo>
                    <a:cubicBezTo>
                      <a:pt x="646" y="3107"/>
                      <a:pt x="664" y="2593"/>
                      <a:pt x="880" y="2130"/>
                    </a:cubicBezTo>
                    <a:cubicBezTo>
                      <a:pt x="1091" y="1669"/>
                      <a:pt x="1474" y="1321"/>
                      <a:pt x="1958" y="1153"/>
                    </a:cubicBezTo>
                    <a:lnTo>
                      <a:pt x="3516" y="613"/>
                    </a:lnTo>
                    <a:cubicBezTo>
                      <a:pt x="3678" y="555"/>
                      <a:pt x="3762" y="375"/>
                      <a:pt x="3709" y="212"/>
                    </a:cubicBezTo>
                    <a:cubicBezTo>
                      <a:pt x="3664" y="82"/>
                      <a:pt x="3541" y="1"/>
                      <a:pt x="3411"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27" name="Google Shape;927;p37"/>
              <p:cNvSpPr/>
              <p:nvPr/>
            </p:nvSpPr>
            <p:spPr>
              <a:xfrm>
                <a:off x="4360575" y="2483500"/>
                <a:ext cx="47675" cy="81975"/>
              </a:xfrm>
              <a:custGeom>
                <a:avLst/>
                <a:gdLst/>
                <a:ahLst/>
                <a:cxnLst/>
                <a:rect l="l" t="t" r="r" b="b"/>
                <a:pathLst>
                  <a:path w="1907" h="3279" extrusionOk="0">
                    <a:moveTo>
                      <a:pt x="278" y="0"/>
                    </a:moveTo>
                    <a:lnTo>
                      <a:pt x="1" y="145"/>
                    </a:lnTo>
                    <a:lnTo>
                      <a:pt x="1589" y="3195"/>
                    </a:lnTo>
                    <a:cubicBezTo>
                      <a:pt x="1616" y="3248"/>
                      <a:pt x="1673" y="3278"/>
                      <a:pt x="1730" y="3278"/>
                    </a:cubicBezTo>
                    <a:cubicBezTo>
                      <a:pt x="1752" y="3278"/>
                      <a:pt x="1778" y="3274"/>
                      <a:pt x="1800" y="3260"/>
                    </a:cubicBezTo>
                    <a:cubicBezTo>
                      <a:pt x="1875" y="3221"/>
                      <a:pt x="1906" y="3128"/>
                      <a:pt x="1867" y="3049"/>
                    </a:cubicBezTo>
                    <a:lnTo>
                      <a:pt x="278" y="0"/>
                    </a:ln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28" name="Google Shape;928;p37"/>
              <p:cNvSpPr/>
              <p:nvPr/>
            </p:nvSpPr>
            <p:spPr>
              <a:xfrm>
                <a:off x="4317350" y="2545625"/>
                <a:ext cx="40925" cy="37450"/>
              </a:xfrm>
              <a:custGeom>
                <a:avLst/>
                <a:gdLst/>
                <a:ahLst/>
                <a:cxnLst/>
                <a:rect l="l" t="t" r="r" b="b"/>
                <a:pathLst>
                  <a:path w="1637" h="1498" extrusionOk="0">
                    <a:moveTo>
                      <a:pt x="173" y="1"/>
                    </a:moveTo>
                    <a:cubicBezTo>
                      <a:pt x="131" y="1"/>
                      <a:pt x="88" y="17"/>
                      <a:pt x="58" y="50"/>
                    </a:cubicBezTo>
                    <a:cubicBezTo>
                      <a:pt x="0" y="115"/>
                      <a:pt x="5" y="212"/>
                      <a:pt x="67" y="274"/>
                    </a:cubicBezTo>
                    <a:lnTo>
                      <a:pt x="1356" y="1453"/>
                    </a:lnTo>
                    <a:cubicBezTo>
                      <a:pt x="1387" y="1484"/>
                      <a:pt x="1426" y="1498"/>
                      <a:pt x="1462" y="1498"/>
                    </a:cubicBezTo>
                    <a:cubicBezTo>
                      <a:pt x="1505" y="1498"/>
                      <a:pt x="1545" y="1480"/>
                      <a:pt x="1576" y="1445"/>
                    </a:cubicBezTo>
                    <a:cubicBezTo>
                      <a:pt x="1637" y="1382"/>
                      <a:pt x="1633" y="1282"/>
                      <a:pt x="1567" y="1224"/>
                    </a:cubicBezTo>
                    <a:lnTo>
                      <a:pt x="278" y="41"/>
                    </a:lnTo>
                    <a:cubicBezTo>
                      <a:pt x="249" y="14"/>
                      <a:pt x="211" y="1"/>
                      <a:pt x="173"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29" name="Google Shape;929;p37"/>
              <p:cNvSpPr/>
              <p:nvPr/>
            </p:nvSpPr>
            <p:spPr>
              <a:xfrm>
                <a:off x="4260150" y="2533200"/>
                <a:ext cx="38075" cy="55825"/>
              </a:xfrm>
              <a:custGeom>
                <a:avLst/>
                <a:gdLst/>
                <a:ahLst/>
                <a:cxnLst/>
                <a:rect l="l" t="t" r="r" b="b"/>
                <a:pathLst>
                  <a:path w="1523" h="2233" extrusionOk="0">
                    <a:moveTo>
                      <a:pt x="182" y="0"/>
                    </a:moveTo>
                    <a:cubicBezTo>
                      <a:pt x="157" y="0"/>
                      <a:pt x="131" y="6"/>
                      <a:pt x="106" y="19"/>
                    </a:cubicBezTo>
                    <a:cubicBezTo>
                      <a:pt x="31" y="58"/>
                      <a:pt x="1" y="151"/>
                      <a:pt x="40" y="230"/>
                    </a:cubicBezTo>
                    <a:cubicBezTo>
                      <a:pt x="70" y="283"/>
                      <a:pt x="744" y="1576"/>
                      <a:pt x="1224" y="2175"/>
                    </a:cubicBezTo>
                    <a:cubicBezTo>
                      <a:pt x="1258" y="2214"/>
                      <a:pt x="1303" y="2232"/>
                      <a:pt x="1347" y="2232"/>
                    </a:cubicBezTo>
                    <a:cubicBezTo>
                      <a:pt x="1382" y="2232"/>
                      <a:pt x="1417" y="2223"/>
                      <a:pt x="1443" y="2196"/>
                    </a:cubicBezTo>
                    <a:cubicBezTo>
                      <a:pt x="1514" y="2144"/>
                      <a:pt x="1522" y="2047"/>
                      <a:pt x="1470" y="1977"/>
                    </a:cubicBezTo>
                    <a:cubicBezTo>
                      <a:pt x="1008" y="1404"/>
                      <a:pt x="326" y="98"/>
                      <a:pt x="317" y="84"/>
                    </a:cubicBezTo>
                    <a:cubicBezTo>
                      <a:pt x="290" y="30"/>
                      <a:pt x="238" y="0"/>
                      <a:pt x="182"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30" name="Google Shape;930;p37"/>
              <p:cNvSpPr/>
              <p:nvPr/>
            </p:nvSpPr>
            <p:spPr>
              <a:xfrm>
                <a:off x="3217950" y="2878000"/>
                <a:ext cx="2233825" cy="1156525"/>
              </a:xfrm>
              <a:custGeom>
                <a:avLst/>
                <a:gdLst/>
                <a:ahLst/>
                <a:cxnLst/>
                <a:rect l="l" t="t" r="r" b="b"/>
                <a:pathLst>
                  <a:path w="89353" h="46261" extrusionOk="0">
                    <a:moveTo>
                      <a:pt x="22828" y="0"/>
                    </a:moveTo>
                    <a:lnTo>
                      <a:pt x="0" y="24554"/>
                    </a:lnTo>
                    <a:lnTo>
                      <a:pt x="37411" y="46260"/>
                    </a:lnTo>
                    <a:lnTo>
                      <a:pt x="89352" y="37481"/>
                    </a:lnTo>
                    <a:lnTo>
                      <a:pt x="87254" y="32562"/>
                    </a:lnTo>
                    <a:lnTo>
                      <a:pt x="47792" y="32267"/>
                    </a:lnTo>
                    <a:lnTo>
                      <a:pt x="25653" y="10939"/>
                    </a:lnTo>
                    <a:lnTo>
                      <a:pt x="22828"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31" name="Google Shape;931;p37"/>
              <p:cNvSpPr/>
              <p:nvPr/>
            </p:nvSpPr>
            <p:spPr>
              <a:xfrm>
                <a:off x="3205500" y="2862250"/>
                <a:ext cx="2257275" cy="1180400"/>
              </a:xfrm>
              <a:custGeom>
                <a:avLst/>
                <a:gdLst/>
                <a:ahLst/>
                <a:cxnLst/>
                <a:rect l="l" t="t" r="r" b="b"/>
                <a:pathLst>
                  <a:path w="90291" h="47216" extrusionOk="0">
                    <a:moveTo>
                      <a:pt x="23164" y="1264"/>
                    </a:moveTo>
                    <a:lnTo>
                      <a:pt x="25848" y="11648"/>
                    </a:lnTo>
                    <a:lnTo>
                      <a:pt x="25874" y="11732"/>
                    </a:lnTo>
                    <a:lnTo>
                      <a:pt x="48070" y="33121"/>
                    </a:lnTo>
                    <a:lnTo>
                      <a:pt x="48162" y="33210"/>
                    </a:lnTo>
                    <a:lnTo>
                      <a:pt x="87545" y="33500"/>
                    </a:lnTo>
                    <a:lnTo>
                      <a:pt x="89406" y="37869"/>
                    </a:lnTo>
                    <a:lnTo>
                      <a:pt x="37967" y="46564"/>
                    </a:lnTo>
                    <a:lnTo>
                      <a:pt x="995" y="25109"/>
                    </a:lnTo>
                    <a:lnTo>
                      <a:pt x="23164" y="1264"/>
                    </a:lnTo>
                    <a:close/>
                    <a:moveTo>
                      <a:pt x="23485" y="1"/>
                    </a:moveTo>
                    <a:lnTo>
                      <a:pt x="1" y="25254"/>
                    </a:lnTo>
                    <a:lnTo>
                      <a:pt x="37751" y="47163"/>
                    </a:lnTo>
                    <a:lnTo>
                      <a:pt x="37847" y="47216"/>
                    </a:lnTo>
                    <a:lnTo>
                      <a:pt x="90291" y="38353"/>
                    </a:lnTo>
                    <a:lnTo>
                      <a:pt x="87963" y="32879"/>
                    </a:lnTo>
                    <a:lnTo>
                      <a:pt x="48413" y="32585"/>
                    </a:lnTo>
                    <a:lnTo>
                      <a:pt x="26433" y="11406"/>
                    </a:lnTo>
                    <a:lnTo>
                      <a:pt x="23485" y="1"/>
                    </a:ln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32" name="Google Shape;932;p37"/>
              <p:cNvSpPr/>
              <p:nvPr/>
            </p:nvSpPr>
            <p:spPr>
              <a:xfrm>
                <a:off x="3239050" y="3152775"/>
                <a:ext cx="2201600" cy="873600"/>
              </a:xfrm>
              <a:custGeom>
                <a:avLst/>
                <a:gdLst/>
                <a:ahLst/>
                <a:cxnLst/>
                <a:rect l="l" t="t" r="r" b="b"/>
                <a:pathLst>
                  <a:path w="88064" h="34944" extrusionOk="0">
                    <a:moveTo>
                      <a:pt x="24502" y="1"/>
                    </a:moveTo>
                    <a:cubicBezTo>
                      <a:pt x="24114" y="66"/>
                      <a:pt x="23393" y="186"/>
                      <a:pt x="22451" y="344"/>
                    </a:cubicBezTo>
                    <a:cubicBezTo>
                      <a:pt x="22138" y="762"/>
                      <a:pt x="21791" y="1171"/>
                      <a:pt x="21421" y="1576"/>
                    </a:cubicBezTo>
                    <a:cubicBezTo>
                      <a:pt x="19072" y="4564"/>
                      <a:pt x="15125" y="6896"/>
                      <a:pt x="12018" y="8397"/>
                    </a:cubicBezTo>
                    <a:cubicBezTo>
                      <a:pt x="8212" y="10447"/>
                      <a:pt x="3988" y="12221"/>
                      <a:pt x="1" y="13685"/>
                    </a:cubicBezTo>
                    <a:lnTo>
                      <a:pt x="36625" y="34943"/>
                    </a:lnTo>
                    <a:lnTo>
                      <a:pt x="88064" y="26248"/>
                    </a:lnTo>
                    <a:lnTo>
                      <a:pt x="86827" y="23344"/>
                    </a:lnTo>
                    <a:cubicBezTo>
                      <a:pt x="84861" y="23450"/>
                      <a:pt x="57521" y="24933"/>
                      <a:pt x="50305" y="24933"/>
                    </a:cubicBezTo>
                    <a:cubicBezTo>
                      <a:pt x="49056" y="24933"/>
                      <a:pt x="48408" y="24889"/>
                      <a:pt x="48607" y="24784"/>
                    </a:cubicBezTo>
                    <a:cubicBezTo>
                      <a:pt x="48814" y="24673"/>
                      <a:pt x="48849" y="24629"/>
                      <a:pt x="48756" y="24629"/>
                    </a:cubicBezTo>
                    <a:cubicBezTo>
                      <a:pt x="48250" y="24629"/>
                      <a:pt x="43854" y="26082"/>
                      <a:pt x="43854" y="26082"/>
                    </a:cubicBezTo>
                    <a:cubicBezTo>
                      <a:pt x="43854" y="26082"/>
                      <a:pt x="41672" y="21971"/>
                      <a:pt x="38446" y="20528"/>
                    </a:cubicBezTo>
                    <a:cubicBezTo>
                      <a:pt x="38125" y="20383"/>
                      <a:pt x="37861" y="20316"/>
                      <a:pt x="37646" y="20316"/>
                    </a:cubicBezTo>
                    <a:cubicBezTo>
                      <a:pt x="35713" y="20316"/>
                      <a:pt x="37808" y="25602"/>
                      <a:pt x="37808" y="25602"/>
                    </a:cubicBezTo>
                    <a:cubicBezTo>
                      <a:pt x="37808" y="25602"/>
                      <a:pt x="25716" y="18689"/>
                      <a:pt x="22812" y="16194"/>
                    </a:cubicBezTo>
                    <a:cubicBezTo>
                      <a:pt x="20172" y="13927"/>
                      <a:pt x="23978" y="2368"/>
                      <a:pt x="24699" y="273"/>
                    </a:cubicBezTo>
                    <a:lnTo>
                      <a:pt x="24532" y="111"/>
                    </a:lnTo>
                    <a:lnTo>
                      <a:pt x="24506" y="27"/>
                    </a:lnTo>
                    <a:lnTo>
                      <a:pt x="24502" y="1"/>
                    </a:lnTo>
                    <a:close/>
                  </a:path>
                </a:pathLst>
              </a:custGeom>
              <a:solidFill>
                <a:srgbClr val="FFC39F"/>
              </a:solidFill>
              <a:ln>
                <a:noFill/>
              </a:ln>
            </p:spPr>
            <p:txBody>
              <a:bodyPr spcFirstLastPara="1" wrap="square" lIns="121900" tIns="121900" rIns="121900" bIns="121900" anchor="ctr" anchorCtr="0">
                <a:noAutofit/>
              </a:bodyPr>
              <a:lstStyle/>
              <a:p>
                <a:endParaRPr sz="2400"/>
              </a:p>
            </p:txBody>
          </p:sp>
          <p:sp>
            <p:nvSpPr>
              <p:cNvPr id="933" name="Google Shape;933;p37"/>
              <p:cNvSpPr/>
              <p:nvPr/>
            </p:nvSpPr>
            <p:spPr>
              <a:xfrm>
                <a:off x="3229475" y="3151450"/>
                <a:ext cx="2222300" cy="883075"/>
              </a:xfrm>
              <a:custGeom>
                <a:avLst/>
                <a:gdLst/>
                <a:ahLst/>
                <a:cxnLst/>
                <a:rect l="l" t="t" r="r" b="b"/>
                <a:pathLst>
                  <a:path w="88892" h="35323" extrusionOk="0">
                    <a:moveTo>
                      <a:pt x="25192" y="1"/>
                    </a:moveTo>
                    <a:cubicBezTo>
                      <a:pt x="25192" y="1"/>
                      <a:pt x="25087" y="19"/>
                      <a:pt x="24885" y="54"/>
                    </a:cubicBezTo>
                    <a:lnTo>
                      <a:pt x="24889" y="80"/>
                    </a:lnTo>
                    <a:lnTo>
                      <a:pt x="24915" y="164"/>
                    </a:lnTo>
                    <a:lnTo>
                      <a:pt x="25082" y="326"/>
                    </a:lnTo>
                    <a:cubicBezTo>
                      <a:pt x="25153" y="115"/>
                      <a:pt x="25192" y="1"/>
                      <a:pt x="25192" y="1"/>
                    </a:cubicBezTo>
                    <a:close/>
                    <a:moveTo>
                      <a:pt x="384" y="13738"/>
                    </a:moveTo>
                    <a:cubicBezTo>
                      <a:pt x="256" y="13787"/>
                      <a:pt x="124" y="13836"/>
                      <a:pt x="1" y="13880"/>
                    </a:cubicBezTo>
                    <a:lnTo>
                      <a:pt x="36950" y="35322"/>
                    </a:lnTo>
                    <a:lnTo>
                      <a:pt x="88891" y="26543"/>
                    </a:lnTo>
                    <a:lnTo>
                      <a:pt x="87321" y="23393"/>
                    </a:lnTo>
                    <a:cubicBezTo>
                      <a:pt x="87321" y="23393"/>
                      <a:pt x="87285" y="23393"/>
                      <a:pt x="87210" y="23397"/>
                    </a:cubicBezTo>
                    <a:lnTo>
                      <a:pt x="88447" y="26301"/>
                    </a:lnTo>
                    <a:lnTo>
                      <a:pt x="37008" y="34996"/>
                    </a:lnTo>
                    <a:lnTo>
                      <a:pt x="384" y="13738"/>
                    </a:ln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934" name="Google Shape;934;p37"/>
              <p:cNvSpPr/>
              <p:nvPr/>
            </p:nvSpPr>
            <p:spPr>
              <a:xfrm>
                <a:off x="1821275" y="2570625"/>
                <a:ext cx="2175300" cy="1679175"/>
              </a:xfrm>
              <a:custGeom>
                <a:avLst/>
                <a:gdLst/>
                <a:ahLst/>
                <a:cxnLst/>
                <a:rect l="l" t="t" r="r" b="b"/>
                <a:pathLst>
                  <a:path w="87012" h="67167" extrusionOk="0">
                    <a:moveTo>
                      <a:pt x="56558" y="0"/>
                    </a:moveTo>
                    <a:cubicBezTo>
                      <a:pt x="53690" y="0"/>
                      <a:pt x="50982" y="699"/>
                      <a:pt x="49064" y="2679"/>
                    </a:cubicBezTo>
                    <a:cubicBezTo>
                      <a:pt x="42547" y="9412"/>
                      <a:pt x="45197" y="20923"/>
                      <a:pt x="45197" y="20923"/>
                    </a:cubicBezTo>
                    <a:cubicBezTo>
                      <a:pt x="45197" y="20923"/>
                      <a:pt x="1" y="36804"/>
                      <a:pt x="4304" y="45068"/>
                    </a:cubicBezTo>
                    <a:cubicBezTo>
                      <a:pt x="8604" y="53328"/>
                      <a:pt x="66718" y="67167"/>
                      <a:pt x="66718" y="67167"/>
                    </a:cubicBezTo>
                    <a:lnTo>
                      <a:pt x="72522" y="59681"/>
                    </a:lnTo>
                    <a:lnTo>
                      <a:pt x="40712" y="41508"/>
                    </a:lnTo>
                    <a:cubicBezTo>
                      <a:pt x="40712" y="41508"/>
                      <a:pt x="87012" y="30661"/>
                      <a:pt x="80504" y="14481"/>
                    </a:cubicBezTo>
                    <a:cubicBezTo>
                      <a:pt x="76720" y="5080"/>
                      <a:pt x="73424" y="3889"/>
                      <a:pt x="71996" y="3889"/>
                    </a:cubicBezTo>
                    <a:cubicBezTo>
                      <a:pt x="71511" y="3889"/>
                      <a:pt x="71241" y="4026"/>
                      <a:pt x="71241" y="4026"/>
                    </a:cubicBezTo>
                    <a:cubicBezTo>
                      <a:pt x="71241" y="4026"/>
                      <a:pt x="63440" y="0"/>
                      <a:pt x="56558"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35" name="Google Shape;935;p37"/>
              <p:cNvSpPr/>
              <p:nvPr/>
            </p:nvSpPr>
            <p:spPr>
              <a:xfrm>
                <a:off x="1911150" y="2562325"/>
                <a:ext cx="1954625" cy="1696275"/>
              </a:xfrm>
              <a:custGeom>
                <a:avLst/>
                <a:gdLst/>
                <a:ahLst/>
                <a:cxnLst/>
                <a:rect l="l" t="t" r="r" b="b"/>
                <a:pathLst>
                  <a:path w="78185" h="67851" extrusionOk="0">
                    <a:moveTo>
                      <a:pt x="52945" y="657"/>
                    </a:moveTo>
                    <a:cubicBezTo>
                      <a:pt x="59677" y="657"/>
                      <a:pt x="67396" y="4579"/>
                      <a:pt x="67506" y="4636"/>
                    </a:cubicBezTo>
                    <a:lnTo>
                      <a:pt x="67646" y="4706"/>
                    </a:lnTo>
                    <a:lnTo>
                      <a:pt x="67787" y="4640"/>
                    </a:lnTo>
                    <a:cubicBezTo>
                      <a:pt x="67802" y="4633"/>
                      <a:pt x="68016" y="4533"/>
                      <a:pt x="68401" y="4533"/>
                    </a:cubicBezTo>
                    <a:cubicBezTo>
                      <a:pt x="68673" y="4533"/>
                      <a:pt x="69030" y="4582"/>
                      <a:pt x="69464" y="4750"/>
                    </a:cubicBezTo>
                    <a:cubicBezTo>
                      <a:pt x="71113" y="5393"/>
                      <a:pt x="73701" y="7680"/>
                      <a:pt x="76619" y="14928"/>
                    </a:cubicBezTo>
                    <a:cubicBezTo>
                      <a:pt x="77534" y="17207"/>
                      <a:pt x="77402" y="19513"/>
                      <a:pt x="76223" y="21783"/>
                    </a:cubicBezTo>
                    <a:cubicBezTo>
                      <a:pt x="70041" y="33682"/>
                      <a:pt x="37372" y="41458"/>
                      <a:pt x="37047" y="41537"/>
                    </a:cubicBezTo>
                    <a:lnTo>
                      <a:pt x="36268" y="41717"/>
                    </a:lnTo>
                    <a:lnTo>
                      <a:pt x="68461" y="60106"/>
                    </a:lnTo>
                    <a:lnTo>
                      <a:pt x="63000" y="67147"/>
                    </a:lnTo>
                    <a:cubicBezTo>
                      <a:pt x="59281" y="66254"/>
                      <a:pt x="5048" y="53061"/>
                      <a:pt x="986" y="45255"/>
                    </a:cubicBezTo>
                    <a:cubicBezTo>
                      <a:pt x="656" y="44621"/>
                      <a:pt x="647" y="43934"/>
                      <a:pt x="955" y="43156"/>
                    </a:cubicBezTo>
                    <a:cubicBezTo>
                      <a:pt x="4260" y="34791"/>
                      <a:pt x="41328" y="21683"/>
                      <a:pt x="41702" y="21551"/>
                    </a:cubicBezTo>
                    <a:lnTo>
                      <a:pt x="41966" y="21458"/>
                    </a:lnTo>
                    <a:lnTo>
                      <a:pt x="41905" y="21185"/>
                    </a:lnTo>
                    <a:cubicBezTo>
                      <a:pt x="41878" y="21070"/>
                      <a:pt x="39366" y="9766"/>
                      <a:pt x="45694" y="3232"/>
                    </a:cubicBezTo>
                    <a:cubicBezTo>
                      <a:pt x="47537" y="1331"/>
                      <a:pt x="50156" y="657"/>
                      <a:pt x="52945" y="657"/>
                    </a:cubicBezTo>
                    <a:close/>
                    <a:moveTo>
                      <a:pt x="52995" y="1"/>
                    </a:moveTo>
                    <a:cubicBezTo>
                      <a:pt x="50047" y="1"/>
                      <a:pt x="47247" y="728"/>
                      <a:pt x="45245" y="2796"/>
                    </a:cubicBezTo>
                    <a:cubicBezTo>
                      <a:pt x="39246" y="8992"/>
                      <a:pt x="40893" y="19244"/>
                      <a:pt x="41236" y="21049"/>
                    </a:cubicBezTo>
                    <a:cubicBezTo>
                      <a:pt x="37641" y="22325"/>
                      <a:pt x="3675" y="34576"/>
                      <a:pt x="374" y="42923"/>
                    </a:cubicBezTo>
                    <a:cubicBezTo>
                      <a:pt x="1" y="43869"/>
                      <a:pt x="19" y="44753"/>
                      <a:pt x="427" y="45545"/>
                    </a:cubicBezTo>
                    <a:cubicBezTo>
                      <a:pt x="4745" y="53835"/>
                      <a:pt x="60672" y="67239"/>
                      <a:pt x="63048" y="67807"/>
                    </a:cubicBezTo>
                    <a:lnTo>
                      <a:pt x="63246" y="67850"/>
                    </a:lnTo>
                    <a:lnTo>
                      <a:pt x="69397" y="59921"/>
                    </a:lnTo>
                    <a:lnTo>
                      <a:pt x="37953" y="41960"/>
                    </a:lnTo>
                    <a:cubicBezTo>
                      <a:pt x="43084" y="40692"/>
                      <a:pt x="70924" y="33339"/>
                      <a:pt x="76777" y="22074"/>
                    </a:cubicBezTo>
                    <a:cubicBezTo>
                      <a:pt x="78045" y="19632"/>
                      <a:pt x="78185" y="17150"/>
                      <a:pt x="77200" y="14695"/>
                    </a:cubicBezTo>
                    <a:cubicBezTo>
                      <a:pt x="74176" y="7183"/>
                      <a:pt x="71418" y="4812"/>
                      <a:pt x="69640" y="4147"/>
                    </a:cubicBezTo>
                    <a:cubicBezTo>
                      <a:pt x="69154" y="3965"/>
                      <a:pt x="68736" y="3908"/>
                      <a:pt x="68403" y="3908"/>
                    </a:cubicBezTo>
                    <a:cubicBezTo>
                      <a:pt x="68067" y="3908"/>
                      <a:pt x="67817" y="3966"/>
                      <a:pt x="67669" y="4015"/>
                    </a:cubicBezTo>
                    <a:cubicBezTo>
                      <a:pt x="66564" y="3460"/>
                      <a:pt x="59426" y="1"/>
                      <a:pt x="52995"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36" name="Google Shape;936;p37"/>
              <p:cNvSpPr/>
              <p:nvPr/>
            </p:nvSpPr>
            <p:spPr>
              <a:xfrm>
                <a:off x="2356025" y="3600500"/>
                <a:ext cx="490900" cy="118425"/>
              </a:xfrm>
              <a:custGeom>
                <a:avLst/>
                <a:gdLst/>
                <a:ahLst/>
                <a:cxnLst/>
                <a:rect l="l" t="t" r="r" b="b"/>
                <a:pathLst>
                  <a:path w="19636" h="4737" extrusionOk="0">
                    <a:moveTo>
                      <a:pt x="19318" y="1"/>
                    </a:moveTo>
                    <a:cubicBezTo>
                      <a:pt x="19213" y="1"/>
                      <a:pt x="8823" y="199"/>
                      <a:pt x="224" y="4137"/>
                    </a:cubicBezTo>
                    <a:cubicBezTo>
                      <a:pt x="66" y="4208"/>
                      <a:pt x="0" y="4393"/>
                      <a:pt x="71" y="4551"/>
                    </a:cubicBezTo>
                    <a:cubicBezTo>
                      <a:pt x="124" y="4665"/>
                      <a:pt x="238" y="4736"/>
                      <a:pt x="356" y="4736"/>
                    </a:cubicBezTo>
                    <a:cubicBezTo>
                      <a:pt x="401" y="4736"/>
                      <a:pt x="445" y="4722"/>
                      <a:pt x="484" y="4704"/>
                    </a:cubicBezTo>
                    <a:cubicBezTo>
                      <a:pt x="8959" y="823"/>
                      <a:pt x="19225" y="630"/>
                      <a:pt x="19327" y="626"/>
                    </a:cubicBezTo>
                    <a:cubicBezTo>
                      <a:pt x="19498" y="626"/>
                      <a:pt x="19635" y="480"/>
                      <a:pt x="19635" y="309"/>
                    </a:cubicBezTo>
                    <a:cubicBezTo>
                      <a:pt x="19630" y="137"/>
                      <a:pt x="19493" y="1"/>
                      <a:pt x="19322"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37" name="Google Shape;937;p37"/>
              <p:cNvSpPr/>
              <p:nvPr/>
            </p:nvSpPr>
            <p:spPr>
              <a:xfrm>
                <a:off x="2279250" y="3597150"/>
                <a:ext cx="246325" cy="107350"/>
              </a:xfrm>
              <a:custGeom>
                <a:avLst/>
                <a:gdLst/>
                <a:ahLst/>
                <a:cxnLst/>
                <a:rect l="l" t="t" r="r" b="b"/>
                <a:pathLst>
                  <a:path w="9853" h="4294" extrusionOk="0">
                    <a:moveTo>
                      <a:pt x="9511" y="0"/>
                    </a:moveTo>
                    <a:cubicBezTo>
                      <a:pt x="9490" y="0"/>
                      <a:pt x="9468" y="3"/>
                      <a:pt x="9447" y="7"/>
                    </a:cubicBezTo>
                    <a:cubicBezTo>
                      <a:pt x="3547" y="1195"/>
                      <a:pt x="401" y="2379"/>
                      <a:pt x="84" y="3532"/>
                    </a:cubicBezTo>
                    <a:cubicBezTo>
                      <a:pt x="0" y="3845"/>
                      <a:pt x="123" y="4091"/>
                      <a:pt x="259" y="4210"/>
                    </a:cubicBezTo>
                    <a:cubicBezTo>
                      <a:pt x="321" y="4267"/>
                      <a:pt x="401" y="4293"/>
                      <a:pt x="480" y="4293"/>
                    </a:cubicBezTo>
                    <a:cubicBezTo>
                      <a:pt x="563" y="4293"/>
                      <a:pt x="647" y="4263"/>
                      <a:pt x="708" y="4196"/>
                    </a:cubicBezTo>
                    <a:cubicBezTo>
                      <a:pt x="823" y="4064"/>
                      <a:pt x="819" y="3875"/>
                      <a:pt x="691" y="3761"/>
                    </a:cubicBezTo>
                    <a:cubicBezTo>
                      <a:pt x="687" y="3752"/>
                      <a:pt x="673" y="3730"/>
                      <a:pt x="695" y="3673"/>
                    </a:cubicBezTo>
                    <a:cubicBezTo>
                      <a:pt x="823" y="3351"/>
                      <a:pt x="1826" y="2177"/>
                      <a:pt x="9571" y="619"/>
                    </a:cubicBezTo>
                    <a:cubicBezTo>
                      <a:pt x="9743" y="588"/>
                      <a:pt x="9853" y="421"/>
                      <a:pt x="9817" y="254"/>
                    </a:cubicBezTo>
                    <a:cubicBezTo>
                      <a:pt x="9786" y="103"/>
                      <a:pt x="9658" y="0"/>
                      <a:pt x="9511"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38" name="Google Shape;938;p37"/>
              <p:cNvSpPr/>
              <p:nvPr/>
            </p:nvSpPr>
            <p:spPr>
              <a:xfrm>
                <a:off x="3539500" y="3192175"/>
                <a:ext cx="235100" cy="170525"/>
              </a:xfrm>
              <a:custGeom>
                <a:avLst/>
                <a:gdLst/>
                <a:ahLst/>
                <a:cxnLst/>
                <a:rect l="l" t="t" r="r" b="b"/>
                <a:pathLst>
                  <a:path w="9404" h="6821" extrusionOk="0">
                    <a:moveTo>
                      <a:pt x="9403" y="0"/>
                    </a:moveTo>
                    <a:lnTo>
                      <a:pt x="9403" y="0"/>
                    </a:lnTo>
                    <a:cubicBezTo>
                      <a:pt x="7084" y="2521"/>
                      <a:pt x="3745" y="4806"/>
                      <a:pt x="0" y="6821"/>
                    </a:cubicBezTo>
                    <a:cubicBezTo>
                      <a:pt x="3107" y="5320"/>
                      <a:pt x="7054" y="2988"/>
                      <a:pt x="9403" y="0"/>
                    </a:cubicBezTo>
                    <a:close/>
                  </a:path>
                </a:pathLst>
              </a:custGeom>
              <a:solidFill>
                <a:srgbClr val="FFC39F"/>
              </a:solidFill>
              <a:ln>
                <a:noFill/>
              </a:ln>
            </p:spPr>
            <p:txBody>
              <a:bodyPr spcFirstLastPara="1" wrap="square" lIns="121900" tIns="121900" rIns="121900" bIns="121900" anchor="ctr" anchorCtr="0">
                <a:noAutofit/>
              </a:bodyPr>
              <a:lstStyle/>
              <a:p>
                <a:endParaRPr sz="2400"/>
              </a:p>
            </p:txBody>
          </p:sp>
          <p:sp>
            <p:nvSpPr>
              <p:cNvPr id="939" name="Google Shape;939;p37"/>
              <p:cNvSpPr/>
              <p:nvPr/>
            </p:nvSpPr>
            <p:spPr>
              <a:xfrm>
                <a:off x="3302325" y="2935425"/>
                <a:ext cx="547200" cy="458300"/>
              </a:xfrm>
              <a:custGeom>
                <a:avLst/>
                <a:gdLst/>
                <a:ahLst/>
                <a:cxnLst/>
                <a:rect l="l" t="t" r="r" b="b"/>
                <a:pathLst>
                  <a:path w="21888" h="18332" extrusionOk="0">
                    <a:moveTo>
                      <a:pt x="20968" y="0"/>
                    </a:moveTo>
                    <a:cubicBezTo>
                      <a:pt x="20686" y="106"/>
                      <a:pt x="20215" y="285"/>
                      <a:pt x="19585" y="519"/>
                    </a:cubicBezTo>
                    <a:cubicBezTo>
                      <a:pt x="17763" y="1927"/>
                      <a:pt x="15586" y="3344"/>
                      <a:pt x="13126" y="4475"/>
                    </a:cubicBezTo>
                    <a:cubicBezTo>
                      <a:pt x="10688" y="5592"/>
                      <a:pt x="6583" y="6433"/>
                      <a:pt x="929" y="6974"/>
                    </a:cubicBezTo>
                    <a:cubicBezTo>
                      <a:pt x="616" y="7054"/>
                      <a:pt x="308" y="7133"/>
                      <a:pt x="0" y="7202"/>
                    </a:cubicBezTo>
                    <a:cubicBezTo>
                      <a:pt x="4448" y="7383"/>
                      <a:pt x="10974" y="7921"/>
                      <a:pt x="11238" y="9509"/>
                    </a:cubicBezTo>
                    <a:cubicBezTo>
                      <a:pt x="11569" y="11463"/>
                      <a:pt x="7203" y="16483"/>
                      <a:pt x="5527" y="18331"/>
                    </a:cubicBezTo>
                    <a:cubicBezTo>
                      <a:pt x="12202" y="15216"/>
                      <a:pt x="18252" y="11331"/>
                      <a:pt x="20576" y="6859"/>
                    </a:cubicBezTo>
                    <a:cubicBezTo>
                      <a:pt x="21755" y="4589"/>
                      <a:pt x="21887" y="2283"/>
                      <a:pt x="20972" y="4"/>
                    </a:cubicBezTo>
                    <a:cubicBezTo>
                      <a:pt x="20968" y="4"/>
                      <a:pt x="20968" y="4"/>
                      <a:pt x="20968" y="0"/>
                    </a:cubicBezTo>
                    <a:close/>
                  </a:path>
                </a:pathLst>
              </a:custGeom>
              <a:solidFill>
                <a:srgbClr val="FFC39F"/>
              </a:solidFill>
              <a:ln>
                <a:noFill/>
              </a:ln>
            </p:spPr>
            <p:txBody>
              <a:bodyPr spcFirstLastPara="1" wrap="square" lIns="121900" tIns="121900" rIns="121900" bIns="121900" anchor="ctr" anchorCtr="0">
                <a:noAutofit/>
              </a:bodyPr>
              <a:lstStyle/>
              <a:p>
                <a:endParaRPr sz="2400"/>
              </a:p>
            </p:txBody>
          </p:sp>
          <p:sp>
            <p:nvSpPr>
              <p:cNvPr id="940" name="Google Shape;940;p37"/>
              <p:cNvSpPr/>
              <p:nvPr/>
            </p:nvSpPr>
            <p:spPr>
              <a:xfrm>
                <a:off x="3424425" y="2932650"/>
                <a:ext cx="462825" cy="478350"/>
              </a:xfrm>
              <a:custGeom>
                <a:avLst/>
                <a:gdLst/>
                <a:ahLst/>
                <a:cxnLst/>
                <a:rect l="l" t="t" r="r" b="b"/>
                <a:pathLst>
                  <a:path w="18513" h="19134" extrusionOk="0">
                    <a:moveTo>
                      <a:pt x="16378" y="0"/>
                    </a:moveTo>
                    <a:cubicBezTo>
                      <a:pt x="16378" y="0"/>
                      <a:pt x="16273" y="40"/>
                      <a:pt x="16084" y="111"/>
                    </a:cubicBezTo>
                    <a:cubicBezTo>
                      <a:pt x="16084" y="115"/>
                      <a:pt x="16084" y="115"/>
                      <a:pt x="16088" y="115"/>
                    </a:cubicBezTo>
                    <a:cubicBezTo>
                      <a:pt x="17003" y="2394"/>
                      <a:pt x="16871" y="4700"/>
                      <a:pt x="15692" y="6970"/>
                    </a:cubicBezTo>
                    <a:cubicBezTo>
                      <a:pt x="13368" y="11442"/>
                      <a:pt x="7318" y="15327"/>
                      <a:pt x="643" y="18442"/>
                    </a:cubicBezTo>
                    <a:cubicBezTo>
                      <a:pt x="247" y="18878"/>
                      <a:pt x="1" y="19133"/>
                      <a:pt x="1" y="19133"/>
                    </a:cubicBezTo>
                    <a:cubicBezTo>
                      <a:pt x="1" y="19133"/>
                      <a:pt x="2007" y="18460"/>
                      <a:pt x="4603" y="17202"/>
                    </a:cubicBezTo>
                    <a:cubicBezTo>
                      <a:pt x="8348" y="15187"/>
                      <a:pt x="11687" y="12902"/>
                      <a:pt x="14006" y="10381"/>
                    </a:cubicBezTo>
                    <a:cubicBezTo>
                      <a:pt x="14442" y="9822"/>
                      <a:pt x="14825" y="9246"/>
                      <a:pt x="15137" y="8643"/>
                    </a:cubicBezTo>
                    <a:cubicBezTo>
                      <a:pt x="18512" y="2112"/>
                      <a:pt x="16378" y="0"/>
                      <a:pt x="16378" y="0"/>
                    </a:cubicBez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941" name="Google Shape;941;p37"/>
              <p:cNvSpPr/>
              <p:nvPr/>
            </p:nvSpPr>
            <p:spPr>
              <a:xfrm>
                <a:off x="1927300" y="3147700"/>
                <a:ext cx="1607600" cy="1093325"/>
              </a:xfrm>
              <a:custGeom>
                <a:avLst/>
                <a:gdLst/>
                <a:ahLst/>
                <a:cxnLst/>
                <a:rect l="l" t="t" r="r" b="b"/>
                <a:pathLst>
                  <a:path w="64304" h="43733" extrusionOk="0">
                    <a:moveTo>
                      <a:pt x="39727" y="1"/>
                    </a:moveTo>
                    <a:cubicBezTo>
                      <a:pt x="37470" y="269"/>
                      <a:pt x="35310" y="612"/>
                      <a:pt x="33734" y="882"/>
                    </a:cubicBezTo>
                    <a:cubicBezTo>
                      <a:pt x="22663" y="5198"/>
                      <a:pt x="2694" y="13704"/>
                      <a:pt x="309" y="19741"/>
                    </a:cubicBezTo>
                    <a:cubicBezTo>
                      <a:pt x="1" y="20519"/>
                      <a:pt x="10" y="21206"/>
                      <a:pt x="340" y="21840"/>
                    </a:cubicBezTo>
                    <a:cubicBezTo>
                      <a:pt x="4402" y="29646"/>
                      <a:pt x="58635" y="42839"/>
                      <a:pt x="62354" y="43732"/>
                    </a:cubicBezTo>
                    <a:lnTo>
                      <a:pt x="64303" y="41214"/>
                    </a:lnTo>
                    <a:cubicBezTo>
                      <a:pt x="51881" y="36718"/>
                      <a:pt x="29365" y="28651"/>
                      <a:pt x="26065" y="28137"/>
                    </a:cubicBezTo>
                    <a:cubicBezTo>
                      <a:pt x="21471" y="27416"/>
                      <a:pt x="31059" y="25312"/>
                      <a:pt x="35886" y="21519"/>
                    </a:cubicBezTo>
                    <a:cubicBezTo>
                      <a:pt x="36929" y="20700"/>
                      <a:pt x="37154" y="20387"/>
                      <a:pt x="36805" y="20387"/>
                    </a:cubicBezTo>
                    <a:cubicBezTo>
                      <a:pt x="36246" y="20387"/>
                      <a:pt x="34218" y="21189"/>
                      <a:pt x="31705" y="21985"/>
                    </a:cubicBezTo>
                    <a:cubicBezTo>
                      <a:pt x="29193" y="22786"/>
                      <a:pt x="26197" y="23582"/>
                      <a:pt x="23706" y="23582"/>
                    </a:cubicBezTo>
                    <a:cubicBezTo>
                      <a:pt x="23019" y="23582"/>
                      <a:pt x="22377" y="23525"/>
                      <a:pt x="21788" y="23389"/>
                    </a:cubicBezTo>
                    <a:cubicBezTo>
                      <a:pt x="16106" y="22065"/>
                      <a:pt x="26307" y="20995"/>
                      <a:pt x="30104" y="19337"/>
                    </a:cubicBezTo>
                    <a:lnTo>
                      <a:pt x="30104" y="19337"/>
                    </a:lnTo>
                    <a:cubicBezTo>
                      <a:pt x="26478" y="19873"/>
                      <a:pt x="21835" y="20894"/>
                      <a:pt x="17633" y="22816"/>
                    </a:cubicBezTo>
                    <a:cubicBezTo>
                      <a:pt x="17594" y="22834"/>
                      <a:pt x="17550" y="22848"/>
                      <a:pt x="17505" y="22848"/>
                    </a:cubicBezTo>
                    <a:cubicBezTo>
                      <a:pt x="17387" y="22848"/>
                      <a:pt x="17273" y="22777"/>
                      <a:pt x="17220" y="22663"/>
                    </a:cubicBezTo>
                    <a:cubicBezTo>
                      <a:pt x="17149" y="22505"/>
                      <a:pt x="17215" y="22320"/>
                      <a:pt x="17373" y="22249"/>
                    </a:cubicBezTo>
                    <a:cubicBezTo>
                      <a:pt x="22052" y="20107"/>
                      <a:pt x="27266" y="19073"/>
                      <a:pt x="31059" y="18571"/>
                    </a:cubicBezTo>
                    <a:cubicBezTo>
                      <a:pt x="30988" y="18549"/>
                      <a:pt x="30883" y="18539"/>
                      <a:pt x="30738" y="18539"/>
                    </a:cubicBezTo>
                    <a:cubicBezTo>
                      <a:pt x="29650" y="18539"/>
                      <a:pt x="26540" y="19130"/>
                      <a:pt x="22879" y="19719"/>
                    </a:cubicBezTo>
                    <a:cubicBezTo>
                      <a:pt x="20762" y="20062"/>
                      <a:pt x="18461" y="20401"/>
                      <a:pt x="16260" y="20630"/>
                    </a:cubicBezTo>
                    <a:cubicBezTo>
                      <a:pt x="15103" y="21136"/>
                      <a:pt x="14835" y="21492"/>
                      <a:pt x="14773" y="21651"/>
                    </a:cubicBezTo>
                    <a:cubicBezTo>
                      <a:pt x="14751" y="21708"/>
                      <a:pt x="14765" y="21730"/>
                      <a:pt x="14769" y="21739"/>
                    </a:cubicBezTo>
                    <a:cubicBezTo>
                      <a:pt x="14897" y="21853"/>
                      <a:pt x="14901" y="22042"/>
                      <a:pt x="14786" y="22174"/>
                    </a:cubicBezTo>
                    <a:cubicBezTo>
                      <a:pt x="14725" y="22241"/>
                      <a:pt x="14641" y="22271"/>
                      <a:pt x="14558" y="22271"/>
                    </a:cubicBezTo>
                    <a:cubicBezTo>
                      <a:pt x="14479" y="22271"/>
                      <a:pt x="14399" y="22245"/>
                      <a:pt x="14337" y="22188"/>
                    </a:cubicBezTo>
                    <a:cubicBezTo>
                      <a:pt x="14201" y="22069"/>
                      <a:pt x="14078" y="21823"/>
                      <a:pt x="14162" y="21510"/>
                    </a:cubicBezTo>
                    <a:cubicBezTo>
                      <a:pt x="14232" y="21264"/>
                      <a:pt x="14426" y="21017"/>
                      <a:pt x="14751" y="20767"/>
                    </a:cubicBezTo>
                    <a:lnTo>
                      <a:pt x="14751" y="20767"/>
                    </a:lnTo>
                    <a:cubicBezTo>
                      <a:pt x="13682" y="20850"/>
                      <a:pt x="12657" y="20899"/>
                      <a:pt x="11706" y="20899"/>
                    </a:cubicBezTo>
                    <a:cubicBezTo>
                      <a:pt x="8437" y="20899"/>
                      <a:pt x="6073" y="20318"/>
                      <a:pt x="6073" y="18571"/>
                    </a:cubicBezTo>
                    <a:cubicBezTo>
                      <a:pt x="6065" y="12621"/>
                      <a:pt x="39587" y="54"/>
                      <a:pt x="39727" y="1"/>
                    </a:cubicBezTo>
                    <a:close/>
                  </a:path>
                </a:pathLst>
              </a:custGeom>
              <a:solidFill>
                <a:srgbClr val="FFC39F"/>
              </a:solidFill>
              <a:ln>
                <a:noFill/>
              </a:ln>
            </p:spPr>
            <p:txBody>
              <a:bodyPr spcFirstLastPara="1" wrap="square" lIns="121900" tIns="121900" rIns="121900" bIns="121900" anchor="ctr" anchorCtr="0">
                <a:noAutofit/>
              </a:bodyPr>
              <a:lstStyle/>
              <a:p>
                <a:endParaRPr sz="2400"/>
              </a:p>
            </p:txBody>
          </p:sp>
          <p:sp>
            <p:nvSpPr>
              <p:cNvPr id="942" name="Google Shape;942;p37"/>
              <p:cNvSpPr/>
              <p:nvPr/>
            </p:nvSpPr>
            <p:spPr>
              <a:xfrm>
                <a:off x="1851950" y="3169725"/>
                <a:ext cx="1690750" cy="1080075"/>
              </a:xfrm>
              <a:custGeom>
                <a:avLst/>
                <a:gdLst/>
                <a:ahLst/>
                <a:cxnLst/>
                <a:rect l="l" t="t" r="r" b="b"/>
                <a:pathLst>
                  <a:path w="67630" h="43203" extrusionOk="0">
                    <a:moveTo>
                      <a:pt x="36748" y="1"/>
                    </a:moveTo>
                    <a:lnTo>
                      <a:pt x="36748" y="1"/>
                    </a:lnTo>
                    <a:cubicBezTo>
                      <a:pt x="36114" y="106"/>
                      <a:pt x="35574" y="202"/>
                      <a:pt x="35160" y="277"/>
                    </a:cubicBezTo>
                    <a:cubicBezTo>
                      <a:pt x="22245" y="5387"/>
                      <a:pt x="1" y="15194"/>
                      <a:pt x="3077" y="21104"/>
                    </a:cubicBezTo>
                    <a:cubicBezTo>
                      <a:pt x="7377" y="29364"/>
                      <a:pt x="65491" y="43203"/>
                      <a:pt x="65491" y="43203"/>
                    </a:cubicBezTo>
                    <a:lnTo>
                      <a:pt x="67630" y="40448"/>
                    </a:lnTo>
                    <a:cubicBezTo>
                      <a:pt x="67524" y="40408"/>
                      <a:pt x="67423" y="40373"/>
                      <a:pt x="67317" y="40333"/>
                    </a:cubicBezTo>
                    <a:lnTo>
                      <a:pt x="65368" y="42851"/>
                    </a:lnTo>
                    <a:cubicBezTo>
                      <a:pt x="61649" y="41958"/>
                      <a:pt x="7416" y="28765"/>
                      <a:pt x="3354" y="20959"/>
                    </a:cubicBezTo>
                    <a:cubicBezTo>
                      <a:pt x="3024" y="20325"/>
                      <a:pt x="3015" y="19638"/>
                      <a:pt x="3323" y="18860"/>
                    </a:cubicBezTo>
                    <a:cubicBezTo>
                      <a:pt x="5708" y="12823"/>
                      <a:pt x="25677" y="4317"/>
                      <a:pt x="36748" y="1"/>
                    </a:cubicBez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943" name="Google Shape;943;p37"/>
              <p:cNvSpPr/>
              <p:nvPr/>
            </p:nvSpPr>
            <p:spPr>
              <a:xfrm>
                <a:off x="2356025" y="3611950"/>
                <a:ext cx="351275" cy="106975"/>
              </a:xfrm>
              <a:custGeom>
                <a:avLst/>
                <a:gdLst/>
                <a:ahLst/>
                <a:cxnLst/>
                <a:rect l="l" t="t" r="r" b="b"/>
                <a:pathLst>
                  <a:path w="14051" h="4279" extrusionOk="0">
                    <a:moveTo>
                      <a:pt x="13910" y="1"/>
                    </a:moveTo>
                    <a:lnTo>
                      <a:pt x="13910" y="1"/>
                    </a:lnTo>
                    <a:cubicBezTo>
                      <a:pt x="10117" y="503"/>
                      <a:pt x="4903" y="1537"/>
                      <a:pt x="224" y="3679"/>
                    </a:cubicBezTo>
                    <a:cubicBezTo>
                      <a:pt x="66" y="3750"/>
                      <a:pt x="0" y="3935"/>
                      <a:pt x="71" y="4093"/>
                    </a:cubicBezTo>
                    <a:cubicBezTo>
                      <a:pt x="124" y="4207"/>
                      <a:pt x="238" y="4278"/>
                      <a:pt x="356" y="4278"/>
                    </a:cubicBezTo>
                    <a:cubicBezTo>
                      <a:pt x="401" y="4278"/>
                      <a:pt x="445" y="4264"/>
                      <a:pt x="484" y="4246"/>
                    </a:cubicBezTo>
                    <a:cubicBezTo>
                      <a:pt x="4686" y="2324"/>
                      <a:pt x="9329" y="1303"/>
                      <a:pt x="12955" y="767"/>
                    </a:cubicBezTo>
                    <a:cubicBezTo>
                      <a:pt x="13303" y="617"/>
                      <a:pt x="13597" y="458"/>
                      <a:pt x="13821" y="296"/>
                    </a:cubicBezTo>
                    <a:cubicBezTo>
                      <a:pt x="14033" y="141"/>
                      <a:pt x="14050" y="49"/>
                      <a:pt x="13910" y="1"/>
                    </a:cubicBez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944" name="Google Shape;944;p37"/>
              <p:cNvSpPr/>
              <p:nvPr/>
            </p:nvSpPr>
            <p:spPr>
              <a:xfrm>
                <a:off x="2279250" y="3663450"/>
                <a:ext cx="54575" cy="41050"/>
              </a:xfrm>
              <a:custGeom>
                <a:avLst/>
                <a:gdLst/>
                <a:ahLst/>
                <a:cxnLst/>
                <a:rect l="l" t="t" r="r" b="b"/>
                <a:pathLst>
                  <a:path w="2183" h="1642" extrusionOk="0">
                    <a:moveTo>
                      <a:pt x="2182" y="0"/>
                    </a:moveTo>
                    <a:lnTo>
                      <a:pt x="2182" y="0"/>
                    </a:lnTo>
                    <a:cubicBezTo>
                      <a:pt x="1672" y="53"/>
                      <a:pt x="1171" y="96"/>
                      <a:pt x="673" y="137"/>
                    </a:cubicBezTo>
                    <a:cubicBezTo>
                      <a:pt x="348" y="387"/>
                      <a:pt x="154" y="634"/>
                      <a:pt x="84" y="880"/>
                    </a:cubicBezTo>
                    <a:cubicBezTo>
                      <a:pt x="0" y="1193"/>
                      <a:pt x="123" y="1439"/>
                      <a:pt x="259" y="1558"/>
                    </a:cubicBezTo>
                    <a:cubicBezTo>
                      <a:pt x="321" y="1615"/>
                      <a:pt x="401" y="1641"/>
                      <a:pt x="480" y="1641"/>
                    </a:cubicBezTo>
                    <a:cubicBezTo>
                      <a:pt x="563" y="1641"/>
                      <a:pt x="647" y="1611"/>
                      <a:pt x="708" y="1544"/>
                    </a:cubicBezTo>
                    <a:cubicBezTo>
                      <a:pt x="823" y="1412"/>
                      <a:pt x="819" y="1223"/>
                      <a:pt x="691" y="1109"/>
                    </a:cubicBezTo>
                    <a:cubicBezTo>
                      <a:pt x="687" y="1100"/>
                      <a:pt x="673" y="1078"/>
                      <a:pt x="695" y="1021"/>
                    </a:cubicBezTo>
                    <a:cubicBezTo>
                      <a:pt x="757" y="862"/>
                      <a:pt x="1025" y="506"/>
                      <a:pt x="2182" y="0"/>
                    </a:cubicBez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945" name="Google Shape;945;p37"/>
              <p:cNvSpPr/>
              <p:nvPr/>
            </p:nvSpPr>
            <p:spPr>
              <a:xfrm>
                <a:off x="4094575" y="2210900"/>
                <a:ext cx="207600" cy="128175"/>
              </a:xfrm>
              <a:custGeom>
                <a:avLst/>
                <a:gdLst/>
                <a:ahLst/>
                <a:cxnLst/>
                <a:rect l="l" t="t" r="r" b="b"/>
                <a:pathLst>
                  <a:path w="8304" h="5127" extrusionOk="0">
                    <a:moveTo>
                      <a:pt x="6526" y="0"/>
                    </a:moveTo>
                    <a:lnTo>
                      <a:pt x="1" y="1342"/>
                    </a:lnTo>
                    <a:lnTo>
                      <a:pt x="2984" y="5126"/>
                    </a:lnTo>
                    <a:lnTo>
                      <a:pt x="8304" y="3630"/>
                    </a:lnTo>
                    <a:lnTo>
                      <a:pt x="6526"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46" name="Google Shape;946;p37"/>
              <p:cNvSpPr/>
              <p:nvPr/>
            </p:nvSpPr>
            <p:spPr>
              <a:xfrm>
                <a:off x="4080525" y="2201975"/>
                <a:ext cx="232875" cy="146025"/>
              </a:xfrm>
              <a:custGeom>
                <a:avLst/>
                <a:gdLst/>
                <a:ahLst/>
                <a:cxnLst/>
                <a:rect l="l" t="t" r="r" b="b"/>
                <a:pathLst>
                  <a:path w="9315" h="5841" extrusionOk="0">
                    <a:moveTo>
                      <a:pt x="6912" y="713"/>
                    </a:moveTo>
                    <a:lnTo>
                      <a:pt x="8422" y="3785"/>
                    </a:lnTo>
                    <a:lnTo>
                      <a:pt x="3660" y="5127"/>
                    </a:lnTo>
                    <a:lnTo>
                      <a:pt x="1122" y="1901"/>
                    </a:lnTo>
                    <a:lnTo>
                      <a:pt x="6912" y="713"/>
                    </a:lnTo>
                    <a:close/>
                    <a:moveTo>
                      <a:pt x="7261" y="0"/>
                    </a:moveTo>
                    <a:lnTo>
                      <a:pt x="0" y="1497"/>
                    </a:lnTo>
                    <a:lnTo>
                      <a:pt x="3432" y="5840"/>
                    </a:lnTo>
                    <a:lnTo>
                      <a:pt x="9315" y="4185"/>
                    </a:lnTo>
                    <a:lnTo>
                      <a:pt x="7261" y="0"/>
                    </a:ln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47" name="Google Shape;947;p37"/>
              <p:cNvSpPr/>
              <p:nvPr/>
            </p:nvSpPr>
            <p:spPr>
              <a:xfrm>
                <a:off x="2772400" y="1276775"/>
                <a:ext cx="1485350" cy="1000250"/>
              </a:xfrm>
              <a:custGeom>
                <a:avLst/>
                <a:gdLst/>
                <a:ahLst/>
                <a:cxnLst/>
                <a:rect l="l" t="t" r="r" b="b"/>
                <a:pathLst>
                  <a:path w="59414" h="40010" extrusionOk="0">
                    <a:moveTo>
                      <a:pt x="27868" y="0"/>
                    </a:moveTo>
                    <a:cubicBezTo>
                      <a:pt x="24832" y="0"/>
                      <a:pt x="21846" y="157"/>
                      <a:pt x="19613" y="323"/>
                    </a:cubicBezTo>
                    <a:cubicBezTo>
                      <a:pt x="16108" y="587"/>
                      <a:pt x="11044" y="647"/>
                      <a:pt x="7164" y="647"/>
                    </a:cubicBezTo>
                    <a:cubicBezTo>
                      <a:pt x="3928" y="647"/>
                      <a:pt x="1514" y="605"/>
                      <a:pt x="1514" y="605"/>
                    </a:cubicBezTo>
                    <a:lnTo>
                      <a:pt x="1514" y="605"/>
                    </a:lnTo>
                    <a:cubicBezTo>
                      <a:pt x="1" y="12371"/>
                      <a:pt x="7631" y="20401"/>
                      <a:pt x="7631" y="20401"/>
                    </a:cubicBezTo>
                    <a:lnTo>
                      <a:pt x="32766" y="17344"/>
                    </a:lnTo>
                    <a:lnTo>
                      <a:pt x="53310" y="40010"/>
                    </a:lnTo>
                    <a:lnTo>
                      <a:pt x="59413" y="37365"/>
                    </a:lnTo>
                    <a:cubicBezTo>
                      <a:pt x="59413" y="37365"/>
                      <a:pt x="42996" y="5819"/>
                      <a:pt x="40861" y="2633"/>
                    </a:cubicBezTo>
                    <a:cubicBezTo>
                      <a:pt x="39465" y="553"/>
                      <a:pt x="33577" y="0"/>
                      <a:pt x="27868"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48" name="Google Shape;948;p37"/>
              <p:cNvSpPr/>
              <p:nvPr/>
            </p:nvSpPr>
            <p:spPr>
              <a:xfrm>
                <a:off x="2764600" y="1268675"/>
                <a:ext cx="1503925" cy="1017800"/>
              </a:xfrm>
              <a:custGeom>
                <a:avLst/>
                <a:gdLst/>
                <a:ahLst/>
                <a:cxnLst/>
                <a:rect l="l" t="t" r="r" b="b"/>
                <a:pathLst>
                  <a:path w="60157" h="40712" extrusionOk="0">
                    <a:moveTo>
                      <a:pt x="28134" y="635"/>
                    </a:moveTo>
                    <a:cubicBezTo>
                      <a:pt x="34318" y="635"/>
                      <a:pt x="39681" y="1293"/>
                      <a:pt x="40915" y="3129"/>
                    </a:cubicBezTo>
                    <a:cubicBezTo>
                      <a:pt x="42903" y="6099"/>
                      <a:pt x="57609" y="34310"/>
                      <a:pt x="59290" y="37535"/>
                    </a:cubicBezTo>
                    <a:lnTo>
                      <a:pt x="53702" y="39960"/>
                    </a:lnTo>
                    <a:lnTo>
                      <a:pt x="33200" y="17337"/>
                    </a:lnTo>
                    <a:lnTo>
                      <a:pt x="8065" y="20396"/>
                    </a:lnTo>
                    <a:cubicBezTo>
                      <a:pt x="7173" y="19388"/>
                      <a:pt x="867" y="11837"/>
                      <a:pt x="2104" y="1246"/>
                    </a:cubicBezTo>
                    <a:lnTo>
                      <a:pt x="2104" y="1246"/>
                    </a:lnTo>
                    <a:cubicBezTo>
                      <a:pt x="2832" y="1258"/>
                      <a:pt x="4891" y="1285"/>
                      <a:pt x="7473" y="1285"/>
                    </a:cubicBezTo>
                    <a:cubicBezTo>
                      <a:pt x="11367" y="1285"/>
                      <a:pt x="16451" y="1224"/>
                      <a:pt x="19946" y="960"/>
                    </a:cubicBezTo>
                    <a:cubicBezTo>
                      <a:pt x="22652" y="757"/>
                      <a:pt x="25469" y="635"/>
                      <a:pt x="28134" y="635"/>
                    </a:cubicBezTo>
                    <a:close/>
                    <a:moveTo>
                      <a:pt x="28262" y="1"/>
                    </a:moveTo>
                    <a:cubicBezTo>
                      <a:pt x="25053" y="1"/>
                      <a:pt x="21966" y="180"/>
                      <a:pt x="19903" y="335"/>
                    </a:cubicBezTo>
                    <a:cubicBezTo>
                      <a:pt x="16410" y="599"/>
                      <a:pt x="11324" y="659"/>
                      <a:pt x="7437" y="659"/>
                    </a:cubicBezTo>
                    <a:cubicBezTo>
                      <a:pt x="4261" y="659"/>
                      <a:pt x="1886" y="619"/>
                      <a:pt x="1835" y="617"/>
                    </a:cubicBezTo>
                    <a:lnTo>
                      <a:pt x="1554" y="612"/>
                    </a:lnTo>
                    <a:lnTo>
                      <a:pt x="1518" y="889"/>
                    </a:lnTo>
                    <a:cubicBezTo>
                      <a:pt x="0" y="12669"/>
                      <a:pt x="7635" y="20863"/>
                      <a:pt x="7714" y="20942"/>
                    </a:cubicBezTo>
                    <a:lnTo>
                      <a:pt x="7824" y="21056"/>
                    </a:lnTo>
                    <a:lnTo>
                      <a:pt x="32954" y="17998"/>
                    </a:lnTo>
                    <a:lnTo>
                      <a:pt x="53539" y="40712"/>
                    </a:lnTo>
                    <a:lnTo>
                      <a:pt x="60156" y="37843"/>
                    </a:lnTo>
                    <a:lnTo>
                      <a:pt x="60003" y="37543"/>
                    </a:lnTo>
                    <a:cubicBezTo>
                      <a:pt x="59329" y="36255"/>
                      <a:pt x="43550" y="5946"/>
                      <a:pt x="41433" y="2782"/>
                    </a:cubicBezTo>
                    <a:cubicBezTo>
                      <a:pt x="39941" y="556"/>
                      <a:pt x="33912" y="1"/>
                      <a:pt x="28262"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49" name="Google Shape;949;p37"/>
              <p:cNvSpPr/>
              <p:nvPr/>
            </p:nvSpPr>
            <p:spPr>
              <a:xfrm>
                <a:off x="3040500" y="1482100"/>
                <a:ext cx="1054100" cy="762375"/>
              </a:xfrm>
              <a:custGeom>
                <a:avLst/>
                <a:gdLst/>
                <a:ahLst/>
                <a:cxnLst/>
                <a:rect l="l" t="t" r="r" b="b"/>
                <a:pathLst>
                  <a:path w="42164" h="30495" extrusionOk="0">
                    <a:moveTo>
                      <a:pt x="26116" y="0"/>
                    </a:moveTo>
                    <a:cubicBezTo>
                      <a:pt x="25078" y="0"/>
                      <a:pt x="21773" y="3027"/>
                      <a:pt x="19863" y="3349"/>
                    </a:cubicBezTo>
                    <a:cubicBezTo>
                      <a:pt x="19704" y="3375"/>
                      <a:pt x="19481" y="3388"/>
                      <a:pt x="19190" y="3388"/>
                    </a:cubicBezTo>
                    <a:cubicBezTo>
                      <a:pt x="15701" y="3388"/>
                      <a:pt x="3477" y="1548"/>
                      <a:pt x="0" y="1016"/>
                    </a:cubicBezTo>
                    <a:lnTo>
                      <a:pt x="0" y="1016"/>
                    </a:lnTo>
                    <a:cubicBezTo>
                      <a:pt x="2658" y="3859"/>
                      <a:pt x="5610" y="7133"/>
                      <a:pt x="8467" y="10468"/>
                    </a:cubicBezTo>
                    <a:lnTo>
                      <a:pt x="22164" y="8800"/>
                    </a:lnTo>
                    <a:lnTo>
                      <a:pt x="33258" y="21043"/>
                    </a:lnTo>
                    <a:lnTo>
                      <a:pt x="42164" y="30494"/>
                    </a:lnTo>
                    <a:cubicBezTo>
                      <a:pt x="42164" y="30494"/>
                      <a:pt x="25825" y="3340"/>
                      <a:pt x="26388" y="762"/>
                    </a:cubicBezTo>
                    <a:cubicBezTo>
                      <a:pt x="26508" y="216"/>
                      <a:pt x="26394" y="0"/>
                      <a:pt x="26116" y="0"/>
                    </a:cubicBezTo>
                    <a:close/>
                  </a:path>
                </a:pathLst>
              </a:custGeom>
              <a:solidFill>
                <a:srgbClr val="FFC39F"/>
              </a:solidFill>
              <a:ln>
                <a:noFill/>
              </a:ln>
            </p:spPr>
            <p:txBody>
              <a:bodyPr spcFirstLastPara="1" wrap="square" lIns="121900" tIns="121900" rIns="121900" bIns="121900" anchor="ctr" anchorCtr="0">
                <a:noAutofit/>
              </a:bodyPr>
              <a:lstStyle/>
              <a:p>
                <a:endParaRPr sz="2400"/>
              </a:p>
            </p:txBody>
          </p:sp>
          <p:sp>
            <p:nvSpPr>
              <p:cNvPr id="950" name="Google Shape;950;p37"/>
              <p:cNvSpPr/>
              <p:nvPr/>
            </p:nvSpPr>
            <p:spPr>
              <a:xfrm>
                <a:off x="3264350" y="1728175"/>
                <a:ext cx="245575" cy="49950"/>
              </a:xfrm>
              <a:custGeom>
                <a:avLst/>
                <a:gdLst/>
                <a:ahLst/>
                <a:cxnLst/>
                <a:rect l="l" t="t" r="r" b="b"/>
                <a:pathLst>
                  <a:path w="9823" h="1998" extrusionOk="0">
                    <a:moveTo>
                      <a:pt x="9822" y="1"/>
                    </a:moveTo>
                    <a:lnTo>
                      <a:pt x="1" y="1197"/>
                    </a:lnTo>
                    <a:cubicBezTo>
                      <a:pt x="226" y="1461"/>
                      <a:pt x="454" y="1730"/>
                      <a:pt x="679" y="1998"/>
                    </a:cubicBezTo>
                    <a:lnTo>
                      <a:pt x="9822" y="1"/>
                    </a:lnTo>
                    <a:close/>
                  </a:path>
                </a:pathLst>
              </a:custGeom>
              <a:solidFill>
                <a:srgbClr val="FFC39F"/>
              </a:solidFill>
              <a:ln>
                <a:noFill/>
              </a:ln>
            </p:spPr>
            <p:txBody>
              <a:bodyPr spcFirstLastPara="1" wrap="square" lIns="121900" tIns="121900" rIns="121900" bIns="121900" anchor="ctr" anchorCtr="0">
                <a:noAutofit/>
              </a:bodyPr>
              <a:lstStyle/>
              <a:p>
                <a:endParaRPr sz="2400"/>
              </a:p>
            </p:txBody>
          </p:sp>
          <p:sp>
            <p:nvSpPr>
              <p:cNvPr id="951" name="Google Shape;951;p37"/>
              <p:cNvSpPr/>
              <p:nvPr/>
            </p:nvSpPr>
            <p:spPr>
              <a:xfrm>
                <a:off x="3252150" y="1702100"/>
                <a:ext cx="619825" cy="306075"/>
              </a:xfrm>
              <a:custGeom>
                <a:avLst/>
                <a:gdLst/>
                <a:ahLst/>
                <a:cxnLst/>
                <a:rect l="l" t="t" r="r" b="b"/>
                <a:pathLst>
                  <a:path w="24793" h="12243" extrusionOk="0">
                    <a:moveTo>
                      <a:pt x="13698" y="0"/>
                    </a:moveTo>
                    <a:lnTo>
                      <a:pt x="1" y="1668"/>
                    </a:lnTo>
                    <a:cubicBezTo>
                      <a:pt x="163" y="1857"/>
                      <a:pt x="326" y="2047"/>
                      <a:pt x="489" y="2240"/>
                    </a:cubicBezTo>
                    <a:lnTo>
                      <a:pt x="10310" y="1044"/>
                    </a:lnTo>
                    <a:lnTo>
                      <a:pt x="13576" y="331"/>
                    </a:lnTo>
                    <a:lnTo>
                      <a:pt x="24792" y="12243"/>
                    </a:lnTo>
                    <a:lnTo>
                      <a:pt x="13698" y="0"/>
                    </a:ln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952" name="Google Shape;952;p37"/>
              <p:cNvSpPr/>
              <p:nvPr/>
            </p:nvSpPr>
            <p:spPr>
              <a:xfrm>
                <a:off x="2026975" y="1427575"/>
                <a:ext cx="404875" cy="512825"/>
              </a:xfrm>
              <a:custGeom>
                <a:avLst/>
                <a:gdLst/>
                <a:ahLst/>
                <a:cxnLst/>
                <a:rect l="l" t="t" r="r" b="b"/>
                <a:pathLst>
                  <a:path w="16195" h="20513" extrusionOk="0">
                    <a:moveTo>
                      <a:pt x="14727" y="0"/>
                    </a:moveTo>
                    <a:cubicBezTo>
                      <a:pt x="10771" y="0"/>
                      <a:pt x="8098" y="2916"/>
                      <a:pt x="8098" y="2916"/>
                    </a:cubicBezTo>
                    <a:cubicBezTo>
                      <a:pt x="8098" y="2916"/>
                      <a:pt x="1" y="12336"/>
                      <a:pt x="1391" y="16174"/>
                    </a:cubicBezTo>
                    <a:lnTo>
                      <a:pt x="1822" y="20513"/>
                    </a:lnTo>
                    <a:cubicBezTo>
                      <a:pt x="1822" y="20513"/>
                      <a:pt x="6641" y="11888"/>
                      <a:pt x="8670" y="10528"/>
                    </a:cubicBezTo>
                    <a:lnTo>
                      <a:pt x="16194" y="135"/>
                    </a:lnTo>
                    <a:cubicBezTo>
                      <a:pt x="15689" y="42"/>
                      <a:pt x="15199" y="0"/>
                      <a:pt x="14727"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53" name="Google Shape;953;p37"/>
              <p:cNvSpPr/>
              <p:nvPr/>
            </p:nvSpPr>
            <p:spPr>
              <a:xfrm>
                <a:off x="2019725" y="1419700"/>
                <a:ext cx="420600" cy="546350"/>
              </a:xfrm>
              <a:custGeom>
                <a:avLst/>
                <a:gdLst/>
                <a:ahLst/>
                <a:cxnLst/>
                <a:rect l="l" t="t" r="r" b="b"/>
                <a:pathLst>
                  <a:path w="16824" h="21854" extrusionOk="0">
                    <a:moveTo>
                      <a:pt x="14998" y="0"/>
                    </a:moveTo>
                    <a:cubicBezTo>
                      <a:pt x="10977" y="0"/>
                      <a:pt x="8283" y="2884"/>
                      <a:pt x="8150" y="3028"/>
                    </a:cubicBezTo>
                    <a:cubicBezTo>
                      <a:pt x="7815" y="3416"/>
                      <a:pt x="0" y="12572"/>
                      <a:pt x="1373" y="16559"/>
                    </a:cubicBezTo>
                    <a:lnTo>
                      <a:pt x="1901" y="21853"/>
                    </a:lnTo>
                    <a:lnTo>
                      <a:pt x="2390" y="20982"/>
                    </a:lnTo>
                    <a:cubicBezTo>
                      <a:pt x="2434" y="20894"/>
                      <a:pt x="7187" y="12405"/>
                      <a:pt x="9131" y="11103"/>
                    </a:cubicBezTo>
                    <a:cubicBezTo>
                      <a:pt x="9277" y="11006"/>
                      <a:pt x="9316" y="10813"/>
                      <a:pt x="9220" y="10667"/>
                    </a:cubicBezTo>
                    <a:cubicBezTo>
                      <a:pt x="9159" y="10576"/>
                      <a:pt x="9058" y="10528"/>
                      <a:pt x="8956" y="10528"/>
                    </a:cubicBezTo>
                    <a:cubicBezTo>
                      <a:pt x="8896" y="10528"/>
                      <a:pt x="8836" y="10545"/>
                      <a:pt x="8784" y="10579"/>
                    </a:cubicBezTo>
                    <a:cubicBezTo>
                      <a:pt x="7081" y="11723"/>
                      <a:pt x="3613" y="17580"/>
                      <a:pt x="2329" y="19816"/>
                    </a:cubicBezTo>
                    <a:lnTo>
                      <a:pt x="1994" y="16459"/>
                    </a:lnTo>
                    <a:lnTo>
                      <a:pt x="1976" y="16384"/>
                    </a:lnTo>
                    <a:cubicBezTo>
                      <a:pt x="666" y="12762"/>
                      <a:pt x="8546" y="3526"/>
                      <a:pt x="8617" y="3442"/>
                    </a:cubicBezTo>
                    <a:cubicBezTo>
                      <a:pt x="8648" y="3410"/>
                      <a:pt x="11252" y="631"/>
                      <a:pt x="15032" y="631"/>
                    </a:cubicBezTo>
                    <a:cubicBezTo>
                      <a:pt x="15481" y="631"/>
                      <a:pt x="15947" y="670"/>
                      <a:pt x="16427" y="758"/>
                    </a:cubicBezTo>
                    <a:cubicBezTo>
                      <a:pt x="16446" y="761"/>
                      <a:pt x="16464" y="763"/>
                      <a:pt x="16482" y="763"/>
                    </a:cubicBezTo>
                    <a:cubicBezTo>
                      <a:pt x="16629" y="763"/>
                      <a:pt x="16765" y="656"/>
                      <a:pt x="16792" y="502"/>
                    </a:cubicBezTo>
                    <a:cubicBezTo>
                      <a:pt x="16823" y="335"/>
                      <a:pt x="16713" y="173"/>
                      <a:pt x="16542" y="142"/>
                    </a:cubicBezTo>
                    <a:cubicBezTo>
                      <a:pt x="16008" y="44"/>
                      <a:pt x="15493" y="0"/>
                      <a:pt x="14998"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54" name="Google Shape;954;p37"/>
              <p:cNvSpPr/>
              <p:nvPr/>
            </p:nvSpPr>
            <p:spPr>
              <a:xfrm>
                <a:off x="2546000" y="912275"/>
                <a:ext cx="1058650" cy="596900"/>
              </a:xfrm>
              <a:custGeom>
                <a:avLst/>
                <a:gdLst/>
                <a:ahLst/>
                <a:cxnLst/>
                <a:rect l="l" t="t" r="r" b="b"/>
                <a:pathLst>
                  <a:path w="42346" h="23876" extrusionOk="0">
                    <a:moveTo>
                      <a:pt x="34891" y="0"/>
                    </a:moveTo>
                    <a:cubicBezTo>
                      <a:pt x="34500" y="0"/>
                      <a:pt x="34177" y="50"/>
                      <a:pt x="33954" y="167"/>
                    </a:cubicBezTo>
                    <a:cubicBezTo>
                      <a:pt x="32674" y="832"/>
                      <a:pt x="26799" y="3457"/>
                      <a:pt x="21172" y="3457"/>
                    </a:cubicBezTo>
                    <a:cubicBezTo>
                      <a:pt x="19737" y="3457"/>
                      <a:pt x="18317" y="3286"/>
                      <a:pt x="16994" y="2868"/>
                    </a:cubicBezTo>
                    <a:cubicBezTo>
                      <a:pt x="14784" y="2172"/>
                      <a:pt x="12829" y="1813"/>
                      <a:pt x="11138" y="1813"/>
                    </a:cubicBezTo>
                    <a:cubicBezTo>
                      <a:pt x="7851" y="1813"/>
                      <a:pt x="5566" y="3170"/>
                      <a:pt x="4366" y="6041"/>
                    </a:cubicBezTo>
                    <a:cubicBezTo>
                      <a:pt x="2544" y="10389"/>
                      <a:pt x="1" y="19875"/>
                      <a:pt x="1" y="19875"/>
                    </a:cubicBezTo>
                    <a:lnTo>
                      <a:pt x="2764" y="23876"/>
                    </a:lnTo>
                    <a:cubicBezTo>
                      <a:pt x="2764" y="23876"/>
                      <a:pt x="6592" y="10322"/>
                      <a:pt x="10337" y="8374"/>
                    </a:cubicBezTo>
                    <a:cubicBezTo>
                      <a:pt x="11186" y="7932"/>
                      <a:pt x="12137" y="7752"/>
                      <a:pt x="13177" y="7752"/>
                    </a:cubicBezTo>
                    <a:cubicBezTo>
                      <a:pt x="16730" y="7752"/>
                      <a:pt x="21336" y="9851"/>
                      <a:pt x="26570" y="10811"/>
                    </a:cubicBezTo>
                    <a:cubicBezTo>
                      <a:pt x="27573" y="10994"/>
                      <a:pt x="28491" y="11072"/>
                      <a:pt x="29327" y="11072"/>
                    </a:cubicBezTo>
                    <a:cubicBezTo>
                      <a:pt x="34133" y="11072"/>
                      <a:pt x="36247" y="8496"/>
                      <a:pt x="36247" y="8496"/>
                    </a:cubicBezTo>
                    <a:lnTo>
                      <a:pt x="42345" y="1918"/>
                    </a:lnTo>
                    <a:cubicBezTo>
                      <a:pt x="42345" y="1918"/>
                      <a:pt x="37313" y="0"/>
                      <a:pt x="34891"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55" name="Google Shape;955;p37"/>
              <p:cNvSpPr/>
              <p:nvPr/>
            </p:nvSpPr>
            <p:spPr>
              <a:xfrm>
                <a:off x="2251400" y="1288150"/>
                <a:ext cx="1689075" cy="1885225"/>
              </a:xfrm>
              <a:custGeom>
                <a:avLst/>
                <a:gdLst/>
                <a:ahLst/>
                <a:cxnLst/>
                <a:rect l="l" t="t" r="r" b="b"/>
                <a:pathLst>
                  <a:path w="67563" h="75409" extrusionOk="0">
                    <a:moveTo>
                      <a:pt x="21744" y="0"/>
                    </a:moveTo>
                    <a:cubicBezTo>
                      <a:pt x="17515" y="0"/>
                      <a:pt x="1105" y="14143"/>
                      <a:pt x="1105" y="14143"/>
                    </a:cubicBezTo>
                    <a:lnTo>
                      <a:pt x="0" y="39876"/>
                    </a:lnTo>
                    <a:cubicBezTo>
                      <a:pt x="2192" y="42745"/>
                      <a:pt x="5603" y="46767"/>
                      <a:pt x="10808" y="52047"/>
                    </a:cubicBezTo>
                    <a:cubicBezTo>
                      <a:pt x="15701" y="57010"/>
                      <a:pt x="18966" y="61397"/>
                      <a:pt x="21140" y="64888"/>
                    </a:cubicBezTo>
                    <a:lnTo>
                      <a:pt x="18508" y="71430"/>
                    </a:lnTo>
                    <a:lnTo>
                      <a:pt x="18191" y="75408"/>
                    </a:lnTo>
                    <a:cubicBezTo>
                      <a:pt x="18191" y="75408"/>
                      <a:pt x="27288" y="73604"/>
                      <a:pt x="33270" y="73604"/>
                    </a:cubicBezTo>
                    <a:cubicBezTo>
                      <a:pt x="33679" y="73604"/>
                      <a:pt x="34074" y="73613"/>
                      <a:pt x="34450" y="73631"/>
                    </a:cubicBezTo>
                    <a:cubicBezTo>
                      <a:pt x="34742" y="73645"/>
                      <a:pt x="35036" y="73652"/>
                      <a:pt x="35333" y="73652"/>
                    </a:cubicBezTo>
                    <a:cubicBezTo>
                      <a:pt x="37938" y="73652"/>
                      <a:pt x="40702" y="73125"/>
                      <a:pt x="42935" y="72553"/>
                    </a:cubicBezTo>
                    <a:cubicBezTo>
                      <a:pt x="47700" y="72100"/>
                      <a:pt x="52285" y="71338"/>
                      <a:pt x="55035" y="70079"/>
                    </a:cubicBezTo>
                    <a:cubicBezTo>
                      <a:pt x="62741" y="66546"/>
                      <a:pt x="67563" y="60219"/>
                      <a:pt x="67563" y="60219"/>
                    </a:cubicBezTo>
                    <a:cubicBezTo>
                      <a:pt x="67563" y="60219"/>
                      <a:pt x="57838" y="44281"/>
                      <a:pt x="51220" y="33403"/>
                    </a:cubicBezTo>
                    <a:cubicBezTo>
                      <a:pt x="44607" y="22525"/>
                      <a:pt x="25228" y="1998"/>
                      <a:pt x="22354" y="150"/>
                    </a:cubicBezTo>
                    <a:cubicBezTo>
                      <a:pt x="22196" y="48"/>
                      <a:pt x="21991" y="0"/>
                      <a:pt x="21744"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56" name="Google Shape;956;p37"/>
              <p:cNvSpPr/>
              <p:nvPr/>
            </p:nvSpPr>
            <p:spPr>
              <a:xfrm>
                <a:off x="2242600" y="1280900"/>
                <a:ext cx="1707350" cy="1902275"/>
              </a:xfrm>
              <a:custGeom>
                <a:avLst/>
                <a:gdLst/>
                <a:ahLst/>
                <a:cxnLst/>
                <a:rect l="l" t="t" r="r" b="b"/>
                <a:pathLst>
                  <a:path w="68294" h="76091" extrusionOk="0">
                    <a:moveTo>
                      <a:pt x="22165" y="0"/>
                    </a:moveTo>
                    <a:cubicBezTo>
                      <a:pt x="17863" y="0"/>
                      <a:pt x="3032" y="12661"/>
                      <a:pt x="1255" y="14196"/>
                    </a:cubicBezTo>
                    <a:cubicBezTo>
                      <a:pt x="1123" y="14305"/>
                      <a:pt x="1109" y="14503"/>
                      <a:pt x="1219" y="14635"/>
                    </a:cubicBezTo>
                    <a:cubicBezTo>
                      <a:pt x="1283" y="14708"/>
                      <a:pt x="1371" y="14745"/>
                      <a:pt x="1460" y="14745"/>
                    </a:cubicBezTo>
                    <a:cubicBezTo>
                      <a:pt x="1532" y="14745"/>
                      <a:pt x="1605" y="14720"/>
                      <a:pt x="1664" y="14671"/>
                    </a:cubicBezTo>
                    <a:cubicBezTo>
                      <a:pt x="8260" y="8983"/>
                      <a:pt x="19122" y="588"/>
                      <a:pt x="22060" y="588"/>
                    </a:cubicBezTo>
                    <a:cubicBezTo>
                      <a:pt x="22256" y="588"/>
                      <a:pt x="22417" y="626"/>
                      <a:pt x="22539" y="704"/>
                    </a:cubicBezTo>
                    <a:cubicBezTo>
                      <a:pt x="25298" y="2482"/>
                      <a:pt x="44668" y="22943"/>
                      <a:pt x="51308" y="33856"/>
                    </a:cubicBezTo>
                    <a:cubicBezTo>
                      <a:pt x="57500" y="44042"/>
                      <a:pt x="66428" y="58673"/>
                      <a:pt x="67532" y="60487"/>
                    </a:cubicBezTo>
                    <a:cubicBezTo>
                      <a:pt x="66710" y="61503"/>
                      <a:pt x="62106" y="66947"/>
                      <a:pt x="55255" y="70083"/>
                    </a:cubicBezTo>
                    <a:cubicBezTo>
                      <a:pt x="52879" y="71175"/>
                      <a:pt x="48844" y="71998"/>
                      <a:pt x="43212" y="72539"/>
                    </a:cubicBezTo>
                    <a:cubicBezTo>
                      <a:pt x="40383" y="73261"/>
                      <a:pt x="37862" y="73630"/>
                      <a:pt x="35703" y="73630"/>
                    </a:cubicBezTo>
                    <a:cubicBezTo>
                      <a:pt x="35400" y="73630"/>
                      <a:pt x="35104" y="73623"/>
                      <a:pt x="34816" y="73608"/>
                    </a:cubicBezTo>
                    <a:cubicBezTo>
                      <a:pt x="34444" y="73591"/>
                      <a:pt x="34054" y="73583"/>
                      <a:pt x="33649" y="73583"/>
                    </a:cubicBezTo>
                    <a:cubicBezTo>
                      <a:pt x="28407" y="73583"/>
                      <a:pt x="20730" y="74968"/>
                      <a:pt x="18892" y="75316"/>
                    </a:cubicBezTo>
                    <a:lnTo>
                      <a:pt x="19168" y="71791"/>
                    </a:lnTo>
                    <a:lnTo>
                      <a:pt x="21839" y="65146"/>
                    </a:lnTo>
                    <a:lnTo>
                      <a:pt x="21756" y="65010"/>
                    </a:lnTo>
                    <a:cubicBezTo>
                      <a:pt x="19089" y="60733"/>
                      <a:pt x="15600" y="56394"/>
                      <a:pt x="11384" y="52117"/>
                    </a:cubicBezTo>
                    <a:cubicBezTo>
                      <a:pt x="6949" y="47620"/>
                      <a:pt x="3323" y="43537"/>
                      <a:pt x="604" y="39977"/>
                    </a:cubicBezTo>
                    <a:cubicBezTo>
                      <a:pt x="539" y="39897"/>
                      <a:pt x="446" y="39855"/>
                      <a:pt x="352" y="39855"/>
                    </a:cubicBezTo>
                    <a:cubicBezTo>
                      <a:pt x="286" y="39855"/>
                      <a:pt x="220" y="39876"/>
                      <a:pt x="163" y="39920"/>
                    </a:cubicBezTo>
                    <a:cubicBezTo>
                      <a:pt x="23" y="40025"/>
                      <a:pt x="1" y="40218"/>
                      <a:pt x="102" y="40360"/>
                    </a:cubicBezTo>
                    <a:cubicBezTo>
                      <a:pt x="2844" y="43937"/>
                      <a:pt x="6487" y="48043"/>
                      <a:pt x="10939" y="52558"/>
                    </a:cubicBezTo>
                    <a:cubicBezTo>
                      <a:pt x="15076" y="56756"/>
                      <a:pt x="18508" y="61010"/>
                      <a:pt x="21140" y="65208"/>
                    </a:cubicBezTo>
                    <a:lnTo>
                      <a:pt x="18570" y="71602"/>
                    </a:lnTo>
                    <a:lnTo>
                      <a:pt x="18200" y="76090"/>
                    </a:lnTo>
                    <a:lnTo>
                      <a:pt x="18605" y="76007"/>
                    </a:lnTo>
                    <a:cubicBezTo>
                      <a:pt x="18704" y="75990"/>
                      <a:pt x="27752" y="74208"/>
                      <a:pt x="33630" y="74208"/>
                    </a:cubicBezTo>
                    <a:cubicBezTo>
                      <a:pt x="34031" y="74208"/>
                      <a:pt x="34418" y="74216"/>
                      <a:pt x="34786" y="74234"/>
                    </a:cubicBezTo>
                    <a:cubicBezTo>
                      <a:pt x="35081" y="74248"/>
                      <a:pt x="35384" y="74255"/>
                      <a:pt x="35693" y="74255"/>
                    </a:cubicBezTo>
                    <a:cubicBezTo>
                      <a:pt x="37908" y="74255"/>
                      <a:pt x="40476" y="73885"/>
                      <a:pt x="43318" y="73155"/>
                    </a:cubicBezTo>
                    <a:cubicBezTo>
                      <a:pt x="48972" y="72614"/>
                      <a:pt x="53077" y="71773"/>
                      <a:pt x="55515" y="70656"/>
                    </a:cubicBezTo>
                    <a:cubicBezTo>
                      <a:pt x="63207" y="67131"/>
                      <a:pt x="68117" y="60763"/>
                      <a:pt x="68166" y="60698"/>
                    </a:cubicBezTo>
                    <a:lnTo>
                      <a:pt x="68294" y="60531"/>
                    </a:lnTo>
                    <a:lnTo>
                      <a:pt x="68184" y="60346"/>
                    </a:lnTo>
                    <a:cubicBezTo>
                      <a:pt x="68184" y="60346"/>
                      <a:pt x="58454" y="44408"/>
                      <a:pt x="51841" y="33530"/>
                    </a:cubicBezTo>
                    <a:cubicBezTo>
                      <a:pt x="45170" y="22565"/>
                      <a:pt x="25663" y="1972"/>
                      <a:pt x="22878" y="176"/>
                    </a:cubicBezTo>
                    <a:cubicBezTo>
                      <a:pt x="22692" y="56"/>
                      <a:pt x="22452" y="0"/>
                      <a:pt x="22165"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57" name="Google Shape;957;p37"/>
              <p:cNvSpPr/>
              <p:nvPr/>
            </p:nvSpPr>
            <p:spPr>
              <a:xfrm>
                <a:off x="4198225" y="2295750"/>
                <a:ext cx="270850" cy="307675"/>
              </a:xfrm>
              <a:custGeom>
                <a:avLst/>
                <a:gdLst/>
                <a:ahLst/>
                <a:cxnLst/>
                <a:rect l="l" t="t" r="r" b="b"/>
                <a:pathLst>
                  <a:path w="10834" h="12307" extrusionOk="0">
                    <a:moveTo>
                      <a:pt x="4159" y="0"/>
                    </a:moveTo>
                    <a:cubicBezTo>
                      <a:pt x="4091" y="0"/>
                      <a:pt x="4023" y="29"/>
                      <a:pt x="3978" y="87"/>
                    </a:cubicBezTo>
                    <a:cubicBezTo>
                      <a:pt x="3894" y="188"/>
                      <a:pt x="3912" y="337"/>
                      <a:pt x="4013" y="416"/>
                    </a:cubicBezTo>
                    <a:cubicBezTo>
                      <a:pt x="5342" y="1477"/>
                      <a:pt x="7529" y="3308"/>
                      <a:pt x="7736" y="3712"/>
                    </a:cubicBezTo>
                    <a:lnTo>
                      <a:pt x="7868" y="3954"/>
                    </a:lnTo>
                    <a:cubicBezTo>
                      <a:pt x="10230" y="8298"/>
                      <a:pt x="10090" y="9455"/>
                      <a:pt x="9795" y="9759"/>
                    </a:cubicBezTo>
                    <a:cubicBezTo>
                      <a:pt x="8957" y="10626"/>
                      <a:pt x="5091" y="11838"/>
                      <a:pt x="3291" y="11838"/>
                    </a:cubicBezTo>
                    <a:cubicBezTo>
                      <a:pt x="3173" y="11838"/>
                      <a:pt x="3064" y="11833"/>
                      <a:pt x="2966" y="11822"/>
                    </a:cubicBezTo>
                    <a:cubicBezTo>
                      <a:pt x="1513" y="11664"/>
                      <a:pt x="497" y="8822"/>
                      <a:pt x="488" y="8790"/>
                    </a:cubicBezTo>
                    <a:cubicBezTo>
                      <a:pt x="454" y="8694"/>
                      <a:pt x="363" y="8635"/>
                      <a:pt x="269" y="8635"/>
                    </a:cubicBezTo>
                    <a:cubicBezTo>
                      <a:pt x="242" y="8635"/>
                      <a:pt x="215" y="8640"/>
                      <a:pt x="189" y="8650"/>
                    </a:cubicBezTo>
                    <a:cubicBezTo>
                      <a:pt x="66" y="8690"/>
                      <a:pt x="0" y="8826"/>
                      <a:pt x="44" y="8949"/>
                    </a:cubicBezTo>
                    <a:cubicBezTo>
                      <a:pt x="88" y="9076"/>
                      <a:pt x="1170" y="12100"/>
                      <a:pt x="2913" y="12289"/>
                    </a:cubicBezTo>
                    <a:cubicBezTo>
                      <a:pt x="3018" y="12297"/>
                      <a:pt x="3133" y="12307"/>
                      <a:pt x="3256" y="12307"/>
                    </a:cubicBezTo>
                    <a:cubicBezTo>
                      <a:pt x="5100" y="12307"/>
                      <a:pt x="9127" y="11127"/>
                      <a:pt x="10134" y="10089"/>
                    </a:cubicBezTo>
                    <a:cubicBezTo>
                      <a:pt x="10833" y="9363"/>
                      <a:pt x="10244" y="7343"/>
                      <a:pt x="8282" y="3730"/>
                    </a:cubicBezTo>
                    <a:lnTo>
                      <a:pt x="8154" y="3493"/>
                    </a:lnTo>
                    <a:cubicBezTo>
                      <a:pt x="7828" y="2868"/>
                      <a:pt x="4665" y="337"/>
                      <a:pt x="4308" y="51"/>
                    </a:cubicBezTo>
                    <a:cubicBezTo>
                      <a:pt x="4264" y="17"/>
                      <a:pt x="4211" y="0"/>
                      <a:pt x="4159"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58" name="Google Shape;958;p37"/>
              <p:cNvSpPr/>
              <p:nvPr/>
            </p:nvSpPr>
            <p:spPr>
              <a:xfrm>
                <a:off x="4290175" y="2420700"/>
                <a:ext cx="57900" cy="42150"/>
              </a:xfrm>
              <a:custGeom>
                <a:avLst/>
                <a:gdLst/>
                <a:ahLst/>
                <a:cxnLst/>
                <a:rect l="l" t="t" r="r" b="b"/>
                <a:pathLst>
                  <a:path w="2316" h="1686" extrusionOk="0">
                    <a:moveTo>
                      <a:pt x="177" y="1"/>
                    </a:moveTo>
                    <a:cubicBezTo>
                      <a:pt x="162" y="1"/>
                      <a:pt x="147" y="3"/>
                      <a:pt x="132" y="8"/>
                    </a:cubicBezTo>
                    <a:cubicBezTo>
                      <a:pt x="49" y="30"/>
                      <a:pt x="0" y="118"/>
                      <a:pt x="27" y="201"/>
                    </a:cubicBezTo>
                    <a:cubicBezTo>
                      <a:pt x="31" y="219"/>
                      <a:pt x="163" y="668"/>
                      <a:pt x="489" y="1068"/>
                    </a:cubicBezTo>
                    <a:cubicBezTo>
                      <a:pt x="823" y="1478"/>
                      <a:pt x="1233" y="1685"/>
                      <a:pt x="1694" y="1685"/>
                    </a:cubicBezTo>
                    <a:cubicBezTo>
                      <a:pt x="1853" y="1685"/>
                      <a:pt x="2016" y="1663"/>
                      <a:pt x="2187" y="1610"/>
                    </a:cubicBezTo>
                    <a:cubicBezTo>
                      <a:pt x="2267" y="1588"/>
                      <a:pt x="2315" y="1500"/>
                      <a:pt x="2293" y="1416"/>
                    </a:cubicBezTo>
                    <a:cubicBezTo>
                      <a:pt x="2272" y="1348"/>
                      <a:pt x="2209" y="1303"/>
                      <a:pt x="2144" y="1303"/>
                    </a:cubicBezTo>
                    <a:cubicBezTo>
                      <a:pt x="2129" y="1303"/>
                      <a:pt x="2114" y="1305"/>
                      <a:pt x="2100" y="1310"/>
                    </a:cubicBezTo>
                    <a:cubicBezTo>
                      <a:pt x="1957" y="1352"/>
                      <a:pt x="1825" y="1370"/>
                      <a:pt x="1702" y="1370"/>
                    </a:cubicBezTo>
                    <a:cubicBezTo>
                      <a:pt x="710" y="1370"/>
                      <a:pt x="342" y="168"/>
                      <a:pt x="327" y="114"/>
                    </a:cubicBezTo>
                    <a:cubicBezTo>
                      <a:pt x="309" y="46"/>
                      <a:pt x="244" y="1"/>
                      <a:pt x="177"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59" name="Google Shape;959;p37"/>
              <p:cNvSpPr/>
              <p:nvPr/>
            </p:nvSpPr>
            <p:spPr>
              <a:xfrm>
                <a:off x="1470800" y="1149725"/>
                <a:ext cx="590525" cy="674875"/>
              </a:xfrm>
              <a:custGeom>
                <a:avLst/>
                <a:gdLst/>
                <a:ahLst/>
                <a:cxnLst/>
                <a:rect l="l" t="t" r="r" b="b"/>
                <a:pathLst>
                  <a:path w="23621" h="26995" extrusionOk="0">
                    <a:moveTo>
                      <a:pt x="11756" y="0"/>
                    </a:moveTo>
                    <a:cubicBezTo>
                      <a:pt x="7620" y="0"/>
                      <a:pt x="2571" y="2792"/>
                      <a:pt x="1479" y="6527"/>
                    </a:cubicBezTo>
                    <a:cubicBezTo>
                      <a:pt x="0" y="11579"/>
                      <a:pt x="6662" y="19047"/>
                      <a:pt x="11313" y="23548"/>
                    </a:cubicBezTo>
                    <a:cubicBezTo>
                      <a:pt x="13594" y="25753"/>
                      <a:pt x="15809" y="26995"/>
                      <a:pt x="17667" y="26995"/>
                    </a:cubicBezTo>
                    <a:cubicBezTo>
                      <a:pt x="19599" y="26995"/>
                      <a:pt x="21145" y="25653"/>
                      <a:pt x="21979" y="22654"/>
                    </a:cubicBezTo>
                    <a:cubicBezTo>
                      <a:pt x="23621" y="16771"/>
                      <a:pt x="21091" y="11988"/>
                      <a:pt x="21091" y="11988"/>
                    </a:cubicBezTo>
                    <a:cubicBezTo>
                      <a:pt x="21091" y="11988"/>
                      <a:pt x="19493" y="4107"/>
                      <a:pt x="15586" y="1128"/>
                    </a:cubicBezTo>
                    <a:cubicBezTo>
                      <a:pt x="14567" y="349"/>
                      <a:pt x="13218" y="0"/>
                      <a:pt x="11756"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60" name="Google Shape;960;p37"/>
              <p:cNvSpPr/>
              <p:nvPr/>
            </p:nvSpPr>
            <p:spPr>
              <a:xfrm>
                <a:off x="1463750" y="1141850"/>
                <a:ext cx="603975" cy="690650"/>
              </a:xfrm>
              <a:custGeom>
                <a:avLst/>
                <a:gdLst/>
                <a:ahLst/>
                <a:cxnLst/>
                <a:rect l="l" t="t" r="r" b="b"/>
                <a:pathLst>
                  <a:path w="24159" h="27626" extrusionOk="0">
                    <a:moveTo>
                      <a:pt x="12031" y="625"/>
                    </a:moveTo>
                    <a:cubicBezTo>
                      <a:pt x="13483" y="625"/>
                      <a:pt x="14755" y="986"/>
                      <a:pt x="15679" y="1689"/>
                    </a:cubicBezTo>
                    <a:cubicBezTo>
                      <a:pt x="19446" y="4567"/>
                      <a:pt x="21047" y="12286"/>
                      <a:pt x="21065" y="12365"/>
                    </a:cubicBezTo>
                    <a:lnTo>
                      <a:pt x="21095" y="12449"/>
                    </a:lnTo>
                    <a:cubicBezTo>
                      <a:pt x="21118" y="12492"/>
                      <a:pt x="23547" y="17187"/>
                      <a:pt x="21963" y="22886"/>
                    </a:cubicBezTo>
                    <a:cubicBezTo>
                      <a:pt x="21333" y="25148"/>
                      <a:pt x="20285" y="26490"/>
                      <a:pt x="18856" y="26881"/>
                    </a:cubicBezTo>
                    <a:cubicBezTo>
                      <a:pt x="18570" y="26958"/>
                      <a:pt x="18269" y="26996"/>
                      <a:pt x="17955" y="26996"/>
                    </a:cubicBezTo>
                    <a:cubicBezTo>
                      <a:pt x="16223" y="26996"/>
                      <a:pt x="14083" y="25835"/>
                      <a:pt x="11810" y="23633"/>
                    </a:cubicBezTo>
                    <a:cubicBezTo>
                      <a:pt x="6609" y="18596"/>
                      <a:pt x="691" y="11608"/>
                      <a:pt x="2060" y="6931"/>
                    </a:cubicBezTo>
                    <a:cubicBezTo>
                      <a:pt x="2764" y="4528"/>
                      <a:pt x="5334" y="2284"/>
                      <a:pt x="8607" y="1214"/>
                    </a:cubicBezTo>
                    <a:cubicBezTo>
                      <a:pt x="9800" y="818"/>
                      <a:pt x="10966" y="625"/>
                      <a:pt x="12031" y="625"/>
                    </a:cubicBezTo>
                    <a:close/>
                    <a:moveTo>
                      <a:pt x="12025" y="1"/>
                    </a:moveTo>
                    <a:cubicBezTo>
                      <a:pt x="10892" y="1"/>
                      <a:pt x="9665" y="204"/>
                      <a:pt x="8410" y="616"/>
                    </a:cubicBezTo>
                    <a:cubicBezTo>
                      <a:pt x="4946" y="1751"/>
                      <a:pt x="2218" y="4163"/>
                      <a:pt x="1461" y="6754"/>
                    </a:cubicBezTo>
                    <a:cubicBezTo>
                      <a:pt x="0" y="11731"/>
                      <a:pt x="6046" y="18925"/>
                      <a:pt x="11380" y="24088"/>
                    </a:cubicBezTo>
                    <a:cubicBezTo>
                      <a:pt x="13791" y="26419"/>
                      <a:pt x="16031" y="27625"/>
                      <a:pt x="17931" y="27625"/>
                    </a:cubicBezTo>
                    <a:cubicBezTo>
                      <a:pt x="18311" y="27625"/>
                      <a:pt x="18671" y="27581"/>
                      <a:pt x="19018" y="27484"/>
                    </a:cubicBezTo>
                    <a:cubicBezTo>
                      <a:pt x="20677" y="27035"/>
                      <a:pt x="21870" y="25544"/>
                      <a:pt x="22566" y="23053"/>
                    </a:cubicBezTo>
                    <a:cubicBezTo>
                      <a:pt x="24158" y="17337"/>
                      <a:pt x="21932" y="12708"/>
                      <a:pt x="21668" y="12197"/>
                    </a:cubicBezTo>
                    <a:cubicBezTo>
                      <a:pt x="21522" y="11494"/>
                      <a:pt x="19903" y="4128"/>
                      <a:pt x="16057" y="1192"/>
                    </a:cubicBezTo>
                    <a:cubicBezTo>
                      <a:pt x="15023" y="403"/>
                      <a:pt x="13618" y="1"/>
                      <a:pt x="12025"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61" name="Google Shape;961;p37"/>
              <p:cNvSpPr/>
              <p:nvPr/>
            </p:nvSpPr>
            <p:spPr>
              <a:xfrm>
                <a:off x="1439325" y="1090275"/>
                <a:ext cx="627950" cy="359150"/>
              </a:xfrm>
              <a:custGeom>
                <a:avLst/>
                <a:gdLst/>
                <a:ahLst/>
                <a:cxnLst/>
                <a:rect l="l" t="t" r="r" b="b"/>
                <a:pathLst>
                  <a:path w="25118" h="14366" extrusionOk="0">
                    <a:moveTo>
                      <a:pt x="14635" y="1"/>
                    </a:moveTo>
                    <a:cubicBezTo>
                      <a:pt x="11377" y="1"/>
                      <a:pt x="7876" y="1274"/>
                      <a:pt x="5506" y="3409"/>
                    </a:cubicBezTo>
                    <a:cubicBezTo>
                      <a:pt x="933" y="7528"/>
                      <a:pt x="1" y="10621"/>
                      <a:pt x="3235" y="12615"/>
                    </a:cubicBezTo>
                    <a:cubicBezTo>
                      <a:pt x="3629" y="12857"/>
                      <a:pt x="3980" y="12961"/>
                      <a:pt x="4299" y="12961"/>
                    </a:cubicBezTo>
                    <a:cubicBezTo>
                      <a:pt x="5291" y="12961"/>
                      <a:pt x="5970" y="11952"/>
                      <a:pt x="6650" y="10943"/>
                    </a:cubicBezTo>
                    <a:cubicBezTo>
                      <a:pt x="7332" y="9931"/>
                      <a:pt x="8011" y="8922"/>
                      <a:pt x="9002" y="8922"/>
                    </a:cubicBezTo>
                    <a:cubicBezTo>
                      <a:pt x="9322" y="8922"/>
                      <a:pt x="9673" y="9027"/>
                      <a:pt x="10068" y="9270"/>
                    </a:cubicBezTo>
                    <a:cubicBezTo>
                      <a:pt x="13303" y="11264"/>
                      <a:pt x="12084" y="12237"/>
                      <a:pt x="15177" y="13169"/>
                    </a:cubicBezTo>
                    <a:cubicBezTo>
                      <a:pt x="18266" y="14102"/>
                      <a:pt x="22350" y="14366"/>
                      <a:pt x="22350" y="14366"/>
                    </a:cubicBezTo>
                    <a:cubicBezTo>
                      <a:pt x="22438" y="13002"/>
                      <a:pt x="25117" y="8870"/>
                      <a:pt x="21985" y="3624"/>
                    </a:cubicBezTo>
                    <a:cubicBezTo>
                      <a:pt x="20478" y="1099"/>
                      <a:pt x="17661" y="1"/>
                      <a:pt x="14635"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62" name="Google Shape;962;p37"/>
              <p:cNvSpPr/>
              <p:nvPr/>
            </p:nvSpPr>
            <p:spPr>
              <a:xfrm>
                <a:off x="1876025" y="1339575"/>
                <a:ext cx="140425" cy="192050"/>
              </a:xfrm>
              <a:custGeom>
                <a:avLst/>
                <a:gdLst/>
                <a:ahLst/>
                <a:cxnLst/>
                <a:rect l="l" t="t" r="r" b="b"/>
                <a:pathLst>
                  <a:path w="5617" h="7682" extrusionOk="0">
                    <a:moveTo>
                      <a:pt x="1346" y="1"/>
                    </a:moveTo>
                    <a:cubicBezTo>
                      <a:pt x="1" y="1"/>
                      <a:pt x="77" y="4398"/>
                      <a:pt x="77" y="4398"/>
                    </a:cubicBezTo>
                    <a:lnTo>
                      <a:pt x="1942" y="7681"/>
                    </a:lnTo>
                    <a:cubicBezTo>
                      <a:pt x="5616" y="5697"/>
                      <a:pt x="4160" y="2127"/>
                      <a:pt x="2070" y="342"/>
                    </a:cubicBezTo>
                    <a:cubicBezTo>
                      <a:pt x="1792" y="104"/>
                      <a:pt x="1552" y="1"/>
                      <a:pt x="1346"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63" name="Google Shape;963;p37"/>
              <p:cNvSpPr/>
              <p:nvPr/>
            </p:nvSpPr>
            <p:spPr>
              <a:xfrm>
                <a:off x="1869875" y="1331725"/>
                <a:ext cx="123350" cy="207700"/>
              </a:xfrm>
              <a:custGeom>
                <a:avLst/>
                <a:gdLst/>
                <a:ahLst/>
                <a:cxnLst/>
                <a:rect l="l" t="t" r="r" b="b"/>
                <a:pathLst>
                  <a:path w="4934" h="8308" extrusionOk="0">
                    <a:moveTo>
                      <a:pt x="1592" y="1"/>
                    </a:moveTo>
                    <a:cubicBezTo>
                      <a:pt x="1460" y="1"/>
                      <a:pt x="1331" y="30"/>
                      <a:pt x="1207" y="87"/>
                    </a:cubicBezTo>
                    <a:cubicBezTo>
                      <a:pt x="1" y="656"/>
                      <a:pt x="1" y="4043"/>
                      <a:pt x="11" y="4717"/>
                    </a:cubicBezTo>
                    <a:cubicBezTo>
                      <a:pt x="15" y="4885"/>
                      <a:pt x="163" y="5025"/>
                      <a:pt x="311" y="5025"/>
                    </a:cubicBezTo>
                    <a:cubicBezTo>
                      <a:pt x="318" y="5025"/>
                      <a:pt x="325" y="5025"/>
                      <a:pt x="332" y="5025"/>
                    </a:cubicBezTo>
                    <a:cubicBezTo>
                      <a:pt x="503" y="5025"/>
                      <a:pt x="640" y="4880"/>
                      <a:pt x="640" y="4708"/>
                    </a:cubicBezTo>
                    <a:cubicBezTo>
                      <a:pt x="614" y="3199"/>
                      <a:pt x="855" y="946"/>
                      <a:pt x="1475" y="656"/>
                    </a:cubicBezTo>
                    <a:cubicBezTo>
                      <a:pt x="1512" y="638"/>
                      <a:pt x="1552" y="629"/>
                      <a:pt x="1596" y="629"/>
                    </a:cubicBezTo>
                    <a:cubicBezTo>
                      <a:pt x="1734" y="629"/>
                      <a:pt x="1905" y="719"/>
                      <a:pt x="2109" y="893"/>
                    </a:cubicBezTo>
                    <a:cubicBezTo>
                      <a:pt x="3143" y="1777"/>
                      <a:pt x="4288" y="3392"/>
                      <a:pt x="4111" y="5038"/>
                    </a:cubicBezTo>
                    <a:cubicBezTo>
                      <a:pt x="3993" y="6138"/>
                      <a:pt x="3297" y="7041"/>
                      <a:pt x="2039" y="7718"/>
                    </a:cubicBezTo>
                    <a:cubicBezTo>
                      <a:pt x="1889" y="7801"/>
                      <a:pt x="1832" y="7991"/>
                      <a:pt x="1911" y="8140"/>
                    </a:cubicBezTo>
                    <a:cubicBezTo>
                      <a:pt x="1968" y="8246"/>
                      <a:pt x="2078" y="8308"/>
                      <a:pt x="2188" y="8308"/>
                    </a:cubicBezTo>
                    <a:cubicBezTo>
                      <a:pt x="2237" y="8308"/>
                      <a:pt x="2290" y="8294"/>
                      <a:pt x="2338" y="8268"/>
                    </a:cubicBezTo>
                    <a:cubicBezTo>
                      <a:pt x="3768" y="7498"/>
                      <a:pt x="4595" y="6402"/>
                      <a:pt x="4736" y="5104"/>
                    </a:cubicBezTo>
                    <a:cubicBezTo>
                      <a:pt x="4934" y="3217"/>
                      <a:pt x="3667" y="1399"/>
                      <a:pt x="2519" y="418"/>
                    </a:cubicBezTo>
                    <a:cubicBezTo>
                      <a:pt x="2192" y="140"/>
                      <a:pt x="1883" y="1"/>
                      <a:pt x="1592"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64" name="Google Shape;964;p37"/>
              <p:cNvSpPr/>
              <p:nvPr/>
            </p:nvSpPr>
            <p:spPr>
              <a:xfrm>
                <a:off x="1652625" y="1527375"/>
                <a:ext cx="51500" cy="45575"/>
              </a:xfrm>
              <a:custGeom>
                <a:avLst/>
                <a:gdLst/>
                <a:ahLst/>
                <a:cxnLst/>
                <a:rect l="l" t="t" r="r" b="b"/>
                <a:pathLst>
                  <a:path w="2060" h="1823" extrusionOk="0">
                    <a:moveTo>
                      <a:pt x="1032" y="0"/>
                    </a:moveTo>
                    <a:cubicBezTo>
                      <a:pt x="758" y="0"/>
                      <a:pt x="487" y="123"/>
                      <a:pt x="309" y="358"/>
                    </a:cubicBezTo>
                    <a:cubicBezTo>
                      <a:pt x="1" y="759"/>
                      <a:pt x="80" y="1331"/>
                      <a:pt x="480" y="1634"/>
                    </a:cubicBezTo>
                    <a:cubicBezTo>
                      <a:pt x="646" y="1761"/>
                      <a:pt x="839" y="1823"/>
                      <a:pt x="1031" y="1823"/>
                    </a:cubicBezTo>
                    <a:cubicBezTo>
                      <a:pt x="1305" y="1823"/>
                      <a:pt x="1576" y="1698"/>
                      <a:pt x="1757" y="1463"/>
                    </a:cubicBezTo>
                    <a:cubicBezTo>
                      <a:pt x="2060" y="1067"/>
                      <a:pt x="1985" y="495"/>
                      <a:pt x="1585" y="186"/>
                    </a:cubicBezTo>
                    <a:cubicBezTo>
                      <a:pt x="1419" y="61"/>
                      <a:pt x="1225" y="0"/>
                      <a:pt x="1032"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65" name="Google Shape;965;p37"/>
              <p:cNvSpPr/>
              <p:nvPr/>
            </p:nvSpPr>
            <p:spPr>
              <a:xfrm>
                <a:off x="1608850" y="1617500"/>
                <a:ext cx="95850" cy="94300"/>
              </a:xfrm>
              <a:custGeom>
                <a:avLst/>
                <a:gdLst/>
                <a:ahLst/>
                <a:cxnLst/>
                <a:rect l="l" t="t" r="r" b="b"/>
                <a:pathLst>
                  <a:path w="3834" h="3772" extrusionOk="0">
                    <a:moveTo>
                      <a:pt x="744" y="1"/>
                    </a:moveTo>
                    <a:cubicBezTo>
                      <a:pt x="744" y="1"/>
                      <a:pt x="1" y="3143"/>
                      <a:pt x="1571" y="3578"/>
                    </a:cubicBezTo>
                    <a:cubicBezTo>
                      <a:pt x="2088" y="3723"/>
                      <a:pt x="2510" y="3771"/>
                      <a:pt x="2843" y="3771"/>
                    </a:cubicBezTo>
                    <a:cubicBezTo>
                      <a:pt x="3522" y="3771"/>
                      <a:pt x="3833" y="3569"/>
                      <a:pt x="3833" y="3569"/>
                    </a:cubicBezTo>
                    <a:lnTo>
                      <a:pt x="744"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66" name="Google Shape;966;p37"/>
              <p:cNvSpPr/>
              <p:nvPr/>
            </p:nvSpPr>
            <p:spPr>
              <a:xfrm>
                <a:off x="1600050" y="1609700"/>
                <a:ext cx="113425" cy="109925"/>
              </a:xfrm>
              <a:custGeom>
                <a:avLst/>
                <a:gdLst/>
                <a:ahLst/>
                <a:cxnLst/>
                <a:rect l="l" t="t" r="r" b="b"/>
                <a:pathLst>
                  <a:path w="4537" h="4397" extrusionOk="0">
                    <a:moveTo>
                      <a:pt x="1099" y="1"/>
                    </a:moveTo>
                    <a:cubicBezTo>
                      <a:pt x="954" y="1"/>
                      <a:pt x="827" y="99"/>
                      <a:pt x="793" y="242"/>
                    </a:cubicBezTo>
                    <a:cubicBezTo>
                      <a:pt x="757" y="384"/>
                      <a:pt x="1" y="3679"/>
                      <a:pt x="1840" y="4194"/>
                    </a:cubicBezTo>
                    <a:cubicBezTo>
                      <a:pt x="2386" y="4344"/>
                      <a:pt x="2839" y="4397"/>
                      <a:pt x="3200" y="4397"/>
                    </a:cubicBezTo>
                    <a:cubicBezTo>
                      <a:pt x="3935" y="4397"/>
                      <a:pt x="4299" y="4180"/>
                      <a:pt x="4357" y="4145"/>
                    </a:cubicBezTo>
                    <a:cubicBezTo>
                      <a:pt x="4498" y="4053"/>
                      <a:pt x="4537" y="3863"/>
                      <a:pt x="4449" y="3719"/>
                    </a:cubicBezTo>
                    <a:cubicBezTo>
                      <a:pt x="4389" y="3624"/>
                      <a:pt x="4287" y="3572"/>
                      <a:pt x="4184" y="3572"/>
                    </a:cubicBezTo>
                    <a:cubicBezTo>
                      <a:pt x="4129" y="3572"/>
                      <a:pt x="4073" y="3587"/>
                      <a:pt x="4022" y="3617"/>
                    </a:cubicBezTo>
                    <a:cubicBezTo>
                      <a:pt x="4017" y="3620"/>
                      <a:pt x="3754" y="3769"/>
                      <a:pt x="3191" y="3769"/>
                    </a:cubicBezTo>
                    <a:cubicBezTo>
                      <a:pt x="2887" y="3769"/>
                      <a:pt x="2494" y="3726"/>
                      <a:pt x="2007" y="3591"/>
                    </a:cubicBezTo>
                    <a:cubicBezTo>
                      <a:pt x="767" y="3243"/>
                      <a:pt x="1395" y="414"/>
                      <a:pt x="1400" y="388"/>
                    </a:cubicBezTo>
                    <a:cubicBezTo>
                      <a:pt x="1439" y="216"/>
                      <a:pt x="1338" y="49"/>
                      <a:pt x="1171" y="9"/>
                    </a:cubicBezTo>
                    <a:cubicBezTo>
                      <a:pt x="1147" y="3"/>
                      <a:pt x="1123" y="1"/>
                      <a:pt x="1099"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67" name="Google Shape;967;p37"/>
              <p:cNvSpPr/>
              <p:nvPr/>
            </p:nvSpPr>
            <p:spPr>
              <a:xfrm>
                <a:off x="1325350" y="1080300"/>
                <a:ext cx="469450" cy="347400"/>
              </a:xfrm>
              <a:custGeom>
                <a:avLst/>
                <a:gdLst/>
                <a:ahLst/>
                <a:cxnLst/>
                <a:rect l="l" t="t" r="r" b="b"/>
                <a:pathLst>
                  <a:path w="18778" h="13896" extrusionOk="0">
                    <a:moveTo>
                      <a:pt x="14219" y="1"/>
                    </a:moveTo>
                    <a:cubicBezTo>
                      <a:pt x="11594" y="1"/>
                      <a:pt x="8988" y="2311"/>
                      <a:pt x="7165" y="3830"/>
                    </a:cubicBezTo>
                    <a:cubicBezTo>
                      <a:pt x="6789" y="4144"/>
                      <a:pt x="6502" y="4253"/>
                      <a:pt x="6260" y="4253"/>
                    </a:cubicBezTo>
                    <a:cubicBezTo>
                      <a:pt x="5975" y="4253"/>
                      <a:pt x="5752" y="4101"/>
                      <a:pt x="5518" y="3949"/>
                    </a:cubicBezTo>
                    <a:cubicBezTo>
                      <a:pt x="5287" y="3797"/>
                      <a:pt x="5044" y="3644"/>
                      <a:pt x="4720" y="3644"/>
                    </a:cubicBezTo>
                    <a:cubicBezTo>
                      <a:pt x="4287" y="3644"/>
                      <a:pt x="3708" y="3915"/>
                      <a:pt x="2813" y="4821"/>
                    </a:cubicBezTo>
                    <a:cubicBezTo>
                      <a:pt x="0" y="7658"/>
                      <a:pt x="1475" y="12173"/>
                      <a:pt x="4304" y="13370"/>
                    </a:cubicBezTo>
                    <a:cubicBezTo>
                      <a:pt x="5234" y="13763"/>
                      <a:pt x="6076" y="13895"/>
                      <a:pt x="6787" y="13895"/>
                    </a:cubicBezTo>
                    <a:cubicBezTo>
                      <a:pt x="8241" y="13895"/>
                      <a:pt x="9149" y="13343"/>
                      <a:pt x="9149" y="13343"/>
                    </a:cubicBezTo>
                    <a:lnTo>
                      <a:pt x="18777" y="2000"/>
                    </a:lnTo>
                    <a:cubicBezTo>
                      <a:pt x="18777" y="2000"/>
                      <a:pt x="16991" y="73"/>
                      <a:pt x="14328" y="2"/>
                    </a:cubicBezTo>
                    <a:cubicBezTo>
                      <a:pt x="14292" y="1"/>
                      <a:pt x="14256" y="1"/>
                      <a:pt x="14219"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68" name="Google Shape;968;p37"/>
              <p:cNvSpPr/>
              <p:nvPr/>
            </p:nvSpPr>
            <p:spPr>
              <a:xfrm>
                <a:off x="1288275" y="1362600"/>
                <a:ext cx="216425" cy="86525"/>
              </a:xfrm>
              <a:custGeom>
                <a:avLst/>
                <a:gdLst/>
                <a:ahLst/>
                <a:cxnLst/>
                <a:rect l="l" t="t" r="r" b="b"/>
                <a:pathLst>
                  <a:path w="8657" h="3461" extrusionOk="0">
                    <a:moveTo>
                      <a:pt x="8483" y="0"/>
                    </a:moveTo>
                    <a:cubicBezTo>
                      <a:pt x="8418" y="0"/>
                      <a:pt x="8359" y="41"/>
                      <a:pt x="8335" y="103"/>
                    </a:cubicBezTo>
                    <a:cubicBezTo>
                      <a:pt x="8327" y="120"/>
                      <a:pt x="7627" y="1907"/>
                      <a:pt x="5717" y="2729"/>
                    </a:cubicBezTo>
                    <a:cubicBezTo>
                      <a:pt x="5073" y="3008"/>
                      <a:pt x="4367" y="3147"/>
                      <a:pt x="3604" y="3147"/>
                    </a:cubicBezTo>
                    <a:cubicBezTo>
                      <a:pt x="2581" y="3147"/>
                      <a:pt x="1456" y="2897"/>
                      <a:pt x="238" y="2395"/>
                    </a:cubicBezTo>
                    <a:cubicBezTo>
                      <a:pt x="219" y="2386"/>
                      <a:pt x="198" y="2382"/>
                      <a:pt x="178" y="2382"/>
                    </a:cubicBezTo>
                    <a:cubicBezTo>
                      <a:pt x="117" y="2382"/>
                      <a:pt x="58" y="2419"/>
                      <a:pt x="31" y="2479"/>
                    </a:cubicBezTo>
                    <a:cubicBezTo>
                      <a:pt x="1" y="2558"/>
                      <a:pt x="41" y="2650"/>
                      <a:pt x="120" y="2685"/>
                    </a:cubicBezTo>
                    <a:cubicBezTo>
                      <a:pt x="1374" y="3200"/>
                      <a:pt x="2540" y="3460"/>
                      <a:pt x="3609" y="3460"/>
                    </a:cubicBezTo>
                    <a:cubicBezTo>
                      <a:pt x="4410" y="3460"/>
                      <a:pt x="5159" y="3314"/>
                      <a:pt x="5840" y="3015"/>
                    </a:cubicBezTo>
                    <a:cubicBezTo>
                      <a:pt x="7873" y="2140"/>
                      <a:pt x="8595" y="292"/>
                      <a:pt x="8626" y="213"/>
                    </a:cubicBezTo>
                    <a:cubicBezTo>
                      <a:pt x="8656" y="133"/>
                      <a:pt x="8617" y="41"/>
                      <a:pt x="8538" y="10"/>
                    </a:cubicBezTo>
                    <a:cubicBezTo>
                      <a:pt x="8520" y="3"/>
                      <a:pt x="8501" y="0"/>
                      <a:pt x="8483"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69" name="Google Shape;969;p37"/>
              <p:cNvSpPr/>
              <p:nvPr/>
            </p:nvSpPr>
            <p:spPr>
              <a:xfrm>
                <a:off x="1394000" y="1094575"/>
                <a:ext cx="50975" cy="110875"/>
              </a:xfrm>
              <a:custGeom>
                <a:avLst/>
                <a:gdLst/>
                <a:ahLst/>
                <a:cxnLst/>
                <a:rect l="l" t="t" r="r" b="b"/>
                <a:pathLst>
                  <a:path w="2039" h="4435" extrusionOk="0">
                    <a:moveTo>
                      <a:pt x="1857" y="1"/>
                    </a:moveTo>
                    <a:cubicBezTo>
                      <a:pt x="1809" y="1"/>
                      <a:pt x="1762" y="22"/>
                      <a:pt x="1730" y="65"/>
                    </a:cubicBezTo>
                    <a:cubicBezTo>
                      <a:pt x="177" y="2243"/>
                      <a:pt x="0" y="3361"/>
                      <a:pt x="124" y="3919"/>
                    </a:cubicBezTo>
                    <a:cubicBezTo>
                      <a:pt x="203" y="4280"/>
                      <a:pt x="406" y="4403"/>
                      <a:pt x="428" y="4417"/>
                    </a:cubicBezTo>
                    <a:cubicBezTo>
                      <a:pt x="454" y="4429"/>
                      <a:pt x="481" y="4435"/>
                      <a:pt x="507" y="4435"/>
                    </a:cubicBezTo>
                    <a:cubicBezTo>
                      <a:pt x="560" y="4435"/>
                      <a:pt x="608" y="4408"/>
                      <a:pt x="639" y="4360"/>
                    </a:cubicBezTo>
                    <a:cubicBezTo>
                      <a:pt x="682" y="4289"/>
                      <a:pt x="656" y="4192"/>
                      <a:pt x="586" y="4144"/>
                    </a:cubicBezTo>
                    <a:cubicBezTo>
                      <a:pt x="581" y="4144"/>
                      <a:pt x="471" y="4065"/>
                      <a:pt x="423" y="3822"/>
                    </a:cubicBezTo>
                    <a:cubicBezTo>
                      <a:pt x="349" y="3413"/>
                      <a:pt x="445" y="2406"/>
                      <a:pt x="1986" y="249"/>
                    </a:cubicBezTo>
                    <a:cubicBezTo>
                      <a:pt x="2038" y="179"/>
                      <a:pt x="2021" y="78"/>
                      <a:pt x="1950" y="30"/>
                    </a:cubicBezTo>
                    <a:cubicBezTo>
                      <a:pt x="1922" y="10"/>
                      <a:pt x="1890" y="1"/>
                      <a:pt x="1857"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70" name="Google Shape;970;p37"/>
              <p:cNvSpPr/>
              <p:nvPr/>
            </p:nvSpPr>
            <p:spPr>
              <a:xfrm>
                <a:off x="1086300" y="1738525"/>
                <a:ext cx="377575" cy="320800"/>
              </a:xfrm>
              <a:custGeom>
                <a:avLst/>
                <a:gdLst/>
                <a:ahLst/>
                <a:cxnLst/>
                <a:rect l="l" t="t" r="r" b="b"/>
                <a:pathLst>
                  <a:path w="15103" h="12832" extrusionOk="0">
                    <a:moveTo>
                      <a:pt x="12986" y="0"/>
                    </a:moveTo>
                    <a:cubicBezTo>
                      <a:pt x="11190" y="0"/>
                      <a:pt x="9475" y="1250"/>
                      <a:pt x="9475" y="1250"/>
                    </a:cubicBezTo>
                    <a:lnTo>
                      <a:pt x="1" y="12831"/>
                    </a:lnTo>
                    <a:lnTo>
                      <a:pt x="1" y="12831"/>
                    </a:lnTo>
                    <a:lnTo>
                      <a:pt x="13571" y="8651"/>
                    </a:lnTo>
                    <a:lnTo>
                      <a:pt x="15103" y="783"/>
                    </a:lnTo>
                    <a:cubicBezTo>
                      <a:pt x="14456" y="206"/>
                      <a:pt x="13715" y="0"/>
                      <a:pt x="12986"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71" name="Google Shape;971;p37"/>
              <p:cNvSpPr/>
              <p:nvPr/>
            </p:nvSpPr>
            <p:spPr>
              <a:xfrm>
                <a:off x="1063875" y="1730525"/>
                <a:ext cx="408575" cy="343875"/>
              </a:xfrm>
              <a:custGeom>
                <a:avLst/>
                <a:gdLst/>
                <a:ahLst/>
                <a:cxnLst/>
                <a:rect l="l" t="t" r="r" b="b"/>
                <a:pathLst>
                  <a:path w="16343" h="13755" extrusionOk="0">
                    <a:moveTo>
                      <a:pt x="13888" y="638"/>
                    </a:moveTo>
                    <a:cubicBezTo>
                      <a:pt x="14499" y="638"/>
                      <a:pt x="15115" y="794"/>
                      <a:pt x="15656" y="1222"/>
                    </a:cubicBezTo>
                    <a:lnTo>
                      <a:pt x="14196" y="8729"/>
                    </a:lnTo>
                    <a:lnTo>
                      <a:pt x="1795" y="12548"/>
                    </a:lnTo>
                    <a:lnTo>
                      <a:pt x="10587" y="1803"/>
                    </a:lnTo>
                    <a:cubicBezTo>
                      <a:pt x="10821" y="1642"/>
                      <a:pt x="12341" y="638"/>
                      <a:pt x="13888" y="638"/>
                    </a:cubicBezTo>
                    <a:close/>
                    <a:moveTo>
                      <a:pt x="13885" y="0"/>
                    </a:moveTo>
                    <a:cubicBezTo>
                      <a:pt x="12028" y="0"/>
                      <a:pt x="10289" y="1245"/>
                      <a:pt x="10187" y="1319"/>
                    </a:cubicBezTo>
                    <a:lnTo>
                      <a:pt x="0" y="13754"/>
                    </a:lnTo>
                    <a:lnTo>
                      <a:pt x="14737" y="9217"/>
                    </a:lnTo>
                    <a:lnTo>
                      <a:pt x="16343" y="989"/>
                    </a:lnTo>
                    <a:lnTo>
                      <a:pt x="16211" y="870"/>
                    </a:lnTo>
                    <a:cubicBezTo>
                      <a:pt x="15493" y="227"/>
                      <a:pt x="14678" y="0"/>
                      <a:pt x="13885"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72" name="Google Shape;972;p37"/>
              <p:cNvSpPr/>
              <p:nvPr/>
            </p:nvSpPr>
            <p:spPr>
              <a:xfrm>
                <a:off x="1017875" y="1743675"/>
                <a:ext cx="1422325" cy="621525"/>
              </a:xfrm>
              <a:custGeom>
                <a:avLst/>
                <a:gdLst/>
                <a:ahLst/>
                <a:cxnLst/>
                <a:rect l="l" t="t" r="r" b="b"/>
                <a:pathLst>
                  <a:path w="56893" h="24861" extrusionOk="0">
                    <a:moveTo>
                      <a:pt x="49619" y="1"/>
                    </a:moveTo>
                    <a:lnTo>
                      <a:pt x="33813" y="5031"/>
                    </a:lnTo>
                    <a:cubicBezTo>
                      <a:pt x="28480" y="5233"/>
                      <a:pt x="23130" y="5752"/>
                      <a:pt x="17858" y="6566"/>
                    </a:cubicBezTo>
                    <a:cubicBezTo>
                      <a:pt x="11952" y="7477"/>
                      <a:pt x="0" y="8599"/>
                      <a:pt x="965" y="17004"/>
                    </a:cubicBezTo>
                    <a:cubicBezTo>
                      <a:pt x="1528" y="21932"/>
                      <a:pt x="6030" y="24057"/>
                      <a:pt x="10465" y="24648"/>
                    </a:cubicBezTo>
                    <a:cubicBezTo>
                      <a:pt x="11543" y="24792"/>
                      <a:pt x="13396" y="24860"/>
                      <a:pt x="15763" y="24860"/>
                    </a:cubicBezTo>
                    <a:cubicBezTo>
                      <a:pt x="27288" y="24860"/>
                      <a:pt x="51008" y="23227"/>
                      <a:pt x="56892" y="20661"/>
                    </a:cubicBezTo>
                    <a:lnTo>
                      <a:pt x="49619"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73" name="Google Shape;973;p37"/>
              <p:cNvSpPr/>
              <p:nvPr/>
            </p:nvSpPr>
            <p:spPr>
              <a:xfrm>
                <a:off x="1010850" y="1735825"/>
                <a:ext cx="1438275" cy="637475"/>
              </a:xfrm>
              <a:custGeom>
                <a:avLst/>
                <a:gdLst/>
                <a:ahLst/>
                <a:cxnLst/>
                <a:rect l="l" t="t" r="r" b="b"/>
                <a:pathLst>
                  <a:path w="57531" h="25499" extrusionOk="0">
                    <a:moveTo>
                      <a:pt x="49897" y="1"/>
                    </a:moveTo>
                    <a:cubicBezTo>
                      <a:pt x="49866" y="1"/>
                      <a:pt x="49834" y="6"/>
                      <a:pt x="49803" y="16"/>
                    </a:cubicBezTo>
                    <a:lnTo>
                      <a:pt x="34037" y="5037"/>
                    </a:lnTo>
                    <a:cubicBezTo>
                      <a:pt x="28756" y="5234"/>
                      <a:pt x="23393" y="5754"/>
                      <a:pt x="18090" y="6572"/>
                    </a:cubicBezTo>
                    <a:cubicBezTo>
                      <a:pt x="17686" y="6633"/>
                      <a:pt x="17254" y="6696"/>
                      <a:pt x="16801" y="6761"/>
                    </a:cubicBezTo>
                    <a:cubicBezTo>
                      <a:pt x="10517" y="7681"/>
                      <a:pt x="1" y="9221"/>
                      <a:pt x="933" y="17352"/>
                    </a:cubicBezTo>
                    <a:cubicBezTo>
                      <a:pt x="1422" y="21625"/>
                      <a:pt x="4982" y="24513"/>
                      <a:pt x="10706" y="25273"/>
                    </a:cubicBezTo>
                    <a:cubicBezTo>
                      <a:pt x="11851" y="25427"/>
                      <a:pt x="13769" y="25498"/>
                      <a:pt x="16193" y="25498"/>
                    </a:cubicBezTo>
                    <a:cubicBezTo>
                      <a:pt x="27903" y="25498"/>
                      <a:pt x="51466" y="23808"/>
                      <a:pt x="57297" y="21265"/>
                    </a:cubicBezTo>
                    <a:cubicBezTo>
                      <a:pt x="57455" y="21195"/>
                      <a:pt x="57530" y="21010"/>
                      <a:pt x="57459" y="20851"/>
                    </a:cubicBezTo>
                    <a:cubicBezTo>
                      <a:pt x="57407" y="20733"/>
                      <a:pt x="57291" y="20664"/>
                      <a:pt x="57170" y="20664"/>
                    </a:cubicBezTo>
                    <a:cubicBezTo>
                      <a:pt x="57129" y="20664"/>
                      <a:pt x="57087" y="20672"/>
                      <a:pt x="57046" y="20689"/>
                    </a:cubicBezTo>
                    <a:cubicBezTo>
                      <a:pt x="51274" y="23208"/>
                      <a:pt x="27927" y="24878"/>
                      <a:pt x="16278" y="24878"/>
                    </a:cubicBezTo>
                    <a:cubicBezTo>
                      <a:pt x="13851" y="24878"/>
                      <a:pt x="11932" y="24806"/>
                      <a:pt x="10785" y="24653"/>
                    </a:cubicBezTo>
                    <a:cubicBezTo>
                      <a:pt x="7604" y="24231"/>
                      <a:pt x="2174" y="22708"/>
                      <a:pt x="1554" y="17283"/>
                    </a:cubicBezTo>
                    <a:cubicBezTo>
                      <a:pt x="695" y="9754"/>
                      <a:pt x="10834" y="8266"/>
                      <a:pt x="16893" y="7382"/>
                    </a:cubicBezTo>
                    <a:cubicBezTo>
                      <a:pt x="17347" y="7316"/>
                      <a:pt x="17782" y="7250"/>
                      <a:pt x="18187" y="7188"/>
                    </a:cubicBezTo>
                    <a:cubicBezTo>
                      <a:pt x="23476" y="6375"/>
                      <a:pt x="28836" y="5859"/>
                      <a:pt x="34103" y="5656"/>
                    </a:cubicBezTo>
                    <a:lnTo>
                      <a:pt x="49992" y="614"/>
                    </a:lnTo>
                    <a:cubicBezTo>
                      <a:pt x="50160" y="561"/>
                      <a:pt x="50247" y="386"/>
                      <a:pt x="50195" y="218"/>
                    </a:cubicBezTo>
                    <a:cubicBezTo>
                      <a:pt x="50155" y="86"/>
                      <a:pt x="50030" y="1"/>
                      <a:pt x="49897"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74" name="Google Shape;974;p37"/>
              <p:cNvSpPr/>
              <p:nvPr/>
            </p:nvSpPr>
            <p:spPr>
              <a:xfrm>
                <a:off x="1616425" y="1442050"/>
                <a:ext cx="54400" cy="88150"/>
              </a:xfrm>
              <a:custGeom>
                <a:avLst/>
                <a:gdLst/>
                <a:ahLst/>
                <a:cxnLst/>
                <a:rect l="l" t="t" r="r" b="b"/>
                <a:pathLst>
                  <a:path w="2176" h="3526" extrusionOk="0">
                    <a:moveTo>
                      <a:pt x="1816" y="1"/>
                    </a:moveTo>
                    <a:cubicBezTo>
                      <a:pt x="1701" y="1"/>
                      <a:pt x="1593" y="64"/>
                      <a:pt x="1537" y="172"/>
                    </a:cubicBezTo>
                    <a:lnTo>
                      <a:pt x="76" y="3071"/>
                    </a:lnTo>
                    <a:cubicBezTo>
                      <a:pt x="1" y="3225"/>
                      <a:pt x="63" y="3414"/>
                      <a:pt x="217" y="3494"/>
                    </a:cubicBezTo>
                    <a:cubicBezTo>
                      <a:pt x="260" y="3516"/>
                      <a:pt x="309" y="3525"/>
                      <a:pt x="358" y="3525"/>
                    </a:cubicBezTo>
                    <a:cubicBezTo>
                      <a:pt x="472" y="3525"/>
                      <a:pt x="582" y="3463"/>
                      <a:pt x="634" y="3353"/>
                    </a:cubicBezTo>
                    <a:lnTo>
                      <a:pt x="2096" y="453"/>
                    </a:lnTo>
                    <a:cubicBezTo>
                      <a:pt x="2175" y="299"/>
                      <a:pt x="2113" y="110"/>
                      <a:pt x="1960" y="35"/>
                    </a:cubicBezTo>
                    <a:cubicBezTo>
                      <a:pt x="1913" y="12"/>
                      <a:pt x="1864" y="1"/>
                      <a:pt x="1816"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75" name="Google Shape;975;p37"/>
              <p:cNvSpPr/>
              <p:nvPr/>
            </p:nvSpPr>
            <p:spPr>
              <a:xfrm>
                <a:off x="1309500" y="1557175"/>
                <a:ext cx="265050" cy="218550"/>
              </a:xfrm>
              <a:custGeom>
                <a:avLst/>
                <a:gdLst/>
                <a:ahLst/>
                <a:cxnLst/>
                <a:rect l="l" t="t" r="r" b="b"/>
                <a:pathLst>
                  <a:path w="10602" h="8742" extrusionOk="0">
                    <a:moveTo>
                      <a:pt x="7042" y="1"/>
                    </a:moveTo>
                    <a:cubicBezTo>
                      <a:pt x="7017" y="1"/>
                      <a:pt x="6992" y="3"/>
                      <a:pt x="6967" y="7"/>
                    </a:cubicBezTo>
                    <a:cubicBezTo>
                      <a:pt x="6491" y="86"/>
                      <a:pt x="5563" y="720"/>
                      <a:pt x="5216" y="966"/>
                    </a:cubicBezTo>
                    <a:lnTo>
                      <a:pt x="4168" y="354"/>
                    </a:lnTo>
                    <a:cubicBezTo>
                      <a:pt x="4131" y="332"/>
                      <a:pt x="4089" y="321"/>
                      <a:pt x="4048" y="321"/>
                    </a:cubicBezTo>
                    <a:cubicBezTo>
                      <a:pt x="4007" y="321"/>
                      <a:pt x="3966" y="332"/>
                      <a:pt x="3930" y="354"/>
                    </a:cubicBezTo>
                    <a:lnTo>
                      <a:pt x="1911" y="1547"/>
                    </a:lnTo>
                    <a:lnTo>
                      <a:pt x="1449" y="1476"/>
                    </a:lnTo>
                    <a:cubicBezTo>
                      <a:pt x="1423" y="1472"/>
                      <a:pt x="1397" y="1470"/>
                      <a:pt x="1372" y="1470"/>
                    </a:cubicBezTo>
                    <a:cubicBezTo>
                      <a:pt x="716" y="1470"/>
                      <a:pt x="179" y="2671"/>
                      <a:pt x="19" y="3056"/>
                    </a:cubicBezTo>
                    <a:cubicBezTo>
                      <a:pt x="6" y="3087"/>
                      <a:pt x="1" y="3122"/>
                      <a:pt x="1" y="3157"/>
                    </a:cubicBezTo>
                    <a:lnTo>
                      <a:pt x="313" y="8517"/>
                    </a:lnTo>
                    <a:cubicBezTo>
                      <a:pt x="318" y="8645"/>
                      <a:pt x="423" y="8742"/>
                      <a:pt x="547" y="8742"/>
                    </a:cubicBezTo>
                    <a:lnTo>
                      <a:pt x="561" y="8742"/>
                    </a:lnTo>
                    <a:cubicBezTo>
                      <a:pt x="687" y="8732"/>
                      <a:pt x="789" y="8622"/>
                      <a:pt x="780" y="8490"/>
                    </a:cubicBezTo>
                    <a:lnTo>
                      <a:pt x="472" y="3184"/>
                    </a:lnTo>
                    <a:cubicBezTo>
                      <a:pt x="756" y="2525"/>
                      <a:pt x="1188" y="1938"/>
                      <a:pt x="1363" y="1938"/>
                    </a:cubicBezTo>
                    <a:cubicBezTo>
                      <a:pt x="1366" y="1938"/>
                      <a:pt x="1370" y="1938"/>
                      <a:pt x="1374" y="1939"/>
                    </a:cubicBezTo>
                    <a:lnTo>
                      <a:pt x="1920" y="2026"/>
                    </a:lnTo>
                    <a:cubicBezTo>
                      <a:pt x="1931" y="2028"/>
                      <a:pt x="1943" y="2029"/>
                      <a:pt x="1954" y="2029"/>
                    </a:cubicBezTo>
                    <a:cubicBezTo>
                      <a:pt x="1996" y="2029"/>
                      <a:pt x="2039" y="2016"/>
                      <a:pt x="2074" y="1996"/>
                    </a:cubicBezTo>
                    <a:lnTo>
                      <a:pt x="4050" y="830"/>
                    </a:lnTo>
                    <a:lnTo>
                      <a:pt x="5110" y="1445"/>
                    </a:lnTo>
                    <a:cubicBezTo>
                      <a:pt x="5147" y="1468"/>
                      <a:pt x="5188" y="1479"/>
                      <a:pt x="5229" y="1479"/>
                    </a:cubicBezTo>
                    <a:cubicBezTo>
                      <a:pt x="5277" y="1479"/>
                      <a:pt x="5325" y="1464"/>
                      <a:pt x="5366" y="1433"/>
                    </a:cubicBezTo>
                    <a:cubicBezTo>
                      <a:pt x="5836" y="1094"/>
                      <a:pt x="6707" y="526"/>
                      <a:pt x="7037" y="469"/>
                    </a:cubicBezTo>
                    <a:cubicBezTo>
                      <a:pt x="7214" y="504"/>
                      <a:pt x="7574" y="1283"/>
                      <a:pt x="7785" y="2075"/>
                    </a:cubicBezTo>
                    <a:cubicBezTo>
                      <a:pt x="7789" y="2105"/>
                      <a:pt x="7807" y="2136"/>
                      <a:pt x="7825" y="2158"/>
                    </a:cubicBezTo>
                    <a:cubicBezTo>
                      <a:pt x="7825" y="2158"/>
                      <a:pt x="8904" y="3541"/>
                      <a:pt x="8916" y="3558"/>
                    </a:cubicBezTo>
                    <a:cubicBezTo>
                      <a:pt x="9828" y="4723"/>
                      <a:pt x="10096" y="5793"/>
                      <a:pt x="9673" y="6581"/>
                    </a:cubicBezTo>
                    <a:cubicBezTo>
                      <a:pt x="9244" y="7372"/>
                      <a:pt x="8148" y="7827"/>
                      <a:pt x="6755" y="7827"/>
                    </a:cubicBezTo>
                    <a:cubicBezTo>
                      <a:pt x="6573" y="7827"/>
                      <a:pt x="6387" y="7820"/>
                      <a:pt x="6197" y="7804"/>
                    </a:cubicBezTo>
                    <a:cubicBezTo>
                      <a:pt x="6191" y="7804"/>
                      <a:pt x="6185" y="7803"/>
                      <a:pt x="6179" y="7803"/>
                    </a:cubicBezTo>
                    <a:cubicBezTo>
                      <a:pt x="6048" y="7803"/>
                      <a:pt x="5954" y="7893"/>
                      <a:pt x="5941" y="8015"/>
                    </a:cubicBezTo>
                    <a:cubicBezTo>
                      <a:pt x="5933" y="8147"/>
                      <a:pt x="6026" y="8261"/>
                      <a:pt x="6158" y="8271"/>
                    </a:cubicBezTo>
                    <a:cubicBezTo>
                      <a:pt x="6360" y="8288"/>
                      <a:pt x="6558" y="8296"/>
                      <a:pt x="6751" y="8296"/>
                    </a:cubicBezTo>
                    <a:cubicBezTo>
                      <a:pt x="8327" y="8296"/>
                      <a:pt x="9574" y="7745"/>
                      <a:pt x="10086" y="6801"/>
                    </a:cubicBezTo>
                    <a:cubicBezTo>
                      <a:pt x="10602" y="5846"/>
                      <a:pt x="10320" y="4587"/>
                      <a:pt x="9286" y="3267"/>
                    </a:cubicBezTo>
                    <a:lnTo>
                      <a:pt x="8226" y="1908"/>
                    </a:lnTo>
                    <a:cubicBezTo>
                      <a:pt x="8027" y="1164"/>
                      <a:pt x="7626" y="1"/>
                      <a:pt x="7042"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76" name="Google Shape;976;p37"/>
              <p:cNvSpPr/>
              <p:nvPr/>
            </p:nvSpPr>
            <p:spPr>
              <a:xfrm>
                <a:off x="2020275" y="1716075"/>
                <a:ext cx="49975" cy="17275"/>
              </a:xfrm>
              <a:custGeom>
                <a:avLst/>
                <a:gdLst/>
                <a:ahLst/>
                <a:cxnLst/>
                <a:rect l="l" t="t" r="r" b="b"/>
                <a:pathLst>
                  <a:path w="1999" h="691" extrusionOk="0">
                    <a:moveTo>
                      <a:pt x="0" y="0"/>
                    </a:moveTo>
                    <a:lnTo>
                      <a:pt x="1998" y="69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77" name="Google Shape;977;p37"/>
              <p:cNvSpPr/>
              <p:nvPr/>
            </p:nvSpPr>
            <p:spPr>
              <a:xfrm>
                <a:off x="2011475" y="1708275"/>
                <a:ext cx="67575" cy="32900"/>
              </a:xfrm>
              <a:custGeom>
                <a:avLst/>
                <a:gdLst/>
                <a:ahLst/>
                <a:cxnLst/>
                <a:rect l="l" t="t" r="r" b="b"/>
                <a:pathLst>
                  <a:path w="2703" h="1316" extrusionOk="0">
                    <a:moveTo>
                      <a:pt x="356" y="0"/>
                    </a:moveTo>
                    <a:cubicBezTo>
                      <a:pt x="226" y="0"/>
                      <a:pt x="103" y="82"/>
                      <a:pt x="58" y="211"/>
                    </a:cubicBezTo>
                    <a:cubicBezTo>
                      <a:pt x="1" y="374"/>
                      <a:pt x="88" y="550"/>
                      <a:pt x="251" y="607"/>
                    </a:cubicBezTo>
                    <a:lnTo>
                      <a:pt x="2249" y="1299"/>
                    </a:lnTo>
                    <a:cubicBezTo>
                      <a:pt x="2280" y="1307"/>
                      <a:pt x="2316" y="1315"/>
                      <a:pt x="2350" y="1315"/>
                    </a:cubicBezTo>
                    <a:cubicBezTo>
                      <a:pt x="2478" y="1315"/>
                      <a:pt x="2601" y="1232"/>
                      <a:pt x="2645" y="1104"/>
                    </a:cubicBezTo>
                    <a:cubicBezTo>
                      <a:pt x="2702" y="942"/>
                      <a:pt x="2615" y="761"/>
                      <a:pt x="2452" y="704"/>
                    </a:cubicBezTo>
                    <a:lnTo>
                      <a:pt x="458" y="18"/>
                    </a:lnTo>
                    <a:cubicBezTo>
                      <a:pt x="424" y="6"/>
                      <a:pt x="390" y="0"/>
                      <a:pt x="356"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78" name="Google Shape;978;p37"/>
              <p:cNvSpPr/>
              <p:nvPr/>
            </p:nvSpPr>
            <p:spPr>
              <a:xfrm>
                <a:off x="1978575" y="1433900"/>
                <a:ext cx="247100" cy="41375"/>
              </a:xfrm>
              <a:custGeom>
                <a:avLst/>
                <a:gdLst/>
                <a:ahLst/>
                <a:cxnLst/>
                <a:rect l="l" t="t" r="r" b="b"/>
                <a:pathLst>
                  <a:path w="9884" h="1655" extrusionOk="0">
                    <a:moveTo>
                      <a:pt x="1" y="1"/>
                    </a:moveTo>
                    <a:lnTo>
                      <a:pt x="9884" y="1655"/>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79" name="Google Shape;979;p37"/>
              <p:cNvSpPr/>
              <p:nvPr/>
            </p:nvSpPr>
            <p:spPr>
              <a:xfrm>
                <a:off x="1970100" y="1426075"/>
                <a:ext cx="264050" cy="57025"/>
              </a:xfrm>
              <a:custGeom>
                <a:avLst/>
                <a:gdLst/>
                <a:ahLst/>
                <a:cxnLst/>
                <a:rect l="l" t="t" r="r" b="b"/>
                <a:pathLst>
                  <a:path w="10562" h="2281" extrusionOk="0">
                    <a:moveTo>
                      <a:pt x="335" y="1"/>
                    </a:moveTo>
                    <a:cubicBezTo>
                      <a:pt x="188" y="1"/>
                      <a:pt x="55" y="111"/>
                      <a:pt x="27" y="265"/>
                    </a:cubicBezTo>
                    <a:cubicBezTo>
                      <a:pt x="1" y="432"/>
                      <a:pt x="116" y="595"/>
                      <a:pt x="287" y="621"/>
                    </a:cubicBezTo>
                    <a:lnTo>
                      <a:pt x="10175" y="2276"/>
                    </a:lnTo>
                    <a:cubicBezTo>
                      <a:pt x="10188" y="2280"/>
                      <a:pt x="10206" y="2280"/>
                      <a:pt x="10223" y="2280"/>
                    </a:cubicBezTo>
                    <a:cubicBezTo>
                      <a:pt x="10373" y="2280"/>
                      <a:pt x="10509" y="2175"/>
                      <a:pt x="10531" y="2020"/>
                    </a:cubicBezTo>
                    <a:cubicBezTo>
                      <a:pt x="10562" y="1849"/>
                      <a:pt x="10448" y="1687"/>
                      <a:pt x="10275" y="1660"/>
                    </a:cubicBezTo>
                    <a:lnTo>
                      <a:pt x="388" y="5"/>
                    </a:lnTo>
                    <a:cubicBezTo>
                      <a:pt x="371" y="2"/>
                      <a:pt x="353" y="1"/>
                      <a:pt x="335"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80" name="Google Shape;980;p37"/>
              <p:cNvSpPr/>
              <p:nvPr/>
            </p:nvSpPr>
            <p:spPr>
              <a:xfrm>
                <a:off x="2351500" y="2323875"/>
                <a:ext cx="394950" cy="46925"/>
              </a:xfrm>
              <a:custGeom>
                <a:avLst/>
                <a:gdLst/>
                <a:ahLst/>
                <a:cxnLst/>
                <a:rect l="l" t="t" r="r" b="b"/>
                <a:pathLst>
                  <a:path w="15798" h="1877" extrusionOk="0">
                    <a:moveTo>
                      <a:pt x="1" y="0"/>
                    </a:moveTo>
                    <a:cubicBezTo>
                      <a:pt x="1" y="0"/>
                      <a:pt x="4319" y="1876"/>
                      <a:pt x="10301" y="1876"/>
                    </a:cubicBezTo>
                    <a:cubicBezTo>
                      <a:pt x="12017" y="1876"/>
                      <a:pt x="13870" y="1722"/>
                      <a:pt x="15798" y="1324"/>
                    </a:cubicBezTo>
                    <a:lnTo>
                      <a:pt x="1"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81" name="Google Shape;981;p37"/>
              <p:cNvSpPr/>
              <p:nvPr/>
            </p:nvSpPr>
            <p:spPr>
              <a:xfrm>
                <a:off x="2342600" y="2316000"/>
                <a:ext cx="412325" cy="62475"/>
              </a:xfrm>
              <a:custGeom>
                <a:avLst/>
                <a:gdLst/>
                <a:ahLst/>
                <a:cxnLst/>
                <a:rect l="l" t="t" r="r" b="b"/>
                <a:pathLst>
                  <a:path w="16493" h="2499" extrusionOk="0">
                    <a:moveTo>
                      <a:pt x="362" y="0"/>
                    </a:moveTo>
                    <a:cubicBezTo>
                      <a:pt x="240" y="0"/>
                      <a:pt x="124" y="69"/>
                      <a:pt x="71" y="187"/>
                    </a:cubicBezTo>
                    <a:cubicBezTo>
                      <a:pt x="1" y="346"/>
                      <a:pt x="75" y="531"/>
                      <a:pt x="233" y="601"/>
                    </a:cubicBezTo>
                    <a:cubicBezTo>
                      <a:pt x="291" y="628"/>
                      <a:pt x="4687" y="2498"/>
                      <a:pt x="10698" y="2498"/>
                    </a:cubicBezTo>
                    <a:cubicBezTo>
                      <a:pt x="12423" y="2498"/>
                      <a:pt x="14289" y="2344"/>
                      <a:pt x="16216" y="1948"/>
                    </a:cubicBezTo>
                    <a:cubicBezTo>
                      <a:pt x="16383" y="1913"/>
                      <a:pt x="16493" y="1745"/>
                      <a:pt x="16458" y="1574"/>
                    </a:cubicBezTo>
                    <a:cubicBezTo>
                      <a:pt x="16427" y="1426"/>
                      <a:pt x="16290" y="1326"/>
                      <a:pt x="16147" y="1326"/>
                    </a:cubicBezTo>
                    <a:cubicBezTo>
                      <a:pt x="16127" y="1326"/>
                      <a:pt x="16108" y="1328"/>
                      <a:pt x="16088" y="1332"/>
                    </a:cubicBezTo>
                    <a:cubicBezTo>
                      <a:pt x="14200" y="1722"/>
                      <a:pt x="12380" y="1873"/>
                      <a:pt x="10690" y="1873"/>
                    </a:cubicBezTo>
                    <a:cubicBezTo>
                      <a:pt x="4826" y="1873"/>
                      <a:pt x="540" y="48"/>
                      <a:pt x="485" y="25"/>
                    </a:cubicBezTo>
                    <a:cubicBezTo>
                      <a:pt x="445" y="8"/>
                      <a:pt x="403" y="0"/>
                      <a:pt x="362"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82" name="Google Shape;982;p37"/>
              <p:cNvSpPr/>
              <p:nvPr/>
            </p:nvSpPr>
            <p:spPr>
              <a:xfrm>
                <a:off x="4163675" y="2339050"/>
                <a:ext cx="199675" cy="205700"/>
              </a:xfrm>
              <a:custGeom>
                <a:avLst/>
                <a:gdLst/>
                <a:ahLst/>
                <a:cxnLst/>
                <a:rect l="l" t="t" r="r" b="b"/>
                <a:pathLst>
                  <a:path w="7987" h="8228" extrusionOk="0">
                    <a:moveTo>
                      <a:pt x="220" y="0"/>
                    </a:moveTo>
                    <a:cubicBezTo>
                      <a:pt x="220" y="1"/>
                      <a:pt x="1" y="4946"/>
                      <a:pt x="621" y="6148"/>
                    </a:cubicBezTo>
                    <a:cubicBezTo>
                      <a:pt x="1076" y="7020"/>
                      <a:pt x="4274" y="8227"/>
                      <a:pt x="6158" y="8227"/>
                    </a:cubicBezTo>
                    <a:cubicBezTo>
                      <a:pt x="6858" y="8227"/>
                      <a:pt x="7377" y="8061"/>
                      <a:pt x="7507" y="7648"/>
                    </a:cubicBezTo>
                    <a:cubicBezTo>
                      <a:pt x="7987" y="6126"/>
                      <a:pt x="3327" y="4995"/>
                      <a:pt x="3327" y="4995"/>
                    </a:cubicBezTo>
                    <a:cubicBezTo>
                      <a:pt x="3327" y="4995"/>
                      <a:pt x="4735" y="4771"/>
                      <a:pt x="4599" y="2553"/>
                    </a:cubicBezTo>
                    <a:lnTo>
                      <a:pt x="220"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83" name="Google Shape;983;p37"/>
              <p:cNvSpPr/>
              <p:nvPr/>
            </p:nvSpPr>
            <p:spPr>
              <a:xfrm>
                <a:off x="4157850" y="2333200"/>
                <a:ext cx="201225" cy="217425"/>
              </a:xfrm>
              <a:custGeom>
                <a:avLst/>
                <a:gdLst/>
                <a:ahLst/>
                <a:cxnLst/>
                <a:rect l="l" t="t" r="r" b="b"/>
                <a:pathLst>
                  <a:path w="8049" h="8697" extrusionOk="0">
                    <a:moveTo>
                      <a:pt x="446" y="0"/>
                    </a:moveTo>
                    <a:cubicBezTo>
                      <a:pt x="322" y="0"/>
                      <a:pt x="224" y="99"/>
                      <a:pt x="220" y="226"/>
                    </a:cubicBezTo>
                    <a:cubicBezTo>
                      <a:pt x="212" y="428"/>
                      <a:pt x="0" y="5246"/>
                      <a:pt x="647" y="6487"/>
                    </a:cubicBezTo>
                    <a:cubicBezTo>
                      <a:pt x="1162" y="7473"/>
                      <a:pt x="4418" y="8697"/>
                      <a:pt x="6385" y="8697"/>
                    </a:cubicBezTo>
                    <a:cubicBezTo>
                      <a:pt x="6504" y="8697"/>
                      <a:pt x="6623" y="8691"/>
                      <a:pt x="6733" y="8683"/>
                    </a:cubicBezTo>
                    <a:cubicBezTo>
                      <a:pt x="7582" y="8608"/>
                      <a:pt x="7872" y="8243"/>
                      <a:pt x="7960" y="7952"/>
                    </a:cubicBezTo>
                    <a:cubicBezTo>
                      <a:pt x="8049" y="7684"/>
                      <a:pt x="8013" y="7411"/>
                      <a:pt x="7864" y="7143"/>
                    </a:cubicBezTo>
                    <a:cubicBezTo>
                      <a:pt x="7322" y="6183"/>
                      <a:pt x="5259" y="5470"/>
                      <a:pt x="4220" y="5163"/>
                    </a:cubicBezTo>
                    <a:cubicBezTo>
                      <a:pt x="4655" y="4833"/>
                      <a:pt x="5153" y="4156"/>
                      <a:pt x="5065" y="2773"/>
                    </a:cubicBezTo>
                    <a:cubicBezTo>
                      <a:pt x="5056" y="2644"/>
                      <a:pt x="4946" y="2549"/>
                      <a:pt x="4826" y="2549"/>
                    </a:cubicBezTo>
                    <a:cubicBezTo>
                      <a:pt x="4823" y="2549"/>
                      <a:pt x="4821" y="2549"/>
                      <a:pt x="4818" y="2549"/>
                    </a:cubicBezTo>
                    <a:cubicBezTo>
                      <a:pt x="4686" y="2558"/>
                      <a:pt x="4590" y="2672"/>
                      <a:pt x="4598" y="2800"/>
                    </a:cubicBezTo>
                    <a:cubicBezTo>
                      <a:pt x="4717" y="4758"/>
                      <a:pt x="3569" y="4987"/>
                      <a:pt x="3524" y="4995"/>
                    </a:cubicBezTo>
                    <a:cubicBezTo>
                      <a:pt x="3415" y="5013"/>
                      <a:pt x="3331" y="5106"/>
                      <a:pt x="3327" y="5216"/>
                    </a:cubicBezTo>
                    <a:cubicBezTo>
                      <a:pt x="3323" y="5330"/>
                      <a:pt x="3397" y="5427"/>
                      <a:pt x="3502" y="5453"/>
                    </a:cubicBezTo>
                    <a:cubicBezTo>
                      <a:pt x="4432" y="5682"/>
                      <a:pt x="6944" y="6465"/>
                      <a:pt x="7454" y="7371"/>
                    </a:cubicBezTo>
                    <a:cubicBezTo>
                      <a:pt x="7538" y="7526"/>
                      <a:pt x="7560" y="7667"/>
                      <a:pt x="7515" y="7812"/>
                    </a:cubicBezTo>
                    <a:cubicBezTo>
                      <a:pt x="7428" y="8094"/>
                      <a:pt x="7019" y="8186"/>
                      <a:pt x="6693" y="8212"/>
                    </a:cubicBezTo>
                    <a:cubicBezTo>
                      <a:pt x="6594" y="8220"/>
                      <a:pt x="6491" y="8225"/>
                      <a:pt x="6383" y="8225"/>
                    </a:cubicBezTo>
                    <a:cubicBezTo>
                      <a:pt x="4545" y="8225"/>
                      <a:pt x="1460" y="7028"/>
                      <a:pt x="1065" y="6272"/>
                    </a:cubicBezTo>
                    <a:cubicBezTo>
                      <a:pt x="577" y="5334"/>
                      <a:pt x="630" y="1603"/>
                      <a:pt x="687" y="243"/>
                    </a:cubicBezTo>
                    <a:cubicBezTo>
                      <a:pt x="695" y="116"/>
                      <a:pt x="594" y="5"/>
                      <a:pt x="462" y="1"/>
                    </a:cubicBezTo>
                    <a:cubicBezTo>
                      <a:pt x="457" y="1"/>
                      <a:pt x="452" y="0"/>
                      <a:pt x="446"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84" name="Google Shape;984;p37"/>
              <p:cNvSpPr/>
              <p:nvPr/>
            </p:nvSpPr>
            <p:spPr>
              <a:xfrm>
                <a:off x="2077700" y="1932400"/>
                <a:ext cx="308050" cy="173225"/>
              </a:xfrm>
              <a:custGeom>
                <a:avLst/>
                <a:gdLst/>
                <a:ahLst/>
                <a:cxnLst/>
                <a:rect l="l" t="t" r="r" b="b"/>
                <a:pathLst>
                  <a:path w="12322" h="6929" extrusionOk="0">
                    <a:moveTo>
                      <a:pt x="5479" y="1"/>
                    </a:moveTo>
                    <a:cubicBezTo>
                      <a:pt x="0" y="1"/>
                      <a:pt x="6640" y="4205"/>
                      <a:pt x="12322" y="6929"/>
                    </a:cubicBezTo>
                    <a:lnTo>
                      <a:pt x="10073" y="545"/>
                    </a:lnTo>
                    <a:cubicBezTo>
                      <a:pt x="9448" y="417"/>
                      <a:pt x="8823" y="302"/>
                      <a:pt x="8199" y="218"/>
                    </a:cubicBezTo>
                    <a:cubicBezTo>
                      <a:pt x="7076" y="69"/>
                      <a:pt x="6179" y="1"/>
                      <a:pt x="5479" y="1"/>
                    </a:cubicBezTo>
                    <a:close/>
                  </a:path>
                </a:pathLst>
              </a:custGeom>
              <a:solidFill>
                <a:srgbClr val="FFC39F"/>
              </a:solidFill>
              <a:ln>
                <a:noFill/>
              </a:ln>
            </p:spPr>
            <p:txBody>
              <a:bodyPr spcFirstLastPara="1" wrap="square" lIns="121900" tIns="121900" rIns="121900" bIns="121900" anchor="ctr" anchorCtr="0">
                <a:noAutofit/>
              </a:bodyPr>
              <a:lstStyle/>
              <a:p>
                <a:endParaRPr sz="2400"/>
              </a:p>
            </p:txBody>
          </p:sp>
          <p:sp>
            <p:nvSpPr>
              <p:cNvPr id="985" name="Google Shape;985;p37"/>
              <p:cNvSpPr/>
              <p:nvPr/>
            </p:nvSpPr>
            <p:spPr>
              <a:xfrm>
                <a:off x="1482325" y="1615950"/>
                <a:ext cx="55275" cy="54375"/>
              </a:xfrm>
              <a:custGeom>
                <a:avLst/>
                <a:gdLst/>
                <a:ahLst/>
                <a:cxnLst/>
                <a:rect l="l" t="t" r="r" b="b"/>
                <a:pathLst>
                  <a:path w="2211" h="2175" extrusionOk="0">
                    <a:moveTo>
                      <a:pt x="175" y="0"/>
                    </a:moveTo>
                    <a:cubicBezTo>
                      <a:pt x="135" y="0"/>
                      <a:pt x="94" y="16"/>
                      <a:pt x="63" y="45"/>
                    </a:cubicBezTo>
                    <a:cubicBezTo>
                      <a:pt x="1" y="107"/>
                      <a:pt x="1" y="207"/>
                      <a:pt x="63" y="270"/>
                    </a:cubicBezTo>
                    <a:lnTo>
                      <a:pt x="1928" y="2131"/>
                    </a:lnTo>
                    <a:cubicBezTo>
                      <a:pt x="1959" y="2161"/>
                      <a:pt x="1999" y="2175"/>
                      <a:pt x="2038" y="2175"/>
                    </a:cubicBezTo>
                    <a:cubicBezTo>
                      <a:pt x="2078" y="2175"/>
                      <a:pt x="2117" y="2161"/>
                      <a:pt x="2149" y="2131"/>
                    </a:cubicBezTo>
                    <a:cubicBezTo>
                      <a:pt x="2210" y="2069"/>
                      <a:pt x="2210" y="1968"/>
                      <a:pt x="2149" y="1911"/>
                    </a:cubicBezTo>
                    <a:lnTo>
                      <a:pt x="283" y="45"/>
                    </a:lnTo>
                    <a:cubicBezTo>
                      <a:pt x="253" y="15"/>
                      <a:pt x="214" y="0"/>
                      <a:pt x="175"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86" name="Google Shape;986;p37"/>
              <p:cNvSpPr/>
              <p:nvPr/>
            </p:nvSpPr>
            <p:spPr>
              <a:xfrm>
                <a:off x="1496950" y="1632950"/>
                <a:ext cx="44250" cy="13525"/>
              </a:xfrm>
              <a:custGeom>
                <a:avLst/>
                <a:gdLst/>
                <a:ahLst/>
                <a:cxnLst/>
                <a:rect l="l" t="t" r="r" b="b"/>
                <a:pathLst>
                  <a:path w="1770" h="541" extrusionOk="0">
                    <a:moveTo>
                      <a:pt x="167" y="1"/>
                    </a:moveTo>
                    <a:cubicBezTo>
                      <a:pt x="89" y="1"/>
                      <a:pt x="26" y="55"/>
                      <a:pt x="15" y="131"/>
                    </a:cubicBezTo>
                    <a:cubicBezTo>
                      <a:pt x="1" y="219"/>
                      <a:pt x="59" y="298"/>
                      <a:pt x="142" y="311"/>
                    </a:cubicBezTo>
                    <a:lnTo>
                      <a:pt x="1581" y="536"/>
                    </a:lnTo>
                    <a:cubicBezTo>
                      <a:pt x="1590" y="536"/>
                      <a:pt x="1595" y="540"/>
                      <a:pt x="1603" y="540"/>
                    </a:cubicBezTo>
                    <a:cubicBezTo>
                      <a:pt x="1678" y="540"/>
                      <a:pt x="1749" y="483"/>
                      <a:pt x="1757" y="408"/>
                    </a:cubicBezTo>
                    <a:cubicBezTo>
                      <a:pt x="1770" y="320"/>
                      <a:pt x="1713" y="240"/>
                      <a:pt x="1629" y="228"/>
                    </a:cubicBezTo>
                    <a:lnTo>
                      <a:pt x="191" y="3"/>
                    </a:lnTo>
                    <a:cubicBezTo>
                      <a:pt x="183" y="2"/>
                      <a:pt x="175" y="1"/>
                      <a:pt x="167"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987" name="Google Shape;987;p37"/>
              <p:cNvSpPr/>
              <p:nvPr/>
            </p:nvSpPr>
            <p:spPr>
              <a:xfrm>
                <a:off x="2279125" y="1945775"/>
                <a:ext cx="1213325" cy="1152700"/>
              </a:xfrm>
              <a:custGeom>
                <a:avLst/>
                <a:gdLst/>
                <a:ahLst/>
                <a:cxnLst/>
                <a:rect l="l" t="t" r="r" b="b"/>
                <a:pathLst>
                  <a:path w="48533" h="46108" extrusionOk="0">
                    <a:moveTo>
                      <a:pt x="5026" y="8554"/>
                    </a:moveTo>
                    <a:lnTo>
                      <a:pt x="5026" y="8558"/>
                    </a:lnTo>
                    <a:cubicBezTo>
                      <a:pt x="5027" y="8559"/>
                      <a:pt x="5027" y="8559"/>
                      <a:pt x="5028" y="8559"/>
                    </a:cubicBezTo>
                    <a:lnTo>
                      <a:pt x="5028" y="8559"/>
                    </a:lnTo>
                    <a:lnTo>
                      <a:pt x="5026" y="8554"/>
                    </a:lnTo>
                    <a:close/>
                    <a:moveTo>
                      <a:pt x="2896" y="14812"/>
                    </a:moveTo>
                    <a:cubicBezTo>
                      <a:pt x="2940" y="14812"/>
                      <a:pt x="2984" y="14816"/>
                      <a:pt x="3024" y="14834"/>
                    </a:cubicBezTo>
                    <a:cubicBezTo>
                      <a:pt x="3036" y="14842"/>
                      <a:pt x="3411" y="15001"/>
                      <a:pt x="4071" y="15221"/>
                    </a:cubicBezTo>
                    <a:lnTo>
                      <a:pt x="17500" y="16347"/>
                    </a:lnTo>
                    <a:cubicBezTo>
                      <a:pt x="17874" y="16286"/>
                      <a:pt x="18249" y="16220"/>
                      <a:pt x="18627" y="16141"/>
                    </a:cubicBezTo>
                    <a:cubicBezTo>
                      <a:pt x="18649" y="16136"/>
                      <a:pt x="18666" y="16136"/>
                      <a:pt x="18688" y="16136"/>
                    </a:cubicBezTo>
                    <a:cubicBezTo>
                      <a:pt x="18830" y="16136"/>
                      <a:pt x="18966" y="16237"/>
                      <a:pt x="18997" y="16383"/>
                    </a:cubicBezTo>
                    <a:cubicBezTo>
                      <a:pt x="19032" y="16554"/>
                      <a:pt x="18922" y="16722"/>
                      <a:pt x="18755" y="16757"/>
                    </a:cubicBezTo>
                    <a:cubicBezTo>
                      <a:pt x="16828" y="17153"/>
                      <a:pt x="14962" y="17307"/>
                      <a:pt x="13237" y="17307"/>
                    </a:cubicBezTo>
                    <a:cubicBezTo>
                      <a:pt x="7226" y="17307"/>
                      <a:pt x="2830" y="15437"/>
                      <a:pt x="2772" y="15410"/>
                    </a:cubicBezTo>
                    <a:cubicBezTo>
                      <a:pt x="2614" y="15340"/>
                      <a:pt x="2540" y="15155"/>
                      <a:pt x="2610" y="14996"/>
                    </a:cubicBezTo>
                    <a:cubicBezTo>
                      <a:pt x="2663" y="14882"/>
                      <a:pt x="2778" y="14812"/>
                      <a:pt x="2896" y="14812"/>
                    </a:cubicBezTo>
                    <a:close/>
                    <a:moveTo>
                      <a:pt x="2012" y="0"/>
                    </a:moveTo>
                    <a:lnTo>
                      <a:pt x="2016" y="4"/>
                    </a:lnTo>
                    <a:lnTo>
                      <a:pt x="2016" y="10"/>
                    </a:lnTo>
                    <a:lnTo>
                      <a:pt x="4265" y="6394"/>
                    </a:lnTo>
                    <a:cubicBezTo>
                      <a:pt x="6403" y="7419"/>
                      <a:pt x="8405" y="8233"/>
                      <a:pt x="9576" y="8537"/>
                    </a:cubicBezTo>
                    <a:cubicBezTo>
                      <a:pt x="10394" y="8743"/>
                      <a:pt x="10337" y="8828"/>
                      <a:pt x="9651" y="8828"/>
                    </a:cubicBezTo>
                    <a:cubicBezTo>
                      <a:pt x="8845" y="8828"/>
                      <a:pt x="7170" y="8713"/>
                      <a:pt x="5028" y="8559"/>
                    </a:cubicBezTo>
                    <a:lnTo>
                      <a:pt x="5028" y="8559"/>
                    </a:lnTo>
                    <a:lnTo>
                      <a:pt x="6337" y="12281"/>
                    </a:lnTo>
                    <a:cubicBezTo>
                      <a:pt x="6372" y="12273"/>
                      <a:pt x="6407" y="12264"/>
                      <a:pt x="6438" y="12264"/>
                    </a:cubicBezTo>
                    <a:cubicBezTo>
                      <a:pt x="6562" y="12264"/>
                      <a:pt x="6676" y="12334"/>
                      <a:pt x="6728" y="12453"/>
                    </a:cubicBezTo>
                    <a:cubicBezTo>
                      <a:pt x="6799" y="12612"/>
                      <a:pt x="6724" y="12797"/>
                      <a:pt x="6566" y="12867"/>
                    </a:cubicBezTo>
                    <a:cubicBezTo>
                      <a:pt x="5211" y="13457"/>
                      <a:pt x="2900" y="14003"/>
                      <a:pt x="0" y="14490"/>
                    </a:cubicBezTo>
                    <a:cubicBezTo>
                      <a:pt x="2610" y="17782"/>
                      <a:pt x="5941" y="21487"/>
                      <a:pt x="9923" y="25522"/>
                    </a:cubicBezTo>
                    <a:cubicBezTo>
                      <a:pt x="14139" y="29799"/>
                      <a:pt x="17628" y="34138"/>
                      <a:pt x="20295" y="38415"/>
                    </a:cubicBezTo>
                    <a:lnTo>
                      <a:pt x="20378" y="38551"/>
                    </a:lnTo>
                    <a:lnTo>
                      <a:pt x="17707" y="45196"/>
                    </a:lnTo>
                    <a:lnTo>
                      <a:pt x="17637" y="46107"/>
                    </a:lnTo>
                    <a:cubicBezTo>
                      <a:pt x="22218" y="44369"/>
                      <a:pt x="27106" y="42265"/>
                      <a:pt x="29355" y="40501"/>
                    </a:cubicBezTo>
                    <a:cubicBezTo>
                      <a:pt x="32761" y="37826"/>
                      <a:pt x="38768" y="37434"/>
                      <a:pt x="42019" y="37434"/>
                    </a:cubicBezTo>
                    <a:cubicBezTo>
                      <a:pt x="43378" y="37434"/>
                      <a:pt x="44259" y="37500"/>
                      <a:pt x="44259" y="37500"/>
                    </a:cubicBezTo>
                    <a:cubicBezTo>
                      <a:pt x="44259" y="37500"/>
                      <a:pt x="29830" y="34455"/>
                      <a:pt x="31682" y="33650"/>
                    </a:cubicBezTo>
                    <a:cubicBezTo>
                      <a:pt x="33536" y="32840"/>
                      <a:pt x="19744" y="21738"/>
                      <a:pt x="17971" y="20049"/>
                    </a:cubicBezTo>
                    <a:cubicBezTo>
                      <a:pt x="17817" y="19899"/>
                      <a:pt x="17774" y="19767"/>
                      <a:pt x="17817" y="19639"/>
                    </a:cubicBezTo>
                    <a:lnTo>
                      <a:pt x="17817" y="19639"/>
                    </a:lnTo>
                    <a:cubicBezTo>
                      <a:pt x="21174" y="19925"/>
                      <a:pt x="31274" y="21284"/>
                      <a:pt x="38015" y="21284"/>
                    </a:cubicBezTo>
                    <a:cubicBezTo>
                      <a:pt x="39603" y="21284"/>
                      <a:pt x="40998" y="21210"/>
                      <a:pt x="42080" y="21025"/>
                    </a:cubicBezTo>
                    <a:cubicBezTo>
                      <a:pt x="48532" y="19943"/>
                      <a:pt x="38240" y="19304"/>
                      <a:pt x="33553" y="16775"/>
                    </a:cubicBezTo>
                    <a:cubicBezTo>
                      <a:pt x="30098" y="14909"/>
                      <a:pt x="24770" y="11820"/>
                      <a:pt x="22204" y="10323"/>
                    </a:cubicBezTo>
                    <a:cubicBezTo>
                      <a:pt x="17285" y="6341"/>
                      <a:pt x="9712" y="1567"/>
                      <a:pt x="2012" y="0"/>
                    </a:cubicBezTo>
                    <a:close/>
                  </a:path>
                </a:pathLst>
              </a:custGeom>
              <a:solidFill>
                <a:srgbClr val="FFC39F"/>
              </a:solidFill>
              <a:ln>
                <a:noFill/>
              </a:ln>
            </p:spPr>
            <p:txBody>
              <a:bodyPr spcFirstLastPara="1" wrap="square" lIns="121900" tIns="121900" rIns="121900" bIns="121900" anchor="ctr" anchorCtr="0">
                <a:noAutofit/>
              </a:bodyPr>
              <a:lstStyle/>
              <a:p>
                <a:endParaRPr sz="2400"/>
              </a:p>
            </p:txBody>
          </p:sp>
          <p:sp>
            <p:nvSpPr>
              <p:cNvPr id="988" name="Google Shape;988;p37"/>
              <p:cNvSpPr/>
              <p:nvPr/>
            </p:nvSpPr>
            <p:spPr>
              <a:xfrm>
                <a:off x="2270425" y="2308025"/>
                <a:ext cx="518175" cy="793500"/>
              </a:xfrm>
              <a:custGeom>
                <a:avLst/>
                <a:gdLst/>
                <a:ahLst/>
                <a:cxnLst/>
                <a:rect l="l" t="t" r="r" b="b"/>
                <a:pathLst>
                  <a:path w="20727" h="31740" extrusionOk="0">
                    <a:moveTo>
                      <a:pt x="348" y="0"/>
                    </a:moveTo>
                    <a:cubicBezTo>
                      <a:pt x="234" y="18"/>
                      <a:pt x="120" y="41"/>
                      <a:pt x="1" y="57"/>
                    </a:cubicBezTo>
                    <a:cubicBezTo>
                      <a:pt x="2196" y="2839"/>
                      <a:pt x="5396" y="6535"/>
                      <a:pt x="10047" y="11252"/>
                    </a:cubicBezTo>
                    <a:cubicBezTo>
                      <a:pt x="14940" y="16215"/>
                      <a:pt x="18205" y="20602"/>
                      <a:pt x="20379" y="24093"/>
                    </a:cubicBezTo>
                    <a:lnTo>
                      <a:pt x="17747" y="30635"/>
                    </a:lnTo>
                    <a:lnTo>
                      <a:pt x="17659" y="31740"/>
                    </a:lnTo>
                    <a:cubicBezTo>
                      <a:pt x="17765" y="31701"/>
                      <a:pt x="17875" y="31661"/>
                      <a:pt x="17985" y="31617"/>
                    </a:cubicBezTo>
                    <a:lnTo>
                      <a:pt x="18055" y="30706"/>
                    </a:lnTo>
                    <a:lnTo>
                      <a:pt x="20726" y="24061"/>
                    </a:lnTo>
                    <a:lnTo>
                      <a:pt x="20643" y="23925"/>
                    </a:lnTo>
                    <a:cubicBezTo>
                      <a:pt x="17976" y="19648"/>
                      <a:pt x="14487" y="15309"/>
                      <a:pt x="10271" y="11032"/>
                    </a:cubicBezTo>
                    <a:cubicBezTo>
                      <a:pt x="6289" y="6997"/>
                      <a:pt x="2958" y="3292"/>
                      <a:pt x="348" y="0"/>
                    </a:cubicBez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989" name="Google Shape;989;p37"/>
              <p:cNvSpPr/>
              <p:nvPr/>
            </p:nvSpPr>
            <p:spPr>
              <a:xfrm>
                <a:off x="1089600" y="1937850"/>
                <a:ext cx="1347950" cy="419925"/>
              </a:xfrm>
              <a:custGeom>
                <a:avLst/>
                <a:gdLst/>
                <a:ahLst/>
                <a:cxnLst/>
                <a:rect l="l" t="t" r="r" b="b"/>
                <a:pathLst>
                  <a:path w="53918" h="16797" extrusionOk="0">
                    <a:moveTo>
                      <a:pt x="47736" y="0"/>
                    </a:moveTo>
                    <a:lnTo>
                      <a:pt x="47736" y="0"/>
                    </a:lnTo>
                    <a:cubicBezTo>
                      <a:pt x="48357" y="84"/>
                      <a:pt x="48976" y="199"/>
                      <a:pt x="49597" y="327"/>
                    </a:cubicBezTo>
                    <a:lnTo>
                      <a:pt x="49593" y="317"/>
                    </a:lnTo>
                    <a:cubicBezTo>
                      <a:pt x="48976" y="189"/>
                      <a:pt x="48357" y="84"/>
                      <a:pt x="47736" y="0"/>
                    </a:cubicBezTo>
                    <a:close/>
                    <a:moveTo>
                      <a:pt x="35820" y="7974"/>
                    </a:moveTo>
                    <a:cubicBezTo>
                      <a:pt x="33949" y="7974"/>
                      <a:pt x="32343" y="8049"/>
                      <a:pt x="31212" y="8238"/>
                    </a:cubicBezTo>
                    <a:cubicBezTo>
                      <a:pt x="24445" y="9373"/>
                      <a:pt x="37100" y="10729"/>
                      <a:pt x="38631" y="10971"/>
                    </a:cubicBezTo>
                    <a:cubicBezTo>
                      <a:pt x="39912" y="11168"/>
                      <a:pt x="28440" y="14209"/>
                      <a:pt x="18381" y="14209"/>
                    </a:cubicBezTo>
                    <a:cubicBezTo>
                      <a:pt x="16419" y="14209"/>
                      <a:pt x="14518" y="14090"/>
                      <a:pt x="12771" y="13818"/>
                    </a:cubicBezTo>
                    <a:cubicBezTo>
                      <a:pt x="7306" y="12964"/>
                      <a:pt x="4146" y="12752"/>
                      <a:pt x="2360" y="12752"/>
                    </a:cubicBezTo>
                    <a:cubicBezTo>
                      <a:pt x="644" y="12752"/>
                      <a:pt x="199" y="12947"/>
                      <a:pt x="199" y="12947"/>
                    </a:cubicBezTo>
                    <a:lnTo>
                      <a:pt x="1" y="13026"/>
                    </a:lnTo>
                    <a:cubicBezTo>
                      <a:pt x="2003" y="15423"/>
                      <a:pt x="5383" y="16273"/>
                      <a:pt x="7635" y="16572"/>
                    </a:cubicBezTo>
                    <a:cubicBezTo>
                      <a:pt x="8784" y="16726"/>
                      <a:pt x="10703" y="16796"/>
                      <a:pt x="13127" y="16796"/>
                    </a:cubicBezTo>
                    <a:cubicBezTo>
                      <a:pt x="24775" y="16796"/>
                      <a:pt x="48123" y="15124"/>
                      <a:pt x="53896" y="12608"/>
                    </a:cubicBezTo>
                    <a:cubicBezTo>
                      <a:pt x="53905" y="12603"/>
                      <a:pt x="53909" y="12603"/>
                      <a:pt x="53918" y="12598"/>
                    </a:cubicBezTo>
                    <a:lnTo>
                      <a:pt x="52607" y="8871"/>
                    </a:lnTo>
                    <a:cubicBezTo>
                      <a:pt x="50887" y="8749"/>
                      <a:pt x="48858" y="8595"/>
                      <a:pt x="46732" y="8449"/>
                    </a:cubicBezTo>
                    <a:cubicBezTo>
                      <a:pt x="46724" y="8449"/>
                      <a:pt x="46715" y="8449"/>
                      <a:pt x="46706" y="8445"/>
                    </a:cubicBezTo>
                    <a:cubicBezTo>
                      <a:pt x="43014" y="8194"/>
                      <a:pt x="39027" y="7974"/>
                      <a:pt x="35820" y="7974"/>
                    </a:cubicBezTo>
                    <a:close/>
                  </a:path>
                </a:pathLst>
              </a:custGeom>
              <a:solidFill>
                <a:srgbClr val="FFC39F"/>
              </a:solidFill>
              <a:ln>
                <a:noFill/>
              </a:ln>
            </p:spPr>
            <p:txBody>
              <a:bodyPr spcFirstLastPara="1" wrap="square" lIns="121900" tIns="121900" rIns="121900" bIns="121900" anchor="ctr" anchorCtr="0">
                <a:noAutofit/>
              </a:bodyPr>
              <a:lstStyle/>
              <a:p>
                <a:endParaRPr sz="2400"/>
              </a:p>
            </p:txBody>
          </p:sp>
          <p:sp>
            <p:nvSpPr>
              <p:cNvPr id="990" name="Google Shape;990;p37"/>
              <p:cNvSpPr/>
              <p:nvPr/>
            </p:nvSpPr>
            <p:spPr>
              <a:xfrm>
                <a:off x="1082350" y="2252375"/>
                <a:ext cx="1366775" cy="112875"/>
              </a:xfrm>
              <a:custGeom>
                <a:avLst/>
                <a:gdLst/>
                <a:ahLst/>
                <a:cxnLst/>
                <a:rect l="l" t="t" r="r" b="b"/>
                <a:pathLst>
                  <a:path w="54671" h="4515" extrusionOk="0">
                    <a:moveTo>
                      <a:pt x="54309" y="0"/>
                    </a:moveTo>
                    <a:cubicBezTo>
                      <a:pt x="54278" y="0"/>
                      <a:pt x="54243" y="9"/>
                      <a:pt x="54208" y="17"/>
                    </a:cubicBezTo>
                    <a:cubicBezTo>
                      <a:pt x="54199" y="22"/>
                      <a:pt x="54195" y="22"/>
                      <a:pt x="54186" y="27"/>
                    </a:cubicBezTo>
                    <a:cubicBezTo>
                      <a:pt x="48413" y="2543"/>
                      <a:pt x="25065" y="4215"/>
                      <a:pt x="13417" y="4215"/>
                    </a:cubicBezTo>
                    <a:cubicBezTo>
                      <a:pt x="10993" y="4215"/>
                      <a:pt x="9074" y="4145"/>
                      <a:pt x="7925" y="3991"/>
                    </a:cubicBezTo>
                    <a:cubicBezTo>
                      <a:pt x="5673" y="3692"/>
                      <a:pt x="2293" y="2842"/>
                      <a:pt x="291" y="445"/>
                    </a:cubicBezTo>
                    <a:lnTo>
                      <a:pt x="0" y="559"/>
                    </a:lnTo>
                    <a:cubicBezTo>
                      <a:pt x="1818" y="2785"/>
                      <a:pt x="4868" y="3898"/>
                      <a:pt x="7886" y="4300"/>
                    </a:cubicBezTo>
                    <a:cubicBezTo>
                      <a:pt x="8960" y="4444"/>
                      <a:pt x="10808" y="4515"/>
                      <a:pt x="13166" y="4515"/>
                    </a:cubicBezTo>
                    <a:cubicBezTo>
                      <a:pt x="21887" y="4515"/>
                      <a:pt x="37627" y="3577"/>
                      <a:pt x="47304" y="2007"/>
                    </a:cubicBezTo>
                    <a:cubicBezTo>
                      <a:pt x="47379" y="2094"/>
                      <a:pt x="47449" y="2192"/>
                      <a:pt x="47524" y="2283"/>
                    </a:cubicBezTo>
                    <a:cubicBezTo>
                      <a:pt x="47643" y="2267"/>
                      <a:pt x="47757" y="2244"/>
                      <a:pt x="47871" y="2226"/>
                    </a:cubicBezTo>
                    <a:cubicBezTo>
                      <a:pt x="50771" y="1739"/>
                      <a:pt x="53082" y="1193"/>
                      <a:pt x="54437" y="603"/>
                    </a:cubicBezTo>
                    <a:cubicBezTo>
                      <a:pt x="54595" y="533"/>
                      <a:pt x="54670" y="348"/>
                      <a:pt x="54599" y="189"/>
                    </a:cubicBezTo>
                    <a:cubicBezTo>
                      <a:pt x="54547" y="70"/>
                      <a:pt x="54433" y="0"/>
                      <a:pt x="54309" y="0"/>
                    </a:cubicBez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991" name="Google Shape;991;p37"/>
              <p:cNvSpPr/>
              <p:nvPr/>
            </p:nvSpPr>
            <p:spPr>
              <a:xfrm>
                <a:off x="2342600" y="2316050"/>
                <a:ext cx="412325" cy="62425"/>
              </a:xfrm>
              <a:custGeom>
                <a:avLst/>
                <a:gdLst/>
                <a:ahLst/>
                <a:cxnLst/>
                <a:rect l="l" t="t" r="r" b="b"/>
                <a:pathLst>
                  <a:path w="16493" h="2497" extrusionOk="0">
                    <a:moveTo>
                      <a:pt x="357" y="1"/>
                    </a:moveTo>
                    <a:cubicBezTo>
                      <a:pt x="239" y="1"/>
                      <a:pt x="124" y="71"/>
                      <a:pt x="71" y="185"/>
                    </a:cubicBezTo>
                    <a:cubicBezTo>
                      <a:pt x="1" y="344"/>
                      <a:pt x="75" y="529"/>
                      <a:pt x="233" y="599"/>
                    </a:cubicBezTo>
                    <a:cubicBezTo>
                      <a:pt x="291" y="626"/>
                      <a:pt x="4687" y="2496"/>
                      <a:pt x="10698" y="2496"/>
                    </a:cubicBezTo>
                    <a:cubicBezTo>
                      <a:pt x="12423" y="2496"/>
                      <a:pt x="14289" y="2342"/>
                      <a:pt x="16216" y="1946"/>
                    </a:cubicBezTo>
                    <a:cubicBezTo>
                      <a:pt x="16383" y="1911"/>
                      <a:pt x="16493" y="1743"/>
                      <a:pt x="16458" y="1572"/>
                    </a:cubicBezTo>
                    <a:cubicBezTo>
                      <a:pt x="16427" y="1426"/>
                      <a:pt x="16291" y="1325"/>
                      <a:pt x="16149" y="1325"/>
                    </a:cubicBezTo>
                    <a:cubicBezTo>
                      <a:pt x="16127" y="1325"/>
                      <a:pt x="16110" y="1325"/>
                      <a:pt x="16088" y="1330"/>
                    </a:cubicBezTo>
                    <a:cubicBezTo>
                      <a:pt x="15710" y="1409"/>
                      <a:pt x="15335" y="1475"/>
                      <a:pt x="14961" y="1536"/>
                    </a:cubicBezTo>
                    <a:cubicBezTo>
                      <a:pt x="13474" y="1774"/>
                      <a:pt x="12040" y="1871"/>
                      <a:pt x="10688" y="1871"/>
                    </a:cubicBezTo>
                    <a:cubicBezTo>
                      <a:pt x="6526" y="1871"/>
                      <a:pt x="3155" y="951"/>
                      <a:pt x="1532" y="410"/>
                    </a:cubicBezTo>
                    <a:cubicBezTo>
                      <a:pt x="872" y="190"/>
                      <a:pt x="497" y="31"/>
                      <a:pt x="485" y="23"/>
                    </a:cubicBezTo>
                    <a:cubicBezTo>
                      <a:pt x="445" y="5"/>
                      <a:pt x="401" y="1"/>
                      <a:pt x="357" y="1"/>
                    </a:cubicBez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992" name="Google Shape;992;p37"/>
              <p:cNvSpPr/>
              <p:nvPr/>
            </p:nvSpPr>
            <p:spPr>
              <a:xfrm>
                <a:off x="2261950" y="1935975"/>
                <a:ext cx="123800" cy="169650"/>
              </a:xfrm>
              <a:custGeom>
                <a:avLst/>
                <a:gdLst/>
                <a:ahLst/>
                <a:cxnLst/>
                <a:rect l="l" t="t" r="r" b="b"/>
                <a:pathLst>
                  <a:path w="4952" h="6786" extrusionOk="0">
                    <a:moveTo>
                      <a:pt x="177" y="0"/>
                    </a:moveTo>
                    <a:lnTo>
                      <a:pt x="1" y="4128"/>
                    </a:lnTo>
                    <a:cubicBezTo>
                      <a:pt x="1511" y="5043"/>
                      <a:pt x="3270" y="5981"/>
                      <a:pt x="4952" y="6786"/>
                    </a:cubicBezTo>
                    <a:lnTo>
                      <a:pt x="2703" y="402"/>
                    </a:lnTo>
                    <a:cubicBezTo>
                      <a:pt x="2082" y="274"/>
                      <a:pt x="1462" y="159"/>
                      <a:pt x="841" y="75"/>
                    </a:cubicBezTo>
                    <a:lnTo>
                      <a:pt x="829" y="75"/>
                    </a:lnTo>
                    <a:cubicBezTo>
                      <a:pt x="595" y="45"/>
                      <a:pt x="392" y="22"/>
                      <a:pt x="177" y="0"/>
                    </a:cubicBezTo>
                    <a:close/>
                  </a:path>
                </a:pathLst>
              </a:custGeom>
              <a:solidFill>
                <a:srgbClr val="FFC39F"/>
              </a:solidFill>
              <a:ln>
                <a:noFill/>
              </a:ln>
            </p:spPr>
            <p:txBody>
              <a:bodyPr spcFirstLastPara="1" wrap="square" lIns="121900" tIns="121900" rIns="121900" bIns="121900" anchor="ctr" anchorCtr="0">
                <a:noAutofit/>
              </a:bodyPr>
              <a:lstStyle/>
              <a:p>
                <a:endParaRPr sz="2400"/>
              </a:p>
            </p:txBody>
          </p:sp>
          <p:sp>
            <p:nvSpPr>
              <p:cNvPr id="993" name="Google Shape;993;p37"/>
              <p:cNvSpPr/>
              <p:nvPr/>
            </p:nvSpPr>
            <p:spPr>
              <a:xfrm>
                <a:off x="1633925" y="1523025"/>
                <a:ext cx="511475" cy="293625"/>
              </a:xfrm>
              <a:custGeom>
                <a:avLst/>
                <a:gdLst/>
                <a:ahLst/>
                <a:cxnLst/>
                <a:rect l="l" t="t" r="r" b="b"/>
                <a:pathLst>
                  <a:path w="20459" h="11745" extrusionOk="0">
                    <a:moveTo>
                      <a:pt x="14" y="4013"/>
                    </a:moveTo>
                    <a:cubicBezTo>
                      <a:pt x="9" y="4035"/>
                      <a:pt x="5" y="4057"/>
                      <a:pt x="1" y="4083"/>
                    </a:cubicBezTo>
                    <a:lnTo>
                      <a:pt x="2619" y="7106"/>
                    </a:lnTo>
                    <a:cubicBezTo>
                      <a:pt x="2649" y="7093"/>
                      <a:pt x="2663" y="7084"/>
                      <a:pt x="2667" y="7084"/>
                    </a:cubicBezTo>
                    <a:cubicBezTo>
                      <a:pt x="2698" y="7062"/>
                      <a:pt x="2738" y="7049"/>
                      <a:pt x="2773" y="7045"/>
                    </a:cubicBezTo>
                    <a:cubicBezTo>
                      <a:pt x="1831" y="6073"/>
                      <a:pt x="899" y="5056"/>
                      <a:pt x="14" y="4013"/>
                    </a:cubicBezTo>
                    <a:close/>
                    <a:moveTo>
                      <a:pt x="15913" y="0"/>
                    </a:moveTo>
                    <a:cubicBezTo>
                      <a:pt x="16352" y="1909"/>
                      <a:pt x="16599" y="4563"/>
                      <a:pt x="15834" y="7520"/>
                    </a:cubicBezTo>
                    <a:lnTo>
                      <a:pt x="17483" y="8092"/>
                    </a:lnTo>
                    <a:cubicBezTo>
                      <a:pt x="18210" y="6406"/>
                      <a:pt x="19309" y="4625"/>
                      <a:pt x="20379" y="3080"/>
                    </a:cubicBezTo>
                    <a:cubicBezTo>
                      <a:pt x="20427" y="2895"/>
                      <a:pt x="20458" y="2785"/>
                      <a:pt x="20458" y="2785"/>
                    </a:cubicBezTo>
                    <a:lnTo>
                      <a:pt x="15913" y="0"/>
                    </a:lnTo>
                    <a:close/>
                    <a:moveTo>
                      <a:pt x="15666" y="8128"/>
                    </a:moveTo>
                    <a:cubicBezTo>
                      <a:pt x="15627" y="8250"/>
                      <a:pt x="15586" y="8370"/>
                      <a:pt x="15547" y="8488"/>
                    </a:cubicBezTo>
                    <a:lnTo>
                      <a:pt x="17237" y="8691"/>
                    </a:lnTo>
                    <a:cubicBezTo>
                      <a:pt x="17241" y="8686"/>
                      <a:pt x="17241" y="8677"/>
                      <a:pt x="17245" y="8673"/>
                    </a:cubicBezTo>
                    <a:lnTo>
                      <a:pt x="15666" y="8128"/>
                    </a:lnTo>
                    <a:close/>
                    <a:moveTo>
                      <a:pt x="14403" y="10715"/>
                    </a:moveTo>
                    <a:cubicBezTo>
                      <a:pt x="14077" y="11138"/>
                      <a:pt x="13712" y="11485"/>
                      <a:pt x="13307" y="11745"/>
                    </a:cubicBezTo>
                    <a:cubicBezTo>
                      <a:pt x="13765" y="11481"/>
                      <a:pt x="14122" y="11111"/>
                      <a:pt x="14403" y="10715"/>
                    </a:cubicBezTo>
                    <a:close/>
                  </a:path>
                </a:pathLst>
              </a:custGeom>
              <a:solidFill>
                <a:srgbClr val="FFC39F"/>
              </a:solidFill>
              <a:ln>
                <a:noFill/>
              </a:ln>
            </p:spPr>
            <p:txBody>
              <a:bodyPr spcFirstLastPara="1" wrap="square" lIns="121900" tIns="121900" rIns="121900" bIns="121900" anchor="ctr" anchorCtr="0">
                <a:noAutofit/>
              </a:bodyPr>
              <a:lstStyle/>
              <a:p>
                <a:endParaRPr sz="2400"/>
              </a:p>
            </p:txBody>
          </p:sp>
          <p:sp>
            <p:nvSpPr>
              <p:cNvPr id="994" name="Google Shape;994;p37"/>
              <p:cNvSpPr/>
              <p:nvPr/>
            </p:nvSpPr>
            <p:spPr>
              <a:xfrm>
                <a:off x="2065925" y="1640500"/>
                <a:ext cx="100475" cy="156225"/>
              </a:xfrm>
              <a:custGeom>
                <a:avLst/>
                <a:gdLst/>
                <a:ahLst/>
                <a:cxnLst/>
                <a:rect l="l" t="t" r="r" b="b"/>
                <a:pathLst>
                  <a:path w="4019" h="6249" extrusionOk="0">
                    <a:moveTo>
                      <a:pt x="2768" y="1"/>
                    </a:moveTo>
                    <a:cubicBezTo>
                      <a:pt x="1911" y="1333"/>
                      <a:pt x="1105" y="2759"/>
                      <a:pt x="581" y="4067"/>
                    </a:cubicBezTo>
                    <a:lnTo>
                      <a:pt x="766" y="4089"/>
                    </a:lnTo>
                    <a:lnTo>
                      <a:pt x="138" y="5444"/>
                    </a:lnTo>
                    <a:cubicBezTo>
                      <a:pt x="71" y="5720"/>
                      <a:pt x="23" y="5994"/>
                      <a:pt x="0" y="6248"/>
                    </a:cubicBezTo>
                    <a:lnTo>
                      <a:pt x="4019" y="4968"/>
                    </a:lnTo>
                    <a:cubicBezTo>
                      <a:pt x="3944" y="4678"/>
                      <a:pt x="3706" y="3882"/>
                      <a:pt x="3032" y="2777"/>
                    </a:cubicBezTo>
                    <a:cubicBezTo>
                      <a:pt x="2619" y="2095"/>
                      <a:pt x="2636" y="978"/>
                      <a:pt x="2768" y="1"/>
                    </a:cubicBezTo>
                    <a:close/>
                  </a:path>
                </a:pathLst>
              </a:custGeom>
              <a:solidFill>
                <a:srgbClr val="FFC39F"/>
              </a:solidFill>
              <a:ln>
                <a:noFill/>
              </a:ln>
            </p:spPr>
            <p:txBody>
              <a:bodyPr spcFirstLastPara="1" wrap="square" lIns="121900" tIns="121900" rIns="121900" bIns="121900" anchor="ctr" anchorCtr="0">
                <a:noAutofit/>
              </a:bodyPr>
              <a:lstStyle/>
              <a:p>
                <a:endParaRPr sz="2400"/>
              </a:p>
            </p:txBody>
          </p:sp>
          <p:sp>
            <p:nvSpPr>
              <p:cNvPr id="995" name="Google Shape;995;p37"/>
              <p:cNvSpPr/>
              <p:nvPr/>
            </p:nvSpPr>
            <p:spPr>
              <a:xfrm>
                <a:off x="2058900" y="1600000"/>
                <a:ext cx="84500" cy="198950"/>
              </a:xfrm>
              <a:custGeom>
                <a:avLst/>
                <a:gdLst/>
                <a:ahLst/>
                <a:cxnLst/>
                <a:rect l="l" t="t" r="r" b="b"/>
                <a:pathLst>
                  <a:path w="3380" h="7958" extrusionOk="0">
                    <a:moveTo>
                      <a:pt x="246" y="5594"/>
                    </a:moveTo>
                    <a:cubicBezTo>
                      <a:pt x="242" y="5598"/>
                      <a:pt x="242" y="5607"/>
                      <a:pt x="238" y="5612"/>
                    </a:cubicBezTo>
                    <a:lnTo>
                      <a:pt x="339" y="5624"/>
                    </a:lnTo>
                    <a:lnTo>
                      <a:pt x="246" y="5594"/>
                    </a:lnTo>
                    <a:close/>
                    <a:moveTo>
                      <a:pt x="3380" y="1"/>
                    </a:moveTo>
                    <a:cubicBezTo>
                      <a:pt x="2310" y="1546"/>
                      <a:pt x="1211" y="3327"/>
                      <a:pt x="484" y="5013"/>
                    </a:cubicBezTo>
                    <a:lnTo>
                      <a:pt x="555" y="5035"/>
                    </a:lnTo>
                    <a:cubicBezTo>
                      <a:pt x="718" y="5092"/>
                      <a:pt x="805" y="5273"/>
                      <a:pt x="748" y="5435"/>
                    </a:cubicBezTo>
                    <a:cubicBezTo>
                      <a:pt x="709" y="5550"/>
                      <a:pt x="608" y="5630"/>
                      <a:pt x="493" y="5642"/>
                    </a:cubicBezTo>
                    <a:lnTo>
                      <a:pt x="862" y="5687"/>
                    </a:lnTo>
                    <a:cubicBezTo>
                      <a:pt x="1386" y="4379"/>
                      <a:pt x="2192" y="2953"/>
                      <a:pt x="3049" y="1621"/>
                    </a:cubicBezTo>
                    <a:cubicBezTo>
                      <a:pt x="3142" y="947"/>
                      <a:pt x="3287" y="344"/>
                      <a:pt x="3380" y="1"/>
                    </a:cubicBezTo>
                    <a:close/>
                    <a:moveTo>
                      <a:pt x="419" y="7064"/>
                    </a:moveTo>
                    <a:lnTo>
                      <a:pt x="0" y="7957"/>
                    </a:lnTo>
                    <a:lnTo>
                      <a:pt x="281" y="7868"/>
                    </a:lnTo>
                    <a:cubicBezTo>
                      <a:pt x="304" y="7614"/>
                      <a:pt x="352" y="7340"/>
                      <a:pt x="419" y="7064"/>
                    </a:cubicBez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996" name="Google Shape;996;p37"/>
              <p:cNvSpPr/>
              <p:nvPr/>
            </p:nvSpPr>
            <p:spPr>
              <a:xfrm>
                <a:off x="1526450" y="1382175"/>
                <a:ext cx="509025" cy="434575"/>
              </a:xfrm>
              <a:custGeom>
                <a:avLst/>
                <a:gdLst/>
                <a:ahLst/>
                <a:cxnLst/>
                <a:rect l="l" t="t" r="r" b="b"/>
                <a:pathLst>
                  <a:path w="20361" h="17383" extrusionOk="0">
                    <a:moveTo>
                      <a:pt x="2671" y="1"/>
                    </a:moveTo>
                    <a:cubicBezTo>
                      <a:pt x="2596" y="129"/>
                      <a:pt x="2491" y="257"/>
                      <a:pt x="2355" y="384"/>
                    </a:cubicBezTo>
                    <a:cubicBezTo>
                      <a:pt x="1985" y="815"/>
                      <a:pt x="1589" y="1150"/>
                      <a:pt x="1118" y="1251"/>
                    </a:cubicBezTo>
                    <a:lnTo>
                      <a:pt x="1105" y="1268"/>
                    </a:lnTo>
                    <a:cubicBezTo>
                      <a:pt x="1105" y="1268"/>
                      <a:pt x="744" y="1489"/>
                      <a:pt x="120" y="1647"/>
                    </a:cubicBezTo>
                    <a:cubicBezTo>
                      <a:pt x="45" y="1678"/>
                      <a:pt x="1" y="1696"/>
                      <a:pt x="1" y="1696"/>
                    </a:cubicBezTo>
                    <a:cubicBezTo>
                      <a:pt x="1" y="1696"/>
                      <a:pt x="128" y="1934"/>
                      <a:pt x="265" y="2497"/>
                    </a:cubicBezTo>
                    <a:cubicBezTo>
                      <a:pt x="1972" y="6355"/>
                      <a:pt x="5801" y="10633"/>
                      <a:pt x="9302" y="14020"/>
                    </a:cubicBezTo>
                    <a:cubicBezTo>
                      <a:pt x="11578" y="16221"/>
                      <a:pt x="13717" y="17383"/>
                      <a:pt x="15446" y="17383"/>
                    </a:cubicBezTo>
                    <a:cubicBezTo>
                      <a:pt x="15762" y="17383"/>
                      <a:pt x="16061" y="17343"/>
                      <a:pt x="16348" y="17268"/>
                    </a:cubicBezTo>
                    <a:cubicBezTo>
                      <a:pt x="17777" y="16881"/>
                      <a:pt x="18821" y="15539"/>
                      <a:pt x="19450" y="13281"/>
                    </a:cubicBezTo>
                    <a:cubicBezTo>
                      <a:pt x="19455" y="13277"/>
                      <a:pt x="19455" y="13268"/>
                      <a:pt x="19455" y="13264"/>
                    </a:cubicBezTo>
                    <a:cubicBezTo>
                      <a:pt x="20361" y="10003"/>
                      <a:pt x="19952" y="7072"/>
                      <a:pt x="19432" y="5155"/>
                    </a:cubicBezTo>
                    <a:lnTo>
                      <a:pt x="19384" y="5128"/>
                    </a:lnTo>
                    <a:lnTo>
                      <a:pt x="19384" y="5128"/>
                    </a:lnTo>
                    <a:cubicBezTo>
                      <a:pt x="19384" y="5128"/>
                      <a:pt x="19463" y="7442"/>
                      <a:pt x="19489" y="9462"/>
                    </a:cubicBezTo>
                    <a:cubicBezTo>
                      <a:pt x="19520" y="11477"/>
                      <a:pt x="18214" y="15737"/>
                      <a:pt x="16400" y="16041"/>
                    </a:cubicBezTo>
                    <a:cubicBezTo>
                      <a:pt x="16282" y="16063"/>
                      <a:pt x="16172" y="16071"/>
                      <a:pt x="16071" y="16071"/>
                    </a:cubicBezTo>
                    <a:cubicBezTo>
                      <a:pt x="14570" y="16071"/>
                      <a:pt x="14390" y="14105"/>
                      <a:pt x="12312" y="12996"/>
                    </a:cubicBezTo>
                    <a:cubicBezTo>
                      <a:pt x="10095" y="11816"/>
                      <a:pt x="10095" y="11816"/>
                      <a:pt x="8023" y="9674"/>
                    </a:cubicBezTo>
                    <a:cubicBezTo>
                      <a:pt x="7064" y="8683"/>
                      <a:pt x="6733" y="8094"/>
                      <a:pt x="6483" y="7539"/>
                    </a:cubicBezTo>
                    <a:cubicBezTo>
                      <a:pt x="6355" y="7601"/>
                      <a:pt x="6219" y="7631"/>
                      <a:pt x="6077" y="7631"/>
                    </a:cubicBezTo>
                    <a:cubicBezTo>
                      <a:pt x="5884" y="7631"/>
                      <a:pt x="5691" y="7570"/>
                      <a:pt x="5527" y="7442"/>
                    </a:cubicBezTo>
                    <a:cubicBezTo>
                      <a:pt x="5127" y="7139"/>
                      <a:pt x="5048" y="6567"/>
                      <a:pt x="5356" y="6166"/>
                    </a:cubicBezTo>
                    <a:cubicBezTo>
                      <a:pt x="5435" y="6061"/>
                      <a:pt x="5532" y="5977"/>
                      <a:pt x="5642" y="5920"/>
                    </a:cubicBezTo>
                    <a:cubicBezTo>
                      <a:pt x="5496" y="5704"/>
                      <a:pt x="5316" y="5462"/>
                      <a:pt x="5096" y="5194"/>
                    </a:cubicBezTo>
                    <a:cubicBezTo>
                      <a:pt x="4973" y="5044"/>
                      <a:pt x="4859" y="4891"/>
                      <a:pt x="4744" y="4736"/>
                    </a:cubicBezTo>
                    <a:lnTo>
                      <a:pt x="4233" y="5748"/>
                    </a:lnTo>
                    <a:cubicBezTo>
                      <a:pt x="4181" y="5858"/>
                      <a:pt x="4071" y="5920"/>
                      <a:pt x="3957" y="5920"/>
                    </a:cubicBezTo>
                    <a:cubicBezTo>
                      <a:pt x="3908" y="5920"/>
                      <a:pt x="3859" y="5911"/>
                      <a:pt x="3816" y="5889"/>
                    </a:cubicBezTo>
                    <a:cubicBezTo>
                      <a:pt x="3662" y="5809"/>
                      <a:pt x="3600" y="5620"/>
                      <a:pt x="3675" y="5466"/>
                    </a:cubicBezTo>
                    <a:lnTo>
                      <a:pt x="4348" y="4129"/>
                    </a:lnTo>
                    <a:cubicBezTo>
                      <a:pt x="3177" y="2198"/>
                      <a:pt x="2671" y="1"/>
                      <a:pt x="2671" y="1"/>
                    </a:cubicBezTo>
                    <a:close/>
                  </a:path>
                </a:pathLst>
              </a:custGeom>
              <a:solidFill>
                <a:srgbClr val="FFC39F"/>
              </a:solidFill>
              <a:ln>
                <a:noFill/>
              </a:ln>
            </p:spPr>
            <p:txBody>
              <a:bodyPr spcFirstLastPara="1" wrap="square" lIns="121900" tIns="121900" rIns="121900" bIns="121900" anchor="ctr" anchorCtr="0">
                <a:noAutofit/>
              </a:bodyPr>
              <a:lstStyle/>
              <a:p>
                <a:endParaRPr sz="2400"/>
              </a:p>
            </p:txBody>
          </p:sp>
          <p:sp>
            <p:nvSpPr>
              <p:cNvPr id="997" name="Google Shape;997;p37"/>
              <p:cNvSpPr/>
              <p:nvPr/>
            </p:nvSpPr>
            <p:spPr>
              <a:xfrm>
                <a:off x="1533050" y="1444575"/>
                <a:ext cx="515875" cy="382650"/>
              </a:xfrm>
              <a:custGeom>
                <a:avLst/>
                <a:gdLst/>
                <a:ahLst/>
                <a:cxnLst/>
                <a:rect l="l" t="t" r="r" b="b"/>
                <a:pathLst>
                  <a:path w="20635" h="15306" extrusionOk="0">
                    <a:moveTo>
                      <a:pt x="19168" y="2659"/>
                    </a:moveTo>
                    <a:cubicBezTo>
                      <a:pt x="19688" y="4576"/>
                      <a:pt x="20097" y="7507"/>
                      <a:pt x="19191" y="10768"/>
                    </a:cubicBezTo>
                    <a:cubicBezTo>
                      <a:pt x="19195" y="10764"/>
                      <a:pt x="19195" y="10759"/>
                      <a:pt x="19195" y="10759"/>
                    </a:cubicBezTo>
                    <a:cubicBezTo>
                      <a:pt x="19239" y="10627"/>
                      <a:pt x="19362" y="10548"/>
                      <a:pt x="19494" y="10548"/>
                    </a:cubicBezTo>
                    <a:cubicBezTo>
                      <a:pt x="19525" y="10548"/>
                      <a:pt x="19560" y="10553"/>
                      <a:pt x="19595" y="10566"/>
                    </a:cubicBezTo>
                    <a:lnTo>
                      <a:pt x="19869" y="10658"/>
                    </a:lnTo>
                    <a:cubicBezTo>
                      <a:pt x="20634" y="7701"/>
                      <a:pt x="20387" y="5047"/>
                      <a:pt x="19948" y="3138"/>
                    </a:cubicBezTo>
                    <a:lnTo>
                      <a:pt x="19168" y="2659"/>
                    </a:lnTo>
                    <a:close/>
                    <a:moveTo>
                      <a:pt x="1" y="1"/>
                    </a:moveTo>
                    <a:cubicBezTo>
                      <a:pt x="49" y="190"/>
                      <a:pt x="98" y="419"/>
                      <a:pt x="141" y="687"/>
                    </a:cubicBezTo>
                    <a:cubicBezTo>
                      <a:pt x="317" y="1743"/>
                      <a:pt x="3701" y="6152"/>
                      <a:pt x="3701" y="6152"/>
                    </a:cubicBezTo>
                    <a:cubicBezTo>
                      <a:pt x="3701" y="6152"/>
                      <a:pt x="3711" y="6329"/>
                      <a:pt x="3727" y="6609"/>
                    </a:cubicBezTo>
                    <a:cubicBezTo>
                      <a:pt x="3745" y="6609"/>
                      <a:pt x="3758" y="6605"/>
                      <a:pt x="3776" y="6605"/>
                    </a:cubicBezTo>
                    <a:cubicBezTo>
                      <a:pt x="3802" y="6605"/>
                      <a:pt x="3825" y="6609"/>
                      <a:pt x="3851" y="6614"/>
                    </a:cubicBezTo>
                    <a:cubicBezTo>
                      <a:pt x="4018" y="6654"/>
                      <a:pt x="4119" y="6821"/>
                      <a:pt x="4080" y="6993"/>
                    </a:cubicBezTo>
                    <a:cubicBezTo>
                      <a:pt x="4080" y="6997"/>
                      <a:pt x="4066" y="7054"/>
                      <a:pt x="4049" y="7151"/>
                    </a:cubicBezTo>
                    <a:cubicBezTo>
                      <a:pt x="4934" y="8194"/>
                      <a:pt x="5866" y="9211"/>
                      <a:pt x="6808" y="10183"/>
                    </a:cubicBezTo>
                    <a:cubicBezTo>
                      <a:pt x="6826" y="10178"/>
                      <a:pt x="6843" y="10178"/>
                      <a:pt x="6861" y="10178"/>
                    </a:cubicBezTo>
                    <a:cubicBezTo>
                      <a:pt x="6966" y="10178"/>
                      <a:pt x="7072" y="10227"/>
                      <a:pt x="7129" y="10324"/>
                    </a:cubicBezTo>
                    <a:cubicBezTo>
                      <a:pt x="7169" y="10389"/>
                      <a:pt x="7182" y="10460"/>
                      <a:pt x="7173" y="10531"/>
                    </a:cubicBezTo>
                    <a:cubicBezTo>
                      <a:pt x="7397" y="10504"/>
                      <a:pt x="7539" y="10482"/>
                      <a:pt x="7539" y="10482"/>
                    </a:cubicBezTo>
                    <a:cubicBezTo>
                      <a:pt x="7539" y="10482"/>
                      <a:pt x="11674" y="14759"/>
                      <a:pt x="15177" y="15261"/>
                    </a:cubicBezTo>
                    <a:cubicBezTo>
                      <a:pt x="15380" y="15291"/>
                      <a:pt x="15569" y="15305"/>
                      <a:pt x="15750" y="15305"/>
                    </a:cubicBezTo>
                    <a:cubicBezTo>
                      <a:pt x="16378" y="15305"/>
                      <a:pt x="16906" y="15141"/>
                      <a:pt x="17342" y="14883"/>
                    </a:cubicBezTo>
                    <a:cubicBezTo>
                      <a:pt x="17747" y="14623"/>
                      <a:pt x="18112" y="14276"/>
                      <a:pt x="18438" y="13853"/>
                    </a:cubicBezTo>
                    <a:cubicBezTo>
                      <a:pt x="19177" y="12814"/>
                      <a:pt x="19384" y="11599"/>
                      <a:pt x="19384" y="11599"/>
                    </a:cubicBezTo>
                    <a:lnTo>
                      <a:pt x="19582" y="11626"/>
                    </a:lnTo>
                    <a:cubicBezTo>
                      <a:pt x="19621" y="11508"/>
                      <a:pt x="19662" y="11388"/>
                      <a:pt x="19701" y="11266"/>
                    </a:cubicBezTo>
                    <a:lnTo>
                      <a:pt x="19388" y="11155"/>
                    </a:lnTo>
                    <a:cubicBezTo>
                      <a:pt x="19235" y="11102"/>
                      <a:pt x="19150" y="10939"/>
                      <a:pt x="19186" y="10785"/>
                    </a:cubicBezTo>
                    <a:lnTo>
                      <a:pt x="19186" y="10785"/>
                    </a:lnTo>
                    <a:cubicBezTo>
                      <a:pt x="18557" y="13043"/>
                      <a:pt x="17513" y="14385"/>
                      <a:pt x="16084" y="14772"/>
                    </a:cubicBezTo>
                    <a:cubicBezTo>
                      <a:pt x="15797" y="14847"/>
                      <a:pt x="15498" y="14887"/>
                      <a:pt x="15182" y="14887"/>
                    </a:cubicBezTo>
                    <a:cubicBezTo>
                      <a:pt x="13453" y="14887"/>
                      <a:pt x="11314" y="13725"/>
                      <a:pt x="9038" y="11524"/>
                    </a:cubicBezTo>
                    <a:cubicBezTo>
                      <a:pt x="5537" y="8137"/>
                      <a:pt x="1708" y="3859"/>
                      <a:pt x="1" y="1"/>
                    </a:cubicBez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998" name="Google Shape;998;p37"/>
              <p:cNvSpPr/>
              <p:nvPr/>
            </p:nvSpPr>
            <p:spPr>
              <a:xfrm>
                <a:off x="1554375" y="1391775"/>
                <a:ext cx="30950" cy="21700"/>
              </a:xfrm>
              <a:custGeom>
                <a:avLst/>
                <a:gdLst/>
                <a:ahLst/>
                <a:cxnLst/>
                <a:rect l="l" t="t" r="r" b="b"/>
                <a:pathLst>
                  <a:path w="1238" h="868" extrusionOk="0">
                    <a:moveTo>
                      <a:pt x="1238" y="0"/>
                    </a:moveTo>
                    <a:lnTo>
                      <a:pt x="1238" y="0"/>
                    </a:lnTo>
                    <a:cubicBezTo>
                      <a:pt x="934" y="277"/>
                      <a:pt x="508" y="541"/>
                      <a:pt x="94" y="758"/>
                    </a:cubicBezTo>
                    <a:lnTo>
                      <a:pt x="1" y="867"/>
                    </a:lnTo>
                    <a:cubicBezTo>
                      <a:pt x="472" y="766"/>
                      <a:pt x="868" y="431"/>
                      <a:pt x="1238" y="0"/>
                    </a:cubicBez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999" name="Google Shape;999;p37"/>
              <p:cNvSpPr/>
              <p:nvPr/>
            </p:nvSpPr>
            <p:spPr>
              <a:xfrm>
                <a:off x="1652625" y="1530175"/>
                <a:ext cx="35900" cy="42800"/>
              </a:xfrm>
              <a:custGeom>
                <a:avLst/>
                <a:gdLst/>
                <a:ahLst/>
                <a:cxnLst/>
                <a:rect l="l" t="t" r="r" b="b"/>
                <a:pathLst>
                  <a:path w="1436" h="1712" extrusionOk="0">
                    <a:moveTo>
                      <a:pt x="595" y="0"/>
                    </a:moveTo>
                    <a:cubicBezTo>
                      <a:pt x="485" y="57"/>
                      <a:pt x="388" y="141"/>
                      <a:pt x="309" y="246"/>
                    </a:cubicBezTo>
                    <a:cubicBezTo>
                      <a:pt x="1" y="647"/>
                      <a:pt x="80" y="1219"/>
                      <a:pt x="480" y="1522"/>
                    </a:cubicBezTo>
                    <a:cubicBezTo>
                      <a:pt x="644" y="1650"/>
                      <a:pt x="837" y="1711"/>
                      <a:pt x="1030" y="1711"/>
                    </a:cubicBezTo>
                    <a:cubicBezTo>
                      <a:pt x="1172" y="1711"/>
                      <a:pt x="1308" y="1681"/>
                      <a:pt x="1436" y="1619"/>
                    </a:cubicBezTo>
                    <a:cubicBezTo>
                      <a:pt x="1215" y="1136"/>
                      <a:pt x="1057" y="677"/>
                      <a:pt x="595" y="0"/>
                    </a:cubicBez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1000" name="Google Shape;1000;p37"/>
              <p:cNvSpPr/>
              <p:nvPr/>
            </p:nvSpPr>
            <p:spPr>
              <a:xfrm>
                <a:off x="1630750" y="1625075"/>
                <a:ext cx="68650" cy="78825"/>
              </a:xfrm>
              <a:custGeom>
                <a:avLst/>
                <a:gdLst/>
                <a:ahLst/>
                <a:cxnLst/>
                <a:rect l="l" t="t" r="r" b="b"/>
                <a:pathLst>
                  <a:path w="2746" h="3153" extrusionOk="0">
                    <a:moveTo>
                      <a:pt x="128" y="1"/>
                    </a:moveTo>
                    <a:cubicBezTo>
                      <a:pt x="75" y="291"/>
                      <a:pt x="0" y="829"/>
                      <a:pt x="9" y="1370"/>
                    </a:cubicBezTo>
                    <a:cubicBezTo>
                      <a:pt x="67" y="1770"/>
                      <a:pt x="132" y="2157"/>
                      <a:pt x="220" y="2470"/>
                    </a:cubicBezTo>
                    <a:cubicBezTo>
                      <a:pt x="339" y="2716"/>
                      <a:pt x="515" y="2901"/>
                      <a:pt x="779" y="2976"/>
                    </a:cubicBezTo>
                    <a:cubicBezTo>
                      <a:pt x="1267" y="3108"/>
                      <a:pt x="1659" y="3152"/>
                      <a:pt x="1962" y="3152"/>
                    </a:cubicBezTo>
                    <a:cubicBezTo>
                      <a:pt x="2394" y="3152"/>
                      <a:pt x="2649" y="3064"/>
                      <a:pt x="2746" y="3024"/>
                    </a:cubicBezTo>
                    <a:lnTo>
                      <a:pt x="128" y="1"/>
                    </a:lnTo>
                    <a:close/>
                  </a:path>
                </a:pathLst>
              </a:custGeom>
              <a:solidFill>
                <a:srgbClr val="FFC39F"/>
              </a:solidFill>
              <a:ln>
                <a:noFill/>
              </a:ln>
            </p:spPr>
            <p:txBody>
              <a:bodyPr spcFirstLastPara="1" wrap="square" lIns="121900" tIns="121900" rIns="121900" bIns="121900" anchor="ctr" anchorCtr="0">
                <a:noAutofit/>
              </a:bodyPr>
              <a:lstStyle/>
              <a:p>
                <a:endParaRPr sz="2400"/>
              </a:p>
            </p:txBody>
          </p:sp>
          <p:sp>
            <p:nvSpPr>
              <p:cNvPr id="1001" name="Google Shape;1001;p37"/>
              <p:cNvSpPr/>
              <p:nvPr/>
            </p:nvSpPr>
            <p:spPr>
              <a:xfrm>
                <a:off x="1626225" y="1609700"/>
                <a:ext cx="86375" cy="99575"/>
              </a:xfrm>
              <a:custGeom>
                <a:avLst/>
                <a:gdLst/>
                <a:ahLst/>
                <a:cxnLst/>
                <a:rect l="l" t="t" r="r" b="b"/>
                <a:pathLst>
                  <a:path w="3455" h="3983" extrusionOk="0">
                    <a:moveTo>
                      <a:pt x="49" y="0"/>
                    </a:moveTo>
                    <a:cubicBezTo>
                      <a:pt x="31" y="0"/>
                      <a:pt x="18" y="4"/>
                      <a:pt x="0" y="4"/>
                    </a:cubicBezTo>
                    <a:cubicBezTo>
                      <a:pt x="27" y="484"/>
                      <a:pt x="89" y="1259"/>
                      <a:pt x="190" y="1985"/>
                    </a:cubicBezTo>
                    <a:cubicBezTo>
                      <a:pt x="181" y="1444"/>
                      <a:pt x="256" y="906"/>
                      <a:pt x="309" y="616"/>
                    </a:cubicBezTo>
                    <a:cubicBezTo>
                      <a:pt x="313" y="590"/>
                      <a:pt x="317" y="568"/>
                      <a:pt x="322" y="546"/>
                    </a:cubicBezTo>
                    <a:cubicBezTo>
                      <a:pt x="339" y="449"/>
                      <a:pt x="353" y="392"/>
                      <a:pt x="353" y="388"/>
                    </a:cubicBezTo>
                    <a:cubicBezTo>
                      <a:pt x="392" y="216"/>
                      <a:pt x="291" y="49"/>
                      <a:pt x="124" y="9"/>
                    </a:cubicBezTo>
                    <a:cubicBezTo>
                      <a:pt x="98" y="4"/>
                      <a:pt x="75" y="0"/>
                      <a:pt x="49" y="0"/>
                    </a:cubicBezTo>
                    <a:close/>
                    <a:moveTo>
                      <a:pt x="401" y="3085"/>
                    </a:moveTo>
                    <a:lnTo>
                      <a:pt x="401" y="3085"/>
                    </a:lnTo>
                    <a:cubicBezTo>
                      <a:pt x="410" y="3124"/>
                      <a:pt x="419" y="3164"/>
                      <a:pt x="432" y="3199"/>
                    </a:cubicBezTo>
                    <a:cubicBezTo>
                      <a:pt x="621" y="3837"/>
                      <a:pt x="1589" y="3983"/>
                      <a:pt x="2439" y="3983"/>
                    </a:cubicBezTo>
                    <a:cubicBezTo>
                      <a:pt x="2825" y="3983"/>
                      <a:pt x="3191" y="3952"/>
                      <a:pt x="3446" y="3926"/>
                    </a:cubicBezTo>
                    <a:cubicBezTo>
                      <a:pt x="3455" y="3855"/>
                      <a:pt x="3442" y="3784"/>
                      <a:pt x="3402" y="3719"/>
                    </a:cubicBezTo>
                    <a:cubicBezTo>
                      <a:pt x="3345" y="3622"/>
                      <a:pt x="3239" y="3573"/>
                      <a:pt x="3134" y="3573"/>
                    </a:cubicBezTo>
                    <a:cubicBezTo>
                      <a:pt x="3116" y="3573"/>
                      <a:pt x="3099" y="3573"/>
                      <a:pt x="3081" y="3578"/>
                    </a:cubicBezTo>
                    <a:cubicBezTo>
                      <a:pt x="3046" y="3582"/>
                      <a:pt x="3006" y="3595"/>
                      <a:pt x="2975" y="3617"/>
                    </a:cubicBezTo>
                    <a:cubicBezTo>
                      <a:pt x="2971" y="3617"/>
                      <a:pt x="2957" y="3626"/>
                      <a:pt x="2927" y="3639"/>
                    </a:cubicBezTo>
                    <a:cubicBezTo>
                      <a:pt x="2830" y="3679"/>
                      <a:pt x="2575" y="3767"/>
                      <a:pt x="2143" y="3767"/>
                    </a:cubicBezTo>
                    <a:cubicBezTo>
                      <a:pt x="1840" y="3767"/>
                      <a:pt x="1448" y="3723"/>
                      <a:pt x="960" y="3591"/>
                    </a:cubicBezTo>
                    <a:cubicBezTo>
                      <a:pt x="696" y="3516"/>
                      <a:pt x="520" y="3331"/>
                      <a:pt x="401" y="3085"/>
                    </a:cubicBez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1002" name="Google Shape;1002;p37"/>
              <p:cNvSpPr/>
              <p:nvPr/>
            </p:nvSpPr>
            <p:spPr>
              <a:xfrm>
                <a:off x="1529425" y="1410700"/>
                <a:ext cx="27300" cy="12675"/>
              </a:xfrm>
              <a:custGeom>
                <a:avLst/>
                <a:gdLst/>
                <a:ahLst/>
                <a:cxnLst/>
                <a:rect l="l" t="t" r="r" b="b"/>
                <a:pathLst>
                  <a:path w="1092" h="507" extrusionOk="0">
                    <a:moveTo>
                      <a:pt x="1092" y="1"/>
                    </a:moveTo>
                    <a:cubicBezTo>
                      <a:pt x="635" y="242"/>
                      <a:pt x="203" y="427"/>
                      <a:pt x="1" y="506"/>
                    </a:cubicBezTo>
                    <a:cubicBezTo>
                      <a:pt x="625" y="348"/>
                      <a:pt x="986" y="127"/>
                      <a:pt x="986" y="127"/>
                    </a:cubicBezTo>
                    <a:lnTo>
                      <a:pt x="999" y="110"/>
                    </a:lnTo>
                    <a:lnTo>
                      <a:pt x="1092" y="1"/>
                    </a:ln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1003" name="Google Shape;1003;p37"/>
              <p:cNvSpPr/>
              <p:nvPr/>
            </p:nvSpPr>
            <p:spPr>
              <a:xfrm>
                <a:off x="2053625" y="1764700"/>
                <a:ext cx="113450" cy="45450"/>
              </a:xfrm>
              <a:custGeom>
                <a:avLst/>
                <a:gdLst/>
                <a:ahLst/>
                <a:cxnLst/>
                <a:rect l="l" t="t" r="r" b="b"/>
                <a:pathLst>
                  <a:path w="4538" h="1818" extrusionOk="0">
                    <a:moveTo>
                      <a:pt x="4511" y="0"/>
                    </a:moveTo>
                    <a:lnTo>
                      <a:pt x="492" y="1280"/>
                    </a:lnTo>
                    <a:lnTo>
                      <a:pt x="211" y="1369"/>
                    </a:lnTo>
                    <a:lnTo>
                      <a:pt x="0" y="1818"/>
                    </a:lnTo>
                    <a:lnTo>
                      <a:pt x="4537" y="124"/>
                    </a:lnTo>
                    <a:cubicBezTo>
                      <a:pt x="4537" y="124"/>
                      <a:pt x="4528" y="84"/>
                      <a:pt x="4511" y="0"/>
                    </a:cubicBez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1004" name="Google Shape;1004;p37"/>
              <p:cNvSpPr/>
              <p:nvPr/>
            </p:nvSpPr>
            <p:spPr>
              <a:xfrm>
                <a:off x="1616425" y="1485400"/>
                <a:ext cx="28650" cy="44800"/>
              </a:xfrm>
              <a:custGeom>
                <a:avLst/>
                <a:gdLst/>
                <a:ahLst/>
                <a:cxnLst/>
                <a:rect l="l" t="t" r="r" b="b"/>
                <a:pathLst>
                  <a:path w="1146" h="1792" extrusionOk="0">
                    <a:moveTo>
                      <a:pt x="749" y="0"/>
                    </a:moveTo>
                    <a:lnTo>
                      <a:pt x="76" y="1337"/>
                    </a:lnTo>
                    <a:cubicBezTo>
                      <a:pt x="1" y="1491"/>
                      <a:pt x="63" y="1680"/>
                      <a:pt x="217" y="1760"/>
                    </a:cubicBezTo>
                    <a:cubicBezTo>
                      <a:pt x="260" y="1782"/>
                      <a:pt x="309" y="1791"/>
                      <a:pt x="358" y="1791"/>
                    </a:cubicBezTo>
                    <a:cubicBezTo>
                      <a:pt x="472" y="1791"/>
                      <a:pt x="582" y="1729"/>
                      <a:pt x="634" y="1619"/>
                    </a:cubicBezTo>
                    <a:lnTo>
                      <a:pt x="1145" y="607"/>
                    </a:lnTo>
                    <a:cubicBezTo>
                      <a:pt x="1009" y="409"/>
                      <a:pt x="877" y="207"/>
                      <a:pt x="749" y="0"/>
                    </a:cubicBez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1005" name="Google Shape;1005;p37"/>
              <p:cNvSpPr/>
              <p:nvPr/>
            </p:nvSpPr>
            <p:spPr>
              <a:xfrm>
                <a:off x="2011800" y="1708250"/>
                <a:ext cx="67250" cy="32825"/>
              </a:xfrm>
              <a:custGeom>
                <a:avLst/>
                <a:gdLst/>
                <a:ahLst/>
                <a:cxnLst/>
                <a:rect l="l" t="t" r="r" b="b"/>
                <a:pathLst>
                  <a:path w="2690" h="1313" extrusionOk="0">
                    <a:moveTo>
                      <a:pt x="344" y="1"/>
                    </a:moveTo>
                    <a:cubicBezTo>
                      <a:pt x="212" y="1"/>
                      <a:pt x="89" y="80"/>
                      <a:pt x="45" y="212"/>
                    </a:cubicBezTo>
                    <a:cubicBezTo>
                      <a:pt x="45" y="212"/>
                      <a:pt x="45" y="217"/>
                      <a:pt x="41" y="221"/>
                    </a:cubicBezTo>
                    <a:cubicBezTo>
                      <a:pt x="41" y="225"/>
                      <a:pt x="41" y="234"/>
                      <a:pt x="36" y="238"/>
                    </a:cubicBezTo>
                    <a:cubicBezTo>
                      <a:pt x="0" y="392"/>
                      <a:pt x="85" y="555"/>
                      <a:pt x="238" y="608"/>
                    </a:cubicBezTo>
                    <a:lnTo>
                      <a:pt x="551" y="719"/>
                    </a:lnTo>
                    <a:lnTo>
                      <a:pt x="2130" y="1264"/>
                    </a:lnTo>
                    <a:lnTo>
                      <a:pt x="2223" y="1294"/>
                    </a:lnTo>
                    <a:lnTo>
                      <a:pt x="2377" y="1312"/>
                    </a:lnTo>
                    <a:cubicBezTo>
                      <a:pt x="2492" y="1300"/>
                      <a:pt x="2593" y="1220"/>
                      <a:pt x="2632" y="1105"/>
                    </a:cubicBezTo>
                    <a:cubicBezTo>
                      <a:pt x="2689" y="943"/>
                      <a:pt x="2602" y="762"/>
                      <a:pt x="2439" y="705"/>
                    </a:cubicBezTo>
                    <a:lnTo>
                      <a:pt x="2368" y="683"/>
                    </a:lnTo>
                    <a:lnTo>
                      <a:pt x="719" y="111"/>
                    </a:lnTo>
                    <a:lnTo>
                      <a:pt x="445" y="19"/>
                    </a:lnTo>
                    <a:cubicBezTo>
                      <a:pt x="410" y="6"/>
                      <a:pt x="375" y="1"/>
                      <a:pt x="344" y="1"/>
                    </a:cubicBezTo>
                    <a:close/>
                  </a:path>
                </a:pathLst>
              </a:custGeom>
              <a:solidFill>
                <a:srgbClr val="37380D"/>
              </a:solidFill>
              <a:ln>
                <a:noFill/>
              </a:ln>
            </p:spPr>
            <p:txBody>
              <a:bodyPr spcFirstLastPara="1" wrap="square" lIns="121900" tIns="121900" rIns="121900" bIns="121900" anchor="ctr" anchorCtr="0">
                <a:noAutofit/>
              </a:bodyPr>
              <a:lstStyle/>
              <a:p>
                <a:endParaRPr sz="2400"/>
              </a:p>
            </p:txBody>
          </p:sp>
          <p:sp>
            <p:nvSpPr>
              <p:cNvPr id="1006" name="Google Shape;1006;p37"/>
              <p:cNvSpPr/>
              <p:nvPr/>
            </p:nvSpPr>
            <p:spPr>
              <a:xfrm>
                <a:off x="5873200" y="3016050"/>
                <a:ext cx="405050" cy="382750"/>
              </a:xfrm>
              <a:custGeom>
                <a:avLst/>
                <a:gdLst/>
                <a:ahLst/>
                <a:cxnLst/>
                <a:rect l="l" t="t" r="r" b="b"/>
                <a:pathLst>
                  <a:path w="16202" h="15310" extrusionOk="0">
                    <a:moveTo>
                      <a:pt x="3031" y="0"/>
                    </a:moveTo>
                    <a:lnTo>
                      <a:pt x="0" y="11973"/>
                    </a:lnTo>
                    <a:lnTo>
                      <a:pt x="13166" y="15309"/>
                    </a:lnTo>
                    <a:lnTo>
                      <a:pt x="16202" y="3335"/>
                    </a:lnTo>
                    <a:lnTo>
                      <a:pt x="3031"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07" name="Google Shape;1007;p37"/>
              <p:cNvSpPr/>
              <p:nvPr/>
            </p:nvSpPr>
            <p:spPr>
              <a:xfrm>
                <a:off x="5865050" y="3008175"/>
                <a:ext cx="421225" cy="398400"/>
              </a:xfrm>
              <a:custGeom>
                <a:avLst/>
                <a:gdLst/>
                <a:ahLst/>
                <a:cxnLst/>
                <a:rect l="l" t="t" r="r" b="b"/>
                <a:pathLst>
                  <a:path w="16849" h="15936" extrusionOk="0">
                    <a:moveTo>
                      <a:pt x="3587" y="693"/>
                    </a:moveTo>
                    <a:lnTo>
                      <a:pt x="16145" y="3880"/>
                    </a:lnTo>
                    <a:lnTo>
                      <a:pt x="13268" y="15241"/>
                    </a:lnTo>
                    <a:lnTo>
                      <a:pt x="705" y="12060"/>
                    </a:lnTo>
                    <a:lnTo>
                      <a:pt x="3587" y="693"/>
                    </a:lnTo>
                    <a:close/>
                    <a:moveTo>
                      <a:pt x="3358" y="1"/>
                    </a:moveTo>
                    <a:cubicBezTo>
                      <a:pt x="3302" y="1"/>
                      <a:pt x="3247" y="17"/>
                      <a:pt x="3199" y="47"/>
                    </a:cubicBezTo>
                    <a:cubicBezTo>
                      <a:pt x="3125" y="90"/>
                      <a:pt x="3077" y="157"/>
                      <a:pt x="3054" y="240"/>
                    </a:cubicBezTo>
                    <a:lnTo>
                      <a:pt x="22" y="12209"/>
                    </a:lnTo>
                    <a:cubicBezTo>
                      <a:pt x="0" y="12292"/>
                      <a:pt x="14" y="12377"/>
                      <a:pt x="57" y="12446"/>
                    </a:cubicBezTo>
                    <a:cubicBezTo>
                      <a:pt x="97" y="12517"/>
                      <a:pt x="168" y="12570"/>
                      <a:pt x="247" y="12592"/>
                    </a:cubicBezTo>
                    <a:lnTo>
                      <a:pt x="13417" y="15927"/>
                    </a:lnTo>
                    <a:cubicBezTo>
                      <a:pt x="13443" y="15931"/>
                      <a:pt x="13469" y="15936"/>
                      <a:pt x="13496" y="15936"/>
                    </a:cubicBezTo>
                    <a:cubicBezTo>
                      <a:pt x="13633" y="15936"/>
                      <a:pt x="13760" y="15844"/>
                      <a:pt x="13796" y="15698"/>
                    </a:cubicBezTo>
                    <a:lnTo>
                      <a:pt x="16832" y="3730"/>
                    </a:lnTo>
                    <a:cubicBezTo>
                      <a:pt x="16849" y="3646"/>
                      <a:pt x="16840" y="3563"/>
                      <a:pt x="16796" y="3492"/>
                    </a:cubicBezTo>
                    <a:cubicBezTo>
                      <a:pt x="16753" y="3421"/>
                      <a:pt x="16686" y="3368"/>
                      <a:pt x="16603" y="3347"/>
                    </a:cubicBezTo>
                    <a:lnTo>
                      <a:pt x="3437" y="11"/>
                    </a:lnTo>
                    <a:cubicBezTo>
                      <a:pt x="3410" y="4"/>
                      <a:pt x="3384" y="1"/>
                      <a:pt x="3358"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08" name="Google Shape;1008;p37"/>
              <p:cNvSpPr/>
              <p:nvPr/>
            </p:nvSpPr>
            <p:spPr>
              <a:xfrm>
                <a:off x="5873200" y="3315375"/>
                <a:ext cx="354575" cy="138400"/>
              </a:xfrm>
              <a:custGeom>
                <a:avLst/>
                <a:gdLst/>
                <a:ahLst/>
                <a:cxnLst/>
                <a:rect l="l" t="t" r="r" b="b"/>
                <a:pathLst>
                  <a:path w="14183" h="5536" extrusionOk="0">
                    <a:moveTo>
                      <a:pt x="0" y="0"/>
                    </a:moveTo>
                    <a:lnTo>
                      <a:pt x="1130" y="1884"/>
                    </a:lnTo>
                    <a:lnTo>
                      <a:pt x="14183" y="5536"/>
                    </a:lnTo>
                    <a:lnTo>
                      <a:pt x="13166" y="3336"/>
                    </a:lnTo>
                    <a:lnTo>
                      <a:pt x="0"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09" name="Google Shape;1009;p37"/>
              <p:cNvSpPr/>
              <p:nvPr/>
            </p:nvSpPr>
            <p:spPr>
              <a:xfrm>
                <a:off x="5864825" y="3307550"/>
                <a:ext cx="371425" cy="154050"/>
              </a:xfrm>
              <a:custGeom>
                <a:avLst/>
                <a:gdLst/>
                <a:ahLst/>
                <a:cxnLst/>
                <a:rect l="l" t="t" r="r" b="b"/>
                <a:pathLst>
                  <a:path w="14857" h="6162" extrusionOk="0">
                    <a:moveTo>
                      <a:pt x="996" y="802"/>
                    </a:moveTo>
                    <a:lnTo>
                      <a:pt x="13281" y="3917"/>
                    </a:lnTo>
                    <a:lnTo>
                      <a:pt x="13949" y="5365"/>
                    </a:lnTo>
                    <a:lnTo>
                      <a:pt x="1672" y="1928"/>
                    </a:lnTo>
                    <a:lnTo>
                      <a:pt x="996" y="802"/>
                    </a:lnTo>
                    <a:close/>
                    <a:moveTo>
                      <a:pt x="331" y="0"/>
                    </a:moveTo>
                    <a:cubicBezTo>
                      <a:pt x="235" y="0"/>
                      <a:pt x="143" y="44"/>
                      <a:pt x="84" y="124"/>
                    </a:cubicBezTo>
                    <a:cubicBezTo>
                      <a:pt x="5" y="225"/>
                      <a:pt x="1" y="366"/>
                      <a:pt x="66" y="471"/>
                    </a:cubicBezTo>
                    <a:lnTo>
                      <a:pt x="1197" y="2360"/>
                    </a:lnTo>
                    <a:cubicBezTo>
                      <a:pt x="1242" y="2425"/>
                      <a:pt x="1307" y="2478"/>
                      <a:pt x="1382" y="2500"/>
                    </a:cubicBezTo>
                    <a:lnTo>
                      <a:pt x="14434" y="6148"/>
                    </a:lnTo>
                    <a:cubicBezTo>
                      <a:pt x="14465" y="6157"/>
                      <a:pt x="14491" y="6162"/>
                      <a:pt x="14518" y="6162"/>
                    </a:cubicBezTo>
                    <a:cubicBezTo>
                      <a:pt x="14609" y="6162"/>
                      <a:pt x="14698" y="6121"/>
                      <a:pt x="14759" y="6052"/>
                    </a:cubicBezTo>
                    <a:cubicBezTo>
                      <a:pt x="14834" y="5959"/>
                      <a:pt x="14857" y="5827"/>
                      <a:pt x="14804" y="5717"/>
                    </a:cubicBezTo>
                    <a:lnTo>
                      <a:pt x="13787" y="3517"/>
                    </a:lnTo>
                    <a:cubicBezTo>
                      <a:pt x="13748" y="3433"/>
                      <a:pt x="13673" y="3367"/>
                      <a:pt x="13580" y="3345"/>
                    </a:cubicBezTo>
                    <a:lnTo>
                      <a:pt x="409" y="10"/>
                    </a:lnTo>
                    <a:cubicBezTo>
                      <a:pt x="383" y="3"/>
                      <a:pt x="357" y="0"/>
                      <a:pt x="331"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10" name="Google Shape;1010;p37"/>
              <p:cNvSpPr/>
              <p:nvPr/>
            </p:nvSpPr>
            <p:spPr>
              <a:xfrm>
                <a:off x="6202325" y="3099425"/>
                <a:ext cx="104975" cy="354350"/>
              </a:xfrm>
              <a:custGeom>
                <a:avLst/>
                <a:gdLst/>
                <a:ahLst/>
                <a:cxnLst/>
                <a:rect l="l" t="t" r="r" b="b"/>
                <a:pathLst>
                  <a:path w="4199" h="14174" extrusionOk="0">
                    <a:moveTo>
                      <a:pt x="3037" y="0"/>
                    </a:moveTo>
                    <a:lnTo>
                      <a:pt x="1" y="11974"/>
                    </a:lnTo>
                    <a:lnTo>
                      <a:pt x="1018" y="14174"/>
                    </a:lnTo>
                    <a:lnTo>
                      <a:pt x="4198" y="1871"/>
                    </a:lnTo>
                    <a:lnTo>
                      <a:pt x="3173" y="225"/>
                    </a:lnTo>
                    <a:lnTo>
                      <a:pt x="3037"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11" name="Google Shape;1011;p37"/>
              <p:cNvSpPr/>
              <p:nvPr/>
            </p:nvSpPr>
            <p:spPr>
              <a:xfrm>
                <a:off x="6194400" y="3091625"/>
                <a:ext cx="121050" cy="369975"/>
              </a:xfrm>
              <a:custGeom>
                <a:avLst/>
                <a:gdLst/>
                <a:ahLst/>
                <a:cxnLst/>
                <a:rect l="l" t="t" r="r" b="b"/>
                <a:pathLst>
                  <a:path w="4842" h="14799" extrusionOk="0">
                    <a:moveTo>
                      <a:pt x="3477" y="1104"/>
                    </a:moveTo>
                    <a:lnTo>
                      <a:pt x="4176" y="2235"/>
                    </a:lnTo>
                    <a:lnTo>
                      <a:pt x="1251" y="13558"/>
                    </a:lnTo>
                    <a:lnTo>
                      <a:pt x="652" y="12254"/>
                    </a:lnTo>
                    <a:lnTo>
                      <a:pt x="3477" y="1104"/>
                    </a:lnTo>
                    <a:close/>
                    <a:moveTo>
                      <a:pt x="3350" y="1"/>
                    </a:moveTo>
                    <a:cubicBezTo>
                      <a:pt x="3335" y="1"/>
                      <a:pt x="3320" y="2"/>
                      <a:pt x="3305" y="4"/>
                    </a:cubicBezTo>
                    <a:cubicBezTo>
                      <a:pt x="3183" y="22"/>
                      <a:pt x="3081" y="115"/>
                      <a:pt x="3051" y="237"/>
                    </a:cubicBezTo>
                    <a:lnTo>
                      <a:pt x="19" y="12207"/>
                    </a:lnTo>
                    <a:cubicBezTo>
                      <a:pt x="1" y="12277"/>
                      <a:pt x="5" y="12352"/>
                      <a:pt x="37" y="12418"/>
                    </a:cubicBezTo>
                    <a:lnTo>
                      <a:pt x="1053" y="14614"/>
                    </a:lnTo>
                    <a:cubicBezTo>
                      <a:pt x="1101" y="14728"/>
                      <a:pt x="1215" y="14799"/>
                      <a:pt x="1335" y="14799"/>
                    </a:cubicBezTo>
                    <a:lnTo>
                      <a:pt x="1365" y="14799"/>
                    </a:lnTo>
                    <a:cubicBezTo>
                      <a:pt x="1497" y="14785"/>
                      <a:pt x="1607" y="14693"/>
                      <a:pt x="1638" y="14561"/>
                    </a:cubicBezTo>
                    <a:lnTo>
                      <a:pt x="4820" y="2262"/>
                    </a:lnTo>
                    <a:cubicBezTo>
                      <a:pt x="4842" y="2178"/>
                      <a:pt x="4828" y="2090"/>
                      <a:pt x="4779" y="2020"/>
                    </a:cubicBezTo>
                    <a:lnTo>
                      <a:pt x="3618" y="150"/>
                    </a:lnTo>
                    <a:cubicBezTo>
                      <a:pt x="3560" y="53"/>
                      <a:pt x="3458" y="1"/>
                      <a:pt x="3350"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12" name="Google Shape;1012;p37"/>
              <p:cNvSpPr/>
              <p:nvPr/>
            </p:nvSpPr>
            <p:spPr>
              <a:xfrm>
                <a:off x="5429850" y="2085800"/>
                <a:ext cx="405100" cy="382750"/>
              </a:xfrm>
              <a:custGeom>
                <a:avLst/>
                <a:gdLst/>
                <a:ahLst/>
                <a:cxnLst/>
                <a:rect l="l" t="t" r="r" b="b"/>
                <a:pathLst>
                  <a:path w="16204" h="15310" extrusionOk="0">
                    <a:moveTo>
                      <a:pt x="3033" y="0"/>
                    </a:moveTo>
                    <a:lnTo>
                      <a:pt x="1" y="11970"/>
                    </a:lnTo>
                    <a:lnTo>
                      <a:pt x="13171" y="15309"/>
                    </a:lnTo>
                    <a:lnTo>
                      <a:pt x="16203" y="3337"/>
                    </a:lnTo>
                    <a:lnTo>
                      <a:pt x="3033"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13" name="Google Shape;1013;p37"/>
              <p:cNvSpPr/>
              <p:nvPr/>
            </p:nvSpPr>
            <p:spPr>
              <a:xfrm>
                <a:off x="5421175" y="2077950"/>
                <a:ext cx="422350" cy="398400"/>
              </a:xfrm>
              <a:custGeom>
                <a:avLst/>
                <a:gdLst/>
                <a:ahLst/>
                <a:cxnLst/>
                <a:rect l="l" t="t" r="r" b="b"/>
                <a:pathLst>
                  <a:path w="16894" h="15936" extrusionOk="0">
                    <a:moveTo>
                      <a:pt x="3608" y="694"/>
                    </a:moveTo>
                    <a:lnTo>
                      <a:pt x="16167" y="3874"/>
                    </a:lnTo>
                    <a:lnTo>
                      <a:pt x="13289" y="15241"/>
                    </a:lnTo>
                    <a:lnTo>
                      <a:pt x="726" y="12059"/>
                    </a:lnTo>
                    <a:lnTo>
                      <a:pt x="3608" y="694"/>
                    </a:lnTo>
                    <a:close/>
                    <a:moveTo>
                      <a:pt x="3378" y="1"/>
                    </a:moveTo>
                    <a:cubicBezTo>
                      <a:pt x="3322" y="1"/>
                      <a:pt x="3269" y="16"/>
                      <a:pt x="3221" y="42"/>
                    </a:cubicBezTo>
                    <a:cubicBezTo>
                      <a:pt x="3146" y="86"/>
                      <a:pt x="3098" y="156"/>
                      <a:pt x="3076" y="235"/>
                    </a:cubicBezTo>
                    <a:lnTo>
                      <a:pt x="44" y="12209"/>
                    </a:lnTo>
                    <a:cubicBezTo>
                      <a:pt x="0" y="12376"/>
                      <a:pt x="102" y="12548"/>
                      <a:pt x="269" y="12587"/>
                    </a:cubicBezTo>
                    <a:lnTo>
                      <a:pt x="13439" y="15927"/>
                    </a:lnTo>
                    <a:cubicBezTo>
                      <a:pt x="13465" y="15932"/>
                      <a:pt x="13492" y="15936"/>
                      <a:pt x="13518" y="15936"/>
                    </a:cubicBezTo>
                    <a:cubicBezTo>
                      <a:pt x="13571" y="15936"/>
                      <a:pt x="13628" y="15918"/>
                      <a:pt x="13677" y="15892"/>
                    </a:cubicBezTo>
                    <a:cubicBezTo>
                      <a:pt x="13746" y="15848"/>
                      <a:pt x="13799" y="15778"/>
                      <a:pt x="13817" y="15698"/>
                    </a:cubicBezTo>
                    <a:lnTo>
                      <a:pt x="16853" y="3726"/>
                    </a:lnTo>
                    <a:cubicBezTo>
                      <a:pt x="16893" y="3558"/>
                      <a:pt x="16792" y="3391"/>
                      <a:pt x="16624" y="3346"/>
                    </a:cubicBezTo>
                    <a:lnTo>
                      <a:pt x="3459" y="11"/>
                    </a:lnTo>
                    <a:cubicBezTo>
                      <a:pt x="3432" y="4"/>
                      <a:pt x="3405" y="1"/>
                      <a:pt x="3378"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14" name="Google Shape;1014;p37"/>
              <p:cNvSpPr/>
              <p:nvPr/>
            </p:nvSpPr>
            <p:spPr>
              <a:xfrm>
                <a:off x="5429850" y="2385050"/>
                <a:ext cx="354575" cy="138375"/>
              </a:xfrm>
              <a:custGeom>
                <a:avLst/>
                <a:gdLst/>
                <a:ahLst/>
                <a:cxnLst/>
                <a:rect l="l" t="t" r="r" b="b"/>
                <a:pathLst>
                  <a:path w="14183" h="5535" extrusionOk="0">
                    <a:moveTo>
                      <a:pt x="1" y="0"/>
                    </a:moveTo>
                    <a:lnTo>
                      <a:pt x="1132" y="1887"/>
                    </a:lnTo>
                    <a:lnTo>
                      <a:pt x="14183" y="5535"/>
                    </a:lnTo>
                    <a:lnTo>
                      <a:pt x="13171" y="3339"/>
                    </a:lnTo>
                    <a:lnTo>
                      <a:pt x="1"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15" name="Google Shape;1015;p37"/>
              <p:cNvSpPr/>
              <p:nvPr/>
            </p:nvSpPr>
            <p:spPr>
              <a:xfrm>
                <a:off x="5421500" y="2377200"/>
                <a:ext cx="371400" cy="154050"/>
              </a:xfrm>
              <a:custGeom>
                <a:avLst/>
                <a:gdLst/>
                <a:ahLst/>
                <a:cxnLst/>
                <a:rect l="l" t="t" r="r" b="b"/>
                <a:pathLst>
                  <a:path w="14856" h="6162" extrusionOk="0">
                    <a:moveTo>
                      <a:pt x="995" y="806"/>
                    </a:moveTo>
                    <a:lnTo>
                      <a:pt x="13280" y="3917"/>
                    </a:lnTo>
                    <a:lnTo>
                      <a:pt x="13950" y="5365"/>
                    </a:lnTo>
                    <a:lnTo>
                      <a:pt x="13950" y="5365"/>
                    </a:lnTo>
                    <a:lnTo>
                      <a:pt x="1673" y="1933"/>
                    </a:lnTo>
                    <a:lnTo>
                      <a:pt x="995" y="806"/>
                    </a:lnTo>
                    <a:close/>
                    <a:moveTo>
                      <a:pt x="336" y="1"/>
                    </a:moveTo>
                    <a:cubicBezTo>
                      <a:pt x="237" y="1"/>
                      <a:pt x="144" y="48"/>
                      <a:pt x="84" y="129"/>
                    </a:cubicBezTo>
                    <a:cubicBezTo>
                      <a:pt x="10" y="231"/>
                      <a:pt x="0" y="367"/>
                      <a:pt x="67" y="477"/>
                    </a:cubicBezTo>
                    <a:lnTo>
                      <a:pt x="1198" y="2360"/>
                    </a:lnTo>
                    <a:cubicBezTo>
                      <a:pt x="1241" y="2430"/>
                      <a:pt x="1308" y="2479"/>
                      <a:pt x="1383" y="2501"/>
                    </a:cubicBezTo>
                    <a:lnTo>
                      <a:pt x="14433" y="6153"/>
                    </a:lnTo>
                    <a:cubicBezTo>
                      <a:pt x="14464" y="6162"/>
                      <a:pt x="14491" y="6162"/>
                      <a:pt x="14517" y="6162"/>
                    </a:cubicBezTo>
                    <a:cubicBezTo>
                      <a:pt x="14610" y="6162"/>
                      <a:pt x="14698" y="6127"/>
                      <a:pt x="14759" y="6052"/>
                    </a:cubicBezTo>
                    <a:cubicBezTo>
                      <a:pt x="14834" y="5960"/>
                      <a:pt x="14856" y="5832"/>
                      <a:pt x="14803" y="5717"/>
                    </a:cubicBezTo>
                    <a:lnTo>
                      <a:pt x="13786" y="3521"/>
                    </a:lnTo>
                    <a:cubicBezTo>
                      <a:pt x="13747" y="3434"/>
                      <a:pt x="13672" y="3372"/>
                      <a:pt x="13580" y="3350"/>
                    </a:cubicBezTo>
                    <a:lnTo>
                      <a:pt x="410" y="10"/>
                    </a:lnTo>
                    <a:cubicBezTo>
                      <a:pt x="385" y="4"/>
                      <a:pt x="360" y="1"/>
                      <a:pt x="336"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16" name="Google Shape;1016;p37"/>
              <p:cNvSpPr/>
              <p:nvPr/>
            </p:nvSpPr>
            <p:spPr>
              <a:xfrm>
                <a:off x="5759125" y="2169200"/>
                <a:ext cx="104850" cy="354225"/>
              </a:xfrm>
              <a:custGeom>
                <a:avLst/>
                <a:gdLst/>
                <a:ahLst/>
                <a:cxnLst/>
                <a:rect l="l" t="t" r="r" b="b"/>
                <a:pathLst>
                  <a:path w="4194" h="14169" extrusionOk="0">
                    <a:moveTo>
                      <a:pt x="3032" y="1"/>
                    </a:moveTo>
                    <a:lnTo>
                      <a:pt x="0" y="11973"/>
                    </a:lnTo>
                    <a:lnTo>
                      <a:pt x="1012" y="14169"/>
                    </a:lnTo>
                    <a:lnTo>
                      <a:pt x="4194" y="1871"/>
                    </a:lnTo>
                    <a:lnTo>
                      <a:pt x="3168" y="224"/>
                    </a:lnTo>
                    <a:lnTo>
                      <a:pt x="3032"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17" name="Google Shape;1017;p37"/>
              <p:cNvSpPr/>
              <p:nvPr/>
            </p:nvSpPr>
            <p:spPr>
              <a:xfrm>
                <a:off x="5751100" y="2161375"/>
                <a:ext cx="121025" cy="369875"/>
              </a:xfrm>
              <a:custGeom>
                <a:avLst/>
                <a:gdLst/>
                <a:ahLst/>
                <a:cxnLst/>
                <a:rect l="l" t="t" r="r" b="b"/>
                <a:pathLst>
                  <a:path w="4841" h="14795" extrusionOk="0">
                    <a:moveTo>
                      <a:pt x="3476" y="1106"/>
                    </a:moveTo>
                    <a:lnTo>
                      <a:pt x="4176" y="2237"/>
                    </a:lnTo>
                    <a:lnTo>
                      <a:pt x="1249" y="13554"/>
                    </a:lnTo>
                    <a:lnTo>
                      <a:pt x="651" y="12256"/>
                    </a:lnTo>
                    <a:lnTo>
                      <a:pt x="3476" y="1106"/>
                    </a:lnTo>
                    <a:close/>
                    <a:moveTo>
                      <a:pt x="3357" y="0"/>
                    </a:moveTo>
                    <a:cubicBezTo>
                      <a:pt x="3340" y="0"/>
                      <a:pt x="3322" y="2"/>
                      <a:pt x="3305" y="5"/>
                    </a:cubicBezTo>
                    <a:cubicBezTo>
                      <a:pt x="3181" y="23"/>
                      <a:pt x="3080" y="115"/>
                      <a:pt x="3049" y="234"/>
                    </a:cubicBezTo>
                    <a:lnTo>
                      <a:pt x="17" y="12207"/>
                    </a:lnTo>
                    <a:cubicBezTo>
                      <a:pt x="0" y="12278"/>
                      <a:pt x="4" y="12353"/>
                      <a:pt x="35" y="12414"/>
                    </a:cubicBezTo>
                    <a:lnTo>
                      <a:pt x="1051" y="14614"/>
                    </a:lnTo>
                    <a:cubicBezTo>
                      <a:pt x="1100" y="14725"/>
                      <a:pt x="1215" y="14795"/>
                      <a:pt x="1333" y="14795"/>
                    </a:cubicBezTo>
                    <a:lnTo>
                      <a:pt x="1364" y="14795"/>
                    </a:lnTo>
                    <a:cubicBezTo>
                      <a:pt x="1496" y="14782"/>
                      <a:pt x="1605" y="14689"/>
                      <a:pt x="1637" y="14561"/>
                    </a:cubicBezTo>
                    <a:lnTo>
                      <a:pt x="4818" y="2263"/>
                    </a:lnTo>
                    <a:cubicBezTo>
                      <a:pt x="4840" y="2179"/>
                      <a:pt x="4826" y="2091"/>
                      <a:pt x="4779" y="2016"/>
                    </a:cubicBezTo>
                    <a:lnTo>
                      <a:pt x="3617" y="146"/>
                    </a:lnTo>
                    <a:cubicBezTo>
                      <a:pt x="3560" y="55"/>
                      <a:pt x="3462" y="0"/>
                      <a:pt x="3357"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18" name="Google Shape;1018;p37"/>
              <p:cNvSpPr/>
              <p:nvPr/>
            </p:nvSpPr>
            <p:spPr>
              <a:xfrm>
                <a:off x="5124575" y="3495650"/>
                <a:ext cx="405075" cy="382750"/>
              </a:xfrm>
              <a:custGeom>
                <a:avLst/>
                <a:gdLst/>
                <a:ahLst/>
                <a:cxnLst/>
                <a:rect l="l" t="t" r="r" b="b"/>
                <a:pathLst>
                  <a:path w="16203" h="15310" extrusionOk="0">
                    <a:moveTo>
                      <a:pt x="3033" y="1"/>
                    </a:moveTo>
                    <a:lnTo>
                      <a:pt x="1" y="11975"/>
                    </a:lnTo>
                    <a:lnTo>
                      <a:pt x="13171" y="15310"/>
                    </a:lnTo>
                    <a:lnTo>
                      <a:pt x="16203" y="3341"/>
                    </a:lnTo>
                    <a:lnTo>
                      <a:pt x="3033"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19" name="Google Shape;1019;p37"/>
              <p:cNvSpPr/>
              <p:nvPr/>
            </p:nvSpPr>
            <p:spPr>
              <a:xfrm>
                <a:off x="5115900" y="3487900"/>
                <a:ext cx="422450" cy="398325"/>
              </a:xfrm>
              <a:custGeom>
                <a:avLst/>
                <a:gdLst/>
                <a:ahLst/>
                <a:cxnLst/>
                <a:rect l="l" t="t" r="r" b="b"/>
                <a:pathLst>
                  <a:path w="16898" h="15933" extrusionOk="0">
                    <a:moveTo>
                      <a:pt x="3609" y="694"/>
                    </a:moveTo>
                    <a:lnTo>
                      <a:pt x="16172" y="3875"/>
                    </a:lnTo>
                    <a:lnTo>
                      <a:pt x="13290" y="15242"/>
                    </a:lnTo>
                    <a:lnTo>
                      <a:pt x="727" y="12060"/>
                    </a:lnTo>
                    <a:lnTo>
                      <a:pt x="3609" y="694"/>
                    </a:lnTo>
                    <a:close/>
                    <a:moveTo>
                      <a:pt x="3386" y="0"/>
                    </a:moveTo>
                    <a:cubicBezTo>
                      <a:pt x="3328" y="0"/>
                      <a:pt x="3271" y="15"/>
                      <a:pt x="3221" y="43"/>
                    </a:cubicBezTo>
                    <a:cubicBezTo>
                      <a:pt x="3151" y="87"/>
                      <a:pt x="3099" y="158"/>
                      <a:pt x="3076" y="237"/>
                    </a:cubicBezTo>
                    <a:lnTo>
                      <a:pt x="44" y="12210"/>
                    </a:lnTo>
                    <a:cubicBezTo>
                      <a:pt x="0" y="12377"/>
                      <a:pt x="101" y="12545"/>
                      <a:pt x="274" y="12588"/>
                    </a:cubicBezTo>
                    <a:lnTo>
                      <a:pt x="13439" y="15924"/>
                    </a:lnTo>
                    <a:cubicBezTo>
                      <a:pt x="13465" y="15932"/>
                      <a:pt x="13491" y="15932"/>
                      <a:pt x="13518" y="15932"/>
                    </a:cubicBezTo>
                    <a:cubicBezTo>
                      <a:pt x="13571" y="15932"/>
                      <a:pt x="13628" y="15920"/>
                      <a:pt x="13676" y="15888"/>
                    </a:cubicBezTo>
                    <a:cubicBezTo>
                      <a:pt x="13747" y="15849"/>
                      <a:pt x="13800" y="15778"/>
                      <a:pt x="13822" y="15699"/>
                    </a:cubicBezTo>
                    <a:lnTo>
                      <a:pt x="16854" y="3726"/>
                    </a:lnTo>
                    <a:cubicBezTo>
                      <a:pt x="16897" y="3558"/>
                      <a:pt x="16796" y="3387"/>
                      <a:pt x="16629" y="3347"/>
                    </a:cubicBezTo>
                    <a:lnTo>
                      <a:pt x="3459" y="8"/>
                    </a:lnTo>
                    <a:cubicBezTo>
                      <a:pt x="3434" y="3"/>
                      <a:pt x="3410" y="0"/>
                      <a:pt x="3386"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20" name="Google Shape;1020;p37"/>
              <p:cNvSpPr/>
              <p:nvPr/>
            </p:nvSpPr>
            <p:spPr>
              <a:xfrm>
                <a:off x="5124575" y="3795000"/>
                <a:ext cx="354700" cy="138425"/>
              </a:xfrm>
              <a:custGeom>
                <a:avLst/>
                <a:gdLst/>
                <a:ahLst/>
                <a:cxnLst/>
                <a:rect l="l" t="t" r="r" b="b"/>
                <a:pathLst>
                  <a:path w="14188" h="5537" extrusionOk="0">
                    <a:moveTo>
                      <a:pt x="1" y="1"/>
                    </a:moveTo>
                    <a:lnTo>
                      <a:pt x="1136" y="1884"/>
                    </a:lnTo>
                    <a:lnTo>
                      <a:pt x="14188" y="5537"/>
                    </a:lnTo>
                    <a:lnTo>
                      <a:pt x="13171" y="3336"/>
                    </a:lnTo>
                    <a:lnTo>
                      <a:pt x="1"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21" name="Google Shape;1021;p37"/>
              <p:cNvSpPr/>
              <p:nvPr/>
            </p:nvSpPr>
            <p:spPr>
              <a:xfrm>
                <a:off x="5116225" y="3787175"/>
                <a:ext cx="371400" cy="154050"/>
              </a:xfrm>
              <a:custGeom>
                <a:avLst/>
                <a:gdLst/>
                <a:ahLst/>
                <a:cxnLst/>
                <a:rect l="l" t="t" r="r" b="b"/>
                <a:pathLst>
                  <a:path w="14856" h="6162" extrusionOk="0">
                    <a:moveTo>
                      <a:pt x="995" y="802"/>
                    </a:moveTo>
                    <a:lnTo>
                      <a:pt x="13281" y="3917"/>
                    </a:lnTo>
                    <a:lnTo>
                      <a:pt x="13949" y="5365"/>
                    </a:lnTo>
                    <a:lnTo>
                      <a:pt x="13949" y="5365"/>
                    </a:lnTo>
                    <a:lnTo>
                      <a:pt x="1673" y="1933"/>
                    </a:lnTo>
                    <a:lnTo>
                      <a:pt x="995" y="802"/>
                    </a:lnTo>
                    <a:close/>
                    <a:moveTo>
                      <a:pt x="335" y="0"/>
                    </a:moveTo>
                    <a:cubicBezTo>
                      <a:pt x="236" y="0"/>
                      <a:pt x="144" y="45"/>
                      <a:pt x="84" y="129"/>
                    </a:cubicBezTo>
                    <a:cubicBezTo>
                      <a:pt x="9" y="230"/>
                      <a:pt x="1" y="367"/>
                      <a:pt x="66" y="476"/>
                    </a:cubicBezTo>
                    <a:lnTo>
                      <a:pt x="1202" y="2359"/>
                    </a:lnTo>
                    <a:cubicBezTo>
                      <a:pt x="1242" y="2430"/>
                      <a:pt x="1307" y="2479"/>
                      <a:pt x="1382" y="2501"/>
                    </a:cubicBezTo>
                    <a:lnTo>
                      <a:pt x="14433" y="6149"/>
                    </a:lnTo>
                    <a:cubicBezTo>
                      <a:pt x="14465" y="6157"/>
                      <a:pt x="14491" y="6161"/>
                      <a:pt x="14522" y="6161"/>
                    </a:cubicBezTo>
                    <a:cubicBezTo>
                      <a:pt x="14609" y="6161"/>
                      <a:pt x="14697" y="6122"/>
                      <a:pt x="14759" y="6051"/>
                    </a:cubicBezTo>
                    <a:cubicBezTo>
                      <a:pt x="14839" y="5960"/>
                      <a:pt x="14856" y="5828"/>
                      <a:pt x="14803" y="5718"/>
                    </a:cubicBezTo>
                    <a:lnTo>
                      <a:pt x="13787" y="3517"/>
                    </a:lnTo>
                    <a:cubicBezTo>
                      <a:pt x="13747" y="3433"/>
                      <a:pt x="13673" y="3368"/>
                      <a:pt x="13580" y="3346"/>
                    </a:cubicBezTo>
                    <a:lnTo>
                      <a:pt x="414" y="10"/>
                    </a:lnTo>
                    <a:cubicBezTo>
                      <a:pt x="387" y="3"/>
                      <a:pt x="361" y="0"/>
                      <a:pt x="335"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22" name="Google Shape;1022;p37"/>
              <p:cNvSpPr/>
              <p:nvPr/>
            </p:nvSpPr>
            <p:spPr>
              <a:xfrm>
                <a:off x="5453825" y="3579175"/>
                <a:ext cx="104875" cy="354250"/>
              </a:xfrm>
              <a:custGeom>
                <a:avLst/>
                <a:gdLst/>
                <a:ahLst/>
                <a:cxnLst/>
                <a:rect l="l" t="t" r="r" b="b"/>
                <a:pathLst>
                  <a:path w="4195" h="14170" extrusionOk="0">
                    <a:moveTo>
                      <a:pt x="3033" y="0"/>
                    </a:moveTo>
                    <a:lnTo>
                      <a:pt x="1" y="11969"/>
                    </a:lnTo>
                    <a:lnTo>
                      <a:pt x="1018" y="14170"/>
                    </a:lnTo>
                    <a:lnTo>
                      <a:pt x="4194" y="1871"/>
                    </a:lnTo>
                    <a:lnTo>
                      <a:pt x="3173" y="220"/>
                    </a:lnTo>
                    <a:lnTo>
                      <a:pt x="3033"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23" name="Google Shape;1023;p37"/>
              <p:cNvSpPr/>
              <p:nvPr/>
            </p:nvSpPr>
            <p:spPr>
              <a:xfrm>
                <a:off x="5445800" y="3571275"/>
                <a:ext cx="121025" cy="369950"/>
              </a:xfrm>
              <a:custGeom>
                <a:avLst/>
                <a:gdLst/>
                <a:ahLst/>
                <a:cxnLst/>
                <a:rect l="l" t="t" r="r" b="b"/>
                <a:pathLst>
                  <a:path w="4841" h="14798" extrusionOk="0">
                    <a:moveTo>
                      <a:pt x="3477" y="1104"/>
                    </a:moveTo>
                    <a:lnTo>
                      <a:pt x="4181" y="2235"/>
                    </a:lnTo>
                    <a:lnTo>
                      <a:pt x="1255" y="13556"/>
                    </a:lnTo>
                    <a:lnTo>
                      <a:pt x="652" y="12254"/>
                    </a:lnTo>
                    <a:lnTo>
                      <a:pt x="3477" y="1104"/>
                    </a:lnTo>
                    <a:close/>
                    <a:moveTo>
                      <a:pt x="3351" y="1"/>
                    </a:moveTo>
                    <a:cubicBezTo>
                      <a:pt x="3336" y="1"/>
                      <a:pt x="3321" y="2"/>
                      <a:pt x="3305" y="4"/>
                    </a:cubicBezTo>
                    <a:cubicBezTo>
                      <a:pt x="3183" y="26"/>
                      <a:pt x="3081" y="114"/>
                      <a:pt x="3051" y="237"/>
                    </a:cubicBezTo>
                    <a:lnTo>
                      <a:pt x="19" y="12210"/>
                    </a:lnTo>
                    <a:cubicBezTo>
                      <a:pt x="1" y="12281"/>
                      <a:pt x="5" y="12351"/>
                      <a:pt x="36" y="12417"/>
                    </a:cubicBezTo>
                    <a:lnTo>
                      <a:pt x="1053" y="14618"/>
                    </a:lnTo>
                    <a:cubicBezTo>
                      <a:pt x="1105" y="14728"/>
                      <a:pt x="1215" y="14797"/>
                      <a:pt x="1339" y="14797"/>
                    </a:cubicBezTo>
                    <a:lnTo>
                      <a:pt x="1365" y="14797"/>
                    </a:lnTo>
                    <a:cubicBezTo>
                      <a:pt x="1497" y="14785"/>
                      <a:pt x="1607" y="14692"/>
                      <a:pt x="1642" y="14565"/>
                    </a:cubicBezTo>
                    <a:lnTo>
                      <a:pt x="4820" y="2262"/>
                    </a:lnTo>
                    <a:cubicBezTo>
                      <a:pt x="4841" y="2182"/>
                      <a:pt x="4828" y="2094"/>
                      <a:pt x="4784" y="2019"/>
                    </a:cubicBezTo>
                    <a:lnTo>
                      <a:pt x="3618" y="149"/>
                    </a:lnTo>
                    <a:cubicBezTo>
                      <a:pt x="3560" y="57"/>
                      <a:pt x="3461" y="1"/>
                      <a:pt x="3351"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24" name="Google Shape;1024;p37"/>
              <p:cNvSpPr/>
              <p:nvPr/>
            </p:nvSpPr>
            <p:spPr>
              <a:xfrm>
                <a:off x="5342400" y="2718925"/>
                <a:ext cx="405075" cy="382725"/>
              </a:xfrm>
              <a:custGeom>
                <a:avLst/>
                <a:gdLst/>
                <a:ahLst/>
                <a:cxnLst/>
                <a:rect l="l" t="t" r="r" b="b"/>
                <a:pathLst>
                  <a:path w="16203" h="15309" extrusionOk="0">
                    <a:moveTo>
                      <a:pt x="3032" y="0"/>
                    </a:moveTo>
                    <a:lnTo>
                      <a:pt x="0" y="11973"/>
                    </a:lnTo>
                    <a:lnTo>
                      <a:pt x="13170" y="15308"/>
                    </a:lnTo>
                    <a:lnTo>
                      <a:pt x="16202" y="3335"/>
                    </a:lnTo>
                    <a:lnTo>
                      <a:pt x="3032"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25" name="Google Shape;1025;p37"/>
              <p:cNvSpPr/>
              <p:nvPr/>
            </p:nvSpPr>
            <p:spPr>
              <a:xfrm>
                <a:off x="5333700" y="2711050"/>
                <a:ext cx="422450" cy="398400"/>
              </a:xfrm>
              <a:custGeom>
                <a:avLst/>
                <a:gdLst/>
                <a:ahLst/>
                <a:cxnLst/>
                <a:rect l="l" t="t" r="r" b="b"/>
                <a:pathLst>
                  <a:path w="16898" h="15936" extrusionOk="0">
                    <a:moveTo>
                      <a:pt x="3609" y="693"/>
                    </a:moveTo>
                    <a:lnTo>
                      <a:pt x="16168" y="3879"/>
                    </a:lnTo>
                    <a:lnTo>
                      <a:pt x="13290" y="15241"/>
                    </a:lnTo>
                    <a:lnTo>
                      <a:pt x="727" y="12059"/>
                    </a:lnTo>
                    <a:lnTo>
                      <a:pt x="3609" y="693"/>
                    </a:lnTo>
                    <a:close/>
                    <a:moveTo>
                      <a:pt x="3380" y="1"/>
                    </a:moveTo>
                    <a:cubicBezTo>
                      <a:pt x="3324" y="1"/>
                      <a:pt x="3270" y="16"/>
                      <a:pt x="3222" y="46"/>
                    </a:cubicBezTo>
                    <a:cubicBezTo>
                      <a:pt x="3152" y="86"/>
                      <a:pt x="3099" y="157"/>
                      <a:pt x="3077" y="236"/>
                    </a:cubicBezTo>
                    <a:lnTo>
                      <a:pt x="45" y="12209"/>
                    </a:lnTo>
                    <a:cubicBezTo>
                      <a:pt x="1" y="12376"/>
                      <a:pt x="102" y="12548"/>
                      <a:pt x="269" y="12587"/>
                    </a:cubicBezTo>
                    <a:lnTo>
                      <a:pt x="13439" y="15927"/>
                    </a:lnTo>
                    <a:cubicBezTo>
                      <a:pt x="13466" y="15931"/>
                      <a:pt x="13492" y="15936"/>
                      <a:pt x="13518" y="15936"/>
                    </a:cubicBezTo>
                    <a:cubicBezTo>
                      <a:pt x="13571" y="15936"/>
                      <a:pt x="13628" y="15919"/>
                      <a:pt x="13677" y="15892"/>
                    </a:cubicBezTo>
                    <a:cubicBezTo>
                      <a:pt x="13748" y="15848"/>
                      <a:pt x="13800" y="15777"/>
                      <a:pt x="13823" y="15698"/>
                    </a:cubicBezTo>
                    <a:lnTo>
                      <a:pt x="16855" y="3725"/>
                    </a:lnTo>
                    <a:cubicBezTo>
                      <a:pt x="16898" y="3557"/>
                      <a:pt x="16796" y="3390"/>
                      <a:pt x="16625" y="3346"/>
                    </a:cubicBezTo>
                    <a:lnTo>
                      <a:pt x="3459" y="11"/>
                    </a:lnTo>
                    <a:cubicBezTo>
                      <a:pt x="3433" y="4"/>
                      <a:pt x="3406" y="1"/>
                      <a:pt x="3380"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26" name="Google Shape;1026;p37"/>
              <p:cNvSpPr/>
              <p:nvPr/>
            </p:nvSpPr>
            <p:spPr>
              <a:xfrm>
                <a:off x="5342400" y="3018225"/>
                <a:ext cx="354700" cy="138325"/>
              </a:xfrm>
              <a:custGeom>
                <a:avLst/>
                <a:gdLst/>
                <a:ahLst/>
                <a:cxnLst/>
                <a:rect l="l" t="t" r="r" b="b"/>
                <a:pathLst>
                  <a:path w="14188" h="5533" extrusionOk="0">
                    <a:moveTo>
                      <a:pt x="0" y="1"/>
                    </a:moveTo>
                    <a:lnTo>
                      <a:pt x="1135" y="1884"/>
                    </a:lnTo>
                    <a:lnTo>
                      <a:pt x="14187" y="5533"/>
                    </a:lnTo>
                    <a:lnTo>
                      <a:pt x="13170" y="3336"/>
                    </a:lnTo>
                    <a:lnTo>
                      <a:pt x="0"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27" name="Google Shape;1027;p37"/>
              <p:cNvSpPr/>
              <p:nvPr/>
            </p:nvSpPr>
            <p:spPr>
              <a:xfrm>
                <a:off x="5334050" y="3010300"/>
                <a:ext cx="371400" cy="154175"/>
              </a:xfrm>
              <a:custGeom>
                <a:avLst/>
                <a:gdLst/>
                <a:ahLst/>
                <a:cxnLst/>
                <a:rect l="l" t="t" r="r" b="b"/>
                <a:pathLst>
                  <a:path w="14856" h="6167" extrusionOk="0">
                    <a:moveTo>
                      <a:pt x="994" y="807"/>
                    </a:moveTo>
                    <a:lnTo>
                      <a:pt x="13281" y="3917"/>
                    </a:lnTo>
                    <a:lnTo>
                      <a:pt x="13949" y="5365"/>
                    </a:lnTo>
                    <a:lnTo>
                      <a:pt x="13949" y="5365"/>
                    </a:lnTo>
                    <a:lnTo>
                      <a:pt x="1672" y="1933"/>
                    </a:lnTo>
                    <a:lnTo>
                      <a:pt x="994" y="807"/>
                    </a:lnTo>
                    <a:close/>
                    <a:moveTo>
                      <a:pt x="337" y="0"/>
                    </a:moveTo>
                    <a:cubicBezTo>
                      <a:pt x="240" y="0"/>
                      <a:pt x="144" y="48"/>
                      <a:pt x="84" y="129"/>
                    </a:cubicBezTo>
                    <a:cubicBezTo>
                      <a:pt x="9" y="230"/>
                      <a:pt x="0" y="367"/>
                      <a:pt x="66" y="476"/>
                    </a:cubicBezTo>
                    <a:lnTo>
                      <a:pt x="1197" y="2365"/>
                    </a:lnTo>
                    <a:cubicBezTo>
                      <a:pt x="1241" y="2430"/>
                      <a:pt x="1307" y="2483"/>
                      <a:pt x="1382" y="2505"/>
                    </a:cubicBezTo>
                    <a:lnTo>
                      <a:pt x="14433" y="6153"/>
                    </a:lnTo>
                    <a:cubicBezTo>
                      <a:pt x="14464" y="6161"/>
                      <a:pt x="14491" y="6166"/>
                      <a:pt x="14521" y="6166"/>
                    </a:cubicBezTo>
                    <a:cubicBezTo>
                      <a:pt x="14609" y="6166"/>
                      <a:pt x="14697" y="6126"/>
                      <a:pt x="14759" y="6056"/>
                    </a:cubicBezTo>
                    <a:cubicBezTo>
                      <a:pt x="14838" y="5959"/>
                      <a:pt x="14855" y="5832"/>
                      <a:pt x="14802" y="5722"/>
                    </a:cubicBezTo>
                    <a:lnTo>
                      <a:pt x="13786" y="3521"/>
                    </a:lnTo>
                    <a:cubicBezTo>
                      <a:pt x="13746" y="3433"/>
                      <a:pt x="13672" y="3372"/>
                      <a:pt x="13579" y="3350"/>
                    </a:cubicBezTo>
                    <a:lnTo>
                      <a:pt x="409" y="10"/>
                    </a:lnTo>
                    <a:cubicBezTo>
                      <a:pt x="385" y="3"/>
                      <a:pt x="361" y="0"/>
                      <a:pt x="337"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28" name="Google Shape;1028;p37"/>
              <p:cNvSpPr/>
              <p:nvPr/>
            </p:nvSpPr>
            <p:spPr>
              <a:xfrm>
                <a:off x="5671650" y="2802300"/>
                <a:ext cx="104875" cy="354250"/>
              </a:xfrm>
              <a:custGeom>
                <a:avLst/>
                <a:gdLst/>
                <a:ahLst/>
                <a:cxnLst/>
                <a:rect l="l" t="t" r="r" b="b"/>
                <a:pathLst>
                  <a:path w="4195" h="14170" extrusionOk="0">
                    <a:moveTo>
                      <a:pt x="3032" y="0"/>
                    </a:moveTo>
                    <a:lnTo>
                      <a:pt x="0" y="11973"/>
                    </a:lnTo>
                    <a:lnTo>
                      <a:pt x="1017" y="14170"/>
                    </a:lnTo>
                    <a:lnTo>
                      <a:pt x="4194" y="1871"/>
                    </a:lnTo>
                    <a:lnTo>
                      <a:pt x="3173" y="224"/>
                    </a:lnTo>
                    <a:lnTo>
                      <a:pt x="3032"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29" name="Google Shape;1029;p37"/>
              <p:cNvSpPr/>
              <p:nvPr/>
            </p:nvSpPr>
            <p:spPr>
              <a:xfrm>
                <a:off x="5663625" y="2794475"/>
                <a:ext cx="121025" cy="370000"/>
              </a:xfrm>
              <a:custGeom>
                <a:avLst/>
                <a:gdLst/>
                <a:ahLst/>
                <a:cxnLst/>
                <a:rect l="l" t="t" r="r" b="b"/>
                <a:pathLst>
                  <a:path w="4841" h="14800" extrusionOk="0">
                    <a:moveTo>
                      <a:pt x="3477" y="1105"/>
                    </a:moveTo>
                    <a:lnTo>
                      <a:pt x="4180" y="2236"/>
                    </a:lnTo>
                    <a:lnTo>
                      <a:pt x="1255" y="13559"/>
                    </a:lnTo>
                    <a:lnTo>
                      <a:pt x="652" y="12255"/>
                    </a:lnTo>
                    <a:lnTo>
                      <a:pt x="3477" y="1105"/>
                    </a:lnTo>
                    <a:close/>
                    <a:moveTo>
                      <a:pt x="3357" y="0"/>
                    </a:moveTo>
                    <a:cubicBezTo>
                      <a:pt x="3340" y="0"/>
                      <a:pt x="3322" y="2"/>
                      <a:pt x="3305" y="5"/>
                    </a:cubicBezTo>
                    <a:cubicBezTo>
                      <a:pt x="3182" y="23"/>
                      <a:pt x="3081" y="115"/>
                      <a:pt x="3050" y="238"/>
                    </a:cubicBezTo>
                    <a:lnTo>
                      <a:pt x="18" y="12207"/>
                    </a:lnTo>
                    <a:cubicBezTo>
                      <a:pt x="0" y="12278"/>
                      <a:pt x="5" y="12353"/>
                      <a:pt x="35" y="12418"/>
                    </a:cubicBezTo>
                    <a:lnTo>
                      <a:pt x="1052" y="14615"/>
                    </a:lnTo>
                    <a:cubicBezTo>
                      <a:pt x="1105" y="14729"/>
                      <a:pt x="1215" y="14799"/>
                      <a:pt x="1338" y="14799"/>
                    </a:cubicBezTo>
                    <a:cubicBezTo>
                      <a:pt x="1347" y="14799"/>
                      <a:pt x="1355" y="14799"/>
                      <a:pt x="1365" y="14794"/>
                    </a:cubicBezTo>
                    <a:cubicBezTo>
                      <a:pt x="1497" y="14786"/>
                      <a:pt x="1607" y="14689"/>
                      <a:pt x="1642" y="14562"/>
                    </a:cubicBezTo>
                    <a:lnTo>
                      <a:pt x="4819" y="2263"/>
                    </a:lnTo>
                    <a:cubicBezTo>
                      <a:pt x="4840" y="2179"/>
                      <a:pt x="4828" y="2091"/>
                      <a:pt x="4783" y="2021"/>
                    </a:cubicBezTo>
                    <a:lnTo>
                      <a:pt x="3617" y="151"/>
                    </a:lnTo>
                    <a:cubicBezTo>
                      <a:pt x="3561" y="56"/>
                      <a:pt x="3462" y="0"/>
                      <a:pt x="3357"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30" name="Google Shape;1030;p37"/>
              <p:cNvSpPr/>
              <p:nvPr/>
            </p:nvSpPr>
            <p:spPr>
              <a:xfrm>
                <a:off x="5554725" y="3690725"/>
                <a:ext cx="405075" cy="382750"/>
              </a:xfrm>
              <a:custGeom>
                <a:avLst/>
                <a:gdLst/>
                <a:ahLst/>
                <a:cxnLst/>
                <a:rect l="l" t="t" r="r" b="b"/>
                <a:pathLst>
                  <a:path w="16203" h="15310" extrusionOk="0">
                    <a:moveTo>
                      <a:pt x="3036" y="0"/>
                    </a:moveTo>
                    <a:lnTo>
                      <a:pt x="0" y="11969"/>
                    </a:lnTo>
                    <a:lnTo>
                      <a:pt x="13170" y="15309"/>
                    </a:lnTo>
                    <a:lnTo>
                      <a:pt x="16202" y="3335"/>
                    </a:lnTo>
                    <a:lnTo>
                      <a:pt x="3036"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31" name="Google Shape;1031;p37"/>
              <p:cNvSpPr/>
              <p:nvPr/>
            </p:nvSpPr>
            <p:spPr>
              <a:xfrm>
                <a:off x="5546125" y="3682875"/>
                <a:ext cx="422350" cy="398400"/>
              </a:xfrm>
              <a:custGeom>
                <a:avLst/>
                <a:gdLst/>
                <a:ahLst/>
                <a:cxnLst/>
                <a:rect l="l" t="t" r="r" b="b"/>
                <a:pathLst>
                  <a:path w="16894" h="15936" extrusionOk="0">
                    <a:moveTo>
                      <a:pt x="3605" y="692"/>
                    </a:moveTo>
                    <a:lnTo>
                      <a:pt x="16167" y="3874"/>
                    </a:lnTo>
                    <a:lnTo>
                      <a:pt x="13289" y="15240"/>
                    </a:lnTo>
                    <a:lnTo>
                      <a:pt x="727" y="12059"/>
                    </a:lnTo>
                    <a:lnTo>
                      <a:pt x="3605" y="692"/>
                    </a:lnTo>
                    <a:close/>
                    <a:moveTo>
                      <a:pt x="3379" y="0"/>
                    </a:moveTo>
                    <a:cubicBezTo>
                      <a:pt x="3324" y="0"/>
                      <a:pt x="3269" y="16"/>
                      <a:pt x="3218" y="46"/>
                    </a:cubicBezTo>
                    <a:cubicBezTo>
                      <a:pt x="3147" y="85"/>
                      <a:pt x="3094" y="156"/>
                      <a:pt x="3077" y="235"/>
                    </a:cubicBezTo>
                    <a:lnTo>
                      <a:pt x="45" y="12208"/>
                    </a:lnTo>
                    <a:cubicBezTo>
                      <a:pt x="1" y="12376"/>
                      <a:pt x="102" y="12547"/>
                      <a:pt x="269" y="12587"/>
                    </a:cubicBezTo>
                    <a:lnTo>
                      <a:pt x="13439" y="15926"/>
                    </a:lnTo>
                    <a:cubicBezTo>
                      <a:pt x="13466" y="15930"/>
                      <a:pt x="13488" y="15936"/>
                      <a:pt x="13514" y="15936"/>
                    </a:cubicBezTo>
                    <a:cubicBezTo>
                      <a:pt x="13571" y="15936"/>
                      <a:pt x="13624" y="15918"/>
                      <a:pt x="13677" y="15891"/>
                    </a:cubicBezTo>
                    <a:cubicBezTo>
                      <a:pt x="13748" y="15847"/>
                      <a:pt x="13801" y="15777"/>
                      <a:pt x="13817" y="15698"/>
                    </a:cubicBezTo>
                    <a:lnTo>
                      <a:pt x="16849" y="3724"/>
                    </a:lnTo>
                    <a:cubicBezTo>
                      <a:pt x="16894" y="3557"/>
                      <a:pt x="16792" y="3390"/>
                      <a:pt x="16626" y="3346"/>
                    </a:cubicBezTo>
                    <a:lnTo>
                      <a:pt x="3455" y="10"/>
                    </a:lnTo>
                    <a:cubicBezTo>
                      <a:pt x="3430" y="3"/>
                      <a:pt x="3405" y="0"/>
                      <a:pt x="3379"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32" name="Google Shape;1032;p37"/>
              <p:cNvSpPr/>
              <p:nvPr/>
            </p:nvSpPr>
            <p:spPr>
              <a:xfrm>
                <a:off x="5554725" y="3989925"/>
                <a:ext cx="354675" cy="138425"/>
              </a:xfrm>
              <a:custGeom>
                <a:avLst/>
                <a:gdLst/>
                <a:ahLst/>
                <a:cxnLst/>
                <a:rect l="l" t="t" r="r" b="b"/>
                <a:pathLst>
                  <a:path w="14187" h="5537" extrusionOk="0">
                    <a:moveTo>
                      <a:pt x="0" y="1"/>
                    </a:moveTo>
                    <a:lnTo>
                      <a:pt x="1135" y="1889"/>
                    </a:lnTo>
                    <a:lnTo>
                      <a:pt x="14186" y="5537"/>
                    </a:lnTo>
                    <a:lnTo>
                      <a:pt x="13170" y="3341"/>
                    </a:lnTo>
                    <a:lnTo>
                      <a:pt x="0"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33" name="Google Shape;1033;p37"/>
              <p:cNvSpPr/>
              <p:nvPr/>
            </p:nvSpPr>
            <p:spPr>
              <a:xfrm>
                <a:off x="5546475" y="3982125"/>
                <a:ext cx="371300" cy="154050"/>
              </a:xfrm>
              <a:custGeom>
                <a:avLst/>
                <a:gdLst/>
                <a:ahLst/>
                <a:cxnLst/>
                <a:rect l="l" t="t" r="r" b="b"/>
                <a:pathLst>
                  <a:path w="14852" h="6162" extrusionOk="0">
                    <a:moveTo>
                      <a:pt x="990" y="806"/>
                    </a:moveTo>
                    <a:lnTo>
                      <a:pt x="13281" y="3917"/>
                    </a:lnTo>
                    <a:lnTo>
                      <a:pt x="13949" y="5365"/>
                    </a:lnTo>
                    <a:lnTo>
                      <a:pt x="1668" y="1933"/>
                    </a:lnTo>
                    <a:lnTo>
                      <a:pt x="990" y="806"/>
                    </a:lnTo>
                    <a:close/>
                    <a:moveTo>
                      <a:pt x="334" y="1"/>
                    </a:moveTo>
                    <a:cubicBezTo>
                      <a:pt x="236" y="1"/>
                      <a:pt x="143" y="47"/>
                      <a:pt x="80" y="128"/>
                    </a:cubicBezTo>
                    <a:cubicBezTo>
                      <a:pt x="5" y="229"/>
                      <a:pt x="1" y="366"/>
                      <a:pt x="62" y="475"/>
                    </a:cubicBezTo>
                    <a:lnTo>
                      <a:pt x="1197" y="2364"/>
                    </a:lnTo>
                    <a:cubicBezTo>
                      <a:pt x="1236" y="2429"/>
                      <a:pt x="1303" y="2478"/>
                      <a:pt x="1382" y="2500"/>
                    </a:cubicBezTo>
                    <a:lnTo>
                      <a:pt x="14433" y="6152"/>
                    </a:lnTo>
                    <a:cubicBezTo>
                      <a:pt x="14459" y="6161"/>
                      <a:pt x="14490" y="6161"/>
                      <a:pt x="14516" y="6161"/>
                    </a:cubicBezTo>
                    <a:cubicBezTo>
                      <a:pt x="14609" y="6161"/>
                      <a:pt x="14693" y="6125"/>
                      <a:pt x="14754" y="6052"/>
                    </a:cubicBezTo>
                    <a:cubicBezTo>
                      <a:pt x="14833" y="5959"/>
                      <a:pt x="14851" y="5831"/>
                      <a:pt x="14803" y="5721"/>
                    </a:cubicBezTo>
                    <a:lnTo>
                      <a:pt x="13787" y="3521"/>
                    </a:lnTo>
                    <a:cubicBezTo>
                      <a:pt x="13746" y="3432"/>
                      <a:pt x="13667" y="3371"/>
                      <a:pt x="13580" y="3349"/>
                    </a:cubicBezTo>
                    <a:lnTo>
                      <a:pt x="409" y="10"/>
                    </a:lnTo>
                    <a:cubicBezTo>
                      <a:pt x="384" y="4"/>
                      <a:pt x="359" y="1"/>
                      <a:pt x="334"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34" name="Google Shape;1034;p37"/>
              <p:cNvSpPr/>
              <p:nvPr/>
            </p:nvSpPr>
            <p:spPr>
              <a:xfrm>
                <a:off x="5883975" y="3774100"/>
                <a:ext cx="104975" cy="354250"/>
              </a:xfrm>
              <a:custGeom>
                <a:avLst/>
                <a:gdLst/>
                <a:ahLst/>
                <a:cxnLst/>
                <a:rect l="l" t="t" r="r" b="b"/>
                <a:pathLst>
                  <a:path w="4199" h="14170" extrusionOk="0">
                    <a:moveTo>
                      <a:pt x="3032" y="0"/>
                    </a:moveTo>
                    <a:lnTo>
                      <a:pt x="0" y="11974"/>
                    </a:lnTo>
                    <a:lnTo>
                      <a:pt x="1016" y="14170"/>
                    </a:lnTo>
                    <a:lnTo>
                      <a:pt x="4198" y="1871"/>
                    </a:lnTo>
                    <a:lnTo>
                      <a:pt x="3173" y="225"/>
                    </a:lnTo>
                    <a:lnTo>
                      <a:pt x="3032"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35" name="Google Shape;1035;p37"/>
              <p:cNvSpPr/>
              <p:nvPr/>
            </p:nvSpPr>
            <p:spPr>
              <a:xfrm>
                <a:off x="5875950" y="3766300"/>
                <a:ext cx="121025" cy="369875"/>
              </a:xfrm>
              <a:custGeom>
                <a:avLst/>
                <a:gdLst/>
                <a:ahLst/>
                <a:cxnLst/>
                <a:rect l="l" t="t" r="r" b="b"/>
                <a:pathLst>
                  <a:path w="4841" h="14795" extrusionOk="0">
                    <a:moveTo>
                      <a:pt x="3476" y="1104"/>
                    </a:moveTo>
                    <a:lnTo>
                      <a:pt x="4180" y="2235"/>
                    </a:lnTo>
                    <a:lnTo>
                      <a:pt x="1254" y="13558"/>
                    </a:lnTo>
                    <a:lnTo>
                      <a:pt x="651" y="12256"/>
                    </a:lnTo>
                    <a:lnTo>
                      <a:pt x="3476" y="1104"/>
                    </a:lnTo>
                    <a:close/>
                    <a:moveTo>
                      <a:pt x="3361" y="0"/>
                    </a:moveTo>
                    <a:cubicBezTo>
                      <a:pt x="3344" y="0"/>
                      <a:pt x="3326" y="2"/>
                      <a:pt x="3309" y="5"/>
                    </a:cubicBezTo>
                    <a:cubicBezTo>
                      <a:pt x="3181" y="22"/>
                      <a:pt x="3085" y="115"/>
                      <a:pt x="3053" y="237"/>
                    </a:cubicBezTo>
                    <a:lnTo>
                      <a:pt x="17" y="12207"/>
                    </a:lnTo>
                    <a:cubicBezTo>
                      <a:pt x="0" y="12277"/>
                      <a:pt x="9" y="12352"/>
                      <a:pt x="39" y="12414"/>
                    </a:cubicBezTo>
                    <a:lnTo>
                      <a:pt x="1052" y="14614"/>
                    </a:lnTo>
                    <a:cubicBezTo>
                      <a:pt x="1105" y="14728"/>
                      <a:pt x="1219" y="14794"/>
                      <a:pt x="1337" y="14794"/>
                    </a:cubicBezTo>
                    <a:lnTo>
                      <a:pt x="1364" y="14794"/>
                    </a:lnTo>
                    <a:cubicBezTo>
                      <a:pt x="1496" y="14785"/>
                      <a:pt x="1607" y="14689"/>
                      <a:pt x="1641" y="14561"/>
                    </a:cubicBezTo>
                    <a:lnTo>
                      <a:pt x="4818" y="2262"/>
                    </a:lnTo>
                    <a:cubicBezTo>
                      <a:pt x="4840" y="2178"/>
                      <a:pt x="4828" y="2091"/>
                      <a:pt x="4783" y="2020"/>
                    </a:cubicBezTo>
                    <a:lnTo>
                      <a:pt x="3622" y="146"/>
                    </a:lnTo>
                    <a:cubicBezTo>
                      <a:pt x="3565" y="55"/>
                      <a:pt x="3464" y="0"/>
                      <a:pt x="3361"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36" name="Google Shape;1036;p37"/>
              <p:cNvSpPr/>
              <p:nvPr/>
            </p:nvSpPr>
            <p:spPr>
              <a:xfrm>
                <a:off x="2244375" y="4175650"/>
                <a:ext cx="405050" cy="382725"/>
              </a:xfrm>
              <a:custGeom>
                <a:avLst/>
                <a:gdLst/>
                <a:ahLst/>
                <a:cxnLst/>
                <a:rect l="l" t="t" r="r" b="b"/>
                <a:pathLst>
                  <a:path w="16202" h="15309" extrusionOk="0">
                    <a:moveTo>
                      <a:pt x="3032" y="0"/>
                    </a:moveTo>
                    <a:lnTo>
                      <a:pt x="0" y="11973"/>
                    </a:lnTo>
                    <a:lnTo>
                      <a:pt x="13171" y="15308"/>
                    </a:lnTo>
                    <a:lnTo>
                      <a:pt x="16202" y="3335"/>
                    </a:lnTo>
                    <a:lnTo>
                      <a:pt x="3032"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37" name="Google Shape;1037;p37"/>
              <p:cNvSpPr/>
              <p:nvPr/>
            </p:nvSpPr>
            <p:spPr>
              <a:xfrm>
                <a:off x="2236225" y="4167825"/>
                <a:ext cx="421250" cy="398350"/>
              </a:xfrm>
              <a:custGeom>
                <a:avLst/>
                <a:gdLst/>
                <a:ahLst/>
                <a:cxnLst/>
                <a:rect l="l" t="t" r="r" b="b"/>
                <a:pathLst>
                  <a:path w="16850" h="15934" extrusionOk="0">
                    <a:moveTo>
                      <a:pt x="3586" y="696"/>
                    </a:moveTo>
                    <a:lnTo>
                      <a:pt x="16145" y="3878"/>
                    </a:lnTo>
                    <a:lnTo>
                      <a:pt x="13267" y="15243"/>
                    </a:lnTo>
                    <a:lnTo>
                      <a:pt x="704" y="12057"/>
                    </a:lnTo>
                    <a:lnTo>
                      <a:pt x="3586" y="696"/>
                    </a:lnTo>
                    <a:close/>
                    <a:moveTo>
                      <a:pt x="3358" y="1"/>
                    </a:moveTo>
                    <a:cubicBezTo>
                      <a:pt x="3302" y="1"/>
                      <a:pt x="3248" y="14"/>
                      <a:pt x="3200" y="44"/>
                    </a:cubicBezTo>
                    <a:cubicBezTo>
                      <a:pt x="3125" y="88"/>
                      <a:pt x="3076" y="155"/>
                      <a:pt x="3054" y="238"/>
                    </a:cubicBezTo>
                    <a:lnTo>
                      <a:pt x="22" y="12207"/>
                    </a:lnTo>
                    <a:cubicBezTo>
                      <a:pt x="0" y="12290"/>
                      <a:pt x="14" y="12374"/>
                      <a:pt x="58" y="12444"/>
                    </a:cubicBezTo>
                    <a:cubicBezTo>
                      <a:pt x="97" y="12519"/>
                      <a:pt x="168" y="12568"/>
                      <a:pt x="247" y="12590"/>
                    </a:cubicBezTo>
                    <a:lnTo>
                      <a:pt x="13417" y="15925"/>
                    </a:lnTo>
                    <a:cubicBezTo>
                      <a:pt x="13444" y="15934"/>
                      <a:pt x="13470" y="15934"/>
                      <a:pt x="13491" y="15934"/>
                    </a:cubicBezTo>
                    <a:cubicBezTo>
                      <a:pt x="13633" y="15934"/>
                      <a:pt x="13761" y="15842"/>
                      <a:pt x="13796" y="15696"/>
                    </a:cubicBezTo>
                    <a:lnTo>
                      <a:pt x="16832" y="3728"/>
                    </a:lnTo>
                    <a:cubicBezTo>
                      <a:pt x="16850" y="3648"/>
                      <a:pt x="16836" y="3561"/>
                      <a:pt x="16797" y="3490"/>
                    </a:cubicBezTo>
                    <a:cubicBezTo>
                      <a:pt x="16753" y="3419"/>
                      <a:pt x="16682" y="3366"/>
                      <a:pt x="16603" y="3344"/>
                    </a:cubicBezTo>
                    <a:lnTo>
                      <a:pt x="3438" y="9"/>
                    </a:lnTo>
                    <a:cubicBezTo>
                      <a:pt x="3411" y="3"/>
                      <a:pt x="3384" y="1"/>
                      <a:pt x="3358"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38" name="Google Shape;1038;p37"/>
              <p:cNvSpPr/>
              <p:nvPr/>
            </p:nvSpPr>
            <p:spPr>
              <a:xfrm>
                <a:off x="2244375" y="4474950"/>
                <a:ext cx="354575" cy="138425"/>
              </a:xfrm>
              <a:custGeom>
                <a:avLst/>
                <a:gdLst/>
                <a:ahLst/>
                <a:cxnLst/>
                <a:rect l="l" t="t" r="r" b="b"/>
                <a:pathLst>
                  <a:path w="14183" h="5537" extrusionOk="0">
                    <a:moveTo>
                      <a:pt x="0" y="1"/>
                    </a:moveTo>
                    <a:lnTo>
                      <a:pt x="1131" y="1884"/>
                    </a:lnTo>
                    <a:lnTo>
                      <a:pt x="14182" y="5537"/>
                    </a:lnTo>
                    <a:lnTo>
                      <a:pt x="14182" y="5537"/>
                    </a:lnTo>
                    <a:lnTo>
                      <a:pt x="13171" y="3336"/>
                    </a:lnTo>
                    <a:lnTo>
                      <a:pt x="0"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39" name="Google Shape;1039;p37"/>
              <p:cNvSpPr/>
              <p:nvPr/>
            </p:nvSpPr>
            <p:spPr>
              <a:xfrm>
                <a:off x="2236000" y="4467125"/>
                <a:ext cx="371425" cy="154075"/>
              </a:xfrm>
              <a:custGeom>
                <a:avLst/>
                <a:gdLst/>
                <a:ahLst/>
                <a:cxnLst/>
                <a:rect l="l" t="t" r="r" b="b"/>
                <a:pathLst>
                  <a:path w="14857" h="6163" extrusionOk="0">
                    <a:moveTo>
                      <a:pt x="995" y="803"/>
                    </a:moveTo>
                    <a:lnTo>
                      <a:pt x="13281" y="3918"/>
                    </a:lnTo>
                    <a:lnTo>
                      <a:pt x="13949" y="5365"/>
                    </a:lnTo>
                    <a:lnTo>
                      <a:pt x="1672" y="1929"/>
                    </a:lnTo>
                    <a:lnTo>
                      <a:pt x="995" y="803"/>
                    </a:lnTo>
                    <a:close/>
                    <a:moveTo>
                      <a:pt x="331" y="1"/>
                    </a:moveTo>
                    <a:cubicBezTo>
                      <a:pt x="234" y="1"/>
                      <a:pt x="143" y="45"/>
                      <a:pt x="84" y="125"/>
                    </a:cubicBezTo>
                    <a:cubicBezTo>
                      <a:pt x="5" y="231"/>
                      <a:pt x="1" y="367"/>
                      <a:pt x="67" y="477"/>
                    </a:cubicBezTo>
                    <a:lnTo>
                      <a:pt x="1197" y="2361"/>
                    </a:lnTo>
                    <a:cubicBezTo>
                      <a:pt x="1241" y="2430"/>
                      <a:pt x="1308" y="2479"/>
                      <a:pt x="1382" y="2501"/>
                    </a:cubicBezTo>
                    <a:lnTo>
                      <a:pt x="14434" y="6149"/>
                    </a:lnTo>
                    <a:cubicBezTo>
                      <a:pt x="14465" y="6157"/>
                      <a:pt x="14491" y="6163"/>
                      <a:pt x="14517" y="6163"/>
                    </a:cubicBezTo>
                    <a:cubicBezTo>
                      <a:pt x="14609" y="6163"/>
                      <a:pt x="14698" y="6122"/>
                      <a:pt x="14759" y="6052"/>
                    </a:cubicBezTo>
                    <a:cubicBezTo>
                      <a:pt x="14838" y="5960"/>
                      <a:pt x="14856" y="5828"/>
                      <a:pt x="14804" y="5718"/>
                    </a:cubicBezTo>
                    <a:lnTo>
                      <a:pt x="13787" y="3517"/>
                    </a:lnTo>
                    <a:cubicBezTo>
                      <a:pt x="13747" y="3434"/>
                      <a:pt x="13673" y="3368"/>
                      <a:pt x="13580" y="3346"/>
                    </a:cubicBezTo>
                    <a:lnTo>
                      <a:pt x="410" y="11"/>
                    </a:lnTo>
                    <a:cubicBezTo>
                      <a:pt x="384" y="4"/>
                      <a:pt x="357" y="1"/>
                      <a:pt x="331"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40" name="Google Shape;1040;p37"/>
              <p:cNvSpPr/>
              <p:nvPr/>
            </p:nvSpPr>
            <p:spPr>
              <a:xfrm>
                <a:off x="2573625" y="4259025"/>
                <a:ext cx="104850" cy="354350"/>
              </a:xfrm>
              <a:custGeom>
                <a:avLst/>
                <a:gdLst/>
                <a:ahLst/>
                <a:cxnLst/>
                <a:rect l="l" t="t" r="r" b="b"/>
                <a:pathLst>
                  <a:path w="4194" h="14174" extrusionOk="0">
                    <a:moveTo>
                      <a:pt x="3032" y="0"/>
                    </a:moveTo>
                    <a:lnTo>
                      <a:pt x="1" y="11973"/>
                    </a:lnTo>
                    <a:lnTo>
                      <a:pt x="1012" y="14174"/>
                    </a:lnTo>
                    <a:lnTo>
                      <a:pt x="4193" y="1875"/>
                    </a:lnTo>
                    <a:lnTo>
                      <a:pt x="3169" y="224"/>
                    </a:lnTo>
                    <a:lnTo>
                      <a:pt x="3032"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41" name="Google Shape;1041;p37"/>
              <p:cNvSpPr/>
              <p:nvPr/>
            </p:nvSpPr>
            <p:spPr>
              <a:xfrm>
                <a:off x="2565575" y="4251250"/>
                <a:ext cx="121050" cy="369950"/>
              </a:xfrm>
              <a:custGeom>
                <a:avLst/>
                <a:gdLst/>
                <a:ahLst/>
                <a:cxnLst/>
                <a:rect l="l" t="t" r="r" b="b"/>
                <a:pathLst>
                  <a:path w="4842" h="14798" extrusionOk="0">
                    <a:moveTo>
                      <a:pt x="3477" y="1103"/>
                    </a:moveTo>
                    <a:lnTo>
                      <a:pt x="4177" y="2234"/>
                    </a:lnTo>
                    <a:lnTo>
                      <a:pt x="1251" y="13557"/>
                    </a:lnTo>
                    <a:lnTo>
                      <a:pt x="652" y="12253"/>
                    </a:lnTo>
                    <a:lnTo>
                      <a:pt x="3477" y="1103"/>
                    </a:lnTo>
                    <a:close/>
                    <a:moveTo>
                      <a:pt x="3349" y="0"/>
                    </a:moveTo>
                    <a:cubicBezTo>
                      <a:pt x="3335" y="0"/>
                      <a:pt x="3320" y="1"/>
                      <a:pt x="3306" y="3"/>
                    </a:cubicBezTo>
                    <a:cubicBezTo>
                      <a:pt x="3182" y="25"/>
                      <a:pt x="3081" y="113"/>
                      <a:pt x="3050" y="236"/>
                    </a:cubicBezTo>
                    <a:lnTo>
                      <a:pt x="18" y="12210"/>
                    </a:lnTo>
                    <a:cubicBezTo>
                      <a:pt x="1" y="12276"/>
                      <a:pt x="6" y="12351"/>
                      <a:pt x="36" y="12416"/>
                    </a:cubicBezTo>
                    <a:lnTo>
                      <a:pt x="1052" y="14617"/>
                    </a:lnTo>
                    <a:cubicBezTo>
                      <a:pt x="1101" y="14727"/>
                      <a:pt x="1215" y="14798"/>
                      <a:pt x="1334" y="14798"/>
                    </a:cubicBezTo>
                    <a:lnTo>
                      <a:pt x="1365" y="14798"/>
                    </a:lnTo>
                    <a:cubicBezTo>
                      <a:pt x="1497" y="14784"/>
                      <a:pt x="1607" y="14692"/>
                      <a:pt x="1637" y="14564"/>
                    </a:cubicBezTo>
                    <a:lnTo>
                      <a:pt x="4819" y="2261"/>
                    </a:lnTo>
                    <a:cubicBezTo>
                      <a:pt x="4842" y="2182"/>
                      <a:pt x="4828" y="2093"/>
                      <a:pt x="4779" y="2019"/>
                    </a:cubicBezTo>
                    <a:lnTo>
                      <a:pt x="3618" y="149"/>
                    </a:lnTo>
                    <a:cubicBezTo>
                      <a:pt x="3560" y="55"/>
                      <a:pt x="3457" y="0"/>
                      <a:pt x="3349"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42" name="Google Shape;1042;p37"/>
              <p:cNvSpPr/>
              <p:nvPr/>
            </p:nvSpPr>
            <p:spPr>
              <a:xfrm>
                <a:off x="5742825" y="3557600"/>
                <a:ext cx="529725" cy="532475"/>
              </a:xfrm>
              <a:custGeom>
                <a:avLst/>
                <a:gdLst/>
                <a:ahLst/>
                <a:cxnLst/>
                <a:rect l="l" t="t" r="r" b="b"/>
                <a:pathLst>
                  <a:path w="21189" h="21299" extrusionOk="0">
                    <a:moveTo>
                      <a:pt x="10531" y="1"/>
                    </a:moveTo>
                    <a:lnTo>
                      <a:pt x="1" y="11727"/>
                    </a:lnTo>
                    <a:lnTo>
                      <a:pt x="10658" y="21298"/>
                    </a:lnTo>
                    <a:lnTo>
                      <a:pt x="21189" y="9576"/>
                    </a:lnTo>
                    <a:lnTo>
                      <a:pt x="10531"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43" name="Google Shape;1043;p37"/>
              <p:cNvSpPr/>
              <p:nvPr/>
            </p:nvSpPr>
            <p:spPr>
              <a:xfrm>
                <a:off x="5734150" y="3549775"/>
                <a:ext cx="547100" cy="548125"/>
              </a:xfrm>
              <a:custGeom>
                <a:avLst/>
                <a:gdLst/>
                <a:ahLst/>
                <a:cxnLst/>
                <a:rect l="l" t="t" r="r" b="b"/>
                <a:pathLst>
                  <a:path w="21884" h="21925" extrusionOk="0">
                    <a:moveTo>
                      <a:pt x="10900" y="758"/>
                    </a:moveTo>
                    <a:lnTo>
                      <a:pt x="21095" y="9911"/>
                    </a:lnTo>
                    <a:lnTo>
                      <a:pt x="10983" y="21171"/>
                    </a:lnTo>
                    <a:lnTo>
                      <a:pt x="792" y="12014"/>
                    </a:lnTo>
                    <a:lnTo>
                      <a:pt x="10900" y="758"/>
                    </a:lnTo>
                    <a:close/>
                    <a:moveTo>
                      <a:pt x="10875" y="1"/>
                    </a:moveTo>
                    <a:cubicBezTo>
                      <a:pt x="10870" y="1"/>
                      <a:pt x="10865" y="1"/>
                      <a:pt x="10860" y="1"/>
                    </a:cubicBezTo>
                    <a:cubicBezTo>
                      <a:pt x="10776" y="6"/>
                      <a:pt x="10701" y="45"/>
                      <a:pt x="10644" y="107"/>
                    </a:cubicBezTo>
                    <a:lnTo>
                      <a:pt x="114" y="11829"/>
                    </a:lnTo>
                    <a:cubicBezTo>
                      <a:pt x="0" y="11961"/>
                      <a:pt x="9" y="12155"/>
                      <a:pt x="141" y="12274"/>
                    </a:cubicBezTo>
                    <a:lnTo>
                      <a:pt x="10799" y="21845"/>
                    </a:lnTo>
                    <a:cubicBezTo>
                      <a:pt x="10856" y="21898"/>
                      <a:pt x="10931" y="21924"/>
                      <a:pt x="11005" y="21924"/>
                    </a:cubicBezTo>
                    <a:lnTo>
                      <a:pt x="11022" y="21924"/>
                    </a:lnTo>
                    <a:cubicBezTo>
                      <a:pt x="11107" y="21920"/>
                      <a:pt x="11186" y="21884"/>
                      <a:pt x="11239" y="21823"/>
                    </a:cubicBezTo>
                    <a:lnTo>
                      <a:pt x="21768" y="10096"/>
                    </a:lnTo>
                    <a:cubicBezTo>
                      <a:pt x="21883" y="9968"/>
                      <a:pt x="21874" y="9770"/>
                      <a:pt x="21747" y="9656"/>
                    </a:cubicBezTo>
                    <a:lnTo>
                      <a:pt x="11089" y="80"/>
                    </a:lnTo>
                    <a:cubicBezTo>
                      <a:pt x="11026" y="31"/>
                      <a:pt x="10953" y="1"/>
                      <a:pt x="10875"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44" name="Google Shape;1044;p37"/>
              <p:cNvSpPr/>
              <p:nvPr/>
            </p:nvSpPr>
            <p:spPr>
              <a:xfrm>
                <a:off x="6009275" y="3796975"/>
                <a:ext cx="333450" cy="293100"/>
              </a:xfrm>
              <a:custGeom>
                <a:avLst/>
                <a:gdLst/>
                <a:ahLst/>
                <a:cxnLst/>
                <a:rect l="l" t="t" r="r" b="b"/>
                <a:pathLst>
                  <a:path w="13338" h="11724" extrusionOk="0">
                    <a:moveTo>
                      <a:pt x="10531" y="1"/>
                    </a:moveTo>
                    <a:lnTo>
                      <a:pt x="0" y="11723"/>
                    </a:lnTo>
                    <a:lnTo>
                      <a:pt x="2548" y="11578"/>
                    </a:lnTo>
                    <a:lnTo>
                      <a:pt x="13338" y="141"/>
                    </a:lnTo>
                    <a:lnTo>
                      <a:pt x="10531"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45" name="Google Shape;1045;p37"/>
              <p:cNvSpPr/>
              <p:nvPr/>
            </p:nvSpPr>
            <p:spPr>
              <a:xfrm>
                <a:off x="6000900" y="3789150"/>
                <a:ext cx="350200" cy="308750"/>
              </a:xfrm>
              <a:custGeom>
                <a:avLst/>
                <a:gdLst/>
                <a:ahLst/>
                <a:cxnLst/>
                <a:rect l="l" t="t" r="r" b="b"/>
                <a:pathLst>
                  <a:path w="14008" h="12350" extrusionOk="0">
                    <a:moveTo>
                      <a:pt x="11002" y="631"/>
                    </a:moveTo>
                    <a:lnTo>
                      <a:pt x="12982" y="732"/>
                    </a:lnTo>
                    <a:lnTo>
                      <a:pt x="2742" y="11583"/>
                    </a:lnTo>
                    <a:lnTo>
                      <a:pt x="1079" y="11679"/>
                    </a:lnTo>
                    <a:lnTo>
                      <a:pt x="11002" y="631"/>
                    </a:lnTo>
                    <a:close/>
                    <a:moveTo>
                      <a:pt x="10859" y="0"/>
                    </a:moveTo>
                    <a:cubicBezTo>
                      <a:pt x="10778" y="0"/>
                      <a:pt x="10692" y="38"/>
                      <a:pt x="10632" y="103"/>
                    </a:cubicBezTo>
                    <a:lnTo>
                      <a:pt x="102" y="11829"/>
                    </a:lnTo>
                    <a:cubicBezTo>
                      <a:pt x="19" y="11922"/>
                      <a:pt x="1" y="12059"/>
                      <a:pt x="54" y="12173"/>
                    </a:cubicBezTo>
                    <a:cubicBezTo>
                      <a:pt x="106" y="12283"/>
                      <a:pt x="216" y="12349"/>
                      <a:pt x="335" y="12349"/>
                    </a:cubicBezTo>
                    <a:lnTo>
                      <a:pt x="352" y="12349"/>
                    </a:lnTo>
                    <a:lnTo>
                      <a:pt x="2901" y="12203"/>
                    </a:lnTo>
                    <a:cubicBezTo>
                      <a:pt x="2984" y="12199"/>
                      <a:pt x="3059" y="12164"/>
                      <a:pt x="3112" y="12107"/>
                    </a:cubicBezTo>
                    <a:lnTo>
                      <a:pt x="13902" y="670"/>
                    </a:lnTo>
                    <a:cubicBezTo>
                      <a:pt x="13985" y="582"/>
                      <a:pt x="14007" y="450"/>
                      <a:pt x="13963" y="340"/>
                    </a:cubicBezTo>
                    <a:cubicBezTo>
                      <a:pt x="13919" y="226"/>
                      <a:pt x="13809" y="151"/>
                      <a:pt x="13691" y="142"/>
                    </a:cubicBezTo>
                    <a:lnTo>
                      <a:pt x="10883" y="1"/>
                    </a:lnTo>
                    <a:cubicBezTo>
                      <a:pt x="10875" y="1"/>
                      <a:pt x="10867" y="0"/>
                      <a:pt x="10859"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46" name="Google Shape;1046;p37"/>
              <p:cNvSpPr/>
              <p:nvPr/>
            </p:nvSpPr>
            <p:spPr>
              <a:xfrm>
                <a:off x="6006075" y="3552975"/>
                <a:ext cx="336650" cy="247550"/>
              </a:xfrm>
              <a:custGeom>
                <a:avLst/>
                <a:gdLst/>
                <a:ahLst/>
                <a:cxnLst/>
                <a:rect l="l" t="t" r="r" b="b"/>
                <a:pathLst>
                  <a:path w="13466" h="9902" extrusionOk="0">
                    <a:moveTo>
                      <a:pt x="2548" y="1"/>
                    </a:moveTo>
                    <a:lnTo>
                      <a:pt x="304" y="163"/>
                    </a:lnTo>
                    <a:lnTo>
                      <a:pt x="1" y="186"/>
                    </a:lnTo>
                    <a:lnTo>
                      <a:pt x="10659" y="9761"/>
                    </a:lnTo>
                    <a:lnTo>
                      <a:pt x="13466" y="9901"/>
                    </a:lnTo>
                    <a:lnTo>
                      <a:pt x="2548"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47" name="Google Shape;1047;p37"/>
              <p:cNvSpPr/>
              <p:nvPr/>
            </p:nvSpPr>
            <p:spPr>
              <a:xfrm>
                <a:off x="5997600" y="3545150"/>
                <a:ext cx="353600" cy="263200"/>
              </a:xfrm>
              <a:custGeom>
                <a:avLst/>
                <a:gdLst/>
                <a:ahLst/>
                <a:cxnLst/>
                <a:rect l="l" t="t" r="r" b="b"/>
                <a:pathLst>
                  <a:path w="14144" h="10528" extrusionOk="0">
                    <a:moveTo>
                      <a:pt x="2777" y="635"/>
                    </a:moveTo>
                    <a:lnTo>
                      <a:pt x="12942" y="9859"/>
                    </a:lnTo>
                    <a:lnTo>
                      <a:pt x="11124" y="9766"/>
                    </a:lnTo>
                    <a:lnTo>
                      <a:pt x="1097" y="758"/>
                    </a:lnTo>
                    <a:lnTo>
                      <a:pt x="2777" y="635"/>
                    </a:lnTo>
                    <a:close/>
                    <a:moveTo>
                      <a:pt x="2881" y="1"/>
                    </a:moveTo>
                    <a:cubicBezTo>
                      <a:pt x="2876" y="1"/>
                      <a:pt x="2871" y="1"/>
                      <a:pt x="2866" y="1"/>
                    </a:cubicBezTo>
                    <a:lnTo>
                      <a:pt x="318" y="186"/>
                    </a:lnTo>
                    <a:cubicBezTo>
                      <a:pt x="190" y="195"/>
                      <a:pt x="84" y="279"/>
                      <a:pt x="45" y="397"/>
                    </a:cubicBezTo>
                    <a:cubicBezTo>
                      <a:pt x="1" y="516"/>
                      <a:pt x="36" y="648"/>
                      <a:pt x="128" y="732"/>
                    </a:cubicBezTo>
                    <a:lnTo>
                      <a:pt x="10791" y="10307"/>
                    </a:lnTo>
                    <a:cubicBezTo>
                      <a:pt x="10843" y="10351"/>
                      <a:pt x="10909" y="10382"/>
                      <a:pt x="10984" y="10387"/>
                    </a:cubicBezTo>
                    <a:lnTo>
                      <a:pt x="13787" y="10527"/>
                    </a:lnTo>
                    <a:lnTo>
                      <a:pt x="13805" y="10527"/>
                    </a:lnTo>
                    <a:cubicBezTo>
                      <a:pt x="13932" y="10527"/>
                      <a:pt x="14046" y="10452"/>
                      <a:pt x="14095" y="10334"/>
                    </a:cubicBezTo>
                    <a:cubicBezTo>
                      <a:pt x="14144" y="10214"/>
                      <a:pt x="14113" y="10074"/>
                      <a:pt x="14016" y="9981"/>
                    </a:cubicBezTo>
                    <a:lnTo>
                      <a:pt x="3098" y="86"/>
                    </a:lnTo>
                    <a:cubicBezTo>
                      <a:pt x="3037" y="31"/>
                      <a:pt x="2959" y="1"/>
                      <a:pt x="2881"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48" name="Google Shape;1048;p37"/>
              <p:cNvSpPr/>
              <p:nvPr/>
            </p:nvSpPr>
            <p:spPr>
              <a:xfrm>
                <a:off x="5581225" y="4250750"/>
                <a:ext cx="244675" cy="246025"/>
              </a:xfrm>
              <a:custGeom>
                <a:avLst/>
                <a:gdLst/>
                <a:ahLst/>
                <a:cxnLst/>
                <a:rect l="l" t="t" r="r" b="b"/>
                <a:pathLst>
                  <a:path w="9787" h="9841" extrusionOk="0">
                    <a:moveTo>
                      <a:pt x="4863" y="1"/>
                    </a:moveTo>
                    <a:lnTo>
                      <a:pt x="0" y="5418"/>
                    </a:lnTo>
                    <a:lnTo>
                      <a:pt x="4925" y="9840"/>
                    </a:lnTo>
                    <a:lnTo>
                      <a:pt x="9787" y="4424"/>
                    </a:lnTo>
                    <a:lnTo>
                      <a:pt x="4863"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49" name="Google Shape;1049;p37"/>
              <p:cNvSpPr/>
              <p:nvPr/>
            </p:nvSpPr>
            <p:spPr>
              <a:xfrm>
                <a:off x="5573200" y="4242925"/>
                <a:ext cx="260625" cy="261650"/>
              </a:xfrm>
              <a:custGeom>
                <a:avLst/>
                <a:gdLst/>
                <a:ahLst/>
                <a:cxnLst/>
                <a:rect l="l" t="t" r="r" b="b"/>
                <a:pathLst>
                  <a:path w="10425" h="10466" extrusionOk="0">
                    <a:moveTo>
                      <a:pt x="5210" y="754"/>
                    </a:moveTo>
                    <a:lnTo>
                      <a:pt x="9668" y="4759"/>
                    </a:lnTo>
                    <a:lnTo>
                      <a:pt x="5219" y="9709"/>
                    </a:lnTo>
                    <a:lnTo>
                      <a:pt x="762" y="5705"/>
                    </a:lnTo>
                    <a:lnTo>
                      <a:pt x="5210" y="754"/>
                    </a:lnTo>
                    <a:close/>
                    <a:moveTo>
                      <a:pt x="5184" y="1"/>
                    </a:moveTo>
                    <a:cubicBezTo>
                      <a:pt x="5098" y="1"/>
                      <a:pt x="5012" y="35"/>
                      <a:pt x="4951" y="103"/>
                    </a:cubicBezTo>
                    <a:lnTo>
                      <a:pt x="88" y="5520"/>
                    </a:lnTo>
                    <a:cubicBezTo>
                      <a:pt x="31" y="5581"/>
                      <a:pt x="0" y="5665"/>
                      <a:pt x="5" y="5744"/>
                    </a:cubicBezTo>
                    <a:cubicBezTo>
                      <a:pt x="9" y="5828"/>
                      <a:pt x="49" y="5907"/>
                      <a:pt x="110" y="5964"/>
                    </a:cubicBezTo>
                    <a:lnTo>
                      <a:pt x="5035" y="10387"/>
                    </a:lnTo>
                    <a:cubicBezTo>
                      <a:pt x="5096" y="10439"/>
                      <a:pt x="5171" y="10466"/>
                      <a:pt x="5246" y="10466"/>
                    </a:cubicBezTo>
                    <a:cubicBezTo>
                      <a:pt x="5329" y="10466"/>
                      <a:pt x="5417" y="10431"/>
                      <a:pt x="5479" y="10360"/>
                    </a:cubicBezTo>
                    <a:lnTo>
                      <a:pt x="10341" y="4944"/>
                    </a:lnTo>
                    <a:cubicBezTo>
                      <a:pt x="10398" y="4881"/>
                      <a:pt x="10425" y="4802"/>
                      <a:pt x="10421" y="4719"/>
                    </a:cubicBezTo>
                    <a:cubicBezTo>
                      <a:pt x="10416" y="4635"/>
                      <a:pt x="10380" y="4556"/>
                      <a:pt x="10319" y="4503"/>
                    </a:cubicBezTo>
                    <a:lnTo>
                      <a:pt x="5395" y="81"/>
                    </a:lnTo>
                    <a:cubicBezTo>
                      <a:pt x="5335" y="28"/>
                      <a:pt x="5259" y="1"/>
                      <a:pt x="5184"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50" name="Google Shape;1050;p37"/>
              <p:cNvSpPr/>
              <p:nvPr/>
            </p:nvSpPr>
            <p:spPr>
              <a:xfrm>
                <a:off x="5704325" y="4361325"/>
                <a:ext cx="154025" cy="135450"/>
              </a:xfrm>
              <a:custGeom>
                <a:avLst/>
                <a:gdLst/>
                <a:ahLst/>
                <a:cxnLst/>
                <a:rect l="l" t="t" r="r" b="b"/>
                <a:pathLst>
                  <a:path w="6161" h="5418" extrusionOk="0">
                    <a:moveTo>
                      <a:pt x="4863" y="1"/>
                    </a:moveTo>
                    <a:lnTo>
                      <a:pt x="1" y="5417"/>
                    </a:lnTo>
                    <a:lnTo>
                      <a:pt x="1" y="5417"/>
                    </a:lnTo>
                    <a:lnTo>
                      <a:pt x="1175" y="5346"/>
                    </a:lnTo>
                    <a:lnTo>
                      <a:pt x="6161" y="66"/>
                    </a:lnTo>
                    <a:lnTo>
                      <a:pt x="4863"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51" name="Google Shape;1051;p37"/>
              <p:cNvSpPr/>
              <p:nvPr/>
            </p:nvSpPr>
            <p:spPr>
              <a:xfrm>
                <a:off x="5695850" y="4353500"/>
                <a:ext cx="170875" cy="151075"/>
              </a:xfrm>
              <a:custGeom>
                <a:avLst/>
                <a:gdLst/>
                <a:ahLst/>
                <a:cxnLst/>
                <a:rect l="l" t="t" r="r" b="b"/>
                <a:pathLst>
                  <a:path w="6835" h="6043" extrusionOk="0">
                    <a:moveTo>
                      <a:pt x="5338" y="630"/>
                    </a:moveTo>
                    <a:lnTo>
                      <a:pt x="5805" y="657"/>
                    </a:lnTo>
                    <a:lnTo>
                      <a:pt x="1374" y="5356"/>
                    </a:lnTo>
                    <a:lnTo>
                      <a:pt x="1079" y="5374"/>
                    </a:lnTo>
                    <a:lnTo>
                      <a:pt x="5338" y="630"/>
                    </a:lnTo>
                    <a:close/>
                    <a:moveTo>
                      <a:pt x="5204" y="1"/>
                    </a:moveTo>
                    <a:cubicBezTo>
                      <a:pt x="5113" y="1"/>
                      <a:pt x="5032" y="35"/>
                      <a:pt x="4969" y="102"/>
                    </a:cubicBezTo>
                    <a:lnTo>
                      <a:pt x="106" y="5519"/>
                    </a:lnTo>
                    <a:cubicBezTo>
                      <a:pt x="19" y="5616"/>
                      <a:pt x="1" y="5752"/>
                      <a:pt x="58" y="5866"/>
                    </a:cubicBezTo>
                    <a:cubicBezTo>
                      <a:pt x="106" y="5972"/>
                      <a:pt x="216" y="6043"/>
                      <a:pt x="340" y="6043"/>
                    </a:cubicBezTo>
                    <a:lnTo>
                      <a:pt x="357" y="6043"/>
                    </a:lnTo>
                    <a:lnTo>
                      <a:pt x="1532" y="5972"/>
                    </a:lnTo>
                    <a:cubicBezTo>
                      <a:pt x="1611" y="5968"/>
                      <a:pt x="1686" y="5933"/>
                      <a:pt x="1743" y="5876"/>
                    </a:cubicBezTo>
                    <a:lnTo>
                      <a:pt x="6729" y="596"/>
                    </a:lnTo>
                    <a:cubicBezTo>
                      <a:pt x="6813" y="503"/>
                      <a:pt x="6835" y="375"/>
                      <a:pt x="6790" y="261"/>
                    </a:cubicBezTo>
                    <a:cubicBezTo>
                      <a:pt x="6746" y="147"/>
                      <a:pt x="6636" y="72"/>
                      <a:pt x="6514" y="68"/>
                    </a:cubicBezTo>
                    <a:lnTo>
                      <a:pt x="5220" y="1"/>
                    </a:lnTo>
                    <a:cubicBezTo>
                      <a:pt x="5215" y="1"/>
                      <a:pt x="5209" y="1"/>
                      <a:pt x="5204"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52" name="Google Shape;1052;p37"/>
              <p:cNvSpPr/>
              <p:nvPr/>
            </p:nvSpPr>
            <p:spPr>
              <a:xfrm>
                <a:off x="5702775" y="4248575"/>
                <a:ext cx="155575" cy="114425"/>
              </a:xfrm>
              <a:custGeom>
                <a:avLst/>
                <a:gdLst/>
                <a:ahLst/>
                <a:cxnLst/>
                <a:rect l="l" t="t" r="r" b="b"/>
                <a:pathLst>
                  <a:path w="6223" h="4577" extrusionOk="0">
                    <a:moveTo>
                      <a:pt x="1180" y="0"/>
                    </a:moveTo>
                    <a:lnTo>
                      <a:pt x="142" y="75"/>
                    </a:lnTo>
                    <a:lnTo>
                      <a:pt x="1" y="88"/>
                    </a:lnTo>
                    <a:lnTo>
                      <a:pt x="4925" y="4511"/>
                    </a:lnTo>
                    <a:lnTo>
                      <a:pt x="6223" y="4576"/>
                    </a:lnTo>
                    <a:lnTo>
                      <a:pt x="1180"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53" name="Google Shape;1053;p37"/>
              <p:cNvSpPr/>
              <p:nvPr/>
            </p:nvSpPr>
            <p:spPr>
              <a:xfrm>
                <a:off x="5694425" y="4240750"/>
                <a:ext cx="172400" cy="130050"/>
              </a:xfrm>
              <a:custGeom>
                <a:avLst/>
                <a:gdLst/>
                <a:ahLst/>
                <a:cxnLst/>
                <a:rect l="l" t="t" r="r" b="b"/>
                <a:pathLst>
                  <a:path w="6896" h="5202" extrusionOk="0">
                    <a:moveTo>
                      <a:pt x="1400" y="634"/>
                    </a:moveTo>
                    <a:lnTo>
                      <a:pt x="5694" y="4529"/>
                    </a:lnTo>
                    <a:lnTo>
                      <a:pt x="5387" y="4515"/>
                    </a:lnTo>
                    <a:lnTo>
                      <a:pt x="1092" y="656"/>
                    </a:lnTo>
                    <a:lnTo>
                      <a:pt x="1400" y="634"/>
                    </a:lnTo>
                    <a:close/>
                    <a:moveTo>
                      <a:pt x="1507" y="0"/>
                    </a:moveTo>
                    <a:cubicBezTo>
                      <a:pt x="1502" y="0"/>
                      <a:pt x="1497" y="0"/>
                      <a:pt x="1492" y="1"/>
                    </a:cubicBezTo>
                    <a:lnTo>
                      <a:pt x="313" y="89"/>
                    </a:lnTo>
                    <a:cubicBezTo>
                      <a:pt x="186" y="98"/>
                      <a:pt x="80" y="181"/>
                      <a:pt x="40" y="300"/>
                    </a:cubicBezTo>
                    <a:cubicBezTo>
                      <a:pt x="1" y="419"/>
                      <a:pt x="31" y="551"/>
                      <a:pt x="129" y="634"/>
                    </a:cubicBezTo>
                    <a:lnTo>
                      <a:pt x="5052" y="5057"/>
                    </a:lnTo>
                    <a:cubicBezTo>
                      <a:pt x="5105" y="5106"/>
                      <a:pt x="5171" y="5132"/>
                      <a:pt x="5245" y="5136"/>
                    </a:cubicBezTo>
                    <a:lnTo>
                      <a:pt x="6539" y="5202"/>
                    </a:lnTo>
                    <a:lnTo>
                      <a:pt x="6557" y="5202"/>
                    </a:lnTo>
                    <a:cubicBezTo>
                      <a:pt x="6680" y="5202"/>
                      <a:pt x="6795" y="5127"/>
                      <a:pt x="6847" y="5008"/>
                    </a:cubicBezTo>
                    <a:cubicBezTo>
                      <a:pt x="6896" y="4885"/>
                      <a:pt x="6865" y="4744"/>
                      <a:pt x="6768" y="4657"/>
                    </a:cubicBezTo>
                    <a:lnTo>
                      <a:pt x="1721" y="80"/>
                    </a:lnTo>
                    <a:cubicBezTo>
                      <a:pt x="1664" y="30"/>
                      <a:pt x="1586" y="0"/>
                      <a:pt x="1507"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54" name="Google Shape;1054;p37"/>
              <p:cNvSpPr/>
              <p:nvPr/>
            </p:nvSpPr>
            <p:spPr>
              <a:xfrm>
                <a:off x="5021850" y="3168075"/>
                <a:ext cx="244650" cy="246000"/>
              </a:xfrm>
              <a:custGeom>
                <a:avLst/>
                <a:gdLst/>
                <a:ahLst/>
                <a:cxnLst/>
                <a:rect l="l" t="t" r="r" b="b"/>
                <a:pathLst>
                  <a:path w="9786" h="9840" extrusionOk="0">
                    <a:moveTo>
                      <a:pt x="4862" y="0"/>
                    </a:moveTo>
                    <a:lnTo>
                      <a:pt x="0" y="5417"/>
                    </a:lnTo>
                    <a:lnTo>
                      <a:pt x="4924" y="9840"/>
                    </a:lnTo>
                    <a:lnTo>
                      <a:pt x="9786" y="4423"/>
                    </a:lnTo>
                    <a:lnTo>
                      <a:pt x="4862"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55" name="Google Shape;1055;p37"/>
              <p:cNvSpPr/>
              <p:nvPr/>
            </p:nvSpPr>
            <p:spPr>
              <a:xfrm>
                <a:off x="5013150" y="3160275"/>
                <a:ext cx="261400" cy="261725"/>
              </a:xfrm>
              <a:custGeom>
                <a:avLst/>
                <a:gdLst/>
                <a:ahLst/>
                <a:cxnLst/>
                <a:rect l="l" t="t" r="r" b="b"/>
                <a:pathLst>
                  <a:path w="10456" h="10469" extrusionOk="0">
                    <a:moveTo>
                      <a:pt x="5237" y="757"/>
                    </a:moveTo>
                    <a:lnTo>
                      <a:pt x="9695" y="4761"/>
                    </a:lnTo>
                    <a:lnTo>
                      <a:pt x="5245" y="9711"/>
                    </a:lnTo>
                    <a:lnTo>
                      <a:pt x="788" y="5707"/>
                    </a:lnTo>
                    <a:lnTo>
                      <a:pt x="5237" y="757"/>
                    </a:lnTo>
                    <a:close/>
                    <a:moveTo>
                      <a:pt x="5216" y="1"/>
                    </a:moveTo>
                    <a:cubicBezTo>
                      <a:pt x="5129" y="1"/>
                      <a:pt x="5042" y="36"/>
                      <a:pt x="4977" y="105"/>
                    </a:cubicBezTo>
                    <a:lnTo>
                      <a:pt x="115" y="5522"/>
                    </a:lnTo>
                    <a:cubicBezTo>
                      <a:pt x="1" y="5650"/>
                      <a:pt x="9" y="5848"/>
                      <a:pt x="137" y="5962"/>
                    </a:cubicBezTo>
                    <a:lnTo>
                      <a:pt x="5061" y="10385"/>
                    </a:lnTo>
                    <a:cubicBezTo>
                      <a:pt x="5123" y="10442"/>
                      <a:pt x="5197" y="10468"/>
                      <a:pt x="5272" y="10468"/>
                    </a:cubicBezTo>
                    <a:cubicBezTo>
                      <a:pt x="5355" y="10468"/>
                      <a:pt x="5444" y="10433"/>
                      <a:pt x="5505" y="10363"/>
                    </a:cubicBezTo>
                    <a:lnTo>
                      <a:pt x="10367" y="4946"/>
                    </a:lnTo>
                    <a:cubicBezTo>
                      <a:pt x="10424" y="4884"/>
                      <a:pt x="10456" y="4800"/>
                      <a:pt x="10451" y="4721"/>
                    </a:cubicBezTo>
                    <a:cubicBezTo>
                      <a:pt x="10447" y="4638"/>
                      <a:pt x="10407" y="4559"/>
                      <a:pt x="10345" y="4506"/>
                    </a:cubicBezTo>
                    <a:lnTo>
                      <a:pt x="5422" y="79"/>
                    </a:lnTo>
                    <a:cubicBezTo>
                      <a:pt x="5363" y="26"/>
                      <a:pt x="5289" y="1"/>
                      <a:pt x="5216"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56" name="Google Shape;1056;p37"/>
              <p:cNvSpPr/>
              <p:nvPr/>
            </p:nvSpPr>
            <p:spPr>
              <a:xfrm>
                <a:off x="5144925" y="3278650"/>
                <a:ext cx="154050" cy="135425"/>
              </a:xfrm>
              <a:custGeom>
                <a:avLst/>
                <a:gdLst/>
                <a:ahLst/>
                <a:cxnLst/>
                <a:rect l="l" t="t" r="r" b="b"/>
                <a:pathLst>
                  <a:path w="6162" h="5417" extrusionOk="0">
                    <a:moveTo>
                      <a:pt x="4863" y="0"/>
                    </a:moveTo>
                    <a:lnTo>
                      <a:pt x="1" y="5417"/>
                    </a:lnTo>
                    <a:lnTo>
                      <a:pt x="1176" y="5350"/>
                    </a:lnTo>
                    <a:lnTo>
                      <a:pt x="6162" y="65"/>
                    </a:lnTo>
                    <a:lnTo>
                      <a:pt x="4863"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57" name="Google Shape;1057;p37"/>
              <p:cNvSpPr/>
              <p:nvPr/>
            </p:nvSpPr>
            <p:spPr>
              <a:xfrm>
                <a:off x="5136450" y="3270825"/>
                <a:ext cx="170975" cy="151175"/>
              </a:xfrm>
              <a:custGeom>
                <a:avLst/>
                <a:gdLst/>
                <a:ahLst/>
                <a:cxnLst/>
                <a:rect l="l" t="t" r="r" b="b"/>
                <a:pathLst>
                  <a:path w="6839" h="6047" extrusionOk="0">
                    <a:moveTo>
                      <a:pt x="5339" y="634"/>
                    </a:moveTo>
                    <a:lnTo>
                      <a:pt x="5809" y="660"/>
                    </a:lnTo>
                    <a:lnTo>
                      <a:pt x="1374" y="5360"/>
                    </a:lnTo>
                    <a:lnTo>
                      <a:pt x="1079" y="5373"/>
                    </a:lnTo>
                    <a:lnTo>
                      <a:pt x="5339" y="634"/>
                    </a:lnTo>
                    <a:close/>
                    <a:moveTo>
                      <a:pt x="5220" y="0"/>
                    </a:moveTo>
                    <a:cubicBezTo>
                      <a:pt x="5128" y="0"/>
                      <a:pt x="5035" y="35"/>
                      <a:pt x="4974" y="106"/>
                    </a:cubicBezTo>
                    <a:lnTo>
                      <a:pt x="106" y="5523"/>
                    </a:lnTo>
                    <a:cubicBezTo>
                      <a:pt x="23" y="5615"/>
                      <a:pt x="1" y="5752"/>
                      <a:pt x="59" y="5866"/>
                    </a:cubicBezTo>
                    <a:cubicBezTo>
                      <a:pt x="112" y="5976"/>
                      <a:pt x="221" y="6046"/>
                      <a:pt x="340" y="6046"/>
                    </a:cubicBezTo>
                    <a:cubicBezTo>
                      <a:pt x="344" y="6046"/>
                      <a:pt x="353" y="6046"/>
                      <a:pt x="358" y="6042"/>
                    </a:cubicBezTo>
                    <a:lnTo>
                      <a:pt x="1532" y="5976"/>
                    </a:lnTo>
                    <a:cubicBezTo>
                      <a:pt x="1617" y="5971"/>
                      <a:pt x="1690" y="5937"/>
                      <a:pt x="1743" y="5879"/>
                    </a:cubicBezTo>
                    <a:lnTo>
                      <a:pt x="6729" y="594"/>
                    </a:lnTo>
                    <a:cubicBezTo>
                      <a:pt x="6812" y="506"/>
                      <a:pt x="6839" y="378"/>
                      <a:pt x="6791" y="264"/>
                    </a:cubicBezTo>
                    <a:cubicBezTo>
                      <a:pt x="6747" y="149"/>
                      <a:pt x="6637" y="75"/>
                      <a:pt x="6518" y="66"/>
                    </a:cubicBezTo>
                    <a:lnTo>
                      <a:pt x="5220" y="0"/>
                    </a:ln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58" name="Google Shape;1058;p37"/>
              <p:cNvSpPr/>
              <p:nvPr/>
            </p:nvSpPr>
            <p:spPr>
              <a:xfrm>
                <a:off x="5143400" y="3165975"/>
                <a:ext cx="155575" cy="114325"/>
              </a:xfrm>
              <a:custGeom>
                <a:avLst/>
                <a:gdLst/>
                <a:ahLst/>
                <a:cxnLst/>
                <a:rect l="l" t="t" r="r" b="b"/>
                <a:pathLst>
                  <a:path w="6223" h="4573" extrusionOk="0">
                    <a:moveTo>
                      <a:pt x="1180" y="1"/>
                    </a:moveTo>
                    <a:lnTo>
                      <a:pt x="141" y="76"/>
                    </a:lnTo>
                    <a:lnTo>
                      <a:pt x="0" y="84"/>
                    </a:lnTo>
                    <a:lnTo>
                      <a:pt x="4924" y="4507"/>
                    </a:lnTo>
                    <a:lnTo>
                      <a:pt x="6223" y="4572"/>
                    </a:lnTo>
                    <a:lnTo>
                      <a:pt x="1180"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59" name="Google Shape;1059;p37"/>
              <p:cNvSpPr/>
              <p:nvPr/>
            </p:nvSpPr>
            <p:spPr>
              <a:xfrm>
                <a:off x="5135025" y="3158150"/>
                <a:ext cx="172400" cy="130075"/>
              </a:xfrm>
              <a:custGeom>
                <a:avLst/>
                <a:gdLst/>
                <a:ahLst/>
                <a:cxnLst/>
                <a:rect l="l" t="t" r="r" b="b"/>
                <a:pathLst>
                  <a:path w="6896" h="5203" extrusionOk="0">
                    <a:moveTo>
                      <a:pt x="1404" y="635"/>
                    </a:moveTo>
                    <a:lnTo>
                      <a:pt x="5699" y="4530"/>
                    </a:lnTo>
                    <a:lnTo>
                      <a:pt x="5699" y="4530"/>
                    </a:lnTo>
                    <a:lnTo>
                      <a:pt x="5387" y="4516"/>
                    </a:lnTo>
                    <a:lnTo>
                      <a:pt x="1093" y="657"/>
                    </a:lnTo>
                    <a:lnTo>
                      <a:pt x="1404" y="635"/>
                    </a:lnTo>
                    <a:close/>
                    <a:moveTo>
                      <a:pt x="1510" y="1"/>
                    </a:moveTo>
                    <a:cubicBezTo>
                      <a:pt x="1504" y="1"/>
                      <a:pt x="1499" y="1"/>
                      <a:pt x="1493" y="1"/>
                    </a:cubicBezTo>
                    <a:lnTo>
                      <a:pt x="313" y="85"/>
                    </a:lnTo>
                    <a:cubicBezTo>
                      <a:pt x="190" y="94"/>
                      <a:pt x="80" y="178"/>
                      <a:pt x="41" y="296"/>
                    </a:cubicBezTo>
                    <a:cubicBezTo>
                      <a:pt x="1" y="415"/>
                      <a:pt x="31" y="547"/>
                      <a:pt x="129" y="631"/>
                    </a:cubicBezTo>
                    <a:lnTo>
                      <a:pt x="5053" y="5052"/>
                    </a:lnTo>
                    <a:cubicBezTo>
                      <a:pt x="5106" y="5101"/>
                      <a:pt x="5175" y="5132"/>
                      <a:pt x="5246" y="5137"/>
                    </a:cubicBezTo>
                    <a:lnTo>
                      <a:pt x="6544" y="5202"/>
                    </a:lnTo>
                    <a:lnTo>
                      <a:pt x="6558" y="5202"/>
                    </a:lnTo>
                    <a:cubicBezTo>
                      <a:pt x="6685" y="5202"/>
                      <a:pt x="6800" y="5123"/>
                      <a:pt x="6848" y="5009"/>
                    </a:cubicBezTo>
                    <a:cubicBezTo>
                      <a:pt x="6896" y="4885"/>
                      <a:pt x="6865" y="4745"/>
                      <a:pt x="6769" y="4656"/>
                    </a:cubicBezTo>
                    <a:lnTo>
                      <a:pt x="1726" y="80"/>
                    </a:lnTo>
                    <a:cubicBezTo>
                      <a:pt x="1664" y="27"/>
                      <a:pt x="1588" y="1"/>
                      <a:pt x="1510"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60" name="Google Shape;1060;p37"/>
              <p:cNvSpPr/>
              <p:nvPr/>
            </p:nvSpPr>
            <p:spPr>
              <a:xfrm>
                <a:off x="5167375" y="4009300"/>
                <a:ext cx="244700" cy="246000"/>
              </a:xfrm>
              <a:custGeom>
                <a:avLst/>
                <a:gdLst/>
                <a:ahLst/>
                <a:cxnLst/>
                <a:rect l="l" t="t" r="r" b="b"/>
                <a:pathLst>
                  <a:path w="9788" h="9840" extrusionOk="0">
                    <a:moveTo>
                      <a:pt x="4863" y="1"/>
                    </a:moveTo>
                    <a:lnTo>
                      <a:pt x="0" y="5418"/>
                    </a:lnTo>
                    <a:lnTo>
                      <a:pt x="4925" y="9839"/>
                    </a:lnTo>
                    <a:lnTo>
                      <a:pt x="9787" y="4423"/>
                    </a:lnTo>
                    <a:lnTo>
                      <a:pt x="4863"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61" name="Google Shape;1061;p37"/>
              <p:cNvSpPr/>
              <p:nvPr/>
            </p:nvSpPr>
            <p:spPr>
              <a:xfrm>
                <a:off x="5159450" y="4001525"/>
                <a:ext cx="260650" cy="261700"/>
              </a:xfrm>
              <a:custGeom>
                <a:avLst/>
                <a:gdLst/>
                <a:ahLst/>
                <a:cxnLst/>
                <a:rect l="l" t="t" r="r" b="b"/>
                <a:pathLst>
                  <a:path w="10426" h="10468" extrusionOk="0">
                    <a:moveTo>
                      <a:pt x="5206" y="756"/>
                    </a:moveTo>
                    <a:lnTo>
                      <a:pt x="9664" y="4760"/>
                    </a:lnTo>
                    <a:lnTo>
                      <a:pt x="5215" y="9711"/>
                    </a:lnTo>
                    <a:lnTo>
                      <a:pt x="758" y="5706"/>
                    </a:lnTo>
                    <a:lnTo>
                      <a:pt x="5206" y="756"/>
                    </a:lnTo>
                    <a:close/>
                    <a:moveTo>
                      <a:pt x="5186" y="0"/>
                    </a:moveTo>
                    <a:cubicBezTo>
                      <a:pt x="5099" y="0"/>
                      <a:pt x="5011" y="36"/>
                      <a:pt x="4947" y="105"/>
                    </a:cubicBezTo>
                    <a:lnTo>
                      <a:pt x="84" y="5522"/>
                    </a:lnTo>
                    <a:cubicBezTo>
                      <a:pt x="27" y="5583"/>
                      <a:pt x="1" y="5662"/>
                      <a:pt x="5" y="5745"/>
                    </a:cubicBezTo>
                    <a:cubicBezTo>
                      <a:pt x="10" y="5830"/>
                      <a:pt x="45" y="5909"/>
                      <a:pt x="106" y="5962"/>
                    </a:cubicBezTo>
                    <a:lnTo>
                      <a:pt x="5031" y="10384"/>
                    </a:lnTo>
                    <a:cubicBezTo>
                      <a:pt x="5092" y="10441"/>
                      <a:pt x="5167" y="10467"/>
                      <a:pt x="5242" y="10467"/>
                    </a:cubicBezTo>
                    <a:cubicBezTo>
                      <a:pt x="5325" y="10467"/>
                      <a:pt x="5413" y="10432"/>
                      <a:pt x="5475" y="10362"/>
                    </a:cubicBezTo>
                    <a:lnTo>
                      <a:pt x="10337" y="4945"/>
                    </a:lnTo>
                    <a:cubicBezTo>
                      <a:pt x="10394" y="4884"/>
                      <a:pt x="10425" y="4800"/>
                      <a:pt x="10421" y="4721"/>
                    </a:cubicBezTo>
                    <a:cubicBezTo>
                      <a:pt x="10417" y="4637"/>
                      <a:pt x="10377" y="4557"/>
                      <a:pt x="10315" y="4500"/>
                    </a:cubicBezTo>
                    <a:lnTo>
                      <a:pt x="5391" y="79"/>
                    </a:lnTo>
                    <a:cubicBezTo>
                      <a:pt x="5333" y="26"/>
                      <a:pt x="5259" y="0"/>
                      <a:pt x="5186"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62" name="Google Shape;1062;p37"/>
              <p:cNvSpPr/>
              <p:nvPr/>
            </p:nvSpPr>
            <p:spPr>
              <a:xfrm>
                <a:off x="5290475" y="4119850"/>
                <a:ext cx="154025" cy="135450"/>
              </a:xfrm>
              <a:custGeom>
                <a:avLst/>
                <a:gdLst/>
                <a:ahLst/>
                <a:cxnLst/>
                <a:rect l="l" t="t" r="r" b="b"/>
                <a:pathLst>
                  <a:path w="6161" h="5418" extrusionOk="0">
                    <a:moveTo>
                      <a:pt x="4863" y="1"/>
                    </a:moveTo>
                    <a:lnTo>
                      <a:pt x="1" y="5417"/>
                    </a:lnTo>
                    <a:lnTo>
                      <a:pt x="1175" y="5352"/>
                    </a:lnTo>
                    <a:lnTo>
                      <a:pt x="6161" y="67"/>
                    </a:lnTo>
                    <a:lnTo>
                      <a:pt x="4863"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63" name="Google Shape;1063;p37"/>
              <p:cNvSpPr/>
              <p:nvPr/>
            </p:nvSpPr>
            <p:spPr>
              <a:xfrm>
                <a:off x="5282000" y="4112050"/>
                <a:ext cx="170975" cy="151175"/>
              </a:xfrm>
              <a:custGeom>
                <a:avLst/>
                <a:gdLst/>
                <a:ahLst/>
                <a:cxnLst/>
                <a:rect l="l" t="t" r="r" b="b"/>
                <a:pathLst>
                  <a:path w="6839" h="6047" extrusionOk="0">
                    <a:moveTo>
                      <a:pt x="5338" y="634"/>
                    </a:moveTo>
                    <a:lnTo>
                      <a:pt x="5809" y="660"/>
                    </a:lnTo>
                    <a:lnTo>
                      <a:pt x="1374" y="5360"/>
                    </a:lnTo>
                    <a:lnTo>
                      <a:pt x="1079" y="5378"/>
                    </a:lnTo>
                    <a:lnTo>
                      <a:pt x="5338" y="634"/>
                    </a:lnTo>
                    <a:close/>
                    <a:moveTo>
                      <a:pt x="5220" y="0"/>
                    </a:moveTo>
                    <a:cubicBezTo>
                      <a:pt x="5136" y="0"/>
                      <a:pt x="5035" y="36"/>
                      <a:pt x="4973" y="106"/>
                    </a:cubicBezTo>
                    <a:lnTo>
                      <a:pt x="106" y="5522"/>
                    </a:lnTo>
                    <a:cubicBezTo>
                      <a:pt x="23" y="5615"/>
                      <a:pt x="1" y="5752"/>
                      <a:pt x="58" y="5866"/>
                    </a:cubicBezTo>
                    <a:cubicBezTo>
                      <a:pt x="111" y="5976"/>
                      <a:pt x="221" y="6046"/>
                      <a:pt x="340" y="6046"/>
                    </a:cubicBezTo>
                    <a:cubicBezTo>
                      <a:pt x="344" y="6046"/>
                      <a:pt x="353" y="6046"/>
                      <a:pt x="357" y="6042"/>
                    </a:cubicBezTo>
                    <a:lnTo>
                      <a:pt x="1532" y="5976"/>
                    </a:lnTo>
                    <a:cubicBezTo>
                      <a:pt x="1616" y="5971"/>
                      <a:pt x="1691" y="5936"/>
                      <a:pt x="1743" y="5879"/>
                    </a:cubicBezTo>
                    <a:lnTo>
                      <a:pt x="6729" y="595"/>
                    </a:lnTo>
                    <a:cubicBezTo>
                      <a:pt x="6813" y="506"/>
                      <a:pt x="6839" y="379"/>
                      <a:pt x="6790" y="264"/>
                    </a:cubicBezTo>
                    <a:cubicBezTo>
                      <a:pt x="6746" y="150"/>
                      <a:pt x="6636" y="75"/>
                      <a:pt x="6518" y="67"/>
                    </a:cubicBezTo>
                    <a:lnTo>
                      <a:pt x="5220" y="0"/>
                    </a:ln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64" name="Google Shape;1064;p37"/>
              <p:cNvSpPr/>
              <p:nvPr/>
            </p:nvSpPr>
            <p:spPr>
              <a:xfrm>
                <a:off x="5288925" y="4007200"/>
                <a:ext cx="155575" cy="114350"/>
              </a:xfrm>
              <a:custGeom>
                <a:avLst/>
                <a:gdLst/>
                <a:ahLst/>
                <a:cxnLst/>
                <a:rect l="l" t="t" r="r" b="b"/>
                <a:pathLst>
                  <a:path w="6223" h="4574" extrusionOk="0">
                    <a:moveTo>
                      <a:pt x="1180" y="0"/>
                    </a:moveTo>
                    <a:lnTo>
                      <a:pt x="142" y="75"/>
                    </a:lnTo>
                    <a:lnTo>
                      <a:pt x="1" y="85"/>
                    </a:lnTo>
                    <a:lnTo>
                      <a:pt x="4925" y="4507"/>
                    </a:lnTo>
                    <a:lnTo>
                      <a:pt x="6223" y="4573"/>
                    </a:lnTo>
                    <a:lnTo>
                      <a:pt x="1180"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65" name="Google Shape;1065;p37"/>
              <p:cNvSpPr/>
              <p:nvPr/>
            </p:nvSpPr>
            <p:spPr>
              <a:xfrm>
                <a:off x="5280575" y="3999400"/>
                <a:ext cx="172400" cy="130075"/>
              </a:xfrm>
              <a:custGeom>
                <a:avLst/>
                <a:gdLst/>
                <a:ahLst/>
                <a:cxnLst/>
                <a:rect l="l" t="t" r="r" b="b"/>
                <a:pathLst>
                  <a:path w="6896" h="5203" extrusionOk="0">
                    <a:moveTo>
                      <a:pt x="1404" y="635"/>
                    </a:moveTo>
                    <a:lnTo>
                      <a:pt x="5699" y="4528"/>
                    </a:lnTo>
                    <a:lnTo>
                      <a:pt x="5387" y="4516"/>
                    </a:lnTo>
                    <a:lnTo>
                      <a:pt x="1092" y="656"/>
                    </a:lnTo>
                    <a:lnTo>
                      <a:pt x="1404" y="635"/>
                    </a:lnTo>
                    <a:close/>
                    <a:moveTo>
                      <a:pt x="1513" y="0"/>
                    </a:moveTo>
                    <a:cubicBezTo>
                      <a:pt x="1506" y="0"/>
                      <a:pt x="1499" y="0"/>
                      <a:pt x="1492" y="1"/>
                    </a:cubicBezTo>
                    <a:lnTo>
                      <a:pt x="313" y="84"/>
                    </a:lnTo>
                    <a:cubicBezTo>
                      <a:pt x="190" y="97"/>
                      <a:pt x="80" y="176"/>
                      <a:pt x="40" y="296"/>
                    </a:cubicBezTo>
                    <a:cubicBezTo>
                      <a:pt x="1" y="414"/>
                      <a:pt x="36" y="546"/>
                      <a:pt x="129" y="629"/>
                    </a:cubicBezTo>
                    <a:lnTo>
                      <a:pt x="5052" y="5052"/>
                    </a:lnTo>
                    <a:cubicBezTo>
                      <a:pt x="5105" y="5101"/>
                      <a:pt x="5176" y="5131"/>
                      <a:pt x="5245" y="5136"/>
                    </a:cubicBezTo>
                    <a:lnTo>
                      <a:pt x="6544" y="5202"/>
                    </a:lnTo>
                    <a:lnTo>
                      <a:pt x="6557" y="5202"/>
                    </a:lnTo>
                    <a:cubicBezTo>
                      <a:pt x="6685" y="5202"/>
                      <a:pt x="6799" y="5123"/>
                      <a:pt x="6847" y="5008"/>
                    </a:cubicBezTo>
                    <a:cubicBezTo>
                      <a:pt x="6896" y="4885"/>
                      <a:pt x="6865" y="4744"/>
                      <a:pt x="6768" y="4656"/>
                    </a:cubicBezTo>
                    <a:lnTo>
                      <a:pt x="1725" y="80"/>
                    </a:lnTo>
                    <a:cubicBezTo>
                      <a:pt x="1665" y="27"/>
                      <a:pt x="1589" y="0"/>
                      <a:pt x="1513"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66" name="Google Shape;1066;p37"/>
              <p:cNvSpPr/>
              <p:nvPr/>
            </p:nvSpPr>
            <p:spPr>
              <a:xfrm>
                <a:off x="4403375" y="4929425"/>
                <a:ext cx="219600" cy="207925"/>
              </a:xfrm>
              <a:custGeom>
                <a:avLst/>
                <a:gdLst/>
                <a:ahLst/>
                <a:cxnLst/>
                <a:rect l="l" t="t" r="r" b="b"/>
                <a:pathLst>
                  <a:path w="8784" h="8317" extrusionOk="0">
                    <a:moveTo>
                      <a:pt x="1765" y="0"/>
                    </a:moveTo>
                    <a:lnTo>
                      <a:pt x="1" y="6380"/>
                    </a:lnTo>
                    <a:lnTo>
                      <a:pt x="7019" y="8317"/>
                    </a:lnTo>
                    <a:lnTo>
                      <a:pt x="8783" y="1936"/>
                    </a:lnTo>
                    <a:lnTo>
                      <a:pt x="1765"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67" name="Google Shape;1067;p37"/>
              <p:cNvSpPr/>
              <p:nvPr/>
            </p:nvSpPr>
            <p:spPr>
              <a:xfrm>
                <a:off x="4395350" y="4921600"/>
                <a:ext cx="235675" cy="223675"/>
              </a:xfrm>
              <a:custGeom>
                <a:avLst/>
                <a:gdLst/>
                <a:ahLst/>
                <a:cxnLst/>
                <a:rect l="l" t="t" r="r" b="b"/>
                <a:pathLst>
                  <a:path w="9427" h="8947" extrusionOk="0">
                    <a:moveTo>
                      <a:pt x="2302" y="700"/>
                    </a:moveTo>
                    <a:lnTo>
                      <a:pt x="8718" y="2469"/>
                    </a:lnTo>
                    <a:lnTo>
                      <a:pt x="7124" y="8246"/>
                    </a:lnTo>
                    <a:lnTo>
                      <a:pt x="708" y="6473"/>
                    </a:lnTo>
                    <a:lnTo>
                      <a:pt x="2302" y="700"/>
                    </a:lnTo>
                    <a:close/>
                    <a:moveTo>
                      <a:pt x="2080" y="1"/>
                    </a:moveTo>
                    <a:cubicBezTo>
                      <a:pt x="1945" y="1"/>
                      <a:pt x="1819" y="91"/>
                      <a:pt x="1782" y="229"/>
                    </a:cubicBezTo>
                    <a:lnTo>
                      <a:pt x="22" y="6610"/>
                    </a:lnTo>
                    <a:cubicBezTo>
                      <a:pt x="1" y="6689"/>
                      <a:pt x="9" y="6776"/>
                      <a:pt x="48" y="6847"/>
                    </a:cubicBezTo>
                    <a:cubicBezTo>
                      <a:pt x="93" y="6922"/>
                      <a:pt x="159" y="6975"/>
                      <a:pt x="238" y="6997"/>
                    </a:cubicBezTo>
                    <a:lnTo>
                      <a:pt x="7256" y="8933"/>
                    </a:lnTo>
                    <a:cubicBezTo>
                      <a:pt x="7288" y="8941"/>
                      <a:pt x="7314" y="8947"/>
                      <a:pt x="7340" y="8947"/>
                    </a:cubicBezTo>
                    <a:cubicBezTo>
                      <a:pt x="7397" y="8947"/>
                      <a:pt x="7450" y="8929"/>
                      <a:pt x="7494" y="8902"/>
                    </a:cubicBezTo>
                    <a:cubicBezTo>
                      <a:pt x="7569" y="8862"/>
                      <a:pt x="7621" y="8792"/>
                      <a:pt x="7644" y="8713"/>
                    </a:cubicBezTo>
                    <a:lnTo>
                      <a:pt x="9404" y="2332"/>
                    </a:lnTo>
                    <a:cubicBezTo>
                      <a:pt x="9426" y="2253"/>
                      <a:pt x="9417" y="2170"/>
                      <a:pt x="9373" y="2095"/>
                    </a:cubicBezTo>
                    <a:cubicBezTo>
                      <a:pt x="9333" y="2024"/>
                      <a:pt x="9268" y="1971"/>
                      <a:pt x="9183" y="1950"/>
                    </a:cubicBezTo>
                    <a:lnTo>
                      <a:pt x="2166" y="13"/>
                    </a:lnTo>
                    <a:cubicBezTo>
                      <a:pt x="2137" y="5"/>
                      <a:pt x="2108" y="1"/>
                      <a:pt x="2080"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68" name="Google Shape;1068;p37"/>
              <p:cNvSpPr/>
              <p:nvPr/>
            </p:nvSpPr>
            <p:spPr>
              <a:xfrm>
                <a:off x="4403375" y="5088925"/>
                <a:ext cx="188450" cy="78250"/>
              </a:xfrm>
              <a:custGeom>
                <a:avLst/>
                <a:gdLst/>
                <a:ahLst/>
                <a:cxnLst/>
                <a:rect l="l" t="t" r="r" b="b"/>
                <a:pathLst>
                  <a:path w="7538" h="3130" extrusionOk="0">
                    <a:moveTo>
                      <a:pt x="1" y="0"/>
                    </a:moveTo>
                    <a:lnTo>
                      <a:pt x="590" y="1025"/>
                    </a:lnTo>
                    <a:lnTo>
                      <a:pt x="7538" y="3129"/>
                    </a:lnTo>
                    <a:lnTo>
                      <a:pt x="7538" y="3129"/>
                    </a:lnTo>
                    <a:lnTo>
                      <a:pt x="7019" y="1937"/>
                    </a:lnTo>
                    <a:lnTo>
                      <a:pt x="1"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69" name="Google Shape;1069;p37"/>
              <p:cNvSpPr/>
              <p:nvPr/>
            </p:nvSpPr>
            <p:spPr>
              <a:xfrm>
                <a:off x="4395025" y="5081150"/>
                <a:ext cx="205275" cy="93825"/>
              </a:xfrm>
              <a:custGeom>
                <a:avLst/>
                <a:gdLst/>
                <a:ahLst/>
                <a:cxnLst/>
                <a:rect l="l" t="t" r="r" b="b"/>
                <a:pathLst>
                  <a:path w="8211" h="3753" extrusionOk="0">
                    <a:moveTo>
                      <a:pt x="985" y="817"/>
                    </a:moveTo>
                    <a:lnTo>
                      <a:pt x="7129" y="2512"/>
                    </a:lnTo>
                    <a:lnTo>
                      <a:pt x="7313" y="2943"/>
                    </a:lnTo>
                    <a:lnTo>
                      <a:pt x="1131" y="1072"/>
                    </a:lnTo>
                    <a:lnTo>
                      <a:pt x="985" y="817"/>
                    </a:lnTo>
                    <a:close/>
                    <a:moveTo>
                      <a:pt x="332" y="0"/>
                    </a:moveTo>
                    <a:cubicBezTo>
                      <a:pt x="238" y="0"/>
                      <a:pt x="149" y="43"/>
                      <a:pt x="88" y="118"/>
                    </a:cubicBezTo>
                    <a:cubicBezTo>
                      <a:pt x="8" y="219"/>
                      <a:pt x="0" y="355"/>
                      <a:pt x="67" y="465"/>
                    </a:cubicBezTo>
                    <a:lnTo>
                      <a:pt x="652" y="1491"/>
                    </a:lnTo>
                    <a:cubicBezTo>
                      <a:pt x="691" y="1561"/>
                      <a:pt x="757" y="1609"/>
                      <a:pt x="832" y="1635"/>
                    </a:cubicBezTo>
                    <a:lnTo>
                      <a:pt x="7784" y="3739"/>
                    </a:lnTo>
                    <a:cubicBezTo>
                      <a:pt x="7815" y="3747"/>
                      <a:pt x="7841" y="3753"/>
                      <a:pt x="7872" y="3753"/>
                    </a:cubicBezTo>
                    <a:cubicBezTo>
                      <a:pt x="7961" y="3753"/>
                      <a:pt x="8048" y="3713"/>
                      <a:pt x="8105" y="3647"/>
                    </a:cubicBezTo>
                    <a:cubicBezTo>
                      <a:pt x="8189" y="3554"/>
                      <a:pt x="8211" y="3426"/>
                      <a:pt x="8158" y="3312"/>
                    </a:cubicBezTo>
                    <a:lnTo>
                      <a:pt x="7639" y="2124"/>
                    </a:lnTo>
                    <a:cubicBezTo>
                      <a:pt x="7604" y="2037"/>
                      <a:pt x="7529" y="1970"/>
                      <a:pt x="7437" y="1948"/>
                    </a:cubicBezTo>
                    <a:lnTo>
                      <a:pt x="418" y="12"/>
                    </a:lnTo>
                    <a:cubicBezTo>
                      <a:pt x="390" y="4"/>
                      <a:pt x="361" y="0"/>
                      <a:pt x="332"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70" name="Google Shape;1070;p37"/>
              <p:cNvSpPr/>
              <p:nvPr/>
            </p:nvSpPr>
            <p:spPr>
              <a:xfrm>
                <a:off x="4578850" y="4977825"/>
                <a:ext cx="59075" cy="189350"/>
              </a:xfrm>
              <a:custGeom>
                <a:avLst/>
                <a:gdLst/>
                <a:ahLst/>
                <a:cxnLst/>
                <a:rect l="l" t="t" r="r" b="b"/>
                <a:pathLst>
                  <a:path w="2363" h="7574" extrusionOk="0">
                    <a:moveTo>
                      <a:pt x="1764" y="0"/>
                    </a:moveTo>
                    <a:lnTo>
                      <a:pt x="0" y="6381"/>
                    </a:lnTo>
                    <a:lnTo>
                      <a:pt x="519" y="7573"/>
                    </a:lnTo>
                    <a:lnTo>
                      <a:pt x="2363" y="1016"/>
                    </a:lnTo>
                    <a:lnTo>
                      <a:pt x="1835" y="124"/>
                    </a:lnTo>
                    <a:lnTo>
                      <a:pt x="1764"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71" name="Google Shape;1071;p37"/>
              <p:cNvSpPr/>
              <p:nvPr/>
            </p:nvSpPr>
            <p:spPr>
              <a:xfrm>
                <a:off x="4570800" y="4970025"/>
                <a:ext cx="75275" cy="204950"/>
              </a:xfrm>
              <a:custGeom>
                <a:avLst/>
                <a:gdLst/>
                <a:ahLst/>
                <a:cxnLst/>
                <a:rect l="l" t="t" r="r" b="b"/>
                <a:pathLst>
                  <a:path w="3011" h="8198" extrusionOk="0">
                    <a:moveTo>
                      <a:pt x="2192" y="1108"/>
                    </a:moveTo>
                    <a:lnTo>
                      <a:pt x="2350" y="1372"/>
                    </a:lnTo>
                    <a:lnTo>
                      <a:pt x="780" y="6957"/>
                    </a:lnTo>
                    <a:lnTo>
                      <a:pt x="656" y="6671"/>
                    </a:lnTo>
                    <a:lnTo>
                      <a:pt x="2192" y="1108"/>
                    </a:lnTo>
                    <a:close/>
                    <a:moveTo>
                      <a:pt x="2085" y="1"/>
                    </a:moveTo>
                    <a:cubicBezTo>
                      <a:pt x="2071" y="1"/>
                      <a:pt x="2057" y="2"/>
                      <a:pt x="2043" y="4"/>
                    </a:cubicBezTo>
                    <a:cubicBezTo>
                      <a:pt x="1919" y="22"/>
                      <a:pt x="1818" y="109"/>
                      <a:pt x="1783" y="229"/>
                    </a:cubicBezTo>
                    <a:lnTo>
                      <a:pt x="23" y="6608"/>
                    </a:lnTo>
                    <a:cubicBezTo>
                      <a:pt x="0" y="6679"/>
                      <a:pt x="10" y="6754"/>
                      <a:pt x="36" y="6820"/>
                    </a:cubicBezTo>
                    <a:lnTo>
                      <a:pt x="555" y="8008"/>
                    </a:lnTo>
                    <a:cubicBezTo>
                      <a:pt x="603" y="8123"/>
                      <a:pt x="718" y="8198"/>
                      <a:pt x="841" y="8198"/>
                    </a:cubicBezTo>
                    <a:lnTo>
                      <a:pt x="863" y="8198"/>
                    </a:lnTo>
                    <a:cubicBezTo>
                      <a:pt x="995" y="8188"/>
                      <a:pt x="1109" y="8096"/>
                      <a:pt x="1145" y="7969"/>
                    </a:cubicBezTo>
                    <a:lnTo>
                      <a:pt x="2989" y="1412"/>
                    </a:lnTo>
                    <a:cubicBezTo>
                      <a:pt x="3010" y="1333"/>
                      <a:pt x="2997" y="1245"/>
                      <a:pt x="2957" y="1170"/>
                    </a:cubicBezTo>
                    <a:lnTo>
                      <a:pt x="2355" y="154"/>
                    </a:lnTo>
                    <a:cubicBezTo>
                      <a:pt x="2296" y="60"/>
                      <a:pt x="2196" y="1"/>
                      <a:pt x="2085"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72" name="Google Shape;1072;p37"/>
              <p:cNvSpPr/>
              <p:nvPr/>
            </p:nvSpPr>
            <p:spPr>
              <a:xfrm>
                <a:off x="3357775" y="2560150"/>
                <a:ext cx="244750" cy="246025"/>
              </a:xfrm>
              <a:custGeom>
                <a:avLst/>
                <a:gdLst/>
                <a:ahLst/>
                <a:cxnLst/>
                <a:rect l="l" t="t" r="r" b="b"/>
                <a:pathLst>
                  <a:path w="9790" h="9841" extrusionOk="0">
                    <a:moveTo>
                      <a:pt x="4866" y="1"/>
                    </a:moveTo>
                    <a:lnTo>
                      <a:pt x="0" y="5418"/>
                    </a:lnTo>
                    <a:lnTo>
                      <a:pt x="4923" y="9840"/>
                    </a:lnTo>
                    <a:lnTo>
                      <a:pt x="9790" y="4424"/>
                    </a:lnTo>
                    <a:lnTo>
                      <a:pt x="4866"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73" name="Google Shape;1073;p37"/>
              <p:cNvSpPr/>
              <p:nvPr/>
            </p:nvSpPr>
            <p:spPr>
              <a:xfrm>
                <a:off x="3349850" y="2552375"/>
                <a:ext cx="261400" cy="261725"/>
              </a:xfrm>
              <a:custGeom>
                <a:avLst/>
                <a:gdLst/>
                <a:ahLst/>
                <a:cxnLst/>
                <a:rect l="l" t="t" r="r" b="b"/>
                <a:pathLst>
                  <a:path w="10456" h="10469" extrusionOk="0">
                    <a:moveTo>
                      <a:pt x="5206" y="757"/>
                    </a:moveTo>
                    <a:lnTo>
                      <a:pt x="9663" y="4761"/>
                    </a:lnTo>
                    <a:lnTo>
                      <a:pt x="5218" y="9711"/>
                    </a:lnTo>
                    <a:lnTo>
                      <a:pt x="756" y="5706"/>
                    </a:lnTo>
                    <a:lnTo>
                      <a:pt x="5206" y="757"/>
                    </a:lnTo>
                    <a:close/>
                    <a:moveTo>
                      <a:pt x="5184" y="1"/>
                    </a:moveTo>
                    <a:cubicBezTo>
                      <a:pt x="5098" y="1"/>
                      <a:pt x="5012" y="36"/>
                      <a:pt x="4950" y="105"/>
                    </a:cubicBezTo>
                    <a:lnTo>
                      <a:pt x="84" y="5522"/>
                    </a:lnTo>
                    <a:cubicBezTo>
                      <a:pt x="27" y="5584"/>
                      <a:pt x="0" y="5663"/>
                      <a:pt x="4" y="5747"/>
                    </a:cubicBezTo>
                    <a:cubicBezTo>
                      <a:pt x="9" y="5830"/>
                      <a:pt x="44" y="5909"/>
                      <a:pt x="106" y="5962"/>
                    </a:cubicBezTo>
                    <a:lnTo>
                      <a:pt x="5033" y="10385"/>
                    </a:lnTo>
                    <a:cubicBezTo>
                      <a:pt x="5090" y="10438"/>
                      <a:pt x="5165" y="10468"/>
                      <a:pt x="5240" y="10468"/>
                    </a:cubicBezTo>
                    <a:lnTo>
                      <a:pt x="5258" y="10468"/>
                    </a:lnTo>
                    <a:cubicBezTo>
                      <a:pt x="5342" y="10464"/>
                      <a:pt x="5417" y="10424"/>
                      <a:pt x="5474" y="10363"/>
                    </a:cubicBezTo>
                    <a:lnTo>
                      <a:pt x="10340" y="4946"/>
                    </a:lnTo>
                    <a:cubicBezTo>
                      <a:pt x="10455" y="4818"/>
                      <a:pt x="10442" y="4620"/>
                      <a:pt x="10314" y="4501"/>
                    </a:cubicBezTo>
                    <a:lnTo>
                      <a:pt x="5390" y="79"/>
                    </a:lnTo>
                    <a:cubicBezTo>
                      <a:pt x="5332" y="26"/>
                      <a:pt x="5258" y="1"/>
                      <a:pt x="5184"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74" name="Google Shape;1074;p37"/>
              <p:cNvSpPr/>
              <p:nvPr/>
            </p:nvSpPr>
            <p:spPr>
              <a:xfrm>
                <a:off x="3480850" y="2670725"/>
                <a:ext cx="154025" cy="135450"/>
              </a:xfrm>
              <a:custGeom>
                <a:avLst/>
                <a:gdLst/>
                <a:ahLst/>
                <a:cxnLst/>
                <a:rect l="l" t="t" r="r" b="b"/>
                <a:pathLst>
                  <a:path w="6161" h="5418" extrusionOk="0">
                    <a:moveTo>
                      <a:pt x="4867" y="1"/>
                    </a:moveTo>
                    <a:lnTo>
                      <a:pt x="0" y="5417"/>
                    </a:lnTo>
                    <a:lnTo>
                      <a:pt x="1180" y="5351"/>
                    </a:lnTo>
                    <a:lnTo>
                      <a:pt x="6161" y="66"/>
                    </a:lnTo>
                    <a:lnTo>
                      <a:pt x="4867"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75" name="Google Shape;1075;p37"/>
              <p:cNvSpPr/>
              <p:nvPr/>
            </p:nvSpPr>
            <p:spPr>
              <a:xfrm>
                <a:off x="3472475" y="2662900"/>
                <a:ext cx="170875" cy="151200"/>
              </a:xfrm>
              <a:custGeom>
                <a:avLst/>
                <a:gdLst/>
                <a:ahLst/>
                <a:cxnLst/>
                <a:rect l="l" t="t" r="r" b="b"/>
                <a:pathLst>
                  <a:path w="6835" h="6048" extrusionOk="0">
                    <a:moveTo>
                      <a:pt x="5334" y="635"/>
                    </a:moveTo>
                    <a:lnTo>
                      <a:pt x="5805" y="661"/>
                    </a:lnTo>
                    <a:lnTo>
                      <a:pt x="1369" y="5361"/>
                    </a:lnTo>
                    <a:lnTo>
                      <a:pt x="1079" y="5374"/>
                    </a:lnTo>
                    <a:lnTo>
                      <a:pt x="1079" y="5374"/>
                    </a:lnTo>
                    <a:lnTo>
                      <a:pt x="5334" y="635"/>
                    </a:lnTo>
                    <a:close/>
                    <a:moveTo>
                      <a:pt x="5203" y="1"/>
                    </a:moveTo>
                    <a:cubicBezTo>
                      <a:pt x="5118" y="1"/>
                      <a:pt x="5028" y="40"/>
                      <a:pt x="4970" y="107"/>
                    </a:cubicBezTo>
                    <a:lnTo>
                      <a:pt x="102" y="5523"/>
                    </a:lnTo>
                    <a:cubicBezTo>
                      <a:pt x="19" y="5615"/>
                      <a:pt x="1" y="5753"/>
                      <a:pt x="53" y="5867"/>
                    </a:cubicBezTo>
                    <a:cubicBezTo>
                      <a:pt x="106" y="5977"/>
                      <a:pt x="217" y="6047"/>
                      <a:pt x="335" y="6047"/>
                    </a:cubicBezTo>
                    <a:cubicBezTo>
                      <a:pt x="344" y="6047"/>
                      <a:pt x="349" y="6047"/>
                      <a:pt x="353" y="6043"/>
                    </a:cubicBezTo>
                    <a:lnTo>
                      <a:pt x="1532" y="5977"/>
                    </a:lnTo>
                    <a:cubicBezTo>
                      <a:pt x="1611" y="5972"/>
                      <a:pt x="1686" y="5937"/>
                      <a:pt x="1739" y="5879"/>
                    </a:cubicBezTo>
                    <a:lnTo>
                      <a:pt x="6725" y="595"/>
                    </a:lnTo>
                    <a:cubicBezTo>
                      <a:pt x="6808" y="507"/>
                      <a:pt x="6835" y="379"/>
                      <a:pt x="6786" y="265"/>
                    </a:cubicBezTo>
                    <a:cubicBezTo>
                      <a:pt x="6743" y="150"/>
                      <a:pt x="6637" y="76"/>
                      <a:pt x="6513" y="67"/>
                    </a:cubicBezTo>
                    <a:lnTo>
                      <a:pt x="5216" y="1"/>
                    </a:lnTo>
                    <a:cubicBezTo>
                      <a:pt x="5211" y="1"/>
                      <a:pt x="5207" y="1"/>
                      <a:pt x="5203"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76" name="Google Shape;1076;p37"/>
              <p:cNvSpPr/>
              <p:nvPr/>
            </p:nvSpPr>
            <p:spPr>
              <a:xfrm>
                <a:off x="3479425" y="2558075"/>
                <a:ext cx="155450" cy="114325"/>
              </a:xfrm>
              <a:custGeom>
                <a:avLst/>
                <a:gdLst/>
                <a:ahLst/>
                <a:cxnLst/>
                <a:rect l="l" t="t" r="r" b="b"/>
                <a:pathLst>
                  <a:path w="6218" h="4573" extrusionOk="0">
                    <a:moveTo>
                      <a:pt x="1175" y="1"/>
                    </a:moveTo>
                    <a:lnTo>
                      <a:pt x="141" y="76"/>
                    </a:lnTo>
                    <a:lnTo>
                      <a:pt x="0" y="84"/>
                    </a:lnTo>
                    <a:lnTo>
                      <a:pt x="4924" y="4507"/>
                    </a:lnTo>
                    <a:lnTo>
                      <a:pt x="6218" y="4572"/>
                    </a:lnTo>
                    <a:lnTo>
                      <a:pt x="1175"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77" name="Google Shape;1077;p37"/>
              <p:cNvSpPr/>
              <p:nvPr/>
            </p:nvSpPr>
            <p:spPr>
              <a:xfrm>
                <a:off x="3470950" y="2550225"/>
                <a:ext cx="172500" cy="130100"/>
              </a:xfrm>
              <a:custGeom>
                <a:avLst/>
                <a:gdLst/>
                <a:ahLst/>
                <a:cxnLst/>
                <a:rect l="l" t="t" r="r" b="b"/>
                <a:pathLst>
                  <a:path w="6900" h="5204" extrusionOk="0">
                    <a:moveTo>
                      <a:pt x="1404" y="636"/>
                    </a:moveTo>
                    <a:lnTo>
                      <a:pt x="5699" y="4530"/>
                    </a:lnTo>
                    <a:lnTo>
                      <a:pt x="5386" y="4517"/>
                    </a:lnTo>
                    <a:lnTo>
                      <a:pt x="1097" y="658"/>
                    </a:lnTo>
                    <a:lnTo>
                      <a:pt x="1404" y="636"/>
                    </a:lnTo>
                    <a:close/>
                    <a:moveTo>
                      <a:pt x="1520" y="1"/>
                    </a:moveTo>
                    <a:cubicBezTo>
                      <a:pt x="1511" y="1"/>
                      <a:pt x="1502" y="1"/>
                      <a:pt x="1493" y="2"/>
                    </a:cubicBezTo>
                    <a:lnTo>
                      <a:pt x="313" y="85"/>
                    </a:lnTo>
                    <a:cubicBezTo>
                      <a:pt x="189" y="99"/>
                      <a:pt x="84" y="178"/>
                      <a:pt x="41" y="297"/>
                    </a:cubicBezTo>
                    <a:cubicBezTo>
                      <a:pt x="0" y="416"/>
                      <a:pt x="35" y="548"/>
                      <a:pt x="128" y="631"/>
                    </a:cubicBezTo>
                    <a:lnTo>
                      <a:pt x="5052" y="5053"/>
                    </a:lnTo>
                    <a:cubicBezTo>
                      <a:pt x="5104" y="5102"/>
                      <a:pt x="5175" y="5132"/>
                      <a:pt x="5246" y="5138"/>
                    </a:cubicBezTo>
                    <a:lnTo>
                      <a:pt x="6544" y="5203"/>
                    </a:lnTo>
                    <a:lnTo>
                      <a:pt x="6557" y="5203"/>
                    </a:lnTo>
                    <a:cubicBezTo>
                      <a:pt x="6684" y="5203"/>
                      <a:pt x="6799" y="5124"/>
                      <a:pt x="6847" y="5010"/>
                    </a:cubicBezTo>
                    <a:cubicBezTo>
                      <a:pt x="6900" y="4886"/>
                      <a:pt x="6865" y="4746"/>
                      <a:pt x="6768" y="4657"/>
                    </a:cubicBezTo>
                    <a:lnTo>
                      <a:pt x="1725" y="81"/>
                    </a:lnTo>
                    <a:cubicBezTo>
                      <a:pt x="1670" y="30"/>
                      <a:pt x="1595" y="1"/>
                      <a:pt x="1520"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78" name="Google Shape;1078;p37"/>
              <p:cNvSpPr/>
              <p:nvPr/>
            </p:nvSpPr>
            <p:spPr>
              <a:xfrm>
                <a:off x="4751550" y="3579375"/>
                <a:ext cx="244800" cy="246025"/>
              </a:xfrm>
              <a:custGeom>
                <a:avLst/>
                <a:gdLst/>
                <a:ahLst/>
                <a:cxnLst/>
                <a:rect l="l" t="t" r="r" b="b"/>
                <a:pathLst>
                  <a:path w="9792" h="9841" extrusionOk="0">
                    <a:moveTo>
                      <a:pt x="4862" y="1"/>
                    </a:moveTo>
                    <a:lnTo>
                      <a:pt x="0" y="5417"/>
                    </a:lnTo>
                    <a:lnTo>
                      <a:pt x="4925" y="9840"/>
                    </a:lnTo>
                    <a:lnTo>
                      <a:pt x="9791" y="4424"/>
                    </a:lnTo>
                    <a:lnTo>
                      <a:pt x="4862"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79" name="Google Shape;1079;p37"/>
              <p:cNvSpPr/>
              <p:nvPr/>
            </p:nvSpPr>
            <p:spPr>
              <a:xfrm>
                <a:off x="4742850" y="3571525"/>
                <a:ext cx="262175" cy="261675"/>
              </a:xfrm>
              <a:custGeom>
                <a:avLst/>
                <a:gdLst/>
                <a:ahLst/>
                <a:cxnLst/>
                <a:rect l="l" t="t" r="r" b="b"/>
                <a:pathLst>
                  <a:path w="10487" h="10467" extrusionOk="0">
                    <a:moveTo>
                      <a:pt x="5237" y="755"/>
                    </a:moveTo>
                    <a:lnTo>
                      <a:pt x="9694" y="4760"/>
                    </a:lnTo>
                    <a:lnTo>
                      <a:pt x="5251" y="9710"/>
                    </a:lnTo>
                    <a:lnTo>
                      <a:pt x="789" y="5705"/>
                    </a:lnTo>
                    <a:lnTo>
                      <a:pt x="5237" y="755"/>
                    </a:lnTo>
                    <a:close/>
                    <a:moveTo>
                      <a:pt x="5223" y="1"/>
                    </a:moveTo>
                    <a:cubicBezTo>
                      <a:pt x="5214" y="1"/>
                      <a:pt x="5206" y="1"/>
                      <a:pt x="5198" y="2"/>
                    </a:cubicBezTo>
                    <a:cubicBezTo>
                      <a:pt x="5114" y="7"/>
                      <a:pt x="5035" y="42"/>
                      <a:pt x="4978" y="104"/>
                    </a:cubicBezTo>
                    <a:lnTo>
                      <a:pt x="115" y="5520"/>
                    </a:lnTo>
                    <a:cubicBezTo>
                      <a:pt x="1" y="5648"/>
                      <a:pt x="9" y="5847"/>
                      <a:pt x="137" y="5965"/>
                    </a:cubicBezTo>
                    <a:lnTo>
                      <a:pt x="5066" y="10388"/>
                    </a:lnTo>
                    <a:cubicBezTo>
                      <a:pt x="5123" y="10440"/>
                      <a:pt x="5198" y="10467"/>
                      <a:pt x="5273" y="10467"/>
                    </a:cubicBezTo>
                    <a:cubicBezTo>
                      <a:pt x="5360" y="10467"/>
                      <a:pt x="5444" y="10431"/>
                      <a:pt x="5506" y="10361"/>
                    </a:cubicBezTo>
                    <a:lnTo>
                      <a:pt x="10368" y="4945"/>
                    </a:lnTo>
                    <a:cubicBezTo>
                      <a:pt x="10487" y="4817"/>
                      <a:pt x="10474" y="4618"/>
                      <a:pt x="10346" y="4504"/>
                    </a:cubicBezTo>
                    <a:lnTo>
                      <a:pt x="5422" y="81"/>
                    </a:lnTo>
                    <a:cubicBezTo>
                      <a:pt x="5367" y="31"/>
                      <a:pt x="5292" y="1"/>
                      <a:pt x="5223"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80" name="Google Shape;1080;p37"/>
              <p:cNvSpPr/>
              <p:nvPr/>
            </p:nvSpPr>
            <p:spPr>
              <a:xfrm>
                <a:off x="4874650" y="3689950"/>
                <a:ext cx="154025" cy="135450"/>
              </a:xfrm>
              <a:custGeom>
                <a:avLst/>
                <a:gdLst/>
                <a:ahLst/>
                <a:cxnLst/>
                <a:rect l="l" t="t" r="r" b="b"/>
                <a:pathLst>
                  <a:path w="6161" h="5418" extrusionOk="0">
                    <a:moveTo>
                      <a:pt x="4867" y="1"/>
                    </a:moveTo>
                    <a:lnTo>
                      <a:pt x="1" y="5417"/>
                    </a:lnTo>
                    <a:lnTo>
                      <a:pt x="1" y="5417"/>
                    </a:lnTo>
                    <a:lnTo>
                      <a:pt x="1175" y="5347"/>
                    </a:lnTo>
                    <a:lnTo>
                      <a:pt x="6161" y="66"/>
                    </a:lnTo>
                    <a:lnTo>
                      <a:pt x="4867"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81" name="Google Shape;1081;p37"/>
              <p:cNvSpPr/>
              <p:nvPr/>
            </p:nvSpPr>
            <p:spPr>
              <a:xfrm>
                <a:off x="4866175" y="3682125"/>
                <a:ext cx="170975" cy="151075"/>
              </a:xfrm>
              <a:custGeom>
                <a:avLst/>
                <a:gdLst/>
                <a:ahLst/>
                <a:cxnLst/>
                <a:rect l="l" t="t" r="r" b="b"/>
                <a:pathLst>
                  <a:path w="6839" h="6043" extrusionOk="0">
                    <a:moveTo>
                      <a:pt x="5338" y="635"/>
                    </a:moveTo>
                    <a:lnTo>
                      <a:pt x="5809" y="657"/>
                    </a:lnTo>
                    <a:lnTo>
                      <a:pt x="1374" y="5356"/>
                    </a:lnTo>
                    <a:lnTo>
                      <a:pt x="1079" y="5373"/>
                    </a:lnTo>
                    <a:lnTo>
                      <a:pt x="5338" y="635"/>
                    </a:lnTo>
                    <a:close/>
                    <a:moveTo>
                      <a:pt x="5205" y="1"/>
                    </a:moveTo>
                    <a:cubicBezTo>
                      <a:pt x="5121" y="1"/>
                      <a:pt x="5032" y="36"/>
                      <a:pt x="4973" y="102"/>
                    </a:cubicBezTo>
                    <a:lnTo>
                      <a:pt x="106" y="5519"/>
                    </a:lnTo>
                    <a:cubicBezTo>
                      <a:pt x="23" y="5616"/>
                      <a:pt x="1" y="5752"/>
                      <a:pt x="58" y="5867"/>
                    </a:cubicBezTo>
                    <a:cubicBezTo>
                      <a:pt x="111" y="5972"/>
                      <a:pt x="220" y="6043"/>
                      <a:pt x="340" y="6043"/>
                    </a:cubicBezTo>
                    <a:lnTo>
                      <a:pt x="357" y="6043"/>
                    </a:lnTo>
                    <a:lnTo>
                      <a:pt x="1532" y="5972"/>
                    </a:lnTo>
                    <a:cubicBezTo>
                      <a:pt x="1615" y="5968"/>
                      <a:pt x="1690" y="5933"/>
                      <a:pt x="1743" y="5875"/>
                    </a:cubicBezTo>
                    <a:lnTo>
                      <a:pt x="6729" y="595"/>
                    </a:lnTo>
                    <a:cubicBezTo>
                      <a:pt x="6812" y="503"/>
                      <a:pt x="6839" y="375"/>
                      <a:pt x="6790" y="261"/>
                    </a:cubicBezTo>
                    <a:cubicBezTo>
                      <a:pt x="6746" y="146"/>
                      <a:pt x="6636" y="72"/>
                      <a:pt x="6518" y="67"/>
                    </a:cubicBezTo>
                    <a:lnTo>
                      <a:pt x="5220" y="1"/>
                    </a:lnTo>
                    <a:cubicBezTo>
                      <a:pt x="5215" y="1"/>
                      <a:pt x="5210" y="1"/>
                      <a:pt x="5205"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82" name="Google Shape;1082;p37"/>
              <p:cNvSpPr/>
              <p:nvPr/>
            </p:nvSpPr>
            <p:spPr>
              <a:xfrm>
                <a:off x="4873100" y="3577200"/>
                <a:ext cx="155575" cy="114425"/>
              </a:xfrm>
              <a:custGeom>
                <a:avLst/>
                <a:gdLst/>
                <a:ahLst/>
                <a:cxnLst/>
                <a:rect l="l" t="t" r="r" b="b"/>
                <a:pathLst>
                  <a:path w="6223" h="4577" extrusionOk="0">
                    <a:moveTo>
                      <a:pt x="1180" y="0"/>
                    </a:moveTo>
                    <a:lnTo>
                      <a:pt x="142" y="75"/>
                    </a:lnTo>
                    <a:lnTo>
                      <a:pt x="0" y="88"/>
                    </a:lnTo>
                    <a:lnTo>
                      <a:pt x="4929" y="4511"/>
                    </a:lnTo>
                    <a:lnTo>
                      <a:pt x="6223" y="4576"/>
                    </a:lnTo>
                    <a:lnTo>
                      <a:pt x="6223" y="4576"/>
                    </a:lnTo>
                    <a:lnTo>
                      <a:pt x="1180"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83" name="Google Shape;1083;p37"/>
              <p:cNvSpPr/>
              <p:nvPr/>
            </p:nvSpPr>
            <p:spPr>
              <a:xfrm>
                <a:off x="4864750" y="3569375"/>
                <a:ext cx="172400" cy="130050"/>
              </a:xfrm>
              <a:custGeom>
                <a:avLst/>
                <a:gdLst/>
                <a:ahLst/>
                <a:cxnLst/>
                <a:rect l="l" t="t" r="r" b="b"/>
                <a:pathLst>
                  <a:path w="6896" h="5202" extrusionOk="0">
                    <a:moveTo>
                      <a:pt x="1404" y="634"/>
                    </a:moveTo>
                    <a:lnTo>
                      <a:pt x="5699" y="4533"/>
                    </a:lnTo>
                    <a:lnTo>
                      <a:pt x="5387" y="4515"/>
                    </a:lnTo>
                    <a:lnTo>
                      <a:pt x="1092" y="656"/>
                    </a:lnTo>
                    <a:lnTo>
                      <a:pt x="1404" y="634"/>
                    </a:lnTo>
                    <a:close/>
                    <a:moveTo>
                      <a:pt x="1507" y="0"/>
                    </a:moveTo>
                    <a:cubicBezTo>
                      <a:pt x="1502" y="0"/>
                      <a:pt x="1497" y="0"/>
                      <a:pt x="1492" y="1"/>
                    </a:cubicBezTo>
                    <a:lnTo>
                      <a:pt x="313" y="88"/>
                    </a:lnTo>
                    <a:cubicBezTo>
                      <a:pt x="190" y="98"/>
                      <a:pt x="80" y="181"/>
                      <a:pt x="40" y="299"/>
                    </a:cubicBezTo>
                    <a:cubicBezTo>
                      <a:pt x="1" y="419"/>
                      <a:pt x="36" y="547"/>
                      <a:pt x="128" y="634"/>
                    </a:cubicBezTo>
                    <a:lnTo>
                      <a:pt x="5052" y="5057"/>
                    </a:lnTo>
                    <a:cubicBezTo>
                      <a:pt x="5105" y="5105"/>
                      <a:pt x="5175" y="5131"/>
                      <a:pt x="5245" y="5136"/>
                    </a:cubicBezTo>
                    <a:lnTo>
                      <a:pt x="6544" y="5202"/>
                    </a:lnTo>
                    <a:lnTo>
                      <a:pt x="6557" y="5202"/>
                    </a:lnTo>
                    <a:cubicBezTo>
                      <a:pt x="6685" y="5202"/>
                      <a:pt x="6799" y="5127"/>
                      <a:pt x="6847" y="5008"/>
                    </a:cubicBezTo>
                    <a:cubicBezTo>
                      <a:pt x="6896" y="4885"/>
                      <a:pt x="6865" y="4744"/>
                      <a:pt x="6768" y="4656"/>
                    </a:cubicBezTo>
                    <a:lnTo>
                      <a:pt x="1725" y="84"/>
                    </a:lnTo>
                    <a:cubicBezTo>
                      <a:pt x="1664" y="30"/>
                      <a:pt x="1586" y="0"/>
                      <a:pt x="1507"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84" name="Google Shape;1084;p37"/>
              <p:cNvSpPr/>
              <p:nvPr/>
            </p:nvSpPr>
            <p:spPr>
              <a:xfrm>
                <a:off x="4424150" y="1748975"/>
                <a:ext cx="244800" cy="246000"/>
              </a:xfrm>
              <a:custGeom>
                <a:avLst/>
                <a:gdLst/>
                <a:ahLst/>
                <a:cxnLst/>
                <a:rect l="l" t="t" r="r" b="b"/>
                <a:pathLst>
                  <a:path w="9792" h="9840" extrusionOk="0">
                    <a:moveTo>
                      <a:pt x="4868" y="0"/>
                    </a:moveTo>
                    <a:lnTo>
                      <a:pt x="1" y="5417"/>
                    </a:lnTo>
                    <a:lnTo>
                      <a:pt x="4925" y="9839"/>
                    </a:lnTo>
                    <a:lnTo>
                      <a:pt x="9792" y="4423"/>
                    </a:lnTo>
                    <a:lnTo>
                      <a:pt x="4868"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85" name="Google Shape;1085;p37"/>
              <p:cNvSpPr/>
              <p:nvPr/>
            </p:nvSpPr>
            <p:spPr>
              <a:xfrm>
                <a:off x="4416250" y="1741125"/>
                <a:ext cx="260625" cy="261675"/>
              </a:xfrm>
              <a:custGeom>
                <a:avLst/>
                <a:gdLst/>
                <a:ahLst/>
                <a:cxnLst/>
                <a:rect l="l" t="t" r="r" b="b"/>
                <a:pathLst>
                  <a:path w="10425" h="10467" extrusionOk="0">
                    <a:moveTo>
                      <a:pt x="5205" y="754"/>
                    </a:moveTo>
                    <a:lnTo>
                      <a:pt x="9663" y="4758"/>
                    </a:lnTo>
                    <a:lnTo>
                      <a:pt x="5219" y="9713"/>
                    </a:lnTo>
                    <a:lnTo>
                      <a:pt x="757" y="5708"/>
                    </a:lnTo>
                    <a:lnTo>
                      <a:pt x="5205" y="754"/>
                    </a:lnTo>
                    <a:close/>
                    <a:moveTo>
                      <a:pt x="5181" y="1"/>
                    </a:moveTo>
                    <a:cubicBezTo>
                      <a:pt x="5096" y="1"/>
                      <a:pt x="5012" y="35"/>
                      <a:pt x="4951" y="103"/>
                    </a:cubicBezTo>
                    <a:lnTo>
                      <a:pt x="84" y="5519"/>
                    </a:lnTo>
                    <a:cubicBezTo>
                      <a:pt x="27" y="5586"/>
                      <a:pt x="0" y="5665"/>
                      <a:pt x="4" y="5749"/>
                    </a:cubicBezTo>
                    <a:cubicBezTo>
                      <a:pt x="10" y="5832"/>
                      <a:pt x="44" y="5907"/>
                      <a:pt x="106" y="5964"/>
                    </a:cubicBezTo>
                    <a:lnTo>
                      <a:pt x="5034" y="10387"/>
                    </a:lnTo>
                    <a:cubicBezTo>
                      <a:pt x="5091" y="10440"/>
                      <a:pt x="5166" y="10466"/>
                      <a:pt x="5241" y="10466"/>
                    </a:cubicBezTo>
                    <a:cubicBezTo>
                      <a:pt x="5329" y="10466"/>
                      <a:pt x="5412" y="10430"/>
                      <a:pt x="5475" y="10365"/>
                    </a:cubicBezTo>
                    <a:lnTo>
                      <a:pt x="10341" y="4948"/>
                    </a:lnTo>
                    <a:cubicBezTo>
                      <a:pt x="10394" y="4886"/>
                      <a:pt x="10425" y="4802"/>
                      <a:pt x="10420" y="4719"/>
                    </a:cubicBezTo>
                    <a:cubicBezTo>
                      <a:pt x="10416" y="4635"/>
                      <a:pt x="10376" y="4561"/>
                      <a:pt x="10315" y="4503"/>
                    </a:cubicBezTo>
                    <a:lnTo>
                      <a:pt x="5390" y="81"/>
                    </a:lnTo>
                    <a:cubicBezTo>
                      <a:pt x="5331" y="27"/>
                      <a:pt x="5256" y="1"/>
                      <a:pt x="5181"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86" name="Google Shape;1086;p37"/>
              <p:cNvSpPr/>
              <p:nvPr/>
            </p:nvSpPr>
            <p:spPr>
              <a:xfrm>
                <a:off x="4547275" y="1859525"/>
                <a:ext cx="154025" cy="135450"/>
              </a:xfrm>
              <a:custGeom>
                <a:avLst/>
                <a:gdLst/>
                <a:ahLst/>
                <a:cxnLst/>
                <a:rect l="l" t="t" r="r" b="b"/>
                <a:pathLst>
                  <a:path w="6161" h="5418" extrusionOk="0">
                    <a:moveTo>
                      <a:pt x="4867" y="1"/>
                    </a:moveTo>
                    <a:lnTo>
                      <a:pt x="0" y="5417"/>
                    </a:lnTo>
                    <a:lnTo>
                      <a:pt x="1179" y="5351"/>
                    </a:lnTo>
                    <a:lnTo>
                      <a:pt x="6160" y="66"/>
                    </a:lnTo>
                    <a:lnTo>
                      <a:pt x="4867"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87" name="Google Shape;1087;p37"/>
              <p:cNvSpPr/>
              <p:nvPr/>
            </p:nvSpPr>
            <p:spPr>
              <a:xfrm>
                <a:off x="4538900" y="1851725"/>
                <a:ext cx="170875" cy="151075"/>
              </a:xfrm>
              <a:custGeom>
                <a:avLst/>
                <a:gdLst/>
                <a:ahLst/>
                <a:cxnLst/>
                <a:rect l="l" t="t" r="r" b="b"/>
                <a:pathLst>
                  <a:path w="6835" h="6043" extrusionOk="0">
                    <a:moveTo>
                      <a:pt x="5334" y="634"/>
                    </a:moveTo>
                    <a:lnTo>
                      <a:pt x="5805" y="656"/>
                    </a:lnTo>
                    <a:lnTo>
                      <a:pt x="1369" y="5356"/>
                    </a:lnTo>
                    <a:lnTo>
                      <a:pt x="1075" y="5373"/>
                    </a:lnTo>
                    <a:lnTo>
                      <a:pt x="5334" y="634"/>
                    </a:lnTo>
                    <a:close/>
                    <a:moveTo>
                      <a:pt x="5216" y="0"/>
                    </a:moveTo>
                    <a:cubicBezTo>
                      <a:pt x="5118" y="0"/>
                      <a:pt x="5031" y="35"/>
                      <a:pt x="4968" y="106"/>
                    </a:cubicBezTo>
                    <a:lnTo>
                      <a:pt x="102" y="5522"/>
                    </a:lnTo>
                    <a:cubicBezTo>
                      <a:pt x="19" y="5614"/>
                      <a:pt x="1" y="5752"/>
                      <a:pt x="53" y="5866"/>
                    </a:cubicBezTo>
                    <a:cubicBezTo>
                      <a:pt x="106" y="5976"/>
                      <a:pt x="216" y="6042"/>
                      <a:pt x="335" y="6042"/>
                    </a:cubicBezTo>
                    <a:lnTo>
                      <a:pt x="352" y="6042"/>
                    </a:lnTo>
                    <a:lnTo>
                      <a:pt x="1532" y="5976"/>
                    </a:lnTo>
                    <a:cubicBezTo>
                      <a:pt x="1611" y="5971"/>
                      <a:pt x="1686" y="5936"/>
                      <a:pt x="1739" y="5878"/>
                    </a:cubicBezTo>
                    <a:lnTo>
                      <a:pt x="6725" y="594"/>
                    </a:lnTo>
                    <a:cubicBezTo>
                      <a:pt x="6808" y="506"/>
                      <a:pt x="6834" y="374"/>
                      <a:pt x="6786" y="264"/>
                    </a:cubicBezTo>
                    <a:cubicBezTo>
                      <a:pt x="6742" y="149"/>
                      <a:pt x="6636" y="70"/>
                      <a:pt x="6513" y="66"/>
                    </a:cubicBezTo>
                    <a:lnTo>
                      <a:pt x="5216" y="0"/>
                    </a:ln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88" name="Google Shape;1088;p37"/>
              <p:cNvSpPr/>
              <p:nvPr/>
            </p:nvSpPr>
            <p:spPr>
              <a:xfrm>
                <a:off x="4545850" y="1746875"/>
                <a:ext cx="155450" cy="114325"/>
              </a:xfrm>
              <a:custGeom>
                <a:avLst/>
                <a:gdLst/>
                <a:ahLst/>
                <a:cxnLst/>
                <a:rect l="l" t="t" r="r" b="b"/>
                <a:pathLst>
                  <a:path w="6218" h="4573" extrusionOk="0">
                    <a:moveTo>
                      <a:pt x="1175" y="1"/>
                    </a:moveTo>
                    <a:lnTo>
                      <a:pt x="141" y="76"/>
                    </a:lnTo>
                    <a:lnTo>
                      <a:pt x="0" y="84"/>
                    </a:lnTo>
                    <a:lnTo>
                      <a:pt x="4924" y="4507"/>
                    </a:lnTo>
                    <a:lnTo>
                      <a:pt x="6217" y="4572"/>
                    </a:lnTo>
                    <a:lnTo>
                      <a:pt x="1175"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89" name="Google Shape;1089;p37"/>
              <p:cNvSpPr/>
              <p:nvPr/>
            </p:nvSpPr>
            <p:spPr>
              <a:xfrm>
                <a:off x="4537375" y="1739025"/>
                <a:ext cx="172500" cy="129975"/>
              </a:xfrm>
              <a:custGeom>
                <a:avLst/>
                <a:gdLst/>
                <a:ahLst/>
                <a:cxnLst/>
                <a:rect l="l" t="t" r="r" b="b"/>
                <a:pathLst>
                  <a:path w="6900" h="5199" extrusionOk="0">
                    <a:moveTo>
                      <a:pt x="1404" y="636"/>
                    </a:moveTo>
                    <a:lnTo>
                      <a:pt x="5699" y="4530"/>
                    </a:lnTo>
                    <a:lnTo>
                      <a:pt x="5386" y="4512"/>
                    </a:lnTo>
                    <a:lnTo>
                      <a:pt x="1096" y="658"/>
                    </a:lnTo>
                    <a:lnTo>
                      <a:pt x="1404" y="636"/>
                    </a:lnTo>
                    <a:close/>
                    <a:moveTo>
                      <a:pt x="1519" y="1"/>
                    </a:moveTo>
                    <a:cubicBezTo>
                      <a:pt x="1510" y="1"/>
                      <a:pt x="1501" y="1"/>
                      <a:pt x="1492" y="2"/>
                    </a:cubicBezTo>
                    <a:lnTo>
                      <a:pt x="313" y="85"/>
                    </a:lnTo>
                    <a:cubicBezTo>
                      <a:pt x="189" y="95"/>
                      <a:pt x="80" y="178"/>
                      <a:pt x="39" y="297"/>
                    </a:cubicBezTo>
                    <a:cubicBezTo>
                      <a:pt x="0" y="416"/>
                      <a:pt x="35" y="548"/>
                      <a:pt x="128" y="631"/>
                    </a:cubicBezTo>
                    <a:lnTo>
                      <a:pt x="5052" y="5053"/>
                    </a:lnTo>
                    <a:cubicBezTo>
                      <a:pt x="5104" y="5102"/>
                      <a:pt x="5175" y="5128"/>
                      <a:pt x="5245" y="5132"/>
                    </a:cubicBezTo>
                    <a:lnTo>
                      <a:pt x="6544" y="5199"/>
                    </a:lnTo>
                    <a:lnTo>
                      <a:pt x="6556" y="5199"/>
                    </a:lnTo>
                    <a:cubicBezTo>
                      <a:pt x="6684" y="5199"/>
                      <a:pt x="6798" y="5124"/>
                      <a:pt x="6847" y="5006"/>
                    </a:cubicBezTo>
                    <a:cubicBezTo>
                      <a:pt x="6900" y="4886"/>
                      <a:pt x="6865" y="4746"/>
                      <a:pt x="6768" y="4653"/>
                    </a:cubicBezTo>
                    <a:lnTo>
                      <a:pt x="1725" y="81"/>
                    </a:lnTo>
                    <a:cubicBezTo>
                      <a:pt x="1667" y="30"/>
                      <a:pt x="1593" y="1"/>
                      <a:pt x="1519"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90" name="Google Shape;1090;p37"/>
              <p:cNvSpPr/>
              <p:nvPr/>
            </p:nvSpPr>
            <p:spPr>
              <a:xfrm>
                <a:off x="3589100" y="4026025"/>
                <a:ext cx="244675" cy="246000"/>
              </a:xfrm>
              <a:custGeom>
                <a:avLst/>
                <a:gdLst/>
                <a:ahLst/>
                <a:cxnLst/>
                <a:rect l="l" t="t" r="r" b="b"/>
                <a:pathLst>
                  <a:path w="9787" h="9840" extrusionOk="0">
                    <a:moveTo>
                      <a:pt x="4863" y="0"/>
                    </a:moveTo>
                    <a:lnTo>
                      <a:pt x="0" y="5417"/>
                    </a:lnTo>
                    <a:lnTo>
                      <a:pt x="4925" y="9840"/>
                    </a:lnTo>
                    <a:lnTo>
                      <a:pt x="9787" y="4422"/>
                    </a:lnTo>
                    <a:lnTo>
                      <a:pt x="4863"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91" name="Google Shape;1091;p37"/>
              <p:cNvSpPr/>
              <p:nvPr/>
            </p:nvSpPr>
            <p:spPr>
              <a:xfrm>
                <a:off x="3580400" y="4018200"/>
                <a:ext cx="262175" cy="261625"/>
              </a:xfrm>
              <a:custGeom>
                <a:avLst/>
                <a:gdLst/>
                <a:ahLst/>
                <a:cxnLst/>
                <a:rect l="l" t="t" r="r" b="b"/>
                <a:pathLst>
                  <a:path w="10487" h="10465" extrusionOk="0">
                    <a:moveTo>
                      <a:pt x="5237" y="754"/>
                    </a:moveTo>
                    <a:lnTo>
                      <a:pt x="9695" y="4757"/>
                    </a:lnTo>
                    <a:lnTo>
                      <a:pt x="5251" y="9708"/>
                    </a:lnTo>
                    <a:lnTo>
                      <a:pt x="789" y="5704"/>
                    </a:lnTo>
                    <a:lnTo>
                      <a:pt x="5237" y="754"/>
                    </a:lnTo>
                    <a:close/>
                    <a:moveTo>
                      <a:pt x="5214" y="0"/>
                    </a:moveTo>
                    <a:cubicBezTo>
                      <a:pt x="5209" y="0"/>
                      <a:pt x="5203" y="1"/>
                      <a:pt x="5198" y="1"/>
                    </a:cubicBezTo>
                    <a:cubicBezTo>
                      <a:pt x="5114" y="5"/>
                      <a:pt x="5035" y="41"/>
                      <a:pt x="4977" y="102"/>
                    </a:cubicBezTo>
                    <a:lnTo>
                      <a:pt x="115" y="5519"/>
                    </a:lnTo>
                    <a:cubicBezTo>
                      <a:pt x="1" y="5647"/>
                      <a:pt x="9" y="5844"/>
                      <a:pt x="137" y="5963"/>
                    </a:cubicBezTo>
                    <a:lnTo>
                      <a:pt x="5062" y="10385"/>
                    </a:lnTo>
                    <a:cubicBezTo>
                      <a:pt x="5123" y="10434"/>
                      <a:pt x="5194" y="10464"/>
                      <a:pt x="5273" y="10464"/>
                    </a:cubicBezTo>
                    <a:lnTo>
                      <a:pt x="5290" y="10464"/>
                    </a:lnTo>
                    <a:cubicBezTo>
                      <a:pt x="5373" y="10460"/>
                      <a:pt x="5448" y="10421"/>
                      <a:pt x="5505" y="10359"/>
                    </a:cubicBezTo>
                    <a:lnTo>
                      <a:pt x="10368" y="4942"/>
                    </a:lnTo>
                    <a:cubicBezTo>
                      <a:pt x="10487" y="4814"/>
                      <a:pt x="10474" y="4617"/>
                      <a:pt x="10346" y="4503"/>
                    </a:cubicBezTo>
                    <a:lnTo>
                      <a:pt x="5422" y="80"/>
                    </a:lnTo>
                    <a:cubicBezTo>
                      <a:pt x="5365" y="27"/>
                      <a:pt x="5288" y="0"/>
                      <a:pt x="5214"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92" name="Google Shape;1092;p37"/>
              <p:cNvSpPr/>
              <p:nvPr/>
            </p:nvSpPr>
            <p:spPr>
              <a:xfrm>
                <a:off x="3712200" y="4136575"/>
                <a:ext cx="154025" cy="135450"/>
              </a:xfrm>
              <a:custGeom>
                <a:avLst/>
                <a:gdLst/>
                <a:ahLst/>
                <a:cxnLst/>
                <a:rect l="l" t="t" r="r" b="b"/>
                <a:pathLst>
                  <a:path w="6161" h="5418" extrusionOk="0">
                    <a:moveTo>
                      <a:pt x="4863" y="0"/>
                    </a:moveTo>
                    <a:lnTo>
                      <a:pt x="1" y="5418"/>
                    </a:lnTo>
                    <a:lnTo>
                      <a:pt x="1175" y="5347"/>
                    </a:lnTo>
                    <a:lnTo>
                      <a:pt x="6161" y="67"/>
                    </a:lnTo>
                    <a:lnTo>
                      <a:pt x="4863"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93" name="Google Shape;1093;p37"/>
              <p:cNvSpPr/>
              <p:nvPr/>
            </p:nvSpPr>
            <p:spPr>
              <a:xfrm>
                <a:off x="3703725" y="4128775"/>
                <a:ext cx="170975" cy="151050"/>
              </a:xfrm>
              <a:custGeom>
                <a:avLst/>
                <a:gdLst/>
                <a:ahLst/>
                <a:cxnLst/>
                <a:rect l="l" t="t" r="r" b="b"/>
                <a:pathLst>
                  <a:path w="6839" h="6042" extrusionOk="0">
                    <a:moveTo>
                      <a:pt x="5338" y="634"/>
                    </a:moveTo>
                    <a:lnTo>
                      <a:pt x="5809" y="655"/>
                    </a:lnTo>
                    <a:lnTo>
                      <a:pt x="1374" y="5355"/>
                    </a:lnTo>
                    <a:lnTo>
                      <a:pt x="1079" y="5373"/>
                    </a:lnTo>
                    <a:lnTo>
                      <a:pt x="5338" y="634"/>
                    </a:lnTo>
                    <a:close/>
                    <a:moveTo>
                      <a:pt x="5201" y="0"/>
                    </a:moveTo>
                    <a:cubicBezTo>
                      <a:pt x="5115" y="0"/>
                      <a:pt x="5030" y="36"/>
                      <a:pt x="4973" y="101"/>
                    </a:cubicBezTo>
                    <a:lnTo>
                      <a:pt x="106" y="5519"/>
                    </a:lnTo>
                    <a:cubicBezTo>
                      <a:pt x="23" y="5615"/>
                      <a:pt x="1" y="5751"/>
                      <a:pt x="58" y="5866"/>
                    </a:cubicBezTo>
                    <a:cubicBezTo>
                      <a:pt x="111" y="5972"/>
                      <a:pt x="221" y="6041"/>
                      <a:pt x="340" y="6041"/>
                    </a:cubicBezTo>
                    <a:lnTo>
                      <a:pt x="357" y="6041"/>
                    </a:lnTo>
                    <a:lnTo>
                      <a:pt x="1532" y="5972"/>
                    </a:lnTo>
                    <a:cubicBezTo>
                      <a:pt x="1616" y="5968"/>
                      <a:pt x="1691" y="5932"/>
                      <a:pt x="1743" y="5875"/>
                    </a:cubicBezTo>
                    <a:lnTo>
                      <a:pt x="6729" y="594"/>
                    </a:lnTo>
                    <a:cubicBezTo>
                      <a:pt x="6813" y="502"/>
                      <a:pt x="6839" y="375"/>
                      <a:pt x="6790" y="259"/>
                    </a:cubicBezTo>
                    <a:cubicBezTo>
                      <a:pt x="6746" y="145"/>
                      <a:pt x="6636" y="70"/>
                      <a:pt x="6518" y="66"/>
                    </a:cubicBezTo>
                    <a:lnTo>
                      <a:pt x="5219" y="1"/>
                    </a:lnTo>
                    <a:cubicBezTo>
                      <a:pt x="5213" y="0"/>
                      <a:pt x="5207" y="0"/>
                      <a:pt x="5201"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94" name="Google Shape;1094;p37"/>
              <p:cNvSpPr/>
              <p:nvPr/>
            </p:nvSpPr>
            <p:spPr>
              <a:xfrm>
                <a:off x="3710650" y="4023825"/>
                <a:ext cx="155575" cy="114425"/>
              </a:xfrm>
              <a:custGeom>
                <a:avLst/>
                <a:gdLst/>
                <a:ahLst/>
                <a:cxnLst/>
                <a:rect l="l" t="t" r="r" b="b"/>
                <a:pathLst>
                  <a:path w="6223" h="4577" extrusionOk="0">
                    <a:moveTo>
                      <a:pt x="1180" y="1"/>
                    </a:moveTo>
                    <a:lnTo>
                      <a:pt x="142" y="75"/>
                    </a:lnTo>
                    <a:lnTo>
                      <a:pt x="1" y="88"/>
                    </a:lnTo>
                    <a:lnTo>
                      <a:pt x="4925" y="4510"/>
                    </a:lnTo>
                    <a:lnTo>
                      <a:pt x="6223" y="4577"/>
                    </a:lnTo>
                    <a:lnTo>
                      <a:pt x="6223" y="4577"/>
                    </a:lnTo>
                    <a:lnTo>
                      <a:pt x="1180"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95" name="Google Shape;1095;p37"/>
              <p:cNvSpPr/>
              <p:nvPr/>
            </p:nvSpPr>
            <p:spPr>
              <a:xfrm>
                <a:off x="3702300" y="4016000"/>
                <a:ext cx="172400" cy="130075"/>
              </a:xfrm>
              <a:custGeom>
                <a:avLst/>
                <a:gdLst/>
                <a:ahLst/>
                <a:cxnLst/>
                <a:rect l="l" t="t" r="r" b="b"/>
                <a:pathLst>
                  <a:path w="6896" h="5203" extrusionOk="0">
                    <a:moveTo>
                      <a:pt x="1404" y="635"/>
                    </a:moveTo>
                    <a:lnTo>
                      <a:pt x="5698" y="4529"/>
                    </a:lnTo>
                    <a:lnTo>
                      <a:pt x="5387" y="4516"/>
                    </a:lnTo>
                    <a:lnTo>
                      <a:pt x="1092" y="661"/>
                    </a:lnTo>
                    <a:lnTo>
                      <a:pt x="1404" y="635"/>
                    </a:lnTo>
                    <a:close/>
                    <a:moveTo>
                      <a:pt x="1507" y="1"/>
                    </a:moveTo>
                    <a:cubicBezTo>
                      <a:pt x="1502" y="1"/>
                      <a:pt x="1497" y="1"/>
                      <a:pt x="1492" y="1"/>
                    </a:cubicBezTo>
                    <a:lnTo>
                      <a:pt x="312" y="89"/>
                    </a:lnTo>
                    <a:cubicBezTo>
                      <a:pt x="190" y="97"/>
                      <a:pt x="80" y="182"/>
                      <a:pt x="40" y="300"/>
                    </a:cubicBezTo>
                    <a:cubicBezTo>
                      <a:pt x="1" y="419"/>
                      <a:pt x="36" y="551"/>
                      <a:pt x="128" y="635"/>
                    </a:cubicBezTo>
                    <a:lnTo>
                      <a:pt x="5052" y="5057"/>
                    </a:lnTo>
                    <a:cubicBezTo>
                      <a:pt x="5105" y="5105"/>
                      <a:pt x="5176" y="5132"/>
                      <a:pt x="5245" y="5136"/>
                    </a:cubicBezTo>
                    <a:lnTo>
                      <a:pt x="6543" y="5202"/>
                    </a:lnTo>
                    <a:lnTo>
                      <a:pt x="6557" y="5202"/>
                    </a:lnTo>
                    <a:cubicBezTo>
                      <a:pt x="6685" y="5202"/>
                      <a:pt x="6799" y="5127"/>
                      <a:pt x="6847" y="5008"/>
                    </a:cubicBezTo>
                    <a:cubicBezTo>
                      <a:pt x="6896" y="4886"/>
                      <a:pt x="6865" y="4744"/>
                      <a:pt x="6768" y="4656"/>
                    </a:cubicBezTo>
                    <a:lnTo>
                      <a:pt x="1725" y="85"/>
                    </a:lnTo>
                    <a:cubicBezTo>
                      <a:pt x="1663" y="31"/>
                      <a:pt x="1586" y="1"/>
                      <a:pt x="1507"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96" name="Google Shape;1096;p37"/>
              <p:cNvSpPr/>
              <p:nvPr/>
            </p:nvSpPr>
            <p:spPr>
              <a:xfrm>
                <a:off x="4561800" y="2343875"/>
                <a:ext cx="244800" cy="246025"/>
              </a:xfrm>
              <a:custGeom>
                <a:avLst/>
                <a:gdLst/>
                <a:ahLst/>
                <a:cxnLst/>
                <a:rect l="l" t="t" r="r" b="b"/>
                <a:pathLst>
                  <a:path w="9792" h="9841" extrusionOk="0">
                    <a:moveTo>
                      <a:pt x="4862" y="1"/>
                    </a:moveTo>
                    <a:lnTo>
                      <a:pt x="0" y="5418"/>
                    </a:lnTo>
                    <a:lnTo>
                      <a:pt x="4924" y="9840"/>
                    </a:lnTo>
                    <a:lnTo>
                      <a:pt x="9791" y="4423"/>
                    </a:lnTo>
                    <a:lnTo>
                      <a:pt x="4862"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97" name="Google Shape;1097;p37"/>
              <p:cNvSpPr/>
              <p:nvPr/>
            </p:nvSpPr>
            <p:spPr>
              <a:xfrm>
                <a:off x="4553875" y="2336050"/>
                <a:ext cx="260625" cy="261650"/>
              </a:xfrm>
              <a:custGeom>
                <a:avLst/>
                <a:gdLst/>
                <a:ahLst/>
                <a:cxnLst/>
                <a:rect l="l" t="t" r="r" b="b"/>
                <a:pathLst>
                  <a:path w="10425" h="10466" extrusionOk="0">
                    <a:moveTo>
                      <a:pt x="5206" y="754"/>
                    </a:moveTo>
                    <a:lnTo>
                      <a:pt x="9663" y="4759"/>
                    </a:lnTo>
                    <a:lnTo>
                      <a:pt x="5214" y="9708"/>
                    </a:lnTo>
                    <a:lnTo>
                      <a:pt x="757" y="5705"/>
                    </a:lnTo>
                    <a:lnTo>
                      <a:pt x="5206" y="754"/>
                    </a:lnTo>
                    <a:close/>
                    <a:moveTo>
                      <a:pt x="5180" y="1"/>
                    </a:moveTo>
                    <a:cubicBezTo>
                      <a:pt x="5095" y="1"/>
                      <a:pt x="5009" y="35"/>
                      <a:pt x="4946" y="102"/>
                    </a:cubicBezTo>
                    <a:lnTo>
                      <a:pt x="84" y="5520"/>
                    </a:lnTo>
                    <a:cubicBezTo>
                      <a:pt x="27" y="5581"/>
                      <a:pt x="0" y="5665"/>
                      <a:pt x="5" y="5748"/>
                    </a:cubicBezTo>
                    <a:cubicBezTo>
                      <a:pt x="9" y="5827"/>
                      <a:pt x="44" y="5907"/>
                      <a:pt x="106" y="5964"/>
                    </a:cubicBezTo>
                    <a:lnTo>
                      <a:pt x="5029" y="10386"/>
                    </a:lnTo>
                    <a:cubicBezTo>
                      <a:pt x="5092" y="10439"/>
                      <a:pt x="5166" y="10466"/>
                      <a:pt x="5241" y="10466"/>
                    </a:cubicBezTo>
                    <a:cubicBezTo>
                      <a:pt x="5324" y="10466"/>
                      <a:pt x="5413" y="10431"/>
                      <a:pt x="5474" y="10360"/>
                    </a:cubicBezTo>
                    <a:lnTo>
                      <a:pt x="10336" y="4943"/>
                    </a:lnTo>
                    <a:cubicBezTo>
                      <a:pt x="10393" y="4881"/>
                      <a:pt x="10425" y="4802"/>
                      <a:pt x="10420" y="4719"/>
                    </a:cubicBezTo>
                    <a:cubicBezTo>
                      <a:pt x="10415" y="4635"/>
                      <a:pt x="10376" y="4556"/>
                      <a:pt x="10314" y="4503"/>
                    </a:cubicBezTo>
                    <a:lnTo>
                      <a:pt x="5391" y="81"/>
                    </a:lnTo>
                    <a:cubicBezTo>
                      <a:pt x="5331" y="27"/>
                      <a:pt x="5256" y="1"/>
                      <a:pt x="5180"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098" name="Google Shape;1098;p37"/>
              <p:cNvSpPr/>
              <p:nvPr/>
            </p:nvSpPr>
            <p:spPr>
              <a:xfrm>
                <a:off x="4684875" y="2454450"/>
                <a:ext cx="154050" cy="135450"/>
              </a:xfrm>
              <a:custGeom>
                <a:avLst/>
                <a:gdLst/>
                <a:ahLst/>
                <a:cxnLst/>
                <a:rect l="l" t="t" r="r" b="b"/>
                <a:pathLst>
                  <a:path w="6162" h="5418" extrusionOk="0">
                    <a:moveTo>
                      <a:pt x="4868" y="0"/>
                    </a:moveTo>
                    <a:lnTo>
                      <a:pt x="1" y="5417"/>
                    </a:lnTo>
                    <a:lnTo>
                      <a:pt x="1176" y="5346"/>
                    </a:lnTo>
                    <a:lnTo>
                      <a:pt x="6162" y="66"/>
                    </a:lnTo>
                    <a:lnTo>
                      <a:pt x="4868"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99" name="Google Shape;1099;p37"/>
              <p:cNvSpPr/>
              <p:nvPr/>
            </p:nvSpPr>
            <p:spPr>
              <a:xfrm>
                <a:off x="4676400" y="2446625"/>
                <a:ext cx="170975" cy="151075"/>
              </a:xfrm>
              <a:custGeom>
                <a:avLst/>
                <a:gdLst/>
                <a:ahLst/>
                <a:cxnLst/>
                <a:rect l="l" t="t" r="r" b="b"/>
                <a:pathLst>
                  <a:path w="6839" h="6043" extrusionOk="0">
                    <a:moveTo>
                      <a:pt x="5339" y="630"/>
                    </a:moveTo>
                    <a:lnTo>
                      <a:pt x="5809" y="657"/>
                    </a:lnTo>
                    <a:lnTo>
                      <a:pt x="1374" y="5356"/>
                    </a:lnTo>
                    <a:lnTo>
                      <a:pt x="1079" y="5374"/>
                    </a:lnTo>
                    <a:lnTo>
                      <a:pt x="1079" y="5374"/>
                    </a:lnTo>
                    <a:lnTo>
                      <a:pt x="5339" y="630"/>
                    </a:lnTo>
                    <a:close/>
                    <a:moveTo>
                      <a:pt x="5204" y="1"/>
                    </a:moveTo>
                    <a:cubicBezTo>
                      <a:pt x="5113" y="1"/>
                      <a:pt x="5032" y="35"/>
                      <a:pt x="4974" y="102"/>
                    </a:cubicBezTo>
                    <a:lnTo>
                      <a:pt x="106" y="5519"/>
                    </a:lnTo>
                    <a:cubicBezTo>
                      <a:pt x="23" y="5616"/>
                      <a:pt x="1" y="5752"/>
                      <a:pt x="59" y="5866"/>
                    </a:cubicBezTo>
                    <a:cubicBezTo>
                      <a:pt x="112" y="5972"/>
                      <a:pt x="221" y="6043"/>
                      <a:pt x="340" y="6043"/>
                    </a:cubicBezTo>
                    <a:lnTo>
                      <a:pt x="358" y="6043"/>
                    </a:lnTo>
                    <a:lnTo>
                      <a:pt x="1532" y="5972"/>
                    </a:lnTo>
                    <a:cubicBezTo>
                      <a:pt x="1616" y="5968"/>
                      <a:pt x="1690" y="5933"/>
                      <a:pt x="1743" y="5876"/>
                    </a:cubicBezTo>
                    <a:lnTo>
                      <a:pt x="6729" y="595"/>
                    </a:lnTo>
                    <a:cubicBezTo>
                      <a:pt x="6812" y="502"/>
                      <a:pt x="6839" y="375"/>
                      <a:pt x="6791" y="261"/>
                    </a:cubicBezTo>
                    <a:cubicBezTo>
                      <a:pt x="6747" y="147"/>
                      <a:pt x="6637" y="72"/>
                      <a:pt x="6518" y="67"/>
                    </a:cubicBezTo>
                    <a:lnTo>
                      <a:pt x="5220" y="1"/>
                    </a:lnTo>
                    <a:cubicBezTo>
                      <a:pt x="5215" y="1"/>
                      <a:pt x="5209" y="1"/>
                      <a:pt x="5204"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00" name="Google Shape;1100;p37"/>
              <p:cNvSpPr/>
              <p:nvPr/>
            </p:nvSpPr>
            <p:spPr>
              <a:xfrm>
                <a:off x="4683350" y="2341675"/>
                <a:ext cx="155575" cy="114425"/>
              </a:xfrm>
              <a:custGeom>
                <a:avLst/>
                <a:gdLst/>
                <a:ahLst/>
                <a:cxnLst/>
                <a:rect l="l" t="t" r="r" b="b"/>
                <a:pathLst>
                  <a:path w="6223" h="4577" extrusionOk="0">
                    <a:moveTo>
                      <a:pt x="1180" y="1"/>
                    </a:moveTo>
                    <a:lnTo>
                      <a:pt x="141" y="76"/>
                    </a:lnTo>
                    <a:lnTo>
                      <a:pt x="0" y="89"/>
                    </a:lnTo>
                    <a:lnTo>
                      <a:pt x="4929" y="4511"/>
                    </a:lnTo>
                    <a:lnTo>
                      <a:pt x="6223" y="4577"/>
                    </a:lnTo>
                    <a:lnTo>
                      <a:pt x="1180"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01" name="Google Shape;1101;p37"/>
              <p:cNvSpPr/>
              <p:nvPr/>
            </p:nvSpPr>
            <p:spPr>
              <a:xfrm>
                <a:off x="4674975" y="2333850"/>
                <a:ext cx="172400" cy="130075"/>
              </a:xfrm>
              <a:custGeom>
                <a:avLst/>
                <a:gdLst/>
                <a:ahLst/>
                <a:cxnLst/>
                <a:rect l="l" t="t" r="r" b="b"/>
                <a:pathLst>
                  <a:path w="6896" h="5203" extrusionOk="0">
                    <a:moveTo>
                      <a:pt x="1404" y="635"/>
                    </a:moveTo>
                    <a:lnTo>
                      <a:pt x="5699" y="4534"/>
                    </a:lnTo>
                    <a:lnTo>
                      <a:pt x="5387" y="4516"/>
                    </a:lnTo>
                    <a:lnTo>
                      <a:pt x="1093" y="661"/>
                    </a:lnTo>
                    <a:lnTo>
                      <a:pt x="1404" y="635"/>
                    </a:lnTo>
                    <a:close/>
                    <a:moveTo>
                      <a:pt x="1508" y="1"/>
                    </a:moveTo>
                    <a:cubicBezTo>
                      <a:pt x="1503" y="1"/>
                      <a:pt x="1498" y="1"/>
                      <a:pt x="1493" y="1"/>
                    </a:cubicBezTo>
                    <a:lnTo>
                      <a:pt x="313" y="90"/>
                    </a:lnTo>
                    <a:cubicBezTo>
                      <a:pt x="190" y="99"/>
                      <a:pt x="80" y="182"/>
                      <a:pt x="41" y="301"/>
                    </a:cubicBezTo>
                    <a:cubicBezTo>
                      <a:pt x="1" y="420"/>
                      <a:pt x="37" y="547"/>
                      <a:pt x="128" y="635"/>
                    </a:cubicBezTo>
                    <a:lnTo>
                      <a:pt x="5053" y="5058"/>
                    </a:lnTo>
                    <a:cubicBezTo>
                      <a:pt x="5106" y="5106"/>
                      <a:pt x="5175" y="5133"/>
                      <a:pt x="5246" y="5137"/>
                    </a:cubicBezTo>
                    <a:lnTo>
                      <a:pt x="6544" y="5203"/>
                    </a:lnTo>
                    <a:lnTo>
                      <a:pt x="6558" y="5203"/>
                    </a:lnTo>
                    <a:cubicBezTo>
                      <a:pt x="6685" y="5203"/>
                      <a:pt x="6800" y="5128"/>
                      <a:pt x="6848" y="5009"/>
                    </a:cubicBezTo>
                    <a:cubicBezTo>
                      <a:pt x="6896" y="4886"/>
                      <a:pt x="6865" y="4745"/>
                      <a:pt x="6769" y="4658"/>
                    </a:cubicBezTo>
                    <a:lnTo>
                      <a:pt x="1726" y="85"/>
                    </a:lnTo>
                    <a:cubicBezTo>
                      <a:pt x="1664" y="31"/>
                      <a:pt x="1586" y="1"/>
                      <a:pt x="1508"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02" name="Google Shape;1102;p37"/>
              <p:cNvSpPr/>
              <p:nvPr/>
            </p:nvSpPr>
            <p:spPr>
              <a:xfrm>
                <a:off x="4082600" y="1410475"/>
                <a:ext cx="405050" cy="382725"/>
              </a:xfrm>
              <a:custGeom>
                <a:avLst/>
                <a:gdLst/>
                <a:ahLst/>
                <a:cxnLst/>
                <a:rect l="l" t="t" r="r" b="b"/>
                <a:pathLst>
                  <a:path w="16202" h="15309" extrusionOk="0">
                    <a:moveTo>
                      <a:pt x="3037" y="0"/>
                    </a:moveTo>
                    <a:lnTo>
                      <a:pt x="0" y="11974"/>
                    </a:lnTo>
                    <a:lnTo>
                      <a:pt x="13171" y="15309"/>
                    </a:lnTo>
                    <a:lnTo>
                      <a:pt x="16202" y="3340"/>
                    </a:lnTo>
                    <a:lnTo>
                      <a:pt x="3037"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03" name="Google Shape;1103;p37"/>
              <p:cNvSpPr/>
              <p:nvPr/>
            </p:nvSpPr>
            <p:spPr>
              <a:xfrm>
                <a:off x="4074575" y="1402675"/>
                <a:ext cx="421800" cy="398350"/>
              </a:xfrm>
              <a:custGeom>
                <a:avLst/>
                <a:gdLst/>
                <a:ahLst/>
                <a:cxnLst/>
                <a:rect l="l" t="t" r="r" b="b"/>
                <a:pathLst>
                  <a:path w="16872" h="15934" extrusionOk="0">
                    <a:moveTo>
                      <a:pt x="3582" y="695"/>
                    </a:moveTo>
                    <a:lnTo>
                      <a:pt x="16145" y="3876"/>
                    </a:lnTo>
                    <a:lnTo>
                      <a:pt x="13267" y="15243"/>
                    </a:lnTo>
                    <a:lnTo>
                      <a:pt x="704" y="12057"/>
                    </a:lnTo>
                    <a:lnTo>
                      <a:pt x="3582" y="695"/>
                    </a:lnTo>
                    <a:close/>
                    <a:moveTo>
                      <a:pt x="3354" y="0"/>
                    </a:moveTo>
                    <a:cubicBezTo>
                      <a:pt x="3298" y="0"/>
                      <a:pt x="3242" y="14"/>
                      <a:pt x="3195" y="44"/>
                    </a:cubicBezTo>
                    <a:cubicBezTo>
                      <a:pt x="3124" y="88"/>
                      <a:pt x="3072" y="158"/>
                      <a:pt x="3054" y="237"/>
                    </a:cubicBezTo>
                    <a:lnTo>
                      <a:pt x="17" y="12211"/>
                    </a:lnTo>
                    <a:cubicBezTo>
                      <a:pt x="0" y="12290"/>
                      <a:pt x="13" y="12374"/>
                      <a:pt x="53" y="12444"/>
                    </a:cubicBezTo>
                    <a:cubicBezTo>
                      <a:pt x="97" y="12519"/>
                      <a:pt x="167" y="12567"/>
                      <a:pt x="247" y="12589"/>
                    </a:cubicBezTo>
                    <a:lnTo>
                      <a:pt x="13417" y="15925"/>
                    </a:lnTo>
                    <a:cubicBezTo>
                      <a:pt x="13443" y="15934"/>
                      <a:pt x="13465" y="15934"/>
                      <a:pt x="13492" y="15934"/>
                    </a:cubicBezTo>
                    <a:cubicBezTo>
                      <a:pt x="13549" y="15934"/>
                      <a:pt x="13602" y="15920"/>
                      <a:pt x="13654" y="15889"/>
                    </a:cubicBezTo>
                    <a:cubicBezTo>
                      <a:pt x="13724" y="15850"/>
                      <a:pt x="13777" y="15779"/>
                      <a:pt x="13795" y="15700"/>
                    </a:cubicBezTo>
                    <a:lnTo>
                      <a:pt x="16827" y="3727"/>
                    </a:lnTo>
                    <a:cubicBezTo>
                      <a:pt x="16871" y="3559"/>
                      <a:pt x="16770" y="3388"/>
                      <a:pt x="16602" y="3348"/>
                    </a:cubicBezTo>
                    <a:lnTo>
                      <a:pt x="3433" y="9"/>
                    </a:lnTo>
                    <a:cubicBezTo>
                      <a:pt x="3407" y="3"/>
                      <a:pt x="3381" y="0"/>
                      <a:pt x="3354"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04" name="Google Shape;1104;p37"/>
              <p:cNvSpPr/>
              <p:nvPr/>
            </p:nvSpPr>
            <p:spPr>
              <a:xfrm>
                <a:off x="4082600" y="1709800"/>
                <a:ext cx="354675" cy="138400"/>
              </a:xfrm>
              <a:custGeom>
                <a:avLst/>
                <a:gdLst/>
                <a:ahLst/>
                <a:cxnLst/>
                <a:rect l="l" t="t" r="r" b="b"/>
                <a:pathLst>
                  <a:path w="14187" h="5536" extrusionOk="0">
                    <a:moveTo>
                      <a:pt x="0" y="1"/>
                    </a:moveTo>
                    <a:lnTo>
                      <a:pt x="1136" y="1884"/>
                    </a:lnTo>
                    <a:lnTo>
                      <a:pt x="14187" y="5536"/>
                    </a:lnTo>
                    <a:lnTo>
                      <a:pt x="13171" y="3336"/>
                    </a:lnTo>
                    <a:lnTo>
                      <a:pt x="0"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05" name="Google Shape;1105;p37"/>
              <p:cNvSpPr/>
              <p:nvPr/>
            </p:nvSpPr>
            <p:spPr>
              <a:xfrm>
                <a:off x="4074225" y="1701975"/>
                <a:ext cx="371425" cy="154050"/>
              </a:xfrm>
              <a:custGeom>
                <a:avLst/>
                <a:gdLst/>
                <a:ahLst/>
                <a:cxnLst/>
                <a:rect l="l" t="t" r="r" b="b"/>
                <a:pathLst>
                  <a:path w="14857" h="6162" extrusionOk="0">
                    <a:moveTo>
                      <a:pt x="996" y="802"/>
                    </a:moveTo>
                    <a:lnTo>
                      <a:pt x="13285" y="3917"/>
                    </a:lnTo>
                    <a:lnTo>
                      <a:pt x="13955" y="5365"/>
                    </a:lnTo>
                    <a:lnTo>
                      <a:pt x="1672" y="1929"/>
                    </a:lnTo>
                    <a:lnTo>
                      <a:pt x="996" y="802"/>
                    </a:lnTo>
                    <a:close/>
                    <a:moveTo>
                      <a:pt x="337" y="0"/>
                    </a:moveTo>
                    <a:cubicBezTo>
                      <a:pt x="239" y="0"/>
                      <a:pt x="144" y="45"/>
                      <a:pt x="84" y="129"/>
                    </a:cubicBezTo>
                    <a:cubicBezTo>
                      <a:pt x="9" y="230"/>
                      <a:pt x="1" y="367"/>
                      <a:pt x="67" y="476"/>
                    </a:cubicBezTo>
                    <a:lnTo>
                      <a:pt x="1203" y="2359"/>
                    </a:lnTo>
                    <a:cubicBezTo>
                      <a:pt x="1242" y="2430"/>
                      <a:pt x="1308" y="2479"/>
                      <a:pt x="1387" y="2501"/>
                    </a:cubicBezTo>
                    <a:lnTo>
                      <a:pt x="14438" y="6149"/>
                    </a:lnTo>
                    <a:cubicBezTo>
                      <a:pt x="14465" y="6157"/>
                      <a:pt x="14495" y="6161"/>
                      <a:pt x="14522" y="6161"/>
                    </a:cubicBezTo>
                    <a:cubicBezTo>
                      <a:pt x="14615" y="6161"/>
                      <a:pt x="14698" y="6122"/>
                      <a:pt x="14759" y="6052"/>
                    </a:cubicBezTo>
                    <a:cubicBezTo>
                      <a:pt x="14839" y="5960"/>
                      <a:pt x="14857" y="5828"/>
                      <a:pt x="14808" y="5717"/>
                    </a:cubicBezTo>
                    <a:lnTo>
                      <a:pt x="13791" y="3517"/>
                    </a:lnTo>
                    <a:cubicBezTo>
                      <a:pt x="13752" y="3434"/>
                      <a:pt x="13673" y="3367"/>
                      <a:pt x="13585" y="3346"/>
                    </a:cubicBezTo>
                    <a:lnTo>
                      <a:pt x="415" y="10"/>
                    </a:lnTo>
                    <a:cubicBezTo>
                      <a:pt x="389" y="3"/>
                      <a:pt x="363" y="0"/>
                      <a:pt x="337"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06" name="Google Shape;1106;p37"/>
              <p:cNvSpPr/>
              <p:nvPr/>
            </p:nvSpPr>
            <p:spPr>
              <a:xfrm>
                <a:off x="4411850" y="1493975"/>
                <a:ext cx="104975" cy="354225"/>
              </a:xfrm>
              <a:custGeom>
                <a:avLst/>
                <a:gdLst/>
                <a:ahLst/>
                <a:cxnLst/>
                <a:rect l="l" t="t" r="r" b="b"/>
                <a:pathLst>
                  <a:path w="4199" h="14169" extrusionOk="0">
                    <a:moveTo>
                      <a:pt x="3032" y="0"/>
                    </a:moveTo>
                    <a:lnTo>
                      <a:pt x="1" y="11969"/>
                    </a:lnTo>
                    <a:lnTo>
                      <a:pt x="1017" y="14169"/>
                    </a:lnTo>
                    <a:lnTo>
                      <a:pt x="4199" y="1871"/>
                    </a:lnTo>
                    <a:lnTo>
                      <a:pt x="3173" y="220"/>
                    </a:lnTo>
                    <a:lnTo>
                      <a:pt x="3032"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07" name="Google Shape;1107;p37"/>
              <p:cNvSpPr/>
              <p:nvPr/>
            </p:nvSpPr>
            <p:spPr>
              <a:xfrm>
                <a:off x="4403800" y="1486075"/>
                <a:ext cx="121050" cy="369950"/>
              </a:xfrm>
              <a:custGeom>
                <a:avLst/>
                <a:gdLst/>
                <a:ahLst/>
                <a:cxnLst/>
                <a:rect l="l" t="t" r="r" b="b"/>
                <a:pathLst>
                  <a:path w="4842" h="14798" extrusionOk="0">
                    <a:moveTo>
                      <a:pt x="3477" y="1104"/>
                    </a:moveTo>
                    <a:lnTo>
                      <a:pt x="4182" y="2234"/>
                    </a:lnTo>
                    <a:lnTo>
                      <a:pt x="1255" y="13556"/>
                    </a:lnTo>
                    <a:lnTo>
                      <a:pt x="652" y="12254"/>
                    </a:lnTo>
                    <a:lnTo>
                      <a:pt x="3477" y="1104"/>
                    </a:lnTo>
                    <a:close/>
                    <a:moveTo>
                      <a:pt x="3352" y="1"/>
                    </a:moveTo>
                    <a:cubicBezTo>
                      <a:pt x="3337" y="1"/>
                      <a:pt x="3322" y="2"/>
                      <a:pt x="3306" y="4"/>
                    </a:cubicBezTo>
                    <a:cubicBezTo>
                      <a:pt x="3183" y="26"/>
                      <a:pt x="3081" y="114"/>
                      <a:pt x="3051" y="237"/>
                    </a:cubicBezTo>
                    <a:lnTo>
                      <a:pt x="19" y="12210"/>
                    </a:lnTo>
                    <a:cubicBezTo>
                      <a:pt x="1" y="12277"/>
                      <a:pt x="10" y="12351"/>
                      <a:pt x="41" y="12417"/>
                    </a:cubicBezTo>
                    <a:lnTo>
                      <a:pt x="1053" y="14617"/>
                    </a:lnTo>
                    <a:cubicBezTo>
                      <a:pt x="1105" y="14728"/>
                      <a:pt x="1220" y="14797"/>
                      <a:pt x="1339" y="14797"/>
                    </a:cubicBezTo>
                    <a:lnTo>
                      <a:pt x="1365" y="14797"/>
                    </a:lnTo>
                    <a:cubicBezTo>
                      <a:pt x="1497" y="14785"/>
                      <a:pt x="1607" y="14692"/>
                      <a:pt x="1643" y="14564"/>
                    </a:cubicBezTo>
                    <a:lnTo>
                      <a:pt x="4820" y="2261"/>
                    </a:lnTo>
                    <a:cubicBezTo>
                      <a:pt x="4842" y="2181"/>
                      <a:pt x="4828" y="2094"/>
                      <a:pt x="4785" y="2019"/>
                    </a:cubicBezTo>
                    <a:lnTo>
                      <a:pt x="3623" y="149"/>
                    </a:lnTo>
                    <a:cubicBezTo>
                      <a:pt x="3565" y="56"/>
                      <a:pt x="3462" y="1"/>
                      <a:pt x="3352"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08" name="Google Shape;1108;p37"/>
              <p:cNvSpPr/>
              <p:nvPr/>
            </p:nvSpPr>
            <p:spPr>
              <a:xfrm>
                <a:off x="4872775" y="1809125"/>
                <a:ext cx="649300" cy="592200"/>
              </a:xfrm>
              <a:custGeom>
                <a:avLst/>
                <a:gdLst/>
                <a:ahLst/>
                <a:cxnLst/>
                <a:rect l="l" t="t" r="r" b="b"/>
                <a:pathLst>
                  <a:path w="25972" h="23688" extrusionOk="0">
                    <a:moveTo>
                      <a:pt x="25566" y="1"/>
                    </a:moveTo>
                    <a:lnTo>
                      <a:pt x="1" y="450"/>
                    </a:lnTo>
                    <a:lnTo>
                      <a:pt x="409" y="23688"/>
                    </a:lnTo>
                    <a:lnTo>
                      <a:pt x="25972" y="23239"/>
                    </a:lnTo>
                    <a:lnTo>
                      <a:pt x="25566"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09" name="Google Shape;1109;p37"/>
              <p:cNvSpPr/>
              <p:nvPr/>
            </p:nvSpPr>
            <p:spPr>
              <a:xfrm>
                <a:off x="4864975" y="1801300"/>
                <a:ext cx="665025" cy="607850"/>
              </a:xfrm>
              <a:custGeom>
                <a:avLst/>
                <a:gdLst/>
                <a:ahLst/>
                <a:cxnLst/>
                <a:rect l="l" t="t" r="r" b="b"/>
                <a:pathLst>
                  <a:path w="26601" h="24314" extrusionOk="0">
                    <a:moveTo>
                      <a:pt x="25571" y="631"/>
                    </a:moveTo>
                    <a:lnTo>
                      <a:pt x="25967" y="23244"/>
                    </a:lnTo>
                    <a:lnTo>
                      <a:pt x="1030" y="23684"/>
                    </a:lnTo>
                    <a:lnTo>
                      <a:pt x="634" y="1071"/>
                    </a:lnTo>
                    <a:lnTo>
                      <a:pt x="25571" y="631"/>
                    </a:lnTo>
                    <a:close/>
                    <a:moveTo>
                      <a:pt x="25884" y="1"/>
                    </a:moveTo>
                    <a:cubicBezTo>
                      <a:pt x="25879" y="1"/>
                      <a:pt x="25874" y="1"/>
                      <a:pt x="25870" y="1"/>
                    </a:cubicBezTo>
                    <a:lnTo>
                      <a:pt x="309" y="450"/>
                    </a:lnTo>
                    <a:cubicBezTo>
                      <a:pt x="136" y="450"/>
                      <a:pt x="0" y="596"/>
                      <a:pt x="0" y="767"/>
                    </a:cubicBezTo>
                    <a:lnTo>
                      <a:pt x="410" y="24006"/>
                    </a:lnTo>
                    <a:cubicBezTo>
                      <a:pt x="410" y="24089"/>
                      <a:pt x="445" y="24168"/>
                      <a:pt x="506" y="24226"/>
                    </a:cubicBezTo>
                    <a:cubicBezTo>
                      <a:pt x="563" y="24283"/>
                      <a:pt x="642" y="24313"/>
                      <a:pt x="721" y="24313"/>
                    </a:cubicBezTo>
                    <a:lnTo>
                      <a:pt x="727" y="24313"/>
                    </a:lnTo>
                    <a:lnTo>
                      <a:pt x="26292" y="23864"/>
                    </a:lnTo>
                    <a:cubicBezTo>
                      <a:pt x="26376" y="23864"/>
                      <a:pt x="26455" y="23829"/>
                      <a:pt x="26512" y="23768"/>
                    </a:cubicBezTo>
                    <a:cubicBezTo>
                      <a:pt x="26569" y="23710"/>
                      <a:pt x="26601" y="23627"/>
                      <a:pt x="26601" y="23548"/>
                    </a:cubicBezTo>
                    <a:lnTo>
                      <a:pt x="26191" y="305"/>
                    </a:lnTo>
                    <a:cubicBezTo>
                      <a:pt x="26187" y="138"/>
                      <a:pt x="26041" y="1"/>
                      <a:pt x="25884"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10" name="Google Shape;1110;p37"/>
              <p:cNvSpPr/>
              <p:nvPr/>
            </p:nvSpPr>
            <p:spPr>
              <a:xfrm>
                <a:off x="4883000" y="2390075"/>
                <a:ext cx="712450" cy="87300"/>
              </a:xfrm>
              <a:custGeom>
                <a:avLst/>
                <a:gdLst/>
                <a:ahLst/>
                <a:cxnLst/>
                <a:rect l="l" t="t" r="r" b="b"/>
                <a:pathLst>
                  <a:path w="28498" h="3492" extrusionOk="0">
                    <a:moveTo>
                      <a:pt x="25563" y="1"/>
                    </a:moveTo>
                    <a:lnTo>
                      <a:pt x="0" y="450"/>
                    </a:lnTo>
                    <a:lnTo>
                      <a:pt x="2993" y="3315"/>
                    </a:lnTo>
                    <a:lnTo>
                      <a:pt x="28498" y="3491"/>
                    </a:lnTo>
                    <a:lnTo>
                      <a:pt x="25563"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11" name="Google Shape;1111;p37"/>
              <p:cNvSpPr/>
              <p:nvPr/>
            </p:nvSpPr>
            <p:spPr>
              <a:xfrm>
                <a:off x="4874550" y="2382275"/>
                <a:ext cx="729250" cy="102875"/>
              </a:xfrm>
              <a:custGeom>
                <a:avLst/>
                <a:gdLst/>
                <a:ahLst/>
                <a:cxnLst/>
                <a:rect l="l" t="t" r="r" b="b"/>
                <a:pathLst>
                  <a:path w="29170" h="4115" extrusionOk="0">
                    <a:moveTo>
                      <a:pt x="25759" y="625"/>
                    </a:moveTo>
                    <a:lnTo>
                      <a:pt x="28158" y="3486"/>
                    </a:lnTo>
                    <a:lnTo>
                      <a:pt x="3454" y="3314"/>
                    </a:lnTo>
                    <a:lnTo>
                      <a:pt x="1104" y="1062"/>
                    </a:lnTo>
                    <a:lnTo>
                      <a:pt x="25759" y="625"/>
                    </a:lnTo>
                    <a:close/>
                    <a:moveTo>
                      <a:pt x="25911" y="1"/>
                    </a:moveTo>
                    <a:cubicBezTo>
                      <a:pt x="25906" y="1"/>
                      <a:pt x="25901" y="1"/>
                      <a:pt x="25895" y="1"/>
                    </a:cubicBezTo>
                    <a:lnTo>
                      <a:pt x="334" y="450"/>
                    </a:lnTo>
                    <a:cubicBezTo>
                      <a:pt x="206" y="450"/>
                      <a:pt x="92" y="529"/>
                      <a:pt x="48" y="648"/>
                    </a:cubicBezTo>
                    <a:cubicBezTo>
                      <a:pt x="0" y="767"/>
                      <a:pt x="31" y="899"/>
                      <a:pt x="123" y="987"/>
                    </a:cubicBezTo>
                    <a:lnTo>
                      <a:pt x="3111" y="3851"/>
                    </a:lnTo>
                    <a:cubicBezTo>
                      <a:pt x="3169" y="3909"/>
                      <a:pt x="3248" y="3939"/>
                      <a:pt x="3327" y="3939"/>
                    </a:cubicBezTo>
                    <a:lnTo>
                      <a:pt x="28831" y="4115"/>
                    </a:lnTo>
                    <a:lnTo>
                      <a:pt x="28836" y="4115"/>
                    </a:lnTo>
                    <a:cubicBezTo>
                      <a:pt x="28954" y="4115"/>
                      <a:pt x="29064" y="4045"/>
                      <a:pt x="29116" y="3935"/>
                    </a:cubicBezTo>
                    <a:cubicBezTo>
                      <a:pt x="29169" y="3824"/>
                      <a:pt x="29152" y="3697"/>
                      <a:pt x="29073" y="3600"/>
                    </a:cubicBezTo>
                    <a:lnTo>
                      <a:pt x="26143" y="111"/>
                    </a:lnTo>
                    <a:cubicBezTo>
                      <a:pt x="26084" y="44"/>
                      <a:pt x="26002" y="1"/>
                      <a:pt x="25911"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12" name="Google Shape;1112;p37"/>
              <p:cNvSpPr/>
              <p:nvPr/>
            </p:nvSpPr>
            <p:spPr>
              <a:xfrm>
                <a:off x="5511925" y="1809125"/>
                <a:ext cx="83525" cy="668250"/>
              </a:xfrm>
              <a:custGeom>
                <a:avLst/>
                <a:gdLst/>
                <a:ahLst/>
                <a:cxnLst/>
                <a:rect l="l" t="t" r="r" b="b"/>
                <a:pathLst>
                  <a:path w="3341" h="26730" extrusionOk="0">
                    <a:moveTo>
                      <a:pt x="0" y="1"/>
                    </a:moveTo>
                    <a:lnTo>
                      <a:pt x="406" y="23239"/>
                    </a:lnTo>
                    <a:lnTo>
                      <a:pt x="3341" y="26729"/>
                    </a:lnTo>
                    <a:lnTo>
                      <a:pt x="3032" y="2822"/>
                    </a:lnTo>
                    <a:lnTo>
                      <a:pt x="361" y="336"/>
                    </a:lnTo>
                    <a:lnTo>
                      <a:pt x="0"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13" name="Google Shape;1113;p37"/>
              <p:cNvSpPr/>
              <p:nvPr/>
            </p:nvSpPr>
            <p:spPr>
              <a:xfrm>
                <a:off x="5504000" y="1801275"/>
                <a:ext cx="99275" cy="683875"/>
              </a:xfrm>
              <a:custGeom>
                <a:avLst/>
                <a:gdLst/>
                <a:ahLst/>
                <a:cxnLst/>
                <a:rect l="l" t="t" r="r" b="b"/>
                <a:pathLst>
                  <a:path w="3971" h="27355" extrusionOk="0">
                    <a:moveTo>
                      <a:pt x="643" y="1046"/>
                    </a:moveTo>
                    <a:lnTo>
                      <a:pt x="3041" y="3272"/>
                    </a:lnTo>
                    <a:lnTo>
                      <a:pt x="3331" y="26172"/>
                    </a:lnTo>
                    <a:lnTo>
                      <a:pt x="1034" y="23434"/>
                    </a:lnTo>
                    <a:lnTo>
                      <a:pt x="643" y="1046"/>
                    </a:lnTo>
                    <a:close/>
                    <a:moveTo>
                      <a:pt x="316" y="0"/>
                    </a:moveTo>
                    <a:cubicBezTo>
                      <a:pt x="272" y="0"/>
                      <a:pt x="229" y="10"/>
                      <a:pt x="189" y="29"/>
                    </a:cubicBezTo>
                    <a:cubicBezTo>
                      <a:pt x="75" y="77"/>
                      <a:pt x="0" y="192"/>
                      <a:pt x="0" y="319"/>
                    </a:cubicBezTo>
                    <a:lnTo>
                      <a:pt x="410" y="23558"/>
                    </a:lnTo>
                    <a:cubicBezTo>
                      <a:pt x="414" y="23628"/>
                      <a:pt x="437" y="23698"/>
                      <a:pt x="485" y="23751"/>
                    </a:cubicBezTo>
                    <a:lnTo>
                      <a:pt x="3416" y="27245"/>
                    </a:lnTo>
                    <a:cubicBezTo>
                      <a:pt x="3477" y="27316"/>
                      <a:pt x="3565" y="27355"/>
                      <a:pt x="3658" y="27355"/>
                    </a:cubicBezTo>
                    <a:cubicBezTo>
                      <a:pt x="3692" y="27355"/>
                      <a:pt x="3727" y="27350"/>
                      <a:pt x="3763" y="27338"/>
                    </a:cubicBezTo>
                    <a:cubicBezTo>
                      <a:pt x="3891" y="27289"/>
                      <a:pt x="3970" y="27170"/>
                      <a:pt x="3970" y="27038"/>
                    </a:cubicBezTo>
                    <a:lnTo>
                      <a:pt x="3662" y="3131"/>
                    </a:lnTo>
                    <a:cubicBezTo>
                      <a:pt x="3662" y="3048"/>
                      <a:pt x="3627" y="2965"/>
                      <a:pt x="3565" y="2906"/>
                    </a:cubicBezTo>
                    <a:lnTo>
                      <a:pt x="528" y="87"/>
                    </a:lnTo>
                    <a:cubicBezTo>
                      <a:pt x="470" y="30"/>
                      <a:pt x="392" y="0"/>
                      <a:pt x="316"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14" name="Google Shape;1114;p37"/>
              <p:cNvSpPr/>
              <p:nvPr/>
            </p:nvSpPr>
            <p:spPr>
              <a:xfrm>
                <a:off x="5003575" y="4713900"/>
                <a:ext cx="649300" cy="592200"/>
              </a:xfrm>
              <a:custGeom>
                <a:avLst/>
                <a:gdLst/>
                <a:ahLst/>
                <a:cxnLst/>
                <a:rect l="l" t="t" r="r" b="b"/>
                <a:pathLst>
                  <a:path w="25972" h="23688" extrusionOk="0">
                    <a:moveTo>
                      <a:pt x="25562" y="0"/>
                    </a:moveTo>
                    <a:lnTo>
                      <a:pt x="1" y="449"/>
                    </a:lnTo>
                    <a:lnTo>
                      <a:pt x="405" y="23687"/>
                    </a:lnTo>
                    <a:lnTo>
                      <a:pt x="25971" y="23238"/>
                    </a:lnTo>
                    <a:lnTo>
                      <a:pt x="25562"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15" name="Google Shape;1115;p37"/>
              <p:cNvSpPr/>
              <p:nvPr/>
            </p:nvSpPr>
            <p:spPr>
              <a:xfrm>
                <a:off x="4995650" y="4705975"/>
                <a:ext cx="665050" cy="607925"/>
              </a:xfrm>
              <a:custGeom>
                <a:avLst/>
                <a:gdLst/>
                <a:ahLst/>
                <a:cxnLst/>
                <a:rect l="l" t="t" r="r" b="b"/>
                <a:pathLst>
                  <a:path w="26602" h="24317" extrusionOk="0">
                    <a:moveTo>
                      <a:pt x="25571" y="634"/>
                    </a:moveTo>
                    <a:lnTo>
                      <a:pt x="25967" y="23248"/>
                    </a:lnTo>
                    <a:lnTo>
                      <a:pt x="1030" y="23687"/>
                    </a:lnTo>
                    <a:lnTo>
                      <a:pt x="634" y="1075"/>
                    </a:lnTo>
                    <a:lnTo>
                      <a:pt x="25571" y="634"/>
                    </a:lnTo>
                    <a:close/>
                    <a:moveTo>
                      <a:pt x="25870" y="1"/>
                    </a:moveTo>
                    <a:lnTo>
                      <a:pt x="309" y="454"/>
                    </a:lnTo>
                    <a:cubicBezTo>
                      <a:pt x="137" y="454"/>
                      <a:pt x="1" y="599"/>
                      <a:pt x="1" y="771"/>
                    </a:cubicBezTo>
                    <a:lnTo>
                      <a:pt x="410" y="24008"/>
                    </a:lnTo>
                    <a:cubicBezTo>
                      <a:pt x="415" y="24093"/>
                      <a:pt x="445" y="24172"/>
                      <a:pt x="507" y="24229"/>
                    </a:cubicBezTo>
                    <a:cubicBezTo>
                      <a:pt x="564" y="24286"/>
                      <a:pt x="643" y="24317"/>
                      <a:pt x="722" y="24317"/>
                    </a:cubicBezTo>
                    <a:lnTo>
                      <a:pt x="732" y="24317"/>
                    </a:lnTo>
                    <a:lnTo>
                      <a:pt x="26293" y="23868"/>
                    </a:lnTo>
                    <a:cubicBezTo>
                      <a:pt x="26376" y="23868"/>
                      <a:pt x="26455" y="23833"/>
                      <a:pt x="26512" y="23771"/>
                    </a:cubicBezTo>
                    <a:cubicBezTo>
                      <a:pt x="26569" y="23714"/>
                      <a:pt x="26601" y="23630"/>
                      <a:pt x="26601" y="23551"/>
                    </a:cubicBezTo>
                    <a:lnTo>
                      <a:pt x="26191" y="309"/>
                    </a:lnTo>
                    <a:cubicBezTo>
                      <a:pt x="26187" y="137"/>
                      <a:pt x="26037" y="5"/>
                      <a:pt x="25870"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16" name="Google Shape;1116;p37"/>
              <p:cNvSpPr/>
              <p:nvPr/>
            </p:nvSpPr>
            <p:spPr>
              <a:xfrm>
                <a:off x="5013700" y="5294850"/>
                <a:ext cx="712450" cy="87250"/>
              </a:xfrm>
              <a:custGeom>
                <a:avLst/>
                <a:gdLst/>
                <a:ahLst/>
                <a:cxnLst/>
                <a:rect l="l" t="t" r="r" b="b"/>
                <a:pathLst>
                  <a:path w="28498" h="3490" extrusionOk="0">
                    <a:moveTo>
                      <a:pt x="25566" y="0"/>
                    </a:moveTo>
                    <a:lnTo>
                      <a:pt x="0" y="449"/>
                    </a:lnTo>
                    <a:lnTo>
                      <a:pt x="2993" y="3314"/>
                    </a:lnTo>
                    <a:lnTo>
                      <a:pt x="28497" y="3490"/>
                    </a:lnTo>
                    <a:lnTo>
                      <a:pt x="25566"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17" name="Google Shape;1117;p37"/>
              <p:cNvSpPr/>
              <p:nvPr/>
            </p:nvSpPr>
            <p:spPr>
              <a:xfrm>
                <a:off x="5005350" y="5287025"/>
                <a:ext cx="729125" cy="102900"/>
              </a:xfrm>
              <a:custGeom>
                <a:avLst/>
                <a:gdLst/>
                <a:ahLst/>
                <a:cxnLst/>
                <a:rect l="l" t="t" r="r" b="b"/>
                <a:pathLst>
                  <a:path w="29165" h="4116" extrusionOk="0">
                    <a:moveTo>
                      <a:pt x="25755" y="630"/>
                    </a:moveTo>
                    <a:lnTo>
                      <a:pt x="28153" y="3486"/>
                    </a:lnTo>
                    <a:lnTo>
                      <a:pt x="28153" y="3486"/>
                    </a:lnTo>
                    <a:lnTo>
                      <a:pt x="3455" y="3315"/>
                    </a:lnTo>
                    <a:lnTo>
                      <a:pt x="1100" y="1062"/>
                    </a:lnTo>
                    <a:lnTo>
                      <a:pt x="25755" y="630"/>
                    </a:lnTo>
                    <a:close/>
                    <a:moveTo>
                      <a:pt x="25906" y="1"/>
                    </a:moveTo>
                    <a:cubicBezTo>
                      <a:pt x="25901" y="1"/>
                      <a:pt x="25896" y="1"/>
                      <a:pt x="25891" y="1"/>
                    </a:cubicBezTo>
                    <a:lnTo>
                      <a:pt x="330" y="450"/>
                    </a:lnTo>
                    <a:cubicBezTo>
                      <a:pt x="202" y="450"/>
                      <a:pt x="92" y="529"/>
                      <a:pt x="44" y="648"/>
                    </a:cubicBezTo>
                    <a:cubicBezTo>
                      <a:pt x="0" y="766"/>
                      <a:pt x="27" y="898"/>
                      <a:pt x="119" y="987"/>
                    </a:cubicBezTo>
                    <a:lnTo>
                      <a:pt x="3111" y="3851"/>
                    </a:lnTo>
                    <a:cubicBezTo>
                      <a:pt x="3169" y="3908"/>
                      <a:pt x="3243" y="3940"/>
                      <a:pt x="3323" y="3940"/>
                    </a:cubicBezTo>
                    <a:lnTo>
                      <a:pt x="28827" y="4115"/>
                    </a:lnTo>
                    <a:lnTo>
                      <a:pt x="28831" y="4115"/>
                    </a:lnTo>
                    <a:cubicBezTo>
                      <a:pt x="28949" y="4115"/>
                      <a:pt x="29064" y="4046"/>
                      <a:pt x="29112" y="3935"/>
                    </a:cubicBezTo>
                    <a:cubicBezTo>
                      <a:pt x="29165" y="3825"/>
                      <a:pt x="29148" y="3697"/>
                      <a:pt x="29069" y="3601"/>
                    </a:cubicBezTo>
                    <a:lnTo>
                      <a:pt x="26138" y="112"/>
                    </a:lnTo>
                    <a:cubicBezTo>
                      <a:pt x="26079" y="44"/>
                      <a:pt x="26012" y="1"/>
                      <a:pt x="25906"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18" name="Google Shape;1118;p37"/>
              <p:cNvSpPr/>
              <p:nvPr/>
            </p:nvSpPr>
            <p:spPr>
              <a:xfrm>
                <a:off x="5642600" y="4713900"/>
                <a:ext cx="83550" cy="668200"/>
              </a:xfrm>
              <a:custGeom>
                <a:avLst/>
                <a:gdLst/>
                <a:ahLst/>
                <a:cxnLst/>
                <a:rect l="l" t="t" r="r" b="b"/>
                <a:pathLst>
                  <a:path w="3342" h="26728" extrusionOk="0">
                    <a:moveTo>
                      <a:pt x="1" y="0"/>
                    </a:moveTo>
                    <a:lnTo>
                      <a:pt x="410" y="23238"/>
                    </a:lnTo>
                    <a:lnTo>
                      <a:pt x="3341" y="26728"/>
                    </a:lnTo>
                    <a:lnTo>
                      <a:pt x="3037" y="2821"/>
                    </a:lnTo>
                    <a:lnTo>
                      <a:pt x="362" y="335"/>
                    </a:lnTo>
                    <a:lnTo>
                      <a:pt x="1"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19" name="Google Shape;1119;p37"/>
              <p:cNvSpPr/>
              <p:nvPr/>
            </p:nvSpPr>
            <p:spPr>
              <a:xfrm>
                <a:off x="5634675" y="4706025"/>
                <a:ext cx="99275" cy="683900"/>
              </a:xfrm>
              <a:custGeom>
                <a:avLst/>
                <a:gdLst/>
                <a:ahLst/>
                <a:cxnLst/>
                <a:rect l="l" t="t" r="r" b="b"/>
                <a:pathLst>
                  <a:path w="3971" h="27356" extrusionOk="0">
                    <a:moveTo>
                      <a:pt x="644" y="1046"/>
                    </a:moveTo>
                    <a:lnTo>
                      <a:pt x="3041" y="3273"/>
                    </a:lnTo>
                    <a:lnTo>
                      <a:pt x="3332" y="26171"/>
                    </a:lnTo>
                    <a:lnTo>
                      <a:pt x="3332" y="26171"/>
                    </a:lnTo>
                    <a:lnTo>
                      <a:pt x="1035" y="23435"/>
                    </a:lnTo>
                    <a:lnTo>
                      <a:pt x="644" y="1046"/>
                    </a:lnTo>
                    <a:close/>
                    <a:moveTo>
                      <a:pt x="318" y="1"/>
                    </a:moveTo>
                    <a:cubicBezTo>
                      <a:pt x="275" y="1"/>
                      <a:pt x="231" y="10"/>
                      <a:pt x="190" y="29"/>
                    </a:cubicBezTo>
                    <a:cubicBezTo>
                      <a:pt x="76" y="78"/>
                      <a:pt x="1" y="192"/>
                      <a:pt x="5" y="320"/>
                    </a:cubicBezTo>
                    <a:lnTo>
                      <a:pt x="415" y="23558"/>
                    </a:lnTo>
                    <a:cubicBezTo>
                      <a:pt x="415" y="23628"/>
                      <a:pt x="441" y="23699"/>
                      <a:pt x="486" y="23756"/>
                    </a:cubicBezTo>
                    <a:lnTo>
                      <a:pt x="3416" y="27245"/>
                    </a:lnTo>
                    <a:cubicBezTo>
                      <a:pt x="3478" y="27316"/>
                      <a:pt x="3565" y="27355"/>
                      <a:pt x="3658" y="27355"/>
                    </a:cubicBezTo>
                    <a:cubicBezTo>
                      <a:pt x="3693" y="27355"/>
                      <a:pt x="3733" y="27351"/>
                      <a:pt x="3768" y="27338"/>
                    </a:cubicBezTo>
                    <a:cubicBezTo>
                      <a:pt x="3891" y="27290"/>
                      <a:pt x="3971" y="27170"/>
                      <a:pt x="3971" y="27038"/>
                    </a:cubicBezTo>
                    <a:lnTo>
                      <a:pt x="3667" y="3132"/>
                    </a:lnTo>
                    <a:cubicBezTo>
                      <a:pt x="3662" y="3049"/>
                      <a:pt x="3627" y="2964"/>
                      <a:pt x="3565" y="2907"/>
                    </a:cubicBezTo>
                    <a:lnTo>
                      <a:pt x="529" y="86"/>
                    </a:lnTo>
                    <a:cubicBezTo>
                      <a:pt x="470" y="30"/>
                      <a:pt x="395" y="1"/>
                      <a:pt x="318"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20" name="Google Shape;1120;p37"/>
              <p:cNvSpPr/>
              <p:nvPr/>
            </p:nvSpPr>
            <p:spPr>
              <a:xfrm>
                <a:off x="5787050" y="4193675"/>
                <a:ext cx="626750" cy="607725"/>
              </a:xfrm>
              <a:custGeom>
                <a:avLst/>
                <a:gdLst/>
                <a:ahLst/>
                <a:cxnLst/>
                <a:rect l="l" t="t" r="r" b="b"/>
                <a:pathLst>
                  <a:path w="25070" h="24309" extrusionOk="0">
                    <a:moveTo>
                      <a:pt x="7939" y="1"/>
                    </a:moveTo>
                    <a:lnTo>
                      <a:pt x="1" y="15573"/>
                    </a:lnTo>
                    <a:lnTo>
                      <a:pt x="17131" y="24308"/>
                    </a:lnTo>
                    <a:lnTo>
                      <a:pt x="25070" y="8731"/>
                    </a:lnTo>
                    <a:lnTo>
                      <a:pt x="7939"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21" name="Google Shape;1121;p37"/>
              <p:cNvSpPr/>
              <p:nvPr/>
            </p:nvSpPr>
            <p:spPr>
              <a:xfrm>
                <a:off x="5778925" y="4185875"/>
                <a:ext cx="643000" cy="623300"/>
              </a:xfrm>
              <a:custGeom>
                <a:avLst/>
                <a:gdLst/>
                <a:ahLst/>
                <a:cxnLst/>
                <a:rect l="l" t="t" r="r" b="b"/>
                <a:pathLst>
                  <a:path w="25720" h="24932" extrusionOk="0">
                    <a:moveTo>
                      <a:pt x="8400" y="735"/>
                    </a:moveTo>
                    <a:lnTo>
                      <a:pt x="24972" y="9179"/>
                    </a:lnTo>
                    <a:lnTo>
                      <a:pt x="17320" y="24198"/>
                    </a:lnTo>
                    <a:lnTo>
                      <a:pt x="748" y="15749"/>
                    </a:lnTo>
                    <a:lnTo>
                      <a:pt x="8400" y="735"/>
                    </a:lnTo>
                    <a:close/>
                    <a:moveTo>
                      <a:pt x="8264" y="0"/>
                    </a:moveTo>
                    <a:cubicBezTo>
                      <a:pt x="8150" y="0"/>
                      <a:pt x="8038" y="63"/>
                      <a:pt x="7982" y="172"/>
                    </a:cubicBezTo>
                    <a:lnTo>
                      <a:pt x="44" y="15744"/>
                    </a:lnTo>
                    <a:cubicBezTo>
                      <a:pt x="9" y="15819"/>
                      <a:pt x="0" y="15908"/>
                      <a:pt x="27" y="15982"/>
                    </a:cubicBezTo>
                    <a:cubicBezTo>
                      <a:pt x="53" y="16061"/>
                      <a:pt x="110" y="16127"/>
                      <a:pt x="185" y="16166"/>
                    </a:cubicBezTo>
                    <a:lnTo>
                      <a:pt x="17316" y="24897"/>
                    </a:lnTo>
                    <a:cubicBezTo>
                      <a:pt x="17359" y="24919"/>
                      <a:pt x="17408" y="24932"/>
                      <a:pt x="17456" y="24932"/>
                    </a:cubicBezTo>
                    <a:cubicBezTo>
                      <a:pt x="17570" y="24932"/>
                      <a:pt x="17680" y="24871"/>
                      <a:pt x="17738" y="24761"/>
                    </a:cubicBezTo>
                    <a:lnTo>
                      <a:pt x="25676" y="9188"/>
                    </a:lnTo>
                    <a:cubicBezTo>
                      <a:pt x="25711" y="9113"/>
                      <a:pt x="25720" y="9025"/>
                      <a:pt x="25693" y="8946"/>
                    </a:cubicBezTo>
                    <a:cubicBezTo>
                      <a:pt x="25667" y="8867"/>
                      <a:pt x="25610" y="8800"/>
                      <a:pt x="25535" y="8765"/>
                    </a:cubicBezTo>
                    <a:lnTo>
                      <a:pt x="8404" y="35"/>
                    </a:lnTo>
                    <a:cubicBezTo>
                      <a:pt x="8360" y="11"/>
                      <a:pt x="8312" y="0"/>
                      <a:pt x="8264"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22" name="Google Shape;1122;p37"/>
              <p:cNvSpPr/>
              <p:nvPr/>
            </p:nvSpPr>
            <p:spPr>
              <a:xfrm>
                <a:off x="5787050" y="4583000"/>
                <a:ext cx="446100" cy="302225"/>
              </a:xfrm>
              <a:custGeom>
                <a:avLst/>
                <a:gdLst/>
                <a:ahLst/>
                <a:cxnLst/>
                <a:rect l="l" t="t" r="r" b="b"/>
                <a:pathLst>
                  <a:path w="17844" h="12089" extrusionOk="0">
                    <a:moveTo>
                      <a:pt x="1" y="0"/>
                    </a:moveTo>
                    <a:lnTo>
                      <a:pt x="973" y="2962"/>
                    </a:lnTo>
                    <a:lnTo>
                      <a:pt x="17844" y="12088"/>
                    </a:lnTo>
                    <a:lnTo>
                      <a:pt x="17131" y="8735"/>
                    </a:lnTo>
                    <a:lnTo>
                      <a:pt x="1"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23" name="Google Shape;1123;p37"/>
              <p:cNvSpPr/>
              <p:nvPr/>
            </p:nvSpPr>
            <p:spPr>
              <a:xfrm>
                <a:off x="5778575" y="4575225"/>
                <a:ext cx="462950" cy="317775"/>
              </a:xfrm>
              <a:custGeom>
                <a:avLst/>
                <a:gdLst/>
                <a:ahLst/>
                <a:cxnLst/>
                <a:rect l="l" t="t" r="r" b="b"/>
                <a:pathLst>
                  <a:path w="18518" h="12711" extrusionOk="0">
                    <a:moveTo>
                      <a:pt x="872" y="936"/>
                    </a:moveTo>
                    <a:lnTo>
                      <a:pt x="17198" y="9257"/>
                    </a:lnTo>
                    <a:lnTo>
                      <a:pt x="17738" y="11801"/>
                    </a:lnTo>
                    <a:lnTo>
                      <a:pt x="1572" y="3053"/>
                    </a:lnTo>
                    <a:lnTo>
                      <a:pt x="872" y="936"/>
                    </a:lnTo>
                    <a:close/>
                    <a:moveTo>
                      <a:pt x="343" y="1"/>
                    </a:moveTo>
                    <a:cubicBezTo>
                      <a:pt x="270" y="1"/>
                      <a:pt x="196" y="27"/>
                      <a:pt x="137" y="78"/>
                    </a:cubicBezTo>
                    <a:cubicBezTo>
                      <a:pt x="41" y="157"/>
                      <a:pt x="1" y="289"/>
                      <a:pt x="41" y="413"/>
                    </a:cubicBezTo>
                    <a:lnTo>
                      <a:pt x="1018" y="3370"/>
                    </a:lnTo>
                    <a:cubicBezTo>
                      <a:pt x="1040" y="3444"/>
                      <a:pt x="1093" y="3506"/>
                      <a:pt x="1162" y="3545"/>
                    </a:cubicBezTo>
                    <a:lnTo>
                      <a:pt x="18033" y="12672"/>
                    </a:lnTo>
                    <a:cubicBezTo>
                      <a:pt x="18082" y="12698"/>
                      <a:pt x="18134" y="12711"/>
                      <a:pt x="18183" y="12711"/>
                    </a:cubicBezTo>
                    <a:cubicBezTo>
                      <a:pt x="18248" y="12711"/>
                      <a:pt x="18315" y="12690"/>
                      <a:pt x="18372" y="12650"/>
                    </a:cubicBezTo>
                    <a:cubicBezTo>
                      <a:pt x="18469" y="12575"/>
                      <a:pt x="18518" y="12452"/>
                      <a:pt x="18491" y="12333"/>
                    </a:cubicBezTo>
                    <a:lnTo>
                      <a:pt x="17778" y="8980"/>
                    </a:lnTo>
                    <a:cubicBezTo>
                      <a:pt x="17756" y="8888"/>
                      <a:pt x="17699" y="8809"/>
                      <a:pt x="17611" y="8764"/>
                    </a:cubicBezTo>
                    <a:lnTo>
                      <a:pt x="480" y="34"/>
                    </a:lnTo>
                    <a:cubicBezTo>
                      <a:pt x="437" y="11"/>
                      <a:pt x="390" y="1"/>
                      <a:pt x="343"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24" name="Google Shape;1124;p37"/>
              <p:cNvSpPr/>
              <p:nvPr/>
            </p:nvSpPr>
            <p:spPr>
              <a:xfrm>
                <a:off x="6215325" y="4411950"/>
                <a:ext cx="223975" cy="473275"/>
              </a:xfrm>
              <a:custGeom>
                <a:avLst/>
                <a:gdLst/>
                <a:ahLst/>
                <a:cxnLst/>
                <a:rect l="l" t="t" r="r" b="b"/>
                <a:pathLst>
                  <a:path w="8959" h="18931" extrusionOk="0">
                    <a:moveTo>
                      <a:pt x="7939" y="0"/>
                    </a:moveTo>
                    <a:lnTo>
                      <a:pt x="0" y="15577"/>
                    </a:lnTo>
                    <a:lnTo>
                      <a:pt x="713" y="18930"/>
                    </a:lnTo>
                    <a:lnTo>
                      <a:pt x="8959" y="2948"/>
                    </a:lnTo>
                    <a:lnTo>
                      <a:pt x="8061" y="352"/>
                    </a:lnTo>
                    <a:lnTo>
                      <a:pt x="7939"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25" name="Google Shape;1125;p37"/>
              <p:cNvSpPr/>
              <p:nvPr/>
            </p:nvSpPr>
            <p:spPr>
              <a:xfrm>
                <a:off x="6207300" y="4404125"/>
                <a:ext cx="240025" cy="488875"/>
              </a:xfrm>
              <a:custGeom>
                <a:avLst/>
                <a:gdLst/>
                <a:ahLst/>
                <a:cxnLst/>
                <a:rect l="l" t="t" r="r" b="b"/>
                <a:pathLst>
                  <a:path w="9601" h="19555" extrusionOk="0">
                    <a:moveTo>
                      <a:pt x="8207" y="1114"/>
                    </a:moveTo>
                    <a:lnTo>
                      <a:pt x="8937" y="3234"/>
                    </a:lnTo>
                    <a:lnTo>
                      <a:pt x="1158" y="18319"/>
                    </a:lnTo>
                    <a:lnTo>
                      <a:pt x="651" y="15934"/>
                    </a:lnTo>
                    <a:lnTo>
                      <a:pt x="8207" y="1114"/>
                    </a:lnTo>
                    <a:close/>
                    <a:moveTo>
                      <a:pt x="8270" y="0"/>
                    </a:moveTo>
                    <a:cubicBezTo>
                      <a:pt x="8159" y="0"/>
                      <a:pt x="8037" y="65"/>
                      <a:pt x="7982" y="172"/>
                    </a:cubicBezTo>
                    <a:lnTo>
                      <a:pt x="43" y="15745"/>
                    </a:lnTo>
                    <a:cubicBezTo>
                      <a:pt x="8" y="15811"/>
                      <a:pt x="0" y="15885"/>
                      <a:pt x="17" y="15956"/>
                    </a:cubicBezTo>
                    <a:lnTo>
                      <a:pt x="730" y="19309"/>
                    </a:lnTo>
                    <a:cubicBezTo>
                      <a:pt x="756" y="19437"/>
                      <a:pt x="862" y="19534"/>
                      <a:pt x="994" y="19551"/>
                    </a:cubicBezTo>
                    <a:cubicBezTo>
                      <a:pt x="1008" y="19555"/>
                      <a:pt x="1020" y="19555"/>
                      <a:pt x="1034" y="19555"/>
                    </a:cubicBezTo>
                    <a:cubicBezTo>
                      <a:pt x="1152" y="19555"/>
                      <a:pt x="1258" y="19489"/>
                      <a:pt x="1316" y="19384"/>
                    </a:cubicBezTo>
                    <a:lnTo>
                      <a:pt x="9558" y="3402"/>
                    </a:lnTo>
                    <a:cubicBezTo>
                      <a:pt x="9597" y="3327"/>
                      <a:pt x="9601" y="3238"/>
                      <a:pt x="9574" y="3159"/>
                    </a:cubicBezTo>
                    <a:lnTo>
                      <a:pt x="8554" y="212"/>
                    </a:lnTo>
                    <a:cubicBezTo>
                      <a:pt x="8514" y="92"/>
                      <a:pt x="8409" y="9"/>
                      <a:pt x="8281" y="1"/>
                    </a:cubicBezTo>
                    <a:cubicBezTo>
                      <a:pt x="8277" y="0"/>
                      <a:pt x="8274" y="0"/>
                      <a:pt x="8270"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26" name="Google Shape;1126;p37"/>
              <p:cNvSpPr/>
              <p:nvPr/>
            </p:nvSpPr>
            <p:spPr>
              <a:xfrm>
                <a:off x="3646875" y="3110425"/>
                <a:ext cx="812750" cy="781175"/>
              </a:xfrm>
              <a:custGeom>
                <a:avLst/>
                <a:gdLst/>
                <a:ahLst/>
                <a:cxnLst/>
                <a:rect l="l" t="t" r="r" b="b"/>
                <a:pathLst>
                  <a:path w="32510" h="31247" extrusionOk="0">
                    <a:moveTo>
                      <a:pt x="23624" y="1"/>
                    </a:moveTo>
                    <a:lnTo>
                      <a:pt x="0" y="9769"/>
                    </a:lnTo>
                    <a:lnTo>
                      <a:pt x="8884" y="31247"/>
                    </a:lnTo>
                    <a:lnTo>
                      <a:pt x="32509" y="21478"/>
                    </a:lnTo>
                    <a:lnTo>
                      <a:pt x="23624"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27" name="Google Shape;1127;p37"/>
              <p:cNvSpPr/>
              <p:nvPr/>
            </p:nvSpPr>
            <p:spPr>
              <a:xfrm>
                <a:off x="3638800" y="3102600"/>
                <a:ext cx="829725" cy="796825"/>
              </a:xfrm>
              <a:custGeom>
                <a:avLst/>
                <a:gdLst/>
                <a:ahLst/>
                <a:cxnLst/>
                <a:rect l="l" t="t" r="r" b="b"/>
                <a:pathLst>
                  <a:path w="33189" h="31873" extrusionOk="0">
                    <a:moveTo>
                      <a:pt x="23781" y="722"/>
                    </a:moveTo>
                    <a:lnTo>
                      <a:pt x="32422" y="21620"/>
                    </a:lnTo>
                    <a:lnTo>
                      <a:pt x="9374" y="31151"/>
                    </a:lnTo>
                    <a:lnTo>
                      <a:pt x="732" y="10254"/>
                    </a:lnTo>
                    <a:lnTo>
                      <a:pt x="23781" y="722"/>
                    </a:lnTo>
                    <a:close/>
                    <a:moveTo>
                      <a:pt x="23950" y="0"/>
                    </a:moveTo>
                    <a:cubicBezTo>
                      <a:pt x="23909" y="0"/>
                      <a:pt x="23869" y="8"/>
                      <a:pt x="23829" y="23"/>
                    </a:cubicBezTo>
                    <a:lnTo>
                      <a:pt x="204" y="9796"/>
                    </a:lnTo>
                    <a:cubicBezTo>
                      <a:pt x="129" y="9827"/>
                      <a:pt x="67" y="9888"/>
                      <a:pt x="33" y="9963"/>
                    </a:cubicBezTo>
                    <a:cubicBezTo>
                      <a:pt x="1" y="10038"/>
                      <a:pt x="1" y="10126"/>
                      <a:pt x="33" y="10205"/>
                    </a:cubicBezTo>
                    <a:lnTo>
                      <a:pt x="8916" y="31683"/>
                    </a:lnTo>
                    <a:cubicBezTo>
                      <a:pt x="8947" y="31758"/>
                      <a:pt x="9009" y="31820"/>
                      <a:pt x="9088" y="31850"/>
                    </a:cubicBezTo>
                    <a:cubicBezTo>
                      <a:pt x="9128" y="31868"/>
                      <a:pt x="9168" y="31873"/>
                      <a:pt x="9207" y="31873"/>
                    </a:cubicBezTo>
                    <a:cubicBezTo>
                      <a:pt x="9247" y="31873"/>
                      <a:pt x="9286" y="31868"/>
                      <a:pt x="9326" y="31850"/>
                    </a:cubicBezTo>
                    <a:lnTo>
                      <a:pt x="32950" y="22077"/>
                    </a:lnTo>
                    <a:cubicBezTo>
                      <a:pt x="33109" y="22012"/>
                      <a:pt x="33188" y="21831"/>
                      <a:pt x="33123" y="21673"/>
                    </a:cubicBezTo>
                    <a:lnTo>
                      <a:pt x="24238" y="194"/>
                    </a:lnTo>
                    <a:cubicBezTo>
                      <a:pt x="24207" y="115"/>
                      <a:pt x="24146" y="54"/>
                      <a:pt x="24067" y="23"/>
                    </a:cubicBezTo>
                    <a:cubicBezTo>
                      <a:pt x="24029" y="8"/>
                      <a:pt x="23990" y="0"/>
                      <a:pt x="23950"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28" name="Google Shape;1128;p37"/>
              <p:cNvSpPr/>
              <p:nvPr/>
            </p:nvSpPr>
            <p:spPr>
              <a:xfrm>
                <a:off x="3868950" y="3647375"/>
                <a:ext cx="690775" cy="283525"/>
              </a:xfrm>
              <a:custGeom>
                <a:avLst/>
                <a:gdLst/>
                <a:ahLst/>
                <a:cxnLst/>
                <a:rect l="l" t="t" r="r" b="b"/>
                <a:pathLst>
                  <a:path w="27631" h="11341" extrusionOk="0">
                    <a:moveTo>
                      <a:pt x="23626" y="0"/>
                    </a:moveTo>
                    <a:lnTo>
                      <a:pt x="1" y="9769"/>
                    </a:lnTo>
                    <a:lnTo>
                      <a:pt x="3829" y="11340"/>
                    </a:lnTo>
                    <a:lnTo>
                      <a:pt x="27631" y="2175"/>
                    </a:lnTo>
                    <a:lnTo>
                      <a:pt x="23626"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29" name="Google Shape;1129;p37"/>
              <p:cNvSpPr/>
              <p:nvPr/>
            </p:nvSpPr>
            <p:spPr>
              <a:xfrm>
                <a:off x="3861150" y="3639525"/>
                <a:ext cx="706600" cy="299300"/>
              </a:xfrm>
              <a:custGeom>
                <a:avLst/>
                <a:gdLst/>
                <a:ahLst/>
                <a:cxnLst/>
                <a:rect l="l" t="t" r="r" b="b"/>
                <a:pathLst>
                  <a:path w="28264" h="11972" extrusionOk="0">
                    <a:moveTo>
                      <a:pt x="23920" y="657"/>
                    </a:moveTo>
                    <a:lnTo>
                      <a:pt x="27198" y="2440"/>
                    </a:lnTo>
                    <a:lnTo>
                      <a:pt x="4145" y="11320"/>
                    </a:lnTo>
                    <a:lnTo>
                      <a:pt x="1135" y="10083"/>
                    </a:lnTo>
                    <a:lnTo>
                      <a:pt x="23920" y="657"/>
                    </a:lnTo>
                    <a:close/>
                    <a:moveTo>
                      <a:pt x="23940" y="1"/>
                    </a:moveTo>
                    <a:cubicBezTo>
                      <a:pt x="23899" y="1"/>
                      <a:pt x="23858" y="8"/>
                      <a:pt x="23819" y="24"/>
                    </a:cubicBezTo>
                    <a:lnTo>
                      <a:pt x="194" y="9797"/>
                    </a:lnTo>
                    <a:cubicBezTo>
                      <a:pt x="75" y="9845"/>
                      <a:pt x="0" y="9960"/>
                      <a:pt x="0" y="10083"/>
                    </a:cubicBezTo>
                    <a:cubicBezTo>
                      <a:pt x="0" y="10211"/>
                      <a:pt x="75" y="10325"/>
                      <a:pt x="194" y="10373"/>
                    </a:cubicBezTo>
                    <a:lnTo>
                      <a:pt x="4023" y="11945"/>
                    </a:lnTo>
                    <a:cubicBezTo>
                      <a:pt x="4062" y="11962"/>
                      <a:pt x="4102" y="11971"/>
                      <a:pt x="4141" y="11971"/>
                    </a:cubicBezTo>
                    <a:cubicBezTo>
                      <a:pt x="4181" y="11971"/>
                      <a:pt x="4220" y="11962"/>
                      <a:pt x="4255" y="11949"/>
                    </a:cubicBezTo>
                    <a:lnTo>
                      <a:pt x="28057" y="2783"/>
                    </a:lnTo>
                    <a:cubicBezTo>
                      <a:pt x="28171" y="2739"/>
                      <a:pt x="28250" y="2633"/>
                      <a:pt x="28254" y="2510"/>
                    </a:cubicBezTo>
                    <a:cubicBezTo>
                      <a:pt x="28264" y="2387"/>
                      <a:pt x="28202" y="2272"/>
                      <a:pt x="28092" y="2215"/>
                    </a:cubicBezTo>
                    <a:lnTo>
                      <a:pt x="24088" y="38"/>
                    </a:lnTo>
                    <a:cubicBezTo>
                      <a:pt x="24041" y="13"/>
                      <a:pt x="23990" y="1"/>
                      <a:pt x="23940"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30" name="Google Shape;1130;p37"/>
              <p:cNvSpPr/>
              <p:nvPr/>
            </p:nvSpPr>
            <p:spPr>
              <a:xfrm>
                <a:off x="4237475" y="3110425"/>
                <a:ext cx="322250" cy="591325"/>
              </a:xfrm>
              <a:custGeom>
                <a:avLst/>
                <a:gdLst/>
                <a:ahLst/>
                <a:cxnLst/>
                <a:rect l="l" t="t" r="r" b="b"/>
                <a:pathLst>
                  <a:path w="12890" h="23653" extrusionOk="0">
                    <a:moveTo>
                      <a:pt x="0" y="1"/>
                    </a:moveTo>
                    <a:lnTo>
                      <a:pt x="8885" y="21478"/>
                    </a:lnTo>
                    <a:lnTo>
                      <a:pt x="12890" y="23653"/>
                    </a:lnTo>
                    <a:lnTo>
                      <a:pt x="12890" y="23653"/>
                    </a:lnTo>
                    <a:lnTo>
                      <a:pt x="3860" y="1514"/>
                    </a:lnTo>
                    <a:lnTo>
                      <a:pt x="463" y="181"/>
                    </a:lnTo>
                    <a:lnTo>
                      <a:pt x="0"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31" name="Google Shape;1131;p37"/>
              <p:cNvSpPr/>
              <p:nvPr/>
            </p:nvSpPr>
            <p:spPr>
              <a:xfrm>
                <a:off x="4229125" y="3102600"/>
                <a:ext cx="339200" cy="607075"/>
              </a:xfrm>
              <a:custGeom>
                <a:avLst/>
                <a:gdLst/>
                <a:ahLst/>
                <a:cxnLst/>
                <a:rect l="l" t="t" r="r" b="b"/>
                <a:pathLst>
                  <a:path w="13568" h="24283" extrusionOk="0">
                    <a:moveTo>
                      <a:pt x="907" y="872"/>
                    </a:moveTo>
                    <a:lnTo>
                      <a:pt x="3957" y="2069"/>
                    </a:lnTo>
                    <a:lnTo>
                      <a:pt x="12603" y="23274"/>
                    </a:lnTo>
                    <a:lnTo>
                      <a:pt x="9465" y="21567"/>
                    </a:lnTo>
                    <a:lnTo>
                      <a:pt x="907" y="872"/>
                    </a:lnTo>
                    <a:close/>
                    <a:moveTo>
                      <a:pt x="335" y="0"/>
                    </a:moveTo>
                    <a:cubicBezTo>
                      <a:pt x="254" y="0"/>
                      <a:pt x="174" y="34"/>
                      <a:pt x="115" y="93"/>
                    </a:cubicBezTo>
                    <a:cubicBezTo>
                      <a:pt x="27" y="182"/>
                      <a:pt x="1" y="318"/>
                      <a:pt x="49" y="432"/>
                    </a:cubicBezTo>
                    <a:lnTo>
                      <a:pt x="8929" y="21911"/>
                    </a:lnTo>
                    <a:cubicBezTo>
                      <a:pt x="8955" y="21976"/>
                      <a:pt x="9008" y="22029"/>
                      <a:pt x="9069" y="22065"/>
                    </a:cubicBezTo>
                    <a:lnTo>
                      <a:pt x="13074" y="24242"/>
                    </a:lnTo>
                    <a:cubicBezTo>
                      <a:pt x="13122" y="24269"/>
                      <a:pt x="13175" y="24282"/>
                      <a:pt x="13224" y="24282"/>
                    </a:cubicBezTo>
                    <a:cubicBezTo>
                      <a:pt x="13298" y="24282"/>
                      <a:pt x="13373" y="24251"/>
                      <a:pt x="13435" y="24198"/>
                    </a:cubicBezTo>
                    <a:cubicBezTo>
                      <a:pt x="13531" y="24110"/>
                      <a:pt x="13567" y="23970"/>
                      <a:pt x="13514" y="23846"/>
                    </a:cubicBezTo>
                    <a:lnTo>
                      <a:pt x="4485" y="1709"/>
                    </a:lnTo>
                    <a:cubicBezTo>
                      <a:pt x="4449" y="1630"/>
                      <a:pt x="4388" y="1567"/>
                      <a:pt x="4308" y="1537"/>
                    </a:cubicBezTo>
                    <a:lnTo>
                      <a:pt x="450" y="23"/>
                    </a:lnTo>
                    <a:cubicBezTo>
                      <a:pt x="413" y="8"/>
                      <a:pt x="374" y="0"/>
                      <a:pt x="335"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32" name="Google Shape;1132;p37"/>
              <p:cNvSpPr/>
              <p:nvPr/>
            </p:nvSpPr>
            <p:spPr>
              <a:xfrm>
                <a:off x="5665700" y="2311675"/>
                <a:ext cx="812650" cy="781275"/>
              </a:xfrm>
              <a:custGeom>
                <a:avLst/>
                <a:gdLst/>
                <a:ahLst/>
                <a:cxnLst/>
                <a:rect l="l" t="t" r="r" b="b"/>
                <a:pathLst>
                  <a:path w="32506" h="31251" extrusionOk="0">
                    <a:moveTo>
                      <a:pt x="23626" y="0"/>
                    </a:moveTo>
                    <a:lnTo>
                      <a:pt x="1" y="9773"/>
                    </a:lnTo>
                    <a:lnTo>
                      <a:pt x="8881" y="31251"/>
                    </a:lnTo>
                    <a:lnTo>
                      <a:pt x="32506" y="21478"/>
                    </a:lnTo>
                    <a:lnTo>
                      <a:pt x="23626"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33" name="Google Shape;1133;p37"/>
              <p:cNvSpPr/>
              <p:nvPr/>
            </p:nvSpPr>
            <p:spPr>
              <a:xfrm>
                <a:off x="5656800" y="2303850"/>
                <a:ext cx="830475" cy="796925"/>
              </a:xfrm>
              <a:custGeom>
                <a:avLst/>
                <a:gdLst/>
                <a:ahLst/>
                <a:cxnLst/>
                <a:rect l="l" t="t" r="r" b="b"/>
                <a:pathLst>
                  <a:path w="33219" h="31877" extrusionOk="0">
                    <a:moveTo>
                      <a:pt x="23811" y="722"/>
                    </a:moveTo>
                    <a:lnTo>
                      <a:pt x="32453" y="21624"/>
                    </a:lnTo>
                    <a:lnTo>
                      <a:pt x="9408" y="31155"/>
                    </a:lnTo>
                    <a:lnTo>
                      <a:pt x="767" y="10253"/>
                    </a:lnTo>
                    <a:lnTo>
                      <a:pt x="23811" y="722"/>
                    </a:lnTo>
                    <a:close/>
                    <a:moveTo>
                      <a:pt x="23982" y="0"/>
                    </a:moveTo>
                    <a:cubicBezTo>
                      <a:pt x="23942" y="0"/>
                      <a:pt x="23901" y="9"/>
                      <a:pt x="23864" y="27"/>
                    </a:cubicBezTo>
                    <a:lnTo>
                      <a:pt x="234" y="9796"/>
                    </a:lnTo>
                    <a:cubicBezTo>
                      <a:pt x="76" y="9861"/>
                      <a:pt x="1" y="10046"/>
                      <a:pt x="66" y="10204"/>
                    </a:cubicBezTo>
                    <a:lnTo>
                      <a:pt x="8951" y="31683"/>
                    </a:lnTo>
                    <a:cubicBezTo>
                      <a:pt x="8982" y="31758"/>
                      <a:pt x="9043" y="31819"/>
                      <a:pt x="9118" y="31854"/>
                    </a:cubicBezTo>
                    <a:cubicBezTo>
                      <a:pt x="9158" y="31868"/>
                      <a:pt x="9197" y="31876"/>
                      <a:pt x="9237" y="31876"/>
                    </a:cubicBezTo>
                    <a:cubicBezTo>
                      <a:pt x="9281" y="31876"/>
                      <a:pt x="9321" y="31868"/>
                      <a:pt x="9360" y="31854"/>
                    </a:cubicBezTo>
                    <a:lnTo>
                      <a:pt x="32985" y="22081"/>
                    </a:lnTo>
                    <a:cubicBezTo>
                      <a:pt x="33144" y="22016"/>
                      <a:pt x="33219" y="21831"/>
                      <a:pt x="33152" y="21672"/>
                    </a:cubicBezTo>
                    <a:lnTo>
                      <a:pt x="24273" y="194"/>
                    </a:lnTo>
                    <a:cubicBezTo>
                      <a:pt x="24238" y="119"/>
                      <a:pt x="24181" y="58"/>
                      <a:pt x="24102" y="27"/>
                    </a:cubicBezTo>
                    <a:cubicBezTo>
                      <a:pt x="24064" y="9"/>
                      <a:pt x="24023" y="0"/>
                      <a:pt x="23982"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34" name="Google Shape;1134;p37"/>
              <p:cNvSpPr/>
              <p:nvPr/>
            </p:nvSpPr>
            <p:spPr>
              <a:xfrm>
                <a:off x="5887725" y="2848600"/>
                <a:ext cx="690850" cy="283650"/>
              </a:xfrm>
              <a:custGeom>
                <a:avLst/>
                <a:gdLst/>
                <a:ahLst/>
                <a:cxnLst/>
                <a:rect l="l" t="t" r="r" b="b"/>
                <a:pathLst>
                  <a:path w="27634" h="11346" extrusionOk="0">
                    <a:moveTo>
                      <a:pt x="23625" y="1"/>
                    </a:moveTo>
                    <a:lnTo>
                      <a:pt x="0" y="9774"/>
                    </a:lnTo>
                    <a:lnTo>
                      <a:pt x="3833" y="11345"/>
                    </a:lnTo>
                    <a:lnTo>
                      <a:pt x="27634" y="2179"/>
                    </a:lnTo>
                    <a:lnTo>
                      <a:pt x="23625"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35" name="Google Shape;1135;p37"/>
              <p:cNvSpPr/>
              <p:nvPr/>
            </p:nvSpPr>
            <p:spPr>
              <a:xfrm>
                <a:off x="5879900" y="2840800"/>
                <a:ext cx="706700" cy="299250"/>
              </a:xfrm>
              <a:custGeom>
                <a:avLst/>
                <a:gdLst/>
                <a:ahLst/>
                <a:cxnLst/>
                <a:rect l="l" t="t" r="r" b="b"/>
                <a:pathLst>
                  <a:path w="28268" h="11970" extrusionOk="0">
                    <a:moveTo>
                      <a:pt x="23921" y="660"/>
                    </a:moveTo>
                    <a:lnTo>
                      <a:pt x="27199" y="2443"/>
                    </a:lnTo>
                    <a:lnTo>
                      <a:pt x="4150" y="11318"/>
                    </a:lnTo>
                    <a:lnTo>
                      <a:pt x="1136" y="10081"/>
                    </a:lnTo>
                    <a:lnTo>
                      <a:pt x="23921" y="660"/>
                    </a:lnTo>
                    <a:close/>
                    <a:moveTo>
                      <a:pt x="23932" y="1"/>
                    </a:moveTo>
                    <a:cubicBezTo>
                      <a:pt x="23894" y="1"/>
                      <a:pt x="23856" y="8"/>
                      <a:pt x="23819" y="22"/>
                    </a:cubicBezTo>
                    <a:lnTo>
                      <a:pt x="194" y="9795"/>
                    </a:lnTo>
                    <a:cubicBezTo>
                      <a:pt x="80" y="9844"/>
                      <a:pt x="1" y="9958"/>
                      <a:pt x="1" y="10086"/>
                    </a:cubicBezTo>
                    <a:cubicBezTo>
                      <a:pt x="1" y="10213"/>
                      <a:pt x="80" y="10327"/>
                      <a:pt x="194" y="10376"/>
                    </a:cubicBezTo>
                    <a:lnTo>
                      <a:pt x="4026" y="11947"/>
                    </a:lnTo>
                    <a:cubicBezTo>
                      <a:pt x="4067" y="11960"/>
                      <a:pt x="4106" y="11970"/>
                      <a:pt x="4146" y="11970"/>
                    </a:cubicBezTo>
                    <a:cubicBezTo>
                      <a:pt x="4181" y="11970"/>
                      <a:pt x="4221" y="11960"/>
                      <a:pt x="4256" y="11947"/>
                    </a:cubicBezTo>
                    <a:lnTo>
                      <a:pt x="28056" y="2782"/>
                    </a:lnTo>
                    <a:cubicBezTo>
                      <a:pt x="28172" y="2737"/>
                      <a:pt x="28251" y="2632"/>
                      <a:pt x="28259" y="2508"/>
                    </a:cubicBezTo>
                    <a:cubicBezTo>
                      <a:pt x="28268" y="2390"/>
                      <a:pt x="28202" y="2275"/>
                      <a:pt x="28097" y="2214"/>
                    </a:cubicBezTo>
                    <a:lnTo>
                      <a:pt x="24088" y="40"/>
                    </a:lnTo>
                    <a:cubicBezTo>
                      <a:pt x="24039" y="14"/>
                      <a:pt x="23986" y="1"/>
                      <a:pt x="23932"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36" name="Google Shape;1136;p37"/>
              <p:cNvSpPr/>
              <p:nvPr/>
            </p:nvSpPr>
            <p:spPr>
              <a:xfrm>
                <a:off x="6256350" y="2311675"/>
                <a:ext cx="322225" cy="591425"/>
              </a:xfrm>
              <a:custGeom>
                <a:avLst/>
                <a:gdLst/>
                <a:ahLst/>
                <a:cxnLst/>
                <a:rect l="l" t="t" r="r" b="b"/>
                <a:pathLst>
                  <a:path w="12889" h="23657" extrusionOk="0">
                    <a:moveTo>
                      <a:pt x="0" y="0"/>
                    </a:moveTo>
                    <a:lnTo>
                      <a:pt x="8880" y="21478"/>
                    </a:lnTo>
                    <a:lnTo>
                      <a:pt x="12889" y="23656"/>
                    </a:lnTo>
                    <a:lnTo>
                      <a:pt x="3855" y="1518"/>
                    </a:lnTo>
                    <a:lnTo>
                      <a:pt x="458" y="180"/>
                    </a:lnTo>
                    <a:lnTo>
                      <a:pt x="0"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37" name="Google Shape;1137;p37"/>
              <p:cNvSpPr/>
              <p:nvPr/>
            </p:nvSpPr>
            <p:spPr>
              <a:xfrm>
                <a:off x="6247875" y="2303825"/>
                <a:ext cx="339175" cy="607050"/>
              </a:xfrm>
              <a:custGeom>
                <a:avLst/>
                <a:gdLst/>
                <a:ahLst/>
                <a:cxnLst/>
                <a:rect l="l" t="t" r="r" b="b"/>
                <a:pathLst>
                  <a:path w="13567" h="24282" extrusionOk="0">
                    <a:moveTo>
                      <a:pt x="907" y="877"/>
                    </a:moveTo>
                    <a:lnTo>
                      <a:pt x="3956" y="2074"/>
                    </a:lnTo>
                    <a:lnTo>
                      <a:pt x="12608" y="23274"/>
                    </a:lnTo>
                    <a:lnTo>
                      <a:pt x="9470" y="21572"/>
                    </a:lnTo>
                    <a:lnTo>
                      <a:pt x="907" y="877"/>
                    </a:lnTo>
                    <a:close/>
                    <a:moveTo>
                      <a:pt x="339" y="1"/>
                    </a:moveTo>
                    <a:cubicBezTo>
                      <a:pt x="257" y="1"/>
                      <a:pt x="175" y="34"/>
                      <a:pt x="115" y="93"/>
                    </a:cubicBezTo>
                    <a:cubicBezTo>
                      <a:pt x="27" y="186"/>
                      <a:pt x="0" y="318"/>
                      <a:pt x="49" y="432"/>
                    </a:cubicBezTo>
                    <a:lnTo>
                      <a:pt x="8934" y="21911"/>
                    </a:lnTo>
                    <a:cubicBezTo>
                      <a:pt x="8960" y="21976"/>
                      <a:pt x="9007" y="22033"/>
                      <a:pt x="9074" y="22069"/>
                    </a:cubicBezTo>
                    <a:lnTo>
                      <a:pt x="13079" y="24243"/>
                    </a:lnTo>
                    <a:cubicBezTo>
                      <a:pt x="13122" y="24269"/>
                      <a:pt x="13175" y="24282"/>
                      <a:pt x="13228" y="24282"/>
                    </a:cubicBezTo>
                    <a:cubicBezTo>
                      <a:pt x="13303" y="24282"/>
                      <a:pt x="13378" y="24255"/>
                      <a:pt x="13435" y="24203"/>
                    </a:cubicBezTo>
                    <a:cubicBezTo>
                      <a:pt x="13536" y="24115"/>
                      <a:pt x="13567" y="23975"/>
                      <a:pt x="13518" y="23851"/>
                    </a:cubicBezTo>
                    <a:lnTo>
                      <a:pt x="4484" y="1713"/>
                    </a:lnTo>
                    <a:cubicBezTo>
                      <a:pt x="4454" y="1634"/>
                      <a:pt x="4392" y="1572"/>
                      <a:pt x="4308" y="1541"/>
                    </a:cubicBezTo>
                    <a:lnTo>
                      <a:pt x="453" y="24"/>
                    </a:lnTo>
                    <a:cubicBezTo>
                      <a:pt x="417" y="8"/>
                      <a:pt x="378" y="1"/>
                      <a:pt x="339"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38" name="Google Shape;1138;p37"/>
              <p:cNvSpPr/>
              <p:nvPr/>
            </p:nvSpPr>
            <p:spPr>
              <a:xfrm>
                <a:off x="3503075" y="4401375"/>
                <a:ext cx="854550" cy="862725"/>
              </a:xfrm>
              <a:custGeom>
                <a:avLst/>
                <a:gdLst/>
                <a:ahLst/>
                <a:cxnLst/>
                <a:rect l="l" t="t" r="r" b="b"/>
                <a:pathLst>
                  <a:path w="34182" h="34509" extrusionOk="0">
                    <a:moveTo>
                      <a:pt x="16211" y="1"/>
                    </a:moveTo>
                    <a:lnTo>
                      <a:pt x="1" y="19770"/>
                    </a:lnTo>
                    <a:lnTo>
                      <a:pt x="17976" y="34508"/>
                    </a:lnTo>
                    <a:lnTo>
                      <a:pt x="34182" y="14737"/>
                    </a:lnTo>
                    <a:lnTo>
                      <a:pt x="16211"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39" name="Google Shape;1139;p37"/>
              <p:cNvSpPr/>
              <p:nvPr/>
            </p:nvSpPr>
            <p:spPr>
              <a:xfrm>
                <a:off x="3495050" y="4393525"/>
                <a:ext cx="871400" cy="878350"/>
              </a:xfrm>
              <a:custGeom>
                <a:avLst/>
                <a:gdLst/>
                <a:ahLst/>
                <a:cxnLst/>
                <a:rect l="l" t="t" r="r" b="b"/>
                <a:pathLst>
                  <a:path w="34856" h="35134" extrusionOk="0">
                    <a:moveTo>
                      <a:pt x="16576" y="754"/>
                    </a:moveTo>
                    <a:lnTo>
                      <a:pt x="34063" y="15095"/>
                    </a:lnTo>
                    <a:lnTo>
                      <a:pt x="18253" y="34382"/>
                    </a:lnTo>
                    <a:lnTo>
                      <a:pt x="761" y="20041"/>
                    </a:lnTo>
                    <a:lnTo>
                      <a:pt x="16576" y="754"/>
                    </a:lnTo>
                    <a:close/>
                    <a:moveTo>
                      <a:pt x="16532" y="0"/>
                    </a:moveTo>
                    <a:cubicBezTo>
                      <a:pt x="16522" y="0"/>
                      <a:pt x="16512" y="1"/>
                      <a:pt x="16502" y="2"/>
                    </a:cubicBezTo>
                    <a:cubicBezTo>
                      <a:pt x="16417" y="11"/>
                      <a:pt x="16343" y="51"/>
                      <a:pt x="16291" y="116"/>
                    </a:cubicBezTo>
                    <a:lnTo>
                      <a:pt x="80" y="19887"/>
                    </a:lnTo>
                    <a:cubicBezTo>
                      <a:pt x="27" y="19952"/>
                      <a:pt x="1" y="20037"/>
                      <a:pt x="9" y="20116"/>
                    </a:cubicBezTo>
                    <a:cubicBezTo>
                      <a:pt x="18" y="20200"/>
                      <a:pt x="58" y="20275"/>
                      <a:pt x="123" y="20327"/>
                    </a:cubicBezTo>
                    <a:lnTo>
                      <a:pt x="18094" y="35064"/>
                    </a:lnTo>
                    <a:cubicBezTo>
                      <a:pt x="18156" y="35112"/>
                      <a:pt x="18226" y="35134"/>
                      <a:pt x="18297" y="35134"/>
                    </a:cubicBezTo>
                    <a:cubicBezTo>
                      <a:pt x="18385" y="35134"/>
                      <a:pt x="18477" y="35094"/>
                      <a:pt x="18539" y="35020"/>
                    </a:cubicBezTo>
                    <a:lnTo>
                      <a:pt x="34745" y="15249"/>
                    </a:lnTo>
                    <a:cubicBezTo>
                      <a:pt x="34855" y="15117"/>
                      <a:pt x="34837" y="14919"/>
                      <a:pt x="34701" y="14809"/>
                    </a:cubicBezTo>
                    <a:lnTo>
                      <a:pt x="16730" y="72"/>
                    </a:lnTo>
                    <a:cubicBezTo>
                      <a:pt x="16673" y="26"/>
                      <a:pt x="16599" y="0"/>
                      <a:pt x="16532"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40" name="Google Shape;1140;p37"/>
              <p:cNvSpPr/>
              <p:nvPr/>
            </p:nvSpPr>
            <p:spPr>
              <a:xfrm>
                <a:off x="3952475" y="4769800"/>
                <a:ext cx="519125" cy="494300"/>
              </a:xfrm>
              <a:custGeom>
                <a:avLst/>
                <a:gdLst/>
                <a:ahLst/>
                <a:cxnLst/>
                <a:rect l="l" t="t" r="r" b="b"/>
                <a:pathLst>
                  <a:path w="20765" h="19772" extrusionOk="0">
                    <a:moveTo>
                      <a:pt x="16206" y="0"/>
                    </a:moveTo>
                    <a:lnTo>
                      <a:pt x="0" y="19771"/>
                    </a:lnTo>
                    <a:lnTo>
                      <a:pt x="4114" y="19349"/>
                    </a:lnTo>
                    <a:lnTo>
                      <a:pt x="20765" y="27"/>
                    </a:lnTo>
                    <a:lnTo>
                      <a:pt x="16206"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41" name="Google Shape;1141;p37"/>
              <p:cNvSpPr/>
              <p:nvPr/>
            </p:nvSpPr>
            <p:spPr>
              <a:xfrm>
                <a:off x="3944000" y="4761975"/>
                <a:ext cx="536075" cy="509900"/>
              </a:xfrm>
              <a:custGeom>
                <a:avLst/>
                <a:gdLst/>
                <a:ahLst/>
                <a:cxnLst/>
                <a:rect l="l" t="t" r="r" b="b"/>
                <a:pathLst>
                  <a:path w="21443" h="20396" extrusionOk="0">
                    <a:moveTo>
                      <a:pt x="16695" y="626"/>
                    </a:moveTo>
                    <a:lnTo>
                      <a:pt x="20426" y="647"/>
                    </a:lnTo>
                    <a:lnTo>
                      <a:pt x="4299" y="19362"/>
                    </a:lnTo>
                    <a:lnTo>
                      <a:pt x="1060" y="19696"/>
                    </a:lnTo>
                    <a:lnTo>
                      <a:pt x="1060" y="19696"/>
                    </a:lnTo>
                    <a:lnTo>
                      <a:pt x="16695" y="626"/>
                    </a:lnTo>
                    <a:close/>
                    <a:moveTo>
                      <a:pt x="16550" y="1"/>
                    </a:moveTo>
                    <a:cubicBezTo>
                      <a:pt x="16431" y="5"/>
                      <a:pt x="16365" y="40"/>
                      <a:pt x="16303" y="115"/>
                    </a:cubicBezTo>
                    <a:lnTo>
                      <a:pt x="96" y="19885"/>
                    </a:lnTo>
                    <a:cubicBezTo>
                      <a:pt x="13" y="19983"/>
                      <a:pt x="0" y="20119"/>
                      <a:pt x="61" y="20233"/>
                    </a:cubicBezTo>
                    <a:cubicBezTo>
                      <a:pt x="114" y="20334"/>
                      <a:pt x="224" y="20396"/>
                      <a:pt x="339" y="20396"/>
                    </a:cubicBezTo>
                    <a:lnTo>
                      <a:pt x="370" y="20396"/>
                    </a:lnTo>
                    <a:lnTo>
                      <a:pt x="4488" y="19969"/>
                    </a:lnTo>
                    <a:cubicBezTo>
                      <a:pt x="4568" y="19965"/>
                      <a:pt x="4637" y="19926"/>
                      <a:pt x="4690" y="19863"/>
                    </a:cubicBezTo>
                    <a:lnTo>
                      <a:pt x="21341" y="547"/>
                    </a:lnTo>
                    <a:cubicBezTo>
                      <a:pt x="21420" y="454"/>
                      <a:pt x="21443" y="322"/>
                      <a:pt x="21390" y="212"/>
                    </a:cubicBezTo>
                    <a:cubicBezTo>
                      <a:pt x="21341" y="98"/>
                      <a:pt x="21227" y="27"/>
                      <a:pt x="21108" y="27"/>
                    </a:cubicBezTo>
                    <a:lnTo>
                      <a:pt x="16550" y="1"/>
                    </a:ln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42" name="Google Shape;1142;p37"/>
              <p:cNvSpPr/>
              <p:nvPr/>
            </p:nvSpPr>
            <p:spPr>
              <a:xfrm>
                <a:off x="3908350" y="4389250"/>
                <a:ext cx="563250" cy="381225"/>
              </a:xfrm>
              <a:custGeom>
                <a:avLst/>
                <a:gdLst/>
                <a:ahLst/>
                <a:cxnLst/>
                <a:rect l="l" t="t" r="r" b="b"/>
                <a:pathLst>
                  <a:path w="22530" h="15249" extrusionOk="0">
                    <a:moveTo>
                      <a:pt x="4115" y="1"/>
                    </a:moveTo>
                    <a:lnTo>
                      <a:pt x="488" y="428"/>
                    </a:lnTo>
                    <a:lnTo>
                      <a:pt x="0" y="486"/>
                    </a:lnTo>
                    <a:lnTo>
                      <a:pt x="17971" y="15222"/>
                    </a:lnTo>
                    <a:lnTo>
                      <a:pt x="22530" y="15249"/>
                    </a:lnTo>
                    <a:lnTo>
                      <a:pt x="22530" y="15249"/>
                    </a:lnTo>
                    <a:lnTo>
                      <a:pt x="4115"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43" name="Google Shape;1143;p37"/>
              <p:cNvSpPr/>
              <p:nvPr/>
            </p:nvSpPr>
            <p:spPr>
              <a:xfrm>
                <a:off x="3899875" y="4381400"/>
                <a:ext cx="580200" cy="396900"/>
              </a:xfrm>
              <a:custGeom>
                <a:avLst/>
                <a:gdLst/>
                <a:ahLst/>
                <a:cxnLst/>
                <a:rect l="l" t="t" r="r" b="b"/>
                <a:pathLst>
                  <a:path w="23208" h="15876" extrusionOk="0">
                    <a:moveTo>
                      <a:pt x="4357" y="641"/>
                    </a:moveTo>
                    <a:lnTo>
                      <a:pt x="21993" y="15246"/>
                    </a:lnTo>
                    <a:lnTo>
                      <a:pt x="18425" y="15224"/>
                    </a:lnTo>
                    <a:lnTo>
                      <a:pt x="1105" y="1024"/>
                    </a:lnTo>
                    <a:lnTo>
                      <a:pt x="4357" y="641"/>
                    </a:lnTo>
                    <a:close/>
                    <a:moveTo>
                      <a:pt x="4449" y="1"/>
                    </a:moveTo>
                    <a:cubicBezTo>
                      <a:pt x="4439" y="1"/>
                      <a:pt x="4428" y="1"/>
                      <a:pt x="4418" y="2"/>
                    </a:cubicBezTo>
                    <a:lnTo>
                      <a:pt x="299" y="487"/>
                    </a:lnTo>
                    <a:cubicBezTo>
                      <a:pt x="177" y="504"/>
                      <a:pt x="71" y="593"/>
                      <a:pt x="35" y="711"/>
                    </a:cubicBezTo>
                    <a:cubicBezTo>
                      <a:pt x="0" y="830"/>
                      <a:pt x="45" y="962"/>
                      <a:pt x="141" y="1042"/>
                    </a:cubicBezTo>
                    <a:lnTo>
                      <a:pt x="18112" y="15778"/>
                    </a:lnTo>
                    <a:cubicBezTo>
                      <a:pt x="18169" y="15822"/>
                      <a:pt x="18240" y="15849"/>
                      <a:pt x="18310" y="15849"/>
                    </a:cubicBezTo>
                    <a:lnTo>
                      <a:pt x="22869" y="15875"/>
                    </a:lnTo>
                    <a:cubicBezTo>
                      <a:pt x="23001" y="15875"/>
                      <a:pt x="23120" y="15796"/>
                      <a:pt x="23163" y="15668"/>
                    </a:cubicBezTo>
                    <a:cubicBezTo>
                      <a:pt x="23208" y="15545"/>
                      <a:pt x="23173" y="15404"/>
                      <a:pt x="23071" y="15321"/>
                    </a:cubicBezTo>
                    <a:lnTo>
                      <a:pt x="4656" y="73"/>
                    </a:lnTo>
                    <a:cubicBezTo>
                      <a:pt x="4598" y="27"/>
                      <a:pt x="4523" y="1"/>
                      <a:pt x="4449"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44" name="Google Shape;1144;p37"/>
              <p:cNvSpPr/>
              <p:nvPr/>
            </p:nvSpPr>
            <p:spPr>
              <a:xfrm>
                <a:off x="5366600" y="1371975"/>
                <a:ext cx="689000" cy="670275"/>
              </a:xfrm>
              <a:custGeom>
                <a:avLst/>
                <a:gdLst/>
                <a:ahLst/>
                <a:cxnLst/>
                <a:rect l="l" t="t" r="r" b="b"/>
                <a:pathLst>
                  <a:path w="27560" h="26811" extrusionOk="0">
                    <a:moveTo>
                      <a:pt x="18364" y="0"/>
                    </a:moveTo>
                    <a:lnTo>
                      <a:pt x="1" y="10116"/>
                    </a:lnTo>
                    <a:lnTo>
                      <a:pt x="9197" y="26811"/>
                    </a:lnTo>
                    <a:lnTo>
                      <a:pt x="27560" y="16695"/>
                    </a:lnTo>
                    <a:lnTo>
                      <a:pt x="18364"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45" name="Google Shape;1145;p37"/>
              <p:cNvSpPr/>
              <p:nvPr/>
            </p:nvSpPr>
            <p:spPr>
              <a:xfrm>
                <a:off x="5357700" y="1364200"/>
                <a:ext cx="706050" cy="685875"/>
              </a:xfrm>
              <a:custGeom>
                <a:avLst/>
                <a:gdLst/>
                <a:ahLst/>
                <a:cxnLst/>
                <a:rect l="l" t="t" r="r" b="b"/>
                <a:pathLst>
                  <a:path w="28242" h="27435" extrusionOk="0">
                    <a:moveTo>
                      <a:pt x="18596" y="738"/>
                    </a:moveTo>
                    <a:lnTo>
                      <a:pt x="27489" y="16883"/>
                    </a:lnTo>
                    <a:lnTo>
                      <a:pt x="9676" y="26695"/>
                    </a:lnTo>
                    <a:lnTo>
                      <a:pt x="783" y="10551"/>
                    </a:lnTo>
                    <a:lnTo>
                      <a:pt x="18596" y="738"/>
                    </a:lnTo>
                    <a:close/>
                    <a:moveTo>
                      <a:pt x="18720" y="0"/>
                    </a:moveTo>
                    <a:cubicBezTo>
                      <a:pt x="18667" y="0"/>
                      <a:pt x="18615" y="13"/>
                      <a:pt x="18570" y="39"/>
                    </a:cubicBezTo>
                    <a:lnTo>
                      <a:pt x="207" y="10155"/>
                    </a:lnTo>
                    <a:cubicBezTo>
                      <a:pt x="58" y="10238"/>
                      <a:pt x="1" y="10427"/>
                      <a:pt x="84" y="10582"/>
                    </a:cubicBezTo>
                    <a:lnTo>
                      <a:pt x="9280" y="27272"/>
                    </a:lnTo>
                    <a:cubicBezTo>
                      <a:pt x="9337" y="27377"/>
                      <a:pt x="9443" y="27435"/>
                      <a:pt x="9553" y="27435"/>
                    </a:cubicBezTo>
                    <a:cubicBezTo>
                      <a:pt x="9606" y="27435"/>
                      <a:pt x="9658" y="27422"/>
                      <a:pt x="9707" y="27395"/>
                    </a:cubicBezTo>
                    <a:lnTo>
                      <a:pt x="28066" y="17279"/>
                    </a:lnTo>
                    <a:cubicBezTo>
                      <a:pt x="28140" y="17239"/>
                      <a:pt x="28193" y="17174"/>
                      <a:pt x="28215" y="17094"/>
                    </a:cubicBezTo>
                    <a:cubicBezTo>
                      <a:pt x="28241" y="17010"/>
                      <a:pt x="28233" y="16927"/>
                      <a:pt x="28188" y="16852"/>
                    </a:cubicBezTo>
                    <a:lnTo>
                      <a:pt x="18992" y="161"/>
                    </a:lnTo>
                    <a:cubicBezTo>
                      <a:pt x="18952" y="86"/>
                      <a:pt x="18886" y="34"/>
                      <a:pt x="18807" y="12"/>
                    </a:cubicBezTo>
                    <a:cubicBezTo>
                      <a:pt x="18779" y="4"/>
                      <a:pt x="18749" y="0"/>
                      <a:pt x="18720"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46" name="Google Shape;1146;p37"/>
              <p:cNvSpPr/>
              <p:nvPr/>
            </p:nvSpPr>
            <p:spPr>
              <a:xfrm>
                <a:off x="5596500" y="1789325"/>
                <a:ext cx="545675" cy="276175"/>
              </a:xfrm>
              <a:custGeom>
                <a:avLst/>
                <a:gdLst/>
                <a:ahLst/>
                <a:cxnLst/>
                <a:rect l="l" t="t" r="r" b="b"/>
                <a:pathLst>
                  <a:path w="21827" h="11047" extrusionOk="0">
                    <a:moveTo>
                      <a:pt x="18364" y="1"/>
                    </a:moveTo>
                    <a:lnTo>
                      <a:pt x="1" y="10117"/>
                    </a:lnTo>
                    <a:lnTo>
                      <a:pt x="3266" y="11046"/>
                    </a:lnTo>
                    <a:lnTo>
                      <a:pt x="21827" y="1410"/>
                    </a:lnTo>
                    <a:lnTo>
                      <a:pt x="18364"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47" name="Google Shape;1147;p37"/>
              <p:cNvSpPr/>
              <p:nvPr/>
            </p:nvSpPr>
            <p:spPr>
              <a:xfrm>
                <a:off x="5588475" y="1781500"/>
                <a:ext cx="561625" cy="291775"/>
              </a:xfrm>
              <a:custGeom>
                <a:avLst/>
                <a:gdLst/>
                <a:ahLst/>
                <a:cxnLst/>
                <a:rect l="l" t="t" r="r" b="b"/>
                <a:pathLst>
                  <a:path w="22465" h="11671" extrusionOk="0">
                    <a:moveTo>
                      <a:pt x="18707" y="657"/>
                    </a:moveTo>
                    <a:lnTo>
                      <a:pt x="21400" y="1757"/>
                    </a:lnTo>
                    <a:lnTo>
                      <a:pt x="3557" y="11024"/>
                    </a:lnTo>
                    <a:lnTo>
                      <a:pt x="1140" y="10338"/>
                    </a:lnTo>
                    <a:lnTo>
                      <a:pt x="18707" y="657"/>
                    </a:lnTo>
                    <a:close/>
                    <a:moveTo>
                      <a:pt x="18683" y="0"/>
                    </a:moveTo>
                    <a:cubicBezTo>
                      <a:pt x="18632" y="0"/>
                      <a:pt x="18581" y="12"/>
                      <a:pt x="18535" y="37"/>
                    </a:cubicBezTo>
                    <a:lnTo>
                      <a:pt x="173" y="10153"/>
                    </a:lnTo>
                    <a:cubicBezTo>
                      <a:pt x="63" y="10214"/>
                      <a:pt x="1" y="10338"/>
                      <a:pt x="15" y="10466"/>
                    </a:cubicBezTo>
                    <a:cubicBezTo>
                      <a:pt x="27" y="10588"/>
                      <a:pt x="116" y="10694"/>
                      <a:pt x="238" y="10730"/>
                    </a:cubicBezTo>
                    <a:lnTo>
                      <a:pt x="3504" y="11662"/>
                    </a:lnTo>
                    <a:cubicBezTo>
                      <a:pt x="3530" y="11667"/>
                      <a:pt x="3561" y="11671"/>
                      <a:pt x="3587" y="11671"/>
                    </a:cubicBezTo>
                    <a:cubicBezTo>
                      <a:pt x="3640" y="11671"/>
                      <a:pt x="3689" y="11662"/>
                      <a:pt x="3733" y="11636"/>
                    </a:cubicBezTo>
                    <a:lnTo>
                      <a:pt x="22293" y="1999"/>
                    </a:lnTo>
                    <a:cubicBezTo>
                      <a:pt x="22399" y="1942"/>
                      <a:pt x="22465" y="1828"/>
                      <a:pt x="22460" y="1709"/>
                    </a:cubicBezTo>
                    <a:cubicBezTo>
                      <a:pt x="22456" y="1585"/>
                      <a:pt x="22377" y="1475"/>
                      <a:pt x="22267" y="1432"/>
                    </a:cubicBezTo>
                    <a:lnTo>
                      <a:pt x="18803" y="23"/>
                    </a:lnTo>
                    <a:cubicBezTo>
                      <a:pt x="18764" y="8"/>
                      <a:pt x="18724" y="0"/>
                      <a:pt x="18683"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48" name="Google Shape;1148;p37"/>
              <p:cNvSpPr/>
              <p:nvPr/>
            </p:nvSpPr>
            <p:spPr>
              <a:xfrm>
                <a:off x="5825675" y="1371975"/>
                <a:ext cx="316500" cy="452600"/>
              </a:xfrm>
              <a:custGeom>
                <a:avLst/>
                <a:gdLst/>
                <a:ahLst/>
                <a:cxnLst/>
                <a:rect l="l" t="t" r="r" b="b"/>
                <a:pathLst>
                  <a:path w="12660" h="18104" extrusionOk="0">
                    <a:moveTo>
                      <a:pt x="1" y="0"/>
                    </a:moveTo>
                    <a:lnTo>
                      <a:pt x="9197" y="16695"/>
                    </a:lnTo>
                    <a:lnTo>
                      <a:pt x="12660" y="18104"/>
                    </a:lnTo>
                    <a:lnTo>
                      <a:pt x="3283" y="884"/>
                    </a:lnTo>
                    <a:lnTo>
                      <a:pt x="391" y="106"/>
                    </a:lnTo>
                    <a:lnTo>
                      <a:pt x="1"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49" name="Google Shape;1149;p37"/>
              <p:cNvSpPr/>
              <p:nvPr/>
            </p:nvSpPr>
            <p:spPr>
              <a:xfrm>
                <a:off x="5817300" y="1364200"/>
                <a:ext cx="333350" cy="468175"/>
              </a:xfrm>
              <a:custGeom>
                <a:avLst/>
                <a:gdLst/>
                <a:ahLst/>
                <a:cxnLst/>
                <a:rect l="l" t="t" r="r" b="b"/>
                <a:pathLst>
                  <a:path w="13334" h="18727" extrusionOk="0">
                    <a:moveTo>
                      <a:pt x="964" y="809"/>
                    </a:moveTo>
                    <a:lnTo>
                      <a:pt x="3407" y="1465"/>
                    </a:lnTo>
                    <a:lnTo>
                      <a:pt x="12300" y="17794"/>
                    </a:lnTo>
                    <a:lnTo>
                      <a:pt x="9752" y="16755"/>
                    </a:lnTo>
                    <a:lnTo>
                      <a:pt x="964" y="809"/>
                    </a:lnTo>
                    <a:close/>
                    <a:moveTo>
                      <a:pt x="333" y="0"/>
                    </a:moveTo>
                    <a:cubicBezTo>
                      <a:pt x="239" y="0"/>
                      <a:pt x="149" y="44"/>
                      <a:pt x="88" y="118"/>
                    </a:cubicBezTo>
                    <a:cubicBezTo>
                      <a:pt x="13" y="218"/>
                      <a:pt x="1" y="356"/>
                      <a:pt x="62" y="465"/>
                    </a:cubicBezTo>
                    <a:lnTo>
                      <a:pt x="9259" y="17156"/>
                    </a:lnTo>
                    <a:cubicBezTo>
                      <a:pt x="9294" y="17217"/>
                      <a:pt x="9347" y="17270"/>
                      <a:pt x="9413" y="17296"/>
                    </a:cubicBezTo>
                    <a:lnTo>
                      <a:pt x="12876" y="18705"/>
                    </a:lnTo>
                    <a:cubicBezTo>
                      <a:pt x="12916" y="18718"/>
                      <a:pt x="12956" y="18726"/>
                      <a:pt x="12995" y="18726"/>
                    </a:cubicBezTo>
                    <a:cubicBezTo>
                      <a:pt x="13082" y="18726"/>
                      <a:pt x="13167" y="18691"/>
                      <a:pt x="13228" y="18621"/>
                    </a:cubicBezTo>
                    <a:cubicBezTo>
                      <a:pt x="13316" y="18524"/>
                      <a:pt x="13334" y="18379"/>
                      <a:pt x="13267" y="18265"/>
                    </a:cubicBezTo>
                    <a:lnTo>
                      <a:pt x="3890" y="1046"/>
                    </a:lnTo>
                    <a:cubicBezTo>
                      <a:pt x="3851" y="971"/>
                      <a:pt x="3780" y="919"/>
                      <a:pt x="3697" y="896"/>
                    </a:cubicBezTo>
                    <a:lnTo>
                      <a:pt x="419" y="12"/>
                    </a:lnTo>
                    <a:cubicBezTo>
                      <a:pt x="390" y="4"/>
                      <a:pt x="361" y="0"/>
                      <a:pt x="333"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50" name="Google Shape;1150;p37"/>
              <p:cNvSpPr/>
              <p:nvPr/>
            </p:nvSpPr>
            <p:spPr>
              <a:xfrm>
                <a:off x="4849325" y="2437300"/>
                <a:ext cx="689025" cy="670175"/>
              </a:xfrm>
              <a:custGeom>
                <a:avLst/>
                <a:gdLst/>
                <a:ahLst/>
                <a:cxnLst/>
                <a:rect l="l" t="t" r="r" b="b"/>
                <a:pathLst>
                  <a:path w="27561" h="26807" extrusionOk="0">
                    <a:moveTo>
                      <a:pt x="18364" y="0"/>
                    </a:moveTo>
                    <a:lnTo>
                      <a:pt x="1" y="10116"/>
                    </a:lnTo>
                    <a:lnTo>
                      <a:pt x="9198" y="26806"/>
                    </a:lnTo>
                    <a:lnTo>
                      <a:pt x="27560" y="16690"/>
                    </a:lnTo>
                    <a:lnTo>
                      <a:pt x="18364"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51" name="Google Shape;1151;p37"/>
              <p:cNvSpPr/>
              <p:nvPr/>
            </p:nvSpPr>
            <p:spPr>
              <a:xfrm>
                <a:off x="4840450" y="2429425"/>
                <a:ext cx="706050" cy="685875"/>
              </a:xfrm>
              <a:custGeom>
                <a:avLst/>
                <a:gdLst/>
                <a:ahLst/>
                <a:cxnLst/>
                <a:rect l="l" t="t" r="r" b="b"/>
                <a:pathLst>
                  <a:path w="28242" h="27435" extrusionOk="0">
                    <a:moveTo>
                      <a:pt x="18595" y="737"/>
                    </a:moveTo>
                    <a:lnTo>
                      <a:pt x="27489" y="16882"/>
                    </a:lnTo>
                    <a:lnTo>
                      <a:pt x="9676" y="26695"/>
                    </a:lnTo>
                    <a:lnTo>
                      <a:pt x="784" y="10555"/>
                    </a:lnTo>
                    <a:lnTo>
                      <a:pt x="18595" y="737"/>
                    </a:lnTo>
                    <a:close/>
                    <a:moveTo>
                      <a:pt x="18717" y="1"/>
                    </a:moveTo>
                    <a:cubicBezTo>
                      <a:pt x="18667" y="1"/>
                      <a:pt x="18616" y="12"/>
                      <a:pt x="18569" y="37"/>
                    </a:cubicBezTo>
                    <a:lnTo>
                      <a:pt x="207" y="10154"/>
                    </a:lnTo>
                    <a:cubicBezTo>
                      <a:pt x="57" y="10238"/>
                      <a:pt x="0" y="10431"/>
                      <a:pt x="83" y="10581"/>
                    </a:cubicBezTo>
                    <a:lnTo>
                      <a:pt x="9280" y="27271"/>
                    </a:lnTo>
                    <a:cubicBezTo>
                      <a:pt x="9320" y="27346"/>
                      <a:pt x="9385" y="27399"/>
                      <a:pt x="9470" y="27421"/>
                    </a:cubicBezTo>
                    <a:cubicBezTo>
                      <a:pt x="9496" y="27430"/>
                      <a:pt x="9527" y="27434"/>
                      <a:pt x="9553" y="27434"/>
                    </a:cubicBezTo>
                    <a:cubicBezTo>
                      <a:pt x="9606" y="27434"/>
                      <a:pt x="9659" y="27421"/>
                      <a:pt x="9707" y="27395"/>
                    </a:cubicBezTo>
                    <a:lnTo>
                      <a:pt x="28065" y="17278"/>
                    </a:lnTo>
                    <a:cubicBezTo>
                      <a:pt x="28140" y="17239"/>
                      <a:pt x="28193" y="17172"/>
                      <a:pt x="28215" y="17093"/>
                    </a:cubicBezTo>
                    <a:cubicBezTo>
                      <a:pt x="28242" y="17014"/>
                      <a:pt x="28232" y="16926"/>
                      <a:pt x="28189" y="16855"/>
                    </a:cubicBezTo>
                    <a:lnTo>
                      <a:pt x="18991" y="161"/>
                    </a:lnTo>
                    <a:cubicBezTo>
                      <a:pt x="18934" y="58"/>
                      <a:pt x="18827" y="1"/>
                      <a:pt x="18717"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52" name="Google Shape;1152;p37"/>
              <p:cNvSpPr/>
              <p:nvPr/>
            </p:nvSpPr>
            <p:spPr>
              <a:xfrm>
                <a:off x="5079275" y="2854550"/>
                <a:ext cx="545650" cy="276250"/>
              </a:xfrm>
              <a:custGeom>
                <a:avLst/>
                <a:gdLst/>
                <a:ahLst/>
                <a:cxnLst/>
                <a:rect l="l" t="t" r="r" b="b"/>
                <a:pathLst>
                  <a:path w="21826" h="11050" extrusionOk="0">
                    <a:moveTo>
                      <a:pt x="18362" y="0"/>
                    </a:moveTo>
                    <a:lnTo>
                      <a:pt x="0" y="10116"/>
                    </a:lnTo>
                    <a:lnTo>
                      <a:pt x="3265" y="11050"/>
                    </a:lnTo>
                    <a:lnTo>
                      <a:pt x="21825" y="1408"/>
                    </a:lnTo>
                    <a:lnTo>
                      <a:pt x="18362"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53" name="Google Shape;1153;p37"/>
              <p:cNvSpPr/>
              <p:nvPr/>
            </p:nvSpPr>
            <p:spPr>
              <a:xfrm>
                <a:off x="5071100" y="2846750"/>
                <a:ext cx="561725" cy="291850"/>
              </a:xfrm>
              <a:custGeom>
                <a:avLst/>
                <a:gdLst/>
                <a:ahLst/>
                <a:cxnLst/>
                <a:rect l="l" t="t" r="r" b="b"/>
                <a:pathLst>
                  <a:path w="22469" h="11674" extrusionOk="0">
                    <a:moveTo>
                      <a:pt x="18711" y="660"/>
                    </a:moveTo>
                    <a:lnTo>
                      <a:pt x="21404" y="1756"/>
                    </a:lnTo>
                    <a:lnTo>
                      <a:pt x="3561" y="11027"/>
                    </a:lnTo>
                    <a:lnTo>
                      <a:pt x="1146" y="10337"/>
                    </a:lnTo>
                    <a:lnTo>
                      <a:pt x="18711" y="660"/>
                    </a:lnTo>
                    <a:close/>
                    <a:moveTo>
                      <a:pt x="18695" y="0"/>
                    </a:moveTo>
                    <a:cubicBezTo>
                      <a:pt x="18642" y="0"/>
                      <a:pt x="18589" y="14"/>
                      <a:pt x="18540" y="40"/>
                    </a:cubicBezTo>
                    <a:lnTo>
                      <a:pt x="177" y="10156"/>
                    </a:lnTo>
                    <a:cubicBezTo>
                      <a:pt x="67" y="10217"/>
                      <a:pt x="1" y="10337"/>
                      <a:pt x="19" y="10464"/>
                    </a:cubicBezTo>
                    <a:cubicBezTo>
                      <a:pt x="33" y="10591"/>
                      <a:pt x="120" y="10697"/>
                      <a:pt x="244" y="10728"/>
                    </a:cubicBezTo>
                    <a:lnTo>
                      <a:pt x="3508" y="11661"/>
                    </a:lnTo>
                    <a:cubicBezTo>
                      <a:pt x="3535" y="11669"/>
                      <a:pt x="3565" y="11674"/>
                      <a:pt x="3592" y="11674"/>
                    </a:cubicBezTo>
                    <a:cubicBezTo>
                      <a:pt x="3644" y="11674"/>
                      <a:pt x="3693" y="11661"/>
                      <a:pt x="3737" y="11639"/>
                    </a:cubicBezTo>
                    <a:lnTo>
                      <a:pt x="22298" y="1998"/>
                    </a:lnTo>
                    <a:cubicBezTo>
                      <a:pt x="22403" y="1945"/>
                      <a:pt x="22469" y="1831"/>
                      <a:pt x="22465" y="1707"/>
                    </a:cubicBezTo>
                    <a:cubicBezTo>
                      <a:pt x="22460" y="1584"/>
                      <a:pt x="22381" y="1478"/>
                      <a:pt x="22271" y="1430"/>
                    </a:cubicBezTo>
                    <a:lnTo>
                      <a:pt x="18809" y="22"/>
                    </a:lnTo>
                    <a:cubicBezTo>
                      <a:pt x="18772" y="7"/>
                      <a:pt x="18733" y="0"/>
                      <a:pt x="18695"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54" name="Google Shape;1154;p37"/>
              <p:cNvSpPr/>
              <p:nvPr/>
            </p:nvSpPr>
            <p:spPr>
              <a:xfrm>
                <a:off x="5308400" y="2437300"/>
                <a:ext cx="316525" cy="452450"/>
              </a:xfrm>
              <a:custGeom>
                <a:avLst/>
                <a:gdLst/>
                <a:ahLst/>
                <a:cxnLst/>
                <a:rect l="l" t="t" r="r" b="b"/>
                <a:pathLst>
                  <a:path w="12661" h="18098" extrusionOk="0">
                    <a:moveTo>
                      <a:pt x="1" y="0"/>
                    </a:moveTo>
                    <a:lnTo>
                      <a:pt x="9197" y="16690"/>
                    </a:lnTo>
                    <a:lnTo>
                      <a:pt x="12660" y="18098"/>
                    </a:lnTo>
                    <a:lnTo>
                      <a:pt x="3283" y="884"/>
                    </a:lnTo>
                    <a:lnTo>
                      <a:pt x="393" y="106"/>
                    </a:lnTo>
                    <a:lnTo>
                      <a:pt x="1"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55" name="Google Shape;1155;p37"/>
              <p:cNvSpPr/>
              <p:nvPr/>
            </p:nvSpPr>
            <p:spPr>
              <a:xfrm>
                <a:off x="5300050" y="2429400"/>
                <a:ext cx="333350" cy="468175"/>
              </a:xfrm>
              <a:custGeom>
                <a:avLst/>
                <a:gdLst/>
                <a:ahLst/>
                <a:cxnLst/>
                <a:rect l="l" t="t" r="r" b="b"/>
                <a:pathLst>
                  <a:path w="13334" h="18727" extrusionOk="0">
                    <a:moveTo>
                      <a:pt x="964" y="809"/>
                    </a:moveTo>
                    <a:lnTo>
                      <a:pt x="3406" y="1464"/>
                    </a:lnTo>
                    <a:lnTo>
                      <a:pt x="12299" y="17794"/>
                    </a:lnTo>
                    <a:lnTo>
                      <a:pt x="12299" y="17794"/>
                    </a:lnTo>
                    <a:lnTo>
                      <a:pt x="9752" y="16760"/>
                    </a:lnTo>
                    <a:lnTo>
                      <a:pt x="964" y="809"/>
                    </a:lnTo>
                    <a:close/>
                    <a:moveTo>
                      <a:pt x="334" y="0"/>
                    </a:moveTo>
                    <a:cubicBezTo>
                      <a:pt x="240" y="0"/>
                      <a:pt x="150" y="44"/>
                      <a:pt x="89" y="123"/>
                    </a:cubicBezTo>
                    <a:cubicBezTo>
                      <a:pt x="14" y="219"/>
                      <a:pt x="0" y="355"/>
                      <a:pt x="62" y="466"/>
                    </a:cubicBezTo>
                    <a:lnTo>
                      <a:pt x="9259" y="17156"/>
                    </a:lnTo>
                    <a:cubicBezTo>
                      <a:pt x="9294" y="17222"/>
                      <a:pt x="9346" y="17270"/>
                      <a:pt x="9413" y="17297"/>
                    </a:cubicBezTo>
                    <a:lnTo>
                      <a:pt x="12876" y="18704"/>
                    </a:lnTo>
                    <a:cubicBezTo>
                      <a:pt x="12915" y="18722"/>
                      <a:pt x="12955" y="18727"/>
                      <a:pt x="12994" y="18727"/>
                    </a:cubicBezTo>
                    <a:cubicBezTo>
                      <a:pt x="13083" y="18727"/>
                      <a:pt x="13166" y="18692"/>
                      <a:pt x="13228" y="18625"/>
                    </a:cubicBezTo>
                    <a:cubicBezTo>
                      <a:pt x="13316" y="18525"/>
                      <a:pt x="13333" y="18383"/>
                      <a:pt x="13268" y="18265"/>
                    </a:cubicBezTo>
                    <a:lnTo>
                      <a:pt x="3891" y="1051"/>
                    </a:lnTo>
                    <a:cubicBezTo>
                      <a:pt x="3851" y="972"/>
                      <a:pt x="3780" y="919"/>
                      <a:pt x="3696" y="897"/>
                    </a:cubicBezTo>
                    <a:lnTo>
                      <a:pt x="418" y="12"/>
                    </a:lnTo>
                    <a:cubicBezTo>
                      <a:pt x="390" y="4"/>
                      <a:pt x="362" y="0"/>
                      <a:pt x="334"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56" name="Google Shape;1156;p37"/>
              <p:cNvSpPr/>
              <p:nvPr/>
            </p:nvSpPr>
            <p:spPr>
              <a:xfrm>
                <a:off x="5446575" y="3415025"/>
                <a:ext cx="320375" cy="310800"/>
              </a:xfrm>
              <a:custGeom>
                <a:avLst/>
                <a:gdLst/>
                <a:ahLst/>
                <a:cxnLst/>
                <a:rect l="l" t="t" r="r" b="b"/>
                <a:pathLst>
                  <a:path w="12815" h="12432" extrusionOk="0">
                    <a:moveTo>
                      <a:pt x="8709" y="1"/>
                    </a:moveTo>
                    <a:lnTo>
                      <a:pt x="0" y="4515"/>
                    </a:lnTo>
                    <a:lnTo>
                      <a:pt x="4106" y="12432"/>
                    </a:lnTo>
                    <a:lnTo>
                      <a:pt x="12815" y="7917"/>
                    </a:lnTo>
                    <a:lnTo>
                      <a:pt x="8709"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57" name="Google Shape;1157;p37"/>
              <p:cNvSpPr/>
              <p:nvPr/>
            </p:nvSpPr>
            <p:spPr>
              <a:xfrm>
                <a:off x="5438550" y="3407225"/>
                <a:ext cx="336550" cy="326425"/>
              </a:xfrm>
              <a:custGeom>
                <a:avLst/>
                <a:gdLst/>
                <a:ahLst/>
                <a:cxnLst/>
                <a:rect l="l" t="t" r="r" b="b"/>
                <a:pathLst>
                  <a:path w="13462" h="13057" extrusionOk="0">
                    <a:moveTo>
                      <a:pt x="8898" y="735"/>
                    </a:moveTo>
                    <a:lnTo>
                      <a:pt x="12718" y="8093"/>
                    </a:lnTo>
                    <a:lnTo>
                      <a:pt x="4564" y="12321"/>
                    </a:lnTo>
                    <a:lnTo>
                      <a:pt x="744" y="4959"/>
                    </a:lnTo>
                    <a:lnTo>
                      <a:pt x="8898" y="735"/>
                    </a:lnTo>
                    <a:close/>
                    <a:moveTo>
                      <a:pt x="9032" y="0"/>
                    </a:moveTo>
                    <a:cubicBezTo>
                      <a:pt x="8984" y="0"/>
                      <a:pt x="8935" y="12"/>
                      <a:pt x="8889" y="36"/>
                    </a:cubicBezTo>
                    <a:lnTo>
                      <a:pt x="181" y="4551"/>
                    </a:lnTo>
                    <a:cubicBezTo>
                      <a:pt x="106" y="4590"/>
                      <a:pt x="49" y="4656"/>
                      <a:pt x="27" y="4736"/>
                    </a:cubicBezTo>
                    <a:cubicBezTo>
                      <a:pt x="0" y="4811"/>
                      <a:pt x="9" y="4898"/>
                      <a:pt x="45" y="4973"/>
                    </a:cubicBezTo>
                    <a:lnTo>
                      <a:pt x="4150" y="12890"/>
                    </a:lnTo>
                    <a:cubicBezTo>
                      <a:pt x="4207" y="12995"/>
                      <a:pt x="4318" y="13056"/>
                      <a:pt x="4427" y="13056"/>
                    </a:cubicBezTo>
                    <a:cubicBezTo>
                      <a:pt x="4480" y="13056"/>
                      <a:pt x="4529" y="13048"/>
                      <a:pt x="4572" y="13022"/>
                    </a:cubicBezTo>
                    <a:lnTo>
                      <a:pt x="13280" y="8507"/>
                    </a:lnTo>
                    <a:cubicBezTo>
                      <a:pt x="13355" y="8467"/>
                      <a:pt x="13412" y="8401"/>
                      <a:pt x="13435" y="8322"/>
                    </a:cubicBezTo>
                    <a:cubicBezTo>
                      <a:pt x="13461" y="8243"/>
                      <a:pt x="13453" y="8158"/>
                      <a:pt x="13417" y="8084"/>
                    </a:cubicBezTo>
                    <a:lnTo>
                      <a:pt x="9312" y="168"/>
                    </a:lnTo>
                    <a:cubicBezTo>
                      <a:pt x="9254" y="61"/>
                      <a:pt x="9144" y="0"/>
                      <a:pt x="9032"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58" name="Google Shape;1158;p37"/>
              <p:cNvSpPr/>
              <p:nvPr/>
            </p:nvSpPr>
            <p:spPr>
              <a:xfrm>
                <a:off x="5549225" y="3612950"/>
                <a:ext cx="257875" cy="124775"/>
              </a:xfrm>
              <a:custGeom>
                <a:avLst/>
                <a:gdLst/>
                <a:ahLst/>
                <a:cxnLst/>
                <a:rect l="l" t="t" r="r" b="b"/>
                <a:pathLst>
                  <a:path w="10315" h="4991" extrusionOk="0">
                    <a:moveTo>
                      <a:pt x="8709" y="0"/>
                    </a:moveTo>
                    <a:lnTo>
                      <a:pt x="0" y="4515"/>
                    </a:lnTo>
                    <a:lnTo>
                      <a:pt x="1518" y="4990"/>
                    </a:lnTo>
                    <a:lnTo>
                      <a:pt x="10314" y="700"/>
                    </a:lnTo>
                    <a:lnTo>
                      <a:pt x="8709"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59" name="Google Shape;1159;p37"/>
              <p:cNvSpPr/>
              <p:nvPr/>
            </p:nvSpPr>
            <p:spPr>
              <a:xfrm>
                <a:off x="5541200" y="3605075"/>
                <a:ext cx="273700" cy="140450"/>
              </a:xfrm>
              <a:custGeom>
                <a:avLst/>
                <a:gdLst/>
                <a:ahLst/>
                <a:cxnLst/>
                <a:rect l="l" t="t" r="r" b="b"/>
                <a:pathLst>
                  <a:path w="10948" h="5618" extrusionOk="0">
                    <a:moveTo>
                      <a:pt x="9042" y="663"/>
                    </a:moveTo>
                    <a:lnTo>
                      <a:pt x="9887" y="1028"/>
                    </a:lnTo>
                    <a:lnTo>
                      <a:pt x="1813" y="4966"/>
                    </a:lnTo>
                    <a:lnTo>
                      <a:pt x="1144" y="4759"/>
                    </a:lnTo>
                    <a:lnTo>
                      <a:pt x="9042" y="663"/>
                    </a:lnTo>
                    <a:close/>
                    <a:moveTo>
                      <a:pt x="9032" y="0"/>
                    </a:moveTo>
                    <a:cubicBezTo>
                      <a:pt x="8983" y="0"/>
                      <a:pt x="8933" y="12"/>
                      <a:pt x="8888" y="38"/>
                    </a:cubicBezTo>
                    <a:lnTo>
                      <a:pt x="180" y="4553"/>
                    </a:lnTo>
                    <a:cubicBezTo>
                      <a:pt x="66" y="4610"/>
                      <a:pt x="0" y="4733"/>
                      <a:pt x="13" y="4856"/>
                    </a:cubicBezTo>
                    <a:cubicBezTo>
                      <a:pt x="21" y="4984"/>
                      <a:pt x="110" y="5090"/>
                      <a:pt x="228" y="5129"/>
                    </a:cubicBezTo>
                    <a:lnTo>
                      <a:pt x="1747" y="5604"/>
                    </a:lnTo>
                    <a:cubicBezTo>
                      <a:pt x="1778" y="5613"/>
                      <a:pt x="1808" y="5618"/>
                      <a:pt x="1839" y="5618"/>
                    </a:cubicBezTo>
                    <a:cubicBezTo>
                      <a:pt x="1888" y="5618"/>
                      <a:pt x="1932" y="5604"/>
                      <a:pt x="1975" y="5587"/>
                    </a:cubicBezTo>
                    <a:lnTo>
                      <a:pt x="10772" y="1296"/>
                    </a:lnTo>
                    <a:cubicBezTo>
                      <a:pt x="10882" y="1239"/>
                      <a:pt x="10948" y="1129"/>
                      <a:pt x="10948" y="1006"/>
                    </a:cubicBezTo>
                    <a:cubicBezTo>
                      <a:pt x="10943" y="883"/>
                      <a:pt x="10873" y="778"/>
                      <a:pt x="10759" y="725"/>
                    </a:cubicBezTo>
                    <a:lnTo>
                      <a:pt x="9157" y="25"/>
                    </a:lnTo>
                    <a:cubicBezTo>
                      <a:pt x="9116" y="9"/>
                      <a:pt x="9074" y="0"/>
                      <a:pt x="9032"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60" name="Google Shape;1160;p37"/>
              <p:cNvSpPr/>
              <p:nvPr/>
            </p:nvSpPr>
            <p:spPr>
              <a:xfrm>
                <a:off x="5664275" y="3415025"/>
                <a:ext cx="142825" cy="215450"/>
              </a:xfrm>
              <a:custGeom>
                <a:avLst/>
                <a:gdLst/>
                <a:ahLst/>
                <a:cxnLst/>
                <a:rect l="l" t="t" r="r" b="b"/>
                <a:pathLst>
                  <a:path w="5713" h="8618" extrusionOk="0">
                    <a:moveTo>
                      <a:pt x="1" y="1"/>
                    </a:moveTo>
                    <a:lnTo>
                      <a:pt x="4107" y="7917"/>
                    </a:lnTo>
                    <a:lnTo>
                      <a:pt x="5712" y="8617"/>
                    </a:lnTo>
                    <a:lnTo>
                      <a:pt x="5712" y="8617"/>
                    </a:lnTo>
                    <a:lnTo>
                      <a:pt x="1528" y="450"/>
                    </a:lnTo>
                    <a:lnTo>
                      <a:pt x="186" y="54"/>
                    </a:lnTo>
                    <a:lnTo>
                      <a:pt x="1"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61" name="Google Shape;1161;p37"/>
              <p:cNvSpPr/>
              <p:nvPr/>
            </p:nvSpPr>
            <p:spPr>
              <a:xfrm>
                <a:off x="5655925" y="3407175"/>
                <a:ext cx="159650" cy="231075"/>
              </a:xfrm>
              <a:custGeom>
                <a:avLst/>
                <a:gdLst/>
                <a:ahLst/>
                <a:cxnLst/>
                <a:rect l="l" t="t" r="r" b="b"/>
                <a:pathLst>
                  <a:path w="6386" h="9243" extrusionOk="0">
                    <a:moveTo>
                      <a:pt x="956" y="826"/>
                    </a:moveTo>
                    <a:lnTo>
                      <a:pt x="1642" y="1028"/>
                    </a:lnTo>
                    <a:lnTo>
                      <a:pt x="5365" y="8292"/>
                    </a:lnTo>
                    <a:lnTo>
                      <a:pt x="4669" y="7989"/>
                    </a:lnTo>
                    <a:lnTo>
                      <a:pt x="956" y="826"/>
                    </a:lnTo>
                    <a:close/>
                    <a:moveTo>
                      <a:pt x="342" y="1"/>
                    </a:moveTo>
                    <a:cubicBezTo>
                      <a:pt x="249" y="1"/>
                      <a:pt x="157" y="39"/>
                      <a:pt x="93" y="113"/>
                    </a:cubicBezTo>
                    <a:cubicBezTo>
                      <a:pt x="14" y="209"/>
                      <a:pt x="0" y="345"/>
                      <a:pt x="58" y="456"/>
                    </a:cubicBezTo>
                    <a:lnTo>
                      <a:pt x="4163" y="8372"/>
                    </a:lnTo>
                    <a:cubicBezTo>
                      <a:pt x="4198" y="8438"/>
                      <a:pt x="4251" y="8487"/>
                      <a:pt x="4317" y="8517"/>
                    </a:cubicBezTo>
                    <a:lnTo>
                      <a:pt x="5919" y="9216"/>
                    </a:lnTo>
                    <a:cubicBezTo>
                      <a:pt x="5958" y="9234"/>
                      <a:pt x="6003" y="9243"/>
                      <a:pt x="6046" y="9243"/>
                    </a:cubicBezTo>
                    <a:cubicBezTo>
                      <a:pt x="6131" y="9243"/>
                      <a:pt x="6214" y="9208"/>
                      <a:pt x="6271" y="9142"/>
                    </a:cubicBezTo>
                    <a:cubicBezTo>
                      <a:pt x="6363" y="9050"/>
                      <a:pt x="6385" y="8905"/>
                      <a:pt x="6324" y="8786"/>
                    </a:cubicBezTo>
                    <a:lnTo>
                      <a:pt x="2139" y="623"/>
                    </a:lnTo>
                    <a:cubicBezTo>
                      <a:pt x="2099" y="548"/>
                      <a:pt x="2033" y="491"/>
                      <a:pt x="1950" y="465"/>
                    </a:cubicBezTo>
                    <a:lnTo>
                      <a:pt x="428" y="12"/>
                    </a:lnTo>
                    <a:cubicBezTo>
                      <a:pt x="400" y="4"/>
                      <a:pt x="371" y="1"/>
                      <a:pt x="342"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62" name="Google Shape;1162;p37"/>
              <p:cNvSpPr/>
              <p:nvPr/>
            </p:nvSpPr>
            <p:spPr>
              <a:xfrm>
                <a:off x="4232525" y="4214800"/>
                <a:ext cx="320375" cy="310800"/>
              </a:xfrm>
              <a:custGeom>
                <a:avLst/>
                <a:gdLst/>
                <a:ahLst/>
                <a:cxnLst/>
                <a:rect l="l" t="t" r="r" b="b"/>
                <a:pathLst>
                  <a:path w="12815" h="12432" extrusionOk="0">
                    <a:moveTo>
                      <a:pt x="8709" y="0"/>
                    </a:moveTo>
                    <a:lnTo>
                      <a:pt x="1" y="4515"/>
                    </a:lnTo>
                    <a:lnTo>
                      <a:pt x="4106" y="12431"/>
                    </a:lnTo>
                    <a:lnTo>
                      <a:pt x="12814" y="7917"/>
                    </a:lnTo>
                    <a:lnTo>
                      <a:pt x="8709"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63" name="Google Shape;1163;p37"/>
              <p:cNvSpPr/>
              <p:nvPr/>
            </p:nvSpPr>
            <p:spPr>
              <a:xfrm>
                <a:off x="4224500" y="4206925"/>
                <a:ext cx="336550" cy="326500"/>
              </a:xfrm>
              <a:custGeom>
                <a:avLst/>
                <a:gdLst/>
                <a:ahLst/>
                <a:cxnLst/>
                <a:rect l="l" t="t" r="r" b="b"/>
                <a:pathLst>
                  <a:path w="13462" h="13060" extrusionOk="0">
                    <a:moveTo>
                      <a:pt x="8898" y="734"/>
                    </a:moveTo>
                    <a:lnTo>
                      <a:pt x="12713" y="8096"/>
                    </a:lnTo>
                    <a:lnTo>
                      <a:pt x="4564" y="12324"/>
                    </a:lnTo>
                    <a:lnTo>
                      <a:pt x="744" y="4962"/>
                    </a:lnTo>
                    <a:lnTo>
                      <a:pt x="8898" y="734"/>
                    </a:lnTo>
                    <a:close/>
                    <a:moveTo>
                      <a:pt x="9026" y="1"/>
                    </a:moveTo>
                    <a:cubicBezTo>
                      <a:pt x="8978" y="1"/>
                      <a:pt x="8930" y="11"/>
                      <a:pt x="8885" y="33"/>
                    </a:cubicBezTo>
                    <a:lnTo>
                      <a:pt x="176" y="4552"/>
                    </a:lnTo>
                    <a:cubicBezTo>
                      <a:pt x="107" y="4588"/>
                      <a:pt x="49" y="4654"/>
                      <a:pt x="23" y="4733"/>
                    </a:cubicBezTo>
                    <a:cubicBezTo>
                      <a:pt x="1" y="4812"/>
                      <a:pt x="5" y="4901"/>
                      <a:pt x="44" y="4975"/>
                    </a:cubicBezTo>
                    <a:lnTo>
                      <a:pt x="4150" y="12891"/>
                    </a:lnTo>
                    <a:cubicBezTo>
                      <a:pt x="4207" y="12997"/>
                      <a:pt x="4317" y="13059"/>
                      <a:pt x="4427" y="13059"/>
                    </a:cubicBezTo>
                    <a:cubicBezTo>
                      <a:pt x="4475" y="13059"/>
                      <a:pt x="4524" y="13045"/>
                      <a:pt x="4573" y="13023"/>
                    </a:cubicBezTo>
                    <a:lnTo>
                      <a:pt x="13281" y="8508"/>
                    </a:lnTo>
                    <a:cubicBezTo>
                      <a:pt x="13356" y="8469"/>
                      <a:pt x="13409" y="8403"/>
                      <a:pt x="13435" y="8324"/>
                    </a:cubicBezTo>
                    <a:cubicBezTo>
                      <a:pt x="13462" y="8244"/>
                      <a:pt x="13452" y="8161"/>
                      <a:pt x="13413" y="8086"/>
                    </a:cubicBezTo>
                    <a:lnTo>
                      <a:pt x="9307" y="170"/>
                    </a:lnTo>
                    <a:cubicBezTo>
                      <a:pt x="9251" y="62"/>
                      <a:pt x="9140" y="1"/>
                      <a:pt x="9026"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64" name="Google Shape;1164;p37"/>
              <p:cNvSpPr/>
              <p:nvPr/>
            </p:nvSpPr>
            <p:spPr>
              <a:xfrm>
                <a:off x="4335150" y="4412700"/>
                <a:ext cx="257800" cy="124775"/>
              </a:xfrm>
              <a:custGeom>
                <a:avLst/>
                <a:gdLst/>
                <a:ahLst/>
                <a:cxnLst/>
                <a:rect l="l" t="t" r="r" b="b"/>
                <a:pathLst>
                  <a:path w="10312" h="4991" extrusionOk="0">
                    <a:moveTo>
                      <a:pt x="8709" y="1"/>
                    </a:moveTo>
                    <a:lnTo>
                      <a:pt x="1" y="4515"/>
                    </a:lnTo>
                    <a:lnTo>
                      <a:pt x="1520" y="4991"/>
                    </a:lnTo>
                    <a:lnTo>
                      <a:pt x="10311" y="700"/>
                    </a:lnTo>
                    <a:lnTo>
                      <a:pt x="8709"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65" name="Google Shape;1165;p37"/>
              <p:cNvSpPr/>
              <p:nvPr/>
            </p:nvSpPr>
            <p:spPr>
              <a:xfrm>
                <a:off x="4327125" y="4404800"/>
                <a:ext cx="273750" cy="140500"/>
              </a:xfrm>
              <a:custGeom>
                <a:avLst/>
                <a:gdLst/>
                <a:ahLst/>
                <a:cxnLst/>
                <a:rect l="l" t="t" r="r" b="b"/>
                <a:pathLst>
                  <a:path w="10950" h="5620" extrusionOk="0">
                    <a:moveTo>
                      <a:pt x="9044" y="660"/>
                    </a:moveTo>
                    <a:lnTo>
                      <a:pt x="9889" y="1030"/>
                    </a:lnTo>
                    <a:lnTo>
                      <a:pt x="1814" y="4968"/>
                    </a:lnTo>
                    <a:lnTo>
                      <a:pt x="1140" y="4757"/>
                    </a:lnTo>
                    <a:lnTo>
                      <a:pt x="9044" y="660"/>
                    </a:lnTo>
                    <a:close/>
                    <a:moveTo>
                      <a:pt x="9029" y="0"/>
                    </a:moveTo>
                    <a:cubicBezTo>
                      <a:pt x="8981" y="0"/>
                      <a:pt x="8932" y="11"/>
                      <a:pt x="8886" y="35"/>
                    </a:cubicBezTo>
                    <a:lnTo>
                      <a:pt x="177" y="4554"/>
                    </a:lnTo>
                    <a:cubicBezTo>
                      <a:pt x="67" y="4611"/>
                      <a:pt x="1" y="4730"/>
                      <a:pt x="10" y="4858"/>
                    </a:cubicBezTo>
                    <a:cubicBezTo>
                      <a:pt x="23" y="4986"/>
                      <a:pt x="106" y="5091"/>
                      <a:pt x="230" y="5130"/>
                    </a:cubicBezTo>
                    <a:lnTo>
                      <a:pt x="1748" y="5601"/>
                    </a:lnTo>
                    <a:cubicBezTo>
                      <a:pt x="1774" y="5614"/>
                      <a:pt x="1810" y="5619"/>
                      <a:pt x="1841" y="5619"/>
                    </a:cubicBezTo>
                    <a:cubicBezTo>
                      <a:pt x="1885" y="5619"/>
                      <a:pt x="1932" y="5606"/>
                      <a:pt x="1977" y="5588"/>
                    </a:cubicBezTo>
                    <a:lnTo>
                      <a:pt x="10773" y="1298"/>
                    </a:lnTo>
                    <a:cubicBezTo>
                      <a:pt x="10883" y="1241"/>
                      <a:pt x="10949" y="1131"/>
                      <a:pt x="10949" y="1007"/>
                    </a:cubicBezTo>
                    <a:cubicBezTo>
                      <a:pt x="10945" y="884"/>
                      <a:pt x="10870" y="774"/>
                      <a:pt x="10760" y="725"/>
                    </a:cubicBezTo>
                    <a:lnTo>
                      <a:pt x="9158" y="26"/>
                    </a:lnTo>
                    <a:cubicBezTo>
                      <a:pt x="9117" y="9"/>
                      <a:pt x="9073" y="0"/>
                      <a:pt x="9029"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66" name="Google Shape;1166;p37"/>
              <p:cNvSpPr/>
              <p:nvPr/>
            </p:nvSpPr>
            <p:spPr>
              <a:xfrm>
                <a:off x="4450250" y="4214800"/>
                <a:ext cx="142700" cy="215400"/>
              </a:xfrm>
              <a:custGeom>
                <a:avLst/>
                <a:gdLst/>
                <a:ahLst/>
                <a:cxnLst/>
                <a:rect l="l" t="t" r="r" b="b"/>
                <a:pathLst>
                  <a:path w="5708" h="8616" extrusionOk="0">
                    <a:moveTo>
                      <a:pt x="0" y="0"/>
                    </a:moveTo>
                    <a:lnTo>
                      <a:pt x="4105" y="7917"/>
                    </a:lnTo>
                    <a:lnTo>
                      <a:pt x="5707" y="8616"/>
                    </a:lnTo>
                    <a:lnTo>
                      <a:pt x="1527" y="449"/>
                    </a:lnTo>
                    <a:lnTo>
                      <a:pt x="185" y="53"/>
                    </a:lnTo>
                    <a:lnTo>
                      <a:pt x="0"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67" name="Google Shape;1167;p37"/>
              <p:cNvSpPr/>
              <p:nvPr/>
            </p:nvSpPr>
            <p:spPr>
              <a:xfrm>
                <a:off x="4441875" y="4206925"/>
                <a:ext cx="159550" cy="231100"/>
              </a:xfrm>
              <a:custGeom>
                <a:avLst/>
                <a:gdLst/>
                <a:ahLst/>
                <a:cxnLst/>
                <a:rect l="l" t="t" r="r" b="b"/>
                <a:pathLst>
                  <a:path w="6382" h="9244" extrusionOk="0">
                    <a:moveTo>
                      <a:pt x="951" y="821"/>
                    </a:moveTo>
                    <a:lnTo>
                      <a:pt x="1642" y="1028"/>
                    </a:lnTo>
                    <a:lnTo>
                      <a:pt x="5364" y="8293"/>
                    </a:lnTo>
                    <a:lnTo>
                      <a:pt x="4669" y="7990"/>
                    </a:lnTo>
                    <a:lnTo>
                      <a:pt x="951" y="821"/>
                    </a:lnTo>
                    <a:close/>
                    <a:moveTo>
                      <a:pt x="339" y="1"/>
                    </a:moveTo>
                    <a:cubicBezTo>
                      <a:pt x="246" y="1"/>
                      <a:pt x="154" y="39"/>
                      <a:pt x="93" y="113"/>
                    </a:cubicBezTo>
                    <a:cubicBezTo>
                      <a:pt x="14" y="210"/>
                      <a:pt x="1" y="346"/>
                      <a:pt x="58" y="456"/>
                    </a:cubicBezTo>
                    <a:lnTo>
                      <a:pt x="4164" y="8372"/>
                    </a:lnTo>
                    <a:cubicBezTo>
                      <a:pt x="4198" y="8439"/>
                      <a:pt x="4251" y="8486"/>
                      <a:pt x="4318" y="8518"/>
                    </a:cubicBezTo>
                    <a:lnTo>
                      <a:pt x="5919" y="9217"/>
                    </a:lnTo>
                    <a:cubicBezTo>
                      <a:pt x="5959" y="9235"/>
                      <a:pt x="6002" y="9243"/>
                      <a:pt x="6042" y="9243"/>
                    </a:cubicBezTo>
                    <a:cubicBezTo>
                      <a:pt x="6130" y="9243"/>
                      <a:pt x="6209" y="9209"/>
                      <a:pt x="6272" y="9142"/>
                    </a:cubicBezTo>
                    <a:cubicBezTo>
                      <a:pt x="6363" y="9046"/>
                      <a:pt x="6381" y="8904"/>
                      <a:pt x="6324" y="8786"/>
                    </a:cubicBezTo>
                    <a:lnTo>
                      <a:pt x="2139" y="624"/>
                    </a:lnTo>
                    <a:cubicBezTo>
                      <a:pt x="2100" y="549"/>
                      <a:pt x="2033" y="492"/>
                      <a:pt x="1950" y="465"/>
                    </a:cubicBezTo>
                    <a:lnTo>
                      <a:pt x="423" y="11"/>
                    </a:lnTo>
                    <a:cubicBezTo>
                      <a:pt x="395" y="4"/>
                      <a:pt x="367" y="1"/>
                      <a:pt x="339"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68" name="Google Shape;1168;p37"/>
              <p:cNvSpPr/>
              <p:nvPr/>
            </p:nvSpPr>
            <p:spPr>
              <a:xfrm>
                <a:off x="1796525" y="2528475"/>
                <a:ext cx="268000" cy="314325"/>
              </a:xfrm>
              <a:custGeom>
                <a:avLst/>
                <a:gdLst/>
                <a:ahLst/>
                <a:cxnLst/>
                <a:rect l="l" t="t" r="r" b="b"/>
                <a:pathLst>
                  <a:path w="10720" h="12573" extrusionOk="0">
                    <a:moveTo>
                      <a:pt x="4537" y="1"/>
                    </a:moveTo>
                    <a:lnTo>
                      <a:pt x="0" y="6597"/>
                    </a:lnTo>
                    <a:lnTo>
                      <a:pt x="5774" y="12572"/>
                    </a:lnTo>
                    <a:lnTo>
                      <a:pt x="10719" y="6390"/>
                    </a:lnTo>
                    <a:lnTo>
                      <a:pt x="4537"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69" name="Google Shape;1169;p37"/>
              <p:cNvSpPr/>
              <p:nvPr/>
            </p:nvSpPr>
            <p:spPr>
              <a:xfrm>
                <a:off x="1788050" y="2520625"/>
                <a:ext cx="285050" cy="329975"/>
              </a:xfrm>
              <a:custGeom>
                <a:avLst/>
                <a:gdLst/>
                <a:ahLst/>
                <a:cxnLst/>
                <a:rect l="l" t="t" r="r" b="b"/>
                <a:pathLst>
                  <a:path w="11402" h="13199" extrusionOk="0">
                    <a:moveTo>
                      <a:pt x="4916" y="808"/>
                    </a:moveTo>
                    <a:lnTo>
                      <a:pt x="10645" y="6722"/>
                    </a:lnTo>
                    <a:lnTo>
                      <a:pt x="6091" y="12415"/>
                    </a:lnTo>
                    <a:lnTo>
                      <a:pt x="745" y="6876"/>
                    </a:lnTo>
                    <a:lnTo>
                      <a:pt x="4916" y="808"/>
                    </a:lnTo>
                    <a:close/>
                    <a:moveTo>
                      <a:pt x="4879" y="1"/>
                    </a:moveTo>
                    <a:cubicBezTo>
                      <a:pt x="4870" y="1"/>
                      <a:pt x="4860" y="1"/>
                      <a:pt x="4850" y="2"/>
                    </a:cubicBezTo>
                    <a:cubicBezTo>
                      <a:pt x="4758" y="6"/>
                      <a:pt x="4669" y="59"/>
                      <a:pt x="4616" y="134"/>
                    </a:cubicBezTo>
                    <a:lnTo>
                      <a:pt x="85" y="6730"/>
                    </a:lnTo>
                    <a:cubicBezTo>
                      <a:pt x="0" y="6854"/>
                      <a:pt x="14" y="7021"/>
                      <a:pt x="115" y="7126"/>
                    </a:cubicBezTo>
                    <a:lnTo>
                      <a:pt x="5888" y="13107"/>
                    </a:lnTo>
                    <a:cubicBezTo>
                      <a:pt x="5946" y="13168"/>
                      <a:pt x="6029" y="13199"/>
                      <a:pt x="6113" y="13199"/>
                    </a:cubicBezTo>
                    <a:lnTo>
                      <a:pt x="6125" y="13199"/>
                    </a:lnTo>
                    <a:cubicBezTo>
                      <a:pt x="6218" y="13195"/>
                      <a:pt x="6302" y="13154"/>
                      <a:pt x="6359" y="13085"/>
                    </a:cubicBezTo>
                    <a:lnTo>
                      <a:pt x="11305" y="6897"/>
                    </a:lnTo>
                    <a:cubicBezTo>
                      <a:pt x="11402" y="6775"/>
                      <a:pt x="11393" y="6598"/>
                      <a:pt x="11283" y="6484"/>
                    </a:cubicBezTo>
                    <a:lnTo>
                      <a:pt x="5101" y="95"/>
                    </a:lnTo>
                    <a:cubicBezTo>
                      <a:pt x="5041" y="35"/>
                      <a:pt x="4967" y="1"/>
                      <a:pt x="4879"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70" name="Google Shape;1170;p37"/>
              <p:cNvSpPr/>
              <p:nvPr/>
            </p:nvSpPr>
            <p:spPr>
              <a:xfrm>
                <a:off x="1940850" y="2680950"/>
                <a:ext cx="163375" cy="184850"/>
              </a:xfrm>
              <a:custGeom>
                <a:avLst/>
                <a:gdLst/>
                <a:ahLst/>
                <a:cxnLst/>
                <a:rect l="l" t="t" r="r" b="b"/>
                <a:pathLst>
                  <a:path w="6535" h="7394" extrusionOk="0">
                    <a:moveTo>
                      <a:pt x="4564" y="1"/>
                    </a:moveTo>
                    <a:lnTo>
                      <a:pt x="1" y="6473"/>
                    </a:lnTo>
                    <a:lnTo>
                      <a:pt x="1215" y="7393"/>
                    </a:lnTo>
                    <a:lnTo>
                      <a:pt x="6535" y="1282"/>
                    </a:lnTo>
                    <a:lnTo>
                      <a:pt x="4564"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71" name="Google Shape;1171;p37"/>
              <p:cNvSpPr/>
              <p:nvPr/>
            </p:nvSpPr>
            <p:spPr>
              <a:xfrm>
                <a:off x="1932075" y="2673150"/>
                <a:ext cx="180200" cy="200450"/>
              </a:xfrm>
              <a:custGeom>
                <a:avLst/>
                <a:gdLst/>
                <a:ahLst/>
                <a:cxnLst/>
                <a:rect l="l" t="t" r="r" b="b"/>
                <a:pathLst>
                  <a:path w="7208" h="8018" extrusionOk="0">
                    <a:moveTo>
                      <a:pt x="4998" y="739"/>
                    </a:moveTo>
                    <a:lnTo>
                      <a:pt x="6416" y="1659"/>
                    </a:lnTo>
                    <a:lnTo>
                      <a:pt x="1522" y="7278"/>
                    </a:lnTo>
                    <a:lnTo>
                      <a:pt x="783" y="6720"/>
                    </a:lnTo>
                    <a:lnTo>
                      <a:pt x="4998" y="739"/>
                    </a:lnTo>
                    <a:close/>
                    <a:moveTo>
                      <a:pt x="4918" y="0"/>
                    </a:moveTo>
                    <a:cubicBezTo>
                      <a:pt x="4818" y="0"/>
                      <a:pt x="4721" y="46"/>
                      <a:pt x="4659" y="132"/>
                    </a:cubicBezTo>
                    <a:lnTo>
                      <a:pt x="96" y="6605"/>
                    </a:lnTo>
                    <a:cubicBezTo>
                      <a:pt x="0" y="6746"/>
                      <a:pt x="31" y="6935"/>
                      <a:pt x="163" y="7037"/>
                    </a:cubicBezTo>
                    <a:lnTo>
                      <a:pt x="1377" y="7951"/>
                    </a:lnTo>
                    <a:cubicBezTo>
                      <a:pt x="1430" y="7996"/>
                      <a:pt x="1500" y="8018"/>
                      <a:pt x="1566" y="8018"/>
                    </a:cubicBezTo>
                    <a:cubicBezTo>
                      <a:pt x="1650" y="8018"/>
                      <a:pt x="1737" y="7983"/>
                      <a:pt x="1800" y="7912"/>
                    </a:cubicBezTo>
                    <a:lnTo>
                      <a:pt x="7123" y="1800"/>
                    </a:lnTo>
                    <a:cubicBezTo>
                      <a:pt x="7181" y="1730"/>
                      <a:pt x="7208" y="1641"/>
                      <a:pt x="7194" y="1549"/>
                    </a:cubicBezTo>
                    <a:cubicBezTo>
                      <a:pt x="7186" y="1462"/>
                      <a:pt x="7133" y="1382"/>
                      <a:pt x="7058" y="1330"/>
                    </a:cubicBezTo>
                    <a:lnTo>
                      <a:pt x="5086" y="49"/>
                    </a:lnTo>
                    <a:cubicBezTo>
                      <a:pt x="5034" y="16"/>
                      <a:pt x="4976" y="0"/>
                      <a:pt x="4918"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72" name="Google Shape;1172;p37"/>
              <p:cNvSpPr/>
              <p:nvPr/>
            </p:nvSpPr>
            <p:spPr>
              <a:xfrm>
                <a:off x="1909950" y="2528475"/>
                <a:ext cx="194275" cy="184525"/>
              </a:xfrm>
              <a:custGeom>
                <a:avLst/>
                <a:gdLst/>
                <a:ahLst/>
                <a:cxnLst/>
                <a:rect l="l" t="t" r="r" b="b"/>
                <a:pathLst>
                  <a:path w="7771" h="7381" extrusionOk="0">
                    <a:moveTo>
                      <a:pt x="0" y="1"/>
                    </a:moveTo>
                    <a:lnTo>
                      <a:pt x="5800" y="6100"/>
                    </a:lnTo>
                    <a:lnTo>
                      <a:pt x="7771" y="7381"/>
                    </a:lnTo>
                    <a:lnTo>
                      <a:pt x="2253" y="384"/>
                    </a:lnTo>
                    <a:lnTo>
                      <a:pt x="0"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73" name="Google Shape;1173;p37"/>
              <p:cNvSpPr/>
              <p:nvPr/>
            </p:nvSpPr>
            <p:spPr>
              <a:xfrm>
                <a:off x="1901475" y="2520550"/>
                <a:ext cx="211225" cy="200250"/>
              </a:xfrm>
              <a:custGeom>
                <a:avLst/>
                <a:gdLst/>
                <a:ahLst/>
                <a:cxnLst/>
                <a:rect l="l" t="t" r="r" b="b"/>
                <a:pathLst>
                  <a:path w="8449" h="8010" extrusionOk="0">
                    <a:moveTo>
                      <a:pt x="1215" y="784"/>
                    </a:moveTo>
                    <a:lnTo>
                      <a:pt x="2421" y="986"/>
                    </a:lnTo>
                    <a:lnTo>
                      <a:pt x="6689" y="6399"/>
                    </a:lnTo>
                    <a:lnTo>
                      <a:pt x="6341" y="6175"/>
                    </a:lnTo>
                    <a:lnTo>
                      <a:pt x="1215" y="784"/>
                    </a:lnTo>
                    <a:close/>
                    <a:moveTo>
                      <a:pt x="340" y="1"/>
                    </a:moveTo>
                    <a:cubicBezTo>
                      <a:pt x="223" y="1"/>
                      <a:pt x="116" y="65"/>
                      <a:pt x="62" y="168"/>
                    </a:cubicBezTo>
                    <a:cubicBezTo>
                      <a:pt x="0" y="287"/>
                      <a:pt x="18" y="432"/>
                      <a:pt x="110" y="533"/>
                    </a:cubicBezTo>
                    <a:lnTo>
                      <a:pt x="5914" y="6632"/>
                    </a:lnTo>
                    <a:cubicBezTo>
                      <a:pt x="5928" y="6650"/>
                      <a:pt x="5950" y="6668"/>
                      <a:pt x="5967" y="6681"/>
                    </a:cubicBezTo>
                    <a:lnTo>
                      <a:pt x="7939" y="7962"/>
                    </a:lnTo>
                    <a:cubicBezTo>
                      <a:pt x="7991" y="7992"/>
                      <a:pt x="8053" y="8009"/>
                      <a:pt x="8110" y="8009"/>
                    </a:cubicBezTo>
                    <a:cubicBezTo>
                      <a:pt x="8194" y="8009"/>
                      <a:pt x="8282" y="7974"/>
                      <a:pt x="8343" y="7909"/>
                    </a:cubicBezTo>
                    <a:cubicBezTo>
                      <a:pt x="8444" y="7794"/>
                      <a:pt x="8449" y="7623"/>
                      <a:pt x="8357" y="7503"/>
                    </a:cubicBezTo>
                    <a:lnTo>
                      <a:pt x="2839" y="507"/>
                    </a:lnTo>
                    <a:cubicBezTo>
                      <a:pt x="2790" y="445"/>
                      <a:pt x="2719" y="405"/>
                      <a:pt x="2644" y="393"/>
                    </a:cubicBezTo>
                    <a:lnTo>
                      <a:pt x="392" y="5"/>
                    </a:lnTo>
                    <a:cubicBezTo>
                      <a:pt x="374" y="2"/>
                      <a:pt x="357" y="1"/>
                      <a:pt x="340"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74" name="Google Shape;1174;p37"/>
              <p:cNvSpPr/>
              <p:nvPr/>
            </p:nvSpPr>
            <p:spPr>
              <a:xfrm>
                <a:off x="4732950" y="4211275"/>
                <a:ext cx="515750" cy="619025"/>
              </a:xfrm>
              <a:custGeom>
                <a:avLst/>
                <a:gdLst/>
                <a:ahLst/>
                <a:cxnLst/>
                <a:rect l="l" t="t" r="r" b="b"/>
                <a:pathLst>
                  <a:path w="20630" h="24761" extrusionOk="0">
                    <a:moveTo>
                      <a:pt x="12414" y="1"/>
                    </a:moveTo>
                    <a:lnTo>
                      <a:pt x="1" y="10051"/>
                    </a:lnTo>
                    <a:lnTo>
                      <a:pt x="7657" y="24761"/>
                    </a:lnTo>
                    <a:lnTo>
                      <a:pt x="20629" y="15727"/>
                    </a:lnTo>
                    <a:lnTo>
                      <a:pt x="12414"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75" name="Google Shape;1175;p37"/>
              <p:cNvSpPr/>
              <p:nvPr/>
            </p:nvSpPr>
            <p:spPr>
              <a:xfrm>
                <a:off x="4724275" y="4203425"/>
                <a:ext cx="533125" cy="634700"/>
              </a:xfrm>
              <a:custGeom>
                <a:avLst/>
                <a:gdLst/>
                <a:ahLst/>
                <a:cxnLst/>
                <a:rect l="l" t="t" r="r" b="b"/>
                <a:pathLst>
                  <a:path w="21325" h="25388" extrusionOk="0">
                    <a:moveTo>
                      <a:pt x="12659" y="799"/>
                    </a:moveTo>
                    <a:lnTo>
                      <a:pt x="20572" y="15945"/>
                    </a:lnTo>
                    <a:lnTo>
                      <a:pt x="8118" y="24613"/>
                    </a:lnTo>
                    <a:lnTo>
                      <a:pt x="744" y="10448"/>
                    </a:lnTo>
                    <a:lnTo>
                      <a:pt x="12659" y="799"/>
                    </a:lnTo>
                    <a:close/>
                    <a:moveTo>
                      <a:pt x="12760" y="0"/>
                    </a:moveTo>
                    <a:cubicBezTo>
                      <a:pt x="12689" y="0"/>
                      <a:pt x="12621" y="24"/>
                      <a:pt x="12563" y="68"/>
                    </a:cubicBezTo>
                    <a:lnTo>
                      <a:pt x="150" y="10123"/>
                    </a:lnTo>
                    <a:cubicBezTo>
                      <a:pt x="35" y="10220"/>
                      <a:pt x="0" y="10378"/>
                      <a:pt x="71" y="10510"/>
                    </a:cubicBezTo>
                    <a:lnTo>
                      <a:pt x="7728" y="25220"/>
                    </a:lnTo>
                    <a:cubicBezTo>
                      <a:pt x="7771" y="25300"/>
                      <a:pt x="7842" y="25357"/>
                      <a:pt x="7929" y="25379"/>
                    </a:cubicBezTo>
                    <a:cubicBezTo>
                      <a:pt x="7956" y="25383"/>
                      <a:pt x="7982" y="25387"/>
                      <a:pt x="8004" y="25387"/>
                    </a:cubicBezTo>
                    <a:cubicBezTo>
                      <a:pt x="8071" y="25387"/>
                      <a:pt x="8132" y="25370"/>
                      <a:pt x="8185" y="25330"/>
                    </a:cubicBezTo>
                    <a:lnTo>
                      <a:pt x="21152" y="16301"/>
                    </a:lnTo>
                    <a:cubicBezTo>
                      <a:pt x="21284" y="16209"/>
                      <a:pt x="21325" y="16037"/>
                      <a:pt x="21254" y="15896"/>
                    </a:cubicBezTo>
                    <a:lnTo>
                      <a:pt x="13039" y="169"/>
                    </a:lnTo>
                    <a:cubicBezTo>
                      <a:pt x="12994" y="86"/>
                      <a:pt x="12915" y="25"/>
                      <a:pt x="12823" y="7"/>
                    </a:cubicBezTo>
                    <a:cubicBezTo>
                      <a:pt x="12802" y="2"/>
                      <a:pt x="12781" y="0"/>
                      <a:pt x="12760"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76" name="Google Shape;1176;p37"/>
              <p:cNvSpPr/>
              <p:nvPr/>
            </p:nvSpPr>
            <p:spPr>
              <a:xfrm>
                <a:off x="4924375" y="4585200"/>
                <a:ext cx="386150" cy="306175"/>
              </a:xfrm>
              <a:custGeom>
                <a:avLst/>
                <a:gdLst/>
                <a:ahLst/>
                <a:cxnLst/>
                <a:rect l="l" t="t" r="r" b="b"/>
                <a:pathLst>
                  <a:path w="15446" h="12247" extrusionOk="0">
                    <a:moveTo>
                      <a:pt x="12401" y="0"/>
                    </a:moveTo>
                    <a:lnTo>
                      <a:pt x="0" y="9804"/>
                    </a:lnTo>
                    <a:lnTo>
                      <a:pt x="1800" y="12246"/>
                    </a:lnTo>
                    <a:lnTo>
                      <a:pt x="15445" y="3569"/>
                    </a:lnTo>
                    <a:lnTo>
                      <a:pt x="12401"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77" name="Google Shape;1177;p37"/>
              <p:cNvSpPr/>
              <p:nvPr/>
            </p:nvSpPr>
            <p:spPr>
              <a:xfrm>
                <a:off x="4915575" y="4577325"/>
                <a:ext cx="403075" cy="321850"/>
              </a:xfrm>
              <a:custGeom>
                <a:avLst/>
                <a:gdLst/>
                <a:ahLst/>
                <a:cxnLst/>
                <a:rect l="l" t="t" r="r" b="b"/>
                <a:pathLst>
                  <a:path w="16123" h="12874" extrusionOk="0">
                    <a:moveTo>
                      <a:pt x="12708" y="746"/>
                    </a:moveTo>
                    <a:lnTo>
                      <a:pt x="15326" y="3814"/>
                    </a:lnTo>
                    <a:lnTo>
                      <a:pt x="2231" y="12139"/>
                    </a:lnTo>
                    <a:lnTo>
                      <a:pt x="783" y="10177"/>
                    </a:lnTo>
                    <a:lnTo>
                      <a:pt x="12708" y="746"/>
                    </a:lnTo>
                    <a:close/>
                    <a:moveTo>
                      <a:pt x="12753" y="0"/>
                    </a:moveTo>
                    <a:cubicBezTo>
                      <a:pt x="12685" y="0"/>
                      <a:pt x="12616" y="23"/>
                      <a:pt x="12558" y="69"/>
                    </a:cubicBezTo>
                    <a:lnTo>
                      <a:pt x="159" y="9873"/>
                    </a:lnTo>
                    <a:cubicBezTo>
                      <a:pt x="27" y="9978"/>
                      <a:pt x="1" y="10167"/>
                      <a:pt x="102" y="10303"/>
                    </a:cubicBezTo>
                    <a:lnTo>
                      <a:pt x="1902" y="12746"/>
                    </a:lnTo>
                    <a:cubicBezTo>
                      <a:pt x="1963" y="12830"/>
                      <a:pt x="2056" y="12874"/>
                      <a:pt x="2152" y="12874"/>
                    </a:cubicBezTo>
                    <a:cubicBezTo>
                      <a:pt x="2209" y="12874"/>
                      <a:pt x="2271" y="12860"/>
                      <a:pt x="2320" y="12825"/>
                    </a:cubicBezTo>
                    <a:lnTo>
                      <a:pt x="15964" y="4148"/>
                    </a:lnTo>
                    <a:cubicBezTo>
                      <a:pt x="16043" y="4099"/>
                      <a:pt x="16092" y="4020"/>
                      <a:pt x="16110" y="3928"/>
                    </a:cubicBezTo>
                    <a:cubicBezTo>
                      <a:pt x="16123" y="3840"/>
                      <a:pt x="16096" y="3747"/>
                      <a:pt x="16035" y="3682"/>
                    </a:cubicBezTo>
                    <a:lnTo>
                      <a:pt x="12990" y="112"/>
                    </a:lnTo>
                    <a:cubicBezTo>
                      <a:pt x="12928" y="38"/>
                      <a:pt x="12841" y="0"/>
                      <a:pt x="12753"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78" name="Google Shape;1178;p37"/>
              <p:cNvSpPr/>
              <p:nvPr/>
            </p:nvSpPr>
            <p:spPr>
              <a:xfrm>
                <a:off x="5043275" y="4211275"/>
                <a:ext cx="267250" cy="463150"/>
              </a:xfrm>
              <a:custGeom>
                <a:avLst/>
                <a:gdLst/>
                <a:ahLst/>
                <a:cxnLst/>
                <a:rect l="l" t="t" r="r" b="b"/>
                <a:pathLst>
                  <a:path w="10690" h="18526" extrusionOk="0">
                    <a:moveTo>
                      <a:pt x="1" y="1"/>
                    </a:moveTo>
                    <a:lnTo>
                      <a:pt x="7645" y="14957"/>
                    </a:lnTo>
                    <a:lnTo>
                      <a:pt x="10689" y="18526"/>
                    </a:lnTo>
                    <a:lnTo>
                      <a:pt x="4093" y="2007"/>
                    </a:lnTo>
                    <a:lnTo>
                      <a:pt x="1"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79" name="Google Shape;1179;p37"/>
              <p:cNvSpPr/>
              <p:nvPr/>
            </p:nvSpPr>
            <p:spPr>
              <a:xfrm>
                <a:off x="5034700" y="4203425"/>
                <a:ext cx="284500" cy="478825"/>
              </a:xfrm>
              <a:custGeom>
                <a:avLst/>
                <a:gdLst/>
                <a:ahLst/>
                <a:cxnLst/>
                <a:rect l="l" t="t" r="r" b="b"/>
                <a:pathLst>
                  <a:path w="11380" h="19153" extrusionOk="0">
                    <a:moveTo>
                      <a:pt x="1052" y="1010"/>
                    </a:moveTo>
                    <a:lnTo>
                      <a:pt x="4190" y="2550"/>
                    </a:lnTo>
                    <a:lnTo>
                      <a:pt x="10038" y="17190"/>
                    </a:lnTo>
                    <a:lnTo>
                      <a:pt x="8252" y="15095"/>
                    </a:lnTo>
                    <a:lnTo>
                      <a:pt x="1052" y="1010"/>
                    </a:lnTo>
                    <a:close/>
                    <a:moveTo>
                      <a:pt x="344" y="0"/>
                    </a:moveTo>
                    <a:cubicBezTo>
                      <a:pt x="263" y="0"/>
                      <a:pt x="181" y="33"/>
                      <a:pt x="120" y="94"/>
                    </a:cubicBezTo>
                    <a:cubicBezTo>
                      <a:pt x="23" y="187"/>
                      <a:pt x="1" y="336"/>
                      <a:pt x="63" y="455"/>
                    </a:cubicBezTo>
                    <a:lnTo>
                      <a:pt x="7710" y="15412"/>
                    </a:lnTo>
                    <a:cubicBezTo>
                      <a:pt x="7719" y="15434"/>
                      <a:pt x="7732" y="15456"/>
                      <a:pt x="7750" y="15474"/>
                    </a:cubicBezTo>
                    <a:lnTo>
                      <a:pt x="10795" y="19042"/>
                    </a:lnTo>
                    <a:cubicBezTo>
                      <a:pt x="10856" y="19113"/>
                      <a:pt x="10945" y="19152"/>
                      <a:pt x="11032" y="19152"/>
                    </a:cubicBezTo>
                    <a:cubicBezTo>
                      <a:pt x="11089" y="19152"/>
                      <a:pt x="11142" y="19140"/>
                      <a:pt x="11195" y="19108"/>
                    </a:cubicBezTo>
                    <a:cubicBezTo>
                      <a:pt x="11327" y="19029"/>
                      <a:pt x="11380" y="18866"/>
                      <a:pt x="11323" y="18721"/>
                    </a:cubicBezTo>
                    <a:lnTo>
                      <a:pt x="4727" y="2206"/>
                    </a:lnTo>
                    <a:cubicBezTo>
                      <a:pt x="4696" y="2137"/>
                      <a:pt x="4643" y="2074"/>
                      <a:pt x="4572" y="2040"/>
                    </a:cubicBezTo>
                    <a:lnTo>
                      <a:pt x="480" y="33"/>
                    </a:lnTo>
                    <a:cubicBezTo>
                      <a:pt x="437" y="11"/>
                      <a:pt x="391" y="0"/>
                      <a:pt x="344"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80" name="Google Shape;1180;p37"/>
              <p:cNvSpPr/>
              <p:nvPr/>
            </p:nvSpPr>
            <p:spPr>
              <a:xfrm>
                <a:off x="5080025" y="1492875"/>
                <a:ext cx="614850" cy="510675"/>
              </a:xfrm>
              <a:custGeom>
                <a:avLst/>
                <a:gdLst/>
                <a:ahLst/>
                <a:cxnLst/>
                <a:rect l="l" t="t" r="r" b="b"/>
                <a:pathLst>
                  <a:path w="24594" h="20427" extrusionOk="0">
                    <a:moveTo>
                      <a:pt x="14957" y="0"/>
                    </a:moveTo>
                    <a:lnTo>
                      <a:pt x="1" y="7163"/>
                    </a:lnTo>
                    <a:lnTo>
                      <a:pt x="8599" y="20427"/>
                    </a:lnTo>
                    <a:lnTo>
                      <a:pt x="24594" y="12740"/>
                    </a:lnTo>
                    <a:lnTo>
                      <a:pt x="14957"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81" name="Google Shape;1181;p37"/>
              <p:cNvSpPr/>
              <p:nvPr/>
            </p:nvSpPr>
            <p:spPr>
              <a:xfrm>
                <a:off x="5071900" y="1485025"/>
                <a:ext cx="631150" cy="526350"/>
              </a:xfrm>
              <a:custGeom>
                <a:avLst/>
                <a:gdLst/>
                <a:ahLst/>
                <a:cxnLst/>
                <a:rect l="l" t="t" r="r" b="b"/>
                <a:pathLst>
                  <a:path w="25246" h="21054" extrusionOk="0">
                    <a:moveTo>
                      <a:pt x="15186" y="706"/>
                    </a:moveTo>
                    <a:lnTo>
                      <a:pt x="24435" y="12938"/>
                    </a:lnTo>
                    <a:lnTo>
                      <a:pt x="9034" y="20340"/>
                    </a:lnTo>
                    <a:lnTo>
                      <a:pt x="783" y="7609"/>
                    </a:lnTo>
                    <a:lnTo>
                      <a:pt x="15186" y="706"/>
                    </a:lnTo>
                    <a:close/>
                    <a:moveTo>
                      <a:pt x="15281" y="1"/>
                    </a:moveTo>
                    <a:cubicBezTo>
                      <a:pt x="15235" y="1"/>
                      <a:pt x="15189" y="11"/>
                      <a:pt x="15146" y="32"/>
                    </a:cubicBezTo>
                    <a:lnTo>
                      <a:pt x="190" y="7197"/>
                    </a:lnTo>
                    <a:cubicBezTo>
                      <a:pt x="110" y="7236"/>
                      <a:pt x="48" y="7306"/>
                      <a:pt x="27" y="7394"/>
                    </a:cubicBezTo>
                    <a:cubicBezTo>
                      <a:pt x="1" y="7483"/>
                      <a:pt x="13" y="7575"/>
                      <a:pt x="62" y="7650"/>
                    </a:cubicBezTo>
                    <a:lnTo>
                      <a:pt x="8660" y="20912"/>
                    </a:lnTo>
                    <a:cubicBezTo>
                      <a:pt x="8717" y="21005"/>
                      <a:pt x="8819" y="21053"/>
                      <a:pt x="8924" y="21053"/>
                    </a:cubicBezTo>
                    <a:cubicBezTo>
                      <a:pt x="8968" y="21053"/>
                      <a:pt x="9016" y="21044"/>
                      <a:pt x="9056" y="21022"/>
                    </a:cubicBezTo>
                    <a:lnTo>
                      <a:pt x="25051" y="13334"/>
                    </a:lnTo>
                    <a:cubicBezTo>
                      <a:pt x="25135" y="13295"/>
                      <a:pt x="25201" y="13220"/>
                      <a:pt x="25223" y="13127"/>
                    </a:cubicBezTo>
                    <a:cubicBezTo>
                      <a:pt x="25245" y="13036"/>
                      <a:pt x="25223" y="12938"/>
                      <a:pt x="25166" y="12863"/>
                    </a:cubicBezTo>
                    <a:lnTo>
                      <a:pt x="15529" y="125"/>
                    </a:lnTo>
                    <a:cubicBezTo>
                      <a:pt x="15469" y="45"/>
                      <a:pt x="15376" y="1"/>
                      <a:pt x="15281"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82" name="Google Shape;1182;p37"/>
              <p:cNvSpPr/>
              <p:nvPr/>
            </p:nvSpPr>
            <p:spPr>
              <a:xfrm>
                <a:off x="5017550" y="1671950"/>
                <a:ext cx="297150" cy="391125"/>
              </a:xfrm>
              <a:custGeom>
                <a:avLst/>
                <a:gdLst/>
                <a:ahLst/>
                <a:cxnLst/>
                <a:rect l="l" t="t" r="r" b="b"/>
                <a:pathLst>
                  <a:path w="11886" h="15645" extrusionOk="0">
                    <a:moveTo>
                      <a:pt x="2500" y="0"/>
                    </a:moveTo>
                    <a:lnTo>
                      <a:pt x="0" y="1722"/>
                    </a:lnTo>
                    <a:lnTo>
                      <a:pt x="8221" y="15644"/>
                    </a:lnTo>
                    <a:lnTo>
                      <a:pt x="11885" y="12718"/>
                    </a:lnTo>
                    <a:lnTo>
                      <a:pt x="2500"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83" name="Google Shape;1183;p37"/>
              <p:cNvSpPr/>
              <p:nvPr/>
            </p:nvSpPr>
            <p:spPr>
              <a:xfrm>
                <a:off x="5008650" y="1664175"/>
                <a:ext cx="314850" cy="406800"/>
              </a:xfrm>
              <a:custGeom>
                <a:avLst/>
                <a:gdLst/>
                <a:ahLst/>
                <a:cxnLst/>
                <a:rect l="l" t="t" r="r" b="b"/>
                <a:pathLst>
                  <a:path w="12594" h="16272" extrusionOk="0">
                    <a:moveTo>
                      <a:pt x="2785" y="743"/>
                    </a:moveTo>
                    <a:lnTo>
                      <a:pt x="11810" y="12976"/>
                    </a:lnTo>
                    <a:lnTo>
                      <a:pt x="8660" y="15488"/>
                    </a:lnTo>
                    <a:lnTo>
                      <a:pt x="774" y="2125"/>
                    </a:lnTo>
                    <a:lnTo>
                      <a:pt x="2785" y="743"/>
                    </a:lnTo>
                    <a:close/>
                    <a:moveTo>
                      <a:pt x="2860" y="0"/>
                    </a:moveTo>
                    <a:cubicBezTo>
                      <a:pt x="2798" y="0"/>
                      <a:pt x="2735" y="19"/>
                      <a:pt x="2680" y="57"/>
                    </a:cubicBezTo>
                    <a:lnTo>
                      <a:pt x="176" y="1773"/>
                    </a:lnTo>
                    <a:cubicBezTo>
                      <a:pt x="39" y="1865"/>
                      <a:pt x="0" y="2050"/>
                      <a:pt x="84" y="2191"/>
                    </a:cubicBezTo>
                    <a:lnTo>
                      <a:pt x="8307" y="16118"/>
                    </a:lnTo>
                    <a:cubicBezTo>
                      <a:pt x="8352" y="16193"/>
                      <a:pt x="8431" y="16250"/>
                      <a:pt x="8519" y="16263"/>
                    </a:cubicBezTo>
                    <a:cubicBezTo>
                      <a:pt x="8537" y="16268"/>
                      <a:pt x="8559" y="16272"/>
                      <a:pt x="8577" y="16272"/>
                    </a:cubicBezTo>
                    <a:cubicBezTo>
                      <a:pt x="8646" y="16272"/>
                      <a:pt x="8717" y="16246"/>
                      <a:pt x="8770" y="16201"/>
                    </a:cubicBezTo>
                    <a:lnTo>
                      <a:pt x="12440" y="13275"/>
                    </a:lnTo>
                    <a:cubicBezTo>
                      <a:pt x="12572" y="13169"/>
                      <a:pt x="12594" y="12980"/>
                      <a:pt x="12497" y="12844"/>
                    </a:cubicBezTo>
                    <a:lnTo>
                      <a:pt x="3106" y="127"/>
                    </a:lnTo>
                    <a:cubicBezTo>
                      <a:pt x="3048" y="44"/>
                      <a:pt x="2955" y="0"/>
                      <a:pt x="2860"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84" name="Google Shape;1184;p37"/>
              <p:cNvSpPr/>
              <p:nvPr/>
            </p:nvSpPr>
            <p:spPr>
              <a:xfrm>
                <a:off x="5223050" y="1811350"/>
                <a:ext cx="471825" cy="251725"/>
              </a:xfrm>
              <a:custGeom>
                <a:avLst/>
                <a:gdLst/>
                <a:ahLst/>
                <a:cxnLst/>
                <a:rect l="l" t="t" r="r" b="b"/>
                <a:pathLst>
                  <a:path w="18873" h="10069" extrusionOk="0">
                    <a:moveTo>
                      <a:pt x="18873" y="1"/>
                    </a:moveTo>
                    <a:lnTo>
                      <a:pt x="3665" y="7142"/>
                    </a:lnTo>
                    <a:lnTo>
                      <a:pt x="1" y="10068"/>
                    </a:lnTo>
                    <a:lnTo>
                      <a:pt x="16726" y="4022"/>
                    </a:lnTo>
                    <a:lnTo>
                      <a:pt x="18873"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85" name="Google Shape;1185;p37"/>
              <p:cNvSpPr/>
              <p:nvPr/>
            </p:nvSpPr>
            <p:spPr>
              <a:xfrm>
                <a:off x="5214350" y="1803550"/>
                <a:ext cx="489000" cy="267425"/>
              </a:xfrm>
              <a:custGeom>
                <a:avLst/>
                <a:gdLst/>
                <a:ahLst/>
                <a:cxnLst/>
                <a:rect l="l" t="t" r="r" b="b"/>
                <a:pathLst>
                  <a:path w="19560" h="10697" extrusionOk="0">
                    <a:moveTo>
                      <a:pt x="18499" y="999"/>
                    </a:moveTo>
                    <a:lnTo>
                      <a:pt x="16854" y="4083"/>
                    </a:lnTo>
                    <a:lnTo>
                      <a:pt x="2029" y="9442"/>
                    </a:lnTo>
                    <a:lnTo>
                      <a:pt x="4181" y="7722"/>
                    </a:lnTo>
                    <a:lnTo>
                      <a:pt x="18499" y="999"/>
                    </a:lnTo>
                    <a:close/>
                    <a:moveTo>
                      <a:pt x="19220" y="1"/>
                    </a:moveTo>
                    <a:cubicBezTo>
                      <a:pt x="19174" y="1"/>
                      <a:pt x="19128" y="10"/>
                      <a:pt x="19084" y="31"/>
                    </a:cubicBezTo>
                    <a:lnTo>
                      <a:pt x="3881" y="7172"/>
                    </a:lnTo>
                    <a:cubicBezTo>
                      <a:pt x="3860" y="7181"/>
                      <a:pt x="3838" y="7194"/>
                      <a:pt x="3820" y="7212"/>
                    </a:cubicBezTo>
                    <a:lnTo>
                      <a:pt x="154" y="10138"/>
                    </a:lnTo>
                    <a:cubicBezTo>
                      <a:pt x="32" y="10234"/>
                      <a:pt x="0" y="10402"/>
                      <a:pt x="75" y="10534"/>
                    </a:cubicBezTo>
                    <a:cubicBezTo>
                      <a:pt x="132" y="10636"/>
                      <a:pt x="238" y="10697"/>
                      <a:pt x="349" y="10697"/>
                    </a:cubicBezTo>
                    <a:cubicBezTo>
                      <a:pt x="384" y="10697"/>
                      <a:pt x="418" y="10688"/>
                      <a:pt x="454" y="10675"/>
                    </a:cubicBezTo>
                    <a:lnTo>
                      <a:pt x="17179" y="4629"/>
                    </a:lnTo>
                    <a:cubicBezTo>
                      <a:pt x="17254" y="4602"/>
                      <a:pt x="17316" y="4550"/>
                      <a:pt x="17351" y="4484"/>
                    </a:cubicBezTo>
                    <a:lnTo>
                      <a:pt x="19494" y="461"/>
                    </a:lnTo>
                    <a:cubicBezTo>
                      <a:pt x="19560" y="343"/>
                      <a:pt x="19538" y="193"/>
                      <a:pt x="19446" y="96"/>
                    </a:cubicBezTo>
                    <a:cubicBezTo>
                      <a:pt x="19385" y="34"/>
                      <a:pt x="19303" y="1"/>
                      <a:pt x="19220"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86" name="Google Shape;1186;p37"/>
              <p:cNvSpPr/>
              <p:nvPr/>
            </p:nvSpPr>
            <p:spPr>
              <a:xfrm>
                <a:off x="3442675" y="1874375"/>
                <a:ext cx="268000" cy="314300"/>
              </a:xfrm>
              <a:custGeom>
                <a:avLst/>
                <a:gdLst/>
                <a:ahLst/>
                <a:cxnLst/>
                <a:rect l="l" t="t" r="r" b="b"/>
                <a:pathLst>
                  <a:path w="10720" h="12572" extrusionOk="0">
                    <a:moveTo>
                      <a:pt x="4537" y="0"/>
                    </a:moveTo>
                    <a:lnTo>
                      <a:pt x="0" y="6597"/>
                    </a:lnTo>
                    <a:lnTo>
                      <a:pt x="5774" y="12572"/>
                    </a:lnTo>
                    <a:lnTo>
                      <a:pt x="10720" y="6390"/>
                    </a:lnTo>
                    <a:lnTo>
                      <a:pt x="4537"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87" name="Google Shape;1187;p37"/>
              <p:cNvSpPr/>
              <p:nvPr/>
            </p:nvSpPr>
            <p:spPr>
              <a:xfrm>
                <a:off x="3434100" y="1866525"/>
                <a:ext cx="285150" cy="329975"/>
              </a:xfrm>
              <a:custGeom>
                <a:avLst/>
                <a:gdLst/>
                <a:ahLst/>
                <a:cxnLst/>
                <a:rect l="l" t="t" r="r" b="b"/>
                <a:pathLst>
                  <a:path w="11406" h="13199" extrusionOk="0">
                    <a:moveTo>
                      <a:pt x="4920" y="808"/>
                    </a:moveTo>
                    <a:lnTo>
                      <a:pt x="10644" y="6722"/>
                    </a:lnTo>
                    <a:lnTo>
                      <a:pt x="6095" y="12415"/>
                    </a:lnTo>
                    <a:lnTo>
                      <a:pt x="749" y="6876"/>
                    </a:lnTo>
                    <a:lnTo>
                      <a:pt x="4920" y="808"/>
                    </a:lnTo>
                    <a:close/>
                    <a:moveTo>
                      <a:pt x="4882" y="1"/>
                    </a:moveTo>
                    <a:cubicBezTo>
                      <a:pt x="4873" y="1"/>
                      <a:pt x="4863" y="1"/>
                      <a:pt x="4854" y="2"/>
                    </a:cubicBezTo>
                    <a:cubicBezTo>
                      <a:pt x="4757" y="11"/>
                      <a:pt x="4673" y="59"/>
                      <a:pt x="4620" y="134"/>
                    </a:cubicBezTo>
                    <a:lnTo>
                      <a:pt x="84" y="6730"/>
                    </a:lnTo>
                    <a:cubicBezTo>
                      <a:pt x="0" y="6854"/>
                      <a:pt x="14" y="7020"/>
                      <a:pt x="119" y="7126"/>
                    </a:cubicBezTo>
                    <a:lnTo>
                      <a:pt x="5892" y="13107"/>
                    </a:lnTo>
                    <a:cubicBezTo>
                      <a:pt x="5950" y="13168"/>
                      <a:pt x="6034" y="13199"/>
                      <a:pt x="6117" y="13199"/>
                    </a:cubicBezTo>
                    <a:lnTo>
                      <a:pt x="6130" y="13199"/>
                    </a:lnTo>
                    <a:cubicBezTo>
                      <a:pt x="6223" y="13194"/>
                      <a:pt x="6306" y="13154"/>
                      <a:pt x="6359" y="13084"/>
                    </a:cubicBezTo>
                    <a:lnTo>
                      <a:pt x="11310" y="6897"/>
                    </a:lnTo>
                    <a:cubicBezTo>
                      <a:pt x="11406" y="6774"/>
                      <a:pt x="11397" y="6598"/>
                      <a:pt x="11287" y="6484"/>
                    </a:cubicBezTo>
                    <a:lnTo>
                      <a:pt x="5105" y="95"/>
                    </a:lnTo>
                    <a:cubicBezTo>
                      <a:pt x="5045" y="35"/>
                      <a:pt x="4968" y="1"/>
                      <a:pt x="4882"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88" name="Google Shape;1188;p37"/>
              <p:cNvSpPr/>
              <p:nvPr/>
            </p:nvSpPr>
            <p:spPr>
              <a:xfrm>
                <a:off x="3587000" y="2026850"/>
                <a:ext cx="163375" cy="184825"/>
              </a:xfrm>
              <a:custGeom>
                <a:avLst/>
                <a:gdLst/>
                <a:ahLst/>
                <a:cxnLst/>
                <a:rect l="l" t="t" r="r" b="b"/>
                <a:pathLst>
                  <a:path w="6535" h="7393" extrusionOk="0">
                    <a:moveTo>
                      <a:pt x="4564" y="0"/>
                    </a:moveTo>
                    <a:lnTo>
                      <a:pt x="1" y="6473"/>
                    </a:lnTo>
                    <a:lnTo>
                      <a:pt x="1211" y="7393"/>
                    </a:lnTo>
                    <a:lnTo>
                      <a:pt x="6535" y="1281"/>
                    </a:lnTo>
                    <a:lnTo>
                      <a:pt x="4564"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89" name="Google Shape;1189;p37"/>
              <p:cNvSpPr/>
              <p:nvPr/>
            </p:nvSpPr>
            <p:spPr>
              <a:xfrm>
                <a:off x="3578225" y="2019050"/>
                <a:ext cx="180200" cy="200450"/>
              </a:xfrm>
              <a:custGeom>
                <a:avLst/>
                <a:gdLst/>
                <a:ahLst/>
                <a:cxnLst/>
                <a:rect l="l" t="t" r="r" b="b"/>
                <a:pathLst>
                  <a:path w="7208" h="8018" extrusionOk="0">
                    <a:moveTo>
                      <a:pt x="4994" y="739"/>
                    </a:moveTo>
                    <a:lnTo>
                      <a:pt x="6411" y="1659"/>
                    </a:lnTo>
                    <a:lnTo>
                      <a:pt x="1518" y="7278"/>
                    </a:lnTo>
                    <a:lnTo>
                      <a:pt x="783" y="6719"/>
                    </a:lnTo>
                    <a:lnTo>
                      <a:pt x="4994" y="739"/>
                    </a:lnTo>
                    <a:close/>
                    <a:moveTo>
                      <a:pt x="4918" y="0"/>
                    </a:moveTo>
                    <a:cubicBezTo>
                      <a:pt x="4819" y="0"/>
                      <a:pt x="4721" y="46"/>
                      <a:pt x="4660" y="132"/>
                    </a:cubicBezTo>
                    <a:lnTo>
                      <a:pt x="96" y="6604"/>
                    </a:lnTo>
                    <a:cubicBezTo>
                      <a:pt x="0" y="6746"/>
                      <a:pt x="27" y="6935"/>
                      <a:pt x="163" y="7036"/>
                    </a:cubicBezTo>
                    <a:lnTo>
                      <a:pt x="1373" y="7956"/>
                    </a:lnTo>
                    <a:cubicBezTo>
                      <a:pt x="1430" y="7995"/>
                      <a:pt x="1496" y="8017"/>
                      <a:pt x="1562" y="8017"/>
                    </a:cubicBezTo>
                    <a:cubicBezTo>
                      <a:pt x="1650" y="8017"/>
                      <a:pt x="1738" y="7983"/>
                      <a:pt x="1800" y="7912"/>
                    </a:cubicBezTo>
                    <a:lnTo>
                      <a:pt x="7123" y="1799"/>
                    </a:lnTo>
                    <a:cubicBezTo>
                      <a:pt x="7182" y="1729"/>
                      <a:pt x="7208" y="1641"/>
                      <a:pt x="7194" y="1549"/>
                    </a:cubicBezTo>
                    <a:cubicBezTo>
                      <a:pt x="7186" y="1461"/>
                      <a:pt x="7133" y="1382"/>
                      <a:pt x="7058" y="1333"/>
                    </a:cubicBezTo>
                    <a:lnTo>
                      <a:pt x="5086" y="48"/>
                    </a:lnTo>
                    <a:cubicBezTo>
                      <a:pt x="5034" y="16"/>
                      <a:pt x="4976" y="0"/>
                      <a:pt x="4918"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90" name="Google Shape;1190;p37"/>
              <p:cNvSpPr/>
              <p:nvPr/>
            </p:nvSpPr>
            <p:spPr>
              <a:xfrm>
                <a:off x="3556100" y="1874375"/>
                <a:ext cx="194275" cy="184525"/>
              </a:xfrm>
              <a:custGeom>
                <a:avLst/>
                <a:gdLst/>
                <a:ahLst/>
                <a:cxnLst/>
                <a:rect l="l" t="t" r="r" b="b"/>
                <a:pathLst>
                  <a:path w="7771" h="7381" extrusionOk="0">
                    <a:moveTo>
                      <a:pt x="0" y="0"/>
                    </a:moveTo>
                    <a:lnTo>
                      <a:pt x="5800" y="6099"/>
                    </a:lnTo>
                    <a:lnTo>
                      <a:pt x="7771" y="7380"/>
                    </a:lnTo>
                    <a:lnTo>
                      <a:pt x="2253" y="384"/>
                    </a:lnTo>
                    <a:lnTo>
                      <a:pt x="0"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91" name="Google Shape;1191;p37"/>
              <p:cNvSpPr/>
              <p:nvPr/>
            </p:nvSpPr>
            <p:spPr>
              <a:xfrm>
                <a:off x="3547525" y="1866525"/>
                <a:ext cx="211325" cy="200150"/>
              </a:xfrm>
              <a:custGeom>
                <a:avLst/>
                <a:gdLst/>
                <a:ahLst/>
                <a:cxnLst/>
                <a:rect l="l" t="t" r="r" b="b"/>
                <a:pathLst>
                  <a:path w="8453" h="8006" extrusionOk="0">
                    <a:moveTo>
                      <a:pt x="1219" y="781"/>
                    </a:moveTo>
                    <a:lnTo>
                      <a:pt x="2425" y="983"/>
                    </a:lnTo>
                    <a:lnTo>
                      <a:pt x="6693" y="6395"/>
                    </a:lnTo>
                    <a:lnTo>
                      <a:pt x="6693" y="6395"/>
                    </a:lnTo>
                    <a:lnTo>
                      <a:pt x="6345" y="6171"/>
                    </a:lnTo>
                    <a:lnTo>
                      <a:pt x="1219" y="781"/>
                    </a:lnTo>
                    <a:close/>
                    <a:moveTo>
                      <a:pt x="337" y="0"/>
                    </a:moveTo>
                    <a:cubicBezTo>
                      <a:pt x="223" y="0"/>
                      <a:pt x="119" y="64"/>
                      <a:pt x="67" y="164"/>
                    </a:cubicBezTo>
                    <a:cubicBezTo>
                      <a:pt x="0" y="284"/>
                      <a:pt x="22" y="428"/>
                      <a:pt x="114" y="530"/>
                    </a:cubicBezTo>
                    <a:lnTo>
                      <a:pt x="5914" y="6629"/>
                    </a:lnTo>
                    <a:cubicBezTo>
                      <a:pt x="5932" y="6647"/>
                      <a:pt x="5949" y="6665"/>
                      <a:pt x="5971" y="6677"/>
                    </a:cubicBezTo>
                    <a:lnTo>
                      <a:pt x="7943" y="7958"/>
                    </a:lnTo>
                    <a:cubicBezTo>
                      <a:pt x="7996" y="7993"/>
                      <a:pt x="8057" y="8006"/>
                      <a:pt x="8114" y="8006"/>
                    </a:cubicBezTo>
                    <a:cubicBezTo>
                      <a:pt x="8198" y="8006"/>
                      <a:pt x="8286" y="7971"/>
                      <a:pt x="8343" y="7905"/>
                    </a:cubicBezTo>
                    <a:cubicBezTo>
                      <a:pt x="8449" y="7790"/>
                      <a:pt x="8453" y="7619"/>
                      <a:pt x="8361" y="7500"/>
                    </a:cubicBezTo>
                    <a:lnTo>
                      <a:pt x="2839" y="503"/>
                    </a:lnTo>
                    <a:cubicBezTo>
                      <a:pt x="2794" y="442"/>
                      <a:pt x="2724" y="402"/>
                      <a:pt x="2644" y="389"/>
                    </a:cubicBezTo>
                    <a:lnTo>
                      <a:pt x="396" y="6"/>
                    </a:lnTo>
                    <a:cubicBezTo>
                      <a:pt x="376" y="2"/>
                      <a:pt x="356" y="0"/>
                      <a:pt x="337" y="0"/>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1192" name="Google Shape;1192;p37"/>
              <p:cNvSpPr/>
              <p:nvPr/>
            </p:nvSpPr>
            <p:spPr>
              <a:xfrm>
                <a:off x="2380900" y="2326300"/>
                <a:ext cx="335750" cy="36525"/>
              </a:xfrm>
              <a:custGeom>
                <a:avLst/>
                <a:gdLst/>
                <a:ahLst/>
                <a:cxnLst/>
                <a:rect l="l" t="t" r="r" b="b"/>
                <a:pathLst>
                  <a:path w="13430" h="1461" extrusionOk="0">
                    <a:moveTo>
                      <a:pt x="0" y="0"/>
                    </a:moveTo>
                    <a:lnTo>
                      <a:pt x="0" y="0"/>
                    </a:lnTo>
                    <a:cubicBezTo>
                      <a:pt x="1623" y="541"/>
                      <a:pt x="4994" y="1461"/>
                      <a:pt x="9156" y="1461"/>
                    </a:cubicBezTo>
                    <a:cubicBezTo>
                      <a:pt x="10508" y="1461"/>
                      <a:pt x="11942" y="1364"/>
                      <a:pt x="13429" y="1126"/>
                    </a:cubicBezTo>
                    <a:lnTo>
                      <a:pt x="0" y="0"/>
                    </a:lnTo>
                    <a:close/>
                  </a:path>
                </a:pathLst>
              </a:custGeom>
              <a:solidFill>
                <a:srgbClr val="FFC39F"/>
              </a:solidFill>
              <a:ln>
                <a:noFill/>
              </a:ln>
            </p:spPr>
            <p:txBody>
              <a:bodyPr spcFirstLastPara="1" wrap="square" lIns="121900" tIns="121900" rIns="121900" bIns="121900" anchor="ctr" anchorCtr="0">
                <a:noAutofit/>
              </a:bodyPr>
              <a:lstStyle/>
              <a:p>
                <a:endParaRPr sz="2400"/>
              </a:p>
            </p:txBody>
          </p:sp>
        </p:grpSp>
      </p:grpSp>
      <p:sp>
        <p:nvSpPr>
          <p:cNvPr id="2" name="Rectangle 1"/>
          <p:cNvSpPr/>
          <p:nvPr/>
        </p:nvSpPr>
        <p:spPr>
          <a:xfrm>
            <a:off x="140548" y="344593"/>
            <a:ext cx="7680113" cy="1077218"/>
          </a:xfrm>
          <a:prstGeom prst="rect">
            <a:avLst/>
          </a:prstGeom>
          <a:solidFill>
            <a:schemeClr val="accent5"/>
          </a:solidFill>
        </p:spPr>
        <p:txBody>
          <a:bodyPr wrap="square">
            <a:spAutoFit/>
          </a:bodyPr>
          <a:lstStyle/>
          <a:p>
            <a:r>
              <a:rPr lang="en-US" altLang="id-ID" sz="3200" dirty="0"/>
              <a:t>Berwirausaha sebagai sebuah Pola Pikir</a:t>
            </a:r>
            <a:endParaRPr lang="id-ID"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3"/>
        <p:cNvGrpSpPr/>
        <p:nvPr/>
      </p:nvGrpSpPr>
      <p:grpSpPr>
        <a:xfrm>
          <a:off x="0" y="0"/>
          <a:ext cx="0" cy="0"/>
          <a:chOff x="0" y="0"/>
          <a:chExt cx="0" cy="0"/>
        </a:xfrm>
      </p:grpSpPr>
      <p:sp>
        <p:nvSpPr>
          <p:cNvPr id="1304" name="Google Shape;1304;p42"/>
          <p:cNvSpPr txBox="1">
            <a:spLocks noGrp="1"/>
          </p:cNvSpPr>
          <p:nvPr>
            <p:ph type="title"/>
          </p:nvPr>
        </p:nvSpPr>
        <p:spPr>
          <a:xfrm>
            <a:off x="940000" y="5332133"/>
            <a:ext cx="10312000" cy="708000"/>
          </a:xfrm>
          <a:prstGeom prst="rect">
            <a:avLst/>
          </a:prstGeom>
        </p:spPr>
        <p:txBody>
          <a:bodyPr spcFirstLastPara="1" vert="horz" wrap="square" lIns="0" tIns="0" rIns="0" bIns="0" rtlCol="0" anchor="b" anchorCtr="0">
            <a:noAutofit/>
          </a:bodyPr>
          <a:lstStyle/>
          <a:p>
            <a:pPr>
              <a:spcBef>
                <a:spcPct val="0"/>
              </a:spcBef>
            </a:pPr>
            <a:r>
              <a:rPr lang="id-ID" altLang="en-US" dirty="0">
                <a:latin typeface="Arial Black" panose="020B0A04020102020204" pitchFamily="34" charset="0"/>
              </a:rPr>
              <a:t>“Seorang Wirausaha (Entrepreneur) adalah orang yang bersedia dan mampu untuk mengembangkan  </a:t>
            </a:r>
            <a:r>
              <a:rPr lang="id-ID" altLang="en-US" dirty="0">
                <a:solidFill>
                  <a:srgbClr val="FF0000"/>
                </a:solidFill>
                <a:latin typeface="Arial Black" panose="020B0A04020102020204" pitchFamily="34" charset="0"/>
              </a:rPr>
              <a:t>ide</a:t>
            </a:r>
            <a:r>
              <a:rPr lang="id-ID" altLang="en-US" dirty="0">
                <a:latin typeface="Arial Black" panose="020B0A04020102020204" pitchFamily="34" charset="0"/>
              </a:rPr>
              <a:t> atau penemuan baru menjadi sukses </a:t>
            </a:r>
            <a:r>
              <a:rPr lang="id-ID" altLang="en-US" dirty="0">
                <a:solidFill>
                  <a:srgbClr val="FF0000"/>
                </a:solidFill>
                <a:latin typeface="Arial Black" panose="020B0A04020102020204" pitchFamily="34" charset="0"/>
              </a:rPr>
              <a:t>inovasi</a:t>
            </a:r>
            <a:r>
              <a:rPr lang="id-ID" altLang="en-US" dirty="0">
                <a:latin typeface="Arial Black" panose="020B0A04020102020204" pitchFamily="34" charset="0"/>
              </a:rPr>
              <a:t>, sekaligus menciptakan produk dan model bisnis baru yang memberi sumbangan atas pertumbuhan dinamisme industri dan ekonomi jangka panjang.”</a:t>
            </a:r>
            <a:br>
              <a:rPr lang="id-ID" altLang="en-US" dirty="0">
                <a:latin typeface="Arial Black" panose="020B0A04020102020204" pitchFamily="34" charset="0"/>
              </a:rPr>
            </a:br>
            <a:r>
              <a:rPr lang="id-ID" altLang="en-US" b="1" dirty="0"/>
              <a:t>       (Joseph A. Schumpeter) </a:t>
            </a:r>
            <a:br>
              <a:rPr lang="id-ID" altLang="en-US" b="1" dirty="0"/>
            </a:br>
            <a:br>
              <a:rPr lang="en-US" altLang="zh-CN" dirty="0">
                <a:ea typeface="SimSun" pitchFamily="2" charset="-122"/>
              </a:rPr>
            </a:br>
            <a:endParaRPr dirty="0">
              <a:solidFill>
                <a:srgbClr val="FFC39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9"/>
        <p:cNvGrpSpPr/>
        <p:nvPr/>
      </p:nvGrpSpPr>
      <p:grpSpPr>
        <a:xfrm>
          <a:off x="0" y="0"/>
          <a:ext cx="0" cy="0"/>
          <a:chOff x="0" y="0"/>
          <a:chExt cx="0" cy="0"/>
        </a:xfrm>
      </p:grpSpPr>
      <p:sp>
        <p:nvSpPr>
          <p:cNvPr id="1299" name="Google Shape;1299;p41"/>
          <p:cNvSpPr txBox="1">
            <a:spLocks noGrp="1"/>
          </p:cNvSpPr>
          <p:nvPr>
            <p:ph type="title"/>
          </p:nvPr>
        </p:nvSpPr>
        <p:spPr>
          <a:xfrm>
            <a:off x="398800" y="623969"/>
            <a:ext cx="11394400" cy="535600"/>
          </a:xfrm>
          <a:prstGeom prst="rect">
            <a:avLst/>
          </a:prstGeom>
        </p:spPr>
        <p:txBody>
          <a:bodyPr spcFirstLastPara="1" vert="horz" wrap="square" lIns="0" tIns="0" rIns="0" bIns="0" rtlCol="0" anchor="b" anchorCtr="0">
            <a:noAutofit/>
          </a:bodyPr>
          <a:lstStyle/>
          <a:p>
            <a:r>
              <a:rPr lang="id-ID" b="1" dirty="0">
                <a:solidFill>
                  <a:schemeClr val="bg2"/>
                </a:solidFill>
              </a:rPr>
              <a:t>Perbedaan antara </a:t>
            </a:r>
            <a:r>
              <a:rPr lang="en-US" altLang="id-ID" b="1" dirty="0">
                <a:solidFill>
                  <a:schemeClr val="bg2"/>
                </a:solidFill>
              </a:rPr>
              <a:t>Berwirausaha</a:t>
            </a:r>
            <a:r>
              <a:rPr lang="id-ID" b="1" dirty="0">
                <a:solidFill>
                  <a:schemeClr val="bg2"/>
                </a:solidFill>
              </a:rPr>
              <a:t> dengan </a:t>
            </a:r>
            <a:r>
              <a:rPr lang="en-US" altLang="id-ID" b="1" dirty="0">
                <a:solidFill>
                  <a:schemeClr val="bg2"/>
                </a:solidFill>
              </a:rPr>
              <a:t>Berdagang</a:t>
            </a:r>
          </a:p>
        </p:txBody>
      </p:sp>
      <p:sp>
        <p:nvSpPr>
          <p:cNvPr id="12" name="Google Shape;1299;p41"/>
          <p:cNvSpPr txBox="1"/>
          <p:nvPr/>
        </p:nvSpPr>
        <p:spPr>
          <a:xfrm>
            <a:off x="398800" y="4507775"/>
            <a:ext cx="11394400" cy="5356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434343"/>
              </a:buClr>
              <a:buSzPts val="2200"/>
              <a:buFont typeface="Oswald Regular"/>
              <a:buNone/>
              <a:defRPr sz="2200" b="0" i="0" u="none" strike="noStrike" cap="none">
                <a:solidFill>
                  <a:srgbClr val="434343"/>
                </a:solidFill>
                <a:latin typeface="Oswald Regular"/>
                <a:ea typeface="Oswald Regular"/>
                <a:cs typeface="Oswald Regular"/>
                <a:sym typeface="Oswald Regular"/>
              </a:defRPr>
            </a:lvl1pPr>
            <a:lvl2pPr marR="0" lvl="1" algn="ctr" rtl="0">
              <a:lnSpc>
                <a:spcPct val="100000"/>
              </a:lnSpc>
              <a:spcBef>
                <a:spcPts val="0"/>
              </a:spcBef>
              <a:spcAft>
                <a:spcPts val="0"/>
              </a:spcAft>
              <a:buClr>
                <a:srgbClr val="434343"/>
              </a:buClr>
              <a:buSzPts val="3300"/>
              <a:buFont typeface="Oswald Regular"/>
              <a:buNone/>
              <a:defRPr sz="3300" b="0" i="0" u="none" strike="noStrike" cap="none">
                <a:solidFill>
                  <a:srgbClr val="434343"/>
                </a:solidFill>
                <a:latin typeface="Oswald Regular"/>
                <a:ea typeface="Oswald Regular"/>
                <a:cs typeface="Oswald Regular"/>
                <a:sym typeface="Oswald Regular"/>
              </a:defRPr>
            </a:lvl2pPr>
            <a:lvl3pPr marR="0" lvl="2" algn="ctr" rtl="0">
              <a:lnSpc>
                <a:spcPct val="100000"/>
              </a:lnSpc>
              <a:spcBef>
                <a:spcPts val="0"/>
              </a:spcBef>
              <a:spcAft>
                <a:spcPts val="0"/>
              </a:spcAft>
              <a:buClr>
                <a:srgbClr val="434343"/>
              </a:buClr>
              <a:buSzPts val="3300"/>
              <a:buFont typeface="Oswald Regular"/>
              <a:buNone/>
              <a:defRPr sz="3300" b="0" i="0" u="none" strike="noStrike" cap="none">
                <a:solidFill>
                  <a:srgbClr val="434343"/>
                </a:solidFill>
                <a:latin typeface="Oswald Regular"/>
                <a:ea typeface="Oswald Regular"/>
                <a:cs typeface="Oswald Regular"/>
                <a:sym typeface="Oswald Regular"/>
              </a:defRPr>
            </a:lvl3pPr>
            <a:lvl4pPr marR="0" lvl="3" algn="ctr" rtl="0">
              <a:lnSpc>
                <a:spcPct val="100000"/>
              </a:lnSpc>
              <a:spcBef>
                <a:spcPts val="0"/>
              </a:spcBef>
              <a:spcAft>
                <a:spcPts val="0"/>
              </a:spcAft>
              <a:buClr>
                <a:srgbClr val="434343"/>
              </a:buClr>
              <a:buSzPts val="3300"/>
              <a:buFont typeface="Oswald Regular"/>
              <a:buNone/>
              <a:defRPr sz="3300" b="0" i="0" u="none" strike="noStrike" cap="none">
                <a:solidFill>
                  <a:srgbClr val="434343"/>
                </a:solidFill>
                <a:latin typeface="Oswald Regular"/>
                <a:ea typeface="Oswald Regular"/>
                <a:cs typeface="Oswald Regular"/>
                <a:sym typeface="Oswald Regular"/>
              </a:defRPr>
            </a:lvl4pPr>
            <a:lvl5pPr marR="0" lvl="4" algn="ctr" rtl="0">
              <a:lnSpc>
                <a:spcPct val="100000"/>
              </a:lnSpc>
              <a:spcBef>
                <a:spcPts val="0"/>
              </a:spcBef>
              <a:spcAft>
                <a:spcPts val="0"/>
              </a:spcAft>
              <a:buClr>
                <a:srgbClr val="434343"/>
              </a:buClr>
              <a:buSzPts val="3300"/>
              <a:buFont typeface="Oswald Regular"/>
              <a:buNone/>
              <a:defRPr sz="3300" b="0" i="0" u="none" strike="noStrike" cap="none">
                <a:solidFill>
                  <a:srgbClr val="434343"/>
                </a:solidFill>
                <a:latin typeface="Oswald Regular"/>
                <a:ea typeface="Oswald Regular"/>
                <a:cs typeface="Oswald Regular"/>
                <a:sym typeface="Oswald Regular"/>
              </a:defRPr>
            </a:lvl5pPr>
            <a:lvl6pPr marR="0" lvl="5" algn="ctr" rtl="0">
              <a:lnSpc>
                <a:spcPct val="100000"/>
              </a:lnSpc>
              <a:spcBef>
                <a:spcPts val="0"/>
              </a:spcBef>
              <a:spcAft>
                <a:spcPts val="0"/>
              </a:spcAft>
              <a:buClr>
                <a:srgbClr val="434343"/>
              </a:buClr>
              <a:buSzPts val="3300"/>
              <a:buFont typeface="Oswald Regular"/>
              <a:buNone/>
              <a:defRPr sz="3300" b="0" i="0" u="none" strike="noStrike" cap="none">
                <a:solidFill>
                  <a:srgbClr val="434343"/>
                </a:solidFill>
                <a:latin typeface="Oswald Regular"/>
                <a:ea typeface="Oswald Regular"/>
                <a:cs typeface="Oswald Regular"/>
                <a:sym typeface="Oswald Regular"/>
              </a:defRPr>
            </a:lvl6pPr>
            <a:lvl7pPr marR="0" lvl="6" algn="ctr" rtl="0">
              <a:lnSpc>
                <a:spcPct val="100000"/>
              </a:lnSpc>
              <a:spcBef>
                <a:spcPts val="0"/>
              </a:spcBef>
              <a:spcAft>
                <a:spcPts val="0"/>
              </a:spcAft>
              <a:buClr>
                <a:srgbClr val="434343"/>
              </a:buClr>
              <a:buSzPts val="3300"/>
              <a:buFont typeface="Oswald Regular"/>
              <a:buNone/>
              <a:defRPr sz="3300" b="0" i="0" u="none" strike="noStrike" cap="none">
                <a:solidFill>
                  <a:srgbClr val="434343"/>
                </a:solidFill>
                <a:latin typeface="Oswald Regular"/>
                <a:ea typeface="Oswald Regular"/>
                <a:cs typeface="Oswald Regular"/>
                <a:sym typeface="Oswald Regular"/>
              </a:defRPr>
            </a:lvl7pPr>
            <a:lvl8pPr marR="0" lvl="7" algn="ctr" rtl="0">
              <a:lnSpc>
                <a:spcPct val="100000"/>
              </a:lnSpc>
              <a:spcBef>
                <a:spcPts val="0"/>
              </a:spcBef>
              <a:spcAft>
                <a:spcPts val="0"/>
              </a:spcAft>
              <a:buClr>
                <a:srgbClr val="434343"/>
              </a:buClr>
              <a:buSzPts val="3300"/>
              <a:buFont typeface="Oswald Regular"/>
              <a:buNone/>
              <a:defRPr sz="3300" b="0" i="0" u="none" strike="noStrike" cap="none">
                <a:solidFill>
                  <a:srgbClr val="434343"/>
                </a:solidFill>
                <a:latin typeface="Oswald Regular"/>
                <a:ea typeface="Oswald Regular"/>
                <a:cs typeface="Oswald Regular"/>
                <a:sym typeface="Oswald Regular"/>
              </a:defRPr>
            </a:lvl8pPr>
            <a:lvl9pPr marR="0" lvl="8" algn="ctr" rtl="0">
              <a:lnSpc>
                <a:spcPct val="100000"/>
              </a:lnSpc>
              <a:spcBef>
                <a:spcPts val="0"/>
              </a:spcBef>
              <a:spcAft>
                <a:spcPts val="0"/>
              </a:spcAft>
              <a:buClr>
                <a:srgbClr val="434343"/>
              </a:buClr>
              <a:buSzPts val="3300"/>
              <a:buFont typeface="Oswald Regular"/>
              <a:buNone/>
              <a:defRPr sz="3300" b="0" i="0" u="none" strike="noStrike" cap="none">
                <a:solidFill>
                  <a:srgbClr val="434343"/>
                </a:solidFill>
                <a:latin typeface="Oswald Regular"/>
                <a:ea typeface="Oswald Regular"/>
                <a:cs typeface="Oswald Regular"/>
                <a:sym typeface="Oswald Regular"/>
              </a:defRPr>
            </a:lvl9pPr>
          </a:lstStyle>
          <a:p>
            <a:r>
              <a:rPr lang="en-US" sz="2933" dirty="0"/>
              <a:t>Pe</a:t>
            </a:r>
            <a:r>
              <a:rPr lang="id-ID" sz="2933" dirty="0"/>
              <a:t>dagang</a:t>
            </a:r>
            <a:r>
              <a:rPr lang="en-US" sz="2933" dirty="0"/>
              <a:t>:</a:t>
            </a:r>
          </a:p>
          <a:p>
            <a:r>
              <a:rPr lang="en-US" sz="2933" dirty="0" err="1"/>
              <a:t>Mengelola</a:t>
            </a:r>
            <a:r>
              <a:rPr lang="en-US" sz="2933" dirty="0"/>
              <a:t> </a:t>
            </a:r>
            <a:r>
              <a:rPr lang="en-US" sz="2933" dirty="0" err="1"/>
              <a:t>bisnis</a:t>
            </a:r>
            <a:r>
              <a:rPr lang="en-US" sz="2933" dirty="0"/>
              <a:t> </a:t>
            </a:r>
            <a:r>
              <a:rPr lang="en-US" sz="2933" dirty="0" err="1"/>
              <a:t>mereka</a:t>
            </a:r>
            <a:r>
              <a:rPr lang="en-US" sz="2933" dirty="0"/>
              <a:t> </a:t>
            </a:r>
            <a:r>
              <a:rPr lang="en-US" sz="2933" dirty="0" err="1"/>
              <a:t>dengan</a:t>
            </a:r>
            <a:r>
              <a:rPr lang="en-US" sz="2933" dirty="0"/>
              <a:t> </a:t>
            </a:r>
            <a:r>
              <a:rPr lang="en-US" sz="2933" dirty="0" err="1"/>
              <a:t>tujuan</a:t>
            </a:r>
            <a:r>
              <a:rPr lang="en-US" sz="2933" dirty="0"/>
              <a:t> </a:t>
            </a:r>
            <a:r>
              <a:rPr lang="en-US" sz="2933" dirty="0" err="1"/>
              <a:t>untuk</a:t>
            </a:r>
            <a:r>
              <a:rPr lang="en-US" sz="2933" dirty="0"/>
              <a:t> </a:t>
            </a:r>
            <a:r>
              <a:rPr lang="en-US" sz="2933" dirty="0" err="1"/>
              <a:t>mendapatkan</a:t>
            </a:r>
            <a:r>
              <a:rPr lang="en-US" sz="2933" dirty="0"/>
              <a:t> </a:t>
            </a:r>
            <a:r>
              <a:rPr lang="en-US" sz="2933" dirty="0" err="1"/>
              <a:t>penjualan</a:t>
            </a:r>
            <a:r>
              <a:rPr lang="en-US" sz="2933" dirty="0"/>
              <a:t> yang </a:t>
            </a:r>
            <a:r>
              <a:rPr lang="en-US" sz="2933" b="1" dirty="0" err="1"/>
              <a:t>stabil</a:t>
            </a:r>
            <a:r>
              <a:rPr lang="en-US" sz="2933" b="1" dirty="0"/>
              <a:t>, profit, dan juga </a:t>
            </a:r>
            <a:r>
              <a:rPr lang="en-US" sz="2933" b="1" dirty="0" err="1"/>
              <a:t>perkembangan</a:t>
            </a:r>
            <a:r>
              <a:rPr lang="en-US" sz="2933" b="1" dirty="0"/>
              <a:t> </a:t>
            </a:r>
            <a:r>
              <a:rPr lang="en-US" sz="2933" b="1" dirty="0" err="1"/>
              <a:t>bisnis</a:t>
            </a:r>
            <a:r>
              <a:rPr lang="en-US" sz="2933" b="1" dirty="0"/>
              <a:t> </a:t>
            </a:r>
            <a:r>
              <a:rPr lang="en-US" sz="2933" b="1" dirty="0" err="1"/>
              <a:t>mereka</a:t>
            </a:r>
            <a:r>
              <a:rPr lang="en-US" sz="2933" b="1" dirty="0"/>
              <a:t>.</a:t>
            </a:r>
            <a:endParaRPr lang="id-ID" sz="2933" b="1" dirty="0"/>
          </a:p>
          <a:p>
            <a:pPr marL="457189" indent="-457189">
              <a:buFontTx/>
              <a:buChar char="-"/>
            </a:pPr>
            <a:endParaRPr lang="en-US" sz="2933" dirty="0"/>
          </a:p>
          <a:p>
            <a:r>
              <a:rPr lang="en-US" sz="2933" dirty="0" err="1"/>
              <a:t>Wirausaha</a:t>
            </a:r>
            <a:r>
              <a:rPr lang="en-US" sz="2933" dirty="0"/>
              <a:t>:</a:t>
            </a:r>
          </a:p>
          <a:p>
            <a:pPr algn="ctr"/>
            <a:r>
              <a:rPr lang="en-US" sz="2933" dirty="0" err="1"/>
              <a:t>Fokus</a:t>
            </a:r>
            <a:r>
              <a:rPr lang="en-US" sz="2933" dirty="0"/>
              <a:t> </a:t>
            </a:r>
            <a:r>
              <a:rPr lang="en-US" sz="2933" dirty="0" err="1"/>
              <a:t>kepada</a:t>
            </a:r>
            <a:r>
              <a:rPr lang="en-US" sz="2933" dirty="0"/>
              <a:t> </a:t>
            </a:r>
            <a:r>
              <a:rPr lang="en-US" sz="2933" dirty="0" err="1"/>
              <a:t>tujuan</a:t>
            </a:r>
            <a:r>
              <a:rPr lang="en-US" sz="2933" dirty="0"/>
              <a:t> </a:t>
            </a:r>
            <a:r>
              <a:rPr lang="en-US" sz="2933" dirty="0" err="1"/>
              <a:t>mereka</a:t>
            </a:r>
            <a:r>
              <a:rPr lang="en-US" sz="2933" dirty="0"/>
              <a:t> </a:t>
            </a:r>
            <a:r>
              <a:rPr lang="en-US" sz="2933" dirty="0" err="1"/>
              <a:t>untuk</a:t>
            </a:r>
            <a:r>
              <a:rPr lang="en-US" sz="2933" dirty="0"/>
              <a:t> </a:t>
            </a:r>
            <a:r>
              <a:rPr lang="en-US" sz="2933" b="1" dirty="0" err="1"/>
              <a:t>berinovasi</a:t>
            </a:r>
            <a:r>
              <a:rPr lang="en-US" sz="2933" b="1" dirty="0"/>
              <a:t>, </a:t>
            </a:r>
            <a:r>
              <a:rPr lang="en-US" sz="2933" b="1" dirty="0" err="1"/>
              <a:t>profitabilitas</a:t>
            </a:r>
            <a:r>
              <a:rPr lang="en-US" sz="2933" b="1" dirty="0"/>
              <a:t>,     dan </a:t>
            </a:r>
            <a:r>
              <a:rPr lang="en-US" sz="2933" b="1" dirty="0" err="1"/>
              <a:t>perkembangan</a:t>
            </a:r>
            <a:r>
              <a:rPr lang="en-US" sz="2933" b="1" dirty="0"/>
              <a:t> </a:t>
            </a:r>
            <a:r>
              <a:rPr lang="en-US" sz="2933" b="1" dirty="0" err="1"/>
              <a:t>berkelanjutan</a:t>
            </a:r>
            <a:endParaRPr lang="en-US" sz="2933"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C85BB9-6434-A562-1AAE-241BEE051B8F}"/>
              </a:ext>
            </a:extLst>
          </p:cNvPr>
          <p:cNvSpPr>
            <a:spLocks noGrp="1"/>
          </p:cNvSpPr>
          <p:nvPr>
            <p:ph type="title"/>
          </p:nvPr>
        </p:nvSpPr>
        <p:spPr/>
        <p:txBody>
          <a:bodyPr/>
          <a:lstStyle/>
          <a:p>
            <a:r>
              <a:rPr lang="en-US" dirty="0"/>
              <a:t>UMKM dan Startup</a:t>
            </a:r>
            <a:endParaRPr lang="id-ID" dirty="0"/>
          </a:p>
        </p:txBody>
      </p:sp>
      <p:sp>
        <p:nvSpPr>
          <p:cNvPr id="5" name="Text Placeholder 4">
            <a:extLst>
              <a:ext uri="{FF2B5EF4-FFF2-40B4-BE49-F238E27FC236}">
                <a16:creationId xmlns:a16="http://schemas.microsoft.com/office/drawing/2014/main" id="{2D06FF47-D893-CCE8-6953-34DFBFE34F08}"/>
              </a:ext>
            </a:extLst>
          </p:cNvPr>
          <p:cNvSpPr>
            <a:spLocks noGrp="1"/>
          </p:cNvSpPr>
          <p:nvPr>
            <p:ph type="body" idx="1"/>
          </p:nvPr>
        </p:nvSpPr>
        <p:spPr/>
        <p:txBody>
          <a:bodyPr/>
          <a:lstStyle/>
          <a:p>
            <a:endParaRPr lang="id-ID" dirty="0"/>
          </a:p>
        </p:txBody>
      </p:sp>
    </p:spTree>
    <p:extLst>
      <p:ext uri="{BB962C8B-B14F-4D97-AF65-F5344CB8AC3E}">
        <p14:creationId xmlns:p14="http://schemas.microsoft.com/office/powerpoint/2010/main" val="1399705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58CFF-5EA1-ED6E-0FC5-F84E955177A9}"/>
              </a:ext>
            </a:extLst>
          </p:cNvPr>
          <p:cNvSpPr>
            <a:spLocks noGrp="1"/>
          </p:cNvSpPr>
          <p:nvPr>
            <p:ph type="title"/>
          </p:nvPr>
        </p:nvSpPr>
        <p:spPr/>
        <p:txBody>
          <a:bodyPr>
            <a:normAutofit/>
          </a:bodyPr>
          <a:lstStyle/>
          <a:p>
            <a:r>
              <a:rPr lang="id-ID" dirty="0"/>
              <a:t>Seperti apa usaha yang disebut Usaha Mikro Kecil Menengah (UMKM)?</a:t>
            </a:r>
          </a:p>
        </p:txBody>
      </p:sp>
      <p:sp>
        <p:nvSpPr>
          <p:cNvPr id="3" name="Content Placeholder 2">
            <a:extLst>
              <a:ext uri="{FF2B5EF4-FFF2-40B4-BE49-F238E27FC236}">
                <a16:creationId xmlns:a16="http://schemas.microsoft.com/office/drawing/2014/main" id="{1CD1F776-12BC-F3E0-E9E0-7D832D0998C3}"/>
              </a:ext>
            </a:extLst>
          </p:cNvPr>
          <p:cNvSpPr>
            <a:spLocks noGrp="1"/>
          </p:cNvSpPr>
          <p:nvPr>
            <p:ph idx="1"/>
          </p:nvPr>
        </p:nvSpPr>
        <p:spPr>
          <a:xfrm>
            <a:off x="358140" y="1549001"/>
            <a:ext cx="6259830" cy="3859742"/>
          </a:xfrm>
        </p:spPr>
        <p:txBody>
          <a:bodyPr>
            <a:normAutofit/>
          </a:bodyPr>
          <a:lstStyle/>
          <a:p>
            <a:r>
              <a:rPr lang="id-ID" dirty="0">
                <a:highlight>
                  <a:srgbClr val="FFFF00"/>
                </a:highlight>
              </a:rPr>
              <a:t>World bank </a:t>
            </a:r>
            <a:r>
              <a:rPr lang="id-ID" dirty="0" err="1"/>
              <a:t>mengkategorikan</a:t>
            </a:r>
            <a:r>
              <a:rPr lang="id-ID" dirty="0"/>
              <a:t> karakter usaha sesuai dengan skalanya, UMKM dapat dikelompokkan dalam tiga jenis, </a:t>
            </a:r>
          </a:p>
          <a:p>
            <a:pPr marL="457200" indent="-457200">
              <a:buAutoNum type="arabicPeriod"/>
            </a:pPr>
            <a:r>
              <a:rPr lang="id-ID" dirty="0"/>
              <a:t>Usaha Mikro (jumlah karyawan 10 orang)</a:t>
            </a:r>
          </a:p>
          <a:p>
            <a:pPr marL="0" indent="0">
              <a:buNone/>
            </a:pPr>
            <a:r>
              <a:rPr lang="id-ID" dirty="0"/>
              <a:t>2. Usaha Kecil (jumlah karyawan 30 orang)</a:t>
            </a:r>
          </a:p>
          <a:p>
            <a:pPr marL="0" indent="0">
              <a:buNone/>
            </a:pPr>
            <a:r>
              <a:rPr lang="id-ID" dirty="0"/>
              <a:t>3. Usaha Menengah (jumlah karyawan hingga 300 orang).</a:t>
            </a:r>
          </a:p>
          <a:p>
            <a:endParaRPr lang="id-ID" dirty="0"/>
          </a:p>
        </p:txBody>
      </p:sp>
      <p:pic>
        <p:nvPicPr>
          <p:cNvPr id="4" name="Content Placeholder 5">
            <a:extLst>
              <a:ext uri="{FF2B5EF4-FFF2-40B4-BE49-F238E27FC236}">
                <a16:creationId xmlns:a16="http://schemas.microsoft.com/office/drawing/2014/main" id="{64E9AD37-48F9-88D8-D150-EF9AA05B576D}"/>
              </a:ext>
            </a:extLst>
          </p:cNvPr>
          <p:cNvPicPr>
            <a:picLocks noChangeAspect="1"/>
          </p:cNvPicPr>
          <p:nvPr/>
        </p:nvPicPr>
        <p:blipFill>
          <a:blip r:embed="rId2"/>
          <a:stretch>
            <a:fillRect/>
          </a:stretch>
        </p:blipFill>
        <p:spPr>
          <a:xfrm>
            <a:off x="6361113" y="2874564"/>
            <a:ext cx="5537200" cy="1752600"/>
          </a:xfrm>
          <a:prstGeom prst="rect">
            <a:avLst/>
          </a:prstGeom>
        </p:spPr>
      </p:pic>
      <p:sp>
        <p:nvSpPr>
          <p:cNvPr id="5" name="TextBox 4">
            <a:extLst>
              <a:ext uri="{FF2B5EF4-FFF2-40B4-BE49-F238E27FC236}">
                <a16:creationId xmlns:a16="http://schemas.microsoft.com/office/drawing/2014/main" id="{0094DF4C-735B-0793-C4B7-121209E2308E}"/>
              </a:ext>
            </a:extLst>
          </p:cNvPr>
          <p:cNvSpPr txBox="1"/>
          <p:nvPr/>
        </p:nvSpPr>
        <p:spPr>
          <a:xfrm>
            <a:off x="6848475" y="1543962"/>
            <a:ext cx="3417570" cy="1477328"/>
          </a:xfrm>
          <a:prstGeom prst="rect">
            <a:avLst/>
          </a:prstGeom>
          <a:noFill/>
        </p:spPr>
        <p:txBody>
          <a:bodyPr wrap="square" rtlCol="0">
            <a:spAutoFit/>
          </a:bodyPr>
          <a:lstStyle/>
          <a:p>
            <a:r>
              <a:rPr lang="id-ID" dirty="0">
                <a:highlight>
                  <a:srgbClr val="FFFF00"/>
                </a:highlight>
              </a:rPr>
              <a:t>Bank Indonesia </a:t>
            </a:r>
            <a:r>
              <a:rPr lang="id-ID" dirty="0" err="1"/>
              <a:t>mengklasifikan</a:t>
            </a:r>
            <a:r>
              <a:rPr lang="id-ID" dirty="0"/>
              <a:t> ketiganya berdasarkan Aset dan Omset</a:t>
            </a:r>
          </a:p>
          <a:p>
            <a:endParaRPr lang="id-ID" dirty="0"/>
          </a:p>
        </p:txBody>
      </p:sp>
      <p:sp>
        <p:nvSpPr>
          <p:cNvPr id="6" name="TextBox 5">
            <a:extLst>
              <a:ext uri="{FF2B5EF4-FFF2-40B4-BE49-F238E27FC236}">
                <a16:creationId xmlns:a16="http://schemas.microsoft.com/office/drawing/2014/main" id="{EAD6454E-CBE6-0212-D0D0-22E507206E48}"/>
              </a:ext>
            </a:extLst>
          </p:cNvPr>
          <p:cNvSpPr txBox="1"/>
          <p:nvPr/>
        </p:nvSpPr>
        <p:spPr>
          <a:xfrm>
            <a:off x="1884219" y="5811040"/>
            <a:ext cx="6026009" cy="400110"/>
          </a:xfrm>
          <a:prstGeom prst="rect">
            <a:avLst/>
          </a:prstGeom>
          <a:noFill/>
        </p:spPr>
        <p:txBody>
          <a:bodyPr wrap="none" rtlCol="0">
            <a:spAutoFit/>
          </a:bodyPr>
          <a:lstStyle/>
          <a:p>
            <a:r>
              <a:rPr lang="id-ID" sz="2000" dirty="0"/>
              <a:t>Referensi : </a:t>
            </a:r>
            <a:r>
              <a:rPr lang="id-ID" sz="2000" dirty="0">
                <a:hlinkClick r:id="rId3"/>
              </a:rPr>
              <a:t>Profil UMKM menurut Bank Indonesia</a:t>
            </a:r>
            <a:endParaRPr lang="id-ID" sz="2000" dirty="0"/>
          </a:p>
        </p:txBody>
      </p:sp>
    </p:spTree>
    <p:extLst>
      <p:ext uri="{BB962C8B-B14F-4D97-AF65-F5344CB8AC3E}">
        <p14:creationId xmlns:p14="http://schemas.microsoft.com/office/powerpoint/2010/main" val="1248088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C46CE4-4DA9-5B68-28E4-0339CA0EBCAA}"/>
              </a:ext>
            </a:extLst>
          </p:cNvPr>
          <p:cNvSpPr>
            <a:spLocks noGrp="1"/>
          </p:cNvSpPr>
          <p:nvPr>
            <p:ph type="title"/>
          </p:nvPr>
        </p:nvSpPr>
        <p:spPr/>
        <p:txBody>
          <a:bodyPr/>
          <a:lstStyle/>
          <a:p>
            <a:r>
              <a:rPr lang="id-ID" dirty="0"/>
              <a:t>Seperti apa usaha yang disebut </a:t>
            </a:r>
            <a:r>
              <a:rPr lang="id-ID" dirty="0" err="1"/>
              <a:t>Startup</a:t>
            </a:r>
            <a:r>
              <a:rPr lang="id-ID" dirty="0"/>
              <a:t>?</a:t>
            </a:r>
          </a:p>
        </p:txBody>
      </p:sp>
      <p:sp>
        <p:nvSpPr>
          <p:cNvPr id="9" name="Content Placeholder 8">
            <a:extLst>
              <a:ext uri="{FF2B5EF4-FFF2-40B4-BE49-F238E27FC236}">
                <a16:creationId xmlns:a16="http://schemas.microsoft.com/office/drawing/2014/main" id="{F67BB707-091A-5EA4-E50A-83CB321856A3}"/>
              </a:ext>
            </a:extLst>
          </p:cNvPr>
          <p:cNvSpPr>
            <a:spLocks noGrp="1"/>
          </p:cNvSpPr>
          <p:nvPr>
            <p:ph idx="1"/>
          </p:nvPr>
        </p:nvSpPr>
        <p:spPr/>
        <p:txBody>
          <a:bodyPr>
            <a:normAutofit lnSpcReduction="10000"/>
          </a:bodyPr>
          <a:lstStyle/>
          <a:p>
            <a:r>
              <a:rPr lang="id-ID" dirty="0"/>
              <a:t>Organisasi temporer yang dibangun untuk menemukan model bisnis baru yang dapat diduplikasikan (</a:t>
            </a:r>
            <a:r>
              <a:rPr lang="id-ID" dirty="0" err="1"/>
              <a:t>skalabilitas</a:t>
            </a:r>
            <a:r>
              <a:rPr lang="id-ID" dirty="0"/>
              <a:t>) (</a:t>
            </a:r>
            <a:r>
              <a:rPr lang="id-ID" dirty="0" err="1"/>
              <a:t>Steve</a:t>
            </a:r>
            <a:r>
              <a:rPr lang="id-ID" dirty="0"/>
              <a:t> </a:t>
            </a:r>
            <a:r>
              <a:rPr lang="id-ID" dirty="0" err="1"/>
              <a:t>blank</a:t>
            </a:r>
            <a:r>
              <a:rPr lang="id-ID" dirty="0"/>
              <a:t>, 2012)</a:t>
            </a:r>
          </a:p>
          <a:p>
            <a:r>
              <a:rPr lang="id-ID" dirty="0"/>
              <a:t>Organisasi yang memiliki kompetensi teknologi yang kuat yang mampu berakselerasi dengan cepat dan mandiri dalam </a:t>
            </a:r>
            <a:r>
              <a:rPr lang="id-ID" dirty="0" err="1"/>
              <a:t>lifespan</a:t>
            </a:r>
            <a:r>
              <a:rPr lang="id-ID" dirty="0"/>
              <a:t> maksimum 10 tahun (</a:t>
            </a:r>
            <a:r>
              <a:rPr lang="id-ID" i="1" dirty="0" err="1"/>
              <a:t>Startup</a:t>
            </a:r>
            <a:r>
              <a:rPr lang="id-ID" dirty="0" err="1"/>
              <a:t>ranking</a:t>
            </a:r>
            <a:r>
              <a:rPr lang="id-ID" dirty="0"/>
              <a:t>)</a:t>
            </a:r>
          </a:p>
          <a:p>
            <a:r>
              <a:rPr lang="id-ID" dirty="0"/>
              <a:t>Dari segi omset dan aset, </a:t>
            </a:r>
            <a:r>
              <a:rPr lang="id-ID" dirty="0" err="1"/>
              <a:t>startup</a:t>
            </a:r>
            <a:r>
              <a:rPr lang="id-ID" dirty="0"/>
              <a:t> bisa dikategorikan UMKM. Namun, UMKM tidak bisa masuk kategori </a:t>
            </a:r>
            <a:r>
              <a:rPr lang="id-ID" dirty="0" err="1"/>
              <a:t>startup</a:t>
            </a:r>
            <a:r>
              <a:rPr lang="id-ID" dirty="0"/>
              <a:t> jika tingkat </a:t>
            </a:r>
            <a:r>
              <a:rPr lang="id-ID" dirty="0" err="1"/>
              <a:t>skalabilitasnya</a:t>
            </a:r>
            <a:r>
              <a:rPr lang="id-ID" dirty="0"/>
              <a:t> rendah (MIKTI, 2020)</a:t>
            </a:r>
          </a:p>
          <a:p>
            <a:r>
              <a:rPr lang="id-ID" dirty="0" err="1"/>
              <a:t>Skalabilitas</a:t>
            </a:r>
            <a:r>
              <a:rPr lang="id-ID" dirty="0"/>
              <a:t> adalah kapasitas perusahaan untuk tumbuh mengikut kenaikan </a:t>
            </a:r>
            <a:r>
              <a:rPr lang="id-ID" dirty="0" err="1"/>
              <a:t>demand</a:t>
            </a:r>
            <a:r>
              <a:rPr lang="id-ID" dirty="0"/>
              <a:t> produk/jasa yang ditawarkan. </a:t>
            </a:r>
          </a:p>
        </p:txBody>
      </p:sp>
    </p:spTree>
    <p:extLst>
      <p:ext uri="{BB962C8B-B14F-4D97-AF65-F5344CB8AC3E}">
        <p14:creationId xmlns:p14="http://schemas.microsoft.com/office/powerpoint/2010/main" val="4005570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Freeform: Shape 12">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29B161DF-E457-41D5-83AD-378B43003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A screenshot of a cell phone&#10;&#10;Description automatically generated">
            <a:extLst>
              <a:ext uri="{FF2B5EF4-FFF2-40B4-BE49-F238E27FC236}">
                <a16:creationId xmlns:a16="http://schemas.microsoft.com/office/drawing/2014/main" id="{582E76C1-2937-9F1A-26CD-ABC19681D278}"/>
              </a:ext>
            </a:extLst>
          </p:cNvPr>
          <p:cNvPicPr>
            <a:picLocks noChangeAspect="1"/>
          </p:cNvPicPr>
          <p:nvPr/>
        </p:nvPicPr>
        <p:blipFill rotWithShape="1">
          <a:blip r:embed="rId2"/>
          <a:srcRect l="177" r="7582" b="3"/>
          <a:stretch/>
        </p:blipFill>
        <p:spPr>
          <a:xfrm>
            <a:off x="643466" y="579155"/>
            <a:ext cx="5130797" cy="2642068"/>
          </a:xfrm>
          <a:custGeom>
            <a:avLst/>
            <a:gdLst/>
            <a:ahLst/>
            <a:cxnLst/>
            <a:rect l="l" t="t" r="r" b="b"/>
            <a:pathLst>
              <a:path w="4252881" h="4252881">
                <a:moveTo>
                  <a:pt x="95137" y="0"/>
                </a:moveTo>
                <a:lnTo>
                  <a:pt x="4157744" y="0"/>
                </a:lnTo>
                <a:cubicBezTo>
                  <a:pt x="4210287" y="0"/>
                  <a:pt x="4252881" y="42594"/>
                  <a:pt x="4252881" y="95137"/>
                </a:cubicBezTo>
                <a:lnTo>
                  <a:pt x="4252881" y="4157744"/>
                </a:lnTo>
                <a:cubicBezTo>
                  <a:pt x="4252881" y="4210287"/>
                  <a:pt x="4210287" y="4252881"/>
                  <a:pt x="4157744" y="4252881"/>
                </a:cubicBezTo>
                <a:lnTo>
                  <a:pt x="95137" y="4252881"/>
                </a:lnTo>
                <a:cubicBezTo>
                  <a:pt x="42594" y="4252881"/>
                  <a:pt x="0" y="4210287"/>
                  <a:pt x="0" y="4157744"/>
                </a:cubicBezTo>
                <a:lnTo>
                  <a:pt x="0" y="95137"/>
                </a:lnTo>
                <a:cubicBezTo>
                  <a:pt x="0" y="42594"/>
                  <a:pt x="42594" y="0"/>
                  <a:pt x="95137" y="0"/>
                </a:cubicBezTo>
                <a:close/>
              </a:path>
            </a:pathLst>
          </a:custGeom>
        </p:spPr>
      </p:pic>
      <p:pic>
        <p:nvPicPr>
          <p:cNvPr id="2" name="Picture 1" descr="A map of the world with numbers and a number of countries/regions&#10;&#10;Description automatically generated">
            <a:extLst>
              <a:ext uri="{FF2B5EF4-FFF2-40B4-BE49-F238E27FC236}">
                <a16:creationId xmlns:a16="http://schemas.microsoft.com/office/drawing/2014/main" id="{C7503303-BD97-3D25-22BD-6D8F502E66F1}"/>
              </a:ext>
            </a:extLst>
          </p:cNvPr>
          <p:cNvPicPr>
            <a:picLocks noChangeAspect="1"/>
          </p:cNvPicPr>
          <p:nvPr/>
        </p:nvPicPr>
        <p:blipFill rotWithShape="1">
          <a:blip r:embed="rId3"/>
          <a:srcRect r="2" b="5423"/>
          <a:stretch/>
        </p:blipFill>
        <p:spPr>
          <a:xfrm>
            <a:off x="1088187" y="3579321"/>
            <a:ext cx="5102297" cy="264206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17" name="Rectangle 16">
            <a:extLst>
              <a:ext uri="{FF2B5EF4-FFF2-40B4-BE49-F238E27FC236}">
                <a16:creationId xmlns:a16="http://schemas.microsoft.com/office/drawing/2014/main" id="{107D50C9-F568-423A-A839-B49874AAEE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9499" y="4590068"/>
            <a:ext cx="624734" cy="62473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DE3EA879-0964-B0C7-6166-5CE4063E8EBE}"/>
              </a:ext>
            </a:extLst>
          </p:cNvPr>
          <p:cNvSpPr txBox="1"/>
          <p:nvPr/>
        </p:nvSpPr>
        <p:spPr>
          <a:xfrm>
            <a:off x="6492623" y="2396809"/>
            <a:ext cx="5397237" cy="2365023"/>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400" dirty="0" err="1"/>
              <a:t>Menurut</a:t>
            </a:r>
            <a:r>
              <a:rPr lang="en-US" sz="2400" dirty="0"/>
              <a:t> data </a:t>
            </a:r>
            <a:r>
              <a:rPr lang="en-US" sz="2400" i="1" dirty="0" err="1"/>
              <a:t>startup</a:t>
            </a:r>
            <a:r>
              <a:rPr lang="en-US" sz="2400" dirty="0" err="1"/>
              <a:t>ranking</a:t>
            </a:r>
            <a:r>
              <a:rPr lang="en-US" sz="2400" dirty="0"/>
              <a:t> 2023, Indonesia </a:t>
            </a:r>
            <a:r>
              <a:rPr lang="en-US" sz="2400" dirty="0" err="1"/>
              <a:t>menempati</a:t>
            </a:r>
            <a:r>
              <a:rPr lang="en-US" sz="2400" dirty="0"/>
              <a:t> ranking ke-6</a:t>
            </a:r>
          </a:p>
          <a:p>
            <a:pPr indent="-228600">
              <a:lnSpc>
                <a:spcPct val="90000"/>
              </a:lnSpc>
              <a:spcAft>
                <a:spcPts val="600"/>
              </a:spcAft>
              <a:buFont typeface="Arial" panose="020B0604020202020204" pitchFamily="34" charset="0"/>
              <a:buChar char="•"/>
            </a:pPr>
            <a:r>
              <a:rPr lang="en-US" sz="2400" dirty="0"/>
              <a:t>Indonesia negara Asia ke-2 </a:t>
            </a:r>
            <a:r>
              <a:rPr lang="en-US" sz="2400" dirty="0" err="1"/>
              <a:t>setelah</a:t>
            </a:r>
            <a:r>
              <a:rPr lang="en-US" sz="2400" dirty="0"/>
              <a:t> India yang </a:t>
            </a:r>
            <a:r>
              <a:rPr lang="en-US" sz="2400" dirty="0" err="1"/>
              <a:t>menghasilkan</a:t>
            </a:r>
            <a:r>
              <a:rPr lang="en-US" sz="2400" dirty="0"/>
              <a:t> startup</a:t>
            </a:r>
          </a:p>
          <a:p>
            <a:pPr indent="-228600">
              <a:lnSpc>
                <a:spcPct val="90000"/>
              </a:lnSpc>
              <a:spcAft>
                <a:spcPts val="600"/>
              </a:spcAft>
              <a:buFont typeface="Arial" panose="020B0604020202020204" pitchFamily="34" charset="0"/>
              <a:buChar char="•"/>
            </a:pPr>
            <a:endParaRPr lang="en-US" sz="2400" dirty="0"/>
          </a:p>
        </p:txBody>
      </p:sp>
      <p:sp>
        <p:nvSpPr>
          <p:cNvPr id="10" name="TextBox 9">
            <a:extLst>
              <a:ext uri="{FF2B5EF4-FFF2-40B4-BE49-F238E27FC236}">
                <a16:creationId xmlns:a16="http://schemas.microsoft.com/office/drawing/2014/main" id="{4F9D1828-2913-BDB7-9D82-7678202F074C}"/>
              </a:ext>
            </a:extLst>
          </p:cNvPr>
          <p:cNvSpPr txBox="1"/>
          <p:nvPr/>
        </p:nvSpPr>
        <p:spPr>
          <a:xfrm>
            <a:off x="667603" y="6342319"/>
            <a:ext cx="4196983" cy="276999"/>
          </a:xfrm>
          <a:prstGeom prst="rect">
            <a:avLst/>
          </a:prstGeom>
          <a:noFill/>
        </p:spPr>
        <p:txBody>
          <a:bodyPr wrap="none" rtlCol="0">
            <a:spAutoFit/>
          </a:bodyPr>
          <a:lstStyle/>
          <a:p>
            <a:r>
              <a:rPr lang="id-ID" sz="1200" dirty="0"/>
              <a:t>Referensi : </a:t>
            </a:r>
            <a:r>
              <a:rPr lang="id-ID" sz="1200" dirty="0" err="1"/>
              <a:t>https</a:t>
            </a:r>
            <a:r>
              <a:rPr lang="id-ID" sz="1200" dirty="0"/>
              <a:t>://</a:t>
            </a:r>
            <a:r>
              <a:rPr lang="id-ID" sz="1200" dirty="0" err="1"/>
              <a:t>www.startupranking.com</a:t>
            </a:r>
            <a:r>
              <a:rPr lang="id-ID" sz="1200" dirty="0"/>
              <a:t>/</a:t>
            </a:r>
            <a:r>
              <a:rPr lang="id-ID" sz="1200" dirty="0" err="1"/>
              <a:t>countries</a:t>
            </a:r>
            <a:r>
              <a:rPr lang="id-ID" sz="1200" dirty="0"/>
              <a:t> </a:t>
            </a:r>
          </a:p>
        </p:txBody>
      </p:sp>
    </p:spTree>
    <p:extLst>
      <p:ext uri="{BB962C8B-B14F-4D97-AF65-F5344CB8AC3E}">
        <p14:creationId xmlns:p14="http://schemas.microsoft.com/office/powerpoint/2010/main" val="2221288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040D1-0ED0-6D5F-A639-24B4D9178444}"/>
              </a:ext>
            </a:extLst>
          </p:cNvPr>
          <p:cNvSpPr>
            <a:spLocks noGrp="1"/>
          </p:cNvSpPr>
          <p:nvPr>
            <p:ph type="title"/>
          </p:nvPr>
        </p:nvSpPr>
        <p:spPr/>
        <p:txBody>
          <a:bodyPr/>
          <a:lstStyle/>
          <a:p>
            <a:r>
              <a:rPr lang="id-ID" dirty="0"/>
              <a:t>Bagaimana perusahaan </a:t>
            </a:r>
            <a:r>
              <a:rPr lang="id-ID" dirty="0" err="1"/>
              <a:t>Startup</a:t>
            </a:r>
            <a:r>
              <a:rPr lang="id-ID" dirty="0"/>
              <a:t> bisa berkembang?</a:t>
            </a:r>
          </a:p>
        </p:txBody>
      </p:sp>
      <p:pic>
        <p:nvPicPr>
          <p:cNvPr id="4" name="Content Placeholder 3">
            <a:extLst>
              <a:ext uri="{FF2B5EF4-FFF2-40B4-BE49-F238E27FC236}">
                <a16:creationId xmlns:a16="http://schemas.microsoft.com/office/drawing/2014/main" id="{C8602439-0C39-2B6C-BF07-578763D4B4D0}"/>
              </a:ext>
            </a:extLst>
          </p:cNvPr>
          <p:cNvPicPr>
            <a:picLocks noGrp="1" noChangeAspect="1"/>
          </p:cNvPicPr>
          <p:nvPr>
            <p:ph idx="1"/>
          </p:nvPr>
        </p:nvPicPr>
        <p:blipFill>
          <a:blip r:embed="rId2"/>
          <a:stretch>
            <a:fillRect/>
          </a:stretch>
        </p:blipFill>
        <p:spPr>
          <a:xfrm>
            <a:off x="1005690" y="1348748"/>
            <a:ext cx="7599846" cy="3859213"/>
          </a:xfrm>
          <a:prstGeom prst="rect">
            <a:avLst/>
          </a:prstGeom>
        </p:spPr>
      </p:pic>
      <p:sp>
        <p:nvSpPr>
          <p:cNvPr id="5" name="TextBox 4">
            <a:extLst>
              <a:ext uri="{FF2B5EF4-FFF2-40B4-BE49-F238E27FC236}">
                <a16:creationId xmlns:a16="http://schemas.microsoft.com/office/drawing/2014/main" id="{400E1C32-56D9-DC4C-ACE8-B2BDCD18AA64}"/>
              </a:ext>
            </a:extLst>
          </p:cNvPr>
          <p:cNvSpPr txBox="1"/>
          <p:nvPr/>
        </p:nvSpPr>
        <p:spPr>
          <a:xfrm>
            <a:off x="9272337" y="2037347"/>
            <a:ext cx="2229852" cy="2031325"/>
          </a:xfrm>
          <a:prstGeom prst="rect">
            <a:avLst/>
          </a:prstGeom>
          <a:noFill/>
        </p:spPr>
        <p:txBody>
          <a:bodyPr wrap="square" rtlCol="0">
            <a:spAutoFit/>
          </a:bodyPr>
          <a:lstStyle/>
          <a:p>
            <a:r>
              <a:rPr lang="id-ID" b="1" dirty="0"/>
              <a:t>Langkah awal membuat </a:t>
            </a:r>
            <a:r>
              <a:rPr lang="id-ID" b="1" dirty="0" err="1"/>
              <a:t>startup</a:t>
            </a:r>
            <a:r>
              <a:rPr lang="id-ID" b="1" dirty="0"/>
              <a:t> </a:t>
            </a:r>
            <a:r>
              <a:rPr lang="id-ID" dirty="0"/>
              <a:t>: menemukan masalah untuk diselesaikan (</a:t>
            </a:r>
            <a:r>
              <a:rPr lang="id-ID" dirty="0" err="1"/>
              <a:t>Costumer</a:t>
            </a:r>
            <a:r>
              <a:rPr lang="id-ID" dirty="0"/>
              <a:t> </a:t>
            </a:r>
            <a:r>
              <a:rPr lang="id-ID" dirty="0" err="1"/>
              <a:t>development</a:t>
            </a:r>
            <a:endParaRPr lang="id-ID" dirty="0"/>
          </a:p>
        </p:txBody>
      </p:sp>
      <p:sp>
        <p:nvSpPr>
          <p:cNvPr id="6" name="TextBox 5">
            <a:extLst>
              <a:ext uri="{FF2B5EF4-FFF2-40B4-BE49-F238E27FC236}">
                <a16:creationId xmlns:a16="http://schemas.microsoft.com/office/drawing/2014/main" id="{22A62D0D-5C05-AB2A-814A-5D2B0C970892}"/>
              </a:ext>
            </a:extLst>
          </p:cNvPr>
          <p:cNvSpPr txBox="1"/>
          <p:nvPr/>
        </p:nvSpPr>
        <p:spPr>
          <a:xfrm>
            <a:off x="9272337" y="4469297"/>
            <a:ext cx="2229853" cy="1754326"/>
          </a:xfrm>
          <a:prstGeom prst="rect">
            <a:avLst/>
          </a:prstGeom>
          <a:noFill/>
        </p:spPr>
        <p:txBody>
          <a:bodyPr wrap="square" rtlCol="0">
            <a:spAutoFit/>
          </a:bodyPr>
          <a:lstStyle/>
          <a:p>
            <a:r>
              <a:rPr lang="id-ID" b="1" dirty="0"/>
              <a:t>Fase </a:t>
            </a:r>
            <a:r>
              <a:rPr lang="id-ID" b="1" dirty="0" err="1"/>
              <a:t>kritias</a:t>
            </a:r>
            <a:r>
              <a:rPr lang="id-ID" b="1" dirty="0"/>
              <a:t> dan </a:t>
            </a:r>
            <a:r>
              <a:rPr lang="id-ID" b="1" dirty="0" err="1"/>
              <a:t>beresiko</a:t>
            </a:r>
            <a:r>
              <a:rPr lang="id-ID" b="1" dirty="0"/>
              <a:t> dari perkembangan </a:t>
            </a:r>
            <a:r>
              <a:rPr lang="id-ID" b="1" dirty="0" err="1"/>
              <a:t>startup</a:t>
            </a:r>
            <a:r>
              <a:rPr lang="id-ID" b="1" dirty="0"/>
              <a:t> </a:t>
            </a:r>
            <a:r>
              <a:rPr lang="id-ID" dirty="0"/>
              <a:t>: menemukan produk-</a:t>
            </a:r>
            <a:r>
              <a:rPr lang="id-ID" dirty="0" err="1"/>
              <a:t>market</a:t>
            </a:r>
            <a:r>
              <a:rPr lang="id-ID" dirty="0"/>
              <a:t> fit</a:t>
            </a:r>
          </a:p>
        </p:txBody>
      </p:sp>
      <p:sp>
        <p:nvSpPr>
          <p:cNvPr id="7" name="TextBox 6">
            <a:extLst>
              <a:ext uri="{FF2B5EF4-FFF2-40B4-BE49-F238E27FC236}">
                <a16:creationId xmlns:a16="http://schemas.microsoft.com/office/drawing/2014/main" id="{DA0EBD3A-3B64-63AA-3C40-0C0DCFF3A507}"/>
              </a:ext>
            </a:extLst>
          </p:cNvPr>
          <p:cNvSpPr txBox="1"/>
          <p:nvPr/>
        </p:nvSpPr>
        <p:spPr>
          <a:xfrm>
            <a:off x="1973179" y="5509252"/>
            <a:ext cx="4990469" cy="369332"/>
          </a:xfrm>
          <a:prstGeom prst="rect">
            <a:avLst/>
          </a:prstGeom>
          <a:noFill/>
        </p:spPr>
        <p:txBody>
          <a:bodyPr wrap="none" rtlCol="0">
            <a:spAutoFit/>
          </a:bodyPr>
          <a:lstStyle/>
          <a:p>
            <a:r>
              <a:rPr lang="id-ID" dirty="0"/>
              <a:t>Referensi : </a:t>
            </a:r>
            <a:r>
              <a:rPr lang="id-ID" dirty="0">
                <a:hlinkClick r:id="rId3"/>
              </a:rPr>
              <a:t>3 </a:t>
            </a:r>
            <a:r>
              <a:rPr lang="id-ID" dirty="0" err="1">
                <a:hlinkClick r:id="rId3"/>
              </a:rPr>
              <a:t>stage</a:t>
            </a:r>
            <a:r>
              <a:rPr lang="id-ID" dirty="0">
                <a:hlinkClick r:id="rId3"/>
              </a:rPr>
              <a:t> </a:t>
            </a:r>
            <a:r>
              <a:rPr lang="id-ID" dirty="0" err="1">
                <a:hlinkClick r:id="rId3"/>
              </a:rPr>
              <a:t>of</a:t>
            </a:r>
            <a:r>
              <a:rPr lang="id-ID" dirty="0">
                <a:hlinkClick r:id="rId3"/>
              </a:rPr>
              <a:t> </a:t>
            </a:r>
            <a:r>
              <a:rPr lang="id-ID" dirty="0" err="1">
                <a:hlinkClick r:id="rId3"/>
              </a:rPr>
              <a:t>startup</a:t>
            </a:r>
            <a:r>
              <a:rPr lang="id-ID" dirty="0">
                <a:hlinkClick r:id="rId3"/>
              </a:rPr>
              <a:t> </a:t>
            </a:r>
            <a:r>
              <a:rPr lang="id-ID" dirty="0" err="1">
                <a:hlinkClick r:id="rId3"/>
              </a:rPr>
              <a:t>development</a:t>
            </a:r>
            <a:r>
              <a:rPr lang="id-ID" dirty="0">
                <a:hlinkClick r:id="rId3"/>
              </a:rPr>
              <a:t> </a:t>
            </a:r>
            <a:endParaRPr lang="id-ID" dirty="0"/>
          </a:p>
        </p:txBody>
      </p:sp>
      <p:sp>
        <p:nvSpPr>
          <p:cNvPr id="9" name="TextBox 8">
            <a:extLst>
              <a:ext uri="{FF2B5EF4-FFF2-40B4-BE49-F238E27FC236}">
                <a16:creationId xmlns:a16="http://schemas.microsoft.com/office/drawing/2014/main" id="{A2931437-DCCD-C022-406C-3A234DEA7BD7}"/>
              </a:ext>
            </a:extLst>
          </p:cNvPr>
          <p:cNvSpPr txBox="1"/>
          <p:nvPr/>
        </p:nvSpPr>
        <p:spPr>
          <a:xfrm>
            <a:off x="1973178" y="5995209"/>
            <a:ext cx="6147837" cy="369332"/>
          </a:xfrm>
          <a:prstGeom prst="rect">
            <a:avLst/>
          </a:prstGeom>
          <a:noFill/>
        </p:spPr>
        <p:txBody>
          <a:bodyPr wrap="none" rtlCol="0">
            <a:spAutoFit/>
          </a:bodyPr>
          <a:lstStyle/>
          <a:p>
            <a:r>
              <a:rPr lang="id-ID" dirty="0"/>
              <a:t>Referensi : </a:t>
            </a:r>
            <a:r>
              <a:rPr lang="id-ID" dirty="0">
                <a:hlinkClick r:id="rId4"/>
              </a:rPr>
              <a:t>Formula keberhasilan </a:t>
            </a:r>
            <a:r>
              <a:rPr lang="id-ID" dirty="0" err="1">
                <a:hlinkClick r:id="rId4"/>
              </a:rPr>
              <a:t>startup</a:t>
            </a:r>
            <a:r>
              <a:rPr lang="id-ID" dirty="0">
                <a:hlinkClick r:id="rId4"/>
              </a:rPr>
              <a:t> </a:t>
            </a:r>
            <a:r>
              <a:rPr lang="id-ID" dirty="0" err="1">
                <a:hlinkClick r:id="rId4"/>
              </a:rPr>
              <a:t>disetiap</a:t>
            </a:r>
            <a:r>
              <a:rPr lang="id-ID" dirty="0">
                <a:hlinkClick r:id="rId4"/>
              </a:rPr>
              <a:t> fase </a:t>
            </a:r>
            <a:endParaRPr lang="id-ID" dirty="0"/>
          </a:p>
        </p:txBody>
      </p:sp>
    </p:spTree>
    <p:extLst>
      <p:ext uri="{BB962C8B-B14F-4D97-AF65-F5344CB8AC3E}">
        <p14:creationId xmlns:p14="http://schemas.microsoft.com/office/powerpoint/2010/main" val="293733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471D5-A449-BB37-775C-B1291B821BE3}"/>
              </a:ext>
            </a:extLst>
          </p:cNvPr>
          <p:cNvSpPr>
            <a:spLocks noGrp="1"/>
          </p:cNvSpPr>
          <p:nvPr>
            <p:ph type="title"/>
          </p:nvPr>
        </p:nvSpPr>
        <p:spPr/>
        <p:txBody>
          <a:bodyPr/>
          <a:lstStyle/>
          <a:p>
            <a:r>
              <a:rPr lang="id-ID" dirty="0"/>
              <a:t>Kategori Model Bisnis</a:t>
            </a:r>
          </a:p>
        </p:txBody>
      </p:sp>
      <p:sp>
        <p:nvSpPr>
          <p:cNvPr id="3" name="Content Placeholder 2">
            <a:extLst>
              <a:ext uri="{FF2B5EF4-FFF2-40B4-BE49-F238E27FC236}">
                <a16:creationId xmlns:a16="http://schemas.microsoft.com/office/drawing/2014/main" id="{76A60017-8A6D-D6C3-95CD-65E7DE2EA4C9}"/>
              </a:ext>
            </a:extLst>
          </p:cNvPr>
          <p:cNvSpPr>
            <a:spLocks noGrp="1"/>
          </p:cNvSpPr>
          <p:nvPr>
            <p:ph idx="1"/>
          </p:nvPr>
        </p:nvSpPr>
        <p:spPr>
          <a:xfrm>
            <a:off x="838200" y="1506856"/>
            <a:ext cx="10515600" cy="3859742"/>
          </a:xfrm>
        </p:spPr>
        <p:txBody>
          <a:bodyPr>
            <a:normAutofit lnSpcReduction="10000"/>
          </a:bodyPr>
          <a:lstStyle/>
          <a:p>
            <a:r>
              <a:rPr lang="id-ID" dirty="0"/>
              <a:t>Model bisnis merepresentasikan </a:t>
            </a:r>
            <a:r>
              <a:rPr lang="id-ID" b="1" dirty="0"/>
              <a:t>kepribadian perusahaan yang menjadi daya tarik bagi konsumen </a:t>
            </a:r>
          </a:p>
          <a:p>
            <a:r>
              <a:rPr lang="id-ID" dirty="0"/>
              <a:t>Model bisnis adalah konsep bagaimana sebuah bisnis </a:t>
            </a:r>
            <a:r>
              <a:rPr lang="id-ID" b="1" dirty="0"/>
              <a:t>menghasilkan </a:t>
            </a:r>
            <a:r>
              <a:rPr lang="id-ID" b="1" dirty="0" err="1"/>
              <a:t>keuntungan</a:t>
            </a:r>
            <a:r>
              <a:rPr lang="id-ID" dirty="0" err="1"/>
              <a:t>,mengarahkan</a:t>
            </a:r>
            <a:r>
              <a:rPr lang="id-ID" dirty="0"/>
              <a:t> perusahaan untuk </a:t>
            </a:r>
            <a:r>
              <a:rPr lang="id-ID" b="1" dirty="0"/>
              <a:t>mengembangkan inovasi bisnisnya</a:t>
            </a:r>
          </a:p>
          <a:p>
            <a:r>
              <a:rPr lang="id-ID" dirty="0"/>
              <a:t>Pola model bisnis ada 2 tipe : </a:t>
            </a:r>
          </a:p>
          <a:p>
            <a:pPr marL="457200" indent="-457200">
              <a:buAutoNum type="arabicPeriod"/>
            </a:pPr>
            <a:r>
              <a:rPr lang="id-ID" dirty="0"/>
              <a:t>Model bisnis primer : berfokus pada aspek nyata yang dapat dibeli dan dijual dalam </a:t>
            </a:r>
            <a:r>
              <a:rPr lang="id-ID" b="1" dirty="0"/>
              <a:t>sekali transaksi</a:t>
            </a:r>
          </a:p>
          <a:p>
            <a:pPr marL="457200" indent="-457200">
              <a:buAutoNum type="arabicPeriod"/>
            </a:pPr>
            <a:r>
              <a:rPr lang="id-ID" dirty="0"/>
              <a:t>Model bisnis sekunder : model bisnis yang </a:t>
            </a:r>
            <a:r>
              <a:rPr lang="id-ID" b="1" dirty="0" err="1"/>
              <a:t>mengkombinasikan</a:t>
            </a:r>
            <a:r>
              <a:rPr lang="id-ID" dirty="0"/>
              <a:t> satu hingga tiga model bisnis primer.  </a:t>
            </a:r>
          </a:p>
          <a:p>
            <a:endParaRPr lang="id-ID" dirty="0"/>
          </a:p>
        </p:txBody>
      </p:sp>
    </p:spTree>
    <p:extLst>
      <p:ext uri="{BB962C8B-B14F-4D97-AF65-F5344CB8AC3E}">
        <p14:creationId xmlns:p14="http://schemas.microsoft.com/office/powerpoint/2010/main" val="638362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D1C62-FF06-CD93-CFCC-4302196117FA}"/>
              </a:ext>
            </a:extLst>
          </p:cNvPr>
          <p:cNvSpPr>
            <a:spLocks noGrp="1"/>
          </p:cNvSpPr>
          <p:nvPr>
            <p:ph type="title"/>
          </p:nvPr>
        </p:nvSpPr>
        <p:spPr/>
        <p:txBody>
          <a:bodyPr/>
          <a:lstStyle/>
          <a:p>
            <a:r>
              <a:rPr lang="id-ID" dirty="0"/>
              <a:t>Kategori model bisnis</a:t>
            </a:r>
          </a:p>
        </p:txBody>
      </p:sp>
      <p:pic>
        <p:nvPicPr>
          <p:cNvPr id="4" name="Content Placeholder 3">
            <a:extLst>
              <a:ext uri="{FF2B5EF4-FFF2-40B4-BE49-F238E27FC236}">
                <a16:creationId xmlns:a16="http://schemas.microsoft.com/office/drawing/2014/main" id="{E85147A4-0B62-8E01-9312-F0375B13FA3A}"/>
              </a:ext>
            </a:extLst>
          </p:cNvPr>
          <p:cNvPicPr>
            <a:picLocks noGrp="1" noChangeAspect="1"/>
          </p:cNvPicPr>
          <p:nvPr>
            <p:ph idx="1"/>
          </p:nvPr>
        </p:nvPicPr>
        <p:blipFill>
          <a:blip r:embed="rId2"/>
          <a:stretch>
            <a:fillRect/>
          </a:stretch>
        </p:blipFill>
        <p:spPr>
          <a:xfrm>
            <a:off x="838200" y="2113646"/>
            <a:ext cx="3213100" cy="2400300"/>
          </a:xfrm>
          <a:prstGeom prst="rect">
            <a:avLst/>
          </a:prstGeom>
        </p:spPr>
      </p:pic>
      <p:pic>
        <p:nvPicPr>
          <p:cNvPr id="5" name="Picture 4">
            <a:extLst>
              <a:ext uri="{FF2B5EF4-FFF2-40B4-BE49-F238E27FC236}">
                <a16:creationId xmlns:a16="http://schemas.microsoft.com/office/drawing/2014/main" id="{972D6273-E5E2-6D9C-01DF-D46F8E789854}"/>
              </a:ext>
            </a:extLst>
          </p:cNvPr>
          <p:cNvPicPr>
            <a:picLocks noChangeAspect="1"/>
          </p:cNvPicPr>
          <p:nvPr/>
        </p:nvPicPr>
        <p:blipFill>
          <a:blip r:embed="rId3"/>
          <a:stretch>
            <a:fillRect/>
          </a:stretch>
        </p:blipFill>
        <p:spPr>
          <a:xfrm>
            <a:off x="5738649" y="1254177"/>
            <a:ext cx="5972970" cy="4579066"/>
          </a:xfrm>
          <a:prstGeom prst="rect">
            <a:avLst/>
          </a:prstGeom>
        </p:spPr>
      </p:pic>
      <p:sp>
        <p:nvSpPr>
          <p:cNvPr id="11" name="TextBox 10">
            <a:extLst>
              <a:ext uri="{FF2B5EF4-FFF2-40B4-BE49-F238E27FC236}">
                <a16:creationId xmlns:a16="http://schemas.microsoft.com/office/drawing/2014/main" id="{F42F15B5-9264-6CA0-7F1D-C1230A75097E}"/>
              </a:ext>
            </a:extLst>
          </p:cNvPr>
          <p:cNvSpPr txBox="1"/>
          <p:nvPr/>
        </p:nvSpPr>
        <p:spPr>
          <a:xfrm>
            <a:off x="1496929" y="4522573"/>
            <a:ext cx="2329484" cy="369332"/>
          </a:xfrm>
          <a:prstGeom prst="rect">
            <a:avLst/>
          </a:prstGeom>
          <a:noFill/>
        </p:spPr>
        <p:txBody>
          <a:bodyPr wrap="none" rtlCol="0">
            <a:spAutoFit/>
          </a:bodyPr>
          <a:lstStyle/>
          <a:p>
            <a:r>
              <a:rPr lang="id-ID" dirty="0"/>
              <a:t>Model Bisnis Primer </a:t>
            </a:r>
          </a:p>
        </p:txBody>
      </p:sp>
      <p:sp>
        <p:nvSpPr>
          <p:cNvPr id="12" name="TextBox 11">
            <a:extLst>
              <a:ext uri="{FF2B5EF4-FFF2-40B4-BE49-F238E27FC236}">
                <a16:creationId xmlns:a16="http://schemas.microsoft.com/office/drawing/2014/main" id="{D884C040-8B58-B9CD-21A5-2C6E891E583B}"/>
              </a:ext>
            </a:extLst>
          </p:cNvPr>
          <p:cNvSpPr txBox="1"/>
          <p:nvPr/>
        </p:nvSpPr>
        <p:spPr>
          <a:xfrm>
            <a:off x="7592452" y="5852868"/>
            <a:ext cx="2619628" cy="369332"/>
          </a:xfrm>
          <a:prstGeom prst="rect">
            <a:avLst/>
          </a:prstGeom>
          <a:noFill/>
        </p:spPr>
        <p:txBody>
          <a:bodyPr wrap="none" rtlCol="0">
            <a:spAutoFit/>
          </a:bodyPr>
          <a:lstStyle/>
          <a:p>
            <a:r>
              <a:rPr lang="id-ID" dirty="0"/>
              <a:t>Model Bisnis Sekunder</a:t>
            </a:r>
          </a:p>
        </p:txBody>
      </p:sp>
      <p:sp>
        <p:nvSpPr>
          <p:cNvPr id="6" name="TextBox 5">
            <a:extLst>
              <a:ext uri="{FF2B5EF4-FFF2-40B4-BE49-F238E27FC236}">
                <a16:creationId xmlns:a16="http://schemas.microsoft.com/office/drawing/2014/main" id="{403A3E74-C8DB-2153-267D-65A11303D034}"/>
              </a:ext>
            </a:extLst>
          </p:cNvPr>
          <p:cNvSpPr txBox="1"/>
          <p:nvPr/>
        </p:nvSpPr>
        <p:spPr>
          <a:xfrm>
            <a:off x="1084217" y="5989563"/>
            <a:ext cx="4320413" cy="369332"/>
          </a:xfrm>
          <a:prstGeom prst="rect">
            <a:avLst/>
          </a:prstGeom>
          <a:noFill/>
        </p:spPr>
        <p:txBody>
          <a:bodyPr wrap="none" rtlCol="0">
            <a:spAutoFit/>
          </a:bodyPr>
          <a:lstStyle/>
          <a:p>
            <a:r>
              <a:rPr lang="id-ID" dirty="0">
                <a:hlinkClick r:id="rId4"/>
              </a:rPr>
              <a:t>Referensi : </a:t>
            </a:r>
            <a:r>
              <a:rPr lang="id-ID" dirty="0" err="1">
                <a:hlinkClick r:id="rId4"/>
              </a:rPr>
              <a:t>business</a:t>
            </a:r>
            <a:r>
              <a:rPr lang="id-ID" dirty="0">
                <a:hlinkClick r:id="rId4"/>
              </a:rPr>
              <a:t> model </a:t>
            </a:r>
            <a:r>
              <a:rPr lang="id-ID" dirty="0" err="1">
                <a:hlinkClick r:id="rId4"/>
              </a:rPr>
              <a:t>archetype</a:t>
            </a:r>
            <a:endParaRPr lang="id-ID" dirty="0"/>
          </a:p>
        </p:txBody>
      </p:sp>
    </p:spTree>
    <p:extLst>
      <p:ext uri="{BB962C8B-B14F-4D97-AF65-F5344CB8AC3E}">
        <p14:creationId xmlns:p14="http://schemas.microsoft.com/office/powerpoint/2010/main" val="3288445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93CB8-923E-5074-BD9D-6E5255AC77A9}"/>
              </a:ext>
            </a:extLst>
          </p:cNvPr>
          <p:cNvSpPr>
            <a:spLocks noGrp="1"/>
          </p:cNvSpPr>
          <p:nvPr>
            <p:ph type="title"/>
          </p:nvPr>
        </p:nvSpPr>
        <p:spPr>
          <a:xfrm>
            <a:off x="0" y="1"/>
            <a:ext cx="7036904" cy="795310"/>
          </a:xfrm>
        </p:spPr>
        <p:txBody>
          <a:bodyPr>
            <a:normAutofit fontScale="90000"/>
          </a:bodyPr>
          <a:lstStyle/>
          <a:p>
            <a:r>
              <a:rPr lang="id-ID" dirty="0"/>
              <a:t>Contoh kategori model bisnis primer</a:t>
            </a:r>
          </a:p>
        </p:txBody>
      </p:sp>
      <p:pic>
        <p:nvPicPr>
          <p:cNvPr id="9" name="Content Placeholder 8">
            <a:extLst>
              <a:ext uri="{FF2B5EF4-FFF2-40B4-BE49-F238E27FC236}">
                <a16:creationId xmlns:a16="http://schemas.microsoft.com/office/drawing/2014/main" id="{6B47089E-85EA-BC33-E1D3-F59F80D8FB5C}"/>
              </a:ext>
            </a:extLst>
          </p:cNvPr>
          <p:cNvPicPr>
            <a:picLocks noGrp="1" noChangeAspect="1"/>
          </p:cNvPicPr>
          <p:nvPr>
            <p:ph idx="1"/>
          </p:nvPr>
        </p:nvPicPr>
        <p:blipFill>
          <a:blip r:embed="rId2"/>
          <a:stretch>
            <a:fillRect/>
          </a:stretch>
        </p:blipFill>
        <p:spPr>
          <a:xfrm>
            <a:off x="333513" y="1407940"/>
            <a:ext cx="3454400" cy="2667000"/>
          </a:xfrm>
          <a:prstGeom prst="rect">
            <a:avLst/>
          </a:prstGeom>
        </p:spPr>
      </p:pic>
      <p:pic>
        <p:nvPicPr>
          <p:cNvPr id="10" name="Picture 9">
            <a:extLst>
              <a:ext uri="{FF2B5EF4-FFF2-40B4-BE49-F238E27FC236}">
                <a16:creationId xmlns:a16="http://schemas.microsoft.com/office/drawing/2014/main" id="{28218473-09D7-9198-9852-2AC81FEFA751}"/>
              </a:ext>
            </a:extLst>
          </p:cNvPr>
          <p:cNvPicPr>
            <a:picLocks noChangeAspect="1"/>
          </p:cNvPicPr>
          <p:nvPr/>
        </p:nvPicPr>
        <p:blipFill>
          <a:blip r:embed="rId3"/>
          <a:stretch>
            <a:fillRect/>
          </a:stretch>
        </p:blipFill>
        <p:spPr>
          <a:xfrm>
            <a:off x="4203699" y="1113183"/>
            <a:ext cx="3412197" cy="3137389"/>
          </a:xfrm>
          <a:prstGeom prst="rect">
            <a:avLst/>
          </a:prstGeom>
        </p:spPr>
      </p:pic>
      <p:pic>
        <p:nvPicPr>
          <p:cNvPr id="11" name="Picture 10">
            <a:extLst>
              <a:ext uri="{FF2B5EF4-FFF2-40B4-BE49-F238E27FC236}">
                <a16:creationId xmlns:a16="http://schemas.microsoft.com/office/drawing/2014/main" id="{BF540674-FD89-FD50-D66B-429CC3EF755D}"/>
              </a:ext>
            </a:extLst>
          </p:cNvPr>
          <p:cNvPicPr>
            <a:picLocks noChangeAspect="1"/>
          </p:cNvPicPr>
          <p:nvPr/>
        </p:nvPicPr>
        <p:blipFill>
          <a:blip r:embed="rId4"/>
          <a:stretch>
            <a:fillRect/>
          </a:stretch>
        </p:blipFill>
        <p:spPr>
          <a:xfrm>
            <a:off x="7984987" y="795310"/>
            <a:ext cx="3784600" cy="3505200"/>
          </a:xfrm>
          <a:prstGeom prst="rect">
            <a:avLst/>
          </a:prstGeom>
        </p:spPr>
      </p:pic>
      <p:sp>
        <p:nvSpPr>
          <p:cNvPr id="13" name="TextBox 12">
            <a:extLst>
              <a:ext uri="{FF2B5EF4-FFF2-40B4-BE49-F238E27FC236}">
                <a16:creationId xmlns:a16="http://schemas.microsoft.com/office/drawing/2014/main" id="{813E1C1E-C4B7-A8F3-7ABC-FDF009F9711E}"/>
              </a:ext>
            </a:extLst>
          </p:cNvPr>
          <p:cNvSpPr txBox="1"/>
          <p:nvPr/>
        </p:nvSpPr>
        <p:spPr>
          <a:xfrm>
            <a:off x="141357" y="4074940"/>
            <a:ext cx="3646556" cy="923330"/>
          </a:xfrm>
          <a:prstGeom prst="rect">
            <a:avLst/>
          </a:prstGeom>
          <a:noFill/>
        </p:spPr>
        <p:txBody>
          <a:bodyPr wrap="square" rtlCol="0">
            <a:spAutoFit/>
          </a:bodyPr>
          <a:lstStyle/>
          <a:p>
            <a:r>
              <a:rPr lang="id-ID" dirty="0"/>
              <a:t>Konsumen membeli produk hanya sekali transaksi</a:t>
            </a:r>
          </a:p>
          <a:p>
            <a:r>
              <a:rPr lang="id-ID" dirty="0"/>
              <a:t>Contoh : </a:t>
            </a:r>
            <a:r>
              <a:rPr lang="id-ID" dirty="0" err="1"/>
              <a:t>software</a:t>
            </a:r>
            <a:r>
              <a:rPr lang="id-ID" dirty="0"/>
              <a:t>, baju, </a:t>
            </a:r>
            <a:r>
              <a:rPr lang="id-ID" dirty="0" err="1"/>
              <a:t>dll</a:t>
            </a:r>
            <a:endParaRPr lang="id-ID" dirty="0"/>
          </a:p>
        </p:txBody>
      </p:sp>
      <p:sp>
        <p:nvSpPr>
          <p:cNvPr id="17" name="TextBox 16">
            <a:extLst>
              <a:ext uri="{FF2B5EF4-FFF2-40B4-BE49-F238E27FC236}">
                <a16:creationId xmlns:a16="http://schemas.microsoft.com/office/drawing/2014/main" id="{720A4D92-F910-EB7E-7BF1-F580F46868BD}"/>
              </a:ext>
            </a:extLst>
          </p:cNvPr>
          <p:cNvSpPr txBox="1"/>
          <p:nvPr/>
        </p:nvSpPr>
        <p:spPr>
          <a:xfrm>
            <a:off x="4527395" y="4438184"/>
            <a:ext cx="3088501" cy="2031325"/>
          </a:xfrm>
          <a:prstGeom prst="rect">
            <a:avLst/>
          </a:prstGeom>
          <a:noFill/>
        </p:spPr>
        <p:txBody>
          <a:bodyPr wrap="square" rtlCol="0">
            <a:spAutoFit/>
          </a:bodyPr>
          <a:lstStyle/>
          <a:p>
            <a:r>
              <a:rPr lang="id-ID" dirty="0"/>
              <a:t>Service terkadang </a:t>
            </a:r>
            <a:r>
              <a:rPr lang="id-ID" dirty="0" err="1"/>
              <a:t>menyempurkan</a:t>
            </a:r>
            <a:r>
              <a:rPr lang="id-ID" dirty="0"/>
              <a:t> nilai sebuah produk : garansi, perawatan, </a:t>
            </a:r>
            <a:r>
              <a:rPr lang="id-ID" dirty="0" err="1"/>
              <a:t>kostumisasi</a:t>
            </a:r>
            <a:r>
              <a:rPr lang="id-ID" dirty="0"/>
              <a:t>. </a:t>
            </a:r>
          </a:p>
          <a:p>
            <a:r>
              <a:rPr lang="id-ID" dirty="0"/>
              <a:t>-</a:t>
            </a:r>
            <a:r>
              <a:rPr lang="id-ID" dirty="0" err="1"/>
              <a:t>service</a:t>
            </a:r>
            <a:r>
              <a:rPr lang="id-ID" dirty="0"/>
              <a:t> terkadang membutuhkan tenaga profesional</a:t>
            </a:r>
          </a:p>
        </p:txBody>
      </p:sp>
      <p:sp>
        <p:nvSpPr>
          <p:cNvPr id="18" name="TextBox 17">
            <a:extLst>
              <a:ext uri="{FF2B5EF4-FFF2-40B4-BE49-F238E27FC236}">
                <a16:creationId xmlns:a16="http://schemas.microsoft.com/office/drawing/2014/main" id="{26A87269-7CA0-1098-659A-E7354F5EBB0F}"/>
              </a:ext>
            </a:extLst>
          </p:cNvPr>
          <p:cNvSpPr txBox="1"/>
          <p:nvPr/>
        </p:nvSpPr>
        <p:spPr>
          <a:xfrm>
            <a:off x="7907413" y="4438184"/>
            <a:ext cx="3088501" cy="2031325"/>
          </a:xfrm>
          <a:prstGeom prst="rect">
            <a:avLst/>
          </a:prstGeom>
          <a:noFill/>
        </p:spPr>
        <p:txBody>
          <a:bodyPr wrap="square" rtlCol="0">
            <a:spAutoFit/>
          </a:bodyPr>
          <a:lstStyle/>
          <a:p>
            <a:r>
              <a:rPr lang="id-ID" dirty="0"/>
              <a:t>mencari sesuatu yang bernilai yang ada di pasaran, mengemasnya, dan membuatnya tersedia bagi mereka yang menginginkannya. </a:t>
            </a:r>
            <a:r>
              <a:rPr lang="id-ID" dirty="0" err="1"/>
              <a:t>Cth</a:t>
            </a:r>
            <a:r>
              <a:rPr lang="id-ID" dirty="0"/>
              <a:t> : warung, </a:t>
            </a:r>
            <a:r>
              <a:rPr lang="id-ID" dirty="0" err="1"/>
              <a:t>reseller</a:t>
            </a:r>
            <a:r>
              <a:rPr lang="id-ID" dirty="0"/>
              <a:t> </a:t>
            </a:r>
          </a:p>
        </p:txBody>
      </p:sp>
    </p:spTree>
    <p:extLst>
      <p:ext uri="{BB962C8B-B14F-4D97-AF65-F5344CB8AC3E}">
        <p14:creationId xmlns:p14="http://schemas.microsoft.com/office/powerpoint/2010/main" val="15995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A14DA-FB15-C4D1-D365-784B4C5805D3}"/>
              </a:ext>
            </a:extLst>
          </p:cNvPr>
          <p:cNvSpPr>
            <a:spLocks noGrp="1"/>
          </p:cNvSpPr>
          <p:nvPr>
            <p:ph type="title"/>
          </p:nvPr>
        </p:nvSpPr>
        <p:spPr>
          <a:xfrm>
            <a:off x="838199" y="365126"/>
            <a:ext cx="7285384" cy="660786"/>
          </a:xfrm>
        </p:spPr>
        <p:txBody>
          <a:bodyPr>
            <a:normAutofit fontScale="90000"/>
          </a:bodyPr>
          <a:lstStyle/>
          <a:p>
            <a:r>
              <a:rPr lang="id-ID" dirty="0"/>
              <a:t>Contoh kategori model bisnis sekunder</a:t>
            </a:r>
          </a:p>
        </p:txBody>
      </p:sp>
      <p:pic>
        <p:nvPicPr>
          <p:cNvPr id="4" name="Content Placeholder 3">
            <a:extLst>
              <a:ext uri="{FF2B5EF4-FFF2-40B4-BE49-F238E27FC236}">
                <a16:creationId xmlns:a16="http://schemas.microsoft.com/office/drawing/2014/main" id="{D5477130-78EF-59E7-2071-DB688D32E7C2}"/>
              </a:ext>
            </a:extLst>
          </p:cNvPr>
          <p:cNvPicPr>
            <a:picLocks noGrp="1" noChangeAspect="1"/>
          </p:cNvPicPr>
          <p:nvPr>
            <p:ph idx="1"/>
          </p:nvPr>
        </p:nvPicPr>
        <p:blipFill>
          <a:blip r:embed="rId2"/>
          <a:stretch>
            <a:fillRect/>
          </a:stretch>
        </p:blipFill>
        <p:spPr>
          <a:xfrm>
            <a:off x="679932" y="1208320"/>
            <a:ext cx="3579834" cy="2517432"/>
          </a:xfrm>
          <a:prstGeom prst="rect">
            <a:avLst/>
          </a:prstGeom>
        </p:spPr>
      </p:pic>
      <p:pic>
        <p:nvPicPr>
          <p:cNvPr id="5" name="Picture 4">
            <a:extLst>
              <a:ext uri="{FF2B5EF4-FFF2-40B4-BE49-F238E27FC236}">
                <a16:creationId xmlns:a16="http://schemas.microsoft.com/office/drawing/2014/main" id="{36E70ACE-EAAB-2C5D-DB54-F96A349671BA}"/>
              </a:ext>
            </a:extLst>
          </p:cNvPr>
          <p:cNvPicPr>
            <a:picLocks noChangeAspect="1"/>
          </p:cNvPicPr>
          <p:nvPr/>
        </p:nvPicPr>
        <p:blipFill>
          <a:blip r:embed="rId3"/>
          <a:stretch>
            <a:fillRect/>
          </a:stretch>
        </p:blipFill>
        <p:spPr>
          <a:xfrm>
            <a:off x="4630622" y="956821"/>
            <a:ext cx="2867237" cy="2123207"/>
          </a:xfrm>
          <a:prstGeom prst="rect">
            <a:avLst/>
          </a:prstGeom>
        </p:spPr>
      </p:pic>
      <p:pic>
        <p:nvPicPr>
          <p:cNvPr id="7" name="Picture 6">
            <a:extLst>
              <a:ext uri="{FF2B5EF4-FFF2-40B4-BE49-F238E27FC236}">
                <a16:creationId xmlns:a16="http://schemas.microsoft.com/office/drawing/2014/main" id="{2B9B6398-ABA6-0E79-B704-7C830750B70D}"/>
              </a:ext>
            </a:extLst>
          </p:cNvPr>
          <p:cNvPicPr>
            <a:picLocks noChangeAspect="1"/>
          </p:cNvPicPr>
          <p:nvPr/>
        </p:nvPicPr>
        <p:blipFill>
          <a:blip r:embed="rId4"/>
          <a:stretch>
            <a:fillRect/>
          </a:stretch>
        </p:blipFill>
        <p:spPr>
          <a:xfrm>
            <a:off x="8566444" y="365126"/>
            <a:ext cx="3307521" cy="2304000"/>
          </a:xfrm>
          <a:prstGeom prst="rect">
            <a:avLst/>
          </a:prstGeom>
        </p:spPr>
      </p:pic>
      <p:pic>
        <p:nvPicPr>
          <p:cNvPr id="8" name="Picture 7">
            <a:extLst>
              <a:ext uri="{FF2B5EF4-FFF2-40B4-BE49-F238E27FC236}">
                <a16:creationId xmlns:a16="http://schemas.microsoft.com/office/drawing/2014/main" id="{510C285B-45FA-E956-9F27-CC4F41AE2372}"/>
              </a:ext>
            </a:extLst>
          </p:cNvPr>
          <p:cNvPicPr>
            <a:picLocks noChangeAspect="1"/>
          </p:cNvPicPr>
          <p:nvPr/>
        </p:nvPicPr>
        <p:blipFill>
          <a:blip r:embed="rId5"/>
          <a:stretch>
            <a:fillRect/>
          </a:stretch>
        </p:blipFill>
        <p:spPr>
          <a:xfrm>
            <a:off x="4615753" y="4014589"/>
            <a:ext cx="2594454" cy="2478285"/>
          </a:xfrm>
          <a:prstGeom prst="rect">
            <a:avLst/>
          </a:prstGeom>
        </p:spPr>
      </p:pic>
      <p:sp>
        <p:nvSpPr>
          <p:cNvPr id="9" name="TextBox 8">
            <a:extLst>
              <a:ext uri="{FF2B5EF4-FFF2-40B4-BE49-F238E27FC236}">
                <a16:creationId xmlns:a16="http://schemas.microsoft.com/office/drawing/2014/main" id="{31712A3C-819F-C220-7DEE-AAEAAD37295B}"/>
              </a:ext>
            </a:extLst>
          </p:cNvPr>
          <p:cNvSpPr txBox="1"/>
          <p:nvPr/>
        </p:nvSpPr>
        <p:spPr>
          <a:xfrm>
            <a:off x="679931" y="3908160"/>
            <a:ext cx="3950691" cy="1477328"/>
          </a:xfrm>
          <a:prstGeom prst="rect">
            <a:avLst/>
          </a:prstGeom>
          <a:noFill/>
        </p:spPr>
        <p:txBody>
          <a:bodyPr wrap="square" rtlCol="0">
            <a:spAutoFit/>
          </a:bodyPr>
          <a:lstStyle/>
          <a:p>
            <a:r>
              <a:rPr lang="id-ID" dirty="0"/>
              <a:t>Memberikan alternatif konsumen untuk membeli produk dengan harga yang lebih murah dan akses yang berkelanjutan. Contoh : Video </a:t>
            </a:r>
            <a:r>
              <a:rPr lang="id-ID" dirty="0" err="1"/>
              <a:t>on</a:t>
            </a:r>
            <a:r>
              <a:rPr lang="id-ID" dirty="0"/>
              <a:t> </a:t>
            </a:r>
            <a:r>
              <a:rPr lang="id-ID" dirty="0" err="1"/>
              <a:t>demand</a:t>
            </a:r>
            <a:r>
              <a:rPr lang="id-ID" dirty="0"/>
              <a:t> </a:t>
            </a:r>
          </a:p>
        </p:txBody>
      </p:sp>
      <p:sp>
        <p:nvSpPr>
          <p:cNvPr id="12" name="TextBox 11">
            <a:extLst>
              <a:ext uri="{FF2B5EF4-FFF2-40B4-BE49-F238E27FC236}">
                <a16:creationId xmlns:a16="http://schemas.microsoft.com/office/drawing/2014/main" id="{CBA538D4-49FB-F0EC-A393-E7ED8CA686F0}"/>
              </a:ext>
            </a:extLst>
          </p:cNvPr>
          <p:cNvSpPr txBox="1"/>
          <p:nvPr/>
        </p:nvSpPr>
        <p:spPr>
          <a:xfrm>
            <a:off x="4508707" y="3091259"/>
            <a:ext cx="3788091" cy="923330"/>
          </a:xfrm>
          <a:prstGeom prst="rect">
            <a:avLst/>
          </a:prstGeom>
          <a:noFill/>
        </p:spPr>
        <p:txBody>
          <a:bodyPr wrap="square" rtlCol="0">
            <a:spAutoFit/>
          </a:bodyPr>
          <a:lstStyle/>
          <a:p>
            <a:r>
              <a:rPr lang="id-ID" dirty="0"/>
              <a:t>Brand jasa yang berfokus pada efisiensi pemasaran. Contoh : Ad </a:t>
            </a:r>
            <a:r>
              <a:rPr lang="id-ID" dirty="0" err="1"/>
              <a:t>network</a:t>
            </a:r>
            <a:r>
              <a:rPr lang="id-ID" dirty="0"/>
              <a:t>, </a:t>
            </a:r>
            <a:r>
              <a:rPr lang="id-ID" dirty="0" err="1"/>
              <a:t>dropshipper</a:t>
            </a:r>
            <a:r>
              <a:rPr lang="id-ID" dirty="0"/>
              <a:t>, </a:t>
            </a:r>
          </a:p>
        </p:txBody>
      </p:sp>
      <p:sp>
        <p:nvSpPr>
          <p:cNvPr id="14" name="TextBox 13">
            <a:extLst>
              <a:ext uri="{FF2B5EF4-FFF2-40B4-BE49-F238E27FC236}">
                <a16:creationId xmlns:a16="http://schemas.microsoft.com/office/drawing/2014/main" id="{477F6615-7C24-1496-5869-15CBDBD0D521}"/>
              </a:ext>
            </a:extLst>
          </p:cNvPr>
          <p:cNvSpPr txBox="1"/>
          <p:nvPr/>
        </p:nvSpPr>
        <p:spPr>
          <a:xfrm>
            <a:off x="8423045" y="2669126"/>
            <a:ext cx="3372121" cy="1754326"/>
          </a:xfrm>
          <a:prstGeom prst="rect">
            <a:avLst/>
          </a:prstGeom>
          <a:noFill/>
        </p:spPr>
        <p:txBody>
          <a:bodyPr wrap="square" rtlCol="0">
            <a:spAutoFit/>
          </a:bodyPr>
          <a:lstStyle/>
          <a:p>
            <a:pPr algn="just"/>
            <a:r>
              <a:rPr lang="id-ID" dirty="0"/>
              <a:t>menyatukan pembeli dan penjual untuk berdagang, tetapi itu dilakukan melalui platform </a:t>
            </a:r>
            <a:r>
              <a:rPr lang="id-ID" dirty="0" err="1"/>
              <a:t>self-service</a:t>
            </a:r>
            <a:r>
              <a:rPr lang="id-ID" dirty="0"/>
              <a:t> yang merupakan produk itu sendiri</a:t>
            </a:r>
          </a:p>
        </p:txBody>
      </p:sp>
      <p:sp>
        <p:nvSpPr>
          <p:cNvPr id="15" name="TextBox 14">
            <a:extLst>
              <a:ext uri="{FF2B5EF4-FFF2-40B4-BE49-F238E27FC236}">
                <a16:creationId xmlns:a16="http://schemas.microsoft.com/office/drawing/2014/main" id="{F51048B7-0782-68D6-7C12-8FFA5F005ECB}"/>
              </a:ext>
            </a:extLst>
          </p:cNvPr>
          <p:cNvSpPr txBox="1"/>
          <p:nvPr/>
        </p:nvSpPr>
        <p:spPr>
          <a:xfrm>
            <a:off x="7210207" y="4738548"/>
            <a:ext cx="4663758" cy="1754326"/>
          </a:xfrm>
          <a:prstGeom prst="rect">
            <a:avLst/>
          </a:prstGeom>
          <a:noFill/>
        </p:spPr>
        <p:txBody>
          <a:bodyPr wrap="square" rtlCol="0">
            <a:spAutoFit/>
          </a:bodyPr>
          <a:lstStyle/>
          <a:p>
            <a:r>
              <a:rPr lang="id-ID" dirty="0"/>
              <a:t>Sukses dengan satu primer atau sekunder biasanya membuka peluang untuk memperluas merek menjadi penawaran yang saling melengkapi dan sinergis...contoh platform Android, Facebook</a:t>
            </a:r>
          </a:p>
        </p:txBody>
      </p:sp>
    </p:spTree>
    <p:extLst>
      <p:ext uri="{BB962C8B-B14F-4D97-AF65-F5344CB8AC3E}">
        <p14:creationId xmlns:p14="http://schemas.microsoft.com/office/powerpoint/2010/main" val="4045118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08D0A-E117-5888-35DB-C59C39A6D40A}"/>
              </a:ext>
            </a:extLst>
          </p:cNvPr>
          <p:cNvSpPr>
            <a:spLocks noGrp="1"/>
          </p:cNvSpPr>
          <p:nvPr>
            <p:ph type="title"/>
          </p:nvPr>
        </p:nvSpPr>
        <p:spPr>
          <a:xfrm>
            <a:off x="839788" y="365126"/>
            <a:ext cx="10515600" cy="823912"/>
          </a:xfrm>
        </p:spPr>
        <p:txBody>
          <a:bodyPr/>
          <a:lstStyle/>
          <a:p>
            <a:r>
              <a:rPr lang="id-ID" dirty="0"/>
              <a:t>[Ringkasan] Klasifikasi Tipe Model Bisnis</a:t>
            </a:r>
          </a:p>
        </p:txBody>
      </p:sp>
      <p:sp>
        <p:nvSpPr>
          <p:cNvPr id="3" name="Text Placeholder 2">
            <a:extLst>
              <a:ext uri="{FF2B5EF4-FFF2-40B4-BE49-F238E27FC236}">
                <a16:creationId xmlns:a16="http://schemas.microsoft.com/office/drawing/2014/main" id="{842542B9-88ED-219A-3EE6-198B919AEAFA}"/>
              </a:ext>
            </a:extLst>
          </p:cNvPr>
          <p:cNvSpPr>
            <a:spLocks noGrp="1"/>
          </p:cNvSpPr>
          <p:nvPr>
            <p:ph type="body" idx="1"/>
          </p:nvPr>
        </p:nvSpPr>
        <p:spPr>
          <a:xfrm>
            <a:off x="839788" y="1023145"/>
            <a:ext cx="5157787" cy="823912"/>
          </a:xfrm>
        </p:spPr>
        <p:txBody>
          <a:bodyPr/>
          <a:lstStyle/>
          <a:p>
            <a:r>
              <a:rPr lang="id-ID" dirty="0"/>
              <a:t>Primer</a:t>
            </a:r>
          </a:p>
        </p:txBody>
      </p:sp>
      <p:sp>
        <p:nvSpPr>
          <p:cNvPr id="4" name="Content Placeholder 3">
            <a:extLst>
              <a:ext uri="{FF2B5EF4-FFF2-40B4-BE49-F238E27FC236}">
                <a16:creationId xmlns:a16="http://schemas.microsoft.com/office/drawing/2014/main" id="{F757DB44-1D50-F53A-BAA2-9E504D7BFCE7}"/>
              </a:ext>
            </a:extLst>
          </p:cNvPr>
          <p:cNvSpPr>
            <a:spLocks noGrp="1"/>
          </p:cNvSpPr>
          <p:nvPr>
            <p:ph sz="half" idx="2"/>
          </p:nvPr>
        </p:nvSpPr>
        <p:spPr>
          <a:xfrm>
            <a:off x="839788" y="2082264"/>
            <a:ext cx="5157787" cy="3684588"/>
          </a:xfrm>
        </p:spPr>
        <p:txBody>
          <a:bodyPr>
            <a:noAutofit/>
          </a:bodyPr>
          <a:lstStyle/>
          <a:p>
            <a:r>
              <a:rPr lang="id-ID" dirty="0"/>
              <a:t>Produk : konsumen membeli sebuah benda yang </a:t>
            </a:r>
            <a:r>
              <a:rPr lang="id-ID" dirty="0" err="1"/>
              <a:t>bernila</a:t>
            </a:r>
            <a:r>
              <a:rPr lang="id-ID" dirty="0"/>
              <a:t>/bermanfaat </a:t>
            </a:r>
            <a:r>
              <a:rPr lang="id-ID" b="1" dirty="0" err="1"/>
              <a:t>tangible</a:t>
            </a:r>
            <a:r>
              <a:rPr lang="id-ID" b="1" dirty="0"/>
              <a:t> </a:t>
            </a:r>
          </a:p>
          <a:p>
            <a:r>
              <a:rPr lang="id-ID" dirty="0"/>
              <a:t>Layanan : konsumen membeli sesuatu yang bernilai/bermanfaat </a:t>
            </a:r>
            <a:r>
              <a:rPr lang="id-ID" b="1" dirty="0" err="1"/>
              <a:t>intangible</a:t>
            </a:r>
            <a:endParaRPr lang="id-ID" b="1" dirty="0"/>
          </a:p>
          <a:p>
            <a:r>
              <a:rPr lang="id-ID" dirty="0"/>
              <a:t>Perdagangan (</a:t>
            </a:r>
            <a:r>
              <a:rPr lang="id-ID" dirty="0" err="1"/>
              <a:t>trade</a:t>
            </a:r>
            <a:r>
              <a:rPr lang="id-ID" dirty="0"/>
              <a:t>) : </a:t>
            </a:r>
            <a:r>
              <a:rPr lang="id-ID" b="1" dirty="0"/>
              <a:t>mempertemukan penjual dan pembeli </a:t>
            </a:r>
            <a:r>
              <a:rPr lang="id-ID" dirty="0"/>
              <a:t>untuk kepentingan transaksi jual-beli</a:t>
            </a:r>
          </a:p>
        </p:txBody>
      </p:sp>
      <p:sp>
        <p:nvSpPr>
          <p:cNvPr id="5" name="Text Placeholder 4">
            <a:extLst>
              <a:ext uri="{FF2B5EF4-FFF2-40B4-BE49-F238E27FC236}">
                <a16:creationId xmlns:a16="http://schemas.microsoft.com/office/drawing/2014/main" id="{06761E2E-F105-77C0-5632-2E4F35A19B71}"/>
              </a:ext>
            </a:extLst>
          </p:cNvPr>
          <p:cNvSpPr>
            <a:spLocks noGrp="1"/>
          </p:cNvSpPr>
          <p:nvPr>
            <p:ph type="body" sz="quarter" idx="3"/>
          </p:nvPr>
        </p:nvSpPr>
        <p:spPr>
          <a:xfrm>
            <a:off x="6194427" y="1023144"/>
            <a:ext cx="5183188" cy="823912"/>
          </a:xfrm>
        </p:spPr>
        <p:txBody>
          <a:bodyPr/>
          <a:lstStyle/>
          <a:p>
            <a:r>
              <a:rPr lang="id-ID" dirty="0"/>
              <a:t>Sekunder</a:t>
            </a:r>
          </a:p>
        </p:txBody>
      </p:sp>
      <p:sp>
        <p:nvSpPr>
          <p:cNvPr id="6" name="Content Placeholder 5">
            <a:extLst>
              <a:ext uri="{FF2B5EF4-FFF2-40B4-BE49-F238E27FC236}">
                <a16:creationId xmlns:a16="http://schemas.microsoft.com/office/drawing/2014/main" id="{E0CACC99-49ED-311E-D02E-167ED60E57F5}"/>
              </a:ext>
            </a:extLst>
          </p:cNvPr>
          <p:cNvSpPr>
            <a:spLocks noGrp="1"/>
          </p:cNvSpPr>
          <p:nvPr>
            <p:ph sz="quarter" idx="4"/>
          </p:nvPr>
        </p:nvSpPr>
        <p:spPr>
          <a:xfrm>
            <a:off x="6172200" y="1842847"/>
            <a:ext cx="6019800" cy="3684588"/>
          </a:xfrm>
        </p:spPr>
        <p:txBody>
          <a:bodyPr>
            <a:noAutofit/>
          </a:bodyPr>
          <a:lstStyle/>
          <a:p>
            <a:r>
              <a:rPr lang="id-ID" dirty="0"/>
              <a:t>Broker(</a:t>
            </a:r>
            <a:r>
              <a:rPr lang="id-ID" dirty="0" err="1"/>
              <a:t>Brokerage</a:t>
            </a:r>
            <a:r>
              <a:rPr lang="id-ID" dirty="0"/>
              <a:t>) – menyediakan </a:t>
            </a:r>
            <a:r>
              <a:rPr lang="id-ID" b="1" dirty="0"/>
              <a:t>perdagangan sebagai layanan</a:t>
            </a:r>
          </a:p>
          <a:p>
            <a:r>
              <a:rPr lang="id-ID" dirty="0"/>
              <a:t>Berlangganan (</a:t>
            </a:r>
            <a:r>
              <a:rPr lang="id-ID" dirty="0" err="1"/>
              <a:t>subscription</a:t>
            </a:r>
            <a:r>
              <a:rPr lang="id-ID" dirty="0"/>
              <a:t>) – </a:t>
            </a:r>
            <a:r>
              <a:rPr lang="id-ID" b="1" dirty="0"/>
              <a:t>memproduksi dan semi-otomatisasi layanan</a:t>
            </a:r>
          </a:p>
          <a:p>
            <a:r>
              <a:rPr lang="id-ID" dirty="0"/>
              <a:t>Marketplace – </a:t>
            </a:r>
            <a:r>
              <a:rPr lang="id-ID" b="1" dirty="0"/>
              <a:t>menghasilkan perdagangan dengan platform </a:t>
            </a:r>
            <a:r>
              <a:rPr lang="id-ID" b="1" dirty="0" err="1"/>
              <a:t>self-service</a:t>
            </a:r>
            <a:endParaRPr lang="id-ID" b="1" dirty="0"/>
          </a:p>
          <a:p>
            <a:r>
              <a:rPr lang="id-ID" dirty="0"/>
              <a:t>Ekosistem – Platform yang </a:t>
            </a:r>
            <a:r>
              <a:rPr lang="id-ID" b="1" dirty="0"/>
              <a:t>menggabungkan ketiganya (</a:t>
            </a:r>
            <a:r>
              <a:rPr lang="id-ID" b="1" dirty="0" err="1"/>
              <a:t>product</a:t>
            </a:r>
            <a:r>
              <a:rPr lang="id-ID" b="1" dirty="0"/>
              <a:t>, </a:t>
            </a:r>
            <a:r>
              <a:rPr lang="id-ID" b="1" dirty="0" err="1"/>
              <a:t>service</a:t>
            </a:r>
            <a:r>
              <a:rPr lang="id-ID" b="1" dirty="0"/>
              <a:t>, </a:t>
            </a:r>
            <a:r>
              <a:rPr lang="id-ID" b="1" dirty="0" err="1"/>
              <a:t>trade</a:t>
            </a:r>
            <a:r>
              <a:rPr lang="id-ID" b="1" dirty="0"/>
              <a:t>)</a:t>
            </a:r>
          </a:p>
        </p:txBody>
      </p:sp>
    </p:spTree>
    <p:extLst>
      <p:ext uri="{BB962C8B-B14F-4D97-AF65-F5344CB8AC3E}">
        <p14:creationId xmlns:p14="http://schemas.microsoft.com/office/powerpoint/2010/main" val="654159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58B9C-3AC4-F9EB-0262-85E22063A5EE}"/>
              </a:ext>
            </a:extLst>
          </p:cNvPr>
          <p:cNvSpPr>
            <a:spLocks noGrp="1"/>
          </p:cNvSpPr>
          <p:nvPr>
            <p:ph type="title"/>
          </p:nvPr>
        </p:nvSpPr>
        <p:spPr/>
        <p:txBody>
          <a:bodyPr/>
          <a:lstStyle/>
          <a:p>
            <a:r>
              <a:rPr lang="id-ID" dirty="0"/>
              <a:t>DISKUSIKAN MODEL BISNIS DI BIDANG YANG ANDA PELAJARI (</a:t>
            </a:r>
            <a:r>
              <a:rPr lang="id-ID" dirty="0" err="1"/>
              <a:t>Prodi</a:t>
            </a:r>
            <a:r>
              <a:rPr lang="id-ID" dirty="0"/>
              <a:t>/jurusan)</a:t>
            </a:r>
          </a:p>
        </p:txBody>
      </p:sp>
      <p:sp>
        <p:nvSpPr>
          <p:cNvPr id="3" name="Text Placeholder 2">
            <a:extLst>
              <a:ext uri="{FF2B5EF4-FFF2-40B4-BE49-F238E27FC236}">
                <a16:creationId xmlns:a16="http://schemas.microsoft.com/office/drawing/2014/main" id="{4665F94F-CFE4-8648-D67F-FAA5ED1A18CC}"/>
              </a:ext>
            </a:extLst>
          </p:cNvPr>
          <p:cNvSpPr>
            <a:spLocks noGrp="1"/>
          </p:cNvSpPr>
          <p:nvPr>
            <p:ph type="body" idx="1"/>
          </p:nvPr>
        </p:nvSpPr>
        <p:spPr/>
        <p:txBody>
          <a:bodyPr/>
          <a:lstStyle/>
          <a:p>
            <a:r>
              <a:rPr lang="id-ID" dirty="0"/>
              <a:t>AKTIVITAS DISKUSI</a:t>
            </a:r>
          </a:p>
        </p:txBody>
      </p:sp>
    </p:spTree>
    <p:extLst>
      <p:ext uri="{BB962C8B-B14F-4D97-AF65-F5344CB8AC3E}">
        <p14:creationId xmlns:p14="http://schemas.microsoft.com/office/powerpoint/2010/main" val="507617300"/>
      </p:ext>
    </p:extLst>
  </p:cSld>
  <p:clrMapOvr>
    <a:masterClrMapping/>
  </p:clrMapOvr>
</p:sld>
</file>

<file path=ppt/theme/theme1.xml><?xml version="1.0" encoding="utf-8"?>
<a:theme xmlns:a="http://schemas.openxmlformats.org/drawingml/2006/main" name="ShapesVTI">
  <a:themeElements>
    <a:clrScheme name="Office">
      <a:dk1>
        <a:srgbClr val="000000"/>
      </a:dk1>
      <a:lt1>
        <a:srgbClr val="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684</TotalTime>
  <Words>727</Words>
  <Application>Microsoft Macintosh PowerPoint</Application>
  <PresentationFormat>Widescreen</PresentationFormat>
  <Paragraphs>72</Paragraphs>
  <Slides>17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Arial Black</vt:lpstr>
      <vt:lpstr>Calibri</vt:lpstr>
      <vt:lpstr>Century Gothic</vt:lpstr>
      <vt:lpstr>Oswald Regular</vt:lpstr>
      <vt:lpstr>ShapesVTI</vt:lpstr>
      <vt:lpstr>Introducation</vt:lpstr>
      <vt:lpstr>Outline</vt:lpstr>
      <vt:lpstr>Kewirausahaan dan Wirausaha</vt:lpstr>
      <vt:lpstr>Berwirausaha bukanlah hanya tentang membuat usaha, melainkan termasuk:  Menciptakan peluang kerja  Adaptif terhadap resiko  Berusaha dengan gigih untuk     merealisasikan sebuah ide menjadi  produk nyata  Kewirausahaan adalah sebuah proses berkelanjutan yang mengubah ide menjadi kenyataan dengan cara yang inovatif </vt:lpstr>
      <vt:lpstr>“Seorang Wirausaha (Entrepreneur) adalah orang yang bersedia dan mampu untuk mengembangkan  ide atau penemuan baru menjadi sukses inovasi, sekaligus menciptakan produk dan model bisnis baru yang memberi sumbangan atas pertumbuhan dinamisme industri dan ekonomi jangka panjang.”        (Joseph A. Schumpeter)   </vt:lpstr>
      <vt:lpstr>Perbedaan antara Berwirausaha dengan Berdagang</vt:lpstr>
      <vt:lpstr>UMKM dan Startup</vt:lpstr>
      <vt:lpstr>Seperti apa usaha yang disebut Usaha Mikro Kecil Menengah (UMKM)?</vt:lpstr>
      <vt:lpstr>Seperti apa usaha yang disebut Startup?</vt:lpstr>
      <vt:lpstr>PowerPoint Presentation</vt:lpstr>
      <vt:lpstr>Bagaimana perusahaan Startup bisa berkembang?</vt:lpstr>
      <vt:lpstr>Kategori Model Bisnis</vt:lpstr>
      <vt:lpstr>Kategori model bisnis</vt:lpstr>
      <vt:lpstr>Contoh kategori model bisnis primer</vt:lpstr>
      <vt:lpstr>Contoh kategori model bisnis sekunder</vt:lpstr>
      <vt:lpstr>[Ringkasan] Klasifikasi Tipe Model Bisnis</vt:lpstr>
      <vt:lpstr>DISKUSIKAN MODEL BISNIS DI BIDANG YANG ANDA PELAJARI (Prodi/jurusan)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Introducation</dc:title>
  <dc:creator>Rafiati kania</dc:creator>
  <cp:lastModifiedBy>Rafiati kania</cp:lastModifiedBy>
  <cp:revision>8</cp:revision>
  <dcterms:created xsi:type="dcterms:W3CDTF">2023-08-18T03:36:20Z</dcterms:created>
  <dcterms:modified xsi:type="dcterms:W3CDTF">2023-08-21T11:59:25Z</dcterms:modified>
</cp:coreProperties>
</file>