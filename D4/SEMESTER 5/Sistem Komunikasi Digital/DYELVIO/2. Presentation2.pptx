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81804-B5C8-4589-B3FF-703B5F24B5DE}" type="datetimeFigureOut">
              <a:rPr lang="id-ID" smtClean="0"/>
              <a:pPr/>
              <a:t>20/03/2014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30A5F-29CF-40B9-8887-8D8BF0753067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214290"/>
            <a:ext cx="7215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b="1" dirty="0" smtClean="0"/>
              <a:t>2. Time Division Multiplexing (TDM)</a:t>
            </a:r>
            <a:endParaRPr lang="id-ID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000108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smtClean="0"/>
              <a:t>Multiplex : </a:t>
            </a:r>
            <a:r>
              <a:rPr lang="id-ID" sz="2800" dirty="0" smtClean="0"/>
              <a:t>Transmisi dua atau lebih kanal komunikasi melalui</a:t>
            </a:r>
          </a:p>
          <a:p>
            <a:r>
              <a:rPr lang="id-ID" sz="2800" dirty="0"/>
              <a:t> </a:t>
            </a:r>
            <a:r>
              <a:rPr lang="id-ID" sz="2800" dirty="0" smtClean="0"/>
              <a:t>(MUX)         media transmisi tungal secara simultan.</a:t>
            </a:r>
          </a:p>
          <a:p>
            <a:endParaRPr lang="id-ID" sz="2400" dirty="0"/>
          </a:p>
          <a:p>
            <a:r>
              <a:rPr lang="id-ID" sz="2800" b="1" dirty="0" smtClean="0"/>
              <a:t>Demultiplex : </a:t>
            </a:r>
            <a:r>
              <a:rPr lang="id-ID" sz="2800" dirty="0" smtClean="0"/>
              <a:t>Mendistribusikan kembali sinyal-sinyal  </a:t>
            </a:r>
          </a:p>
          <a:p>
            <a:r>
              <a:rPr lang="id-ID" sz="2800" dirty="0"/>
              <a:t> </a:t>
            </a:r>
            <a:r>
              <a:rPr lang="id-ID" sz="2800" dirty="0" smtClean="0"/>
              <a:t> (DEMUX)        informasi ke kanal-kanal yang sesuai seperti di</a:t>
            </a:r>
          </a:p>
          <a:p>
            <a:pPr>
              <a:spcAft>
                <a:spcPts val="1200"/>
              </a:spcAft>
            </a:pPr>
            <a:r>
              <a:rPr lang="id-ID" sz="2800" dirty="0"/>
              <a:t> </a:t>
            </a:r>
            <a:r>
              <a:rPr lang="id-ID" sz="2800" dirty="0" smtClean="0"/>
              <a:t>                         pengirim.</a:t>
            </a:r>
          </a:p>
          <a:p>
            <a:pPr>
              <a:spcAft>
                <a:spcPts val="1200"/>
              </a:spcAft>
            </a:pPr>
            <a:r>
              <a:rPr lang="id-ID" sz="2800" b="1" dirty="0" smtClean="0"/>
              <a:t>MUX : </a:t>
            </a:r>
            <a:r>
              <a:rPr lang="id-ID" sz="2800" dirty="0" smtClean="0"/>
              <a:t>proses di sisi pengirim</a:t>
            </a:r>
          </a:p>
          <a:p>
            <a:r>
              <a:rPr lang="id-ID" sz="2800" b="1" dirty="0" smtClean="0"/>
              <a:t>DEMUX : </a:t>
            </a:r>
            <a:r>
              <a:rPr lang="id-ID" sz="2800" dirty="0" smtClean="0"/>
              <a:t>proses di sisi penerima</a:t>
            </a:r>
            <a:endParaRPr lang="id-ID" sz="2800" b="1" dirty="0" smtClean="0"/>
          </a:p>
          <a:p>
            <a:endParaRPr lang="id-ID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38197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b="1" dirty="0" smtClean="0"/>
              <a:t> </a:t>
            </a:r>
            <a:r>
              <a:rPr lang="id-ID" b="1" dirty="0" smtClean="0"/>
              <a:t> </a:t>
            </a:r>
            <a:r>
              <a:rPr lang="id-ID" sz="3200" b="1" dirty="0" smtClean="0"/>
              <a:t>PAM- Multiplexing</a:t>
            </a:r>
            <a:endParaRPr lang="id-ID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0" y="928671"/>
            <a:ext cx="91440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id-ID" sz="3200" dirty="0" smtClean="0"/>
              <a:t>  Mengirimkan sinyal-sinyal PAM gabungan dari</a:t>
            </a:r>
          </a:p>
          <a:p>
            <a:r>
              <a:rPr lang="id-ID" sz="3200" dirty="0"/>
              <a:t> </a:t>
            </a:r>
            <a:r>
              <a:rPr lang="id-ID" sz="3200" dirty="0" smtClean="0"/>
              <a:t>   beberapa kanal komunikasi melalui media </a:t>
            </a:r>
          </a:p>
          <a:p>
            <a:pPr>
              <a:spcAft>
                <a:spcPts val="1200"/>
              </a:spcAft>
            </a:pPr>
            <a:r>
              <a:rPr lang="id-ID" sz="3200" dirty="0"/>
              <a:t> </a:t>
            </a:r>
            <a:r>
              <a:rPr lang="id-ID" sz="3200" dirty="0" smtClean="0"/>
              <a:t>   transmisi tunggal.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id-ID" sz="3200" dirty="0" smtClean="0"/>
              <a:t> Satu frame TDM terdiri atas sinyal sinkronisasi</a:t>
            </a:r>
          </a:p>
          <a:p>
            <a:pPr>
              <a:spcAft>
                <a:spcPts val="1200"/>
              </a:spcAft>
            </a:pPr>
            <a:r>
              <a:rPr lang="id-ID" sz="3200" dirty="0"/>
              <a:t> </a:t>
            </a:r>
            <a:r>
              <a:rPr lang="id-ID" sz="3200" dirty="0" smtClean="0"/>
              <a:t>   dan sinyal-sinyal informasi PAM tiap kanal.</a:t>
            </a:r>
          </a:p>
          <a:p>
            <a:pPr>
              <a:spcAft>
                <a:spcPts val="1200"/>
              </a:spcAft>
            </a:pPr>
            <a:r>
              <a:rPr lang="id-ID" sz="3200" dirty="0" smtClean="0"/>
              <a:t>Misal Memultipleks 3 kanal suara:</a:t>
            </a:r>
          </a:p>
          <a:p>
            <a:pPr>
              <a:spcAft>
                <a:spcPts val="1200"/>
              </a:spcAft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id-ID" sz="3200" dirty="0" smtClean="0"/>
              <a:t> Kanal no 0 = kanal sinkronisasi (tegangan DC)</a:t>
            </a:r>
          </a:p>
          <a:p>
            <a:pPr>
              <a:buFont typeface="Wingdings" pitchFamily="2" charset="2"/>
              <a:buChar char="§"/>
            </a:pPr>
            <a:r>
              <a:rPr lang="id-ID" sz="3200" dirty="0"/>
              <a:t> </a:t>
            </a:r>
            <a:r>
              <a:rPr lang="id-ID" sz="3200" dirty="0" smtClean="0"/>
              <a:t> Kanal no 1  s/d kanal no 3 = kanal informasi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79" y="1"/>
            <a:ext cx="607223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290"/>
            <a:ext cx="8748000" cy="46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357422" y="5500702"/>
            <a:ext cx="5286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 smtClean="0"/>
              <a:t>PAM-Multiplex</a:t>
            </a:r>
            <a:endParaRPr lang="id-ID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85683"/>
            <a:ext cx="8929718" cy="658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2525" y="-452438"/>
            <a:ext cx="11450638" cy="776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429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id-ID" sz="3200" dirty="0" smtClean="0"/>
              <a:t> TDM : Time Division Multiplexing</a:t>
            </a:r>
            <a:endParaRPr lang="id-ID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42910" y="642918"/>
            <a:ext cx="8501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id-ID" dirty="0" smtClean="0"/>
              <a:t> </a:t>
            </a:r>
            <a:r>
              <a:rPr lang="id-ID" sz="2400" dirty="0" smtClean="0"/>
              <a:t>STDM :  Synchronous Time Division Multiplexing</a:t>
            </a:r>
          </a:p>
          <a:p>
            <a:r>
              <a:rPr lang="id-ID" sz="2400" dirty="0"/>
              <a:t> </a:t>
            </a:r>
            <a:r>
              <a:rPr lang="id-ID" sz="2400" dirty="0" smtClean="0"/>
              <a:t>                  bit 1 maupun bit 0 dikirim</a:t>
            </a:r>
          </a:p>
          <a:p>
            <a:pPr>
              <a:buFont typeface="Wingdings" pitchFamily="2" charset="2"/>
              <a:buChar char="v"/>
            </a:pPr>
            <a:r>
              <a:rPr lang="id-ID" sz="2400" dirty="0" smtClean="0"/>
              <a:t>STATTDM : Statistical Time Division Multiplexing</a:t>
            </a:r>
          </a:p>
          <a:p>
            <a:r>
              <a:rPr lang="id-ID" sz="2400" dirty="0"/>
              <a:t> </a:t>
            </a:r>
            <a:r>
              <a:rPr lang="id-ID" sz="2400" dirty="0" smtClean="0"/>
              <a:t>                       Hanya bit 1 saja yang dikirim</a:t>
            </a:r>
            <a:endParaRPr lang="id-ID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85852" y="6171935"/>
            <a:ext cx="1714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 smtClean="0"/>
              <a:t>MUX</a:t>
            </a:r>
            <a:endParaRPr lang="id-ID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643702" y="6160246"/>
            <a:ext cx="1928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 smtClean="0"/>
              <a:t>DEMUX</a:t>
            </a:r>
            <a:endParaRPr lang="id-ID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0" y="1844824"/>
            <a:ext cx="9144000" cy="4152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freeonlinebooks.net/images/78a_WQS.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57166"/>
            <a:ext cx="8781751" cy="5901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157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-</dc:creator>
  <cp:lastModifiedBy>Slameta</cp:lastModifiedBy>
  <cp:revision>10</cp:revision>
  <dcterms:created xsi:type="dcterms:W3CDTF">2012-03-18T15:47:16Z</dcterms:created>
  <dcterms:modified xsi:type="dcterms:W3CDTF">2014-03-20T04:35:08Z</dcterms:modified>
</cp:coreProperties>
</file>