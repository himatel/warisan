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4" r:id="rId6"/>
    <p:sldId id="263" r:id="rId7"/>
    <p:sldId id="265" r:id="rId8"/>
    <p:sldId id="260" r:id="rId9"/>
    <p:sldId id="262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2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4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7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8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0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9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2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1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9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7BDAA-5EC6-4408-9186-862D76C1F3DF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5CB3B-B955-4B49-B7C8-C58FAF61A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7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Jobsheet</a:t>
            </a:r>
            <a:br>
              <a:rPr lang="en-US"/>
            </a:br>
            <a:r>
              <a:rPr lang="en-US"/>
              <a:t>Led </a:t>
            </a:r>
            <a:r>
              <a:rPr lang="en-US" smtClean="0"/>
              <a:t>Berkedip dan Pembangkit Frekuensi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Alat dan Bahan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Aplikasi Proteus dan Tinkercad terinstall di komputer</a:t>
            </a:r>
          </a:p>
          <a:p>
            <a:r>
              <a:rPr lang="en-US" smtClean="0"/>
              <a:t>Arduino Uno</a:t>
            </a:r>
          </a:p>
          <a:p>
            <a:r>
              <a:rPr lang="en-US" smtClean="0"/>
              <a:t>Resistor 330 Ohm</a:t>
            </a:r>
          </a:p>
          <a:p>
            <a:r>
              <a:rPr lang="en-US" smtClean="0"/>
              <a:t>LED Merah</a:t>
            </a:r>
          </a:p>
          <a:p>
            <a:r>
              <a:rPr lang="en-US" smtClean="0"/>
              <a:t>Breadboard</a:t>
            </a:r>
          </a:p>
          <a:p>
            <a:r>
              <a:rPr lang="en-US" smtClean="0"/>
              <a:t>Kabel jumper</a:t>
            </a:r>
          </a:p>
          <a:p>
            <a:r>
              <a:rPr lang="en-US" smtClean="0"/>
              <a:t>Power supply 5v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7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Instruksi Yang Dipelajari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Void setup()</a:t>
            </a:r>
          </a:p>
          <a:p>
            <a:r>
              <a:rPr lang="en-US" smtClean="0"/>
              <a:t>Void loop()</a:t>
            </a:r>
          </a:p>
          <a:p>
            <a:r>
              <a:rPr lang="en-US" smtClean="0"/>
              <a:t>pinMode(LED_BUILTIN, OUTPUT)</a:t>
            </a:r>
          </a:p>
          <a:p>
            <a:r>
              <a:rPr lang="en-US" smtClean="0"/>
              <a:t>digitalWrite()</a:t>
            </a:r>
          </a:p>
          <a:p>
            <a:r>
              <a:rPr lang="en-US" smtClean="0"/>
              <a:t>Delay()</a:t>
            </a:r>
          </a:p>
          <a:p>
            <a:r>
              <a:rPr lang="en-US" smtClean="0"/>
              <a:t>LED_BUILTIN =&gt; Pin 13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5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Langkah Kerja 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mtClean="0"/>
              <a:t>Simulasi skematik:</a:t>
            </a:r>
          </a:p>
          <a:p>
            <a:r>
              <a:rPr lang="en-US" smtClean="0"/>
              <a:t>Buatlah skema rangkaian Led Berkedip di Proteus</a:t>
            </a:r>
          </a:p>
          <a:p>
            <a:r>
              <a:rPr lang="en-US" smtClean="0"/>
              <a:t>Editlah kode/program dalam bahasa C di Arduino</a:t>
            </a:r>
          </a:p>
          <a:p>
            <a:r>
              <a:rPr lang="en-US" smtClean="0"/>
              <a:t>Gunakan delay 1000ms </a:t>
            </a:r>
          </a:p>
          <a:p>
            <a:r>
              <a:rPr lang="en-US" smtClean="0"/>
              <a:t>Jalankan dan buktikan bahwa Led berkedip.</a:t>
            </a:r>
          </a:p>
          <a:p>
            <a:endParaRPr lang="en-US"/>
          </a:p>
          <a:p>
            <a:pPr marL="0" indent="0">
              <a:buNone/>
            </a:pPr>
            <a:r>
              <a:rPr lang="en-US" smtClean="0"/>
              <a:t>Simulasi hardware:</a:t>
            </a:r>
          </a:p>
          <a:p>
            <a:r>
              <a:rPr lang="en-US" smtClean="0"/>
              <a:t>Rakitlah rangkaian Led Berkedip di Tinkercad</a:t>
            </a:r>
          </a:p>
          <a:p>
            <a:r>
              <a:rPr lang="en-US" smtClean="0"/>
              <a:t>Jalankan dan buktikan bahwa Led berkedip.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5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Skema di Proteus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831" y="2120106"/>
            <a:ext cx="4886325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77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Kode di Arduino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mtClean="0"/>
              <a:t>// the setup function runs once when you press reset or power the board</a:t>
            </a:r>
          </a:p>
          <a:p>
            <a:pPr marL="0" indent="0">
              <a:buNone/>
            </a:pPr>
            <a:r>
              <a:rPr lang="en-US" smtClean="0"/>
              <a:t>void </a:t>
            </a:r>
            <a:r>
              <a:rPr lang="en-US"/>
              <a:t>setup() {</a:t>
            </a:r>
          </a:p>
          <a:p>
            <a:pPr marL="0" indent="0">
              <a:buNone/>
            </a:pPr>
            <a:r>
              <a:rPr lang="en-US"/>
              <a:t>  // initialize digital pin LED_BUILTIN as an output.</a:t>
            </a:r>
          </a:p>
          <a:p>
            <a:pPr marL="0" indent="0">
              <a:buNone/>
            </a:pPr>
            <a:r>
              <a:rPr lang="en-US"/>
              <a:t>  </a:t>
            </a:r>
            <a:r>
              <a:rPr lang="en-US" smtClean="0"/>
              <a:t>pinMode(LED_BUILTIN, </a:t>
            </a:r>
            <a:r>
              <a:rPr lang="en-US"/>
              <a:t>OUTPUT); //</a:t>
            </a:r>
            <a:r>
              <a:rPr lang="en-US" smtClean="0"/>
              <a:t>pinMode(13, </a:t>
            </a:r>
            <a:r>
              <a:rPr lang="en-US"/>
              <a:t>OUTPUT</a:t>
            </a:r>
            <a:r>
              <a:rPr lang="en-US" smtClean="0"/>
              <a:t>);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// the loop function runs over and over again forever</a:t>
            </a:r>
          </a:p>
          <a:p>
            <a:pPr marL="0" indent="0">
              <a:buNone/>
            </a:pPr>
            <a:r>
              <a:rPr lang="en-US"/>
              <a:t>void loop() {</a:t>
            </a:r>
          </a:p>
          <a:p>
            <a:pPr marL="0" indent="0">
              <a:buNone/>
            </a:pPr>
            <a:r>
              <a:rPr lang="en-US"/>
              <a:t>  digitalWrite(LED_BUILTIN, </a:t>
            </a:r>
            <a:r>
              <a:rPr lang="en-US" smtClean="0"/>
              <a:t>LOW);   </a:t>
            </a:r>
            <a:r>
              <a:rPr lang="en-US"/>
              <a:t>// turn the LED </a:t>
            </a:r>
            <a:r>
              <a:rPr lang="en-US" smtClean="0"/>
              <a:t>on </a:t>
            </a:r>
            <a:r>
              <a:rPr lang="en-US"/>
              <a:t>(HIGH is the voltage level)</a:t>
            </a:r>
          </a:p>
          <a:p>
            <a:pPr marL="0" indent="0">
              <a:buNone/>
            </a:pPr>
            <a:r>
              <a:rPr lang="en-US"/>
              <a:t>  delay(1000);                       </a:t>
            </a:r>
            <a:r>
              <a:rPr lang="en-US" smtClean="0"/>
              <a:t>                // </a:t>
            </a:r>
            <a:r>
              <a:rPr lang="en-US"/>
              <a:t>wait for a second</a:t>
            </a:r>
          </a:p>
          <a:p>
            <a:pPr marL="0" indent="0">
              <a:buNone/>
            </a:pPr>
            <a:r>
              <a:rPr lang="en-US" smtClean="0"/>
              <a:t>  digitalWrite(LED_BUILTIN</a:t>
            </a:r>
            <a:r>
              <a:rPr lang="en-US"/>
              <a:t>, </a:t>
            </a:r>
            <a:r>
              <a:rPr lang="en-US" smtClean="0"/>
              <a:t>HIGH);   </a:t>
            </a:r>
            <a:r>
              <a:rPr lang="en-US"/>
              <a:t>// turn the LED </a:t>
            </a:r>
            <a:r>
              <a:rPr lang="en-US" smtClean="0"/>
              <a:t>off </a:t>
            </a:r>
            <a:r>
              <a:rPr lang="en-US"/>
              <a:t>by making the voltage LOW</a:t>
            </a:r>
          </a:p>
          <a:p>
            <a:pPr marL="0" indent="0">
              <a:buNone/>
            </a:pPr>
            <a:r>
              <a:rPr lang="en-US"/>
              <a:t>  delay(1000);                     </a:t>
            </a:r>
            <a:r>
              <a:rPr lang="en-US" smtClean="0"/>
              <a:t>                  </a:t>
            </a:r>
            <a:r>
              <a:rPr lang="en-US"/>
              <a:t>// wait for a </a:t>
            </a:r>
            <a:r>
              <a:rPr lang="en-US" smtClean="0"/>
              <a:t>second</a:t>
            </a:r>
          </a:p>
          <a:p>
            <a:pPr marL="0" indent="0">
              <a:buNone/>
            </a:pPr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099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Struktur penyimpanan file percobaan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Proyek_Led_Berkedip (folder)</a:t>
            </a:r>
            <a:endParaRPr lang="en-US"/>
          </a:p>
          <a:p>
            <a:pPr lvl="1"/>
            <a:r>
              <a:rPr lang="en-US" smtClean="0"/>
              <a:t>Arduino (Folder)</a:t>
            </a:r>
          </a:p>
          <a:p>
            <a:pPr lvl="2"/>
            <a:r>
              <a:rPr lang="en-US" smtClean="0"/>
              <a:t>Led_berkedip (folder)</a:t>
            </a:r>
          </a:p>
          <a:p>
            <a:pPr lvl="3"/>
            <a:r>
              <a:rPr lang="en-US" smtClean="0"/>
              <a:t>Led_berkedip.ino</a:t>
            </a:r>
          </a:p>
          <a:p>
            <a:pPr lvl="3"/>
            <a:r>
              <a:rPr lang="en-US" smtClean="0"/>
              <a:t>led_berkedip.ino.standard.hex</a:t>
            </a:r>
            <a:endParaRPr lang="en-US"/>
          </a:p>
          <a:p>
            <a:pPr lvl="1"/>
            <a:r>
              <a:rPr lang="en-US" smtClean="0"/>
              <a:t>Proteus (Folder)</a:t>
            </a:r>
          </a:p>
          <a:p>
            <a:pPr lvl="2"/>
            <a:r>
              <a:rPr lang="en-US" smtClean="0"/>
              <a:t>Led_berkedip.pdsrj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6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Frekuensi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Berapakah frekuensi kedipan Led tersebut?</a:t>
            </a:r>
          </a:p>
          <a:p>
            <a:r>
              <a:rPr lang="en-US" smtClean="0"/>
              <a:t>F = 1/T</a:t>
            </a:r>
          </a:p>
          <a:p>
            <a:r>
              <a:rPr lang="en-US" smtClean="0"/>
              <a:t>T= Delay1 + Delay2 = 1000ms + 1000ms = 2000ms</a:t>
            </a:r>
          </a:p>
          <a:p>
            <a:r>
              <a:rPr lang="en-US" smtClean="0"/>
              <a:t>F=1/2000ms = 0,5 Hz</a:t>
            </a:r>
          </a:p>
        </p:txBody>
      </p:sp>
    </p:spTree>
    <p:extLst>
      <p:ext uri="{BB962C8B-B14F-4D97-AF65-F5344CB8AC3E}">
        <p14:creationId xmlns:p14="http://schemas.microsoft.com/office/powerpoint/2010/main" val="332894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Langkah Kerja 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Ubah delay menjadi </a:t>
            </a:r>
            <a:r>
              <a:rPr lang="en-US" smtClean="0"/>
              <a:t>500ms, 100ms, 50ms</a:t>
            </a:r>
            <a:r>
              <a:rPr lang="en-US"/>
              <a:t>, </a:t>
            </a:r>
            <a:r>
              <a:rPr lang="en-US" smtClean="0"/>
              <a:t>10ms, 5ms </a:t>
            </a:r>
            <a:r>
              <a:rPr lang="en-US"/>
              <a:t>dan 1ms</a:t>
            </a:r>
          </a:p>
          <a:p>
            <a:r>
              <a:rPr lang="en-US" smtClean="0"/>
              <a:t>Buatlah Tabel berikut:</a:t>
            </a:r>
          </a:p>
          <a:p>
            <a:pPr lvl="1"/>
            <a:r>
              <a:rPr lang="en-US" smtClean="0"/>
              <a:t>kolom 1: Delay, </a:t>
            </a:r>
          </a:p>
          <a:p>
            <a:pPr lvl="1"/>
            <a:r>
              <a:rPr lang="en-US" smtClean="0"/>
              <a:t>kolom 2: Frekuensi (Hz)</a:t>
            </a:r>
          </a:p>
          <a:p>
            <a:pPr lvl="1"/>
            <a:r>
              <a:rPr lang="en-US" smtClean="0"/>
              <a:t>kolom 3: </a:t>
            </a:r>
            <a:r>
              <a:rPr lang="en-US"/>
              <a:t>Kedipan </a:t>
            </a:r>
            <a:r>
              <a:rPr lang="en-US" smtClean="0"/>
              <a:t>(Tampak/Tidak tampak)</a:t>
            </a:r>
          </a:p>
          <a:p>
            <a:pPr lvl="1"/>
            <a:r>
              <a:rPr lang="en-US" smtClean="0"/>
              <a:t>Kolom </a:t>
            </a:r>
            <a:r>
              <a:rPr lang="en-US"/>
              <a:t>4: Gbr osiloskop </a:t>
            </a:r>
            <a:r>
              <a:rPr lang="en-US" smtClean="0"/>
              <a:t>Proteus</a:t>
            </a:r>
          </a:p>
          <a:p>
            <a:pPr lvl="1"/>
            <a:r>
              <a:rPr lang="en-US" smtClean="0"/>
              <a:t>Kolom 5: </a:t>
            </a:r>
            <a:r>
              <a:rPr lang="en-US"/>
              <a:t>Gbr osiloskop </a:t>
            </a:r>
            <a:r>
              <a:rPr lang="en-US" smtClean="0"/>
              <a:t>Tinkercad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Pertanyaan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Dari Tabel tsb, pada frekuensi berapakah kedipan tidak </a:t>
            </a:r>
            <a:r>
              <a:rPr lang="en-US" smtClean="0"/>
              <a:t>terlihat lagi?</a:t>
            </a:r>
            <a:endParaRPr lang="en-US"/>
          </a:p>
          <a:p>
            <a:r>
              <a:rPr lang="en-US"/>
              <a:t>Mengapa hal ini bisa terjadi? Cari jawabannya di literatur </a:t>
            </a:r>
            <a:r>
              <a:rPr lang="en-US" smtClean="0"/>
              <a:t>(bisa menggunakan </a:t>
            </a:r>
            <a:r>
              <a:rPr lang="en-US"/>
              <a:t>Google)?</a:t>
            </a:r>
          </a:p>
          <a:p>
            <a:r>
              <a:rPr lang="en-US"/>
              <a:t>Apa hubungannya dengan pembentukan gambar video di TV atau monitor?</a:t>
            </a:r>
          </a:p>
          <a:p>
            <a:r>
              <a:rPr lang="en-US"/>
              <a:t>Apa kesimpulan dari percobaan ini?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Pengumpulan </a:t>
            </a:r>
            <a:r>
              <a:rPr lang="en-US" smtClean="0"/>
              <a:t>Tugas/Jurnal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Kompres folder Proyek dengan nama sesuai dgn nama folder, misalnya noAbsen_namaDepan_Proyek_led_berkedip.rar</a:t>
            </a:r>
          </a:p>
          <a:p>
            <a:r>
              <a:rPr lang="en-US" smtClean="0"/>
              <a:t>Kirim ke </a:t>
            </a:r>
            <a:r>
              <a:rPr lang="en-US"/>
              <a:t>gform (Link akan diberikan menyusul)</a:t>
            </a:r>
          </a:p>
          <a:p>
            <a:r>
              <a:rPr lang="en-US" smtClean="0"/>
              <a:t>Deadline</a:t>
            </a:r>
            <a:r>
              <a:rPr lang="en-US"/>
              <a:t>: </a:t>
            </a:r>
            <a:r>
              <a:rPr lang="en-US" smtClean="0"/>
              <a:t>pertemuan berikutnya.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373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Jobsheet Led Berkedip dan Pembangkit Frekuensi</vt:lpstr>
      <vt:lpstr>Alat dan Bahan</vt:lpstr>
      <vt:lpstr>Instruksi Yang Dipelajari</vt:lpstr>
      <vt:lpstr>Langkah Kerja 1</vt:lpstr>
      <vt:lpstr>Skema di Proteus</vt:lpstr>
      <vt:lpstr>Kode di Arduino</vt:lpstr>
      <vt:lpstr>Struktur penyimpanan file percobaan</vt:lpstr>
      <vt:lpstr>Frekuensi</vt:lpstr>
      <vt:lpstr>Langkah Kerja 2</vt:lpstr>
      <vt:lpstr>Pertanyaan</vt:lpstr>
      <vt:lpstr>Pengumpulan Tugas/Jurnal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Berkedip dan Pembangkit Frekuensi</dc:title>
  <dc:creator>Microsoft account</dc:creator>
  <cp:lastModifiedBy>Microsoft account</cp:lastModifiedBy>
  <cp:revision>23</cp:revision>
  <dcterms:created xsi:type="dcterms:W3CDTF">2021-09-13T00:59:10Z</dcterms:created>
  <dcterms:modified xsi:type="dcterms:W3CDTF">2021-09-14T04:59:37Z</dcterms:modified>
</cp:coreProperties>
</file>