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05D78-A6D4-8FC1-D299-55697688F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77B012-D36B-FAE9-4472-CB9B69D6B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BF70E6-B064-72A5-73CA-91CA5C699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B24AC-EE99-C203-30B9-85CF756BF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5C720-300D-C3AB-6D7A-9AAEA647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43292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17D9-9481-CCAA-3CFC-43B632722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E41D7-9F8C-B9DA-2651-F6F83DF7C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26D61-D72C-CFF4-1355-2D309238D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FAB01-F550-2CD7-0BC2-AA21E41E7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1F5EF-1433-19DB-3149-66E510FF0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2932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B7E6E-6339-97F1-A11E-80E90E638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145C4-1149-8D65-13F7-9DBB49ACDA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ACFC9-45D8-DEDE-1C0A-7FAA3E57A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B9D71-2128-2F7B-A504-024A0FC7F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D3ED97-9140-D8A3-D5F5-020C1B99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8341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D3B43-321D-FD13-67F6-91A9AF30D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D830A-24A7-AB98-3F7D-C40812F4F5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6946E3-60EF-B7C5-02DA-32998C21D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8A6E5-5B19-F59D-EF08-5A03ADA38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BF06F7-C513-4EB9-3180-B7B26D89D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8441C4-467F-3D67-5AC7-C2E95D837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9787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C5BA0-4118-0EFA-0C6B-5EE8B837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A7C18-8D34-D6EB-2F2B-DE0B90912C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829320-6309-490F-DB39-BC100D3F9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BDB38-A9E7-FE7D-66EC-5D92587EC4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4D759F-6E90-41F0-94F5-C80EEB2B5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D2D635-DFB6-7C23-18E6-0A0FAAE4F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57C012-490F-5AFD-4547-3987A336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B21F4-554C-5AD7-4463-702285A33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1848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4A578-EE94-AF28-6BF8-5134EE6AB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D52FA-8E4D-8B8E-EE40-C2661C630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62AB9-A9CB-26E6-B771-743A699C2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CEE95-5F81-98D7-3293-13F3223AE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863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99BDF-692C-31B2-B669-54980F22B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5C479-C3E1-292A-D52C-C23A165E4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08846-B525-07F9-69AA-43742B4B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38208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636B3-E3B0-BC0C-4BD2-943AF3C5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D023A-B5AC-551B-041C-E3BEE430F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972F77-2EDE-DCA9-C9F2-81473E846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4C4D9-D25F-2162-1E65-EEB50B224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ED1EC4-3DDF-A8DC-E008-0A9ED192D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381FB-1A5B-2006-CA6B-D2E252EFB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3581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7A962-D718-992E-4DEF-58043B9D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C02C97-6456-A513-18C7-5572DAE88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4A633-9CAE-E71D-7CC3-0A24C70A1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1AED34-8FA5-45BF-52F0-2E5AEA188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AD712-F36B-1DA7-B446-97A31FBDF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25253-2FF4-2BB4-FFE3-F200AB77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10132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9F52-F335-2393-C6CC-20C15F0EA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D07A4E-89CB-882B-2983-2B2C2D20CD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05798-8E75-A491-7B8C-7587C7DDC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BC50B-652E-1463-16F9-AF75E49C9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51FA9-1BA1-B42F-A5A3-4CE09941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8525712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95500C-8690-AB1D-0561-BDA8DF2A2D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00729-17BA-C875-BAC0-DB3A13836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A040D7-5E78-B1B0-1C7E-C22523E6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AD0718-2B91-F52C-2128-850BCDADA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5F6AD-4B20-B64B-BD5D-F2D5A15E9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2629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DB5C9-EBF1-85CB-7840-1417C46E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29DA9-E080-8D61-26B6-30341AB8B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E5553-7338-9FC9-4719-EAD1B9F32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FB2DC-9B2E-4108-9F16-B803DF6B7C67}" type="datetimeFigureOut">
              <a:rPr lang="id-ID" smtClean="0"/>
              <a:t>24/09/2023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34960-5D8D-D954-3A31-9B5E78AE3C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9114F-F8AE-7572-9F8F-06BEF63C62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789861-4D01-4C1B-B132-10D417992439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2080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10C1E-CC85-B749-02A4-33BA7D51B4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928DAA-97F4-9801-34EA-393AEE172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591098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6A0F59A-1FC7-B8A2-E90E-3CF58F53A7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6656" y="637953"/>
            <a:ext cx="7973430" cy="567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917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lpik300</dc:creator>
  <cp:lastModifiedBy>lpik300</cp:lastModifiedBy>
  <cp:revision>2</cp:revision>
  <dcterms:created xsi:type="dcterms:W3CDTF">2023-09-24T13:49:12Z</dcterms:created>
  <dcterms:modified xsi:type="dcterms:W3CDTF">2023-09-24T13:51:14Z</dcterms:modified>
</cp:coreProperties>
</file>