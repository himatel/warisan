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3" r:id="rId3"/>
    <p:sldId id="275" r:id="rId4"/>
    <p:sldId id="277" r:id="rId5"/>
    <p:sldId id="278" r:id="rId6"/>
    <p:sldId id="2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474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DFD39-F25D-4D66-85AC-23FD479C1DC3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F710-A49E-445B-9599-5F07C0A82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1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DF710-A49E-445B-9599-5F07C0A828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38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6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Tugas Mencari Beta BJT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40726"/>
            <a:ext cx="9144000" cy="15170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Diketahui transistor BJT berikut: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969" y="2274804"/>
            <a:ext cx="22098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BC547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BC337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BD131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BD139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2N2222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2N2219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2N3904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2N3055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TIP31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TIP35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340769" y="2274804"/>
            <a:ext cx="2161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11"/>
            </a:pPr>
            <a:r>
              <a:rPr lang="en-US"/>
              <a:t>TIP41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/>
              <a:t>TIP47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/>
              <a:t>2SC1162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/>
              <a:t>2SC2480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/>
              <a:t>2SD1328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/>
              <a:t>2SD1820</a:t>
            </a:r>
          </a:p>
          <a:p>
            <a:pPr marL="514350" indent="-514350">
              <a:buFont typeface="+mj-lt"/>
              <a:buAutoNum type="arabicPeriod" startAt="11"/>
            </a:pPr>
            <a:endParaRPr lang="en-US"/>
          </a:p>
          <a:p>
            <a:pPr marL="514350" indent="-514350">
              <a:buFont typeface="+mj-lt"/>
              <a:buAutoNum type="arabicPeriod" startAt="11"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2139867"/>
            <a:ext cx="4876800" cy="4293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00344" y="1549179"/>
            <a:ext cx="3260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Untuk no Absen 1-16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769769" y="2274804"/>
            <a:ext cx="2209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17"/>
            </a:pPr>
            <a:r>
              <a:rPr lang="en-US"/>
              <a:t>BC547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BC337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BD131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BD139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2N2222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2N2219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2N3904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2N3055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TIP31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/>
              <a:t>TIP35</a:t>
            </a:r>
          </a:p>
          <a:p>
            <a:pPr marL="514350" indent="-514350">
              <a:buFont typeface="+mj-lt"/>
              <a:buAutoNum type="arabicPeriod" startAt="17"/>
            </a:pPr>
            <a:endParaRPr lang="en-US"/>
          </a:p>
          <a:p>
            <a:pPr marL="514350" indent="-514350">
              <a:buFont typeface="+mj-lt"/>
              <a:buAutoNum type="arabicPeriod" startAt="17"/>
            </a:pPr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79569" y="2274804"/>
            <a:ext cx="2161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7"/>
            </a:pPr>
            <a:r>
              <a:rPr lang="en-US"/>
              <a:t>TIP41</a:t>
            </a:r>
          </a:p>
          <a:p>
            <a:pPr marL="514350" indent="-514350">
              <a:buFont typeface="+mj-lt"/>
              <a:buAutoNum type="arabicPeriod" startAt="27"/>
            </a:pPr>
            <a:r>
              <a:rPr lang="en-US"/>
              <a:t>TIP47</a:t>
            </a:r>
          </a:p>
          <a:p>
            <a:pPr marL="514350" indent="-514350">
              <a:buFont typeface="+mj-lt"/>
              <a:buAutoNum type="arabicPeriod" startAt="27"/>
            </a:pPr>
            <a:r>
              <a:rPr lang="en-US"/>
              <a:t>2SC1162</a:t>
            </a:r>
          </a:p>
          <a:p>
            <a:pPr marL="514350" indent="-514350">
              <a:buFont typeface="+mj-lt"/>
              <a:buAutoNum type="arabicPeriod" startAt="27"/>
            </a:pPr>
            <a:r>
              <a:rPr lang="en-US"/>
              <a:t>2SC2480</a:t>
            </a:r>
          </a:p>
          <a:p>
            <a:pPr marL="514350" indent="-514350">
              <a:buFont typeface="+mj-lt"/>
              <a:buAutoNum type="arabicPeriod" startAt="27"/>
            </a:pPr>
            <a:r>
              <a:rPr lang="en-US"/>
              <a:t>2SD1328</a:t>
            </a:r>
          </a:p>
          <a:p>
            <a:pPr marL="514350" indent="-514350">
              <a:buFont typeface="+mj-lt"/>
              <a:buAutoNum type="arabicPeriod" startAt="27"/>
            </a:pPr>
            <a:r>
              <a:rPr lang="en-US"/>
              <a:t>2SD1820</a:t>
            </a:r>
          </a:p>
          <a:p>
            <a:pPr marL="514350" indent="-514350">
              <a:buFont typeface="+mj-lt"/>
              <a:buAutoNum type="arabicPeriod" startAt="27"/>
            </a:pPr>
            <a:endParaRPr lang="en-US"/>
          </a:p>
          <a:p>
            <a:pPr marL="514350" indent="-514350">
              <a:buFont typeface="+mj-lt"/>
              <a:buAutoNum type="arabicPeriod" startAt="27"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77000" y="2139867"/>
            <a:ext cx="4876800" cy="4293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139144" y="1549179"/>
            <a:ext cx="3443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Untuk no Absen 17-32</a:t>
            </a:r>
          </a:p>
        </p:txBody>
      </p:sp>
    </p:spTree>
    <p:extLst>
      <p:ext uri="{BB962C8B-B14F-4D97-AF65-F5344CB8AC3E}">
        <p14:creationId xmlns:p14="http://schemas.microsoft.com/office/powerpoint/2010/main" val="326658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04903"/>
            <a:ext cx="10515600" cy="25193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Gambarkan grafik Ic=f(Ib) di Proteus.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Ikuti langkah di file “cara membuat grafik karak transfer Ic=f(Ib).pptx”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Berapakah Betanya? Jawab seperti pada file </a:t>
            </a:r>
            <a:r>
              <a:rPr lang="sv-SE"/>
              <a:t>”cara mencari Beta dgn grafik Ic=f(Ib).pptx”</a:t>
            </a:r>
            <a:r>
              <a:rPr lang="en-US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71005" y="1690688"/>
            <a:ext cx="100671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Transistor no.1-16 untuk no absen 1-16, </a:t>
            </a:r>
          </a:p>
          <a:p>
            <a:r>
              <a:rPr lang="en-US" sz="2800"/>
              <a:t>Transistor no.17-32 untuk no absen 17-32</a:t>
            </a:r>
          </a:p>
        </p:txBody>
      </p:sp>
    </p:spTree>
    <p:extLst>
      <p:ext uri="{BB962C8B-B14F-4D97-AF65-F5344CB8AC3E}">
        <p14:creationId xmlns:p14="http://schemas.microsoft.com/office/powerpoint/2010/main" val="233596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C518-27E8-C971-9FCF-DF241662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9208" cy="511697"/>
          </a:xfrm>
        </p:spPr>
        <p:txBody>
          <a:bodyPr>
            <a:noAutofit/>
          </a:bodyPr>
          <a:lstStyle/>
          <a:p>
            <a:r>
              <a:rPr lang="en-US" sz="2400" dirty="0" err="1"/>
              <a:t>Grafik</a:t>
            </a:r>
            <a:r>
              <a:rPr lang="en-US" sz="2400" dirty="0"/>
              <a:t> </a:t>
            </a:r>
            <a:r>
              <a:rPr lang="en-US" sz="2400" dirty="0" err="1"/>
              <a:t>Ic</a:t>
            </a:r>
            <a:r>
              <a:rPr lang="en-US" sz="2400" dirty="0"/>
              <a:t>=f(</a:t>
            </a:r>
            <a:r>
              <a:rPr lang="en-US" sz="2400" dirty="0" err="1"/>
              <a:t>Ib</a:t>
            </a:r>
            <a:r>
              <a:rPr lang="en-US" sz="2400" dirty="0"/>
              <a:t>) </a:t>
            </a:r>
            <a:r>
              <a:rPr lang="en-US" sz="2400" dirty="0" err="1"/>
              <a:t>menggunakan</a:t>
            </a:r>
            <a:r>
              <a:rPr lang="en-US" sz="2400" dirty="0"/>
              <a:t> Transistor TIP 47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24CF2B01-5294-BD08-8FBD-C58DD131F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246" t="20093" r="17692" b="13990"/>
          <a:stretch/>
        </p:blipFill>
        <p:spPr>
          <a:xfrm>
            <a:off x="1455006" y="1113725"/>
            <a:ext cx="8004333" cy="4630550"/>
          </a:xfrm>
        </p:spPr>
      </p:pic>
    </p:spTree>
    <p:extLst>
      <p:ext uri="{BB962C8B-B14F-4D97-AF65-F5344CB8AC3E}">
        <p14:creationId xmlns:p14="http://schemas.microsoft.com/office/powerpoint/2010/main" val="297484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F388-DB8A-5554-AF03-99109CC8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468" y="2458066"/>
            <a:ext cx="4021899" cy="1325563"/>
          </a:xfrm>
        </p:spPr>
        <p:txBody>
          <a:bodyPr>
            <a:normAutofit/>
          </a:bodyPr>
          <a:lstStyle/>
          <a:p>
            <a:r>
              <a:rPr lang="en-US" sz="2000" dirty="0" err="1"/>
              <a:t>Perhitungan</a:t>
            </a:r>
            <a:r>
              <a:rPr lang="en-US" sz="2000" dirty="0"/>
              <a:t> Beta Transistor TIP 47</a:t>
            </a:r>
            <a:br>
              <a:rPr lang="en-US" sz="2000" dirty="0"/>
            </a:br>
            <a:r>
              <a:rPr lang="en-US" sz="2000" dirty="0"/>
              <a:t>B= </a:t>
            </a:r>
            <a:r>
              <a:rPr lang="en-US" sz="2000" dirty="0" err="1"/>
              <a:t>Ic</a:t>
            </a:r>
            <a:r>
              <a:rPr lang="en-US" sz="2000" dirty="0"/>
              <a:t>/</a:t>
            </a:r>
            <a:r>
              <a:rPr lang="en-US" sz="2000" dirty="0" err="1"/>
              <a:t>Ib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  = 22,8mA/500</a:t>
            </a:r>
            <a:r>
              <a:rPr lang="el-GR" sz="2000" i="0" dirty="0">
                <a:solidFill>
                  <a:srgbClr val="4D5156"/>
                </a:solidFill>
                <a:effectLst/>
              </a:rPr>
              <a:t>μ</a:t>
            </a:r>
            <a:r>
              <a:rPr lang="en-US" sz="2000" i="0" dirty="0">
                <a:solidFill>
                  <a:srgbClr val="4D5156"/>
                </a:solidFill>
                <a:effectLst/>
              </a:rPr>
              <a:t>A </a:t>
            </a:r>
            <a:br>
              <a:rPr lang="en-US" sz="2000" i="0" dirty="0">
                <a:solidFill>
                  <a:srgbClr val="4D5156"/>
                </a:solidFill>
                <a:effectLst/>
              </a:rPr>
            </a:br>
            <a:r>
              <a:rPr lang="en-US" sz="2000" i="0" dirty="0">
                <a:solidFill>
                  <a:srgbClr val="4D5156"/>
                </a:solidFill>
                <a:effectLst/>
              </a:rPr>
              <a:t>   = 45,6</a:t>
            </a:r>
            <a:endParaRPr lang="en-US" sz="2000" dirty="0"/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A8A866FE-71B1-3838-1AB7-4AD69F82A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9766" t="30786" r="37701" b="21366"/>
          <a:stretch/>
        </p:blipFill>
        <p:spPr>
          <a:xfrm>
            <a:off x="373464" y="963501"/>
            <a:ext cx="6821844" cy="4314695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986CF3-D3F6-5DBA-6315-0338AB75F7B3}"/>
              </a:ext>
            </a:extLst>
          </p:cNvPr>
          <p:cNvCxnSpPr/>
          <p:nvPr/>
        </p:nvCxnSpPr>
        <p:spPr>
          <a:xfrm flipH="1">
            <a:off x="1375442" y="2681728"/>
            <a:ext cx="48178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5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Pengumpulan Tugas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 di file ppt</a:t>
            </a:r>
          </a:p>
          <a:p>
            <a:r>
              <a:rPr lang="en-US" dirty="0" err="1"/>
              <a:t>Penamaan</a:t>
            </a:r>
            <a:r>
              <a:rPr lang="en-US" dirty="0"/>
              <a:t> file: NIM_NamaDepan_Kelas_Prodi_Beta_SebutkanNamaTransistornya.pptx</a:t>
            </a:r>
          </a:p>
          <a:p>
            <a:r>
              <a:rPr lang="en-US" dirty="0" err="1"/>
              <a:t>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Gdrive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link </a:t>
            </a:r>
            <a:r>
              <a:rPr lang="en-US" dirty="0" err="1"/>
              <a:t>akan</a:t>
            </a:r>
            <a:r>
              <a:rPr lang="en-US" dirty="0"/>
              <a:t> di share di WAG.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6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187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Tugas Mencari Beta BJT</vt:lpstr>
      <vt:lpstr>Diketahui transistor BJT berikut:</vt:lpstr>
      <vt:lpstr>Soal</vt:lpstr>
      <vt:lpstr>Grafik Ic=f(Ib) menggunakan Transistor TIP 47</vt:lpstr>
      <vt:lpstr>Perhitungan Beta Transistor TIP 47 B= Ic/Ib     = 22,8mA/500μA     = 45,6</vt:lpstr>
      <vt:lpstr>Pengumpulan 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ASUS</cp:lastModifiedBy>
  <cp:revision>47</cp:revision>
  <dcterms:created xsi:type="dcterms:W3CDTF">2024-09-01T23:50:21Z</dcterms:created>
  <dcterms:modified xsi:type="dcterms:W3CDTF">2024-09-11T19:11:16Z</dcterms:modified>
</cp:coreProperties>
</file>