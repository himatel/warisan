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3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8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6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5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A4D0-8185-40A4-8FF9-B5DEE94ABB6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9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Kuiz Analisis AC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40726"/>
            <a:ext cx="9144000" cy="15170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Tata Tertib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Ini lanjutan dari soal </a:t>
            </a:r>
            <a:r>
              <a:rPr lang="en-US"/>
              <a:t>pada kuiz </a:t>
            </a:r>
            <a:r>
              <a:rPr lang="en-US" smtClean="0"/>
              <a:t>teori sebelumnya</a:t>
            </a:r>
            <a:endParaRPr lang="en-US"/>
          </a:p>
          <a:p>
            <a:r>
              <a:rPr lang="en-US" smtClean="0"/>
              <a:t>Dikerjakan per kelompok</a:t>
            </a:r>
          </a:p>
          <a:p>
            <a:r>
              <a:rPr lang="en-US" smtClean="0"/>
              <a:t>Alat dan Bahan </a:t>
            </a:r>
            <a:r>
              <a:rPr lang="en-US"/>
              <a:t>sesuaikan dengan percobaan terdahulu</a:t>
            </a:r>
          </a:p>
          <a:p>
            <a:r>
              <a:rPr lang="en-US" smtClean="0"/>
              <a:t>Langkah kerja sesuaikan </a:t>
            </a:r>
            <a:r>
              <a:rPr lang="en-US"/>
              <a:t>dengan </a:t>
            </a:r>
            <a:r>
              <a:rPr lang="en-US" smtClean="0"/>
              <a:t>percobaan terdahulu</a:t>
            </a:r>
          </a:p>
          <a:p>
            <a:r>
              <a:rPr lang="en-US" smtClean="0"/>
              <a:t>Isilah data pengukuran pada tabel yang diberikan</a:t>
            </a:r>
          </a:p>
          <a:p>
            <a:r>
              <a:rPr lang="en-US" smtClean="0"/>
              <a:t>Kumpulkan jurnalnya perkelompok</a:t>
            </a:r>
          </a:p>
          <a:p>
            <a:r>
              <a:rPr lang="en-US" smtClean="0"/>
              <a:t>Isi gform </a:t>
            </a:r>
            <a:r>
              <a:rPr lang="en-US" smtClean="0"/>
              <a:t>oleh perwakilan kelompok.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Pengukuran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271507"/>
              </p:ext>
            </p:extLst>
          </p:nvPr>
        </p:nvGraphicFramePr>
        <p:xfrm>
          <a:off x="2502568" y="1690688"/>
          <a:ext cx="6930191" cy="4405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960"/>
                <a:gridCol w="3739170"/>
                <a:gridCol w="939687"/>
                <a:gridCol w="939687"/>
                <a:gridCol w="939687"/>
              </a:tblGrid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Parameter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Teori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Simulasi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Praktek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Tipe BJT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 (hfe)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Vcc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Gambar Grafik Garis beban dan Titik Kerja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Gambar Grafik Respon Frekuensi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 (Fcutoff 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59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 (Fcutoff H)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757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105</Words>
  <Application>Microsoft Office PowerPoint</Application>
  <PresentationFormat>Widescreen</PresentationFormat>
  <Paragraphs>95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Kuiz Analisis AC</vt:lpstr>
      <vt:lpstr>Tata Tertib</vt:lpstr>
      <vt:lpstr>Data Pengukuran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46</cp:revision>
  <dcterms:created xsi:type="dcterms:W3CDTF">2024-09-01T23:50:21Z</dcterms:created>
  <dcterms:modified xsi:type="dcterms:W3CDTF">2024-09-13T06:01:17Z</dcterms:modified>
</cp:coreProperties>
</file>