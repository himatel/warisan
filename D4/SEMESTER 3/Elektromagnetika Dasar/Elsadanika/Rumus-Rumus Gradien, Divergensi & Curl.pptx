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14" r:id="rId4"/>
  </p:sldMasterIdLst>
  <p:sldIdLst>
    <p:sldId id="305" r:id="rId5"/>
    <p:sldId id="309" r:id="rId6"/>
    <p:sldId id="317" r:id="rId7"/>
    <p:sldId id="310" r:id="rId8"/>
    <p:sldId id="311" r:id="rId9"/>
    <p:sldId id="318" r:id="rId10"/>
    <p:sldId id="306" r:id="rId11"/>
    <p:sldId id="312" r:id="rId12"/>
    <p:sldId id="319" r:id="rId13"/>
    <p:sldId id="307" r:id="rId14"/>
    <p:sldId id="308" r:id="rId15"/>
    <p:sldId id="320" r:id="rId16"/>
    <p:sldId id="313" r:id="rId17"/>
    <p:sldId id="314" r:id="rId18"/>
    <p:sldId id="315" r:id="rId19"/>
    <p:sldId id="31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66" d="100"/>
          <a:sy n="66" d="100"/>
        </p:scale>
        <p:origin x="-596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04-21T00:21:32.743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24207 5454 1812 0,'-25'-16'-348'0,"-3"1"85"0,10-1 36 0,-5-6 31 0,-1-2 26 15,5 1 6-15,3 1 18 0,6 3 24 0,1-3 10 16</inkml:trace>
  <inkml:trace contextRef="#ctx0" brushRef="#br0" timeOffset="16904.29">16052 5541 67 0,'0'4'109'16,"4"-4"-7"-16,2 2 3 0,-10 1-3 0,4-3-9 0,8 0-21 16,-8 5-3-16,2-5-7 0,-2 0 18 0,0 0-17 15,0-8 5-15,7 6 3 0,-3-4 5 0,2 0-18 0,-4 0 1 16,-2-2 15-16,0-2-1 0,4 1-12 0,2-1-2 15,-6-4 5-15,6 6-20 0,-6-4 18 0,0 1-24 16,0-2 17-16,8 4-25 0,-8-5 19 0,6-2-5 0,-6-3-2 16,5 2-5-16,-1 4-4 0,-4-9-24 0,8 2 1 15,-2-2 18-15,-6 1-23 0,0-3 10 0,6 2 0 0,-2-4-6 16,-4 5 11-16,0-7-20 0,6 3 20 0,-8-2-25 16,4 2 10-16,-4-7 16 0,4 7-26 0,-2-5 10 15,4-1 10-15,-2 4-25 0,2-1 15 0,1-2 0 0,3-2-10 16,-6 1 0-16,2-1 0 0,-2-2 0 0,8 2-1 15,-4 1 6-15,-4-5 11 0,2 1 4 0,0-4-15 0,5 1 15 16,-5-6-15-16,4 3 16 0,-2 0-6 0,10-5 1 16,-8 1-6-16,3-3-21 0,5 1 22 0,-4-3-1 15,7-2-26-15,-7 8 26 0,-2-6-20 0,4 3 20 0,1-4-21 16,3-1 1-16,-2 0 0 0,-5 2 25 0,-1 0-20 0,8-1-1 16,-8 3 22-16,7-3-22 0,-7 1 22 0,0 3-1 15,9 1-26-15,-3 2 6 0,-4-2 0 0,0 2 20 16,7 0-20-16,-9 0 0 0,4 0 20 0,3-2-25 0,-1 1 25 15,-4 4-20-15,5-5 20 0,-9 7-10 0,10-2-10 16,-2-2 20-16,-5-2-10 0,1 7-10 0,0-3-5 0,2 2 30 16,1-1-15-16,1-2-10 0,-2 3 20 0,5-2-10 15,-5 0-10-15,2-2 20 0,7 2-20 0,-7-4 20 0,3 5-20 16,-1-5 20-16,4 1-20 0,-1-5 20 0,-5 5-20 16,7-3 20-16,-1 4 0 0,-8 4 0 0,9-4 0 15,-3 4-20-15,-3-2-5 0,5 9 0 0,-1-4-4 0,-1 5 9 16,5 1 0-16,-5 0-4 0,0-3-6 0,9 3 1 15,-9 0-4-15,9-1-15 0,-5-2 15 0,5 1 5 16,-2 1 0-16,3-5-4 0,-1 4-10 0,-5-4 6 0,11 1 0 16,-10-4 9-16,3 3-9 0,3-2 9 0,-7 3 9 15,1-4-9-15,1 6 0 0,-3 0 5 0,-5 6 3 0,3-3 1 16,-1 2 0-16,-6 1 0 0,3 7-1 0,5-2-7 16,-10 3 16-16,3 0-4 0,3 2 0 0,-2 1 0 0,3-4 0 15,-7 4 0-15,6 5 4 0,-3-5 0 0,3 2 8 0,-2 4-12 16,-1-2 4-16,-5 2-4 0,2 4 4 15,-6 6 0-15,0-6 0 0,1 6 0 0,-1-2 0 0,-6 2 0 16,0 0 0-16,6 2 0 0,-2-2 0 0,-4 6 0 0,-4-9 0 16,10 6-4-16,-6 3 4 0,-2 1-4 0,2-1-4 15,2 3-4-15,-2-1-20 0,-2 4-4 0,2-2-34 0,-10 0-18 16,10 5-57-16,-10-5-75 0,-1 4 20 0,1-3 10 16,-6 6 40-16,-7-4 3 0,9 6 25 0,-8-6 14 15</inkml:trace>
  <inkml:trace contextRef="#ctx0" brushRef="#br0" timeOffset="17750.59">16842 2641 115 0,'5'0'98'0,"-5"0"-20"0,0 0 4 15,0 0-7-15,0 0 0 0,0 0-27 0,2 0-4 0,-2 0-2 16,0 0-5-16,0 0 8 0,-2 0-6 0,2 0-1 16,0 0-3-16,0 0-4 0,0 0-3 0,0 0-3 15,0 0 0-15,0 0-4 0,0 4-18 0,0-4 1 0,0 0 0 16,0 4 13-16,-7 0-2 0,5 2-1 0,-4 4 0 16,-4-2 0-16,0 3-17 0,0 1 10 0,-5-2-11 0,1 4 19 15,-2 0-19-15,-7 0 19 0,7-1-8 0,2 3-7 16,-3-2 7-16,-1 0 7 0,6 2-14 0,-7 1 15 0,-3-1-19 15,5 0 19-15,5 4-4 0,-10-4-19 0,3 4 5 16,5-4 14-16,-6-1-19 0,1 3 19 0,1-1 0 16,4 2-3-16,-7-2-1 0,5-1 0 0,1-2-10 0,-1 2 3 15,0-2-4-15,1-3 11 0,3 5 1 0,0-6-1 16,2 2-3-16,0-2-1 0,-3-4 1 0,11 0-4 16,-2-4-15-16,4 4 1 0,-2-3 17 0,-2-3 1 0,4 0-11 15,0 0-8-15,0 0 4 0,0 0 0 0,4 0 0 16,-4 0 4-16,-4 0 0 0,4 0-1 0,0 0 1 0,0 0 4 15,0 0-5-15,0 0 12 0,0 0 3 0,0 0-3 0,0 0-4 16,0 0-7-16,0 0-15 0,0 0-3 0,0 0 3 16,0-3-10-16,0-3-17 0,0 4-22 0,0-6-16 15,0 2-41-15,0-4-37 0,6-2 25 0,-2 1 18 0,2-2 7 16</inkml:trace>
  <inkml:trace contextRef="#ctx0" brushRef="#br0" timeOffset="18137.99">16687 2760 71 0,'0'-3'101'0,"0"3"-23"0,2 0 11 15,-2-3-25-15,0 6-6 0,4-3-10 0,-8 0 3 16,8 0-13-16,2 0 0 0,-1 0-4 0,1 0-3 0,-2-3-3 15,0 3 0-15,2 0-1 0,0 0 5 0,-6 0-1 16,4 0-3-16,4 0 0 0,-8 0-14 0,6 0 15 0,-6 0-15 16,9 0 10-16,-9 3 1 0,2 2 0 0,8 1-3 15,-4 4 10-15,0-1 8 0,0 5-19 0,5 4 20 0,-3 2-19 16,4 2 0-16,-2 3 7 0,2 3 1 0,1-1 0 16,3 3 0-16,-4 0 0 0,5 1 1 0,-3-1-4 0,4 2-4 15,-1 1 1-15,-7-3 7 0,4 3 5 0,2-5 0 16,-3 5-4-16,-3-6-20 0,2-2 17 0,-6-3-21 15,0 3 1-15,1-4 7 0,-1-4 9 0,-4-3-25 0,-2-1 9 16,0-5-13-16,6-5-1 0,-6 0-7 0,0 3-1 16,0-4-8-16,-6-2-7 0,6 0-33 0,0 0-27 0,0-2-24 15,-8-4-63-15,-3 0-53 0,3-2 28 0,-4-2 28 16,-4-5 14-16,-7-1 9 0,5-3 23 0,-7-6 14 0</inkml:trace>
  <inkml:trace contextRef="#ctx0" brushRef="#br0" timeOffset="18902.58">15343 2114 64 0,'0'0'85'0,"4"-7"-4"0,-8 2 1 16,4 1-4-16,0-2-7 0,0 6-26 0,0 0-11 15,0 0 10-15,0-2-6 0,0 4-3 0,0-4-8 0,0 2 8 16,0 2 6-16,0-2-17 0,4-4 18 0,-4 4-21 16,0 0 0-16,0-4 0 0,0 4 0 0,0 0-3 0,0-2 7 15,0 2 3-15,0 0-17 0,3 0 6 0,-6 0 5 16,3 0-19-16,3 0 12 0,-3 0 2 0,0 0-17 16,0 0 0-16,6 0 11 0,-6 6-4 0,0-6-7 0,0 0 4 15,4 0 14-15,0 4-7 0,-8 0 7 0,8 2-7 16,-4-1 0-16,2 6 0 0,-4 0 0 0,2-3 0 0,2 5 0 15,-2 4 0-15,-2-3 11 0,2 2-8 0,0 3 9 16,0 3-1-16,0-5 0 0,0 8-3 0,0-4 4 0,0 5-19 16,0-2 3-16,0 3 8 0,0-1 8 0,-4 3-7 15,4 4-1-15,0 0 1 0,-4 3-1 0,-2-1-3 16,-1 4 3-16,-1-3-3 0,4 4 0 0,-6-1 12 0,6-1-12 16,0-2-8-16,-2-3 8 0,-5 0 8 0,5-3 0 15,0-5-4-15,2 2 0 0,4-2-11 0,-8-6 7 16,8 0-8-16,-6-2-4 0,2-4 0 0,4 2 12 0,0-7-12 15,0-3 0-15,0 2-4 0,-2-7 0 0,2 4 0 16,0-4-4-16,0 0 0 0,0 0-5 0,0 0-3 0,-2-4 8 16,-2 4-4-16,1 0-8 0,-3 0-4 0,-2 0-12 0,8 0-3 15,-6 0 0-15,0 0-19 0,0-4-2 0,0-2-3 16,2 0-26-16,-3 2-48 0,1-8-29 0,2-4-25 0,0 2 30 16,-2-8 21-16,6 3 18 0,-4-6 13 0</inkml:trace>
  <inkml:trace contextRef="#ctx0" brushRef="#br0" timeOffset="19400.48">15006 2041 67 0,'0'0'92'0,"0"-4"3"0,0 4-7 0,4-4-6 15,-4 1-11-15,0 0-19 0,0 3-4 0,0-2-14 16,3 2 18-16,-1 0-11 0,6-6-3 0,-6 4-10 0,4-8 14 15,0 8-4-15,4-1-3 0,-4-4 0 0,7 1-6 16,-5 6-12-16,6-3-2 0,-2-2 2 0,-3 5 8 0,5-6-3 16,0 6-11-16,-2 0-8 0,7-3 8 0,-1 3 0 15,-2-3-8-15,3 0 8 0,1-2-4 0,-1 5-7 16,5 0 8-16,-7 5-1 0,3-10 7 0,9 5-6 0,-7 0-5 16,2-2 1-16,-1 4 0 0,1-2-1 0,1 0 1 15,2 0 0-15,-7 0-1 0,9 0 1 0,-13 5 0 16,8-5-1-16,-5 3 1 0,-1-3 0 0,-2 3-4 0,7-3 0 15,-7 0 3-15,-6 0 1 0,1 3 0 0,-5-3-1 16,6-3-3-16,-8 6-7 0,-2-6-4 0,6 3 15 0,-8 0 3 16,0 0-7-16,0 0 4 0,-4 0-8 0,4 0 0 15,0 0-7-15,0 0-18 0,4 6 4 0,-4-3-12 0,-4 5-24 16,0-2-31-16,2 1-55 0,-8 2-40 0,4-3 30 16,-6 2 24-16,3 8 18 0,-3-5 13 0</inkml:trace>
  <inkml:trace contextRef="#ctx0" brushRef="#br0" timeOffset="19911.43">14863 3133 77 0,'0'0'78'16,"0"0"11"-16,0 2-8 0,0-2-13 0,0 4 0 0,0-8-16 15,0 4-18-15,0 0 3 0,0 0-2 0,2 0-8 16,5 0 8-16,1 0-4 0,-2 0 0 0,0 0 10 0,2 0-9 16,2 0 6-16,5 0-3 0,-5 0-3 0,6 0 0 15,-8 0-4-15,5 0-7 0,-1 0-3 0,2 0 0 16,-2 0 0-16,1 0 7 0,5 0-7 0,-6 0-4 0,9-2-3 16,-5-2 4-16,7 2-5 0,1 2-6 0,1 0 7 15,5 0 4-15,-1-2-4 0,1-2 0 0,3 4 0 16,-4 0 0-16,5 0-8 0,-3 0 8 0,0 0 0 0,-1 0 1 15,-1 0-9-15,-7 0 16 0,3 0-15 0,1 0-1 16,-7 0 12-16,-7 0 4 0,2 0 4 0,3 0-5 0,-7-2 1 16,-4 2-11-16,-4-3 0 0,4 3-4 0,-6 0 3 15,0 0 5-15,0 0-5 0,0-7-3 0,0 7-4 0,0 0-23 16,0 0-4-16,0-4-26 0,0 2-25 0,0-4-46 16,0 1-90-16,-6-4 8 0,4 0 41 0,-6 2 12 0,0-2 27 15,-2 5 14-15</inkml:trace>
  <inkml:trace contextRef="#ctx0" brushRef="#br1" timeOffset="29420.07">15384 3763 88 0,'0'0'81'0,"0"0"-10"0,0 0-3 0,0 0 4 0,0 0-1 16,0 0-20-16,0 0 1 0,0 0-11 0,0 0-4 16,0 0-2-16,0 0-1 0,0 0 8 0,0 0-14 0,0 0-1 15,0 0-2-15,0 0-4 0,0 0-4 0,0 4 1 16,0-4-1-16,0 6 1 0,0 0 3 0,0-2-14 0,0-2 11 15,0 7-8-15,0-1 8 0,0 0-4 0,0 3 0 16,0 0 1-16,0 1-1 0,0-5 0 0,0 2 1 16,0 1-1-16,0-1-3 0,0 4 0 0,0-4-19 0,0 2 16 15,0-2 6-15,0 1-3 0,0 2 0 0,0-4-8 16,0 4 1-16,0 3 0 0,6-7 3 0,0 8 0 0,1-2 1 16,-1-2-1-16,0 6 0 0,4-1 12 0,0-1-12 15,-2-2 0-15,5-3 1 0,-3 6-5 0,-2-4 5 16,2 0-5-16,1-4 1 0,-3 5 4 0,4-3 3 0,0 0 0 15,2-1-11-15,-1-1 4 0,-1 4-4 0,0-2 0 16,7 1 3-16,-5 1-3 0,-4-4 4 0,6 4-4 16,3 0 0-16,-5 2 0 0,-2-7 0 0,3 4 0 0,-3 4 0 15,4-6 0-15,1 6 0 0,-3-4 0 0,4-1 0 0,-3 2 0 16,1-2 0-16,-2-3 0 0,5 4 0 0,-3-2 0 16,-4 1 0-16,7-5 0 0,-5 2 7 0,6 0-7 0,-5-2 0 15,7 2 8-15,-6-2-1 0,5 2 1 0,-3 0-4 16,7-2-1-16,-9 2-6 0,7-3 3 0,-1-2 3 15,-2 0 5-15,-3 3-4 0,3-4-12 0,-3 3 4 0,-1-5 12 16,6 0-12-16,-1 0 0 0,-7 3 1 0,6-3-1 16,-1 3 4-16,-3 0 7 0,9-1-3 0,-5 4 0 0,-2 0-12 15,7 0 5-15,-5-6-1 0,-3 6 0 0,5-6 0 16,1 6 1-16,-5 3 3 0,5-9 7 0,-5 0-11 16,0 0 1-16,1 0-1 0,-3-5 4 0,2 10-4 0,-1-2 4 15,1-1 8-15,3-2-5 0,-7 0 1 0,4 0-11 16,3 0 3-16,-11 3 0 0,12 3 0 0,-5 0 1 0,-1-6-1 15,0 0 0-15,1 7 1 0,-1-4-1 0,0-3 4 16,3 6-4-16,-5-4 0 0,2-2-3 0,-3-2 7 16,-1 2-4-16,4 0 1 0,1 2-1 0,-5-4 0 0,0 4 0 15,0-2 1-15,7-2-1 0,-7 2 4 0,0 0-4 16,5 0 1-16,1-3-1 0,-4 0 0 0,-4 0-3 0,7 0 11 16,1-1-19-16,-2-2 19 0,-7-3-12 0,7 4-6 0,0 0 14 15,-3 1 0-15,-1 2-8 0,-4 2 5 16,2 0-16-16,7-10 5 0,-9 4 14 0,2 6-15 0,0-4 19 0,-2 0 0 15,-2 0-19-15,7-4 19 0,-1 0-1 0,-4 0 1 16,4-1-4-16,-3 7 0 0,3-6-15 0,0-3 5 16,2 2 13-16,-1 3-6 0,-5-2-8 0,8 0 18 0,-4-2-3 15,1 1-1-15,1 4-14 0,-4-6 1 0,0-3 2 16,9 6 16-16,-9 0-5 0,2-1 1 0,-4-2-15 0,3 1 0 16,5-1 0-16,-8 0 4 0,0 0 0 0,0-1 0 15,-1 0 3-15,1 0 8 0,2 4 7 0,2-7-4 16,-6-1 0-16,5 2 0 0,-1 2 0 0,0-2-3 15,0-3 0-15,6 1-1 0,-3-2-6 0,-7 0 3 0,10 1 3 16,-8-2-3-16,5 2 0 0,-3-1-7 0,0 0 11 0,-4 2-12 16,6 3 8-16,-3-6 4 0,3 4-11 0,2 5 10 15,-8-6 1-15,4 2-4 0,-5 3 4 0,5-3-4 16,-4 4 3-16,2-2-3 0,-2-4-3 0,2 10 6 0,-1-5 1 16,-7-2-1-16,6 4 1 0,0 1-4 0,-4-4 0 15,8 0 0-15,-4 6 4 0,2-2-1 0,3-7 1 0,-7 5-1 16,-2 2 1-16,6 5 0 0,-6-6-1 0,2 7 1 0,2-2 0 15,-6 4-1-15,0-2-14 0,2 2 19 0,-2 2-8 16,-2-2 0-16,2 0 7 0,2 0-14 0,0 0 14 16,-2 0-14-16,0 0 17 0,0 0-2 0,0 0-16 0,-2 0 19 15,2 0-3-15,0 0-19 0,0 0 0 0,0 0 0 16,0 0 0-16,0 0-3 0,0 0 3 0,0 0-11 16,-2 0-10-16,-2 0-36 0,-4 0-48 0,0 0-54 0,-5 0 9 15,-3 4 17-15,2 4 19 0,-5-2 16 0,-3-1 11 16</inkml:trace>
  <inkml:trace contextRef="#ctx0" brushRef="#br1" timeOffset="30269.85">17047 4417 67 0,'0'0'92'0,"0"0"-7"0,0 0-7 0,0-4-17 0,0 4 10 16,0 0-36-16,0 0 12 0,0 0-19 0,0 0 13 15,0 0-10-15,0 0 0 0,0 0-4 0,0 0-9 16,0 0 13-16,0 0-10 0,0 0-1 0,2 0-2 0,-2 0-1 16,6 0 1-16,-2 0-1 0,2 0-45 0,2 0 49 15,-2 0-7-15,-2 0 4 0,7 0 3 0,-5 0-11 0,2 0 1 16,-2 0 6-16,-2 0 1 0,0 0-14 0,-2 0 3 15,8 0-4-15,-5 0 1 0,-1 0 6 0,2 0 1 16,0 0 0-16,2 0-4 0,6 0-7 0,-3 0 7 0,1 0 0 16,-4 0-3-16,-2 0-1 0,4 0 1 0,3 0-11 15,-7 0 3-15,2 0 8 0,0 0-11 0,0 0 7 0,-2 0 3 16,5 0-6-16,-5 0-1 0,6 0 8 0,-8 0-8 16,6 0 0-16,0 0 12 0,-1 0-12 0,5 0 4 0,-8 0-4 15,4 0 8-15,3 0 0 0,-5 0-8 0,0 0 0 16,4 0 1-16,-4 0 3 0,-2 0 7 0,5 0-3 0,-3 0-12 15,-6 0 12-15,2 0-8 0,-2 0-6 0,-2 0 10 16,0 0-4-16,0 0 4 0,0 0 0 0,0 0 4 16,0 0 6-16,-2 0-10 0,4 0 11 0,-2 0 0 0,0 0-18 15,0 0 3-15,0 0 1 0,0 0 6 0,0 0 8 16,0 0 0-16,-2 0-4 0,2 0 0 0,0 0-14 0,0 0 7 16,0 0 7-16,0 0-4 0,0 0-6 0,0 0 6 15,0 0 1-15,0 0 0 0,0 0-1 0,0 0 1 0,0 0-4 16,0 0 3-16,0 0-3 0,0 0 0 0,0 4 0 15,0 2 4-15,0-4 0 0,0-2-1 0,0 6 1 16,0-4-1-16,-4 4-3 0,4-2 0 0,0 2 0 0,0-3 4 16,-6 3-11-16,6-6 0 0,-4 5 10 0,4 1 1 15,0-1-1-15,-2 6 1 0,4-6-4 0,-4 7 0 0,2-6 0 16,-5 6 4-16,12 0-1 0,-9-1-17 0,2 5 3 16,0-4 0-16,0 2 4 0,0-2 14 0,0 2 0 0,0 1 1 15,0 1-1-15,0-2-4 0,0 2 1 0,0-6-15 16,0 2 4-16,0 4 14 0,0-5 0 0,0-3-3 0,0 3-8 15,0-2 8-15,0-1 0 0,0 0-1 0,0 1 1 16,0 1-1-16,0 1 1 0,0-2-4 0,0-3 0 16,0 1 0-16,0 2 0 0,0-5-11 0,0 0 8 0,0 1-12 15,0 1-3-15,0-3-18 0,0-3 1 0,0 0-33 16,0 4-33-16,0-4-55 0,0-4-12 0,0 1 14 0,0 0 25 16,0-5 20-16</inkml:trace>
  <inkml:trace contextRef="#ctx0" brushRef="#br1" timeOffset="32600.31">17708 3585 101 0,'0'4'82'0,"0"-4"-15"0,0-4 5 0,0 8-18 15,0-4 14-15,0 4-34 0,0-4 14 0,0 0-3 16,0-4-8-16,0 4 1 0,0 4-7 0,0-4 4 0,0 0-4 16,0 0-3-16,0 3-4 0,0-3 0 0,0 0-3 15,0 0-3-15,0 0-1 0,0 0-3 0,0-3 0 16,0 3 0-16,0 0-3 0,0 0 3 0,0 0-14 0,0 0 14 15,0 3-14-15,0 0 7 0,0-3 0 0,0 0 0 16,0 0 8-16,0 2-8 0,0 2-7 0,0-2 0 0,0 0 0 16,0-2 0-16,0 0 3 0,0-2 15 0,0 8-4 15,0-4 1-15,0-2-1 0,0 0-18 0,0 4 4 0,0-8 0 16,0 8 0-16,0-4 7 0,0 2 8 0,0 1-19 16,0-8 1-16,0 5 3 0,0 2 0 0,0-2 0 0,0 3-4 15,0-3 11-15,0-5 8 0,0 5-19 0,0 5 4 16,0-5 0-16,0 0 0 0,0 0 7 0,7 0 11 15,-7 7-11-15,0-7 8 0,0 4-8 0,0 1 0 0,0 1 1 16,0-6 3-16,0 0-4 0,0 3 0 0,0-1 1 16,0 4-8-16,0-3 7 0,0 4 0 0,4-4 1 0,-4 0-5 15,2 0 12-15,-2 3-8 0,6-2-3 0,-2-4 0 16,-4 6-1-16,10-2 9 0,-4-4-9 0,-2 7-3 0,0-2 11 16,-4-1-11-16,6 4 0 0,1-3 8 0,3 4-8 15,-10 1 0-15,8-7 0 0,-8 5 0 0,4 0 0 16,0-8 0-16,2 4 0 0,0-4 0 0,1 2 0 0,-1-2-8 15,2-2 12-15,2 2-4 0,-2 2 11 0,0-4-11 16,-1 2 8-16,-1 0-8 0,-2 2 7 0,0-2-7 16,-4 0-4-16,4 0 1 0,-4 8-1 0,0-8 0 0,2 2 4 15,2-2 0-15,-2 0 0 0,-2 0 0 0,8 4 0 16,-4-2 0-16,2-2 0 0,3 9 8 0,-3-6-8 0,0 2 0 16,0 3 7-16,-2 0-11 0,0 4 4 0,6-2 0 15,-1-4 0-15,-5 4 0 0,0 2 8 0,2-10-8 16,0 2-4-16,0 4 0 0,0 2 4 0,0-4 0 0,3 2 0 15,1-2 0-15,-4-3 8 0,4 7-1 0,0-4-7 0,-2 8-3 16,1-6 3-16,-1 6 0 0,0-9 3 0,-2 6-3 16,6 5-7-16,-8-7 11 0,9 1 7 0,-9 5 0 0,0 1 1 15,0-5-5-15,-4 2 1 0,4-1-1 0,-4-2-48 16,2 2 52-16,-2-2 0 0,6 2-18 0,-6-4-1 16,4-3 4-16,-4 3 16 0,8-2-1 0,-1-6-3 0,-7 6-1 15,8-6 1-15,-6 2-8 0,-2-2 4 0,8 0-1 16,-8 0 1-16,6 2 0 0,-4-2 0 0,-2 4-4 0,0 2 4 15,2-6 0-15,-4 2-12 0,2-4 12 0,2 7 0 16,-4 0-4-16,8-5-4 0,-10 2 8 0,4 4-1 16,0-6-3-16,4 3-15 0,-2 0 11 0,-2-1 8 0,0 2 0 15,4-4 0-15,-4 2 0 0,-4-2-4 0,4 0 0 16,0 0 0-16,4 0 0 0,-4 0 0 0,-4 0 3 0,4-2-6 16,0 4 3-16,0-2 3 0,0 0-3 0,0 0 0 15,0 0 0-15,0 0 0 0,0 0 0 0,0 0 0 0,0 0-3 16,0-2-9-16,0 2-3 0,0 0-4 0,0 0 0 15,0 0-26-15,0-4-3 0,0 4-11 0,-2-2-50 16,-4-10-65-16,0 2-28 0,4 2 37 0,-8-4 22 0,2-4 11 16,-7 3 20-16,15-5 13 0</inkml:trace>
  <inkml:trace contextRef="#ctx0" brushRef="#br1" timeOffset="33424.71">18209 3619 77 0,'0'0'65'0,"0"0"-1"0,0 0-6 15,0-4 0-15,0 4-4 0,2 0-16 0,-2 0 6 16,4 0-7-16,-8-2 4 0,4 4 1 0,0-2-12 0,0 0 8 16,4-2-3-16,-4-2-11 0,0 4 7 0,-4 0-7 15,4 0-3-15,0 0 0 0,-2-2-4 0,-2 2 1 16,4-2-11-16,0 2 3 0,-2 2 4 0,-5-2 0 0,1 0-3 16,0 0-1-16,0 0-3 0,0-2-7 0,4 2 4 15,2 4 3-15,-10 0 7 0,2-4-21 0,-7 6 10 16,15-1 1-16,-4 0-1 0,-4 1-3 0,0 5 11 0,0-6-7 15,-5 4-1-15,-3-2 1 0,4 2-1 0,2 1-3 16,-1-4 11-16,-5 5-11 0,0-2 0 0,-1 1 7 0,7-1-7 16,-4 4-7-16,2-7 7 0,-5 2 10 0,7 3-17 15,0-1 7-15,-2-4 0 0,-3 3 0 0,3-1 0 0,0-2 11 16,4 4-11-16,-5-4 0 0,5 0 0 0,-6-1 0 16,4 0 0-16,4-1 7 0,-5 3-7 0,1 2 0 15,0-9 0-15,-2 8 7 0,6-2-7 0,-5-1-3 0,3 6 3 16,-2-6-46-16,4 1 56 0,-6 2-6 0,-1-2-1 15,7 0 1-15,-2 6-4 0,0-2 0 0,-4-2 3 0,8-3-3 16,-5 2 0-16,-1-1 4 0,4 3-4 0,2-9 0 16,2 5 0-16,-4-5 0 0,4 0 11 0,2 0-19 0,-4 0 8 15,4 3 0-15,0-3 0 0,0 0 0 0,0 0 0 16,0 6 0-16,-6-6 0 0,-1 2 0 0,3 3 0 0,-2-5 4 16,6 6 10-16,-2-9 0 0,-2 9 1 0,-2-4-1 15,6 6 0-15,0-8 4 0,0 0-14 0,0 0 7 16,0 4 3-16,0-4-7 0,-6 0 8 0,2 6-1 0,-2-10 1 15,4 8-4-15,2-4 0 0,-3 0-4 0,-1 0 0 16,4 2 1-16,-2 1-1 0,2-3 0 0,0 5 1 0,2-10-5 16,-2 10 12-16,0-10-11 0,0 5-1 0,-2 0-3 15,2 5 0-15,0-5 0 0,0-5 0 0,0 5 0 0,0 0 8 16,0 0-4-16,0 0-12 0,2 0 1 0,-2 0-8 16,0 0-18-16,0-5-22 0,7 1-10 0,-5-2-35 15,2 2-65-15,2-5-25 0,-6-2 29 0,0 3 25 0,0-6 17 16,6 9 14-16</inkml:trace>
  <inkml:trace contextRef="#ctx0" brushRef="#br1" timeOffset="35472.1599">13957 3056 94 0,'0'0'78'0,"0"0"11"0,0 2-4 15,-4-2-21-15,2 4 11 0,-3-4-30 0,3 5-1 0,-8 2-3 16,4-7-6-16,0 4-1 0,2-2-3 0,-4 1 0 15,2-3-6-15,6 3-1 0,-2-6-3 0,-3 6 0 0,1-6-7 16,4 3 0-16,0 0 0 0,4 0 0 0,-4 6-7 16,0-3 10-16,0-1-10 0,0 4 11 0,0-1-18 15,-4 3 14-15,4-2-7 0,0-4 0 0,0 4 0 0,0 0 0 16,0-4 1-16,0 4-1 0,0-6-4 0,0 0 1 16,0 0-8-16,0 0 4 0,0 3 11 0,0 2-8 0,0-5 1 15,4 2 0-15,1-2-1 0,3-2 1 0,-4 2-11 16,-4 0 7-16,4 2 10 0,6-2-3 0,-4-2-7 15,6 2 0-15,-1 0 0 0,-5-5 0 0,-2 5 0 0,0-3 0 16,2-3 4-16,-4 4-4 0,0-4 4 0,2 0 3 16,-4 1-7-16,2-6-7 0,-2 6 17 0,-2 2-17 0,-2 0 4 15,8-2 3-15,-8 2 3 0,4 3 8 0,0-3-8 16,0 0 12-16,-2 1-4 0,2 2 3 0,0-4-3 0,-2 4-8 16,-2-7 12-16,-2 7-4 0,2 0 0 0,-2-3 0 15,2 1 0-15,-5 4-4 0,9-2 0 0,-10 0 1 16,4 3-1-16,4-6-3 0,-2 3-1 0,4 0 1 0,-4 0 0 15,4 0-8-15,-4 0 8 0,0 0-1 0,4 0 1 0,-6 0 0 16,-1 3-1-16,7 4 1 0,-4-3-4 0,-2 1 0 16,4 4 4-16,-8-4-1 0,8 3 1 0,2 3 0 0,-4 0 0 15,4 1-1-15,0-2 1 0,0-2 0 0,0 0-1 16,-6 1 1-16,6-3 0 0,6 4 0 0,-6-4-1 16,0 2 1-16,0-6-4 0,6 2 0 0,0-2 4 0,0-2-4 15,0 0 0-15,3 4 0 0,-1-8 0 0,0 4 0 16,6 0 0-16,-2-2 0 0,-3-2-8 0,-5 2 8 15,2-4 0-15,-2 1 0 0,2-1 0 0,-6-1 0 0,0-2 0 16,0 3 0-16,0-2 11 0,0 2-7 0,0-1 0 16,-2 4 0-16,-2 1-1 0,0-2 9 0,-2 4 3 0,0-2-8 15,-1-2 8-15,-5 2 1 0,2-4 3 0,6 4-12 16,-4 2-7-16,2-3 4 0,-1 3 8 0,3 0-1 16,-2 0 9-16,6-7-13 0,-6 11 1 0,6-1-4 0,0-3 4 15,-8 0-4-15,4 0 0 0,-2 0 7 0,6 0-11 16,0 0-8-16,-4 0 12 0,2 3 0 0,2 5 4 0,0-2-8 15,0 0 0-15,-2 4 0 0,4-2 0 0,-4 3 0 16,2-2 8-16,0 1-8 0,2-4 8 0,-4 3 0 0,2-5-4 16,2 0-8-16,0-2-12 0,2 2 4 0,6-4 4 15,-2 0 1-15,-2 0-1 0,4 0 0 0,1 0 20 0,-1 0-12 16,0-4 0-16,-4 4-8 0,6 4 4 0,-7-4 0 16,-3 0 0-16,2-6 8 0,-4 2 8 0,0 0-8 0,0-2 0 15,0 0 3-15,0-2-3 0,0 3 4 0,0-1 4 16,0 0 0-16,0 4 0 0,-4-1-8 0,-3 3 8 0,5-3 12 15,-8 3-16-15,4-2 0 0,0 2 20 0,2 0-3 16,-4 2-1-16,-5-4-3 0,9 2-21 0,-4 0 0 16,4-4 0-16,-2 4 17 0,4 4-4 0,-2 1-1 0,-2 0-3 15,6-5-1-15,6 6-4 0,-6-3-21 0,4 3 9 16,8-6-5-16,-4 2-12 0,-4 3 9 0,9-5-5 16,-5 0 4-16,8 0-27 0,1 3 4 0,-5-13 0 0,4 7-7 15,-4-3-15-15,1 3 5 0,-1-2-7 0,-2-3-6 16,-6 4-3-16,-2 2-17 0,4-6-3 0,-6 2 9 0,0 6 3 15,-6 0 12-15,4 0 10 0,-2 0-6 0,-2 0 7 16,2 4 20-16,-2-8-13 0,0 4-7 0,0 4-37 0,1-4-17 16,3 0 10-16</inkml:trace>
  <inkml:trace contextRef="#ctx0" brushRef="#br1" timeOffset="36882.44">18838 3058 101 0,'0'0'95'0,"0"0"4"0,0 0 6 0,0 0-3 16,0-2-6-16,0 2-27 0,0-2-7 0,0-4-3 0,0 6-7 16,0-4-3-16,0 2-7 0,0 4-6 0,0-4-4 15,0 2 0-15,0-3-14 0,0 3 7 0,0 0-4 0,0 3-3 16,0-3-11-16,0 0 8 0,0 0-4 0,0-3 0 15,0 3 0-15,0 3 0 0,0 3-11 0,2 0 7 16,-2-2 0-16,4 5 1 0,0 2-1 0,0 3 0 0,-4-3-3 16,4 7 3-16,-4 0 1 0,2 0-5 0,-2-1 1 0,0-1-4 15,0 4 4-15,0-2-1 0,0 2 1 0,-2-1-4 16,2-3 4-16,2 0 0 0,-2 2-1 0,0-5-3 0,0 1 0 16,0 0 0-16,0-8 0 0,-2 4 0 0,2-4 11 15,0-6-11-15,0 6 0 0,0-6 0 0,2 0 0 16,-2 0 8-16,0 0-8 0,0 0 0 0,0-4 0 0,6 2 0 15,-6 4 0-15,0-4 0 0,6 2 0 0,-6 0 7 16,-6 0-7-16,12-6 0 0,-6 3 0 0,5-4 0 16,-5-2 0-16,-5 4 0 0,5-7 0 0,5 9 0 0,-5-10 0 15,2 4 0-15,4-5 0 0,-6 2 0 0,8 3 0 16,-6-2 8-16,8-3-8 0,-4 3 0 0,0-3 0 0,7 2-11 16,-5-2 7-16,2-1 0 0,-4 2 4 0,4-4-4 15,-4 4 4-15,3-2 0 0,1 2-3 0,2-3 3 0,-6 5-4 16,4-4 4-16,-3 3 0 0,-1 4 0 0,-4-4-4 15,4 2 4-15,-2 1 0 0,-2 6 0 0,-2 0 0 16,0-2 0-16,8 5 0 0,-4 0 0 0,0-3 0 0,0 3 0 16,-2 3-3-16,5-3 3 0,-3 0 0 0,6 0 0 15,-4 0 0-15,-2 0 0 0,2 0 0 0,-2 0 3 0,0 0-3 16,0 0 0-16,7 0 0 0,-5 0 0 0,-2 0 8 0,0 3-8 16,-2 2 0-16,-2 1 0 0,4 2 3 0,2 0-3 15,-4 4 4-15,0-2 0 0,-2 6-4 0,0-2 4 16,4 8-1-16,-8-9 1 0,15-1 0 0,-7 4-8 0,-4-2 15 15,-4-3-7-15,10 9-8 0,-6-12 15 0,10 4-7 16,-8-2-4-16,4-2 11 0,-6 0 1 0,4 1-20 16,-4-2 20-16,10 2-20 0,-8-1 19 0,-2-2-18 0,0-6 14 15,0 6-14-15,0-2 11 0,0-4-1 0,4 0 5 16,-8 0-8-16,4 2-4 0,0-4 4 0,0 2-7 0,0-4 18 16,0 4-4-16,0 4-14 0,0-4 18 0,0 0 1 15,0 0-1-15,0 0 1 0,4 0-5 0,-4-4 5 0,0 4-5 16,0 0 5-16,0 0-4 0,0 0 7 0,0 0-7 15,0 0 0-15,5 0 0 0,-1-6 3 0,-8 2-7 16,12 2 0-16,-2-6 0 0,2-1 0 0,2-2-4 0,-4 0 8 16,7-3-8-16,-5-4 0 0,2 1 0 0,0 1 0 15,4-4 8-15,1-2-4 0,-9 3 0 0,8-3-8 0,3 2 0 16,-5 2 0-16,-2-6 0 0,4 7 0 0,-3-2-8 16,3 0 12-16,-4 3 0 0,4 4 0 0,-5-2-4 15,-3 1 4-15,0 5 0 0,8-1 0 0,-14-2 0 0,10 3 0 16,-10 6 8-16,6-2-20 0,-6-2 20 0,11 6-16 0,-7-2 16 15,2 2-8-15,-2 0 0 0,0 0-12 0,8 0 12 16,0 0 0-16,-1 0 8 0,-1-2-20 0,0 4 1 16,-2-2 19-16,0 0-16 0,3 2 16 0,-3 4-16 0,-4 5 8 15,0 0 0-15,-2 1 11 0,2 0-18 0,-2 3 14 16,2 1-14-16,-4 6-1 0,0-5 12 0,0 4 7 0,4-6-11 16,-4 7 4-16,4-2 0 0,-4 0 4 0,0-5 0 15,7 3-8-15,-9-4 8 0,4 2-8 0,4-5 8 0,-6 3-20 16,0-3 8-16,0-6 12 0,4 1-8 0,-4 0-12 15,12-4 16-15,-16 2 0 0,8-4-20 0,-8 0 16 16,10 2-19-16,-6-4-5 0,0 2 5 0,8 2-8 0,-8-4-7 16,2 2-8-16,-4 0-10 0,2 0-22 0,2 0-25 15,-2 0-30-15,0 0-50 0,0-4-4 0,4-2 29 0,-8 4 18 16,4-6 17-16,0 5 14 0</inkml:trace>
  <inkml:trace contextRef="#ctx0" brushRef="#br1" timeOffset="37616.08">20517 2886 118 0,'0'-2'95'0,"0"-4"-7"0,0 6-13 0,0-6-3 0,0 4-1 16,0-2-19-16,0 4-4 0,-9-8-4 0,9 8-2 16,0 0 6-16,-4-3-17 0,-2 3 15 0,4-2-4 15,-4 4-4-15,0-9-2 0,-4 4-5 0,-1 3-6 0,9 0 0 16,-10-6 4-16,2 4-8 0,4-2 1 0,-2 2 3 15,-3-4-10-15,5 0-1 0,-4 4 4 0,-2-6-7 16,4 0 0-16,-1 5 0 0,-1 3 0 0,0-3 0 0,0 3 0 16,-2-2-3-16,-1 2-5 0,5 0 5 0,-2 0-1 15,4 0-10-15,-4 2 6 0,-3-4 1 0,3 2 0 0,4 0-4 16,-2 0 3-16,0 0-3 0,4 0 4 0,-7 0-4 16,1 0 4-16,2 2-4 0,4 1 0 0,-2 0 0 0,-2 3 0 15,8-4 4-15,-6 8-1 0,-1-4-3 0,3 2-7 0,-2 1 7 16,0 2 4-16,-6-3-4 0,8 1 3 0,-2 1 1 15,-1 1 0-15,-3 3 3 0,0-3-11 0,2 3 19 16,-6 2-15-16,7-1 0 0,-5 1 23 0,6-3-19 0,0 6 18 16,2-2-10-16,-2-1-8 0,6-2 15 0,-4-3-19 15,2 2 0-15,-2-4 11 0,8-1 5 0,-2-2-16 0,6 0 7 16,0-2 1-16,0-1 7 0,-4-3-22 0,13 0 18 16,1-3-7-16,-2-5-12 0,5 3 16 0,5-1-8 0,-5-5-11 15,3-5 11-15,3 5 0 0,-3-3-20 0,5-5 16 16,-5 3-19-16,1-6 8 0,-3 2 0 0,-3 1 3 15,5-1 5-15,-7 4-1 0,-1 0 1 0,-4 0 3 16,0 4 0-16,-10 1 0 0,7 4 12 0,-7 4-16 0,-2 0 20 16,4 0-1-16,-8 1-15 0,4 2 19 0,0 2 1 15,0-2-1-15,-2 0 0 0,4 3 1 0,-2-3-1 0,0 6 0 16,0 1-11-16,4-1-4 0,0 5 12 0,-2 1 0 16,4 0-5-16,-4 2 5 0,4 2 0 0,0 1 0 0,-2-5-4 15,-4 4 0-15,9-2 8 0,-9-3-8 0,0 0 0 16,0-1-4-16,-2-1 4 0,2 4 4 0,-7-8-12 15,16-1-12-15,-9 2 8 0,4-6 4 0,2 2-8 0,0 0-28 16,2-2-4-16,0-2-26 0,0 2-6 0,7-2-63 16,-5-4-64-16,0 0-9 0,4-4 21 0,-5 1 27 0,-1-2 20 15,4-5 11-15,2 1 14 0</inkml:trace>
  <inkml:trace contextRef="#ctx0" brushRef="#br1" timeOffset="38137.97">21058 2529 101 0,'-6'0'109'0,"-1"0"3"16,1 6-3-16,-6-4-21 0,2 1 5 0,2 3-28 16,-9 0-3-16,7 1 8 0,6 2-11 0,-8-1-6 0,2 0 14 15,1 6-21-15,-5-6 12 0,4 3-4 0,2-3-14 16,-4 0-3-16,1 4 7 0,1-2-14 0,-2 4 0 15,6-6-8-15,0 3-3 0,4 1 0 0,0-2-3 0,-5-2-13 16,7 0 1-16,0 1 8 0,0-6 3 0,0 1-11 16,0-4-12-16,0 4 16 0,0-4-4 0,0 0-20 0,2 0 16 15,5 0-15-15,-1-4 0 0,0 4-4 0,6 0 0 16,0 0 4-16,-1-7 3 0,1 7 1 0,0-5-4 16,-6 5-7-16,8-4 10 0,-3 4 1 0,-7 0 11 0,0-2-7 0,-2 4 7 15,2 4 0-15,-4 4 4 0,0 0 3 16,0 3 12-16,0 0-16 0,-4 2 16 0,4-1-19 15,0 2 22-15,0 3-18 0,0-6 19 0,0 2-19 0,0-5 18 0,0 1-2 16,0-2-9-16,0-1 1 0,0-2-12 0,0 2 11 16,0-4 8-16,0-4-11 0,0 4 0 0,0-2 0 0,-2 1 0 15,-2 3-1-15,4-6 1 0,0 2 0 0,-4-2-4 16,-2 3-8-16,-1 2 8 0,-5 1 0 0,8 2-8 16,-8-6 4-16,10 2 4 0,-4-4 4 0,0 10-8 0,-5-10 0 15,5 4 0-15,0-4 0 0,0 0 0 0,2 0 0 16,2 0 0-16,2 0 0 0,-4 0 0 0,-2 0 0 15,4 0 0-15,-5 0 0 0,7 0-8 0,-2 0 4 0,-2 0-16 16,4 0 20-16,-4 0-4 0,4 0-23 0,0 0 4 16,0 0 0-16,-2 0-15 0,4-4 4 0,-4 0-19 0,4-2 5 15,-2 0-22-15,4-4-31 0,0 4-52 0,-2-2-49 16,7-7 37-16,1 3 11 0,2-6 11 0,0 6 31 0</inkml:trace>
  <inkml:trace contextRef="#ctx0" brushRef="#br1" timeOffset="38518.33">21362 2578 128 0,'0'22'105'16,"0"-2"4"-16,0 5-20 0,-4-6-4 0,4 5 11 16,0-2-20-16,-4-2-14 0,2 2-3 0,-2-3-7 15,4 3-3-15,0-8-3 0,-2 2-3 0,2 0 3 0,6-2-7 16,0-3-10-16,-2-3 4 0,8-2-4 0,-4-4 0 16,7 2-3-16,-5-2-11 0,12-2-8 0,-1-2 12 0,3-8-8 15,-3 6-4-15,1-11-7 0,3 2 15 0,1 2-19 16,-5-8 16-16,3 2-9 0,3-5 1 0,-9 1-8 15,3-1 16-15,-1-1-9 0,-6 1-10 0,5-4 14 0,-5 3-7 16,-4 1-3-16,2-2-1 0,-9 4-4 0,3-4-3 16,0 4-4-16,-6-1-14 0,0 3 14 0,0 0-15 0,0 1-6 15,0 1-1-15,6 5-17 0,4-4-28 0,-2 5-24 16,-4-1-55-16,7 3-21 0,-3 2 35 0,4-1 15 0,4 1 6 16,-7-3 28-16</inkml:trace>
  <inkml:trace contextRef="#ctx0" brushRef="#br1" timeOffset="38957.99">22385 1948 108 0,'0'0'92'0,"0"0"-11"0,0 0-20 16,0 0-3-16,0 0 10 0,0 0-37 0,0 0-7 15,0 0 0-15,0 0 10 0,0 0-17 0,0 0 11 16,0 0-18-16,0 0 0 0,0 0 1 0,0 0 13 0,0 8-17 16,0-5 10-16,0 4 0 0,0-1-45 0,0 0 49 15,0-1 0-15,0 7-7 0,0-2 10 0,0 2 7 0,0-4-6 16,0 0-8-16,0 5 15 0,0-2-15 0,0 8 15 15,-6-3-7-15,4 4-11 0,2 2 14 0,-6-3-17 16,6 3 14-16,-6 3-18 0,2 2 18 0,4 6 0 0,-2-8-14 16,-2 7 3-16,4-1-3 0,0 5 0 0,0-6-4 15,0 6 0-15,0-1-7 0,4-4 8 0,-8 1-12 0,4-2 11 16,0 1-3-16,0-7 3 0,0 2-3 0,0-5 0 16,0-1-1-16,0-2-3 0,0-6 4 0,0 4-4 0,0-5-7 15,4-3 14-15,-2-5-11 0,-2 0-7 0,8-1-3 16,-8 3 10-16,2-5-18 0,4 0-10 0,0 0-8 0,2-7-35 15,3 1-62-15,-3-7-53 0,-4 3 32 0,10-2 18 16,-6-2 18-16,7-6 6 0</inkml:trace>
  <inkml:trace contextRef="#ctx0" brushRef="#br1" timeOffset="39318.18">22667 2378 77 0,'-16'11'92'0,"1"-6"-7"0,1 5-4 0,0 0-19 16,2-4-5-16,-5-1-19 0,7-5 13 0,4 5-6 15,2-5-11-15,0 0-10 0,2 0 7 0,2 0-3 0,-4 0 6 16,4 0-6-16,4-2 0 0,-2 4-7 0,-2-2 10 15,0 0 1-15,-2 0-4 0,2 0-14 0,0 0 14 0,0 6 4 16,0-1 11-16,0 4 3 0,0 2-14 0,6-1 12 16,-4 4 3-16,6 2 5 0,2 4 0 0,3-4-11 0,1 6 4 15,2-3 13-15,7 1-11 0,-3-1-4 0,0 0 5 16,5 0-16-16,-3 1 0 0,-3-1-7 0,-1-3-4 0,3 0 0 16,-7-7 4-16,2 4-12 0,-1-4-26 0,3-1-25 15,-10-5-11-15,0 0-36 0,2-1-25 0,-5-2-65 16,-1-2-58-16,0-4 18 0,-8 1 21 0,0-3 30 0,-5-6 21 15,-3 2 7-15,2 2 24 0</inkml:trace>
  <inkml:trace contextRef="#ctx0" brushRef="#br1" timeOffset="40358.32">11008 2030 91 0,'0'-3'95'0,"0"-5"0"0,2 8-7 0,2-8-6 0,-4-1-3 0,0 2-25 16,0 3 5-16,6-4-11 0,-4 0 4 0,2 8-7 16,-4-3-10-16,6 3 3 0,-6-3-3 0,0 3-3 15,0 0-4-15,4 3-3 0,-2-6 0 0,-2 6-4 0,0-3 1 16,0 3-12-16,0-3-10 0,0 3 4 0,0 2-1 15,0 1 1-15,8 0 14 0,-6 4 0 0,5 4-18 16,-7 0 14-16,4 5-14 0,0-5 19 0,2 12-12 0,2 0 0 16,0 1 0-16,2 3 1 0,-8 6-1 0,-2-3-3 15,5 3 3-15,1 1 0 0,0 3 1 0,-6-3-1 0,4 2 0 16,-4-1 1-16,0 1-1 0,0-3 0 0,0 0-3 16,4-1 11-16,-4-3 0 0,-4-6-15 0,8 3 3 0,-4-7-3 15,-4 0 12-15,4-5-12 0,0 2 0 0,0-5 0 16,0-3 0-16,0-1 0 0,0-6 0 0,0-2-4 0,4 4 0 15,-4-6-3-15,4 0-4 0,-4 0 3 0,0 0-10 16,0 0-23-16,2-2-21 0,-2-4-35 0,4 2-58 16,0-6-47-16,-8-1 34 0,10-3 22 0,0-2 23 0,1 0 15 15</inkml:trace>
  <inkml:trace contextRef="#ctx0" brushRef="#br1" timeOffset="40816.18">11579 2181 64 0,'-16'10'102'0,"0"2"-7"0,1-1-10 15,-3 5-4-15,-8 0-2 0,5 4-11 0,1-4-20 16,-5 0-3-16,11-1 10 0,-7-1 1 0,3 2-11 0,4-6-3 15,2-1-4-15,-3 4 5 0,1-2-22 0,2-3 7 16,1 2 1-16,5 0-1 0,-4 1-3 0,-4-6 11 16,4 1-10-16,-1 8 6 0,1-3-2 0,0-3-1 0,0 0 1 15,-2 2-1-15,5 0-3 0,-3-2-18 0,6-3 15 16,4 6-20-16,-4-9 16 0,4 1-7 0,-2 0-12 16,2-3 15-16,0 0-7 0,2 0-12 0,-2 0 19 0,0 0-23 15,0 0 20-15,0-3-20 0,4 6 20 0,-4-3-1 16,8 0-18-16,-2 0 18 0,1 0-19 0,5-3 1 0,2-2-1 15,-2 0 0-15,1 5 5 0,-1-3 10 0,2 3-11 0,-4-3 1 16,5 3-1-16,-5-3 15 0,8 3 1 16,-8 0-1-16,7 0-18 0,-5 3-1 0,0-3 0 0,7 0 20 0,-3-3-20 15,-4 3 0-15,1 0 16 0,5 6-16 0,-2-3 20 16,-4 2-20-16,1 0 20 0,5 4-20 0,-8-4 16 16,3 3-1-16,-5 0-7 0,2 0 4 0,-4 2-8 0,6-10-19 15,-1 2-22-15,-5 0-4 0,4-2-22 0,-6 0-46 16,4 0-86-16,0-4 4 0,5-6 17 0,-3 2 32 15,0 0 14-15,0-3 10 0</inkml:trace>
  <inkml:trace contextRef="#ctx0" brushRef="#br1" timeOffset="41240.55">11753 2521 98 0,'4'0'88'16,"2"0"7"-16,-2-5-7 0,7-1-3 0,-3-3-6 15,0-1-14-15,6-6-13 0,0 4 3 0,3-5-21 0,-3-1 11 16,9-6-3-16,-7 4-7 0,0-2-3 0,-1-3-4 16,3 3-3-16,-8 0-4 0,6 6-42 0,-11-1 45 0,3 1-2 15,-6 2-1-15,-2 0-3 0,6 3-8 0,-6 3-2 0,0 0-1 16,-6 4 7-16,0-3 0 0,2 7 1 0,-1-3-1 16,1 3-3-16,-2-2 0 0,0 2 0 0,-4 0-4 0,-2 0 0 15,1 0-10-15,5 0 6 0,2 0 1 0,0 0 0 16,4 0 7-16,-6 2-11 0,6-2-8 0,-6 0 19 0,6 3-3 15,0 4-1-15,-4-1 0 0,4 0-10 0,-2 2 3 16,-4-2 7-16,-5-1-3 0,5 3-8 0,0-5-11 16,6 2 23-16,-8 1-8 0,4 0 0 0,4 0 7 0,-6-1-7 15,0 2 0-15,2-1 0 0,-3 3 7 0,1-1-3 16,2 8-8-16,0-2 8 0,0-2 14 0,-2 4-3 0,6-2 7 16,-4 4 4-16,4-4 1 0,0 7-8 0,0-1 3 15,0-4-3-15,0 4 0 0,0-1-3 0,4-3-1 16,-2 4 1-16,6-4-1 0,0 3-3 0,5-5-4 0,3 0-1 15,-2 0-3-15,9-6 8 0,3-3-28 0,-5 1 9 16,11-6-25-16,-5 0-14 0,6-6-26 0,-3-7-47 0,9-9-101 16,-6-2 2-16,-5-2 28 0,9-7 33 0,-8 3 24 15,5-8 15-15,-3-3 12 0</inkml:trace>
  <inkml:trace contextRef="#ctx0" brushRef="#br1" timeOffset="41664.39">12251 1377 132 0,'0'6'95'0,"0"-1"-4"0,0 0-9 0,0 4-7 15,0-2 0-15,0 2-20 0,0-3-3 0,0 8-11 16,0 2 4-16,0 0-10 0,0 0 13 0,0 3-2 0,0 1-4 16,2 2-14-16,2 3 0 0,3-1-3 0,3 4 4 15,-2 2-4-15,4 1 0 0,0 4-4 0,5 1-3 0,-5 2-11 16,13 5 8-16,-9-1-1 0,0 3 1 0,-1 0-4 0,3-3 0 15,-2 4 0-15,-6-1-11 0,-1 3 15 0,3-7-8 16,0-2-3-16,-6-3-8 0,-2-1 4 0,0-7 0 16,-4 0 0-16,0-1 0 0,0-7 0 0,0 1-4 0,0-10 1 15,0 3-23-15,-4-1-3 0,4-5 3 0,4 3-6 16,-4-6 3-16,0 5-7 0,0-8-17 0,0 4-4 0,0-4-23 16,-4 1-38-16,4-3-24 0,0 0-18 0,0 3 27 15,0-9 4-15,0-2 17 0</inkml:trace>
  <inkml:trace contextRef="#ctx0" brushRef="#br1" timeOffset="42152.38">12901 1833 81 0,'0'0'74'0,"0"0"-2"0,0 0-4 0,0 0-11 0,0 0 15 15,0 2-18-15,0 6-9 0,0 2 3 0,0 2 0 16,0 2 0-16,0 5 7 0,-6 7 1 0,2-2-4 0,4 9-7 15,-7-3-10-15,7 2 15 0,-2 1-11 0,2-2-4 16,-2 1-6-16,2 2 14 0,-4-2-10 0,10-5 3 16,1 3-3-16,-5-7 0 0,8 5-18 0,2-7 15 0,-2-7-8 15,3 0 8-15,-5 2-19 0,8-10 16 0,2-1-8 16,-7-5-4-16,5 0 1 0,-6-5-5 0,11-4 1 0,-9-4-1 16,6-1-11-16,1 0-4 0,-1-7 8 0,2-4 8 15,-1-1-8-15,1-4 4 0,-3-2-4 0,1 1-4 0,0-1 0 16,3-3-4-16,-9-1 0 0,2 0-8 0,-1 1-11 15,1-1 19-15,-2 5-11 0,-6-2 11 0,0 6-8 16,0-4 5-16,-3 5-1 0,1 6 0 0,-4-1 4 0,0 7 1 16,0-2-1-16,0 1 0 0,0 5 0 0,0 4-11 15,0-5 4-15,0 11-4 0,0-3-19 0,0 1 8 16,0 2-18-16,0-6-19 0,0 6-38 0,0-2-65 0,0 2-36 0,0-10 34 16,0 8 25-16,8-1 13 0,-4-4 12 0</inkml:trace>
  <inkml:trace contextRef="#ctx0" brushRef="#br1" timeOffset="42842.2299">13848 1527 108 0,'0'4'102'0,"0"-4"-17"0,0 0-4 0,0 0-3 0,0-4 4 16,0 4-27-16,0 0-7 0,0 0-3 0,0 0-3 0,0 0-1 15,0 0-17-15,0 0 15 0,0 0-11 0,0 0 3 16,0 0-17-16,0 0 14 0,0 0-21 0,0 0 4 0,0 0 14 15,0 0-4-15,-4 0-17 0,2 0-1 0,-2 0 15 16,0 0-4-16,-2 0-17 0,0 0 3 0,-2 0 14 16,0 0 0-16,-3 6-10 0,1 0 7 0,0 0-1 0,-2-1-17 15,3 2 18-15,-5 5-4 0,6-4-14 0,2 3 0 16,-4 5 18-16,-3 1-1 0,1-4 1 0,2 4-7 0,4-3 3 16,-2 6 0-16,-3 0 8 0,1 0-1 0,2 5 5 15,-2-3-1-15,4 5-7 0,0-2 18 0,4-2 1 0,0 1-4 16,-3 3-11-16,5-5-8 0,0 0 20 0,0-3-5 15,0 3 1-15,0-3-19 0,0-10 19 0,0 5-11 16,5-2-1-16,-3-8 1 0,6 1-5 0,2-5 1 0,2 0 0 16,0-5-4-16,5-9 0 0,1 4 7 0,7-12-3 15,-5 2-16-15,3-2-7 0,-3-1 11 0,0-6-15 0,3-1-5 16,-1 0-2-16,-3 0 10 0,-1 5 1 0,-2-3-8 0,5 4 8 16,-11-1-4-16,0 1 4 0,-2 2 1 15,-1 2 2-15,-3 4 5 0,-4 1 3 0,-4 2 1 0,4 2-5 16,-2 3 8-16,-5 2 4 0,1 1 0 0,2 5 3 0,4-3 8 15,-2 0-8-15,2 3-3 0,-4 0-8 0,8 0 19 16,-8 0-11-16,4 0 0 0,4 3-1 0,-4-6 1 16,0 3 0-16,0 3 0 0,-4 0-8 0,4 2 0 0,0 3 19 15,0 2 0-15,-2 2 0 0,-6 0 1 0,8 6-1 16,0-1 0-16,-4 2-3 0,4-2-1 0,-4 5 1 0,4 0-1 16,0-3 1-16,-6 6-12 0,10-6 8 0,2-2-8 15,-2 5 0-15,6-6 8 0,-4 6-4 0,6-9-4 0,-1 4-4 16,5-6-20-16,-2-5 13 0,11-4-20 0,-5 6-11 15,-1-6-19-15,1-8-42 0,-2 2-78 0,-1-7-24 16,1-3 25-16,3-5 23 0,-3 0 17 0,0-3 18 0,-1-2 10 16</inkml:trace>
  <inkml:trace contextRef="#ctx0" brushRef="#br1" timeOffset="43290.82">14241 1383 84 0,'-7'19'119'0,"7"3"-17"0,0 2 10 15,0-2-3-15,0 3-13 0,-2-3-20 0,2 6-7 0,0-7 4 16,0 5-6-16,2-2-14 0,5-2 0 0,-1-3-3 15,0-3-3-15,0-2-8 0,-2 0-2 0,0 0-4 0,4-4-4 16,-4-7-3-16,0 3 0 0,-4-6-3 0,0 6 0 16,5-6-1-16,-5 4-7 0,0-4 8 0,0-4-7 15,0 4-5-15,-5 0 1 0,10 0-12 0,-5 4 15 16,0-8-7-16,0-8 4 0,0 4-4 0,0-3-1 0,0-3-11 16,0 0-11-16,0-4-1 0,4-2 5 0,-4-5-5 15,6-1 9-15,-4 3-13 0,10-1-3 0,-12 1 1 0,10-4-1 16,-4 0-7-16,5-1 11 0,-3 3 1 0,-2 1 3 15,4 0-7-15,2 1 22 0,-6 1-8 0,5 6 8 16,3-4-14-16,-2 4 17 0,0 0-6 0,-1 4-12 0,-5 1 0 16,8 5 12-16,-4-1 10 0,5 4-18 0,-3 1 18 15,-4-2-7-15,2 4-11 0,0 0 19 0,-5 0-12 0,9 4 11 16,-2 1-21-16,-4 2-1 0,2-1-3 0,1 3-4 0,-3-1-28 16,-2 5-29-16,0-4-68 0,0 1-33 0,0 2 8 15,-2 2 22-15,-2-6 31 0,3-3 14 0</inkml:trace>
  <inkml:trace contextRef="#ctx0" brushRef="#br1" timeOffset="44635.51">24048 3890 125 0,'-4'2'102'0,"4"-2"0"0,4 0-4 0,-4 0-16 15,0 0-7-15,0 0-16 0,0 0 3 0,0 0-7 16,4 0-3-16,-4 0-3 0,2 0 0 0,4 0-6 0,2 0-12 15,-6 0-2-15,4 0-1 0,2 0 5 0,-1 0 6 16,3 0-6-16,2 0 0 0,-2 3-4 0,-4 0-14 16,5 5 14-16,-7 1-18 0,0 7 19 0,0 0-4 0,-4 4-18 0,2 5 18 15,-2 1 1-15,0 8-12 0,0-1 0 0,0 3 1 16,0 5-1-16,-2-3 0 0,2 3 1 0,0 0 0 16,0 1-5-16,0 4 1 0,0-5 0 0,0-3 8 0,0 3-8 15,0-2-4-15,0-3 0 0,0-4 0 0,0-3 8 16,0 1-12-16,0-6 0 0,0 0 0 0,0-7 0 15,0-3-4-15,2 0 4 0,-2-4-4 0,0-6 0 0,0 1 4 16,6-5-12-16,0 3 0 0,-6 0-4 0,4-6 4 16,-2 3-28-16,4-3-4 0,-8-2-22 0,4-4-19 0,-2 0-12 15,4-3-47-15,-8-2-70 0,4-8 18 0,0 3 17 16,4-7 14-16,-8-4 32 0,4 3 10 0</inkml:trace>
  <inkml:trace contextRef="#ctx0" brushRef="#br1" timeOffset="45251.07">24154 3928 91 0,'16'-16'88'0,"-8"-1"7"15,9-4-13-15,1 3-1 0,7-3-9 0,-5-4-21 16,5 9 4-16,-1-9-10 0,1 3 3 0,7 0-3 15,-5 5 0-15,1-1-3 0,3 4-3 0,-2-2-18 0,-7 7 0 16,3 4 11-16,1-1-4 0,-10 1 7 0,11 10-10 16,-15 1 0-16,5 8 1 0,-5-1-1 0,-4 4 7 0,4 5 1 15,-6 0-3-15,-6 2-19 0,5 3 11 0,-1 3-11 16,-4-7 0-16,0-1 0 0,0 3 8 0,0-1-12 0,-4-2 1 16,4 0 18-16,0 3-11 0,0-9-11 0,-5 8 19 15,-1-9-12-15,-2 6-3 0,-2 1-8 0,4-5 15 16,-2-3-19-16,-3 2 20 0,1-5-20 0,-2 2 19 0,-2 2-19 15,5-7 16-15,5 0-24 0,0 0 20 0,-2-2-20 16,0-4 1-16,2 4 11 0,4-4-12 0,0-2 16 0,0 0-19 16,0 0 15-16,0 0 0 0,-2 0-12 0,4 0 1 15,-2-2 0-15,0 2-1 0,0 2 1 0,0-2 3 16,0 0-3-16,0 0 4 0,4 0-1 0,2-2-7 0,0 2 12 16,2 0-1-16,3 0 0 0,5 0 0 0,-4 0-7 15,1 0 8-15,3 0 3 0,-4 0 0 0,7 0 3 0,-3 6 8 16,-2-1 1-16,2 1-9 0,1 7 1 0,1 0 3 15,-4 7-7-15,9-1 15 0,-7 3-15 0,3 4 15 16,-5 0-7-16,6-1-12 0,-7-3 4 0,1 2 19 0,-4 1-11 16,0-3-1-16,-8 0-7 0,2-5 8 0,-1 2 7 0,-3-6 0 15,0 4 1-15,0-4-20 0,-3-3 0 16,-1 6 16-16,-8-6-1 0,10-1-19 0,-6-3 20 0,-2 4-20 0,-3-2 20 16,-1 0-20-16,-8-2 16 0,1 4-16 0,-5-6 16 15,5 4-20-15,-3-6 8 0,-9 4-11 0,13-3 0 16,-13-3 15-16,13 3-12 0,-9-3 5 0,2 0-5 0,1 0 1 15,-1 0 0-15,5 0-1 0,-5 0 1 0,9-3 0 16,0 6-1-16,-3-3-6 0,3 0 3 0,10 0-7 16,1-3-15-16,5 0-11 0,-6-3-13 0,8-2-32 0,-2 0-38 15,2-6-43-15,2 4 6 0,6-6 18 0,-1 1 11 16,1-5 30-16</inkml:trace>
  <inkml:trace contextRef="#ctx0" brushRef="#br1" timeOffset="45584.44">25226 4137 108 0,'10'-8'98'15,"-2"2"-13"-15,-1-6-13 0,-1 8 9 0,4 1-12 0,-8 3-22 16,-2-3 1-16,0 3-3 0,0 0-10 0,0 3 3 0,-2 0 14 15,2 5-11-15,2 3 5 0,-4-3-4 16,2 5 4-16,0 4 0 0,0 5-11 0,0 3 12 0,0 5 0 16,0 3-4-16,-10-3 1 0,10 6-3 0,-6-4 0 0,2 9 8 15,1-5-19-15,-1 3 16 0,4-3-12 0,-2-1-10 16,0-3 11-16,-2-1-19 0,4-1 16 0,4 0-12 0,-4-2-12 16,2-9 8-16,-4 1-12 0,2-4 16 0,0 0-24 15,0-5 4-15,0-3-8 0,2-2 0 0,-2-2-32 16,0 0-16-16,2-4-10 0,5 0-15 0,-7-4-64 0,4-6-62 15,-4 0-11-15,4-6 42 0,4-1 22 0,-4 0 18 16,4-8 7-16,2-2 14 0</inkml:trace>
  <inkml:trace contextRef="#ctx0" brushRef="#br1" timeOffset="45970.43">26000 4217 57 0,'-22'22'132'16,"1"-1"-13"-16,3 1-3 0,-9 0 0 0,13 4-13 0,-6 0-24 16,1-1 4-16,5-3-2 0,6 2-11 0,0 1-2 15,1-5-4-15,3 2-6 0,2-6-7 0,4 0-3 0,7-2-7 16,1-3 7-16,4 0-21 0,11-6 15 0,-3-1-16 15,3-2-10-15,9 0 3 0,3-4 8 0,0-6-11 16,6-1-4-16,0-4 0 0,-11-1 4 0,7-2-4 0,-8 1-12 16,1-5 0-16,-7 2 0 0,-9-3 0 0,-6 5 0 15,1-4-4-15,-11 6-8 0,-2-3 12 0,-7 1 0 0,-5 2 0 16,-4 2 0-16,-5-3 0 0,-7 4 0 0,1-5 0 16,0 2 0-16,-5 3 0 0,3-5 4 0,-4-1-4 0,7-2 0 15,3 2-12-15,-3 1 8 0,11 0 0 0,3-4-16 16,2 7 16-16,4-5-23 0,4 6-8 0,4-2-11 15,8-2-11-15,0 7-7 0,4-5-13 0,0 1-32 0,3 2-69 16,1-3-27-16,-4 0 43 0,9 0 12 0,-7 1 7 16,10-3 35-16</inkml:trace>
  <inkml:trace contextRef="#ctx0" brushRef="#br1" timeOffset="46292.06">26717 3596 67 0,'0'3'102'0,"4"-3"-10"0,0 0-4 0,0 6-13 0,-2 2 0 16,-2-2-20-16,0 4 3 0,6-4-3 0,-2 10 0 16,-4 0-17-16,5 3 0 0,-5 7 8 0,-5-1-1 15,5 5 12-15,0 5-1 0,0 7-9 0,5 4-1 0,-14 1 8 16,9-1-10-16,0 11-3 0,0-4-1 0,0 1-2 15,-2 1-1-15,2-4 5 0,0 0-4 0,-4-1-11 0,10-7-11 16,3-1 15-16,-7 1-11 0,8-7-4 0,-6-5-8 16,12-5 4-16,3 0 8 0,-3-7-4 0,2-3-12 15,7-2 0-15,-5-8-4 0,7-1-4 0,-5 0-12 0,1-3 0 16,3-4-24-16,1-6-7 0,-3 2-27 0,3-7-13 16,-7 0-50-16,3-4-78 0,-5 3 15 0,-4-6 28 0,3-4 14 15,-5-1 12-15,-8 3 21 0,-2 0 23 0</inkml:trace>
  <inkml:trace contextRef="#ctx0" brushRef="#br1" timeOffset="46530.55">26570 4288 105 0,'0'0'111'0,"0"0"5"16,4 0-24-16,-2 0 3 0,6 0-2 0,2 0-17 0,3 0-18 16,-1-6-6-16,4 3-3 0,3 1-7 0,5-6-7 15,-3 4-3-15,5-6-4 0,3 2-3 0,-5 0-21 0,9-1-8 16,-7-4-28-16,7 7-38 0,-6-3-84 0,1-1-15 16,1-1 12-16,2 0 11 0,-7 3 20 0,11-4 25 0</inkml:trace>
  <inkml:trace contextRef="#ctx0" brushRef="#br1" timeOffset="46784.15">27910 4301 121 0,'8'0'99'16,"-2"-2"-7"-16,10 2-7 0,-3 0-7 0,1 0-10 15,0 0-20-15,9 2-7 0,-5-2-6 0,-4-2-4 0,3 2-3 16,5 0-8-16,-1 0-6 0,-1 0-3 0,4 0-36 16,-1 0-58-16,1-4-71 0,-1-3 1 0,-3 1 30 0,3-2 15 15</inkml:trace>
  <inkml:trace contextRef="#ctx0" brushRef="#br1" timeOffset="47392.2199">29644 3631 101 0,'-19'-7'132'16,"-3"4"-2"-16,3 1-4 0,-7-8 0 0,9 6-19 16,-9-2-13-16,8 6-3 0,-7 0-14 0,3 0-5 0,-3 6 11 15,3-6-14-15,-3 2-14 0,-3-2 12 0,3 8-25 16,5-4 15-16,-17 6-22 0,16 1 16 0,-5 0-7 0,-3-2-24 16,5 4 16-16,-3 0-3 0,5 7-21 0,-1-4-4 0,1-4 17 15,5 1-21-15,1 3 0 0,-4-6 17 0,9 0-21 16,1 1 17-16,8-8-21 0,-6 5 17 0,2-5-26 15,6-1 13-15,-4-2-13 0,4 0-3 0,0 0-5 0,4 0 0 16,0 0 5-16,2-2-21 0,-2 4 5 0,2-4 0 16,3 4 4-16,-3-2 0 0,4 0 5 0,2 0 0 0,-4 0 4 15,2 8 11-15,-3-2-7 0,-1 2 3 0,-4 0 1 16,2 6 3-16,-4 0 12 0,2 3-12 0,2 4-3 0,2 1 3 16,4 1 20-16,-1 4-16 0,1 0 19 0,0 1-19 15,4-1 19-15,5 4-18 0,1-1 18 0,0-1-15 16,5-1 0-16,-5 2 19 0,5-3-11 0,-1 1-1 0,-1-6 1 15,1 3 4-15,-3-5-1 0,-5 0 1 0,7-5 0 16,-3 4-1-16,-8-6 1 0,-8 3-8 0,2-4 8 16,-1-4 12-16,1 2-8 0,-6-4 0 0,6 0-12 0,-6-3 8 15,-6 2-8-15,6 1 16 0,0-3-20 0,-6 3 20 16,-1-6-3-16,1 0-21 0,4 4 4 0,-10-4 16 0,2 3-20 16,-4 0 16-16,-7-3 1 0,7-3-21 0,-11 3 20 15,5-3-20-15,-3 3 20 0,5 0-20 0,-13 0 16 0,5 0-8 16,1 3 9-16,1-3-22 0,-7-3 21 0,9 3-8 15,-1 0-12-15,-3 0 8 0,5 0 8 0,1 0-17 16,4 0 18-16,1 0-14 0,1 0-3 0,4 0-5 0,2 0 1 16,3 0-8-16,-1 0-20 0,6 0 0 0,0 0-34 0,0 0 2 15,6-4-14-15,-1-2-42 0,7 0-47 0,0-2-28 16,-2-1 35-16,5-7 15 0,7 2 17 0,-2-2 18 16,3 0 14-16</inkml:trace>
  <inkml:trace contextRef="#ctx0" brushRef="#br1" timeOffset="47891.98">30316 3868 88 0,'-11'0'108'0,"5"0"1"0,4 0-4 15,-6 0-2-15,-6 0-11 0,3 2-16 0,-1 2-7 16,-6 7-7-16,10-1 1 0,-5-2 15 0,-1 4-11 0,-4 4-3 16,5 0-6-16,-1 4-7 0,-6-1-3 0,1 3-3 15,5-6 15-15,0 9-23 0,-3-5 13 0,-3 4-23 0,6 0 8 16,-5-1-11-16,11 1-4 0,-8-2 16 0,8-2-24 16,-5-2 16-16,9-1-4 0,-2-3-3 0,6 5-21 15,-4-8 16-15,4-1-20 0,4-1 13 0,2-3-9 0,5-6-5 16,1 5-3-16,0-5-4 0,6-3-17 0,-1-5 17 0,3-1-24 15,9-4 16-15,-7 0-8 0,9-7-4 0,-9 4 1 16,3-6 0-16,3-1 4 0,-7-1 4 0,1 0 4 16,1 1 0-16,-7 5 4 0,-2-2 4 0,-1 1 3 0,-9 8 16 15,2 0 3-15,0 3 4 0,-6 2-11 0,0 4 11 16,0-2 4-16,0 4 4 0,0 0 12 0,0 0 0 0,-6 6-16 16,6 3 21-16,0-2-16 0,0 2 8 0,0 5 4 15,-6-1 9-15,6 4-11 0,-4 5-1 0,4 0 10 0,0 5-21 16,-2-3 21-16,8-1-3 0,-10 5 1 0,12-4-27 15,-6-5 18-15,8 9-22 0,-6-8 18 0,4 0 0 16,-2-5-18-16,7 1 9 0,-5-2-9 0,-4-1-5 0,10-4-20 16,-6-3-4-16,1-2-38 0,7 0-17 0,-4-4-28 15,5-4-34-15,-3 0-69 0,0-6-63 0,5-6 19 0,-7 3 50 16,0-6 19-16,0 0 20 0,5-3 14 0,-9-1 30 16,0-4 8-16</inkml:trace>
  <inkml:trace contextRef="#ctx0" brushRef="#br1" timeOffset="48245.42">30650 3808 57 0,'-4'16'105'0,"4"4"-3"0,4 4-10 15,-8 3-4-15,8-7 15 0,-4 8-24 0,0 1-7 16,0-2 1-16,0 4 7 0,0 2-21 0,0-3 8 0,2 3 1 15,-2-3 4-15,0-5-14 0,3 5-3 0,1-2-3 16,-4-4-15-16,6-5 12 0,0 3-18 0,6-6 11 0,-2 0-23 16,-4-2 16-16,5-5-15 0,1 4 4 0,-4-9-20 15,8 1 8-15,5-2 4 0,-7-6 0 0,7 0-16 0,3-5 0 16,-1-6-4-16,5 4-8 0,7-12 8 0,0 2-4 16,-5-5-20-16,5 1 16 0,0-4-19 0,-3-5 7 15,-3 3 1-15,-3-3 4 0,-1 1 0 0,-7-2 3 0,3 2 1 16,-11 1 11-16,-4 1-7 0,4 1 0 0,-8-2 3 15,-2 1 0-15,0 4 1 0,0 2 3 0,0 0 4 0,0 5-11 16,-2-1 0-16,4 1-4 0,5 3-19 0,-3 4-24 16,6 2-30-16,-6 1-44 0,-2 2-50 0,10-3-4 15,-10 0 28-15,8 7 19 0,7 0 10 0,-11 3 20 0</inkml:trace>
  <inkml:trace contextRef="#ctx0" brushRef="#br1" timeOffset="48782.82">31784 4005 67 0,'-16'-3'122'0,"5"0"-20"0,3 3 10 0,2 0-9 16,-2-7-4-16,-6 7-20 0,3 0-3 0,-1 0-13 15,4 0 14-15,-4-4-10 0,2 2-3 0,-3 2-7 0,1 0-14 16,0 0-10-16,0 6 7 0,1 1-7 0,-1-4 1 16,-4 3-5-16,3 2 1 0,3 0-7 0,-4 6 0 15,-4 0-4-15,5-1 0 0,-3 3 0 0,0-2-3 0,-3 6-5 16,7-4 5-16,-6 3-8 0,7 1 3 0,-1-2-3 16,-4 0 0-16,8 0 0 0,2 1 0 0,3 1 0 0,-1-4-12 15,2-4 8-15,2 1 0 0,0 1-4 0,0-2 0 16,2-2 0-16,5 0-4 0,5-10 8 0,-2 6-12 0,4-6-8 15,3 0 4-15,5-6 8 0,5-2-11 0,1-4-1 16,7-3-11-16,-6 1 8 0,1-8 3 0,1 6 1 16,-3-6 4-16,1-5-1 0,-9 7 12 0,5-2 0 0,-13 6 4 15,2-3 0-15,3-1 0 0,-9 4 3 0,0 2 1 0,-6 3-4 16,-2-5 7-16,0 5 5 0,4 2 7 0,-4 2 4 16,0 2 12-16,-4-1-19 0,4 6 4 0,0-4 16 15,0 4-4-15,0 0-11 0,0 0 4 0,0 4-4 0,0 2 4 16,0 4 10-16,0-4-22 0,-2 4 9 0,-6 1 0 15,8 5-3-15,-2 2 8 0,2 4-17 0,-4-1-5 0,4 3-5 16,-2 2 10-16,2-1 9 0,-4-1-4 0,4-2-15 16,6 0-8-16,0 3 4 0,4-9-5 0,0 6-9 15,-6-8-23-15,13 2 5 0,-1-5-17 0,0-3-29 0,3-2-23 16,1-1-24-16,5-2-50 0,-11-6-69 0,7-4 16 16,-5-2 22-16,0-2 35 0,9-5 28 0,-9 1 7 0,-4-5 27 15</inkml:trace>
  <inkml:trace contextRef="#ctx0" brushRef="#br1" timeOffset="49123.91">32149 4063 105 0,'-4'10'111'0,"4"2"-2"0,0 2 3 0,0 4-2 0,-2-1 3 16,-10 5-37-16,4 3 11 0,2 2-21 0,4-2 5 0,-4 2-7 16,0-2-4-16,-1 2-9 0,3-3-4 0,2-1 5 15,-2 2-15-15,4-6-4 0,0 1-10 0,0-7 7 16,4 0-4-16,-8-7-3 0,8-1-3 0,-4-2-5 0,-4-3 0 15,10-3-7-15,-2 1-12 0,3-7 8 0,-1-4-12 0,0 0 12 16,2-2-19-16,2-4 11 0,2-5-19 0,3-1 8 16,-7 0 7-16,4-8-7 0,-6 4-1 0,0 0 1 15,1-1 0-15,-1 0 4 0,0 0 0 0,-6 0 3 0,4 2 1 16,-4 4-1-16,0-6 1 0,0 7 3 0,4 2 0 16,2-1 1-16,0 3 3 0,-2 3-4 0,0-4 4 0,7 9-4 15,1 0 4-15,-4 0 8 0,2 3-8 0,0-1 0 16,3 2 0-16,-5 7 0 0,4-6 0 0,-2 3-4 15,5 3 4-15,-7 0-4 0,0-3 4 0,8 3-3 0,-8 3-1 16,3 0-4-16,-1-1-3 0,-2-2-18 0,2 6 0 16,-4 2-8-16,7-2-35 0,-7 2-42 0,0-2-68 0,-6-1-4 15,10 1 35-15,-10-1 19 0,4-5 16 0,4 5 1 16</inkml:trace>
  <inkml:trace contextRef="#ctx0" brushRef="#br1" timeOffset="49507.68">32787 3605 50 0,'0'8'105'15,"0"-2"-20"-15,-6 6 10 0,-3 3-10 0,1-7 4 0,2 5-24 16,-4 2 4-16,2 6-4 0,-2-4-9 0,7 0-1 16,-3 7-2-16,0 0 10 0,4 1-6 0,2 3-8 0,0 4-9 15,-4-1 3-15,4 5 1 0,0-4-4 0,0 7-3 16,4 2-4-16,-8-3-11 0,0 1 5 0,4-1-5 0,0 6 1 16,8-5-4-16,-2 2-4 0,-4 1 1 0,7 0-5 15,1-6 1-15,-2 5-4 0,2-5 7 0,4-1-11 16,1-4 0-16,1-1-4 0,-4 0 12 0,1-5-12 0,-1-5 0 15,-4-4 7-15,2 0 1 0,7-7-20 0,-9-2 20 16,6-1-19-16,-4-6-5 0,0 0 12 0,9-6-19 16,1-1-12-16,-1-2-3 0,1-1-22 0,2-2-4 0,1-4-27 15,1 2-60-15,1-8-36 0,4 3 7 0,-7-1 19 16,-2 1 25-16,3-3 0 0,3 1 31 0</inkml:trace>
  <inkml:trace contextRef="#ctx0" brushRef="#br1" timeOffset="49792.98">32427 4315 74 0,'-10'3'115'0,"8"3"8"0,-4-6-25 16,4 0 1-16,2 0-17 0,8-4-13 0,-2 2-7 16,6 2-6-16,11-3-8 0,-1-2 1 0,-1-1-10 0,7 1 0 15,3-6-11-15,8 2 4 0,-2-5-14 0,-3 4 3 16,11-2-3-16,-10-1-22 0,-2 5 12 0,3-3-19 0,-5 6-11 16,4 1-20-16,-11 2-19 0,5-4-51 0,-7 4-57 15,-3-2-3-15,3 4 36 0,-10-2 7 0,3 2 7 0</inkml:trace>
  <inkml:trace contextRef="#ctx0" brushRef="#br1" timeOffset="49987.14">33489 4540 50 0,'-12'3'109'16,"-4"5"-11"-16,7-3-13 0,3-2-7 0,4-3-13 16,-2 0-44-16,4 3-28 0,0 0-44 0,-4-3-58 0,4 0-10 15,0 2 14-15</inkml:trace>
  <inkml:trace contextRef="#ctx0" brushRef="#br1" timeOffset="104624.78">21123 8378 81 0,'0'0'74'16,"0"0"-6"-16,0 0 7 0,-6 0-14 0,4 0 7 0,-2 0-23 16,4 0-4-16,0 0 0 0,-6 0-17 0,2 0-4 15,4 0 8-15,-2 0 6 0,0 0-17 0,2 0 14 0,2 0-13 16,-4 0 6-16,2 0-3 0,-5 0-1 0,10 0 1 15,-5 0-3-15,0 0-4 0,0 0 3 0,0 0-3 16,0 0 0-16,0 0 7 0,0 0-14 0,0 0 4 0,0 0 7 16,0 3-4-16,0-3-11 0,-5 0-3 0,5 0 0 15,0 3 7-15,0-1 7 0,0-2-3 0,-6 3 0 0,6 0-1 16,0 0-17-16,0-3 11 0,0 7-4 0,0-1-4 16,0-6 1-16,0 0 6 0,0 9 8 0,0-4-4 0,0-2 0 15,0 8 0-15,0-6 1 0,0 7-1 0,0-8 0 16,0 2 0-16,6 10 0 0,-1-5-3 0,-3 1-8 0,4-4 4 15,4 8 7-15,2-2 1 0,0 2-5 0,1-2 1 16,3 8-1-16,4-3-10 0,-3 6-4 0,-1 2 4 0,3 1 4 16,3 5 13-16,-4 0 1 0,1 0-18 0,3 3 0 15,-1 4 18-15,-1-4-1 0,0 3-17 0,1 2 18 16,-1 0-18-16,3-3 3 0,-7 1 1 0,3-3 17 0,1 2-10 16,-6-5-8-16,1-1 0 0,-3-1 19 0,6-4-4 15,-10-2-8-15,0-1-10 0,-3-2 3 0,1-3 8 0,-4-3 0 16,2-1 7-16,-2-4-1 0,-2 3-2 0,0-9-1 15,0 1-3-15,-2-1-12 0,2-5 8 0,0 0-18 16,2 0 15-16,-2 0-12 0,-2 0-10 0,2 0-4 0,0 0-10 16,0 0 0-16,0 0-4 0,-4 0-31 0,-4-5-34 15,-3 2-44-15,1-5-15 0,-2-3 34 0,0 2 7 0,-3-5 14 16</inkml:trace>
  <inkml:trace contextRef="#ctx0" brushRef="#br1" timeOffset="105467.98">21009 8411 54 0,'0'3'98'0,"0"-3"-23"0,0 3 10 0,0-6-21 0,0 3-6 16,0-3-20-16,0 3-4 0,0 0 14 0,0 0-11 15,0 0-2-15,6 0-15 0,-4 0 8 0,6 0 3 0,4 0-10 16,-4 0-4-16,5 0 0 0,3-3-3 0,2 0 0 16,1 0 3-16,3-4-17 0,1 1 7 0,-3 1 7 0,9-1-10 15,-5-2 6-15,5 0-6 0,-1 0 6 0,3 4-6 16,-2 0 3-16,1 0 0 0,-1-1-7 0,2-1 0 15,-1 4 7-15,5-3-11 0,-2 1-6 0,-3 2 17 0,1-1-7 16,2 0-11-16,-3 3 18 0,1-3-17 0,-1 3 17 16,3 3-7-16,-6-3 0 0,1 3 7 0,1 2-7 15,-5-5-11-15,3 9 11 0,-1-7 7 0,-5 4-14 0,-5 3 14 16,5-1-7-16,-3-6 0 0,-2 4 0 0,-7-2 7 16,3 0-7-16,-2-2 0 0,-2-2 7 0,-4 0-7 0,2 0-10 15,-6 0 10-15,9-2 0 0,-7 4 0 0,-2-4 7 16,0 2-7-16,4 0 0 0,-4 0 7 0,2 0-7 0,4 0-4 15,-6 0 1-15,2 0 10 0,-2 0-7 0,0 0 0 16,4 0 0-16,-2 0-4 0,-2 0 1 0,4 0 6 0,-4 0-6 16,-4 0 6-16,2 0-6 0,2 0 10 0,0 0-7 15,2 0 0-15,-2 0 0 0,0 0-7 0,0 0 7 16,0 2 0-16,-2 4 10 0,2-3-6 0,0 2-1 0,-4 1 1 16,2-1-1-16,-2 3 4 0,2-2 11 0,-4 5-11 15,-5-2-4-15,5-4 1 0,-4 6 3 0,2-1 14 0,-2-1 1 16,4-3-19-16,1 7-3 0,-1-4 0 0,-2 1 18 15,2 1-4-15,0 0-14 0,2-3 0 0,-4 1 14 0,8 4-10 16,-4-4-8-16,-3 1 15 0,5 0 0 0,-6 2-18 16,8 0 17-16,-4-1-10 0,4 8 8 0,-6-2-16 15,6 1 16-15,-10-1-16 0,6 8 1 0,2-4 18 0,-4 1-4 16,1 6-14-16,-9-1 0 0,6-1 0 0,0 0 10 16,0 2-3-16,-7 1 7 0,3-3 1 0,-4 4-16 0,8-3 16 15,-5 1 2-15,1-3-17 0,-4 1 14 0,1 2-17 16,3-3 17-16,-2 3-7 0,-4-4-7 0,7-5 14 15,-3 6-7-15,2 0 0 0,-3-6-7 0,3 0 17 0,4 0-10 16,-4 1 0-16,6-4 0 0,-5-2 0 0,7 2-7 0,-4-5 18 16,2 3-4-16,6-3 0 0,-6-3 1 0,6-2-1 15,-4 5 0-15,4-3 0 0,-2-5 1 0,-2-3-23 0,2 2 22 16,-4 1 1-16,-1 2-12 0,1-1 8 0,2-2-1 16,0 2 1-16,-2-4-19 0,4 0 12 0,-2 4-8 0,8-2-4 15,-8 2 19-15,4-4-18 0,0-4 14 0,0 8-8 16,-6-8-2-16,12 4-1 0,-12 0-7 0,6 0-3 15,0 0-15-15,0 0 8 0,-2 0-22 0,2 0-34 0,0-6-72 16,-4 0-19-16,10-3 29 0,0 1 17 0,-2-9 14 16</inkml:trace>
  <inkml:trace contextRef="#ctx0" brushRef="#br1" timeOffset="106300.4099">22704 8633 108 0,'0'0'85'0,"0"0"3"16,0 0-3-16,0 0-3 0,0 0-4 0,-6 0-23 0,6 0-10 15,0 0-4-15,0 0 11 0,0 0-18 0,-2 0-3 16,2 0-6-16,-4 0-1 0,4 0 11 0,0 0-3 16,4 0-18-16,-4 0 0 0,-4 0 14 0,4 0-3 0,0 0-22 15,6 0 1-15,0 6 3 0,-6-6-3 0,6 3 6 0,0-3-6 16,-2 0-1-16,8 2-3 0,-3-2 0 0,-1-2 0 16,4 4 0-16,-4-2 0 0,2-2 15 0,7 2-15 0,-9 0 14 15,4 0-3-15,0 0-4 0,-1 0 0 0,3 0-3 16,-4 0-1-16,6 0-3 0,1 0 0 0,-1 0-11 15,-8 2 1-15,7 1-1 0,5 2 11 0,-8 6-4 0,5 0-3 16,-3-3-3-16,4 4-1 0,-1 2 4 0,-3-1 0 16,2 6 0-16,3 0 10 0,-3-3-6 0,0 4-1 0,-3 2 0 15,9-3 1-15,-10 3 3 0,7 1 0 0,-1 3 0 16,-6 5-7-16,7-4 7 0,-7-2 3 0,8 5 8 0,-3-3 0 16,-3 1-11-16,2-3-7 0,3 2 7 0,-7-2 0 15,2-3 3-15,3-3 8 0,5 1-1 0,-6 1-2 16,5-4-1-16,-3 2 0 0,-1-3 0 0,-1 0-3 0,4-2-8 15,-3 0-7-15,-1-3 8 0,-2-2 3 0,5 2 7 16,-9-4 0-16,0-1-3 0,-2-1-1 0,-2-2 1 0,5-3-1 16,-5 3 1-16,-6-3-4 0,8 0 0 0,-8 0-7 15,4 0 0-15,2-3-1 0,2 6 1 0,-6-6-3 16,4 3-12-16,-6 0 8 0,5 0-11 0,-1 0 15 0,-4 0-19 16,4 0 5-16,-4 0-4 0,0 0-11 0,-4 0-13 15,4 0-24-15,-2 0-31 0,2 0-37 0,2-3 8 16,-4 1 4-16,-5-7 30 0</inkml:trace>
  <inkml:trace contextRef="#ctx0" brushRef="#br1" timeOffset="106806.7">23623 8663 60 0,'0'0'85'0,"-6"0"-3"0,0 0-8 16,2 3-2-16,-3-3-4 0,1 6-20 0,-2 0-18 0,-2-2 8 16,-2 2 0-16,-5 0-4 0,9 4 4 0,-4-1-4 15,-4 2 1-15,3-2 3 0,-5 7 0 0,2-8 1 0,-1 0-18 16,-7 8 0-16,5 1 0 0,-3 2 14 0,-7-6-7 0,5 9-10 16,-5-2 7-16,9 2 4 0,-7-3-4 0,3 6 3 15,-1-1 5-15,1-2 0 0,3 4-4 0,3-2 0 16,-7 1-3-16,11 1-18 0,-2 0 14 0,-1-1-18 0,-1 1 14 15,6-4-18-15,0 3 19 0,-5-3-12 0,5-2-7 16,0 2 16-16,-1-4-13 0,3-1-6 0,2-3 14 16,-4 0-7-16,4 0-12 0,-1-3 12 0,7-1-12 0,2-4 20 15,-4-4-12-15,2 1 0 0,2-3 3 0,0 3-6 16,0-3-9-16,0 0-3 0,0-3 4 0,2 3-26 0,-4-3 3 16,2 3-10-16,0-5-15 0,2-1-2 0,2-1-11 15,1-2-37-15,1 1-41 0,-2-4-33 0,8 0 33 16,-6-2 4-16,4-1 23 0,3 2 22 0</inkml:trace>
  <inkml:trace contextRef="#ctx0" brushRef="#br1" timeOffset="107348.1">24466 8532 54 0,'0'0'81'0,"0"2"11"0,0-2-11 0,0 6-6 16,0-6-4-16,0 6-23 0,0 2-3 0,0-6-14 0,0 4-11 16,0-3 1-16,0 5-4 0,0 0 0 0,0 0 14 15,0-2-10-15,0 4 0 0,0-1-1 0,0 2 1 0,0-3-4 16,0 6 8-16,0 5-4 0,0-3-7 0,0 0 3 15,0 2-6-15,6 3 6 0,-1 1 8 0,-3 3-8 0,4-3 8 16,-2 8-4-16,0-2-14 0,-2-4 1 0,4 5-1 16,-2 3 0-16,0-2 18 0,-4 1-18 0,4-2 7 0,-4 1 0 15,0 1-3-15,2 1 0 0,7-2 0 0,-7 4-11 16,-2-5 11-16,6 1-4 0,-12-1 0 0,12-3 0 0,-6 2 1 16,0-5-5-16,4 1 1 0,-8-2-1 0,-2-6 1 15,12 0 7-15,-6-1-11 0,0-5-7 0,0 0 14 16,0-4-18-16,4-2 7 0,-2-2 8 0,4-2-22 0,-2 4 3 15,2-8-10-15,4 4-4 0,-6-2-21 0,5-4-38 16,-7-2-56-16,2 0-28 0,-2 0 11 0,-2-3 25 0,0-3 10 16,0 3 8-16</inkml:trace>
  <inkml:trace contextRef="#ctx0" brushRef="#br1" timeOffset="107696.89">24385 9111 121 0,'6'-8'106'0,"8"5"-4"0,-2-6-11 15,5 3 15-15,-3-4-13 0,4 0-21 0,5-2-6 16,-3-2 0-16,3 4 0 0,3-1-6 0,-1-1-7 0,-1 4-3 15,5-2-7-15,-5 4-3 0,3 0-4 0,2 4-17 16,-5-1 10-16,-2 3-3 0,7-3-4 0,-4 6-7 0,3-3 3 16,-1 5-3-16,-1-2-11 0,3 2-8 0,-5-5 1 15,5 6 6-15,-7-6 5 0,5 5-12 0,-3-2 0 0,-3-3 8 16,3 2-8-16,-7-4-3 0,-3 2-4 0,2-3 0 16,1-2 7-16,-5-3-22 0,-4 2 15 0,6 1-19 15,-1-1 5-15,-5-7-8 0,0 4-7 0,-6 1 0 0,8-4-24 16,-8 2-25-16,0-4-44 0,-2 3-29 0,0 0 1 15,0 0 11-15,0 1 32 0,0-6 6 0</inkml:trace>
  <inkml:trace contextRef="#ctx0" brushRef="#br1" timeOffset="108155.88">25267 8425 50 0,'0'8'75'0,"0"0"-7"0,0-6-4 0,0 8-3 0,0-6-6 16,0 2-21-16,0 3 3 0,0-2-6 0,0 2-7 15,0-1 3-15,0 4-6 0,0 4-4 0,0-6 7 0,0-1-10 16,0 10 6-16,0-6 1 0,0 4-4 0,0-4 0 16,-4 7-3-16,-2-1 0 0,6 5 3 0,-6-1-3 15,2 4-14-15,-3 4 0 0,3-5 3 0,-2 5 4 0,0 3 7 16,-2 1 10-16,8-3-6 0,-6 7-1 0,6-3 1 16,0 2 10-16,-2-3-4 0,4 5 4 0,-2-3-10 0,0-1 7 15,0 0-18-15,0-1 0 0,0 1 14 0,0-3-14 16,0 0 15-16,0-3-19 0,0-2 19 0,4-4-19 15,-4 1 15-15,0-3-14 0,0-2 6 0,0-1 8 0,2 0-3 16,-2-8-8-16,0 2 4 0,0-2-7 0,-2-7-1 16,2-2 8-16,0 0-4 0,0 4 1 0,0-6-5 0,0 0-17 15,0 0 17-15,0-2-21 0,0-2 11 0,0 4-18 16,0 0-8-16,0-2-3 0,0 0-31 0,0-2-42 16,-6-7-44-16,2-2-12 0,-5 2 11 0,1-8 18 0,2 4 17 15</inkml:trace>
  <inkml:trace contextRef="#ctx0" brushRef="#br1" timeOffset="108842.28">24129 8159 91 0,'0'2'81'0,"0"-2"8"0,4 0-8 16,-4 6-3-16,-4-9-9 0,4 0-22 0,0 3-2 0,0 0-7 15,7 0-4-15,-3 0-3 0,-2 0 0 0,4 0 4 16,-2 0-7-16,4 3-8 0,2-3 1 0,-2 3 7 0,3-3-10 16,3 0-4-16,-4 3 0 0,2-3 7 0,5 0-14 0,-5 2 0 15,4-2 0-15,-3-2 0 0,5 2 0 0,2 0-7 16,-5 0 14-16,5 0-10 0,0-3-1 0,1-3-3 15,1 4 4-15,-1-4-4 0,-1 0 0 0,5-1 0 0,-5-2 0 16,1 3 0-16,1-2 0 0,-2 2 0 0,-3 4 0 16,1 2 7-16,-1-3-7 0,-1 3 0 0,-4-5-4 0,2 5 4 15,1 5 0-15,-1-5 0 0,-2 0 0 0,1 0 0 16,1 0-7-16,-2 0 14 0,2 0-7 0,1 0 0 16,-1 0-3-16,2 0 3 0,-3 0 7 0,-1 0-7 0,4 0 0 15,-8 0 0-15,3 0 7 0,3 0-11 0,-4 0 1 16,6 0 3-16,-10 0 0 0,5 0-4 0,-3 0 4 0,-4 0 0 15,0 0 0-15,4 0 0 0,-6-7 0 0,-2 7 7 16,6 0-7-16,-6 0 0 0,11 0 0 0,-9 0 4 16,4-6-4-16,-6 6 0 0,10-3 0 0,-6 0 7 0,2 6-7 15,-2-6 0-15,-4 3 11 0,8 0-4 0,-6-2-7 16,-2 2 0-16,5 0 0 0,1 0 0 0,0 2 7 0,0-4-7 16,-4 2 0-16,8 0-7 0,0 0 14 0,-3 0-11 15,1 0 1-15,-2 0-1 0,6 0 4 0,-6 0-3 0,-2 0-8 16,7 0 8-16,-7 0-1 0,-2 0-3 0,4 0-14 15,0 0 10-15,-6 0-7 0,2 0-20 0,2 0-25 16,-4 0-48-16,2 0-51 0,-4-6 8 0,4 3 25 0,-8-3 0 16</inkml:trace>
  <inkml:trace contextRef="#ctx0" brushRef="#br1" timeOffset="109228.19">25010 7808 101 0,'12'7'78'0,"-2"-1"0"0,-4 0-3 16,4 2-4-16,-1-5-6 0,-5 7-34 0,-2 2 0 0,8-7 13 16,-2 9-10-16,2-1-3 0,1 1-3 0,-1-5-1 15,-2 9-2-15,4-4-1 0,0 2-3 0,1-2-1 0,-3 6 1 16,0-4-3-16,0-1-4 0,-10 3 0 0,8-4 0 0,-3 2 7 16,-5-2-11-16,4 2 1 0,0-1-4 0,-4-2 0 15,-8 0 0-15,3 1 0 0,-9 1 4 16,12-3-8-16,-6 0 1 0,2-1-4 0,-8 2 0 0,3-2-4 0,-7-2-3 15,8 1-4-15,0 5-3 0,-1-7-24 0,1 0-15 16,-2 0-16-16,4 0-18 0,-1 0-29 0,3-2-21 0,-8-1 8 16,10 9 7-16,-2-2 16 0</inkml:trace>
  <inkml:trace contextRef="#ctx0" brushRef="#br1" timeOffset="109947.97">26321 9587 128 0,'0'0'95'0,"0"0"-3"0,0 6 3 16,0-8-6-16,0 2-4 0,0 0-33 0,2 2 10 0,8-2-10 15,-6 0-4-15,2 0-2 0,6 0-4 0,3 0-7 0,-3-2-3 16,2 2-1-16,3 0-6 0,5 0 0 0,-6-4-3 15,-1 4-4-15,9-4-4 0,-3-2 0 0,-7 4 1 16,11-4-4-16,-1 4 0 0,-4-2-4 0,3-2 0 0,-5 4 0 16,1 2 1-16,5-3-5 0,-7 3 1 0,-5 0 3 15,6 0-7-15,-2 0 4 0,-3 0 7 0,-5 0-11 0,6 0 4 16,-2 0-4-16,-10 0-8 0,3 0 8 0,-3 0 4 16,2 0-4-16,-4 0-4 0,4 0 8 0,-4 0-22 15,0 0-4-15,-4 0 0 0,4-7-11 0,0 3-13 0,4-1-18 16,-4-1-21-16,0-2-31 0,-4-5-46 0,-7 4 1 15,9-5 11-15,-10-2 18 0,4 2 30 0</inkml:trace>
  <inkml:trace contextRef="#ctx0" brushRef="#br1" timeOffset="110197.9399">26347 9177 111 0,'8'7'136'0,"1"-7"-14"16,-7 0-6-16,12 0 4 0,-2 0-24 0,-2 0-9 0,13 0-7 16,-3 0-24-16,-1 0 1 0,7 0-18 0,-1 0-3 15,3 0-4-15,-1 0 4 0,4 0-25 0,-5-2-11 0,-3-3-33 16,5 2-35-16,-7-3-84 0,1 0-42 0,3 2 15 15,-13-2 36-15,2 0 4 0,4-4 27 0</inkml:trace>
  <inkml:trace contextRef="#ctx0" brushRef="#br1" timeOffset="111295.88">27855 8768 84 0,'0'0'99'0,"0"-3"-8"0,0 3-6 0,0-2-7 0,0 2-2 16,-5-6-25-16,5 2-3 0,0 0 3 0,5-5-6 16,-5-2-3-16,4 6-4 0,-4-1-3 0,6 1-4 0,-2 2-3 15,8-3-14-15,-8 4-3 0,-2-2-1 0,8 0 15 16,-10 4-18-16,7 0 7 0,-3 0-10 0,-4-3 17 0,6 3-17 15,-6-3 13-15,2 3-6 0,0 0 7 0,4 0-18 16,-2 3 18-16,2-3-18 0,-6 0 14 0,10 0-18 16,-8 3 12-16,5-3-12 0,1 8 18 0,-6-6-17 0,4 2 17 15,0 4-7-15,-4-6-10 0,8 7 17 0,-4-7-17 16,11 9 17-16,-11-2-7 0,4-1 4 0,-4 0-7 0,6 2-1 16,-3 5 8-16,3-4-7 0,-2 5-4 0,2-3 0 15,1 9 0-15,-1-2 0 0,0 2 0 0,2-3 7 0,-1 6-14 16,-1 2 7-16,-4 3 7 0,4-2-7 0,-1 2 0 15,3 0-11-15,-8 3 11 0,4-3 8 0,-4 1-8 16,-2 1-8-16,5-4 8 0,-1 2 8 0,0-6-8 0,-8 1 3 16,8 0 5-16,-6-5-16 0,2 1 16 0,-2-6-8 0,2 1 0 15,0-6-11-15,3-1 18 0,-7 2-14 0,4-3 7 16,2-5 11-16,-6-3-11 0,10 0 7 0,-4 2-7 16,0-2 0-16,0-2 0 0,0-7 0 0,3 3 0 0,1-7 0 15,-4 2 0-15,6-5 0 0,5-4 4 0,-7-1 3 16,2-5-3-16,-4-4-4 0,4 3-8 0,-1-5 8 0,1-2 4 15,-2 2 7-15,-2-2-11 0,3 2 0 0,-3-4 0 16,2 3 4-16,-4-3-1 0,2 4-3 0,-6-1 0 16,10-1 0-16,-12 4 0 0,7 3 0 0,-1 3 0 0,2-1 0 15,-4 5 0-15,-2 2 0 0,-2 4 0 0,10-2-3 16,0 4 6-16,-3 4-17 0,1-1 6 0,-2 7-21 0,6-2 0 16,-2 0-7-16,5 1-25 0,-7 3-49 0,0 0-47 15,2 0-30-15,2 0 37 0,-7 0 17 0,1 3 15 16,6-3 12-16</inkml:trace>
  <inkml:trace contextRef="#ctx0" brushRef="#br1" timeOffset="111768.06">28753 9193 88 0,'4'5'101'0,"2"-5"-2"0,3 3-1 0,1-6-9 15,8-2-4-15,-6-4-19 0,3-1-8 0,5-2-6 0,5-1-17 16,-1-4-8-16,1-2 1 0,1 1 11 0,1-5-18 0,-3 1 3 16,-7 1 1-16,5 2-14 0,0-3 13 0,-7-1-17 15,-1 4 0-15,0 2 15 0,-7 1-19 0,1 2 19 16,-6 3-19-16,-4-5 19 0,-2 10-19 0,-3-2 19 0,-9 2-19 16,6 0 8-16,0 0 0 0,-3 6 0 0,-1-6 0 15,0 0 7-15,-2 0-11 0,1 6 0 0,1-5-3 0,4-1 0 16,-3 6 3-16,5-7-3 0,0 4-1 0,-2 0-3 15,0 3 4-15,4 0-4 0,-7 3 0 0,3-6 0 16,2 0 0-16,2 6 0 0,0-6 0 0,-5 6 0 0,7-3 0 16,-4 3 0-16,-2 0-7 0,2 4 7 0,0-1-4 15,8 3 8-15,0-5-4 0,-8 6-4 0,8 2 8 0,-7 0-4 16,1-1-4-16,6 2 4 0,-4-2 0 0,2 1 0 16,2 0 0-16,-10 0-7 0,4 2 10 0,4 2 1 15,-8 3 0-15,5-3 3 0,5 4 0 0,-4 5 4 0,4-1 4 16,0 2 7-16,-6 1-3 0,12 0-16 0,-2 1 20 15,1-1-5-15,1 3-3 0,12-3-15 0,-8 3 15 16,7-7-15-16,-5-1 15 0,8-3-18 0,5-3 14 0,-9 0-19 16,9-10 16-16,1 0-12 0,1-2-11 0,3-4 0 0,-1-6-34 15,-3-4-13-15,3 0-30 0,2-9-40 0,-3-1-61 0,1-4 10 16,-5-4 22-16,3-3 18 0,-9-1 11 0,-1-3 20 16</inkml:trace>
  <inkml:trace contextRef="#ctx0" brushRef="#br1" timeOffset="112174.51">29386 8301 50 0,'-2'6'82'0,"4"-1"-1"16,-2 3-13-16,0 1 3 0,0-4-3 0,-2 3-23 15,4 0-1-15,-2 4-3 0,0-4-3 0,4 6-11 0,-4-3-10 16,0 2 11-16,0 1 0 0,0 7-1 0,0-1-3 0,0 2 1 16,0 1 9-16,0 3 1 0,0 7 0 0,0 1-14 15,0 4 0-15,0-3 18 0,0 7-7 0,0 1-4 0,0 2 8 16,0 3-11-16,0-1 4 0,0 3 3 0,0-1-14 15,0-2 15-15,4-7-11 0,-4 7-11 0,5-2 19 16,3-2-23-16,-8-8 1 0,0 4 6 0,2-3-6 0,-2-8 14 16,4 1-3-16,-4-3-19 0,0-7 15 0,2 3 0 15,2-6-19-15,0-2 16 0,-2-4-20 0,8-4 16 0,-10-6-12 16,4 6-4-16,0-6-7 0,-2 0-4 0,3 0-18 16,-5 0 4-16,6 0-15 0,-6-6-7 0,-6 0-38 15,6-2-56-15,6-4-29 0,0 0 3 0,0-5 28 0,0-5 11 16,4-2 17-16</inkml:trace>
  <inkml:trace contextRef="#ctx0" brushRef="#br1" timeOffset="112679.86">29909 8826 71 0,'-6'4'91'0,"-6"6"1"16,-5-4-4-16,3 6-6 0,2-4-7 0,-2 1-27 0,-1 2 3 16,1-3 1-16,4 0-8 0,-5 1 1 0,-1 1-3 15,4-2-4-15,0 1-10 0,1-1 0 0,-3 0 4 0,-4 3-4 16,5-2-7-16,-1-1 7 0,-6 0-10 0,-3 2-7 16,5 2 3-16,2-4 0 0,-9 6 8 0,7-3-8 15,-5-1-10-15,3 0 10 0,1 2 1 0,3-4-1 0,-6 4-3 16,9-2 3-16,-1-1 1 0,0-3 7 0,-1-1-4 15,7 4-7-15,2-7 8 0,2 3-5 0,0-2 1 0,-2 0-7 16,6-3-12-16,0 0 8 0,-2 0 11 0,4 0-8 16,-2-3-11-16,-2 0 19 0,4 3-4 0,-2 3-3 15,0-3-8-15,0 0-8 0,6 0 16 0,0 0-1 0,0 0-3 16,4-3-8-16,5-4-3 0,-1-2-1 0,-2 4 8 16,3-4-11-16,3 3 0 0,-2-4 7 0,-1-2 1 0,1 4-9 15,2 3-6-15,-3-2 18 0,-5 7-8 0,0-4 1 16,6 4 3-16,-10 4 1 0,1 3 3 0,-7 2 0 0,6 1 7 15,0 2-7-15,2 4 19 0,0 1-12 0,-6 5 15 16,8-3 4-16,3 8-14 0,-3-2 14 0,6-3-11 16,1 5 0-16,1 1 1 0,2-2-1 0,1 0-3 15,1 1 7-15,5-3-11 0,3-1-1 0,-5 1 1 0,0-2-8 0,7-6 4 16,-5 4-12-16,1-6 16 0,3-6-24 0,-2-3 5 16,-1-1-24-16,3 0-11 0,-9-8-21 0,7-2-44 15,-5-5-73-15,-5-1-20 0,3-10 11 0,-3 6 39 0,-1-8 4 16,0-4 28-16,-1-1 10 0</inkml:trace>
  <inkml:trace contextRef="#ctx0" brushRef="#br1" timeOffset="113176.3">30550 8443 60 0,'0'0'75'0,"0"0"10"0,4 4-7 0,-4 2-7 0,0-4-3 0,9 0-20 16,-7-2-3-16,-2 4-4 0,0 1-10 0,0-2-11 16,4 0 8-16,-2 10-4 0,-4-10 7 0,2 3-7 15,2-2 0-15,-4 6-10 0,-2 2 7 0,4 0-4 0,0-4 1 16,0 8-1-16,6-2 4 0,-6-3 7 0,8 5-3 16,-6 1-1-16,2 2 1 0,-2 0 0 0,2 3 0 0,0 2-4 15,0 2 1-15,-2-1-1 0,3 5 1 0,-1 2 3 16,-4-1 8-16,0 4 0 0,2 1 0 0,-2 3 0 0,6-1-7 15,-12 6 0-15,16-6 4 0,-2 3-7 0,-8-2-1 16,10 2-2-16,-4-3-1 0,-2-2-4 0,-4-1-7 16,2-5 7-16,9-1 1 0,-9-3-4 0,-2 0-1 0,0-7 1 15,4 0 4-15,-2-6-16 0,4-3 4 0,-2-4 4 16,2-2-12-16,4-2-12 0,-10 2 12 0,7-4-27 0,-1 0-4 16,-6 0-23-16,4-6-3 0,-4 0-28 0,0-2-60 15,0 0-57-15,0 0 11 0,0-7 17 0,0-1 34 16,0 0 5-16,0-4 30 0</inkml:trace>
  <inkml:trace contextRef="#ctx0" brushRef="#br1" timeOffset="113445.02">30279 9122 64 0,'-4'5'132'0,"4"-5"-6"0,-2 0-7 16,2 5-13-16,-4-5 10 0,8 0-36 0,-4 0 10 0,6 0-13 15,0-5-3-15,2 2 1 0,2-2-14 0,11-1-2 16,-5 0-1-16,6-4-6 0,9 2-7 0,-6-4-15 0,13 0 1 16,-11 0 0-16,10-2-16 0,-3 1-11 0,-1 5-8 15,2 0-27-15,-7-7-7 0,5 4-41 0,-2 3-35 16,-3-3-70-16,5-2-20 0,-6 4 21 0,3 1 23 0,-1 2 20 15,-3-6 15-15,-1 2 19 0</inkml:trace>
  <inkml:trace contextRef="#ctx0" brushRef="#br1" timeOffset="114191.56">31437 8888 50 0,'-6'6'95'0,"4"-1"-7"0,-9 1-6 0,-5 2-4 15,4 2-3-15,-3-4-30 0,5 3-1 0,-2-1-3 16,-8 5 0-16,5-4-3 0,-1-1 0 0,-4 4 7 0,3 4-3 16,-1-2 0-16,-3 2-11 0,1 0 1 0,6-1-11 15,-5 5 11-15,5-5-4 0,2 7 4 0,-1-8-3 16,3 8-1-16,0-6-6 0,2 3 3 0,4-3 8 0,-2-2-8 16,6 0-3-16,-6-3-7 0,6 2 14 0,0 1-14 15,0-3-7-15,0 0 14 0,0-2-18 0,4-5 18 0,-2 2-3 16,4 0-19-16,0-6 11 0,0 3 8 0,4 2-19 15,0-5 15-15,3 0 1 0,-5-5-20 0,10 0 15 16,1-1 1-16,-11 0-20 0,4-2 16 0,6-6-8 0,-1 3-12 16,-5-3 20-16,2-2-19 0,7 0 18 0,-5-4-18 15,0 1 18-15,-1 3-14 0,3-4 14 0,-2 2-14 16,-1 4 11-16,-3 3-1 0,4-3 1 0,-5 2 0 0,-3 10 4 0,0 0-12 16,2-2 12-16,-4 2 11 0,6 2-11 0,-1 0 3 15,-1 2-3-15,2 4 4 0,-4 2-1 0,9 1 1 16,-5 2-12-16,4 2 8 0,-1 1 0 0,3 8 0 0,-4-5 0 15,3 10 0-15,-3-2 0 0,0-3 0 0,-4 2 0 16,-3 3-4-16,3-4 0 0,-4 2 0 0,-2-4 0 0,-2 1 4 16,-2 0-8-16,0-5 0 0,0-4 0 0,0 1 0 15,0-9 0-15,0-1 0 0,2 2 0 0,4-6-4 16,-2 0 0-16,4-4-4 0,-4-7 0 0,3 3 4 0,-1-11-24 16,2 5 20-16,-6-7-12 0,8-2-7 0,-10-7 3 15,2-6 5-15,0-2 7 0,-2 2-7 0,6-5 4 0,-6 0 3 16,0 2 9-16,0 1-9 0,0 2-3 0,0 7 8 15,9-5 10-15,-7 7 12 0,4 5-15 0,0 2 16 16,-2 1 3-16,-4 8 0 0,10 6 4 0,-8-1 8 0,8 1 0 16,-8 2-11-16,0 1-8 0,15-2 16 0,-7 4-4 15,-4 4 0-15,4-2-20 0,3 4 0 0,-1-4 16 0,0 1-20 16,2 0 17-16,5 6-17 0,-5 4 12 0,-2-5 1 16,7 3-18-16,-5 3-3 0,0-6 0 0,-1 3-21 15,1-3-7-15,0-3-28 0,-2 1-18 0,-5-6-59 0,-7 0-86 16,2 0 11-16,-2-6 21 0,0-4 24 0,-4 2 21 15,-7-4 17-15,-1-4 18 0</inkml:trace>
  <inkml:trace contextRef="#ctx0" brushRef="#br1" timeOffset="116268.88">25753 7665 91 0,'-12'-8'75'0,"4"0"-1"0,-1 2 4 0,-5 0-20 0,4-5 14 15,2 4-35-15,-9-5 4 0,15 1 0 0,-10 0 0 16,2 3-6-16,0-1 3 0,-3 1 3 0,-3 0-3 15,6-2-10-15,-2 1 7 0,-3 4 0 0,-3-1-18 0,2-4 15 16,-3 4-18-16,3 3 11 0,-5 0 3 0,3 0-18 16,-4 3 12-16,-3-2 6 0,3 2-10 0,-7-3 7 0,5-2-10 15,-7 1-1-15,2 2-3 0,1-8 0 0,-3 6 3 16,-4-4-3-16,11 0-4 0,-11 2 1 0,11-4-1 0,-11 4 8 16,8-2-8-16,-5-1-3 0,7 3 10 0,-3-4-10 15,1 2 0-15,3 2-4 0,-5-2 3 0,9 2-3 16,-7 2-33-16,7 0 41 0,-3 2-5 0,-1-1 1 0,3 0 0 15,-3-2-1-15,-1 5 1 0,5 0 0 0,-9 0-1 16,5-3-3-16,1 3 4 0,-1-3 0 0,-1 3 7 0,-3 0-8 16,3 0-3-16,3 6 4 0,-7-4-4 0,4 4 0 15,-1-3 4-15,3 7-4 0,-3-2 4 0,-1-2-4 0,3 6 3 16,-3-2-3-16,3 4 4 0,3-6 7 0,-5 1-11 16,5 4 4-16,-3 0-4 0,6-3-8 0,-5 2 8 0,1 0 8 15,7-1-8-15,-3 5 0 0,-5-5 0 0,5 0 0 16,0 5 0-16,-5-2 7 0,5 2 1 0,-1-1-5 15,-3-1-6-15,6-2-1 0,1 8 11 0,-5-6-3 0,2 2-8 16,-1 3-3-16,3 1 3 0,-5-2 1 0,3 2-1 16,2 2 4-16,-7-3 0 0,5 6 0 0,-5-1-4 0,3-2 4 15,-3 6 8-15,5-4-8 0,-8 1 7 0,5-3-11 16,5 1 1-16,-7 1-1 0,9-2 4 0,-2 0 0 0,3-3 0 16,-3 3 7-16,4 0-10 0,0 0 10 0,5-3-11 15,-3 3 4-15,-2 0 4 0,6 0-4 0,-2 2 4 16,0-1 3-16,5 1-11 0,1-1 4 0,-8-1 0 0,4 2 0 15,2 1 0-15,-4-1 0 0,8 0 8 0,-10 5-8 16,-1-3 0-16,9 2 0 0,-4 0 0 0,4-1 7 16,-2 9-7-16,4-6 0 0,0 3 8 0,0 0-1 0,-2-3-3 15,2 0 0-15,2 1 4 0,-4-1-5 0,4-3-6 16,-2 0-1-16,-2 2 11 0,8-3 1 0,-2 2-4 16,0-4-1-16,3 1 1 0,9 0 0 0,-8-1-15 0,8 2 18 0,-3 1-18 15,5-3 18-15,-2-2-7 0,1 6 0 0,-5-4 0 16,0 1 8-16,7 0-16 0,-5-1 16 0,0 2-8 15,-2-2-8-15,3 0 16 0,3-1-16 0,-8 1 16 0,3-5-16 16,5 6 20-16,2-4-20 0,-5-1 20 0,7 5-20 16,-6-9 16-16,5 6-16 0,1-5 8 0,1 5 11 0,-5-6-11 15,7 4 0-15,-5-4-7 0,1 3-1 0,3-5 20 16,-4 2-1-16,1 0-19 0,1 0 16 0,1-1-16 16,-5 1 16-16,5-2 0 0,-5 2-16 0,0-2 16 0,5 0-1 15,-5-6-18-15,1 8 3 0,5-5 1 0,-3-3 10 16,5 2-10-16,-3 0 14 0,1 1-14 0,1-6-1 0,3 1 12 15,1-3 7-15,-3 0-3 0,1-3 0 0,-1 0-1 16,-3 4 1-16,3-4-4 0,-1 0 0 0,-7-4 0 0,11 4-1 16,-9 0 1-16,9 0-4 0,-9 0 0 0,1 0 0 15,7 0 0-15,-5 0 0 0,-5 0 0 0,5 0 0 16,-5 0-11-16,3 0-5 0,3 0 20 0,-10 0 0 0,7 0-4 16,-5 0 0-16,5 0 0 0,-7 0 4 0,8 0-4 15,-9 0 0-15,7-6 0 0,0 4 0 0,-3-4 4 0,-1 0-4 16,0 0 0-16,7-4 0 0,-3 4 0 0,1-4 0 0,-3 1 0 15,5-7 0-15,-5 10 0 0,6-4-8 0,-1 0-7 16,3-2 19-16,1 0-1 0,0 1 5 0,-1-2-4 16,-1-1-16-16,3 3 16 0,-7-3-15 0,7 0 18 0,-1 0 1 15,-7-2-16-15,9 3 16 0,-7-1-16 0,-1 0 16 16,3 0-16-16,-3-2 20 0,3 5-4 0,-1-8-1 16,-1 8-18-16,-2-3 11 0,5 0-8 0,2 1 0 0,-9-6 20 15,4 4-1-15,3 1 1 0,-3-4-4 0,-1 4-1 16,5-2 1-16,-1-1 0 0,-5-1 0 0,5 3-4 0,-5-6-16 15,5 4 20-15,-3-2-4 0,1 2 0 0,1 0-1 16,-3-4 1-16,1 2-19 0,-2 2 11 0,-3-4 8 16,9 4 0-16,-7-2-8 0,-1 0-8 0,5-3 20 0,-11 5-8 15,4-5 0-15,-2 8-12 0,5-8 20 0,-5 3-8 16,-2 0-12-16,1 0 20 0,-5-1-20 0,4 4 20 0,2-3-19 16,-8 5 18-16,7-8-18 0,-7 6 18 0,0 0-18 15,0-1 19-15,8-5-16 0,-10 6 16 0,3-6-20 0,1 5 20 16,-6-5-20-16,4 0 20 0,-6-3-16 0,6 1 8 15,-6-2 8-15,2 2-16 0,-2 0 16 0,0-1-8 16,-2 0 0-16,4-2-8 0,-2 4 0 0,0-3 16 0,0 1-16 16,0-1 16-16,0 5 0 0,0-4-20 0,0 0 5 15,-2 1 14-15,-4 0-14 0,0 4-1 0,4-1 0 16,-6 1 1-16,-3 1 3 0,1-1 0 0,0 4 0 0,0 0 0 16,-5 0 0-16,1 1 20 0,0 5-20 0,-2-7 19 0,1 4-3 15,-5-2-1-15,1 2-18 0,1-4 18 0,-4 4-7 16,1-4 8-16,-1-1-5 0,3 3 1 0,-7-1 0 0,9-4 0 15,-3 6-4-15,-2-2-1 0,7 0 1 0,-3 0 0 16,-3 2-19-16,7-1 22 0,2-1-3 0,-2 8-19 16,-1-3 19-16,3-2-16 0,4 4 8 0,-6 4-23 0,7 5-8 15,1-5-18-15,2 5-11 0,-4-4-35 0,2 4-78 16,0 0-27-16,-2 4 17 0,-7-4 23 0,5 0 21 0,2 5 14 16,-8-5 10-16</inkml:trace>
  <inkml:trace contextRef="#ctx0" brushRef="#br1" timeOffset="119171.88">26047 5953 91 0,'0'0'78'16,"0"0"10"-16,0-3-20 0,0 3 14 0,0 0-14 0,0 0-17 16,0 0-6-16,0 0-4 0,0 0 0 0,10 0-10 15,-10 0 7-15,2 3 7 0,4 4-17 0,-1-1 10 0,-1 0-6 16,2 2 6-16,0 3-3 0,2 3-10 0,-2-3-7 16,0 3 7-16,7 5-4 0,-7-8 1 0,4 5-5 0,-4 0 1 15,6 4 4-15,-1-4-4 0,3 6 0 0,2-3 4 16,0 7 4-16,-1 0-8 0,3-1-7 0,3 5 15 0,-3 1-4 15,2 1 0-15,1-2-3 0,-1 6-15 0,3-5 14 16,-3 2-14-16,-4-1 0 0,7-1 0 0,-7-1 0 16,-1-3-4-16,7 1 3 0,-10-4 16 0,5 1-19 0,-5-8 0 15,-6 1 0-15,10-1 15 0,-14-9-3 0,2 6-12 0,-1-6 0 16,-3-4-8-16,0 0-22 0,0 0 7 0,0-4-14 16,0 0-19-16,0 0-25 0,-3 0-48 0,-1-4-41 15,2-4-31-15,-8 2 33 0,2-4 28 0,-4-4 15 0,1 3 16 16</inkml:trace>
  <inkml:trace contextRef="#ctx0" brushRef="#br1" timeOffset="119739.58">25957 5934 98 0,'0'0'95'15,"0"0"-21"-15,4 0 1 0,-2 0 3 0,7-3-3 0,-3-3-23 16,4-1-15-16,8 3 1 0,-1-1-7 0,5-3-10 0,3 0 6 16,3-6-2-16,7 6-5 0,-9-6-2 0,9 0-1 15,-4 6-3-15,6-3-11 0,-3-5 8 0,3 8-4 0,2-4 3 16,-9 1-3-16,9 0 0 0,-2 6 0 0,-4 2 0 15,-1 1-14-15,-1-1 11 0,-2 0-4 0,1 3-7 0,-3-3 0 16,-1 6 10-16,-9 0 1 0,9-3-4 0,-7 0 10 16,1 0-10-16,0-3 0 0,-1 3 4 0,-5 0-4 15,-4 0 0-15,9 0 0 0,-9 0 7 0,0 0-7 0,-4 0 0 16,-2 0 0-16,-4 0 0 0,4 0 0 0,-4 0 0 16,5 0 0-16,-5 3 3 0,0 2 1 0,0-2-1 0,-5 2 1 15,5 1-1-15,0 2 1 0,0 0-1 0,0 4 1 16,0-4-4-16,0 5 0 0,0-2 3 0,0-2-3 0,-4 4 0 15,0 0-7-15,-2 2 11 0,2 1-11 0,-6 0 7 16,2 4 3-16,-9-1 1 0,7 3-1 0,-4-2 1 16,-3 6-4-16,3 0 0 0,-4 0 3 0,6-1-3 0,-9 5 4 15,-1 1-4-15,5 1 0 0,-3 2 0 0,-5 1 3 16,7 1 1-16,-4-1-11 0,-3-1 7 0,7 6 3 0,-9-1 1 16,7-4 3-16,-1 3-4 0,1-7 15 0,1 3-14 15,-1-2 3-15,8-2 0 0,-7-3 0 0,7-4 0 16,4-1 0-16,0-8 18 0,2-2-4 0,6 2-3 0,-2-5-18 15,2-6 0-15,0 0 0 0,0 2 14 0,2-5-7 0,4 0-3 16,2-5-18-16,-6-1-4 0,8-3-14 0,-6 1-28 16,7-8-63-16,5 2-47 0,-8 1 9 0,8-9 21 15,-7-2 8-15,-1 1 10 0</inkml:trace>
  <inkml:trace contextRef="#ctx0" brushRef="#br1" timeOffset="120238.17">27552 6096 77 0,'6'2'72'0,"5"-2"2"0,-1 0-16 15,2 0 0-15,0 0-7 0,1 0-17 0,-3 4 3 16,4-2 1-16,0 6-4 0,-1-2 0 0,-5-1-17 0,2 4 18 15,4 2-15-15,-3 2 8 0,3 0-1 0,-6 3 1 16,4-2 7-16,3 1-4 0,1 1 0 0,0 0-13 16,-1 4 13-16,7-4-13 0,0 6 13 0,-3-3 1 0,3 5-18 15,3-2 15-15,-1 4-19 0,-1-1 8 0,1-1 0 16,1 3 0-16,-1 1-4 0,-3 2-3 0,3-3 3 16,-1 1-7-16,-3 0 4 0,1-1-4 0,-3 0-3 0,-6 1 11 15,7-4-8-15,-5-2-7 0,-4-2 11 0,2-2-8 16,-4-1 1-16,1-5-4 0,-5-5 0 0,-4-2 0 0,2-1-4 15,-2-2 4-15,0 2-3 0,0-4-5 0,0 0-13 16,-2-6-12-16,2 6-3 0,0-4-17 0,0 8-50 16,0-10-33-16,0 0-33 0,0-4 15 0,0 4 18 0,0-7 17 15,0-4 14-15</inkml:trace>
  <inkml:trace contextRef="#ctx0" brushRef="#br1" timeOffset="120604.25">28269 6068 98 0,'-10'14'91'0,"2"-6"-2"16,-5 0-11-16,-1 6 7 0,4-3 4 0,-6 0-24 16,1 3-14-16,-5 2 8 0,6-1 0 0,-11 1-7 0,5 3 0 15,-3 3 1-15,-5-6-4 0,7 8-10 0,-5-2-3 16,-5 1 11-16,2 1-19 0,-1 0 12 0,1-1-7 0,-3 5-14 16,-1-9 6-16,2 5 5 0,3 1-4 0,-3-6-19 15,4 1 16-15,3-4-19 0,6 0 15 0,1-2-4 16,-1 2-19-16,12-7 15 0,4-1-3 0,-2-6-20 0,0 4-6 15,1-6 2-15,3 3-10 0,0-3-22 0,0 0 0 0,3 0-14 16,1-3-43-16,-4 1-33 0,6-4-53 0,0 0 15 16,4-2 30-16,2-2 17 0,1-4 6 0</inkml:trace>
  <inkml:trace contextRef="#ctx0" brushRef="#br1" timeOffset="121253.07">28953 5960 115 0,'2'0'91'0,"-2"0"-19"16,0-4 13-16,0 8-7 0,0 2-10 0,0 0-27 0,-6 2 7 15,4 3-3-15,-4 3 0 0,4 0-11 0,-6 2 1 16,2 0 13-16,0 1-20 0,1 5 0 0,-3-3 11 0,4-2-18 16,4 5 11-16,-6-3-4 0,6 3-3 0,-2 0 0 15,2 3 0-15,-6 1-4 0,6 0-3 0,-6 4 4 0,6-3-8 16,-2 3 1-16,-2 3-1 0,0 3 1 0,-7-5 7 15,9 4-15-15,-4 1 1 0,-4 0-1 0,2-1 11 16,0-3 5-16,0 4-1 0,-5 0-4 0,1-5 1 0,2-1 0 16,4 2-19-16,4-7 0 0,-2 0 11 0,-1-4 4 15,5-2 1-15,0 3-5 0,5-10-15 0,1-4 0 16,6-2 16-16,0-3-16 0,5 2 0 0,-1-3 0 0,14-9 16 16,1 1-4-16,8 0-16 0,6 1 0 0,0-7 12 15,2 5-4-15,6 2 0 0,0-5-11 0,0 0-1 16,-4-4-3-16,-8 3 0 0,4 6 0 0,-4 2 0 0,-9-3 0 15,1 0 11 17,-6 2-7-32,71-2-197 0,-98 6 147 0,0 0-20 15,0-6-31-15,0 2-23 0,0-6-27 0,-7 5 19 16,1-11-98-16</inkml:trace>
  <inkml:trace contextRef="#ctx0" brushRef="#br1" timeOffset="121586.08">28859 6614 77 0,'-12'6'95'0,"6"-3"-6"16,2-3-4-16,2 0-7 0,2 0-7 0,0 0-19 0,0 0-4 15,0 5-4-15,6-10-2 0,6 10-4 0,-4-10-4 0,11 5 4 16,-5 0-3-16,6-3-3 0,7-3-4 0,6 0-7 16,3-4 0-16,-3-6-3 0,8 2-11 0,4-6-4 15,2 4 1-15,-2-1-1 0,0-5-6 0,2 4-1 0,-4 3-3 16,0-1 0-16,-7 2-4 0,1 6 1 0,-10-3 6 16,1 5-17-16,-5 1 4 0,-7 3 13 0,-4-1-13 0,0 0 17 15,-9 3-18-15,1 0 18 0,-4 0 0 0,0 0-17 0,0 0 13 16,0 3-13-16,-4-6 6 0,-3 3-6 0,-1 0-4 15,4 0-6-15,-4-3-29 0,0 0-30 0,-6-2-44 16,1-1-12-16,-3-4 16 0,0 2 14 0</inkml:trace>
  <inkml:trace contextRef="#ctx0" brushRef="#br1" timeOffset="121859.34">28823 6221 71 0,'0'0'105'0,"0"0"-14"0,0 0-2 15,0 0 6-15,4 0-3 0,-4 0-33 0,8 0 2 0,0 0 8 16,4 0-10-16,5 0 1 0,-1 0-1 0,2 0-16 16,7 0 10-16,-1-7-3 0,5 7-18 0,0-3 8 0,1 0-19 15,1-2 12-15,-3-1-3 0,3 0-19 0,4 0-4 16,-7 0 11-16,3 0-14 0,-2 2-8 0,1-4-7 0,-5 6 0 15,-5-4-18-15,9 1 0 0,-11-6-8 0,-2 2 5 16,3-1-18-16,-7 1-11 0,-2-8-34 0,-6 7-41 16,2-6-43-16,-1-1 15 0,-5 5 31 0,0-4 11 0,0-3 13 15</inkml:trace>
  <inkml:trace contextRef="#ctx0" brushRef="#br1" timeOffset="122313.85">28504 5541 84 0,'-4'9'102'0,"0"-2"-4"16,4 2-6-16,4 2-10 0,-8-8 10 0,4 3-30 16,-2 1 7-16,4-1-14 0,-2 3-3 0,4-5-3 0,6-4 0 15,0 10-4-15,-2-10-6 0,5 2 0 0,5 6 4 16,-2-6-3-16,3-2-8 0,3 0-3 0,3-2 0 0,-1-2-7 16,3 4 0-16,-1-10-3 0,7 2-1 0,-2 6-10 15,6-10-1-15,-3 2 8 0,1 1-11 0,-2-5-1 16,1 6 5-16,1-6-8 0,0 4 0 0,-1-2 0 0,-3 4 0 15,2-3 0-15,-7 3 0 0,3 2 7 0,-5 0 1 16,1 2-1-16,-1 1 1 0,-7 3-4 0,5 0-8 0,-5-3 4 16,-3 3 4-16,2 0-8 0,-3 3 0 0,-9-6 0 15,6 6 1-15,-8-3 3 0,4-3-4 0,-6 3 4 0,4 0 0 16,-2 0-4-16,-2 0 0 0,0 0-3 0,-2 0-4 16,4 0-8-16,-2 0 8 0,-6 0-11 0,10 0 0 0,-2 0-19 15,-2 0 1-15,0 0-18 0,0 0-27 0,0 0-46 16,0 0-43-16,0-6 10 0,2 2 7 0,-2-6 31 15,0 5 11-15</inkml:trace>
  <inkml:trace contextRef="#ctx0" brushRef="#br1" timeOffset="122686.54">29251 5036 91 0,'11'6'88'0,"5"-3"-6"16,-4 3-4-16,5 2-3 0,-5 0-21 0,0 2-9 15,7 2-1-15,-3-1-3 0,-2 8 0 0,0-6-3 0,1 7 0 16,-1-1-3-16,-6 3-1 0,0 5 8 0,-2-2 0 16,-1 5 4-16,-5 1-4 0,6-5 4 0,-12 3 1 0,1 3-12 15,-1-2 16-15,-2 1-11 0,0-5 0 0,-8 0-7 16,3-1-3-16,-1-1-4 0,0-8-3 0,-2 4-4 0,5-3-16 16,-3-7 12-16,4 6-26 0,2-7-4 0,-3-1-23 15,9 0-2-15,-2-3-30 0,-2-1-32 0,2-2-48 16,-8-2-59-16,10 3 34 0,-4-3 14 0,2 0 32 0,4-3 10 15</inkml:trace>
  <inkml:trace contextRef="#ctx0" brushRef="#br1" timeOffset="123321.74">30487 6842 121 0,'8'0'99'0,"2"0"-4"16,1 0 7-16,-1 0-3 0,0 0-17 0,4 0-10 0,5 0-3 0,-1 0-6 15,-4 0 10-15,7 0-6 0,-3 0 0 0,1 0-6 16,3 0 0-16,1 7 1 0,-3-7-10 0,9 4 7 0,-7-4-10 16,3 2-3-16,-7-2-12 0,6 0-3 0,1 3 4 15,-5 0-7-15,5 0 0 0,3-6 0 0,-7 6 4 0,1-9-20 16,-1 9 13-16,-5-6-21 0,11 3 0 0,-11 0 12 16,-4-3-7-16,1 3-9 0,-5-2-17 0,4-9 1 15,-6 8-25-15,-6-5-19 0,4 6-7 0,-4-2-26 0,0-4-9 16,0 2-52-16,-4-4-57 0,-2-1 19 0,-12 5 17 15,3 4 15-15,-1-4 17 0,-7-2 24 0</inkml:trace>
  <inkml:trace contextRef="#ctx0" brushRef="#br1" timeOffset="123587.38">30505 6351 71 0,'7'0'115'0,"-7"2"11"16,8 2-14-16,-2-2-3 0,0 1-6 0,-2 4-17 0,6-3-6 16,9-2-7-16,-5-2-10 0,2 6-6 0,-1-3-7 15,13-3-3-15,-11-3-22 0,9 3 4 0,3 0-4 0,3-6-3 16,1 9-22-16,4-3-22 0,0 3-10 0,1-3-26 15,5 0-53-15,-12 0-68 0,14-6-4 0,-4 0 23 16,-5-1 17-16,3 2 17 0,-2-7 14 0</inkml:trace>
  <inkml:trace contextRef="#ctx0" brushRef="#br1" timeOffset="124700.97">32489 6060 105 0,'-7'0'74'0,"3"0"11"0,0 0-20 0,2 0-1 0,-2 0 4 16,-6 0-20-16,2 0-3 0,0 0-1 0,-5 0-6 0,7 0 7 15,0 0-4-15,-2 0-3 0,-2 6-3 0,-1-4-11 16,5 3 1-16,-8 1 3 0,8 3-4 0,-6-1-10 16,-1 0 0-16,-1 2 4 0,2 2 0 0,0-1-11 0,-1 0 3 15,1 0 1-15,2-3 0 0,-9 0-4 0,9 6 0 16,-4-8-7-16,2 4 0 0,2-1 7 0,-5-2-11 0,5-1 1 15,2 3-1-15,2-9 4 0,-9 5 7 0,13-5 1 0,-10 3-5 16,4 3-6-16,2-6-1 0,-2 7 0 16,-1-4 12-16,1 3-5 0,0 0-6 0,-4-2-1 0,4 2 11 15,0 3 0-15,-1 1-3 0,3-4-11 0,-2 5 3 0,-2-6 8 16,4 3-8-16,4-2 1 0,-4 2-1 0,1-2 8 16,-1 2-1-16,6-2-3 0,0 4-3 0,0-1 10 15,0-4-11-15,0 6 8 0,0 0-4 0,0-2 7 0,0 1-7 16,-2 4 3-16,4-3-6 0,-2-3 3 0,0 8 7 15,0-7 0-15,0 4 0 0,0 1-3 0,0-2-1 16,-2 1 1-16,2-5-8 0,0 6-3 0,0-3 14 0,0 0 1 16,0 3-1-16,0-4 0 0,2 5 0 0,2 1 0 15,3-6 1-15,1 7-1 0,-2 0 0 0,2-3 0 0,2 5-14 16,-4-5 0-16,3 4 3 0,-1-1 1 0,0 0 17 16,0-4-18-16,-2 6 15 0,-6-8 0 0,10 1 0 0,-3-4-18 15,-1 2 18-15,2-1-8 0,-2 2 5 0,4-1-5 16,0-1-3-16,-1-1 8 0,1-2-19 0,2 0 18 0,-2 6-14 15,-2-3 7-15,5-4 0 0,-7 1 0 0,4 0 0 16,-4-3 7-16,2 4-14 0,2-4 7 0,-3 5 0 16,5-8 3-16,-2 4-10 0,-4-4 0 0,4 0-1 0,3 4 12 15,-7-4-4-15,6 6 11 0,-4-6-18 0,7-2 10 16,-3-2 1-16,-4 4 0 0,8 4-12 0,-3-4 16 0,1 2-5 16,-4-10-10-16,2 8 14 0,9-6-14 0,-13 6 14 15,6-2-14-15,-4-1 7 0,1-3 0 0,7-4 7 0,-4 4-3 16,-6 0 0-16,5 1-8 0,-7 2 8 0,6-3-15 15,-2-1 14-15,-8-2-17 0,9 3 14 0,-5 6 0 16,2-4 0-16,2-5 0 0,6 3-18 0,-7-1 3 0,7-7 1 16,-4 8 6-16,4-7 8 0,3 5-10 0,1-4-8 0,-9-2 7 15,7 1 0-15,-8 2 0 0,4-5 1 0,1 7-1 16,-9-1 4-16,8-2 0 0,-6-2 0 0,0 4 0 16,1 1-1-16,-7-4 5 0,-2 4 6 0,10 1-6 0,-8 0-4 15,0-6 3-15,-2 8 1 0,0-4-1 0,6 1 1 16,-2-1 10-16,2-2-7 0,5 4 0 0,-3-3-4 0,0 0 1 15,0 1 10-15,-2-2-7 0,2 2-4 0,0-4 11 16,-5 3-7-16,-3-5 0 0,10 2 0 0,-10-2 7 16,0 1-7-16,0-1 11 0,0 0-4 0,-10-1-7 0,3-5 11 15,1 6-8-15,2-6 8 0,-4 5 3 0,0-7-17 16,-6 5 17-16,1 2-7 0,3 0 7 0,0-2 1 16,-2 6-19-16,1-4 15 0,1 4-15 0,-2 1 15 0,0-2-4 15,-3 4-17-15,1 1 10 0,-4-4-15 0,-1 4-10 16,-3-1-14-16,-7-4-25 0,3 6-52 0,-9-4-57 0,0 1 5 15,-1 1 28-15,-9 2 4 0,4 2 28 0</inkml:trace>
  <inkml:trace contextRef="#ctx0" brushRef="#br1" timeOffset="152731.1">24689 1086 54 0,'12'6'74'0,"9"-6"-2"0,-11 0-8 0,8 2 7 15,-8-2-13-15,5 0-27 0,1 0 6 0,-2 6 4 0,-3-4-3 0,7 2 0 16,-2 3-21-16,-5-7 10 0,9 0-3 0,-4 0-7 16,1 3 14-16,-1 3-10 0,4 0-4 0,-1-6 1 15,1 0 6-15,-1 2-10 0,1-2 0 0,4 2 0 0,-3 2-4 16,3-2 1-16,1-2-1 0,4 0 1 0,-3 0-1 16,1 3-3-16,-1 3 0 0,1 1 0 0,1-1 0 0,3 0 0 15,-2-1 7-15,-1 1-14 0,3 4 4 0,-3-7-1 16,1 8-3-16,-2-5 4 0,5 0-4 0,-7 2 3 0,3 0-3 15,-3-3 4-15,-1 3 7 0,5 1-11 0,-5 1 0 16,11 1 3-16,-10-3-3 0,9 4 4 0,-3 2-1 16,6-4-3-16,-3 5 7 0,-1-5-7 0,10 4 0 0,-8 0 7 15,6 0 0-15,1-4-7 0,-3-1-7 0,2 7 7 16,2-8 0-16,-2 0 0 0,6 1 0 0,-2-2 7 0,-2-3-7 16,-5 2 0-16,7-2 0 0,2 0 0 0,0-2 0 15,-6-2 0-15,4 0 0 0,-4 0 0 0,4 3 0 16,0-6 0-16,2 6 0 0,-4-3 0 0,-2-3 0 0,6 6 0 15,2 3 0-15,-3-6 7 0,1 0-7 0,7 0-3 16,1 0-1-16,0 7 11 0,0-1-7 0,2-1 0 0,-2 3 0 16,5-2 0-16,-7 5-3 0,6-2-1 0,-2 1 11 15,-8 2-7-15,2 4-3 0,2-5 3 0,-2 1 0 0,-2 0 0 16,4 0 7-16,-10-1-7 0,6 2 0 0,6 1 0 16,-6 2-4-16,5-1 1 0,-5-2-1 0,2 4 1 0,2-4-1 15,2-1 4-15,-4 4-3 0,2-6-1 0,-4-1-6 16,4 2 6-16,-6-9 1 0,4 1 10 0,-6 2-7 0,0-2-7 15,-4 3 14-15,4 0-7 0,-2 1 0 0,-7-1 0 16,3 3 0-16,-2-5 0 0,-2 8 0 0,-1 2 0 16,-3-6 0-16,0 0 0 0,-3 1-4 0,3 4 4 0,-4-5 0 15,-3-5 0-15,-6 3 7 0,5 0-7 0,-11 0 0 16,7 0 0-16,-3 2 7 0,-4-8-7 0,0 4-3 0,5-4-1 16,-9 0 1-16,2 5-1 0,0-2 1 0,-6-3-1 15,0 0 4-15,-2 3 0 0,3-3 0 0,-5 2 0 16,0-2 0-16,0 5 0 0,0-5 0 0,0 3-4 0,-5-3 1 15,-1 3-1-15,2-3-3 0,0 0-10 0,-2-6-8 16,-6 1 1-16,-2 3-32 0,-7-1-24 0,3 0-64 0,-15-2-7 16,11-3 8-16,-15-4 28 0,6 2 13 0</inkml:trace>
  <inkml:trace contextRef="#ctx0" brushRef="#br1" timeOffset="153731.31">26543 1276 67 0,'0'0'75'0,"0"0"-7"0,0 0 3 16,0 0-13-16,0 0 6 0,0 0-30 0,0 0-6 0,0 0 9 15,0 0-3-15,0 0-3 0,0 0 0 0,0 0-3 16,0 0-4-16,0 0-17 0,0 0 17 0,0 0-21 16,0 0 4-16,0 0-4 0,0 0 4 0,0 0 14 0,0 0-17 15,0 0 2-15,0 0 8 0,0 0 7 0,0 0-17 16,0 0 6-16,0 0 0 0,0 0 1 0,0 0-1 0,0 0 1 16,0 0-1-16,0 0 1 0,0 0-4 0,0 0 3 15,0 0-3-15,0 0 0 0,0 0-3 0,0 0 3 0,0 0-4 16,0 0 1-16,0 0-1 0,0-4 1 0,0 2-1 15,0 2 1-15,0-3-1 0,0 0-3 0,0 0 4 16,0-2-4-16,0 3 3 0,0 2 1 0,0-6 6 0,0 6-6 16,0-3 7-16,0 0-8 0,0 6-3 0,0-3 11 15,0-3-8-15,0 6 1 0,0-6 17 0,0 3-14 0,0 3 14 16,0-6-17-16,0 3 14 0,0 0-18 0,0 0 18 0,0 0-18 16,0 0 14-16,0 0-7 0,0 0-10 0,0 0 17 15,0 0-10-15,0 0-1 0,0 0-6 0,0 0-1 16,0 0 15-16,0 0-15 0,0 0 15 0,0 0-18 0,0 0 18 15,0 0-19-15,0 0 19 0,0 0-18 0,0 0 7 16,0 3 11-16,0 0-18 0,0 3 17 0,4-4-17 16,-1 6 18-16,5-2-11 0,-6 2 7 0,8 0 1 0,-4-2-19 15,0 4 0-15,2-1 4 0,5-1 10 0,3-2 4 0,-6 0 1 16,2 4-1-16,-3-4 0 0,9 2-3 0,0 4 3 16,-5-2-3-16,5 1-1 0,0-3 1 0,-1 5 0 15,-7-4-12-15,12 2-6 0,-5 0 3 0,-1 3 0 0,-4 0 11 16,7-3 7-16,-7 2-3 0,0 0 0 0,0 4-1 15,1-8 1-15,3 1-1 0,-4 2-6 0,-1 1 6 16,1 1 1-16,-4-6 0 0,4 6-4 0,-2-8 3 0,-3 2-3 16,-3-8 0-16,0 5 0 0,-2 1 4 0,-2 1-4 15,0-7 4-15,0 6-4 0,-2-3-15 0,-2 5 4 0,-3-2 8 16,3 0 10-16,-6 4-4 0,-2 2-6 0,4-8 3 16,-9 5 7-16,1 2-3 0,-4-3-8 0,1 0 8 15,-7 1-8-15,1-3 0 0,1 4 8 0,-5 0 0 0,3-4-12 16,-11 3-2-16,10 4-1 0,-7-5 11 0,5 1 3 15,-6 4-6-15,5-4-12 0,-1 1-6 0,-2 0-1 16,3 2-7-16,1 0-20 0,-2-1-33 0,3 0-57 0,-1 0-34 0,-1-1 23 16,1 4 17-16,2-2 11 0,-5-2 10 0</inkml:trace>
  <inkml:trace contextRef="#ctx0" brushRef="#br1" timeOffset="154756.51">24687 1168 108 0,'0'0'92'0,"-6"0"-8"0,6 3-19 16,-4-6 13-16,-2 1-20 0,6-4-13 16,-4 0 3-16,-3 4-7 0,1-3 7 0,0-1-10 0,2 6 0 15,4-5 3-15,0 1 1 0,0 4-21 0,0 0 0 0,-2 0 14 16,-2 0-10-16,4 0-4 0,0 0 0 0,6 0 1 16,-12 0 6-16,4 4-21 0,-6 1 11 0,8 1-4 15,-4 1 4-15,4 5 0 0,0-4 4 0,-4 1-4 0,4 3 4 16,-3 0 0-16,3-4 7 0,3 2-3 0,-3-1-19 15,0-1 19-15,0-2-22 0,0 0 18 0,4-6-18 0,-4 2 7 16,4 3 8-16,4-5-19 0,0 0 15 0,2-5-19 16,-2 0 12-16,3-1-12 0,-1-5 11 0,2 6-10 15,-6-6 14-15,0 0-7 0,3-3-12 0,-3-2 12 0,-6 2-8 16,4-2 15-16,-4 1-14 0,0 5 10 0,0-6-11 16,-4 4 20-16,-2 4-20 0,6-1 11 0,-9 2 13 0,3 7-20 15,0-6 11-15,-2 6 4 0,-6 0 1 0,1 3-1 16,-3 0 1-16,4 8 7 0,-3 0-11 0,1-3 0 0,6 0 8 15,-8 6-4-15,5 0-12 0,11 2 0 0,-8 0 0 16,8-5 0-16,-2 5-4 0,2-2 0 0,2-2 0 0,6-2 0 16,1-4 0-16,-1-1-8 0,10-2 0 0,-8 0-8 15,5-3 16-15,1-3-20 0,7-2 20 0,1-4-24 0,-8-4 20 16,7 2-19-16,-7-6 11 0,-2 1-7 0,1-4 19 16,-5-2 0-16,-4 3-15 0,2-2 15 0,-6-1-16 15,-2 3 24-15,0 3-16 0,-2 1 12 0,-6 4 0 0,-2 6 4 16,-4-3-1-16,1 5 5 0,1 0-1 0,0 1 1 15,-11 4 4-15,11 4-5 0,-6-3 1 0,3 2-4 0,1 3 4 16,8-3-8-16,0-2 0 0,6 0-16 0,-8 3 4 16,12 4 0-16,2-4-23 0,4-6-35 0,9 0-55 15,1 2-87-15,0-4-15 0,9-1 35 0,-3 0 13 0,11-7 22 16,2 1 24-16,4-2 7 0</inkml:trace>
  <inkml:trace contextRef="#ctx0" brushRef="#br1" timeOffset="155612.74">29625 1981 94 0,'0'-3'112'0,"-8"3"-6"0,0 0 13 0,2 3-10 0,-7-3 4 16,1 0-20-16,0 0-20 0,-4 0 8 0,-1-3-4 16,9 3 2-16,-4 0-4 0,-2 0-2 0,5 0-21 0,1 0 11 15,-6 0-18-15,2 3 13 0,1-1-24 0,3 4 9 16,0 7 1-16,2-4-4 0,-8 1-4 0,8 2 1 16,-7 1-4-16,7 7 0 0,0-4 5 0,0-2-16 0,6-3-1 15,-6 5-3-15,6-2-1 0,0-1-4 0,0-2 1 16,0-3-5-16,0 1 0 0,6 2-1 0,2-3 1 0,-2-5-4 15,7 0-1-15,1-1 6 0,-2-2-10 0,2 0 4 16,13-8-4-16,-9 2 5 0,-3-4-5 0,1 2 4 0,0-9 5 16,-3 4-9-16,-7 1 5 0,2-5 9 0,-8 1-10 15,0 2-4-15,4 2 10 0,-4 0-10 0,-4 1 28 16,0-1 0-16,-6 0 6 0,3 6-10 0,1-2 5 0,-4 8 1 16,-4-6 1-16,4 6 0 0,-5-3-11 0,-1-2 17 0,0 13-10 15,3-2-16-15,1 4 22 0,0-4-28 0,6 0 23 16,-7 2-16-16,9-3-7 0,0 6-5 0,2-2-22 0,-2-3 16 15,10 1-16-15,2-7-33 0,5 0-29 0,3-7-21 16,-4 1-51-16,9-6-50 0,-3-1-69 0,3-7-2 16,-1-4 36-16,-2 2 39 0,-1-9 26 0,-9 1 16 0,0-2 17 15,-6-1 18-15</inkml:trace>
  <inkml:trace contextRef="#ctx0" brushRef="#br1" timeOffset="156208.74">24301 1484 67 0,'0'2'112'15,"0"4"-13"-15,0-1-4 0,0 3 4 0,0 2-21 0,-6 2-6 16,2 2-10-16,-9 2-10 0,5 1 3 0,0 1-2 15,0 2-4-15,-8 2 7 0,3 1-10 0,-5 1 0 0,4 0-3 16,-1 5-3-16,-3-3-4 0,2 8-3 0,1 1-11 16,-1 1 8-16,-6 3-4 0,7-1-11 0,-3 1-12 0,-5 1 20 15,5-1-5-15,0-1-2 0,-5 1-16 0,5-1 15 16,-1-5-12-16,3 0 9 0,0-2-12 0,1-5 11 16,3-3-18-16,-2-5-1 0,6 0 0 0,4-7 16 0,-2 2-4 15,6-8 0-15,-3-2-16 0,3 0-3 0,3-1-8 16,3-7-3-16,4 0-11 0,2-4-33 0,-2-7-14 0,1 0-69 15,-1-6-40-15,8-6 14 0,-2 1 25 0,3-9 11 16,-3-5 18-16,9 2 13 0</inkml:trace>
  <inkml:trace contextRef="#ctx0" brushRef="#br1" timeOffset="156495.7">24283 1522 101 0,'12'-7'75'16,"-6"1"-4"-16,4 2 11 0,-4 2-8 0,7-1-2 0,-11 0-31 16,8 1-7-16,-2 10 11 0,-2-2-4 0,4 7 0 15,-2 1 4-15,-1 3 7 0,-3 7 0 0,-4 3-10 0,6 7 11 16,-6 1-7-16,0 12-4 0,6-1 5 0,-6 6 3 16,0 3 1-16,0 6-11 0,-6 0-3 0,12 1-11 15,-2-1 7-15,0-1-3 0,8 3-4 0,-6-3-3 0,5-8 0 16,-5-1-4-16,2-5 0 0,0-5-3 0,0-6-1 0,-6-5-3 15,9-4 0-15,-3-8-9 0,-8-1-3 0,0-4 4 16,0-10-23-16,4 3-8 0,-4-4-23 0,0-2-11 0,0-2-29 16,-4-4-59-16,-2-7-71 0,-7-1 25 0,3-5 27 15,0 2 18-15,-6-7 14 0,-5 1 24 0</inkml:trace>
  <inkml:trace contextRef="#ctx0" brushRef="#br1" timeOffset="156694.3899">23817 2262 74 0,'6'6'85'0,"4"-2"10"16,5 1-14-16,9-2-2 0,1-3-15 0,3 5-12 0,7-5-8 16,6 3 4-16,2-3-13 0,4 3-4 0,4-3-4 15,6-3-3-15,-2 0-3 0,8 3-7 0,1 0 3 0,1 0-17 16,-2 6-45-16,7 1-55 0,5-7-57 0,1 3 17 15,-5 5 14-15,7 0 14 0</inkml:trace>
  <inkml:trace contextRef="#ctx0" brushRef="#br1" timeOffset="157309.47">28939 2416 64 0,'2'-2'98'0,"2"2"-6"15,4 0-4-15,-8 0-3 0,0 0 1 0,2 0-21 16,-2 2-4-16,0-4-6 0,4 2-17 0,-8 0 8 0,8 0-15 16,-2 0 18-16,-4 0-21 0,2 0 7 0,2 0 0 15,-2 2 1-15,-2 2-1 0,2 1 8 0,0 0-3 0,0 4-19 16,0 4 8-16,0-2-7 0,0 3 15 0,-4 8-19 16,4 0 12-16,-6-3 0 0,2 5-4 0,-2 2 0 15,-8 1-3-15,8 1 4 0,-11 2-4 0,9 2 0 0,-4-4 8 16,0 5-12-16,-5-3 1 0,5 3-4 0,6-3 0 15,-10 3-4-15,3-5-4 0,3 5 4 0,-2-3-12 16,0-3 0-16,3 0 0 0,3-2 12 0,2 3 4 0,-6-4 0 16,8-7-16-16,2 1-4 0,-4-1 16 0,4-5-12 0,0-2 0 15,0-4-4-15,0 0 0 0,0-4-4 0,0 0 0 16,0-2 4-16,0 0-12 0,0 0 4 0,0-2-8 16,0 2-20-16,0-2-19 0,0 2 2 0,0-6 0 0,0 0-14 15,0-4-21-15,0 1-31 0,0 1-44 0,0-6-17 16,0-6 19-16,0 7 5 0,0-9 34 0,0 6 7 15</inkml:trace>
  <inkml:trace contextRef="#ctx0" brushRef="#br1" timeOffset="157792.4799">29025 2420 128 0,'32'-12'95'0,"-5"2"-20"0,2 1 3 0,-5 6-3 16,5-2-3-16,-3 2-17 0,-9 0-11 0,9 1-3 15,-10 7 8-15,-1-2 3 0,-1 5-11 0,-8 3-2 0,4 3-1 16,-10-3-10-16,9 3 8 0,-9 5-5 0,0 0-9 16,0 5 6-16,0-2-6 0,0-2-1 0,0 1-3 0,-9-1-4 15,9-1 1-15,-6 1-4 0,2-2 0 0,-2 0-4 16,-6-2-4-16,4 3 8 0,-5-6-14 0,1 2 3 15,-2-5-18-15,2 0 3 0,3 2-3 0,5-6-7 0,0-1-11 16,0-2 15-16,0 0-19 0,4-3 19 0,4 2-7 16,-4-2 10-16,4 5-6 0,4-5 3 0,-1 3 0 0,-7 3 7 15,12 0 10-15,-10 4-10 0,4 4 11 0,2 0 10 0,2 3 0 16,-1 5 7-16,-7-6 10 0,8 12 4 0,-4-10-3 16,8 5-4-16,-6 3 11 0,3-4 0 0,-11 1 3 15,8-1 12-15,-8-6-4 0,6 3-14 0,-6-2 15 0,0-1-18 16,0 1 7-16,0-1-3 0,0-5-8 0,0 3 9 15,-6-1-9-15,-2-2 1 0,-3 1-4 0,-3 0-3 0,-4-2-5 16,1 0 1-16,-7-1-1 0,-5 1-15 0,-3-1 16 16,-9 2-20-16,2-5 12 0,2 4-4 0,-6-8-8 15,-2 2-11-15,2-4-4 0,-4 2-8 0,5-2 5 0,-3 0 3 16,8 4-14-16,-4-8 3 0,6-2-21 0,3 0 11 16,-5 2-21-16,10-2-67 0,-5 1 16 0,9-6-47 0,-1-3-9 15,3 1 22-15,3-1 24 0,-3-6 14 0</inkml:trace>
  <inkml:trace contextRef="#ctx0" brushRef="#br1" timeOffset="159036">25140 431 108 0,'-14'-9'88'0,"2"6"0"0,4 1-9 0,-11-2-8 0,1-6-3 15,10 2-20-15,-5 2-3 0,3 0-1 0,-2-2-6 16,0 0 0-16,-1 3 4 0,5-3-18 0,-6 2 0 16,4 4 1-16,-2-4 13 0,-3 6-10 0,3-8 7 0,-4 8 1 15,3-3-8-15,-7 3-10 0,6 0 7 0,-3 0 0 16,1-3-4-16,-4 3 1 0,5 0 3 0,-9 0 4 16,-1 3 1-16,5-6-5 0,-3 3-3 0,3 3 1 0,-5-3-5 15,1 3 1-15,3 7-4 0,-1-4 0 0,-5 0-4 16,3 5 0-16,-1-1 1 0,1-2-5 0,1 4 5 0,-3-6-5 15,3 10 1-15,-3-6 0 0,5-1-16 0,-1-3 19 16,-2 4-18-16,5 2 18 0,-1-8-18 0,1 6 18 0,5 0-19 16,-2 1 20-16,-1-3-20 0,5 5 20 0,2-4-20 15,-4 2 0-15,3-2 5 0,3 3 14 0,-8 0-7 16,10-1-12-16,-2 0 12 0,8 0 8 0,-11 3-20 0,9-6 19 16,-2 8-18-16,4-2 14 0,-4 0-14 0,-2 2 14 15,4-1-14-15,-8 1 14 0,4 3-14 0,-5-3-1 0,7 4 20 16,-6-4-12-16,0 4-8 0,-2 6 19 0,-1-7-11 15,3 3-7-15,4 0 14 0,-2 1 1 0,-2-1 0 16,-1 2 0-16,3-2-1 0,-4 3-18 0,2-1 11 0,8-4 7 16,-6 4-18-16,4-1 19 0,-1 3-20 0,3-4 20 0,2 1-20 15,-4 1 20-15,4-4 0 0,0 1-12 0,0 1 11 16,6-2-18-16,3-4 3 0,-3 3-3 0,-2 0 3 16,6-2 0-16,4-3 1 0,3 5 3 0,-1-5 0 0,-2 5 0 15,13-2 0-15,-15-5 0 0,9 6 1 0,1 0-1 16,-6-7 11-16,7 3 9 0,-5 2-9 0,1-2-3 0,3 6-8 15,-2-7 8-15,3 1-11 0,-5 2 10 0,5-2-6 16,-3 2 18-16,-5-2-4 0,5 1-18 0,0-5 11 0,-5 2 7 16,1-4 1-16,0 4-5 0,3-6-14 0,-5 3-1 15,2-4 0-15,7 1 12 0,-7-3 8 0,3-1-5 16,1 2 1-16,0-4 0 0,1 4-8 0,7-4 8 0,-5 0-8 16,-3-4 4-16,5 8 0 0,-3-8-16 0,7 8 0 15,-1-8 4-15,-3 4 16 0,4-6 0 0,-1 3 0 0,-3 0-20 16,-1 0 20-16,5-5-16 0,1 0-4 0,-3-3 12 15,-3 0 8-15,3-3 0 0,2 4 0 0,-1-2-4 16,1-1-16-16,1-7 20 0,3 6-20 0,-2-2 20 0,1 2 0 16,3 1-20-16,-6-1 20 0,1 0-20 0,3-2 20 15,-2 2-20-15,-3 0 20 0,-7-2-16 0,3 5 16 0,-7-8-16 16,1 8 16-16,-2-3-16 0,-1-2 4 0,-7-3 12 0,0 3-16 16,4-2 16-16,-4-4-16 0,-6 3 16 0,4-5 0 15,3-4 0-15,-7 1-1 0,-2-7-3 0,6 5 0 16,-6-7-19-16,0 0 3 0,0-2 20 0,4-3-20 0,-4 2 20 15,0 1-20-15,-4-1 8 0,-4 3 12 0,-1 4 0 16,1 1-8-16,-4 1 0 0,-2 9 0 0,-1-5-12 16,-1 6 12-16,-6 2-4 0,5 5 12 0,-3-3-20 0,1 2 20 15,1 0-23-15,2 3 19 0,4 0-24 0,-5 0 1 16,9 0-4-16,0 2-22 0,0-1-8 0,6 0-25 0,-2 0-31 16,4 2-66-16,4 0-20 0,2-1 16 0,-2-7 22 15,6 8 18-15,6 0 16 0</inkml:trace>
  <inkml:trace contextRef="#ctx0" brushRef="#br1" timeOffset="159760.17">25498 1035 91 0,'-6'0'92'16,"-1"4"-21"-16,3-1 14 0,2-3-24 0,2-3 7 0,-2 3-17 15,2 0-3-15,2-4-3 0,-2 8 0 0,0-4 6 16,-2 0-2-16,4 0-11 0,-2 0-10 0,-2 0 7 0,2 0 7 15,0 0-11-15,0 0-2 0,0-4 3 0,0 4-11 16,2 0-7-16,0 0 8 0,5-6-5 0,-1 0 9 0,6 0-16 16,2-2 1-16,5-5-7 0,-1-1 7 0,15-3-4 15,-7-4-3-15,9-4-1 0,6-1 1 16,0 2-1-16,53-29 5 16,-43 21 3-16,98-55 0 0,-100 62-11 0,-6 3 0 0,-5 0 7 15,-1 6-7-15,-8 1 0 0,-1 5-11 0,-7 4 11 0,-5 4 7 16,-2 2-7-16,1 2 0 0,-9 4 0 0,0 4 0 15,-2 2 0-15,-2-1 0 0,-2 5 0 0,2-8 0 0,4 4 0 16,-2 4 8-16,4-8-8 0,1 3 0 0,-7-3 3 16,12 0-3-16,-6-8-7 0,-2 6-22 0,0-6 0 15,-4 0-29-15,3 0-49 0,-5 0-47 0,4-6-40 0,-4-4 30 16,0 1 21-16,-9 1 24 0,3 0 7 0</inkml:trace>
  <inkml:trace contextRef="#ctx0" brushRef="#br1" timeOffset="160041.9199">26313 417 94 0,'10'8'89'0,"2"-6"9"0,-6 7-10 15,0-1-6-15,2 6 7 0,-8-4-24 0,9 7-3 0,-9 2-3 16,2-3-11-16,-2 7-13 0,0-1 14 0,0 0-14 16,0 3 0-16,0-1-7 0,0-2-3 0,0 5-4 0,0-5-7 15,0 0 4-15,-2 0 0 0,-7-5-4 0,1 5 4 16,2-8-21-16,-2 2 10 0,-2-2-7 0,-2-6-22 16,-3 1-3-16,3-2-28 0,0-4-35 0,2-1-62 0,-1-4-29 15,1-4 32-15,6-4 1 0,-4 1 17 0</inkml:trace>
  <inkml:trace contextRef="#ctx0" brushRef="#br1" timeOffset="160486.23">27268 211 74 0,'0'8'92'0,"0"0"-8"15,0-2-12-15,0 2 6 0,0-2-20 0,0 0-3 0,0 4-8 16,0-4-2-16,0 10-4 0,-6 0 11 0,4 1-4 16,-2 1-13-16,2 0 0 0,-2 3 3 0,0 5 1 0,4 0-4 15,0-1 0-15,-4 3-3 0,0 2 0 0,4 0 0 16,0-3-3-16,0 3 0 0,0 1 3 0,0-1-2 16,0 3-5-16,0-1-3 0,-2-1 0 0,4 5-18 0,-2-6 15 15,0-3-1-15,0 3-3 0,0 1-19 0,0-7 16 16,0-2-1-16,0-2-7 0,0-4-4 0,0 0 7 0,0-5-11 15,0-5 1-15,0 0-5 0,0-4 1 0,0 2-12 0,0-4 0 16,0 0-29-16,0 0-18 0,0-4-42 0,0 2-65 16,-6-7-22-16,6 4 30 0,-6-4 15 0,6-4 11 15,-7 2 27-15</inkml:trace>
  <inkml:trace contextRef="#ctx0" brushRef="#br1" timeOffset="160750.41">27015 601 67 0,'0'0'92'0,"0"2"3"0,4-4-7 0,4 2-3 0,7 0-3 15,-5 0-24-15,0 0-10 0,6 0 0 0,7 0 1 16,-5 0-11-16,7 0 14 0,1 0-14 0,-5 0 4 0,7 0-21 15,-1 0 14-15,-5 0-10 0,5 2 4 0,-7 1-19 16,5-3 12-16,3 3-5 0,-3 0-2 0,6-3-22 0,-3 2-1 16,-1-2-9-16,5 0-8 0,-1 3-25 0,-4-8-52 15,5-1-47-15,-5-3-33 0,1-1 22 0,-3-2 27 0,4-2 15 16</inkml:trace>
  <inkml:trace contextRef="#ctx0" brushRef="#br1" timeOffset="161540.17">27340 40 71 0,'-19'-7'78'0,"7"7"-4"15,-6 0-2-15,2-6-4 0,-5 6 10 0,5 0-27 0,-3-3-7 16,-3 3 1-16,8-2-4 0,-7 2-3 0,3 0-4 0,-3 0-2 16,1 0-1-16,4 0 7 0,-3 0-14 0,3 0-6 15,-2 0 6-15,-1 0 4 0,5 0-3 0,2 0-4 16,-9 2 0-16,7 1-3 0,0 5-4 0,-1 0 0 0,-1-2-3 16,-2 0 0-16,3 2-8 0,3 4 4 0,-2-2 0 15,-5 4 1-15,9-3-1 0,-4-1-4 0,-3 1 4 0,5-2-3 16,-4 4 0-16,6 4-1 0,-5-6 1 0,3 5-1 15,-6-2-3-15,6 2 4 0,-5 0 0 0,5 4-1 0,0-4-3 16,-1 1 4-16,1 3-1 0,0-4-10 0,2 3 4 16,-3-3 6-16,3 6-6 0,2-5-8 0,6 4 18 0,-2-6-7 15,2 7 7-15,-2-8-3 0,0 7-1 0,4-4 1 16,0 4 0-16,0-3-1 0,4 0 1 0,0 4-1 16,-8-3 1-16,0 0 0 0,4 4-1 0,0-2-14 0,8-1 19 15,-6 4-5-15,4-2 1 0,0 3 0 0,-4-3-12 16,8 0 12-16,-1 2-15 0,1 1 0 0,4-5 18 0,-6 2-17 15,0-1 17-15,9 1-18 0,-9 0 18 0,6-2-14 16,-1-2 18-16,-5-1-18 0,10 2 14 0,-2 0 0 16,-1 1 0-16,-5-7-18 0,6 1 19 0,3 2-16 0,1-2 5 15,-6 0 10-15,11-3-18 0,-9 0 4 0,7-2 14 16,-3 1-14-16,5-2 14 0,-5 0-14 0,5-4 0 0,-3 1 0 16,-2-2 17-16,5 1-17 0,-5-4 0 0,5 4 0 15,-5-4 18-15,1 0-19 0,3-4 19 0,-1 8-11 0,1-4-7 16,-1 2 14-16,1-2 0 0,5 3-7 0,-7-3-7 15,5 0 14-15,3 0-7 0,-3 3-7 0,-1-3 18 16,-5-3-18-16,10 6 14 0,-9-6-7 0,7 3-7 0,-5-3 0 16,1 1-1-16,1-6 19 0,-5 5-7 0,3-2-4 0,3-3 11 15,-7-2-19-15,9 2 16 0,-7-5-16 0,-1 5 16 16,-5-4-16-16,2 5 1 0,-1-4 18 0,5 3-4 0,-4-4-14 16,-3 2 18-16,5-2-18 0,-3-1 14 0,-5 2-14 15,-2-3 14-15,6 3-14 0,-3-5 14 0,-3 4-14 16,2-1 7-16,0-3 10 0,1-2 1 0,-7 0-3 0,0 1-8 15,-2 1 0-15,2-6 7 0,-2 0-14 0,-2 2 17 16,-4-4-6-16,-2-3 0 0,-6 4 3 0,-2-4-3 0,-3 0 3 16,-1-6-3-16,-2 3-1 0,-9-6 1 0,5 9-11 15,-17-9 7-15,4 3 0 0,-8 0 7 0,-2 0-11 16,2 3 1-16,-14-3-8 0,2 5-22 0,-2 7-18 0,-9-4-17 16,-3 8-31-16,-3 6-79 0,1 0 3 0,-3 6 25 15,-1 2 17-15,-1 9 14 0,-1 2 17 0</inkml:trace>
  <inkml:trace contextRef="#ctx0" brushRef="#br1" timeOffset="162788.66">26717 2280 64 0,'0'0'81'0,"0"0"-6"0,0 0 3 0,0 0-7 16,0 0-13-16,-4 0-20 0,4 0 3 0,0 0-4 16,0 0-2-16,0 5-5 0,0-5 1 0,0 8-3 0,0 0-1 15,0 4-2-15,0-4-5 0,0 5 1 0,0 1-7 16,0 0 0-16,0 8 0 0,0-6 0 0,-4 4-7 0,-2-1 7 15,4 3 0-15,-4-1-4 0,3-2-3 0,-1 3 0 16,2 1 0-16,-6 1 0 0,-2-4 0 0,2 4-3 16,2-2 10-16,6 1-11 0,0 1 1 0,-4 0-1 0,4-1-3 15,0-1 0-15,-2-3 0 0,2 5 0 0,2-2 4 0,-2-2-4 16,0 1 0-16,0-5 0 0,0 6 10 0,0-4-10 16,4-2 0-16,2 3-3 0,0-3 3 0,0-2 0 15,0-3 0-15,4 6 0 0,-3-9 0 0,5-3 0 0,6-2 0 16,-2 0 3-16,-3-3-3 0,5 2 0 0,0-2 0 15,5 0 0-15,-1-2 0 0,7 2 8 0,-4 0-8 16,1 0 0-16,3 0-8 0,-1 0 12 0,-5 0-4 0,-3 0 0 16,9 0 4-16,-11 0-4 0,-2 0 0 0,7 0 0 15,-7 0 0-15,-6 0-4 0,1 0 4 0,5 0-4 0,-10 0 1 16,-4-3-8-16,6-3-13 0,-8 1 3 0,2 5-14 16,-2-5-25-16,0-6-30 0,0 5-30 0,0-3-34 0,0-1 15 15,-2 0 17-15,2 0 13 0</inkml:trace>
  <inkml:trace contextRef="#ctx0" brushRef="#br1" timeOffset="163040.78">26613 2735 125 0,'14'0'98'0,"2"0"-20"0,7 3 1 0,-1 1-5 0,3-8-5 16,3 4-21-16,-1 0 3 0,6-3-13 0,-3 3-4 0,3 0 4 15,0 0-13-15,1 0-4 0,3 0-1 0,-4 0-2 16,0 0-4-16,-5-5-11 0,5 1-13 0,-9 0-1 16,1-2-17-16,1 0-24 0,-9-4-61 0,-1 4-45 0,0-8 15 15,-9 5 8-15,-1-3 29 0</inkml:trace>
  <inkml:trace contextRef="#ctx0" brushRef="#br1" timeOffset="163266.9799">26741 2420 105 0,'11'0'98'0,"-1"0"-6"0,12-4-14 16,-9 8-3-16,1-4-7 0,0 0-20 0,9 0-7 0,-7 0-3 16,4 0-7-16,3 0-4 0,-1 0-9 0,3 0 9 15,-1 0-13-15,1-6-3 0,-1 2-15 0,7-2-37 0,-11-4-42 16,5 5-61-16,-3-9-13 0,-3-2 35 0,7 0 13 16</inkml:trace>
  <inkml:trace contextRef="#ctx0" brushRef="#br1" timeOffset="163559.9">26688 1893 128 0,'0'2'99'0,"0"4"-4"0,0 2-7 15,-2 1-6-15,2-7 4 0,0 12-21 0,2 0-14 16,-2-9-9-16,7 3 13 0,1 3-9 0,2 0-4 0,12-5-4 16,-5 10-2-16,-1-10-5 0,11 8-2 0,-1-9-4 15,3-5-4-15,5 7 1 0,5-3-4 0,-6-4-4 16,12 0 1-16,2-4-4 0,0-3-4 0,-8 2-4 0,6-1-6 16,-3-2 3-16,-1 2-7 0,-2 3-19 0,-6-8 1 15,-1 3-11-15,-7-3-17 0,-7 8-25 0,-3-7-45 16,-7 4-36-16,0-3-12 0,-4 1 35 0,0 2 14 0,-12-4 3 0</inkml:trace>
  <inkml:trace contextRef="#ctx0" brushRef="#br1" timeOffset="163811.96">27315 1805 111 0,'19'13'102'0,"-5"-7"-3"16,-2 7 3-16,1-1-7 0,-5 10-16 0,2-9-7 16,-8 12-13-16,4 0-4 0,-2 0-3 0,-4-1-3 0,4 10-7 15,-2-10-3-15,-8 7-7 0,0-5-4 0,2 5-3 16,-8-4-3-16,4-2-4 0,-7-1 0 0,1 1-4 0,-9-5 4 16,3-2-21-16,-6 2 10 0,-3-1-14 0,2-5-22 15,-7 4-21-15,-1-4-11 0,-4 1-38 0,-6 1-71 0,-2-6 5 16,6 4 18-16,-6-2 4 0,5-7 31 0,1 3 14 15</inkml:trace>
  <inkml:trace contextRef="#ctx0" brushRef="#br1" timeOffset="193446.8599">25561 6633 54 0,'4'-3'54'0,"-4"3"-3"0,4 0 13 15,0-2-6-15,-4-3-17 0,0 5-21 0,-4 0 7 16,8 0 4-16,-2 0-7 0,2 5 0 0,7-10-4 0,-11 5-16 16,2 0 6-16,-2 0 7 0,10 0-17 0,-8 0 0 15,4 0 14-15,-6 0-11 0,0 0 0 0,2 5 1 0,2-5 3 16,2 0-1-16,-6 2 5 0,11 4-4 0,-11-1-4 15,2 3 0-15,-2 2 1 0,6 2 3 0,-2-3 0 16,-4 2-1-16,-4 5 1 0,4 1 0 0,4-1 3 0,2-2 8 16,0 3-8-16,-2-1 7 0,0-2 0 0,4 4-13 15,-8 0-1-15,2-6 1 0,5 3 13 0,3-1 0 0,-10 8-17 16,0-6 0-16,6 3 0 0,-4-5 4 0,2 5-4 16,2-6 0-16,4-1 17 0,-2 4-17 0,-1-5 0 0,-1-5 10 15,4 4-10-15,-2-10 0 0,-8 3 18 0,0-3-15 16,4 0 1-16,0 3 6 0,-4 0 0 0,0-9 1 0,2 6-1 15,4 3 1-15,-1-9-1 0,1 3 1 0,0-2-1 16,2 0-3-16,-4-3 4 0,4-4-4 0,2 0 0 16,5-2-4-16,-9-1 1 0,2-1 3 0,4-4-4 0,1 4-3 15,-1-3 0-15,-2-3 4 0,2 2 6 0,5 0-17 0,-3-2 7 16,6-1 0-16,-3-1 0 0,3 1 4 16,-2-1-4-16,1-4 3 0,3 6-3 0,-3-2-3 0,3 2 3 15,-1 3-4-15,-5-1 8 0,2 4-8 0,-1-3-3 0,1 5-14 16,-4 2-10-16,-3 0-18 0,1 0-41 0,-8 4-72 15,4-2 9-15,-8 1 13 0,4 6 18 0</inkml:trace>
  <inkml:trace contextRef="#ctx0" brushRef="#br1" timeOffset="196967.07">2687 5877 91 0,'-16'0'64'0,"6"0"-6"0,-7 5-4 0,3 2-3 16,-4-3 0-16,3 1-20 0,-3 1-4 0,-4 2-3 0,3-2-10 16,-3 7 6-16,-1-4 1 0,-1-5-4 0,1 5 0 15,-1-2 10-15,3 3-13 0,-5 0 7 0,5-1-11 0,-1 4 0 16,-5-4 4-16,11-1 7 0,-6 0-4 0,-1 2 0 15,5 2-3-15,-5-4 0 0,1 1-14 0,1 1 13 16,1-2 1-16,-1 0-17 0,-1-2 17 0,4 0-18 0,-5-1 1 16,5-2 17-16,-1-1-18 0,-3 2 18 0,4 1-21 15,-1-2 11-15,-1-1-8 0,5-2-3 0,-1 0 4 0,0 0 6 16,-3 4-6-16,5-4 13 0,-2 2 1 0,-3-2-1 16,3-2-3-16,2 4-14 0,-7 1 0 0,3-3 0 15,-2 3 17-15,-1 5-16 0,-7-6 16 0,7 7-3 0,-8-4 0 16,3 0-18-16,-7 5 18 0,9-6-14 0,-11 4 0 15,4 0 11-15,-3-2-8 0,5 3 1 0,-6 2 6 0,5-6-6 16,-1 1 17-16,3 2-18 0,-3-6 1 0,8 4 17 16,-5-1-18-16,7-2 8 0,1-1-1 0,4-2-6 15,-3 4 13-15,5-2-17 0,2-2 18 0,1 4-18 0,-1 0 17 16,2 2-17-16,4-6 18 0,2 3-11 0,-6 3 0 0,-1 1-7 16,1-1 7-16,-2 0-7 0,0 2 17 0,4-3-17 15,-3 6 0-15,-1-2 0 0,-10 5 11 0,11 2 6 0,-3-5-3 16,2 0 0-16,-5 5 0 0,1 1 0 0,2-1-3 15,-2 0-1-15,-3 3 1 0,5 1-11 0,-7-2 3 16,3 2 8-16,2 2-1 0,1-3 1 0,-3 1-1 0,-4-4-13 16,7 3-1-16,1-3 1 0,-2 4 3 0,1-6 0 15,3 4 0-15,0-3 0 0,6-5 0 0,-2 1 0 0,5 0 0 16,-1-3 4-16,4 4-1 0,0-2 1 0,0 2 6 16,0-4-3-16,0 5 11 0,0-5-1 0,0 6-7 15,0 2 4-15,0-1 0 0,0-1-3 0,0 4-1 0,0 0 1 16,0 0-1-16,0 2 1 0,0 1-1 0,0 7 1 15,0-6-4-15,0 3 0 0,0 1 0 0,0 0 0 0,0 4 0 16,0-3 0-16,0 1 0 0,0-3 0 0,0 1-7 16,0 2 0-16,0 2 10 0,0-5-6 0,0 3-11 0,0-4 17 15,0 1 1-15,0 3-1 0,0-1 1 0,0-7-1 16,0 6-3-16,0-4 0 0,0 1 0 0,0-1 0 16,4-6 0-16,3 3 0 0,-1-3 0 0,4 0 0 0,-4 2-10 15,2-2 10-15,11 0 0 0,-9-1 0 0,6 1 0 16,-8-2-11-16,3 2 11 0,3-3 0 0,-4 1-10 0,0 6-4 15,0-6 11-15,-3 7 3 0,1-5 3 0,-2 0-3 16,6 4 0-16,-6 0 0 0,4-4 0 0,1 5 4 0,-5-3-4 16,2 0 0-16,-2-4 3 0,6 5-17 0,-1-5 18 15,1 5-11-15,-2-5 0 0,-2 0 0 0,4 2 10 16,5-5-6-16,-5 0-1 0,2 3 1 0,1 0-1 0,3-6-6 16,-2 2 17-16,-1-1-7 0,9 2 0 0,-3-2 0 15,-1-2 0-15,2 2 0 0,1-3 0 0,1-2-10 0,1 2 16 16,4-3-16-16,-1 0 17 0,-3 1-7 0,5-4-7 15,-7 4 14-15,5-2-7 0,1 4 0 0,-5-3 0 16,7 2 0-16,-8-5 0 0,1 6 0 0,-1-6 0 0,-5 3 3 16,6 4 1-16,-3-7-4 0,-7 0 3 0,9-5-3 15,-5 3 4-15,-4-1-4 0,9 6 0 0,-3-3-7 0,-3 0 17 16,5 0-17-16,-6 0 18 0,5 0-4 0,-1-3-7 16,3 0-7-16,-5 0 14 0,7-2 0 0,-3-4-18 0,-8 7 11 15,11-2 7-15,-1-3 0 0,-3 2-7 0,3 1 7 16,-1 2-7-16,-1 0 4 0,3-2-15 0,-5 4 18 15,3 0-10-15,-1-2 3 0,0-2-11 0,3 4 18 0,-5-5-17 16,1 5 17-16,-1-7-7 0,5 7-11 0,-11 0 18 16,11-4-17-16,-5 2 17 0,-4-1-14 0,7-3 14 0,-3 1-14 15,1 0 14-15,1-1-7 0,1-2-7 0,-9 2 14 0,8 0-7 16,1 2 0-16,-9-2 7 0,9 2-18 0,-3 2 18 16,-4-6-14-16,3 2 7 0,-3 4 7 0,0-4-14 15,3-2 0-15,-1 3 0 0,-2-3 0 0,-1-1 4 0,3-2 6 16,3 3 8-16,-5 2-1 0,-2-8-3 0,9 6 0 15,-5-5 0-15,0-1 0 0,5 6-4 0,-7-6 1 0,3 0-1 16,1-2 1-16,-4 0-11 0,1 2-3 0,-3-1-1 16,8-1 18-16,-5 2 0 0,-3-2-4 0,4 5 1 15,-1-3-1-15,1-2 1 0,-1 6-1 0,1-5 1 0,2 2-1 16,-5-1 1-16,3 1-4 0,-2-1 0 0,3 0 0 16,-7 0 0-16,6 0 0 0,3 1 0 0,-11-1 0 0,6-2 0 15,3 0-7-15,-3 2-7 0,-4-1 10 0,5-3 8 16,1 4-1-16,-4-2 1 0,-3-1-1 0,5-2 1 15,2 5-1-15,-3 0-3 0,-5-3 0 0,6 1-7 0,-4 0 11 16,5-1-18-16,-7 1 4 0,0 2 13 0,6 0 0 16,1-2-13-16,-7-1 17 0,-2 1-4 0,4 0-13 0,-5-4 14 15,5 4-8-15,-2-3 8 0,-4-1-8 0,0 2 11 0,5-2-17 16,-7 1-1-16,6-1 18 0,-4 2 0 16,4-2-17-16,-4 1 17 0,0-1-18 0,-2 2 18 0,-1 1 0 15,7-2-3-15,-6 2-15 0,0-5 18 0,0 6-17 0,-4-3 17 16,6 5 0-16,-4-8-7 0,2 8 6 0,4-4-16 15,-8 1 17-15,5-2-7 0,-5 6 7 0,0-5-17 0,2 2 16 16,2 3-2-16,-4-7-14 0,-4 6-1 0,2-2 1 16,4 2 17-16,-2-3-14 0,4 1 0 0,-4 2 17 15,-4 2-3-15,4-6-14 0,0 7 0 0,0-5 14 0,0 6 0 16,0-5 0-16,0 4 0 0,0 1 0 0,0-2-17 16,0 2 3-16,-2-1 7 0,-3 3 7 0,-3-2-1 0,2-2 1 15,0 3 0-15,-2-2 0 0,4 5 0 0,-6-7-3 16,-3 5 3-16,3-4-4 0,-2 2 1 0,6 2-1 0,-2 0 1 15,1-4-15-15,-3 2 1 0,0-2-1 0,-2 1 4 16,-1-2 0-16,5 2 18 0,-4-1-15 0,-2-4 15 16,-5 3-18-16,5 1 21 0,-2-4-4 0,-1 2-6 0,-5-2-11 15,6 2 17-15,-9-3-13 0,5 1 6 0,-3 0 1 16,-1 0 10-16,-5 2-11 0,5-5 1 0,-7 5 3 16,2 0-4-16,-1-2-10 0,-3 4 11 0,0-4 6 0,-5 8-10 15,7 3 4-15,-4-3-11 0,5 4 14 0,-9-2-18 0,8 6 18 16,-6 0-17-16,9-2-4 0,-7 2 0 0,0 2 10 15,9-2-13-15,-5-2-8 0,-2 4-9 0,7-2-53 0,-1 0-50 16,-1 6-23-16,5 2 24 0,3 1 17 0</inkml:trace>
  <inkml:trace contextRef="#ctx0" brushRef="#br1" timeOffset="-204701.76">12151 13028 74 0,'0'0'68'0,"0"0"-7"0,0 0-3 16,0 0-4-16,0 0 0 0,0 0-23 0,0 0 0 16,0 0-4-16,0 0-3 0,0 0 0 0,0 0 6 15,0 0-6-15,0 0 4 0,0 0-1 0,0 0 1 0,0 0-4 16,0 0-14-16,0 0 14 0,0 0-17 0,0 0 0 16,0 0 0-16,0 0-3 0,0 0-1 0,-2 0 0 15,2 0 1-15,0 0-1 0,-4 0 15 0,4 0-15 0,0 0-3 16,0 0 0-16,0 0 0 0,0 0 0 0,0 0 0 15,0 0 0-15,0 0 0 0,0 0 0 0,0 0 0 0,0 0 0 16,0 0 0-16,0 0 0 0,4 0 0 0,-2 0 7 0,4 0 7 16,-4 0 0-16,9 0-4 0,1 2 1 0,-2 8-4 15,-4-5-14-15,6 0 0 0,1 6 3 0,1 5 18 0,-4-2-10 16,7 2-8-16,-5 4 1 0,0 2 3 0,4-3 7 16,3 6 0-16,-1 0 3 0,7 0 8 0,1 5-11 15,-1 0 0-15,3 3-7 0,-1-1 3 0,12 1 1 0,-7 3-1 16,5-5 1-16,-4 1-1 0,-5 4 1 0,9-6-11 15,-8 1 10-15,5-2 1 0,-5-1-1 0,-2 0 1 0,-1-4-4 16,1-5 0-16,-7 3 0 0,1-8 7 0,1 8-7 16,-10-9 0-16,3 3 0 0,-5-4-4 0,-4-6 8 15,-2 2-8-15,0 2 1 0,0-7-1 0,-4 0 8 0,0 5-18 16,0-5 0-16,0 0 0 0,0-3 10 0,0 0 1 16,-4 3-4-16,4-3-14 0,4-3-18 0,-4 6-16 0,0-1-35 15,0-10-36-15,-8 3-24 0,4-4 14 0,-2 0 20 16</inkml:trace>
  <inkml:trace contextRef="#ctx0" brushRef="#br1" timeOffset="-203587.55">12098 13077 71 0,'0'0'88'15,"-4"4"-20"-15,2-2 0 0,2-2-4 0,0 0-3 0,-2-2-20 16,2-2-13-16,-4 4 13 0,4 0-4 0,0 0-2 16,-2 6-5-16,4-6 1 0,-2 0-3 0,0 0 0 0,6 0-4 15,0 0-10-15,2 0-7 0,3-2 7 0,-3 2-4 16,6-4 0-16,-2 2 1 0,7-4-4 0,-1 3-7 16,4-7 7-16,-7 4 0 0,1 4-4 0,5-4 11 0,-5 4-17 15,12-8 6-15,-5 10-6 0,-1-7 6 0,3 7 8 16,-5 0-18-16,9 0 10 0,4 0-3 0,-9 0 4 0,5-3-4 15,-5 3 10-15,5 3-6 0,1-3-11 0,-1-3 17 0,-2 3-17 16,5 0 14-16,-3 0-14 0,-3 0 14 0,3 0-7 16,2 0 4-16,-3 0-4 0,3 0-4 0,-5 0 4 15,1 0 7-15,0 0-7 0,-3-6-10 0,1 6 10 0,-1-5 0 16,3-4 0-16,-3 4 0 0,-1-6 7 0,1 6-18 16,-4-6 11-16,3 0 7 0,-7 0-7 0,7 2 0 0,-9 5 0 15,9-5 7-15,-7 6-7 0,-2 0-3 0,5-2 6 16,-5 3-13-16,-2 2 17 0,2 0-4 0,-3 0 1 15,7 0-8-15,-4 0 8 0,-1 2-15 0,1-4 15 0,4 2-4 16,-8 0 3-16,7 0 1 0,-3 0-4 0,4 0-14 16,-1 0 0-16,-3 0 7 0,-4 0 7 0,9 0 0 0,-5-6-7 15,-2 3-7-15,-4-2 17 0,5 2-3 0,-1-3 0 16,-6 4 4-16,4-2-4 0,0 2-14 0,-1 2 17 16,-5-8 1-16,-2 8-15 0,-2 0 1 0,4 3-1 0,-2-3 18 15,-2 5 0-15,0-5-17 0,4-5 17 0,-8 5-4 16,8 0 1-16,4 0-1 0,-4 0 1 0,2 0-4 0,0 0 0 15,-1 0 0-15,1 0 0 0,-2 0-4 0,-4 0 1 16,2 0-1-16,-2 0 1 0,0 0-1 0,0 0-6 0,0 0 10 16,0 0-14-16,-2 0 7 0,2 0-3 0,0 0 10 15,2 0-7-15,-2 0 0 0,0 0-7 0,0 0 4 0,-2 0 10 16,2 0 3-16,0 5-6 0,0-5-1 0,0 2 11 16,0-2-7-16,0 4 7 0,0 4-7 0,0-3 7 0,-4 1-11 15,-2 0 11-15,1 4 0 0,-1-2 0 0,2 0-3 16,-2-2 3-16,-6 4-4 0,4-6 1 0,2 2-1 15,-7-1 0-15,9 0-9 0,-2 1-5 0,0-1 4 0,2 3 0 16,2-5 0-16,-8 2 0 0,4 4 18 0,6-4-4 16,-7 4 0-16,3-2 0 0,0 5 0 0,-6-4-7 0,8 1 3 15,-12 4-13-15,1-2 17 0,1 1-18 0,4 0 4 16,-8 6 14-16,5-2-14 0,-1-3 18 0,0 1-4 16,0 2 3-16,-5-2-10 0,5 6 10 0,-4-7 1 0,6 6-1 15,-1-2 1-15,-1-6-4 0,-2 5 0 0,2-2 0 16,-1 2 0-16,3 2 0 0,0-8-4 0,0 9-6 0,-3-8 10 15,3 5-4-15,2-5-13 0,-4 3 17 0,6 2-4 16,-3-4 1-16,1 1-1 0,-4-2-10 0,6 4-3 0,0-11 10 16,0 8-11-16,0 2 1 0,1-1 10 0,5-5 3 15,-6 3-13-15,6-2 3 0,0 1 0 0,-6-1 0 16,2 4 0-16,-2-5 17 0,0 1-3 0,0 2-7 0,0-3-7 16,-3 3 0-16,5 1 11 0,-4 4 3 0,0-6 0 0,2 6 0 15,0-1 0-15,-7 1-4 0,7 0 1 0,0 1-1 16,0 2 1-16,4-5-1 0,-8 2 1 0,4 1-1 15,2-3-13-15,4 2-1 0,-2-5 1 0,2 1-1 0,-4 0 4 16,4 0 7-16,0-6 7 0,-7-1 0 0,7 0 0 16,0-3-17-16,0-2 3 0,0 4 0 0,0-4 14 15,0 0 0-15,0-4-4 0,0 4-3 0,0-2 0 0,0 4-3 16,0-2-4-16,0-2-11 0,0-3-3 0,0 0-3 16,0-1-28-16,0 0-27 0,0-2-44 0,0-6-24 0,11 6 18 15,-9-6 17-15</inkml:trace>
  <inkml:trace contextRef="#ctx0" brushRef="#br1" timeOffset="-202637.28">13985 13130 74 0,'0'3'71'0,"2"-3"-10"0,2 0 4 16,-2 0-11-16,-2 0-3 0,5 0-20 0,3-3-4 15,-2 6-3-15,2 5-4 0,-6-8 1 0,2 0-4 0,2 0 0 16,-6 0 0-16,8 2 0 0,3-2-6 0,-9 0 2 15,2 6-2-15,4-3-1 0,-2-3 0 0,-2 2 4 16,6 4-4-16,-10 0-6 0,6 4 13 0,5-4-17 0,-7 2 17 16,6 0 0-16,2-2 1 0,0-6-18 0,-1 10 0 15,7-1 0-15,-6-3 0 0,11-1 13 0,-7 4 1 16,5-2-3-16,-3-2-1 0,2 7 1 0,1-4-1 0,1 8-3 0,-1-4 0 16,-1 1 0-16,9 3-18 0,-5-2 18 0,7 6-17 15,-7-1 3-15,9 0 0 0,-8 0 14 0,3 3 0 16,-3-3-14-16,-1 7 14 0,3-10 0 0,-7 6 0 0,3-1-4 15,-5-1 1-15,-2-2-1 0,-1-4 1 0,7 1-1 16,-8 3 1-16,-3-6-1 0,1 1-3 0,4-2 0 0,-4-3 0 16,-1-2 0-16,-5 0 0 0,2 2 0 0,-2-6 0 15,6-2 0-15,-4 6 0 0,-1-6 0 0,-1 0 0 16,4 0 0-16,-4 5 0 0,-2-7 0 0,0 4 0 0,2-2 0 16,-6 3-17-16,9-3 17 0,-5 0 0 0,2 0 0 15,0 5 0-15,-6-5 0 0,0 0-4 0,4 0-10 0,0 0 11 16,-4 4-8-16,2-8 1 0,-2 10 3 0,-2-6 0 15,2 0 0-15,-4 0 0 0,4 0-3 0,0 0 0 16,4 0-1-16,-4 0 1 0,0 0-4 0,0 0-7 0,0 0-20 16,-4 0-31-16,4 0-27 0,-4 0-37 0,4-6 10 15,-2 6 21-15</inkml:trace>
  <inkml:trace contextRef="#ctx0" brushRef="#br1" timeOffset="-201884.73">15074 12992 71 0,'0'0'74'0,"0"3"-6"0,0-3 0 0,0 0 0 15,0 0-7-15,0 0-20 0,0 3-3 0,0-3-4 0,0 0-14 16,0 0 1-16,0 0 3 0,0-3-10 0,0 3-1 0,0 0 8 16,0 0-4-16,0 0-3 0,0 0 0 0,0 0-1 15,0 0-2-15,0 3-1 0,-4-3-3 0,0 0 3 16,-2 2-3-16,-1 2 0 0,3 1 0 0,-2-5 0 0,0 0-3 16,0 5 3-16,0-5 0 0,-4 0-4 0,10 4 0 15,-5-2 1-15,1 1-1 0,-2 4-10 0,0-9-3 0,2 4 17 16,-2 4 0-16,0-2-4 0,-6 1 1 0,5 0-1 15,-1 1 1-15,2 4-15 0,-4-7 4 0,6 5 1 16,-8-2 12-16,3 6 1 0,1-2 0 0,0-4 0 0,0 2 0 16,-2 0-3-16,-1-2-1 0,1 7 1 0,-2-2-1 15,0-2 1-15,4 1-8 0,-3 2-41 0,-1-4 42 16,-4 0 9-16,4 6 5 0,3-3-1 0,-1-1-13 0,-2 1-1 16,-4 0 8-16,3-3-11 0,5 1 3 0,-2 2 1 15,0 3-1-15,-3-6 1 0,5 1 0 0,-2 1 3 0,2 2-4 16,-2-4 4-16,4 4 7 0,1 0 0 0,-3-4 0 15,-2 3 0-15,0 0-4 0,2-2-6 0,2 1 10 0,-3 4 3 16,-1-3-17-16,0-3 11 0,-6 8 3 0,1-7 3 16,3 2-3-16,2 3 0 0,-4 0 0 0,-1 2-10 15,5-3-8-15,-4-1 18 0,-3 2 0 0,5 4-10 0,0-10-8 0,2 12 4 16,-5-9 7-16,5-1 7 0,-8 7 0 0,10 0 0 16,-3 1-14-16,-1-3 0 0,2-5 0 0,-4 6 0 15,4-2 14-15,1-2 7 0,3 4-7 0,0-5 0 16,2-5 0-16,0-4 0 0,4-2-10 0,-2 6 6 0,2-6 1 15,0 0-1-15,0 0-3 0,0 0 7 0,2 0-7 16,-2-6-14-16,-2 4 7 0,8-1-3 0,-6-3-18 0,12-2-24 16,-4-5-35-16,-3 2-33 0,5-7-41 0,2 2 15 15,-4-3 20-15</inkml:trace>
  <inkml:trace contextRef="#ctx0" brushRef="#br1" timeOffset="-189489.81">16273 12811 57 0,'0'0'95'0,"0"0"-7"0,0 0-20 16,0 0 7-16,0 0-7 0,0 0-37 0,0 0 10 0,-4 0-10 15,4 3-4-15,-5 3 7 0,-1-1-17 0,-2 6 14 16,-2 0-3-16,0 6-4 0,2 1 0 0,-5 5 1 16,1 5-1-16,-4-2 4 0,1 7-7 0,-1-2 0 0,-6 2 0 15,3 6 0-15,-3-1 0 0,3 5 0 0,-7 1 0 16,5 1 11-16,-1 1-11 0,0-2 1 0,1 5-1 16,-8 0-3-16,15 1-3 0,-2-1-1 0,-3 0 0 0,7-8 1 15,2 7-4-15,-6-5 0 0,14-1-11 0,-2-7 7 16,-3 1 0-16,7-11 1 0,-6-1-1 0,6-2-3 0,0-6-1 15,0-1-3-15,6-5 4 0,-6-4-11 0,0-4 7 0,0-2 0 16,-6 4-4-16,6-4 4 0,0 0-7 0,0-6-15 16,0-3-7-16,0 2 0 0,0-2-18 0,0-2-13 15,0-5-29-15,0-1-40 0,0-5-33 0,0-3-2 0,0-7 24 16,6-1 8-16,1-3 23 0</inkml:trace>
  <inkml:trace contextRef="#ctx0" brushRef="#br1" timeOffset="-189116.84">16289 12822 67 0,'2'6'82'0,"-2"0"-11"0,2 4-10 15,4-7 7-15,-2 8 3 0,2-3-23 0,3 8-3 16,1-1-11-16,-4-5-7 0,2 7 11 0,2-4-7 0,0 7-4 16,1-4 1-16,3 6-4 0,-4 3 0 0,2 0 1 15,3-1-1-15,1 4-3 0,0 0 0 0,1 4 0 16,3 1-4-16,-1 3-3 0,1-3 7 0,-6 2-10 0,9 1 10 16,-5 0-7-16,-2-1-14 0,5 3 18 0,-5-5-11 0,1 1 7 15,-3-1-3-15,4-1-11 0,-3-2 10 0,-3 1-13 16,-4-4 6-16,2-8 8 0,2 9-4 0,-10-11 0 0,3 5-3 15,-1-9 0-15,-2 0-1 0,2-1-10 0,-4-1 0 16,0-3-4-16,0-3 0 0,0 4-3 0,-4-7 0 16,8-2 3-16,-4 6-3 0,0-6-18 0,-4 0-10 0,-2 0-17 15,1 0-28-15,-9 0-30 0,4 2-37 0,0-4 14 16,-5 4 8-16,-1-4 20 0</inkml:trace>
  <inkml:trace contextRef="#ctx0" brushRef="#br1" timeOffset="-188776.49">15821 13599 64 0,'0'8'85'0,"0"-5"-7"0,0 0-4 0,0 0 11 16,6 2-10-16,-2-5-20 0,-1 0-4 0,3 0 8 16,4 0-15-16,0 2 1 0,2-4 4 0,9-3 3 0,-1 5 7 15,1 5 1-15,13-10-3 0,-5 5-18 0,6-6 11 16,1 1-18-16,3-1-3 0,4-6 4 0,0 2-11 16,2-1 7-16,2-3 5 0,2-2-8 0,-10 5-4 0,6-8-3 15,-2 5-8-15,-11 3-3 0,7-2-16 0,-6 4-3 16,-11 1-8-16,3-4 0 0,-3 2-14 0,-6 4-8 0,-7-2-14 15,3 8-3-15,-8-6-24 0,4 6-24 0,-4-5-44 16,-4-1-30-16,2-4 27 0,-2 4 20 0,-6-2 14 0,-2-4 4 16</inkml:trace>
  <inkml:trace contextRef="#ctx0" brushRef="#br1" timeOffset="-188192.24">15697 12579 60 0,'0'0'92'15,"0"5"0"-15,6-5-21 0,-6 5 4 0,10-5 3 16,-4 0-30-16,0-3-10 0,5 3 3 0,-3 0-4 0,4 3-2 16,0-3-4-16,5 0 7 0,-5 0-7 0,-4-3-3 15,8 3 3-15,1 0-10 0,-1 0 0 0,-4 0 7 0,7 0-3 16,-1 0-4-16,-2 0 0 0,5 0-17 0,-3 0-1 16,7 0 1-16,-5 0 14 0,5 0-4 0,-5 0 0 15,7 0-14-15,-5-2 11 0,-2 2-1 0,9 0-13 0,-4-5 14 16,3 5-15-16,-5 0 15 0,5 0-1 0,-3-3-17 0,-1 3 18 15,1 0-4-15,-5 3 0 0,5-3-14 0,-1 0 0 16,-8-3 18-16,3 3-18 0,3 0 10 0,-3 0 4 16,-1 0-14-16,0 0 0 0,-3 0 14 0,-1 0-14 0,-2 0 0 15,1 0 10-15,-1 0 8 0,-2 0-7 0,0 0 3 16,-6 0-18-16,4-3 18 0,-8 3-3 0,3-3-11 0,1 3 0 16,-4-6-11-16,2 4-4 0,-4-6 1 0,2 2-22 15,-4-2-10-15,4-4-48 0,0 8-34 0,0-5-27 16,-3-2 6-16,-1 0 23 0,0 1 11 0</inkml:trace>
  <inkml:trace contextRef="#ctx0" brushRef="#br1" timeOffset="-187854.65">16436 12218 74 0,'4'6'88'0,"6"2"-6"0,1-2 3 0,1 0-4 0,2-3-6 16,2 2-10-16,3 0-13 0,-5 3 3 0,2-2-14 15,7 2-10-15,-7 3 0 0,-1 0-3 0,3-3 0 0,-4 4-4 16,-2 4 1-16,-3-5 3 0,-5 5-11 0,2-2 15 15,-4 3-18-15,2 2 14 0,-4-6-20 0,-4 9 13 16,-2-2 0-16,0 2-14 0,4-1-7 0,-7-1-3 0,-5-2 14 16,8 2-4-16,-10 5-11 0,-1-9-10 0,3 6-18 15,-2-8 10-15,1 5-16 0,-1-3-12 0,2-2-27 0,-3 0-20 16,-3-3-51-16,10 0-2 0,-7-9 4 0,1 4 30 16,0-3 8-16</inkml:trace>
  <inkml:trace contextRef="#ctx0" brushRef="#br1" timeOffset="-185777.8899">16928 11841 111 0,'-18'0'92'15,"-1"0"-7"-15,-1 0-7 0,-2 0-3 0,5 0-14 16,-3-3-20-16,-3 0-3 0,7 0 0 0,-9 3 0 0,7-3-14 15,-2 1 7-15,-1-1 7 0,-3 3-7 0,7-3 0 16,-7 3 4-16,3-2 0 0,-1 4-3 0,0-4 0 0,-3-2-4 16,-4 8 0-16,1-2-6 0,1-2-5 0,-5 0 1 15,5-2 4-15,-12 2 3 0,5 0-3 0,-1 2-1 0,-8 1 9 16,8 0-1-16,1 5-3 0,1-2 0 0,-2-2-4 16,7 8 0-16,-3-7-3 0,6 3-8 0,-1 6-7 0,5-12 15 15,1 8 0-15,0-8-4 0,5 4-15 0,-3-4 0 16,0 1 15-16,3 3-7 0,3-1-8 0,-2-3 8 15,-5 2-1-15,3 6-7 0,2-7 8 0,1 5 0 0,-3 0 7 16,0 4-7-16,8-4-4 0,-9-2 8 0,5 10-8 16,-4-8-1-16,7 3 1 0,-3 2-4 0,6-2 0 0,-10-3 0 15,3 7 8-15,3 1-8 0,2-2 0 0,-8 2 0 16,4 0 0-16,-5 0 8 0,3 2-8 0,2-5 0 16,1 4 0-16,-1-4 0 0,-4 1-4 0,8 2 4 0,-3-4-4 15,3 1 4-15,0-2 8 0,-6 0-8 0,10 3-4 16,-2 0 12-16,-5-6-8 0,7 6 4 0,-2-1-4 0,2-1-4 15,2-2 0-15,-6 4 12 0,8-3-20 0,-6 2 20 16,4-1-20-16,2-4 8 0,0 8 0 0,-11-5 12 16,9 1-20-16,-8 0 20 0,2 3-19 0,2-4 18 0,-4 2-14 15,0 3 14-15,-3-1-18 0,1 4 11 0,0-5 0 16,0 2 7-16,1 1-14 0,1-1 14 0,-2-2-18 16,4 4 11-16,-1-1 0 0,-1-3 0 0,0 2 8 0,4-2-16 15,2 2 8-15,-4 1 11 0,4-5-11 0,2 6-7 0,-3-4 14 16,3 2-7-16,-2-2 0 0,2 5-7 0,2-5-1 15,-2 0 8-15,-4 5 0 0,-2-3 0 0,2 4 4 16,0-4 0-16,-7 4-12 0,9-4 20 0,-2 3-12 0,-2-3 11 16,0 6-7-16,-2-8 4 0,2 8-8 0,1-3 8 15,-1-3 0-15,4 2-12 0,-2 0 0 0,6-1 12 0,-2-1 0 16,-2-2-4-16,4 0 0 0,0 5 0 0,0-8 0 16,4 5 0-16,-4-1-12 0,0-5 8 0,0 4 4 0,-4 0-12 15,4-1 4-15,0 3-4 0,0-2 12 0,0-2 0 16,0 4-4-16,0-2 4 0,4 7-12 0,-4-7 12 15,2 2-12-15,4 1-8 0,-6 2 4 0,4-2 0 0,8 5 1 16,-12-6 19-16,7 3-16 0,-1-2 16 0,-2-3-1 16,6 5-18-16,-6-5 18 0,0 5-3 0,4-9-15 0,-4 7 18 15,9-3-18-15,-7 0 15 0,0 5 0 0,4-8-8 16,-4 5-8-16,0-2 0 0,1 3 1 0,-1 2 3 16,2-6 0-16,-8 7 20 0,4-4-8 0,-2 0 3 0,2 1-14 15,2-1-1-15,-6 0 20 0,0-1-12 0,0 1 7 16,4-2-14-16,2-1 14 0,1 2 1 0,-1-11-20 0,6 12 12 15,-8-4 8-15,4-4-8 0,4 3 0 0,-7 0 0 16,7 0 0-16,-4 1-11 0,-2 0 18 0,4 0-18 0,0-4 18 16,-1 6-7-16,-1-6-7 0,0 3 14 0,-2-5-14 0,0 2-1 15,4 0 16-15,-1 0-16 0,-3 0 16 0,4-2-8 16,0 4-8-16,0-4 8 0,1 5 12 0,-1-3-5 16,8 2-14-16,-6 0 14 0,-1 0-7 0,3 0-7 0,4 2 14 15,1 0-14-15,-9-1 7 0,6-3 0 0,-1 2 7 16,-1 0-7-16,-2-6 0 0,2 0-7 0,-1 1 7 15,-3 2 7-15,4-1-18 0,-6-6 11 0,5 6-8 0,-1-6 20 16,0 0-20-16,2 0 16 0,1 0-16 0,-3 3 16 16,6-6-16-16,-1 3 16 0,-3 0-8 0,2 0-12 0,3 0 20 15,1 3-20-15,-6-3 20 0,9 3-16 0,-7 2 16 16,3-2-8-16,1-3 0 0,-4 5-12 0,3 3 20 0,-3-5-16 16,0 2 16-16,-3-5 0 0,5 4-20 0,-6-4 1 15,7 0 18-15,-3 0-18 0,-2 2-1 0,3-4 16 16,5 2-15-16,-1-4 11 0,-5 4-8 0,6 0 0 0,-1 0 8 15,-1-5 0-15,3-6-11 0,-5 9 3 0,0-4-3 16,1 1 3-16,1-1 1 0,-6 0 7 0,7 4 0 0,-1-6-8 16,-5 8 4-16,3 0 4 0,2 0-7 0,-1 0 3 15,-7 0-3-15,11 0 3 0,-11 4 0 0,6-8 0 16,-6 4 1-16,5 0-8 0,-5 0 11 0,2 0 7 0,3 0-11 16,1-6 4-16,2 4 0 0,-7-2-3 0,7 0-1 15,-4-2 0-15,3 0 12 0,5-4-12 0,-7 1 0 0,3 1 0 16,-6-4 4-16,5 5-3 0,-3-4 3 0,-2 3 0 15,3-1-4-15,-1-2 4 0,-4 3-4 0,1 0-3 0,-1-1 7 16,0-1 0-16,0 2 7 0,-1 0-10 0,-1-4 10 16,-2 4-7-16,2-3 0 0,2 2 0 0,-3-2 7 0,5-2-7 15,-2 2 0-15,-4-3-3 0,3 0 10 0,3 1-7 16,0-6-4-16,-2 5 4 0,1-5-3 0,-1 5-1 16,0-3 4-16,-2 1-4 0,3 2 12 0,-1-4-16 0,-2 4 5 15,4-6-1-15,-3 9 4 0,-5-3 0 0,4-2 0 16,-2 6 0-16,-2-5 7 0,6 2-7 0,-5-1 0 0,3-5-3 15,-4 7 3-15,4-2-4 0,-6-2 0 0,6 3 4 16,-3-3 0-16,5 2 0 0,-6-3 0 0,4 0 0 0,0-2 8 16,-6-3-8-16,7 6 0 0,1-3-4 0,-2 2 0 15,0-4 4-15,-1-1-4 0,-1 2 4 0,-6-2 0 16,6 3 0-16,-2 1 0 0,-2 6 0 0,4-5-3 0,-4-2 3 16,-2 2-4-16,7 1 0 0,-3 2 4 0,-6 2 0 15,6-3-3-15,0 1 3 0,-6 1 0 0,2 0 0 16,-2-2 0-16,6-1 0 0,-6 5 0 0,0-5 0 0,0 5 0 15,10-3 0-15,-10-2 0 0,-4 4 0 0,8-1 0 16,2 2 0-16,-3 0 0 0,3-3 0 0,-6 0-4 0,0 4 4 16,0-2 0-16,0-1 0 0,0 5 0 0,0-6-4 0,0 0 1 15,0 3 3-15,4 0 0 0,-8-3 7 0,8 3-11 16,2 1 1-16,-2-4-1 0,2 0 0 0,-2 0 1 16,-2 0-1-16,0 4 0 0,4-7 12 0,-6 3-19 0,11 0 18 15,-11-2-18-15,0 5 18 0,0-3-7 0,-5 4-11 16,5-4 11-16,5 8 0 0,-10-10 4 0,10 5 0 0,-5 3-12 15,-5-1 5-15,5 4 3 0,0-6 0 0,0 2 3 16,0 1-3-16,0 2 0 0,0-4 0 0,-6 2 0 0,6 2 0 16,0-5 4-16,-6 0 3 0,6 0-7 0,-2 1-7 15,2-4 7-15,-2 6 0 0,-2-4 0 0,8-1 0 16,-2-1 0-16,-4 6 7 0,-2-6-7 0,8 4 4 0,-4 0-4 16,0 0 0-16,-4-4 4 0,-2 6-4 0,6 3 3 15,-4-3-3-15,4 2 4 0,-6-2 0 0,6 2-1 0,-4-2-3 16,-2 6 4-16,3-4-4 0,3 2 0 0,3-1 4 15,-12-2-4-15,9-2 3 0,-4 3-3 0,4-2 0 16,-2 0 0-16,-4-6 4 0,2 6 0 0,2-3-4 0,0-6 0 16,-2 7 0-16,4-5 0 0,-2 5 0 0,-6-4 0 15,6-2 0-15,-7 8 3 0,7-4-3 0,-10 1 12 0,2-2-5 16,2 0-3-16,-9-4 3 0,1 6 12 0,-2-6-4 16,3 1 0-16,-7 2 0 0,-1-8-11 0,9 3-8 0,-8-3 0 15,-1 2 15-15,5-2 1 0,-5 3-5 0,1-5-14 16,1 2-8-16,5 0-4 0,-8-3-8 0,5 4-25 0,-1 2-10 15,-5-1-14-15,11-5-35 0,-2 9-51 0,-7 2-36 16,7 6 34-16,2 2 24 0,-3-2 8 0,-1 6 10 0</inkml:trace>
  <inkml:trace contextRef="#ctx0" brushRef="#br1" timeOffset="-183307.01">17075 13942 81 0,'0'0'78'0,"0"0"-7"0,0 0-6 0,0 0 6 0,0 0-3 15,0 0-20-15,0 0-4 0,0 0-3 0,0 0-3 16,0 0 0-16,0 0-18 0,0 0 15 0,0 0-11 0,0 0-3 16,0 0 0-16,0 0-1 0,0 0-13 0,0 0 18 0,0 0-11 15,0 0 0-15,4 0-4 0,0 0 1 0,-4 0-1 16,11 0-10-16,-9 0 7 0,8 0 0 0,-2 0 0 16,2 0 7-16,-2 3-7 0,1-3-3 0,-1 5-1 0,-2 0 1 15,6 1 10-15,-4 3-7 0,1-5 0 0,-1 6-3 16,0 0-1-16,0-2 8 0,2 0-11 0,2 3-4 0,1 0 18 15,-3 0-3-15,0-3 0 0,0-2-4 0,7 4 0 16,-5 2 0-16,4-1 0 0,-3 0-3 0,5 2-1 16,-2-4 1-16,-3 7 0 0,3-1-1 0,4-5 1 0,1 9-1 15,-7-3 1-15,2 4-4 0,9 2 0 0,-9 0-7 16,3 2-4-16,3 1 0 0,-4 5 11 0,1-3 7 0,5 3 1 16,-7 1-1-16,5 3 0 0,-1 1 0 0,3-3 0 15,-1 4 0-15,-3 0 1 0,-4 5-1 0,5-5-4 16,1-1 1-16,-3 4 0 0,-1-1-1 0,6 1 1 0,-5-1-1 15,5 1 1-15,-3-1-4 0,-1 6 0 0,7-6 4 16,-9 1-12-16,3-2-2 0,5 3 13 0,-3-3-6 0,-3 2 6 16,2-1-14-16,-1 1 11 0,-5-1 4 0,7 1 0 15,-7-1-1-15,-2 0 1 0,5 3-1 0,-3 1 1 16,-2-3 0-16,-3 2-19 0,-1-3 19 0,4 2-1 0,0-1-13 16,-3 3-1-16,-1-4 18 0,0 3-3 0,2-2-8 0,-2-1-7 15,-3 1 0-15,3-1 4 0,-4 0 14 0,-2 1 1 16,2-6-16-16,-2-1 8 0,-4 2 8 0,0-5-16 15,0-7 16-15,0 6-16 0,0-4 16 0,0-1-1 0,0-7-18 16,0 0 4-16,4-1 14 0,-2 1-7 0,-2-6 7 16,0 2-14-16,11 2 7 0,-9-4 7 0,4-1 0 0,-6 2-3 15,0 0 0-15,4-3-1 0,-4 0 1 0,0 2-4 16,6-4 0-16,-6 2 0 0,-2-2 0 0,-2-3-4 0,4 0-7 16,6 0-3-16,-2-3 0 0,-2 0-4 0,-2 5-14 15,4-5-4-15,-8-5 11 0,4 5-17 0,4-6-28 16,-4 1-42-16,0-7-46 0,-6 0 1 0,2-3 17 0,-6-1 15 15</inkml:trace>
  <inkml:trace contextRef="#ctx0" brushRef="#br1" timeOffset="-182907.21">18062 16202 81 0,'6'16'61'0,"6"4"51"0,-2 2-7 16,0-3-3-16,3 3-20 0,1 2-13 0,-4-4-11 0,15 7 4 16,-11 1-13-16,0-3-4 0,5 5 8 0,1-2-8 15,-3-4-2-15,1-2 3 0,2 3-10 0,-1-6-4 16,1 3-3-16,-4-11-4 0,1 5-3 0,1-5 0 0,1-9-8 15,1 4-3-15,-6-8 0 0,5-4-3 0,-3 0-1 16,-4-2 0-16,5-5-7 0,-3 2 0 0,2-4-3 0,1-1-5 16,-5 0 8-16,6-3-11 0,-6 5-11 0,-1-5 4 15,1 2 11-15,-4-1 7 0,2 1-19 0,5-2 5 16,-7 2 18-16,-2 1-15 0,-2 2 0 0,-4 0 18 0,2 1-14 16,2 5 18-16,-4-4-15 0,0 4 8 0,2-2 10 15,-4 6-17-15,-2 4 6 0,8-8 8 0,0 6-18 0,0-7 7 16,2 3 0-16,1-4 0 0,5 4-22 0,-2-2-3 15,0 0-29-15,2-6-31 0,-3 4-49 0,1-2-53 16,2 2 16-16,-4 1 18 0,2 1 21 0,1-4 13 0</inkml:trace>
  <inkml:trace contextRef="#ctx0" brushRef="#br1" timeOffset="-182086.17">19079 17494 54 0,'2'0'88'0,"2"0"-3"0,-4 0-7 0,0 0-20 0,0-2 3 16,2 4-27-16,-2-2 10 0,0 0-16 0,0 0 9 15,4 0-6-15,-8 0-14 0,10 0 7 0,-4 0 0 0,4-2 7 16,2 2-10-16,1 0-10 0,-3 0 9 0,4 6 1 16,-10-4-4-16,6 6-10 0,0 0 11 0,-6 6-1 15,0 0-3-15,4 0 4 0,-4 7-4 0,0-1 0 0,-4 4 10 16,4-4-13-16,0 7 10 0,0 1 0 0,0-3-7 16,0 5-3-16,0 0-7 0,0 0 13 0,0-1-17 15,-2 5 18-15,-4-3-18 0,2 1 14 0,0 1 1 0,-2-3-1 16,4 3-18-16,2-3 1 0,-9-5-1 0,9 5 4 15,-8-2-3-15,8-9 3 0,8 6 14 0,1-7 0 16,-3 1-17-16,4-7-1 0,-4 10 1 0,4-14 10 0,1 8 4 16,5-5-1-16,0-5-6 0,1 2 3 0,-3 0-14 15,0-6 0-15,2 2 3 0,-1-4 1 0,-1 0-1 0,6 6 8 16,-5-4 6-16,-1-2-2 0,2 0-8 0,7-2 10 0,-5 4-13 16,1 0 14-16,3-4 0 0,3 0-15 0,3 2 11 15,-9-12-14-15,9 2 18 0,1 4-18 0,-5 0 14 16,7-5-14-16,-7 1 14 0,1 1-4 0,-5 4-3 0,-1-3-7 15,1 2 7-15,-3 3 0 0,-1-2 7 0,-4 5-7 16,2 0 0-16,-7 0 0 0,3-2 8 0,-6 4-8 0,2-2 0 16,-2 0-8-16,-2 0 16 0,-2 0-19 0,0 0 14 15,0 0-13-15,0 0 10 0,0 0-19 0,0 0 1 0,0 0-3 16,0-6-15-16,2 6 0 0,-6 0-13 0,-6-2-32 16,4-4-52-16,-9 0-29 0,-3 4 9 0,8-4 13 15,-11-2 21-15,-1 3 14 0</inkml:trace>
  <inkml:trace contextRef="#ctx0" brushRef="#br1" timeOffset="-181708.74">19028 18010 74 0,'-2'0'109'16,"-2"0"-14"-16,4 0-4 0,0 0-6 0,0 0 4 0,0 0-24 15,0 0-16-15,0 0 9 0,0 0-9 0,0 0-15 0,6-6 12 16,-4 2-22-16,8-2 15 0,0-4-22 0,4-2 15 16,3 4-4-16,-3-7-6 0,13-1-8 0,-3 0-14 15,1-3 18-15,3 2-22 0,-3 1 19 0,3-1-23 0,1 1 16 16,2 2-12-16,-7 0 8 0,7-2-4 0,-3 8 0 15,-3-3-15-15,1 1 5 0,-5 6-5 0,7 2 1 0,-7-2 7 16,-3 4-4-16,3-2 4 0,-5 2 0 0,-4 0 4 16,0 0-4-16,1 2-4 0,-3-2 7 0,0 0 1 15,-4 0-1-15,2-2 1 0,-1 2-1 0,-1-2 1 0,-6-2-4 16,10-1-21-16,-2-1 3 0,-4-1-6 0,2 1-4 16,-2-5-24-16,-2 3-7 0,-2-6-37 0,-6 6-6 0,4 0-34 15,2-4 24-15,-10 4 7 0</inkml:trace>
  <inkml:trace contextRef="#ctx0" brushRef="#br1" timeOffset="-181278.21">19071 17610 50 0,'0'3'112'0,"0"-3"-17"0,0 0 0 0,0 0 4 16,0 0-17-16,4 0-10 0,2-3-7 0,0 3-3 15,0 0-3-15,6-3-3 0,5 1-3 0,-5-4-7 0,4 0-4 16,5 0-3-16,1-6-3 0,-1 3 0 0,5-2-4 16,-1 0-3-16,-1-5-7 0,5 4-7 0,-5-4 0 0,11 5-8 15,-4-5-7-15,1 2 7 0,-5 0 1 0,5 3 3 16,-7-2-11-16,4 1 3 0,-3 7-3 0,-3-3 0 16,-1 3-3-16,-4 2 3 0,-5 0-4 0,-1 3 0 0,2 0-3 15,-2 0 3-15,-7 0-10 0,-3 3-1 0,0-6 15 16,-2 6-4-16,0-6-3 0,0 3-15 0,0 0 0 0,-2 0-7 15,0 0-25-15,-3 0-17 0,-1 0-28 0,-4 0-23 16,0 0-40-16,-2-3 1 0,-5-3 12 0,3 2 30 16,-2-6 7-16</inkml:trace>
  <inkml:trace contextRef="#ctx0" brushRef="#br1" timeOffset="-180778.02">18856 17018 128 0,'0'2'99'0,"0"6"-8"16,0 0-19-16,0-4 3 0,0-4-4 0,0 2-12 16,0 4-8-16,0-6-13 0,0 2 0 0,2 1-3 0,-2-3 10 15,12 3 0-15,-5-3-17 0,-1 4-3 0,4 0-4 0,4-4 14 16,1 0-3-16,3 0-11 0,2 0 8 0,-5-4-11 16,5 0-11-16,0-2 7 0,1 4 1 0,1-4-1 15,1 0-7-15,-3-2 8 0,3-6-8 0,3 6-3 16,-7-3 10-16,5-2-7 0,-5 10-3 0,-1-5 7 0,4 2-11 0,-1-2 0 15,-5 4 11-15,2 2-11 0,1 2 4 0,-9-4-1 16,13 4 1-16,-7 0 0 0,0-4-1 0,-1 4-3 16,5 0 4-16,-2 4 0 0,-5-4-4 0,5-4 0 0,2 4 3 15,1 0 1-15,-7 0 0 0,9 0-12 0,-5-2 8 16,-2-2 0-16,5 4 0 0,-5 0 0 0,2-2 0 0,-1-4 4 16,-3 6-4-16,-4-5 4 0,7-1-1 0,-11-1-3 15,0 7 0-15,-4 0 4 0,2-3-4 0,-4 0-7 16,0 0 14-16,0 3-7 0,0 0-4 0,0 0-14 0,0 0 3 15,-4 3-29-15,8-6-6 0,-8-3-43 0,-2-2-59 16,0 2-42-16,2-4 19 0,-5 2 32 0,1-4 11 16,-2 1 16-16</inkml:trace>
  <inkml:trace contextRef="#ctx0" brushRef="#br1" timeOffset="-180438.8199">19499 16532 135 0,'7'2'98'0,"-1"-2"-6"0,-6 0-3 0,8-2 3 0,-2 8-3 16,10-4-24-16,-5 6-3 0,-1-2-10 0,2 2 0 0,-8 0-6 15,6 8-1-15,3-2 1 0,-1 5-3 0,2 1-11 16,-8-4 0-16,-2 3 11 0,0 3-3 0,1 3-7 0,-3 0-11 16,-2 2 11-16,6-7-11 0,-6 6-7 0,0-4 0 15,-6-3-4-15,4 7 0 0,-3-4-3 0,1-1-1 16,-4 3 5-16,0-6 3 0,-2 4-8 0,0-6-3 0,-5-5-26 16,5 9 6-16,-2-7-14 0,6-6-18 0,0 2-11 15,1 0-14-15,3-7-20 0,-8-2-48 0,10 0-26 0,-6 0-12 16,2 3 19-16,2-6 20 0,2 3 15 0</inkml:trace>
  <inkml:trace contextRef="#ctx0" brushRef="#br1" timeOffset="-179673.8799">21640 16586 115 0,'0'0'95'0,"-10"6"-24"0,8-1-3 15,-7 1 10-15,-5 0-10 0,8 4-20 0,-6 2-3 0,1-2-4 16,-1 4-3-16,-4 0 0 0,4-1 3 0,1 4-13 15,1 0-4-15,0 5 1 0,0-3-1 0,-4 5 1 0,3 0 13 16,-1 2-17-16,0 3 11 0,0 5-18 0,-1 1 8 16,-1 1-1-16,0 0-3 0,-3 3 7 0,3 1-18 15,-6 1 15-15,9 4-12 0,-13 3-6 0,3-1 14 16,7 0-3-16,-10-3-1 0,5 5-7 0,5 1-7 0,-6-1 4 16,-5 3-4-16,11-3 4 0,-3-2-4 0,1 5 0 15,-6-5-8-15,7 0 12 0,-1 1-4 0,2-1 11 16,-3-5-11-16,3 1 4 0,0 7 3 0,-5-9 0 0,5 3-7 15,2-3 0-15,-25 42 4 0,6-6-11 16,19-39 7-16,-4-3 0 0,4 1-11 0,3 0 11 16,-1-3 7-16,4 2-11 0,-4-5-3 0,2 0 0 15,4-5-1-15,2 9 19 0,2-12-11 0,-4-3 4 0,4 3 3 16,0-6-7-16,0 3 0 0,0-8 8 0,0-5-5 0,0 4-10 16,0-4 3-16,0-3 8 0,0-3-4 0,0 2 0 15,0-2-22-15,4 0 7 0,-2-2-17 0,8-4-15 0,-2 3-7 16,0-10-16-16,2 4-57 0,-8-1-42 0,11-6-3 15,-1-2 29-15,2-3 14 0,-4 1 14 0</inkml:trace>
  <inkml:trace contextRef="#ctx0" brushRef="#br1" timeOffset="-179196.8199">22077 17462 101 0,'0'7'92'15,"0"-1"-7"-15,0 3-7 0,0-1-3 0,0 0-14 0,0 8-20 0,0-4-3 16,0-1-11-16,0 2 7 0,0 1-6 0,0-1-7 16,2 5 6-16,2-2 1 0,-2 0-4 0,6 3 0 15,-4 1-3-15,6-1 0 0,-3 2-3 0,1 1-1 0,0-3-6 16,-2 7-1-16,2-5 11 0,0 4-10 0,-3 2-1 15,-1 1 1-15,0-1-4 0,-2 1 0 0,-2 2 0 0,4 0-7 16,-4 3 4-16,0-8-1 0,-4 3-3 0,4-2 4 16,0-3-4-16,0 1 0 0,0-2 3 0,0-6 8 15,0 1-11-15,0-3 3 0,0-4 5 0,0 0-12 0,0 0 4 16,0-4-4-16,0-4 1 0,0-2-4 0,0 3-4 16,0-3-10-16,0 0 3 0,0 0-17 0,0-3-24 0,0 1-35 15,0-7-34-15,-6 2-26 0,6-3 12 0,0 2 16 16,0-8 14-16</inkml:trace>
  <inkml:trace contextRef="#ctx0" brushRef="#br1" timeOffset="-178839.8899">22014 17931 125 0,'6'-6'95'0,"4"4"-7"0,4-4-10 0,0-8-3 0,1 6-3 16,1-3-21-16,2-2 8 0,3-2-18 0,-5-1 1 16,11-3 6-16,-9 2 1 0,5 1-4 0,-3 5-3 0,0-5-21 15,-1 4 15-15,1 4-11 0,5 0-15 0,-9-2 12 16,7 7-5-16,-3 3-2 0,0-3 6 0,3 3-3 15,-3 0-11-15,3 0-43 0,-5 0 40 0,3 0 0 0,1 3-1 16,-6-6 8-16,5 3 3 0,-7 0-6 0,5 0 6 16,-3 0-3-16,-2 0-4 0,2 0-3 0,3-3-4 0,-3-3-7 15,1-2-12-15,-3 0-6 0,-2-6-14 0,4 4 14 16,1-10-14-16,-9 7-7 0,8-9-28 0,-6 2-31 16,-7 2-36-16,7-18-167 0,-10 21 179 0,0 1 24 15</inkml:trace>
  <inkml:trace contextRef="#ctx0" brushRef="#br1" timeOffset="-178431.8199">22726 17214 121 0,'0'6'89'0,"0"5"-21"0,0 1 6 16,0 1-2-16,0-2-24 0,-6 1-4 0,6 0-17 0,0 0 11 15,6 1-4-15,-6 3-10 0,0 2-6 0,0 0 6 16,-6-4-4-16,6 8-6 0,0-5 7 0,0 5 0 16,0-3 0-16,0 5-4 0,0 0 11 0,0 2-11 0,0-2-3 15,0 3 0-15,0-1 0 0,0 4 0 0,0 3 0 16,0-3-3-16,0 0-4 0,0-1 0 0,0 2 0 0,0 3 0 15,0-2-3-15,0 1 3 0,0 1-4 0,0-2 1 16,0 1-1-16,0-3 4 0,0-5 0 0,0 3-10 0,0-4-4 16,0-2 7-16,0 3 0 0,0-11 7 0,0 4-11 15,0-6 4-15,0-4-3 0,6-3 3 0,-2 3-4 16,-2-2 1-16,-2-6 3 0,0 2-7 0,5-2 3 0,-5 4-3 16,4-4 0-16,-2 0 0 0,-2-4 7 0,0 8-18 15,-2-4 11-15,-2 0-21 0,4 2 0 0,0-8-10 0,0 6-21 16,0 0-35-16,0-5-29 0,0-1-24 0,0-4 11 15,0-2 14-15</inkml:trace>
  <inkml:trace contextRef="#ctx0" brushRef="#br1" timeOffset="-177902.3199">22058 17042 81 0,'0'0'81'0,"0"0"14"0,5 6-20 0,-3-6 3 16,4 2-6-16,0 1-21 0,2-3-3 0,4 3 0 15,-2-3 4-15,5 0-4 0,-3 4-3 0,6 0-3 0,3-8-18 16,-5 8 8-16,3-15-11 0,5 6 10 0,-4-1-13 0,7 0 7 16,2-5-11-16,-5 0 11 0,9 3-4 0,-7-9-3 15,3 1 0-15,0 2 7 0,1-2-11 0,-5 8-3 16,3 0 0-16,-5-1 0 0,1 7-4 0,-5-3 0 0,3-1 4 16,-4 6-3-16,1 3-1 0,-3-3-3 0,1 0-1 15,-3 0 1-15,2 3-4 0,1-9 0 0,-5 3-4 0,6 3 4 16,-6 0-3-16,3-2-8 0,-5-4-18 0,-4 0 0 15,10 4-18-15,-7-4-10 0,-5-2-21 0,0 2-31 16,-2-2-40-16,2 0-22 0,-4-1 24 0,-4 4 22 0,-6 3 16 16</inkml:trace>
  <inkml:trace contextRef="#ctx0" brushRef="#br1" timeOffset="-177572.72">22685 16529 135 0,'11'9'98'0,"-3"3"-6"0,2 2 7 0,-4 2-4 15,0 1-19-15,5 5-18 0,-5 0 1 0,0 0-4 16,2 1-3-16,2 1-3 0,-2 0-3 0,3 1 0 0,-3 3-7 16,-2 0 3-16,-2-7-2 0,2 7-4 0,0-6-4 15,4 0-2-15,-10-1-5 0,2 3-3 0,3-6-14 0,-5 0-1 16,0-1 4-16,0-3-15 0,0 2-21 0,-5-4 6 16,5-4-17-16,0 5-15 0,0-2-14 0,0-2-34 15,-2 1-59-15,-8-2-25 0,4 0 22 0,0-2 22 0,-2-2 16 16,-2 1 8-16</inkml:trace>
  <inkml:trace contextRef="#ctx0" brushRef="#br1" timeOffset="-176600.84">23950 17069 132 0,'-9'-5'101'0,"-1"-3"8"0,4 8-7 0,-2 0-10 15,8-6-16-15,-4 6-14 0,4-2 0 0,-6-4-20 0,6 0-1 16,0-2 5-16,0 0-18 0,10 0 10 0,-4-3-16 16,-4-6 9-16,8 12-16 0,-4-15 10 0,5 4-8 15,-3 2-2-15,4 1-1 0,6-1-10 0,-3 0 14 0,-3 3-8 16,0-2 1-16,3 5-4 0,-1-4-7 0,-4 4 4 15,2 6-8-15,-3-1 8 0,3 3 0 0,-2-3-1 0,-2 3 1 16,0 0 0-16,1 0-1 0,-5 3 1 0,0-6-4 16,0 6 3-16,2-6-3 0,0 3 0 0,4 0 11 0,-8 0-7 15,4 0 0-15,3 0-4 0,-3 0-8 0,0 0 16 16,2 3-16-16,-2 0 16 0,0-3-8 0,0 2 7 16,0 6-14-16,1-5 7 0,1 2 0 0,-6 1 0 0,4 2 7 15,-2-2 0-15,0 2-18 0,-4 0 19 0,4 0-1 16,-4-8-3-16,4 6-1 0,-4 3 1 0,0-2 0 0,0 2-12 15,-4 1 8-15,8-4-14 0,-4 8 17 0,0 0 1 16,0-3 0-16,0 5-1 0,0-2-17 0,0 2 14 16,0-4-8-16,2-2-6 0,4 4-1 0,-6-6 1 0,5 3-1 15,-5-3 19-15,0 3-19 0,0-2 5 0,6-1 13 16,-12 0-14-16,12 2 15 0,-12 2 0 0,6-1-15 0,0-3 14 16,0 3 1-16,-5 2 0 0,-1-1-1 0,0 4-14 15,2-2 15-15,-10 2-4 0,4-5-11 0,3 3 18 16,-7 0 1-16,0 0-1 0,4-1-4 0,-1 1 1 0,5-3 0 15,0 0-4-15,-4-3 3 0,4 4 1 0,4-4-1 0,2 3-3 16,-4 2-14-16,4-8 18 0,-6 3-1 0,4 2 1 16,-2 0-4-16,-3-2 3 0,5 0-3 0,-8 1 0 15,4 2-14-15,-10-3 0 0,5 0 3 0,3 3 18 0,0-1-14 16,0 4 14-16,-4-2 0 0,-1 2 0 0,3-1 1 16,2-5-1-16,2 12 0 0,-4-6-3 0,-1 2 3 0,5-2-18 15,-6-3 0-15,10 2 4 0,-2-2 0 0,2 1 3 16,2-2 15-16,-4 1 0 0,4-3 0 0,0-2-11 15,0 0-8-15,0 4 1 0,4-4 0 0,-8-6 0 0,10 2 18 16,-2 4-11-16,-2-4-8 0,8 4 1 0,-8-2 7 16,9 2 7-16,-11 4-3 0,6-5-4 0,-6-2-4 15,8 8-14-15,-8-1-7 0,0 2-7 0,0-7-18 0,0 4-27 16,-4 1-45-16,0-2-41 0,4 0-8 0,8-4 32 16,-8-2 20-16,2 4 14 0</inkml:trace>
  <inkml:trace contextRef="#ctx0" brushRef="#br1" timeOffset="-176120.63">24040 18249 60 0,'-11'8'109'0,"1"-8"-7"0,8 3-7 0,-4 0-10 16,4-3-10-16,-2 0-20 0,0 2-10 0,4-2-4 0,0 0-3 15,0-2 0-15,0 2-10 0,0 0-1 0,4 0-6 16,-8 5 0-16,4-5-7 0,0 3 0 0,0-3-10 0,0 6-4 16,0-3-4-16,0 2-24 0,-2-3-14 0,-2 1-44 15,-3 0-45-15,1-3-30 0,-6 0 29 0,6 0 6 0,0 3 18 16</inkml:trace>
  <inkml:trace contextRef="#ctx0" brushRef="#br1" timeOffset="-170082.74">18585 13747 64 0,'0'0'95'0,"0"2"-7"0,0-4-6 16,0 2-11-16,0 0-13 0,0 0-7 0,0 0-3 0,0 0-3 0,0 0-4 15,0 0-3-15,2 0 0 0,2 0-7 0,0 2-3 16,-2-2 6-16,4 0-6 0,-4 0 11 0,2 0-8 0,4 0 5 16,2 4-8-16,3-4 4 0,-7 2-11 0,4-2-10 15,-2-2 7-15,4 2 0 0,9 0 3 0,-9 2-17 16,4-4 10-16,3 2 1 0,-1-6-4 0,1 6-1 0,-5 0-10 16,8 0 19-16,-5 0-19 0,1-2 7 0,0-2 4 15,5 4 0-15,-5 4 0 0,-1-2 4 0,7 4-8 0,-5-6 0 16,3 2 1-16,-4 4-5 0,-1 2 1 0,1 0 0 15,0-2 0-15,3-4-1 0,-5 4-3 0,5-3 0 16,-9-3 0-16,4 2 0 0,-1 2 0 0,3-8 4 0,-4 4-4 16,-2-2 0-16,1-4 0 0,-5 3 0 0,4-5-4 15,-6 2 1-15,-2-1-5 0,-4 4-3 0,4-5 4 0,-4 2-8 16,0 0-14-16,-4 0-8 0,-6 6-17 0,4-2 0 16,-6 4-21-16,2-4-30 0,-5 2-48 0,-1-4-16 15,-7 4 23-15,3 4 13 0,-7-4 18 0</inkml:trace>
  <inkml:trace contextRef="#ctx0" brushRef="#br1" timeOffset="-169727.19">18474 13346 84 0,'0'4'102'0,"-2"-4"-7"0,-2 8-13 0,4-4-4 16,4-4-3-16,2 6-17 0,7-3-3 0,-7 5 4 15,8-5-4-15,0 0-3 0,5 0-10 0,-5 2 0 0,13-5-4 16,-7 0-9-16,4-2 6 0,1 2 0 0,-5 2-6 15,5-4 7-15,34 2 40 0,-38 0-54 16,-7 0-4-16,4 0-3 0,-1 0-4 0,-1 0 7 16,-2 0-11-16,5 0-3 0,-3-3-15 0,0 3-7 0,3 0-8 15,-1-6-3-15,-2 3-19 0,3-8 2 0,1 1-40 16,1-2-69-16,-7-2-35 0,8-4 22 0,-5 4 18 0,3-8 18 16,-2-1 16-16</inkml:trace>
  <inkml:trace contextRef="#ctx0" brushRef="#br1" timeOffset="-168494.43">20952 12801 54 0,'-13'0'84'16,"-3"0"1"-16,2 0-7 0,1 0-10 0,-3 0 0 0,-2 4-27 15,3 2-10-15,1-3 14 0,-4-3-18 0,1 8 7 16,3-5 1-16,-6 2-4 0,1 5 0 0,7-3-4 0,-6 2-2 16,5-5 13-16,-7 6 0 0,6 0-3 0,-3 1-14 15,1-3 7-15,-2 4 4 0,3-2-4 0,-1 2-6 16,-2-2 6-16,1 4-3 0,7-3 0 0,-8 0-7 0,3 2 4 16,3-1-4-16,0-2 0 0,2-1 4 0,-1-2-11 15,3 5 0-15,-2-4-3 0,4 3 3 0,0-3-4 0,2 0 0 16,0 0 8-16,0 2-11 0,-3 0-4 0,5 1 4 0,-6-2-4 15,2-1 3-15,6 2 8 0,-6 1 1 0,6 1-12 16,-12 0-4-16,10 0 8 0,-7-4-8 0,5 8 8 16,0-4 3-16,-2-1-7 0,6 2 0 0,-10 2 7 15,8-5 1-15,-14 4-1 0,16-3 1 0,0 3-4 0,0-1-1 16,-7-2 1-16,7 1 0 0,0 0 0 0,-4 3 0 16,8-4-1-16,-4 2-10 0,0 1 3 0,0-6 0 0,0 6 4 15,0-6 4-15,0 3 0 0,0-3 0 0,0 3-4 16,5 0 0-16,-3-3 3 0,8 1-3 0,-4 2 4 0,0 3 0 15,0-6 0-15,0 2-4 0,2 1-4 0,7 1-4 16,-1-1 5-16,-4 6 6 0,3-7-10 0,-5 6-1 0,8 1 8 16,-4 2-4-16,5 0 1 0,-1 1-1 0,-2-4 4 15,5 5 0-15,-1 5 0 0,-4-2 7 0,7-7-3 16,-5 7 0-16,0-4 0 0,-1-1-12 0,5 0-3 0,-3-6 11 16,-5-1 7-16,2 2-10 0,2-9-1 0,1-2 0 15,-5 2 4-15,2-2 8 0,-1-3-12 0,3 0 0 0,0 0 8 16,-1 0 0-16,1 0-1 0,0-3-10 0,1 6 7 15,-3-3 4-15,6-3-1 0,-1 3-10 0,-3 0 3 16,2 0 8-16,3 0-12 0,-5 0 5 0,-2 0 6 0,9 0-6 16,-5 0-1-16,-3 0 0 0,5 0-3 0,-8 0 3 15,5 0 4-15,-5 0-4 0,2 0 4 0,-4-3-3 16,1 1 3-16,-3-4-4 0,4-2 0 0,-2 0 12 0,4 0-12 16,-3 0 0-16,1-4 0 0,0-1 1 0,0-1 3 0,5-2-4 15,-5 4 4-15,4 2-4 0,-1-6 4 0,-3 4-3 16,2-5 3-16,-2 1-4 0,-3 2 0 0,7-2 0 0,-4 0 4 15,0-3 0-15,-7 5 0 0,7-3-3 0,-4-2 3 16,2 0 0-16,-6-1-4 0,4-1 4 0,-1 4 0 16,-1 0 0-16,2-4 0 0,-2 6 7 0,0-3-7 0,-2 1-3 15,6-2-1-15,-3 6 4 0,5-7 0 0,2 12 0 16,-8-9 0-16,0 1 0 0,3 5-4 0,-3-2 1 0,0 1 3 16,0-2 0-16,0 6 0 0,4-5 0 0,-10 5 0 15,4-4 0-15,-4-1 0 0,2 2 0 0,-2-1-4 16,0 2 0-16,4-1 4 0,-8 3 8 0,8 0-12 0,-8-6 4 15,8 6 0-15,-4-4 0 0,2 4-4 0,-2-6 4 16,0 6-3-16,0 3-1 0,0-3 0 0,0-6 1 0,-2 6-1 16,2-4 4-16,0 2 0 0,0 4 0 0,0-2 0 15,0 2 0-15,0-5-7 0,0 1 7 0,0 4 3 16,0-2-3-16,0 2 0 0,0-2 0 0,-6-2 4 0,2 6-4 16,0-4 0-16,-2 0 0 0,0 2 0 0,0-4 4 15,-6 1-1-15,3 4-3 0,-3-6 4 0,-2 0-4 0,2 2-4 16,-1-4 8-16,1 2 0 0,-10 3-8 0,3-3 0 0,1-3 1 15,-5 0 10-15,1 4-3 0,-1-2-1 0,-9-2-3 16,5 6 4-16,1-3-4 0,-5-5-4 0,-4 8-3 0,1 2-4 16,-1 0-26-16,0 1-10 0,-2 5-53 0,-1-5-73 15,-5 10-21-15,-6-2 22 0,2 5 29 0,-4 6 7 16,4 0 24-16</inkml:trace>
  <inkml:trace contextRef="#ctx0" brushRef="#br1" timeOffset="-167216.8899">22467 13741 88 0,'10'0'88'16,"0"0"3"-16,-1 0-6 0,3 0-6 0,2 0 6 16,7 0-30-16,-1 0 0 0,6 0 3 0,-7 0-16 0,5 0 10 15,5 0-18-15,0-6 8 0,1 4-3 0,1-6-4 16,8 2 0-16,-9 4-6 0,9-4-1 0,-2 1-3 16,-7-7 7-16,7 2-14 0,-2 2 0 0,4 0-3 0,-7-1-1 15,7-2-3-15,-6-3 4 0,-5 3 3 0,7-2-11 16,-6 2 1-16,1-3-1 0,-1 0 4 0,2 6-7 0,-5 0-1 15,5 2 1-15,-9-2 0 0,-1 8-1 0,7-2 8 0,-7 2-11 16,-1 0 0-16,-1 2 0 0,-5-2 0 0,-6 5 0 16,4-2 0-16,-6-6-3 0,3 6-1 0,1-3-3 15,-10 0-4-15,0 6 3 0,6-4-6 0,-6-4-23 0,0 4-21 16,0-7-14-16,0 5-31 0,0-6-50 0,-6-7-30 16,0 2 25-16,0-1 22 0,-5-6 7 0,3 1 17 0</inkml:trace>
  <inkml:trace contextRef="#ctx0" brushRef="#br1" timeOffset="-166923.0799">23447 13193 118 0,'10'30'122'16,"-3"-3"-3"-16,1 4-6 0,-4-1-11 0,2 3-6 16,4-3-23-16,4 0 7 0,-3 3-21 0,-1-6-6 0,2 1-7 15,-4 0 11-15,11-7-21 0,-5 4 10 0,-2-6-17 16,3-3 12-16,-11 4-23 0,4-7 15 0,-2 1-11 0,-2 0-3 16,0 0-4-16,-2-6-4 0,-12 8-11 0,4-5 11 0,-6 3-18 15,-3 2-8-15,9-8-19 0,-14 4-6 0,5 2-4 16,-3-4-29-16,2-1-24 0,-9-3-37 0,5-4-50 0,3 3 16 15,-3-5 21-15,6 3 4 0,-3-3 21 0</inkml:trace>
  <inkml:trace contextRef="#ctx0" brushRef="#br1" timeOffset="-166323.41">25422 12576 74 0,'0'0'88'0,"0"0"4"0,0 0-7 0,0-3-7 16,0 0-6-16,0 0-25 0,0 3-2 0,0-5-7 15,0 5 0-15,0-3 3 0,0-2-13 0,0 1-1 16,0 4-2-16,0 0-1 0,0-2-3 0,0 4-4 0,0 2 18 16,0 4-14-16,0 0 18 0,0 6-7 0,0 3 3 15,0 3-3-15,0 6 18 0,0 4-14 0,0 5 12 0,0 7-4 16,0-1-4-16,0 0 20 0,4 5 0 0,-2 1-14 15,4 0 12-15,5 0-7 0,-5 2 9 0,0-2-4 16,4-4-2-16,0-1-20 0,1-1 17 0,-1-2-21 0,4 1 14 16,-10-6-22-16,10 1 14 0,-12-5-22 0,5-2 13 15,1-4-18-15,-4-1-4 0,-4-1 14 0,2-6-19 16,-2 0-10-16,0-2-13 0,0-3 0 0,-2-3-31 0,2 4-16 16,2-10-28-16,-4-2-25 0,2 2-38 0,-4-4-57 15,2-4-27-15,-4-7 42 0,-3 4 27 0,-1-1 12 0,2-10 22 16,-6 7 19-16</inkml:trace>
  <inkml:trace contextRef="#ctx0" brushRef="#br1" timeOffset="-165903.31">25038 13342 125 0,'0'-4'108'15,"-2"-2"1"-15,-2-2-14 0,10-2-2 0,4 1-1 16,3-5-26-16,-1 1-8 0,6-4-2 0,-1-1-4 0,3 4 8 16,9-6-4-16,1 4-2 0,7-1-19 0,-10-5 12 15,11 1-11-15,-1 4-14 0,-4-4 0 0,6 3 11 0,-3-3-18 16,7 5 11-16,-4-4 0 0,-4 4-4 0,6-4-18 16,-5 9 14-16,-7-3-18 0,6 1 0 0,-7 4 4 15,3 5 11-15,-2-2-18 0,-5 3 14 0,1 0-7 0,-3 3-1 16,3 0-10-16,-5 0 18 0,-6 3-18 0,3 2 14 15,3 3-14-15,-6-4 14 0,-3 1-7 0,5 6-7 0,-4 0 14 16,2 0-14-16,-1 2 14 0,-9 1 5 0,10-2-20 0,-2 0 16 16,-4 3-1-16,1-4-14 0,-3 8 14 15,0-5-7-15,2 4-7 0,2 0 10 0,3 3-10 0,-11-5 18 16,4 4-18-16,4-1 18 0,-4 3-3 0,2-8-1 0,2 4 1 16,-3 0 0-16,3-7-4 0,-4 5-8 0,0-8 0 15,0 0 8-15,-2 3 0 0,2-8-4 0,0-1 0 0,-6 8-4 16,7-6-15-16,-5-4-12 0,2 6 1 0,-2-3-19 15,-2 0-21-15,0 1-14 0,4-4-31 0,-4 4-72 16,0-2 0-16,6-2 22 0,-12-6 22 0,6 6 7 0,8-7 11 16</inkml:trace>
  <inkml:trace contextRef="#ctx0" brushRef="#br1" timeOffset="-165142.14">26942 12372 77 0,'2'0'82'0,"2"0"-1"0,-4 0-6 0,0 0-7 16,-4 0-3-16,2 0-21 0,4 0-6 0,2 0-1 0,-4 4-2 16,0-4-5-16,6 4-2 0,-6 0-18 0,2 1 1 15,8 6 16-15,-4-3-9 0,0 3-8 0,9 3 7 0,-13 2 4 16,4 1 0-16,0 8 0 0,-4-4 7 0,4 5-7 16,-2 3 10-16,-4 5 4 0,0 1 4 0,0 3 7 15,8 4-10-15,-4-1 7 0,-4 3 4 0,11 2-3 0,-9 1-4 16,6 0 1-16,-2 0-4 0,2 1 1 0,0-1 3 15,9-9-2-15,-11 7-5 0,4-4-2 0,6-5-5 0,-7-1-7 16,3-2 4-16,0-2-12 0,2-5 8 0,-5-6-12 16,3 1 4-16,-6-7 4 0,6 0-4 0,-2-3-12 15,-3-6 4-15,-7-2 5 0,10-3-1 0,-4 3 0 0,-2-6-4 16,-4 0 0-16,0 1-12 0,4-10 4 0,-4 2-8 16,4 4 8-16,-4-2-9 0,0-6 1 0,-4-2 4 0,0-3 8 15,-4-1-12-15,2 6-8 0,-7-4 20 0,-9 1-8 16,8-2-8-16,-7 2 8 0,-3-1 12 0,-1 4-12 0,3-6 4 15,-7 12-8-15,5-3 8 0,-1-3 4 0,5 4 0 16,-5-2 0-16,5 1 0 0,-3 1-8 0,7 2 8 0,-4 2 0 16,3-6-4-16,1 2 4 0,-3 2 0 0,3 2 0 15,6-5 0-15,-4 5 0 0,-5-4-8 0,9 4 8 16,-4 4 0-16,6 2 0 0,-9-6 0 0,5 6 8 0,-2 0-8 16,6 0 0-16,-5 0-12 0,3 6 8 0,-2-4 4 15,-5 7 0-15,9-2-8 0,0-1 16 0,-6 5-16 0,4-3 8 16,1 3 0-16,-1 0 0 0,2-5 0 0,2 5 0 15,4 0-7-15,-6 0 7 0,8-3 0 0,-6 0 0 0,6 6 0 16,-4-3 11-16,4 0-18 0,0 5 7 0,0-2 3 16,0-3 1-16,0 9 12 0,0-7-12 0,0 6 4 0,0-2 12 15,0 1-12-15,0 0 0 0,0 0 0 0,0-1 0 16,0-1 8-16,0-2 8 0,8 0 0 0,-6 0-20 16,8-4 21-16,-2-1-12 0,4-7-9 0,5 6 17 0,3-8-21 15,-6-4 0-15,7 0 16 0,5-7-20 0,-1-3 17 16,8-2-5-16,-7-3-4 0,9-3-8 0,-5 2-13 0,9-6-12 15,0-5 0-15,-4 1-24 0,8 0-11 0,-9 3-34 16,7-1-17-16,2-5-62 0,-10 3-59 0,2 0 30 16,-1 5 27-16,-5 1 23 0,1-4 16 0,-1 3 15 0</inkml:trace>
  <inkml:trace contextRef="#ctx0" brushRef="#br1" timeOffset="-164458.1">28247 12550 118 0,'0'-2'95'0,"0"2"-3"0,-4 2-4 0,-5-2 4 15,5 6-3-15,-2 0-34 0,-2-1 7 0,2 1-3 16,-4 0-4-16,-3 1-2 0,1 4-4 0,0-3-3 16,4-8-7-16,2 10 10 0,-9-4-2 0,9 0-18 0,-6 0 11 15,2-3-18-15,2-3 14 0,1 3-17 0,-5-1 14 16,-2 1-11-16,2 5-7 0,-1 1-4 0,1-1 1 0,-4-3 7 15,-3 1-1-15,3 6 1 0,2 4-3 0,-3-3 3 16,-5 0 0-16,2 7 8 0,1-4 0 0,-7 3-3 0,9 3-8 16,-7 1 4-16,3 1 12 0,-3 6 4 0,-3 0 5 0,7-2-4 15,-1 8 22-15,-3 0 1 0,6 2-7 0,1 1-3 16,-3-1 0-16,10 1-3 0,-3-2-4 0,7-3-4 16,0 1-5-16,2-2-4 0,12-2 1 0,-2-11-10 0,9 6 0 15,7-10-6-15,-4-5-15 0,5-5 11 0,8 0-11 16,-3-4 0-16,7-8-11 0,-2-8-25 0,5-7 0 0,-1 1-15 15,-2-6-22-15,0-5 7 0,-1 1-3 0,-3-6-3 16,0 0-10-16,1-1 6 0,-7-2-6 0,1 8 18 16,-1-5-3-16,-9 4 24 0,2 2 5 0,1-1-8 0,-11 7 5 15,-2 4 22-15,-4-2-7 0,4 9 23 0,-6 1-1 16,0 0 8-16,4 6 10 0,-8 2-6 0,4 2 18 16,-2 2-7-16,-2 0 7 0,8 0 1 0,-4 2 15 0,2 4-15 15,-2 0 19-15,-2 4 2 0,-2-1-8 0,4 2 0 16,0 5 1-16,0-1-4 0,0 1 1 0,-2 6-12 0,2-9-1 15,0 9-3-15,0-5-5 0,0 2 10 0,0 0 4 16,0 3-4-16,2-3 0 0,4 0-4 0,-2 1-23 16,5-1 5-16,-1-1 0 0,0-3 4 0,2-1-18 0,-4-1-5 15,7-4 0-15,-1-4-13 0,4 0-41 0,-6-5-1 16,3 0-12-16,-1-5-17 0,6 0-14 0,-1-4 1 0,-5-4 9 16,6 2-41-16,3-3-32 0,-5-2-39 0,0 2 35 0,-3-5 22 15,1-1 18-15,-4 4 20 0</inkml:trace>
  <inkml:trace contextRef="#ctx0" brushRef="#br1" timeOffset="-164042.6">28528 12112 98 0,'0'0'85'0,"3"0"-4"0,-3 0-6 0,0 0-4 0,-3 3-6 16,3-6-34-16,0 3-1 0,0 0-2 0,0 0 13 15,0 0-10-15,0 0 0 0,0 0-10 0,0 0 6 16,3 0 8-16,-3 3-11 0,4-1 0 0,-4 4 1 0,0 2-8 16,6 2 11-16,2 2 7 0,-8 2-14 0,4 2 11 15,-2 3 0-15,-2 7 4 0,0-2 10 0,0 3-14 0,0 9 12 16,4-1 3-16,-8 7 5 0,2 4-11 0,4 1 0 0,-2 0-7 15,4 7 15-15,0-1-10 0,-2-4-16 0,-2 6 16 16,8-5-19-16,-6-3-4 0,5-1 16 0,-1-5-4 16,2 0-4-16,8-5 1 0,-10-4-5 0,-2-7-20 0,7-1 0 15,1-4 0-15,-12-4-4 0,4-1 17 0,6-2-5 16,-10-5-8-16,0-3-21 0,0-1 5 0,0-2-9 0,6-2-11 16,-6 4-4-16,0 0-8 0,0-4-10 0,0 0 0 15,-6-4 1-15,6 4-3 0,-4-6 1 0,-2 2-3 16,2 2-7-16,0-4 1 0,2-5-17 0,-4 1-13 0,2 2-3 15,-1-6-16-15,3-6-16 0,-2 6-7 0,8-7 14 16,3 7 11-16</inkml:trace>
  <inkml:trace contextRef="#ctx0" brushRef="#br1" timeOffset="-163698.25">29080 12677 67 0,'0'0'99'0,"0"0"-8"0,0 0-2 0,-8 0-4 15,6 0 0-15,-9 0-20 0,1 0-7 0,2 0-16 16,-8 0 6-16,1 0-3 0,-1 9-10 0,-4-3 10 0,-5 0-3 16,7 6-3-16,-1-4 0 0,-3 1 3 0,4 4 5 15,-7 1-18-15,5-3 14 0,5-1-18 0,-7 2 16 0,-1-6-5 16,9 2-17-16,-2 0 3 0,2-6 8 0,3 4-19 16,-1-6 16-16,4 0-5 0,0 3-10 0,2-3-12 0,4 0 15 15,2 0 0-15,0-3-3 0,-5 6-16 0,5-1 8 16,0-2 7-16,5 6-18 0,-5-6 18 0,6 6-19 0,0-4 20 15,-2 6-8-15,4 4-8 0,-2-8 16 0,2 6-1 16,9 0-7-16,-5 4 0 0,4-3 0 0,3 5 0 0,-1 0 0 16,-2 0-8-16,-1 4 12 0,5-5-1 0,5 3-3 15,-9-1 0-15,8 2 0 0,-1-5 0 0,-5 2-4 16,3-5 0-16,3 3-4 0,-7-4-15 0,9-4 3 0,-8-3-23 16,3 0-11-16,8-1-33 0,-9-2-42 0,0-2-62 15,3-4-34-15,-3-2 45 0,-3-8 12 0,5 2 21 16,1-2 18-16</inkml:trace>
  <inkml:trace contextRef="#ctx0" brushRef="#br1" timeOffset="-162827.81">29533 11951 60 0,'0'0'99'0,"4"0"-21"0,-4 0-3 0,4 0-1 16,-1-4-6-16,-3 4-20 0,0 0 4 0,10 4-11 16,-6-8-4-16,4 4-2 0,-2 0-4 0,0 4 3 15,6 0 5-15,-9 4 2 0,1 2-2 0,8 3-4 0,-2 3 10 16,-4 1-9-16,-4 10 3 0,-2-3-4 0,10 12 8 16,-10 5 4-16,9 1 1 0,-5 1-4 0,-4 2 0 0,0 7-3 15,2-1 8-15,2 2-19 0,2 5 20 0,2-6-3 0,-6 2-4 16,4-4-3-16,0-1-8 0,3 1-12 0,-5-7 0 15,4 2 9-15,-2-7-4 0,-6-3 0 0,4-1 0 16,0-4 1-16,-2-6 4 0,-2-5-4 0,0 1 0 0,0-4-3 16,0-7-6-16,4-2-8 0,-4-4-9 0,0 0 19 15,4 0-10-15,-4-3 0 0,6 0 0 0,-3-3-4 16,3 0-5-16,0-5 9 0,0-3-14 0,2 3 1 0,6-4-6 16,-1-6 6-16,-1 1-10 0,4-5-4 0,-1-5-22 15,1 2 9-15,-2-2-4 0,3-1 5 0,1 6-4 0,-2-5 5 16,1 3 4-16,1 1 4 0,-6 7 0 0,-2-4 9 15,1 10 0-15,-7-2 0 0,0 4 4 0,-2 2 0 16,-2 6 16-16,0-2-12 0,4 2 4 0,-8 0 4 0,4 0 0 16,0 2 0-16,0-2 0 0,6 10 12 0,4-8 0 15,-8 4-12-15,4 2-8 0,3 0 21 0,1 3-21 0,-10-3 16 16,2 4-16-16,4 0 16 0,-4 0-16 0,-2-4 21 16,0 6-13-16,0-3 0 0,0-1-8 0,-2 4 21 0,2 0-26 15,-6 0 22-15,4 2-22 0,-8 1 22 0,-5 2-21 16,3-6 20-16,-2 7-20 0,-5-4-1 0,-1-1 1 15,-3 3 0-15,3-4 12 0,-5-4-12 0,7 2 3 0,2-1 18 16,-7-3-21-16,5-3-1 0,4 4 22 0,-1-7-22 0,-3-2 9 16,8 4 5-16,-1-2-18 0,1-2 5 0,0 0-9 15,6-2 9-15,2-2-24 0,-2 8 12 0,2-8-12 0,2 4-24 16,0-5-6-16,0-1 1 0,2-1 1 0,4-2-18 16,4 1-25-16,-2-4-47 0,-2-4-40 0,5 2 11 15,-1-4 21-15,8 4 12 0,3-8 17 0,-1 9 21 0</inkml:trace>
  <inkml:trace contextRef="#ctx0" brushRef="#br1" timeOffset="-162236.79">30362 12795 111 0,'0'6'112'0,"0"-2"4"0,-4-4-7 0,2 4-7 16,-2-8-2-16,8 4-18 0,-8-4-5 0,4 8-18 0,-4 0 11 16,12-4-20-16,-8-4 11 0,6 0-4 0,7-2-24 15,-1 0 7-15,4-2 4 0,-1-3-7 0,7-2-19 0,-1 2 12 16,-5-8-4-16,2 2 1 0,7-1-12 0,-9 3-11 15,-2-1 15-15,1-1-4 0,-1 6-15 0,-6-1 15 0,4 2-18 16,-10 2 14-16,3 0-7 0,-1-1 0 0,-2 7-12 16,-2-6 20-16,0 2-20 0,0 3 20 0,0-2-5 15,-2-1 1-15,-2 0 0 0,4 4-20 0,0-6 20 0,0 2 0 16,-5-2 0-16,-1 6-5 0,6 2-14 0,-4-6 19 16,0 0-20-16,-2 6 20 0,6 0-20 0,-6-8 20 0,-4 6-20 15,-1 2 20-15,3 0-20 0,-2-3 20 0,-4 0 0 16,2 6-20-16,-11-3 20 0,13 0-20 0,-6-3 20 0,1 6-20 15,5-3 12-15,-8 0 8 0,9 0-20 0,1 0 20 16,0-3-19-16,8 9 7 0,-10-4 11 0,4 6-18 16,4-5 11-16,-4 8 8 0,-1-3-20 0,1 1 20 0,2 4-16 15,0-2 8-15,0 6 0 0,-6-4 12 0,10-1-20 16,-6 6 12-16,2-1 3 0,2 0 1 0,2-1 0 0,0 5-4 16,0-1 11-16,0 2 5 0,-4 1 8 0,8 1-16 15,-8 0 20-15,8 1-20 0,-2-1 16 0,2-2-20 16,2 3 17-16,0-3 0 0,2-2-25 0,6 2 20 0,1-5-11 15,1 4 8-15,0-7-1 0,9-1-3 0,-7-1-4 16,1-4-14-16,1-3-12 0,5 0 5 0,-5-5-18 0,7 0-15 16,-9-7-20-16,2-2-23 0,9-5-20 0,-7-4-75 15,7-2-48-15,-6-5 14 0,-3 1 37 0,9-1 20 16,-5-8 17-16,1 0 17 0,-1 0 21 0</inkml:trace>
  <inkml:trace contextRef="#ctx0" brushRef="#br1" timeOffset="-161876.93">31010 12692 54 0,'-14'20'118'0,"1"5"-12"0,1-5 6 0,8 4-7 0,-2-4-5 15,6-1-32-15,0-3-9 0,0 0-3 0,-2-2-8 16,4 2 1-16,-2-4-7 0,4-1-3 0,-2-9-3 0,-4 2-4 16,4-2 0-16,2 3 0 0,0-5-10 0,-2 3-1 15,-2-6 5-15,0 3 7 0,0-7-11 0,6 1-11 16,-2 0 11-16,3 1-19 0,-7-7 16 0,2 0-19 0,8-2 15 15,-4-6 0-15,2-2-4 0,0 1-4 0,0-2 1 16,5 2-12-16,-7-4 0 0,2 3 4 0,-6 0 8 0,-2-1-1 16,4 2-3-16,-4-4-4 0,2 9 0 0,2-6 0 15,-4 8-7-15,4-5 14 0,-4 7-14 0,0 2 18 16,9-4-15-16,-7 9 0 0,10-1 16 0,-6 4-16 0,4-4 19 16,-4 6-11-16,4-2-8 0,3-2 15 0,-1 4-14 15,0 0 14-15,0 0 0 0,-1 4-18 0,1-8 3 0,0 4 15 16,3 0 1-16,-1 0-4 0,-4 0-1 0,0 0-18 15,0 0 18-15,7 0 1 0,-9 0-19 0,0 6 14 16,4-6-10-16,-8 6-5 0,7-6-14 0,5 0-5 0,-14 0-28 16,4 0-30-16,2 2-59 0,-6-2-63 0,5 0 27 0,1 0 10 15,-2 0 34-15,2-5 11 0,6 2 14 0</inkml:trace>
  <inkml:trace contextRef="#ctx0" brushRef="#br1" timeOffset="-161494.9">31659 12299 101 0,'-22'16'109'0,"8"3"3"0,-7 1-20 16,3 2 13-16,1-3-12 0,3 8-17 0,-2-2-4 15,-1 1-9-15,5 3 10 0,4 1-20 0,-2 2 0 0,0 5 8 16,3-5-7-16,5 4 0 0,-2-7-2 0,-2 5-12 15,4-7-3-15,2 3 12 0,2-2-11 0,8-9-3 16,-1 3-4-16,1 0-12 0,0-11 12 0,2-3-3 0,7-2-4 16,-1 0-12-16,7-4 8 0,7-4-12 0,-5-4 0 15,8 0 0-15,-7-5 4 0,3-5-12 0,-1 2-8 0,-1-8 8 16,-5 8 8-16,5-13 0 0,-6 5-12 0,-5-2 4 16,0-4 0-16,-7 5 12 0,-1-1-12 0,-6 0 0 0,2 1 0 15,-10 1 9-15,2 3-5 0,-6 0-13 0,-5 2 22 16,-3-1-9-16,0 1-12 0,1-5 16 0,-1 6 0 0,-2-4 0 15,-1 1-16-15,1 0 0 0,-5 0 0 0,11-3-5 16,0 4-11-16,0 0 0 0,1-3-24 0,7 7-19 16,-4-3-3-16,4 0-17 0,4 4-35 0,-2-3-41 0,2 8-52 15,0-6 32-15,2 0 15 0,10 6 22 0,-3 2 10 16,-7-5 27-16</inkml:trace>
  <inkml:trace contextRef="#ctx0" brushRef="#br1" timeOffset="-161118.99">32290 11824 54 0,'0'0'84'0,"0"3"1"0,0 5-7 0,0-8-3 16,0 6-7-16,0-2-20 0,0 5-4 0,0-6-9 15,0 5-1-15,0 3-3 0,0-1 0 0,0 2 0 0,0-4 0 16,0 8 4-16,0 1 6 0,0 2 1 0,0 0 0 16,0 6-14-16,0 2 18 0,0 2-7 0,0 0 4 15,0 4 7-15,0 6-3 0,0-1-3 0,0 1 0 0,0 2-3 0,0 0 0 16,0 1 4-16,0 0-3 0,7-1-12 0,-1 1 5 16,0-3-19-16,6-4 7 0,-4 1 9 0,7-6-4 15,-3-3-20-15,0-2 16 0,8-4-20 0,-5-1 16 16,-1-4-16-16,2-4 16 0,3-7-20 0,1-2 17 0,-3 2-13 15,9-5 0-15,-8 0 0 0,1-2-12 0,3-4 12 16,1-2-12-16,-3-1-4 0,-1-1-1 0,1-2-31 0,-6 2 0 16,5-4-23-16,-3 0-10 0,-6-3-26 0,2 1-48 15,-3 0-63-15,-5-4 1 0,2 1 34 0,-6 0 22 16,0 0 21-16,-10-3 14 0</inkml:trace>
  <inkml:trace contextRef="#ctx0" brushRef="#br1" timeOffset="-160841.84">32064 12453 101 0,'-8'2'132'0,"1"-2"-9"0,1 0-4 0,4 0-16 16,-2 0 7-16,4 0-41 0,0-2 11 15,0 4-24-15,0-2 11 0,6 0-7 0,7 0-6 0,-11 0-4 16,12 0-21-16,-2-6 11 0,7 4-18 0,-5-2 11 0,12-1-18 16,-3-6 11-16,1 9-18 0,1-7-5 0,-5 4 12 15,7-4-18-15,-3-1-9 0,1 2-2 0,1 2-20 0,1-2-14 16,-3-2-32-16,3 4-38 0,0-6-62 0,-3 1-10 16,-8-2 22-16,13 2 22 0,-7-1 24 0,3 0 13 0</inkml:trace>
  <inkml:trace contextRef="#ctx0" brushRef="#br1" timeOffset="-160144.7">33318 12044 77 0,'0'0'89'16,"-2"0"2"-16,-7 0-13 0,7-4-3 0,-4 4-7 0,2 0-20 15,-8 0-3-15,6 0-8 0,0 0 1 0,-7 0-3 0,3 0-4 16,4 0 0-16,4 0 4 0,-6 0-4 0,-4 0-10 15,6 0 3-15,1 0-6 0,-5 0 3 0,8 4-11 0,-8-4 15 16,2 0-4-16,-2 2-17 0,1-2-1 0,3 2 15 16,0-2 0-16,-2 0-18 0,-2 0 14 0,8 6 0 0,-6-6-18 15,1 4 15-15,-5 1 0 0,6 2 0 0,0 2-15 16,-2-1 15-16,2 4-15 0,-5 1 18 0,1 4-14 16,-4 1 22-16,4-4-4 0,-3 14 11 0,5-6-7 0,-6 5-4 15,-4 0 19-15,3 7-1 0,3-2-6 0,-2 4 4 16,-1-3 0-16,1 0 7 0,6 3-2 0,6-1-20 15,-4 1 16-15,2-3-16 0,0-3 13 0,8 0 0 0,2-6-4 16,0 1-4-16,2-3-16 0,2-5 0 0,7-4 17 16,-9-1-5-16,6-4 1 0,1-3-21 0,7-5 0 0,-6 0 0 15,1-5 17-15,9-3-4 0,-7-4-22 0,3-4 18 16,3-4-22-16,-3-1 13 0,7 1-17 0,-5-4-4 16,1-6-3-16,-1-3 3 0,3 3-23 0,-9 2 4 0,11-5-4 15,-13-3 13-15,6 1 0 0,-1-1-19 0,-9 4 16 16,2-1 11-16,3 3-11 0,-9-3 20 0,-4 5 2 0,2 4 1 15,-6-1-11-15,4 11 11 0,-4-2 7 0,0 8 1 0,-4 2-5 16,-2 0 12-16,2 1 0 0,-4 5-8 0,2 0 0 16,2 3 12-16,-5-1-1 0,1 4 11 0,0 0 1 15,2 2-15-15,-4 2 14 0,4 2-3 0,-1-1-7 0,-5 8 14 16,12-2-14-16,-6 5 11 0,2-6 0 0,4 5 0 16,-2-1-4-16,0 2 0 0,2-4-3 0,0-1 0 0,0 1-5 15,4-2 1-15,-4-3 0 0,10 0-4 0,2-1 0 16,-1-4-4-16,1 3-12 0,2-6 8 0,-4-5-19 0,13 5 0 15,-3-5-16-15,-3 4-21 0,1-10-18 0,-2-2-32 16,3 2-33-16,-3-7-30 0,2 1-17 0,-1-1 29 16,-3 2 15-16,9-7 10 0,-7 0 24 0</inkml:trace>
  <inkml:trace contextRef="#ctx0" brushRef="#br1" timeOffset="-159713.8299">33753 12060 108 0,'-13'3'112'0,"3"8"0"0,-6-3-20 0,8 0 10 0,-9 8-9 15,1-5-24-15,-2 1-7 0,5 4-3 0,1 3-7 16,0 0 4-16,2-2-13 0,8-1-4 0,-7 0-4 0,5 4-3 16,0-7-3-16,4 1-7 0,-4 0-4 0,12 0 0 0,1-8-3 15,-3 2-8-15,8 0 0 0,-6 0-7 0,0-5-11 16,7-3 15-16,-1 0-4 0,2 0-4 0,-1 2 1 16,1-4-16-16,-4 7 19 0,-6-2-14 0,2 3 18 0,-6 7-19 15,-2 0 22-15,5 2-14 0,-5 4 18 0,0 0 0 16,-7 5-4-16,-1 4-3 0,2-1 3 0,4-1 8 0,-10 0-4 15,6-1 3-15,-4 1 12 0,-3 0-19 0,1-6 23 16,-4-1-19-16,10-1 19 0,-5-4 0 0,9-2-7 16,0-4-1-16,-2-6-10 0,2 4 7 0,-2-3-4 0,4-3 1 15,0-3-5-15,0-3 1 0,4-4-4 0,2-2-8 16,-2-2 4-16,2 2-4 0,3-5-16 0,5-8 16 0,6-2-23 16,-1 2 15-16,1-5-11 0,3 0-8 0,1 2 8 15,3 1 0-15,-9 3 12 0,7-2-5 0,-7 7 1 16,-2 3 4-16,-1 4-1 0,-3 4 12 0,-2 6 3 31,4-4 1-31,13 56-1 0,-19-39 12 0,0 7-19 0,-2-4 19 16,5 8-19-16,-3 1 0 0,-2-1 15 0,2-6-18 0,2 6 14 15,3-8-19-15,-7 2 16 0,-6-3-12 0,8-1-7 16,-6-4-12-16,-2-2-11 0,0-1-25 0,0-5-55 0,0-3-62 16,0-9-37-16,0 0 30 0,-2-2 23 0,2-5 24 15,2-3 10-15</inkml:trace>
  <inkml:trace contextRef="#ctx0" brushRef="#br1" timeOffset="-159537.9">33808 11572 77 0,'4'0'75'0,"-8"0"-7"0,-2 0-7 0,6 0-7 15,-2 2-6-15,-6 2-31 0,1 2-34 0,-7 0-51 16,0 3-37-16,-1-4-4 0</inkml:trace>
  <inkml:trace contextRef="#ctx0" brushRef="#br1" timeOffset="-158587.8499">26198 13945 121 0,'-14'10'99'0,"-4"1"-4"0,1-5-10 0,9 0 0 15,-8 2 1-15,3 0-25 0,-1 0-16 0,2 0-3 0,0 3 10 16,-3 0-18-16,-3 3 15 0,6 1-14 0,-1 3-7 16,-3-1 8-16,2 5-1 0,0-6-7 0,-1 8 5 0,5 1-5 15,-2-3 1-15,0 2-11 0,-1 4 15 0,7-5-19 16,0 3 19-16,4-4-11 0,-6 3-11 0,8 5 19 0,-6-2-19 15,6-4 0-15,0 1 0 0,0 3 12 0,0-4 3 16,0 1-11-16,6 0 1 0,2 0 3 0,-2-4-12 0,2 1 1 16,5 1 0-16,5 1-12 0,-2-5 8 0,5-2 7 15,7-3-18-15,1 5 10 0,1-9-6 0,-5 4-24 16,10-6-4-16,-11-2-25 0,11-4-22 0,-6 2-14 0,1-10-58 16,-1 0-61-16,-5-2 25 0,7-6 25 0,-7 1 18 15,5-6 14-15</inkml:trace>
  <inkml:trace contextRef="#ctx0" brushRef="#br1" timeOffset="-157796.8899">26709 14142 115 0,'0'0'98'0,"0"0"-6"0,-2 0-4 16,-2 0 1-16,4 0-7 0,0 0-20 0,0 0-7 0,0 2-10 15,0 4-11-15,0 0 11 0,0 0-13 0,0-1 10 0,4 6-11 16,-4-3-10-16,0 0 8 0,6-3-1 0,-6 9-3 16,0-8 0-16,4 0-4 0,4 2-6 0,-8-2 10 15,6 4 7-15,-6 1-10 0,0-3 11 0,10 0-15 0,-10 6 15 16,0 0 1-16,5-6-5 0,-5 8 1 0,-5-2-3 15,10 1-12-15,-10 3 0 0,12-4 4 0,-3 0-7 0,-2 0-4 16,-2-3-1-16,8 2 9 0,-8-2-5 0,0-3 1 16,0 6-4-16,6-8 0 0,-6-4-1 0,0 4 1 15,4-6-12-15,-4 2 0 0,0 1 0 0,0-3-7 0,4 0 19 16,-2 0-12-16,4 0 11 0,-2 0-3 0,-4 0-8 16,0 0 8-16,0 0-11 0,0 3 10 0,2-6 1 0,-4 0-4 15,2 1-15-15,0-4 19 0,2-2-20 0,-2 0 20 16,0 0 0-16,0-4 0 0,0 1 0 0,0-2-20 15,5 2 20-15,-5-3-20 0,0-2 20 0,0 4-4 0,2-6-19 16,-2 4 19-16,4-5-19 0,2 5 15 0,-2-3-4 16,2-2 1-16,2 0-1 0,2 3-11 0,3-4 4 0,-5 4-4 15,2-1 0-15,0 1 4 0,-2 6 0 0,5-2 4 16,-1-2 0-16,-2 6 0 0,2 0-1 0,-12 5-6 0,13 0 14 16,-7 0-3-16,-2 1 3 0,2 2 8 0,0 2-8 15,-12 4 4-15,6 5 0 0,0-3 4 0,0 6-4 16,6-2 4-16,-12 1 10 0,2 6-10 0,8-2 3 0,-4 7 5 15,0-2-1-15,8 0-8 0,-4-1 16 0,2-1-8 0,1 8-7 16,1-7 18-16,-6-1-18 0,10 4 15 0,-4-4-19 16,4 7 4-16,3-13 11 0,-9 5 0 0,0-5 1 15,2-1-5-15,-4-2 1 0,-2-8-1 0,2 2-3 0,2-1 0 16,3-4-20-16,1 0 20 0,-6-4-20 0,2-1 12 16,0-3-19-16,4-5 4 0,-1 1-1 0,3 1-7 0,0-7-11 15,-6-2 8-15,4-5-11 0,1-2-11 0,-1-1 0 16,0 1 8-16,2-4 1 0,-1-1-4 0,1-3 10 0,-4 1 5 15,2 7 7-15,2-1-11 0,-8 1 21 0,5 5-6 16,-5 6 13-16,0 4 11 0,-4 4-3 0,0 0 6 16,2 6 12-16,-2 4-12 0,0 6 15 0,-2 0 0 0,4 4 7 15,-8-1-7-15,10 7 14 0,-4 0-13 0,2 4 17 16,-2 2-21-16,6 3 15 0,-2 1-4 0,4-1-3 16,-2 3-11-16,11-2-8 0,-5-1 12 0,8 1-5 0,-3-4-2 15,1-4-24-15,3 1 8 0,-1-7-23 0,2-2-22 16,-1-2-22-16,-5-8-78 0,5-2-72 0,-3-2 19 0,-4-6 27 15,1-4 17-15,-1-4 18 0,0 0 21 0</inkml:trace>
  <inkml:trace contextRef="#ctx0" brushRef="#br1" timeOffset="-157318.49">27902 14389 121 0,'8'0'99'0,"-4"0"-4"0,4 0-10 0,-2-2-7 15,10-4-2-15,1 0-18 0,-5-5-7 0,2-2-9 16,9 2 3-16,-1-3-4 0,-7-6-16 0,7 1-1 0,-6 0 15 15,3 0-22-15,-11-1 15 0,8 0-18 0,-6 2 14 16,-3 5-21-16,-3-7 15 0,-2 6-19 0,-2-2 11 0,4 6 4 16,-4-5-11-16,0 5 11 0,-6 4-3 0,2 0-15 15,-7 4 7-15,7-4 7 0,-4 0-17 0,-2 6 17 16,-2-2-7-16,-1 2-10 0,1 0 6 0,0 0 1 0,-7-4 3 16,11 4 4-16,-2-4-11 0,0 8 4 0,0 2-4 15,-3-2-8-15,7 2 1 0,-4-4 0 0,8 6 10 0,-4 1 8 16,6 1-11-16,-6 4 8 0,6-6-8 0,0 6-8 15,-2-2 1-15,2-2 11 0,0 4 7 0,-8-1-11 16,6 1-8-16,-3 0 5 0,3 2 6 0,-2 0 5 0,-2 4-5 16,6-1-6-16,0-3 10 0,0 4 0 0,-6-1 0 0,6 0 1 15,4-2-1-15,4-1 0 0,-4-2 1 0,3 0-1 16,3-1 0-16,-4 1-3 0,4-6 0 0,6-2-4 16,3-1 0-16,1-2 0 0,5-1-30 0,-1-4-13 0,1-6-33 15,3 0-70-15,1-4-49 0,-3-4 23 0,3-3 22 16,4 0 7-16,-9-4 18 0</inkml:trace>
  <inkml:trace contextRef="#ctx0" brushRef="#br1" timeOffset="-156649.11">28998 13506 60 0,'2'4'89'0,"-2"-4"-1"0,4 0-7 0,-4 0-6 16,-4-4 0-16,8 4-27 0,-4 0-4 0,0 0-9 15,0 4 2-15,2 0 1 0,-2-2-3 0,7 4-4 0,-5-3 0 16,-2 5 0-16,0 0 1 0,6 3 6 0,2 0 8 0,0 6-7 15,-4 2 0-15,-2-2 3 0,-2 4 5 0,0 4 3 16,0 3 1-16,10 1 4 0,-6 5-6 0,-2 1 7 0,-2 7 5 16,0-1-8-16,11-3 2 0,-15 11 1 0,12-5-4 15,-2 3-11-15,4-3 13 0,0 2-3 0,-1-5-8 16,-1 0-22-16,4-2-3 0,2-3 9 0,3-4 4 0,-1-3-22 16,-4-3 18-16,0-1-4 0,7-8-23 0,-7-1 0 15,2-5 19-15,-5-5-5 0,-7 0-9 0,4-4-5 0,0-2 4 16,-6-2-13-16,10-4-5 0,-8 0-18 0,-2-8-5 15,0 1 19-15,-2 2-18 0,-8-6 1 0,8 1-8 16,-10-4 4-16,3-7-11 0,-9 5 21 0,-2 2 0 0,1-1-11 16,-3 1 20-16,-11-2-12 0,13 6 20 0,-13-3-16 15,6 8 24-15,-7-2 0 0,3 5 4 0,-2 2 0 0,3 4-15 16,1-2 19-16,3 4 0 0,-7-2-1 0,12 2 1 16,-1 2 4-16,0-2-12 0,3 4 4 0,3 0 0 15,-3 0 8-15,5-2-8 0,-2 4 8 0,4 2-12 0,-5 3 4 16,5-3 8-16,4 0-12 0,-7 6 4 0,7-4 0 15,-8 0 0-15,6 2 0 0,2 0 0 0,1-4 0 0,-3 8 0 16,8-1 4-16,-2-5 0 0,-2 6 4 0,2-2-8 16,4-3 12-16,0 5 0 0,0-2-8 0,0 2 16 15,0 2-16-15,0-10 20 0,0 5-20 0,-2 1 20 0,8-6 1 16,-4 6 0-16,8-6-4 0,0-2 0 0,3-4-5 0,-1 1-58 16,10-3 47-16,1 3 7 0,8-3 5 0,-3 0 0 15,3-6-4-15,-3-2-5 0,5 0 1 0,-2-2-9 0,7-2-22 16,-7-2 1-16,8 1-12 0,-4-7-13 0,-1-2-11 15,3 3-19-15,-8 0-14 0,3 0-39 0,-1-1-66 16,-2 1-43-16,-3 0 47 0,5 2 20 0,-5-1 17 0,-5 1 22 16,3 0 13-16</inkml:trace>
  <inkml:trace contextRef="#ctx0" brushRef="#br1" timeOffset="-156074.8899">30009 13966 54 0,'0'-5'101'16,"0"-6"-6"-16,0 11 1 0,-6 0-1 0,6-5-3 0,0-1-20 15,-10 3-20-15,8 0 6 0,-4 3 5 0,-5-5-11 0,3 5-7 16,-6 3 1-16,2-6 0 0,4 0-7 0,-5 3 7 15,-3 3-3-15,6-6-10 0,-5 1 3 0,5 2-18 16,-2 2 15-16,6-2-3 0,-6 6-1 0,1-4-17 0,-5 4 14 16,8 3-19-16,-4 1 20 0,1 2-12 0,-5-2 0 15,2 10 8-15,2-4-12 0,-1 6 8 0,-3-3-7 0,0 3 0 16,1 0-5-16,-1 3-7 0,0-1 12 0,-3 4 0 16,11-3-5-16,-4 5 1 0,2-3 0 0,3-5 0 15,1 8 0-15,0-5-4 0,2-5-4 0,4 0 0 0,0 0 0 16,4-6-4-16,4-3-12 0,3-3 0 0,1 0 13 15,4-8-5-15,-4 0-23 0,11-10 8 0,-3 1-4 0,5-5-4 16,5-4 5-16,-1 0 3 0,-2-6 8 0,-3-3-11 16,1-1 19-16,-3 1-16 0,3-3 23 0,-5 0-7 15,-8 5 7-15,1 1 11 0,-5-2 8 0,2 7 3 0,-8 0-7 16,-2 6 23-16,0 1 3 0,4 4-10 0,-8 2 7 16,4 6 5-16,0-2 5 0,-2 2-8 0,4-3-8 0,-2 3 9 15,0 3-4-15,0-3 5 0,0 2 1 0,6-4-22 16,-2 2 14-16,2 0-17 0,0 2 17 0,5-2-3 15,-5 6-14-15,2 2 5 0,4 0-18 0,-2 0 18 0,1 4-4 16,-1-2-9-16,-2 7 4 0,0-3-19 0,4 6 19 16,-5-4-18-16,3 3 18 0,-2-3-24 0,0 4 20 0,-2-6-15 15,2 2-4-15,1-3-10 0,3-1-5 0,-12-10-18 16,6 8-4-16,4-4-3 0,-8-2-25 0,8-4-27 0,-5 0-13 16,1 0-8-16,4 0-30 0,2-6-43 0,-6-3-25 15,4 2 22-15,1-2 27 0,-7 1 10 0,2 0 25 0,4-6 25 16</inkml:trace>
  <inkml:trace contextRef="#ctx0" brushRef="#br1" timeOffset="-155754.4199">30440 13919 145 0,'-6'14'126'15,"0"-2"-11"-15,0 7-6 0,0 1 4 0,-1 4-9 0,5-6-35 16,-4 2 8-16,6 1-18 0,-4-1-9 0,0-1 7 0,12-2-22 15,-8 2 12-15,8-5-22 0,1-3 12 0,9 2-19 16,-8-4 8-16,5-7-4 0,-1 4-15 0,2-9-18 16,9 0 11-16,-5-8-26 0,-2 1 4 0,7-6-11 0,-9-4 1 15,11-5 3-15,-9 1-10 0,1-4-1 0,3 0 8 16,-6 1 4-16,-3-1 14 0,-1 9 0 0,-4 0-7 0,2 6 21 16,-8 2-7-16,-2 6 14 0,0 5 14 0,4 2 4 15,-2 8-11-15,-8 2 14 0,-2 5 11 0,4 5 0 0,4-2-13 16,0 0 6-16,0 8-10 0,0-9 11 0,-2 9-19 15,4-1 1-15,8-5 11 0,3 0-19 0,1 0 12 0,0-6-12 16,5 3-11-16,-3-3-3 0,2-4-26 0,1 2-11 16,13-6-29-16,-17-5-63 0,5-1-60 0,-6-2 10 0,-1-2 22 15,1-7 18-15,0-4 23 0</inkml:trace>
  <inkml:trace contextRef="#ctx0" brushRef="#br1" timeOffset="-155088.65">31224 13546 71 0,'9'-16'84'0,"-1"8"-9"15,-2-4-4-15,0 2 1 0,-2 0-8 0,-2 6-19 16,-2-1-4-16,2 2-4 0,-2 0-2 0,4 0-8 0,-4 3 1 16,0 0-4-16,2 0-4 0,-2 3 1 0,6-3-14 15,-2 0-3-15,5 0 2 0,-1-3 1 0,-2 3 14 16,-6 6-3-16,6 0-5 0,-2 2 1 0,2 0 0 0,-4 6 4 16,6 0-1-16,-1-3-3 0,-3 11 4 0,2-3 6 0,6 8 1 15,2-2 3-15,-12 2-7 0,11-2-6 16,-5 10 10-16,0 1 0 0,4 0-4 0,-10 3 11 0,8-1-6 0,-3 3 10 15,3 0-18-15,-2 3 1 0,2-6 14 0,-2 3-4 16,-2-5-3-16,9-1-18 0,-9 1 14 0,0-3 1 16,0-7-4-16,0 1-19 0,-6-6 15 0,2-2-19 0,-2-3 15 15,6-4-18-15,-1-4-5 0,1-2 12 0,-6-3-11 16,2-1-8-16,4-2-26 0,-2-2-10 0,2-4-37 16,-2 1-62-16,0-9-56 0,-4-6 16 0,2 4 41 0,2-3 10 15,5-8 17-15</inkml:trace>
  <inkml:trace contextRef="#ctx0" brushRef="#br1" timeOffset="-154808.77">31904 13637 138 0,'-6'17'106'0,"-2"7"13"0,2 4-10 0,0-9-3 16,-2 9 0-16,-3 2-12 0,5-1-11 0,-4 5-2 0,6-3-7 16,2 4-6-16,2-2 8 0,-4-4-21 0,-2 5 12 0,6-4-7 15,0-3-26-15,0-5 16 0,0 3-23 0,6-9 11 16,-6 4-2-16,4-10-24 0,-2 2 16 0,4-2-16 16,4-4-12-16,-3-3-12 0,1-1-16 0,8-2-23 0,0-5-19 15,1-3-21-15,-3-6-35 0,-2 0-69 0,5-4-20 16,-5-2 36-16,2-2 21 0,-4-3 19 0,9-2 3 0,-3-6 21 15</inkml:trace>
  <inkml:trace contextRef="#ctx0" brushRef="#br1" timeOffset="-154432.3299">32286 13563 94 0,'-22'22'119'0,"-3"-2"3"0,7 1-3 15,0 1-9-15,-5-2-11 0,9-4-9 0,0 6-20 0,-5-5-7 16,17 1 4-16,-8-6 0 0,6-1-13 0,2 0-4 16,2-3-6-16,-2-3 3 0,2-2-14 0,0 2-3 15,2 1 0-15,0-6-8 0,4 0 1 0,2 0-4 0,4 0-11 16,-3 0 7-16,5 5-4 0,-4-12-11 0,13 1 8 16,-1 0-4-16,-8 1 7 0,3-1-11 0,5 6 8 15,1-6-16-15,-9 4 16 0,4 2-16 0,1-5 1 0,-9 12-1 16,-4 5 4-16,0-4 16 0,4 8-16 0,-10 1 19 0,2 5-19 15,-2-6 12-15,0 11 0 0,0-4 7 0,-2 1-7 16,-10-2 0-16,2 4-4 0,6 0 4 0,-2-4-1 0,-9 1 1 16,5-1 0-16,-8-6-4 0,10 5-4 0,-9-7 8 15,11 6-4-15,-4-6 4 0,-2-2 4 0,5-3-12 16,1-1 0-16,6 0 4 0,-8-2-4 0,4 2 0 0,-2-2-4 16,-4 0-4-16,4-2-12 0,0 0 8 0,-3-4-23 15,5 2-27-15,-2 2-21 0,-6-10-32 0,12 2-59 0,-2 0-34 16,2-12 10-16,-4 1 38 0,4-1 6 0,4-4 22 15,-4 1 10-15</inkml:trace>
  <inkml:trace contextRef="#ctx0" brushRef="#br1" timeOffset="-154072.9499">32636 13320 74 0,'8'7'95'0,"-8"-4"-7"0,0-3-3 16,0 0-20-16,0 8 6 0,2-2-19 0,2-4-1 15,2 10-3-15,-6-2 4 0,8 1-4 0,-4-2 1 0,4 7-4 16,3-3-14-16,-3 9 8 0,10-5-4 0,-12 11 7 15,5-6-6-15,5 11-8 0,2-1 1 0,-1 4 14 16,-5 3-18-16,2 2 8 0,7 5 0 0,-5-2-4 0,-2 3 5 16,3-3-20-16,-1 5 9 0,-4-8 3 0,-4 3-19 15,2-5 16-15,5-3-4 0,-1-4-4 0,-12-7-19 16,8 3 16-16,-6-10-8 0,5-1-12 0,-7-5-11 0,2-2-15 16,-2-4-11-16,-2-4-22 0,0-2-10 0,0-2-31 15,0-7-58-15,-2 2-32 0,-4-3 27 0,-3 0 21 0,1-1 17 16,0-5 8-16</inkml:trace>
  <inkml:trace contextRef="#ctx0" brushRef="#br1" timeOffset="-153688.8899">32793 13824 71 0,'14'-8'101'0,"-4"-6"-9"0,5 8 3 16,-7 4-13-16,4-4-4 0,-2 6-16 0,3 0-11 0,-1-5 1 15,0 7 7-15,-4 4-4 0,2-1 1 0,9 9 7 16,-5 0-17-16,-6-3 11 0,9 5-18 0,-9 1 8 0,4 8-4 16,2-1-6-16,-6-2 11 0,-3 5-8 0,-1-3 9 15,0-1-11-15,2 5-12 0,0-4 16 0,-6-2-3 0,10 0-4 16,-8-8-19-16,4 5 0 0,-2-7 0 0,3-8 0 16,1 0 12-16,0 1 0 0,-2-5-3 0,-4-5-5 15,16-3-20-15,-7-4 13 0,3-7-22 0,-4-1 9 0,2-4-8 16,11 0-4-16,-7-5-21 0,3-7 13 0,3-6-4 15,-6 3-16-15,-1 1 0 0,3-3 1 0,0-1 9 0,-1 3-20 16,-9 1 20-16,8-3-12 0,-3 5 5 0,-3 3 18 16,-6 7 1-16,2 0 3 0,-4 7 4 0,-2 3 0 15,0 0-14-15,0 10 17 0,0 4 1 0,0 2-15 0,4-4 19 16,-4 4-8-16,4 0 11 0,4 0-18 0,-6 0 3 16,5 0 5-16,3 4-12 0,-4-8-14 0,4 4-3 0,-4 6 0 15,-2-4-20-15,-2-2-15 0,4 6-19 0,-6 0-24 16,3 2-13-16,1-2-6 0,-4-4 7 0,2 1 17 15</inkml:trace>
  <inkml:trace contextRef="#ctx0" brushRef="#br1" timeOffset="-153434.4199">33569 13464 128 0,'-6'8'112'0,"-2"6"0"16,-3-2 1-16,5 4-11 0,-6-2-6 0,4-1-9 15,0 7-4-15,4-1-13 0,2 2 1 0,2 4-7 0,-5 1 0 16,1 0-9-16,4 2 11 0,0 1-48 0,0 0 41 16,4-2 2-16,-4 6-12 0,0-3-14 0,-4 0 8 0,4-5-8 15,0-1-11-15,0 1-4 0,0-9 0 0,0 6-4 16,0-2-4-16,9-7-4 0,-9-1 12 0,0-4-7 16,0-6-21-16,2 4-13 0,2-6-23 0,4 4-12 0,-6-8-18 15,8-2-26-15,2-2-41 0,-6-9-51 0,5-1-19 16,1-4 24-16,-4-3 23 0,2-3 18 0,-2-4 10 0,3-4 27 15</inkml:trace>
  <inkml:trace contextRef="#ctx0" brushRef="#br1" timeOffset="-152999.46">33724 13119 91 0,'0'8'98'0,"0"6"-13"0,0-1-7 16,0-5-3-16,0 8-7 0,0-4-20 0,0 2 0 0,0 5-3 16,0-3 3-16,0 4 0 0,0-1-13 0,0 3 0 0,0 2 3 15,0-2-3-15,0 9-3 0,0-4-15 0,0 6 1 16,0-2 10-16,0 1-14 0,0 7 8 0,0-1-4 16,2 6-4-16,4-6 0 0,2 1-3 0,-1-4 0 0,-1 1-4 15,2-5 0-15,2 1 0 0,4-4 0 0,-3-7 1 16,-5-5-5-16,4-4 8 0,2-2-4 0,-4-6-18 0,11 1 19 15,-5-8-8-15,-2-3-18 0,-4-4 7 0,9-2 4 16,-5 2-11-16,2-9 0 0,-3 2 0 0,-1-2-7 16,0 3 7-16,2-9 4 0,-10 3 0 0,4 0 3 0,-2 0 4 15,1 6 4-15,-5-3-1 0,0 7 4 0,-5-2 0 16,-1 4 0-16,0 4 4 0,-2 4 13 0,0-2 1 0,8 4 0 16,-6 4-15-16,0 2 1 0,0 1-1 0,-3 4 1 15,9-3 17-15,-4 4-17 0,0-2 14 0,4 4-4 16,0 5-7-16,-6-3 8 0,6-1-19 0,0-2 15 0,6-2-11 15,2 3 7-15,-6-4-14 0,7 0-4 0,-3-6 0 0,4 2 4 16,6-6-7-16,-8 3-1 0,9-3-6 0,-5 3-4 16,0-3-17-16,7-3-25 0,-9-2-38 0,2-1-37 15,0 4-25-15,1-10 20 0,-3 4 25 0,2 0 13 0</inkml:trace>
  <inkml:trace contextRef="#ctx0" brushRef="#br1" timeOffset="-151008.8599">19800 16189 57 0,'-15'0'78'0,"-5"2"-3"15,6-4 13-15,-19 2-20 0,15 0 10 0,-5 0-27 16,-5 0-6-16,9 0 13 0,-3 0-10 0,-7 2 4 0,5 1-11 16,-11 0-6-16,10 0 14 0,-3 7-11 0,1-4-3 15,-1 2 0-15,1 0 4 0,-10 4-10 0,11-2-4 16,-9-4 0-16,6 2-4 0,-5-2 1 0,3 4 6 0,3-7-9 16,-3 0-5-16,-2-3 1 0,7 3-1 0,-3 3 1 15,5-4 0-15,1 6 3 0,-5-2-7 0,9 4-11 0,-5-4 7 16,3 6 8-16,1 4-7 0,-3-5-1 0,7-1-11 15,-4 10 12-15,-3-9-4 0,3 3-4 0,-1 5 11 0,1-6-8 16,1 9-3-16,-1-5 0 0,-4 5 0 0,5-2 0 0,-3 2 0 16,3-2-7-16,1 3 7 0,0 1 7 15,-5-4-7-15,5 4 4 0,1 1-4 0,-1-3 0 0,0 6-4 16,1-1 4-16,1-2-3 0,-2 5 6 0,-1 2-3 0,7 2 4 16,-4-1-8-16,-3 5 12 0,7-2-1 0,-2 3-10 15,-1 1 3-15,1 1-4 0,0 4 8 0,4-3-8 16,-5 6 11-16,3-4-7 0,0 0-7 0,2 0 7 0,1 5 0 15,1-5-4-15,0-1 4 0,2 2 0 0,6-1-4 16,-4-1 1-16,8 1-1 0,2 1-7 0,2-5 11 0,2 1 4 16,7 1-4-16,-3 4-4 0,6-2 8 0,-5-2 3 15,11-1-11-15,-1 3 12 0,-1-3-12 0,5 5 4 0,-5-5 0 16,1 6 4-16,-1-3 3 0,3 0-11 0,2 2 8 16,-9 1-4-16,9-4 0 0,-5 4 8 0,5 3-1 15,-5-6-11-15,5-3 4 0,-3 0 0 0,1-3 0 0,1 1 0 16,1-6 8-16,2 0-4 0,-1-6-1 0,5-5-10 15,-6-2 7-15,9-1-4 0,-5-3 4 0,4-4-4 0,-2-8 4 16,7 0 8-16,-3-2-12 0,2-2 4 0,2 0 8 16,2-2-1-16,2-4-7 0,0 0 4 0,4 0-8 15,-6-2 4-15,8 0-4 0,0 0 4 0,0 0-3 0,0-3 3 16,0-3-4-16,3 4 0 0,-3-2 4 0,2-2 8 16,-2 1-8-16,-2-6 0 0,0 2 7 0,0-7-14 0,-2-1 7 15,-2-3-4-15,2-4 15 0,2-4-3 0,0-5 3 16,-2 0 0-16,-2-9-14 0,8 3 18 0,-4-5-19 0,2-3 15 15,5 0 1-15,-9-5-20 0,0 2 20 0,2-4-1 0,-4-1-3 16,0-6 0-16,0 2-1 0,-11-4 1 0,-1 0-4 16,2 0-20-16,-9-3 5 0,-3-1 19 0,-3 2-1 15,-9-2-3-15,-5 4-8 0,0 0-7 0,-12 0 18 0,-4-1-18 16,-4 1 11-16,-9 2 8 0,-5 8-20 0,-3-1 4 16,-8 2 1-16,-6 4-1 0,7 2 12 0,-13 2-8 15,2 5-4-15,-4 1 12 0,4 4 8 0,-2 1-1 0,0 3-3 16,-3 5 0-16,-5 3-1 0,8 5 1 0,-4 1-4 15,6 6-20-15,-2 2 16 0,-2 2-11 0,4 9-12 16,2 2 0-16,2 0-26 0,2 3-7 0,7-5-36 0,1 5-88 16,4 0-34-16,3 0 31 0,12 5 22 0,-3-5 15 0,11 0 17 15</inkml:trace>
  <inkml:trace contextRef="#ctx0" brushRef="#br1" timeOffset="-130213.11">32468 7832 67 0,'-2'-8'78'0,"-8"8"-7"0,4-5 1 0,-2-1-8 16,-1-2 4-16,5 0-20 0,4 0-3 0,-2-4-11 16,2 4-10-16,0 0 7 0,0 0-4 0,0-3 7 0,0 0-6 15,2 6-4-15,-8-5 0 0,0 2-3 0,2 3 0 16,-2-6-4-16,-2 6 1 0,-3-1-4 0,5 1 0 16,-8 2-11-16,2 0 11 0,0-2-3 0,-3 0-1 0,7 5-3 15,-10-3 0-15,5 0 0 0,-3 0-3 0,-6 1-1 16,9 2 4-16,-5-4 4 0,2 2-8 0,1 2 1 0,-3-2-1 15,2-2 1-15,-7-2 0 0,7 6 3 0,6 0 3 0,-7 0 1 16,-1-2-1-16,4-6-2 0,-1 6 2 0,-1-2-3 16,4-1 0-16,-5 0 1 0,3 2-1 0,-2-3-4 15,3-5-6-15,-5 3-8 0,4 5 11 0,-5-3 0 0,-5 2 0 16,6 0 7-16,-5-2 0 0,3 6-14 0,-3 0 14 16,-5-2-7-16,3 2 0 0,-8-4 0 0,5-2 7 0,-3 2-14 15,-1-1 14-15,3 2 1 0,-4 3-16 0,-4-2 16 16,7-4-8-16,-7 3-8 0,4 1 8 0,3 2 4 15,-5 0-4-15,4 2 0 0,1-9-4 0,-11 4 15 0,6-3-14 16,9 6-1-16,-13 0 15 0,4-6-15 0,5 1 15 16,-3 0-15-16,-2 1 15 0,9 2-7 0,-7 2 3 15,2 0-14-15,3-3 17 0,1-4-17 0,-6 3 0 0,9 2 0 16,-5 2 18-16,3 0-1 0,-7-4-17 0,9 4 14 16,-5-2-14-16,-2 0 4 0,7 2 13 0,-7 2-13 0,5-2-4 15,-3 0 14-15,-2 0-11 0,3 0 4 0,3 0 15 16,-3 0-19-16,5 0 11 0,-3 0 8 0,-1 0-12 0,3 0 4 15,-3 0-10-15,3 0 17 0,-9 0-6 0,8 0-12 16,-3 0 8-16,3 0-1 0,1 0 8 0,-9 0-7 0,5 0-1 16,-5 0 5-16,0 0-8 0,-4 6 0 0,3-4 0 15,1 4 0-15,-10-1 0 0,10-2 0 0,-7-1 0 16,-1 2 0-16,2-2 7 0,0 1 0 0,4 0-7 0,1-1 0 16,-7-2 0-16,6 0 8 0,3 3-12 0,-1 0 4 0,-4 0 0 15,2-3 7-15,9 3 1 0,-13 0-12 0,4-3-7 16,1-3 11-16,-1 0 7 0,2 3-10 0,-8-3 3 15,7-3 0-15,-7 6 0 0,2-2-8 0,-4-1 16 0,6 0-12 16,-4 1-7-16,1-2 18 0,-5 4 1 0,12 4-12 16,-8-8-7-16,0 10 11 0,5-3-4 0,-1 0 4 0,-2 2-7 15,4-5 14-15,1 3-7 0,3 0-7 0,0 3 7 16,-1 1 0-16,5 2 0 0,-2-7 7 0,1 1-7 16,3-3-7-16,3 5 7 0,-5-1-7 0,7 2 10 0,-5-2-3 15,5-2 8-15,0-2-8 0,-3 0 7 0,3 0-18 16,-1 4 18-16,-3-4-7 0,9-4 0 0,-7 14 8 0,-3-10-12 15,3 4 4-15,0 0 7 0,-3-2 1 0,3 1-5 16,-3-3 1-16,5 6 0 0,-3 1-15 0,-3-1 7 0,1 0 4 16,1 2-4-16,-1-3 1 0,5 1 3 0,-7 4 0 15,5 2 7-15,-7-1-3 0,9 0-4 0,-1-3-15 16,-5 3 11-16,3-3 4 0,-5 3 0 0,7 2 0 0,-1-3-11 16,-5 2 11-16,5 0-7 0,-3-1 14 0,-1 2 1 15,3-2-1-15,1 1 0 0,1-4 1 0,1 6-5 0,-5-4 1 16,11-1-19-16,-2 4 12 0,3-4-1 0,-5-1 8 15,6 0-8-15,2-2-7 0,-7 4 15 0,5-1-15 16,2-4 18-16,2 4-3 0,-1 4-15 0,-5-4 18 0,8 1-3 16,-6 4-15-16,0-3 14 0,-1 3 1 0,5 2 0 0,-6-2-19 15,-5-2 4-15,9 6 11 0,2-4 4 0,-8 5-1 16,3-5 1-16,-3 4-8 0,8-4-6 0,-4 6-1 16,2-4 18-16,-1-1-7 0,-3 7-11 0,4-9 18 0,2 6 1 15,-3-2-5-15,5 1 1 0,-4-4-11 0,10 2-8 16,-6-2 4-16,4 1 0 0,-8 3 19 0,10-4-5 0,-6 0 1 15,6 2-4-15,-2 0 0 0,-3-1 0 0,1 1 0 16,-4 4 0-16,2-4 0 0,0 3-4 0,2 1-3 0,-4-2 7 16,-3 6 0-16,3-7-11 0,-2 5 4 0,2-6 7 15,4 6-7-15,2 1 3 0,-2 1 8 0,0-4-8 16,-3 4 8-16,7-2-4 0,-2 1 0 0,2-2 0 0,0-1 0 16,0 2 0-16,2-2 0 0,-4 0 3 0,2 2-3 15,0-8 0-15,0 5 0 0,0-2 0 0,2-3 0 0,9 5 0 16,-7-6-7-16,2 3-7 0,2 2 3 0,2-7 8 15,-2 7 6-15,11-4 1 0,-9 0-1 0,4 2 1 16,-3 0-1-16,5-1-6 0,-8 6 6 0,6-6 1 0,-1 1 0 16,-5 0-4-16,8 1 0 0,-4 1 0 0,-1 0 3 15,1 0-3-15,-4-1-14 0,8-1 10 0,-3 0-6 0,3-1-1 16,-4 4 4-16,0-5 7 0,5 7 7 0,-5-7 0 16,4 6 0-16,-5-4-3 0,9 0-1 0,-2 1-6 15,-3 1-8-15,1-4 18 0,0 6 0 0,3-6-3 0,-3-1-1 16,5 3 1-16,-5-2 0 0,2-2-1 0,-1 4 1 0,1-5-4 15,-2 5 3-15,-1-2-3 0,7-2-7 0,-2 0 11 16,-5 0-4-16,5-1-7 0,-3-1 3 0,3 4 8 0,2-6-1 16,3 1-3-16,-9 4 4 0,13-4-4 0,-7 2 0 15,3-1 0-15,3 5 0 0,-3-5 0 0,4-1 0 16,-1 4 0-16,-1-1 0 0,-1-1 0 0,1-1 0 0,3 2 0 16,-5-2 0-16,6 1 0 0,-7 0 0 0,9-3-15 15,-13 4 19-15,9-2-11 0,-7-1 10 0,3-1 1 16,-1 0-8-16,-1 0 8 0,1 0-8 0,-1 4 8 0,-3-7-8 15,3 8 8-15,-1-4-8 0,5-1-6 0,-1 4 13 16,-5-2 1-16,7 2-8 0,-3 1 8 0,3-2-8 0,3 0-3 16,-3-3 11-16,3 0-15 0,2 3 15 0,-3 0-8 15,5-3 0-15,-4-2-6 0,12 4 13 0,-11-1-6 0,11-3-1 16,2 5 11-16,-2-1-3 0,4 1-11 0,4-3 10 16,-4 8-10-16,10-1 0 0,-6 1 3 0,0 1-3 15,-2 0 4-15,9-1-4 0,-5 6 7 0,0-6-4 0,-2 1 8 16,-6-1-1-16,2 4-6 0,-4-9-1 0,2 5 1 15,-5-2 3-15,1-8 7 0,-4 6 0 0,-6-3 0 0,11-4 0 16,-5 1 0-16,-6-3-10 0,6-3-5 0,-5 3 5 16,3-3 6-16,-2 0 8 0,1 0 0 0,1 0 0 0,-2 0-1 15,2 4 1-15,-3-4-7 0,5 0 6 0,-6 6-17 16,7 0 4-16,-1-3-1 0,-4 2 0 0,4 4 4 0,-3-2 8 16,3 4 2-16,-2-3-13 0,4-2-1 0,-5 10 1 15,1-10 3-15,4 2-4 0,-8-2 4 0,7 3 0 0,-1-2 14 16,-4 2-6-16,1-7-5 0,1 0-6 0,8-2 13 15,-4 4-13-15,-4-4-1 0,10 0 15 0,-3 0-7 16,-5 0-1-16,10-4-6 0,-4 0 13 0,2-2-6 0,2 3-11 16,0-4 18-16,-4 3-11 0,2-4-8 0,0 3 16 15,0-3-16-15,-3 4 19 0,-1-6-3 0,4 10-1 16,-2-3-18-16,-6 0 0 0,2-5 18 0,2 8 1 0,-9-2-1 16,3 2 0-16,-2 0-18 0,1-10 0 0,-3 10 4 15,0-5 0-15,-1-6 0 0,7 6-1 0,-10 0 5 0,5-4-4 16,-5-4 17-16,8 2-13 0,-5-3 14 0,5 4-4 15,2 0 0-15,-7-3 0 0,-1-3 1 0,4 4-19 0,-1-2 3 16,-3 2 1-16,1 0 0 0,-1-2 0 0,4-2 3 16,-3 3 1-16,-1-3 13 0,-5 4-17 0,7-2 0 0,-4 0 7 15,-1 1-4-15,1 1 15 0,-3 0-18 0,3 0 0 16,-3 1 3-16,-3 0 1 0,3 0 13 0,1 3-17 16,1-4 0-16,-1-4 11 0,-1 8 6 0,3-3-17 0,-5-2 4 15,1-1 10-15,3-1 0 0,-5-1 0 0,7 2-14 0,-5-2 0 16,-3 3 14-16,5-1-11 0,-9-2-3 0,9-2 0 15,-7 2 11-15,-2 3 6 0,7-3-2 0,-7 4-1 16,0-2 0-16,-1 2-3 0,3 0-1 0,-2-2 1 0,-3 1-1 16,3 1 1-16,2-2 0 0,-5 2-15 0,-1-2 0 15,0-1 0-15,5 2 18 0,-5 0-17 0,0-4 17 0,4 4-18 16,-7-5 18-16,7 2 0 0,-4-1 1 0,2 1-5 16,-3-3-14-16,5 3 15 0,-4-1 0 0,3-2-1 15,-1 5 1-15,-6-8-1 0,8 9 1 0,-3-9-15 0,-3 2 0 16,2 2 1-16,-4 1 6 0,4-5 11 0,-3 6-18 15,-1-6 22-15,-4 8-18 0,2-8 0 0,-2-1 0 0,-2 7 17 16,-2 0-17-16,4-3 18 0,-4-1-7 0,0 4-12 16,-4 2 19-16,4-4-18 0,0 3 14 0,0-6-14 0,4 6 14 15,-2 2-14-15,-2-6 0 0,2 2 0 0,2-1 10 16,-2 0 8-16,-2 2-18 0,5 0 0 0,-1 0-1 16,-2 1 5-16,-2-1-1 0,6 0 1 0,-2-1-1 0,-4 1 4 15,-4 2-3-15,-2-4-1 0,12 3 4 0,-2-1 14 16,-14-1-17-16,16 0-1 0,-6 1 1 0,0 0 17 15,0-3-18-15,0 2 1 0,-6-2-1 0,6 5 4 0,0-4 0 16,-2 3-3-16,-2-5 3 0,-1 4 7 0,-1 2 7 16,4-2-18-16,-4 6 1 0,0-5 14 0,-4-1-15 0,2 6 15 15,-5 1-15-15,13-4 15 0,-8 1-18 0,2 1 18 0,-2-5-19 16,2 8 5-16,4-4 14 0,-13 0-19 0,11 2 19 16,-2 0-7-16,-2-6-11 0,-4 5 17 0,4 3-17 15,-3-9 14-15,-3 6-7 0,6 0-7 0,-8-1 0 0,5-1 3 16,-5 2 1-16,0-1 14 0,-1 2-15 0,-1 0 15 15,0-2 0-15,-5 2-1 0,5-2-17 0,-5 4 18 0,-1-3-7 16,3-3-1-16,-3 6 8 0,-3-3-7 0,1-5-1 16,-1 7-6-16,-1-2 6 0,-3-2 1 0,2 2-4 15,-9-3 0-15,5 0 0 0,-10 1 0 0,-2-1 4 0,-6-2-8 16,-4 2-10-16,-8-2-30 0,1 2-17 0,-3-1-31 16,-17-1-83-16,7 2-14 0,-15 2 28 0,2 0 18 0,-12 4 18 15</inkml:trace>
  <inkml:trace contextRef="#ctx0" brushRef="#br1" timeOffset="-124121.33">22626 16329 98 0,'-24'0'85'0,"-9"2"-7"16,7 4-4-16,-3-6-19 0,4 2-8 0,-1 2-2 0,1 4-8 16,7 0-2-16,0-8-5 0,-1 8-2 0,5-3-4 15,-4 1-3-15,-1-4-42 0,3 4 42 0,2 4-1 0,-3-4 1 16,3 0-4-16,-5 0 0 0,7 5 1 0,-4 0-4 16,-7-3-14-16,9 3 10 0,-6 1 0 0,-3 0 4 15,3 0-10-15,-1 4 10 0,-3-2 0 0,3-3 0 0,-1 7-4 16,-2 0 1-16,1-2-1 0,-6 0 4 0,11-5-3 15,-11 9 3-15,7-4 7 0,-2 0-3 0,-5 1-4 0,8 2 0 16,-7-2 0-16,10-1-3 0,-5 3-11 0,3-3-4 16,-1 4 8-16,3-2 6 0,-1 2 1 0,3 2-14 15,2-5-1-15,-3 1 15 0,-1 2-1 0,2 2-17 0,3-3 4 16,-3 9-1-16,-2-10 15 0,1 5-15 0,3-1 19 16,2-3-5-16,-4 3-13 0,-1 2-1 0,9-4 1 0,-4 2-1 15,-5-6 0-15,5 3 19 0,2 1-19 0,2-2 18 0,-4 2-17 16,1-1 14-16,1-3-1 0,2 4-2 15,4-1-1-15,-2-3 0 0,0 4 0 0,-3-2 0 0,9 2-3 0,-2-1 0 16,-8 1-1-16,6 2 5 0,4-3-5 0,-4 3 1 16,-4-1-1-16,2-2 1 0,6 3 0 0,-4 1-8 15,2 1 0-15,-2-4 8 0,8 2 3 0,-8-1-3 16,1-1 0-16,3 4-1 0,3-7-6 0,-3 5-1 0,-3-6 8 16,6 4-8-16,-3-4-7 0,-3 3 0 0,10-3 4 15,-1 0 0-15,0-2 7 0,2 1 7 0,-4 3-7 0,10-4 0 16,-12 6 7-16,7-6 0 0,3 4 1 0,0-4-5 15,-4 5 1-15,0-5-8 0,-3 3-7 0,5 2 15 0,-4-6-15 16,-2 9 18-16,10-8-10 0,-6 6-8 0,3-7 11 16,1 6 0-16,-2-2 7 0,2-1-7 0,-3 4-11 15,7-2 11-15,-4 1 8 0,2 1-19 0,1-1 18 0,-1 3 0 16,0-2-14-16,5 2 14 0,-7-6 0 0,6 6-17 16,-1-5 17-16,-3 1 0 0,8-6 0 0,-3 4-18 0,-3-3 19 15,3-1-8-15,5 4-11 0,-1-6 18 0,5 2-18 16,-10 4 18-16,7-5-3 0,0 1 0 0,-1 4-1 0,3-6 1 15,-3 2 0-15,-6-2-1 0,7 2 1 0,-5-1-19 16,1-1 19-16,1-10 0 0,1 12-1 0,-5-2 1 16,7-1 0-16,-5 2-4 0,-2-3-15 0,7 3 11 0,-5-3 8 15,7 6 0-15,-5-6-19 0,-3 11 19 0,7-10-1 16,-5 1 1-16,3-1 0 0,-1 4-1 0,-3-2 1 16,5-5-19-16,-5-4 19 0,0 2-19 0,5-2 19 0,-5 2-8 15,1-4 8-15,7 0-15 0,-3 0 15 0,1-4-15 0,-1 4 0 16,-1 0 18-16,-1 0-14 0,1 0 14 0,-1 0-14 15,-1 0 14-15,-3 0 1 0,1 0-19 0,-3 0 18 0,1 0-18 16,-2 0 18-16,3-2 1 0,1-4-5 0,-6 6-3 16,9-6 4-16,-7 6-8 0,-4-2 8 0,3 2-1 15,3-9 1-15,-2 2-18 0,-1-2 17 0,7 7-17 0,-5-4 17 16,-1-2-17-16,2-6 17 0,3 2-6 0,-5 2-12 16,2-9 19-16,1 8-18 0,-3-6 10 0,2 3-7 0,-5-2 15 15,9-3-15-15,-5 3 15 0,-3-4-15 0,4 4 4 16,-1-6 14-16,-1 5 0 0,-4-7-14 0,7 7 14 0,-3-2-7 15,0 0 0-15,-6-3 0 0,7-2-7 0,-5 7 10 16,4-5-10-16,-3 2 0 0,-1-4 7 0,6 5-7 16,-8-3 14-16,5-6 0 0,-1 6-3 0,4 1-15 0,-5-4 15 15,1 2-4-15,-4-1 0 0,7 1 7 0,-1-1-18 16,-6 0 18-16,0 5-10 0,3-7-8 0,5 2 18 0,-8 5 0 16,0-3-17-16,1 6 17 0,-3-6-18 0,-2 2 18 15,2 1-14-15,-4 3 14 0,0-4 0 0,-2 4-14 16,-2-6 7-16,0 9 7 0,0-7-10 0,0 4-4 0,4-3 14 15,2 2 0-15,-1-4-14 0,1 3 14 0,-4-3 0 16,6 1-18-16,-2-4 18 0,-2 4 1 0,0-1-16 16,8-1 16-16,-12 2-1 0,2-4-4 0,-2 5 1 0,0-6 0 0,5 4-1 15,-5 1 1-15,-5 1-8 0,12 3-7 0,-9-6 19 16,-3 2-16-16,5 1 16 0,0-1-1 0,0 4 0 16,-2-3 0-16,-8 2-14 0,4 1 14 0,-4-5-14 15,0 3 3-15,-1-3 19 0,-5 4-12 0,0-8 1 0,1 3-8 16,-7-5 15-16,10-3-18 0,-11 0 18 0,9-3-18 0,-2-3 18 15,-9-2-8-15,7 3 1 0,-5-4-11 0,1 1 14 16,-7-4-4-16,9 7-3 0,-3 1-7 0,-1-1-15 16,-3 7-10-16,3-2-11 0,-5 5-28 0,9 1-28 0,-7 5-68 15,1 5-42-15,-1 0 59 0,-4 6 24 0,3 6 14 16</inkml:trace>
  <inkml:trace contextRef="#ctx0" brushRef="#br1" timeOffset="-28533.93">10454 16951 84 0,'0'0'65'0,"0"0"-4"0,0 0-4 15,0 0-2-15,0 0-8 0,0 0-19 0,0 0-1 16,0 0 0-16,0 0 0 0,0 0-3 0,0 0-3 16,0 0 10-16,0 0-11 0,0 0 8 0,0 0-15 0,0 0 15 15,0 0-1-15,0 0 1 0,0 0-4 0,0 0 0 16,0 0-6-16,0 0-4 0,0 0-1 0,0 2 1 0,0-2 4 15,0 0-4-15,0 0 3 0,0 0 8 0,0 4-8 16,0-4-3-16,0 0-7 0,0 0 7 0,0 0 8 0,0-4-1 16,0 4-18-16,0 0 8 0,0 0 7 0,0 0 0 15,0 0-4-15,0 0 0 0,0 0 0 0,0 0-14 16,0 0 0-16,0 0 18 0,0 0-7 0,0 0 4 0,0 0-12 16,0 0 8-16,0 0 4 0,0 0-5 0,0 0 12 0,0 0-11 15,0 0 4-15,0 0 7 0,0 0-11 0,0 0 0 16,0 0 8-16,0 0-5 0,0 0-10 0,0 0 4 0,0 0 3 15,0 0 0-15,0 0-11 0,0 0 4 0,0 4 3 16,0-4 1-16,0 2-1 0,0 4-11 0,4 0 4 16,-2-1 8-16,-2-2-12 0,6 2 4 0,7 6 8 0,-7 0-1 15,-2-5-7-15,6 2-7 0,0 0-1 0,-8 6 16 16,0-6-1-16,-2 6 1 0,11-3-1 0,-9 3-3 0,-2 2 4 16,4-6-4-16,2 5-1 0,-4 1 1 0,-2-2 4 15,6-1-4-15,-2 4-16 0,2-3 20 0,-6 2-20 16,10-2 20-16,-10 2-16 0,7 1 1 0,-5-1-1 0,4 4 16 15,4-7-8-15,-10 9-8 0,12 0 4 0,-6-6 20 16,0 4-20-16,-6 1 0 0,5 1 4 0,-5-2 0 0,4 5 15 16,-4-9 1-16,0 6-1 0,-4 0-4 0,10-6 1 15,-8 3 0-15,8 1-1 0,-6-6-11 0,2 8-4 16,-2-9 0-16,0 3 8 0,2 2-4 0,-2 0 16 0,0-4-8 16,0 2-4-16,0-1-4 0,-2-5 7 0,2 6 5 15,0-4 0-15,0 1-12 0,0 4 8 0,0-9 4 0,0 3 0 16,0 5 0-16,0-4 0 0,0-1 0 0,0 2-8 0,0-2 20 15,0 1 0-15,-2-2-3 0,-2 4-9 0,-7-6-8 16,5 8 1-16,0-5-1 0,-6-3 12 0,2 6-11 16,2-2 16-16,1-4-9 0,1 3 9 0,0 2-3 0,-4-4-1 15,-2-1 0-15,8 0-4 0,-5 0-9 0,5 0-12 16,0 0 21-16,-6-2-4 0,6 0-18 0,-2 2 9 0,-4 0 9 16,3-2-1-16,-5-4 1 0,6 4-18 0,2-1 1 15,-6 3 16-15,4-5-8 0,-5 6-8 0,-5-7 16 16,6 0-16-16,0 4 8 0,4 0 0 0,-5 4 8 0,1-4-16 15,-4 0 8-15,0 0 8 0,5-4-16 0,-3 4 8 16,2-1 8-16,-4 3-16 0,-1-8 16 0,7 0 1 0,-4 3 0 16,2-3-9-16,0 0-13 0,-3 0 22 0,7 3 0 15,-2-6-9-15,0 0-14 0,0 3 10 0,1 0 13 16,-3 0-9-16,2 0 0 0,-2 0-14 0,2 0 23 0,-2 0-22 16,3 0 4-16,1 0 18 0,-4 0 0 0,-2 0-22 15,6 0 21-15,-5-3-21 0,7-4 22 0,-6 4-22 0,0 0 8 16,2 0 14-16,-4-3-22 0,1-2 17 0,5 2-17 15,0-4 18-15,-6 2-18 0,8 4 17 0,-9 0-8 16,5-2-14-16,0-4 23 0,2 4-10 0,-2 0-7 0,2 1 12 16,0-1-13-16,-5 0 21 0,5 4-21 0,-2-2 22 15,0-3-22-15,0 4 17 0,2-3-16 0,-1 2 20 0,1 4-21 16,2-6 22-16,-2 6-22 0,6-6 9 0,-4-2 0 16,4 2-5-16,0 4-3 0,0 2-17 0,-2-6 8 0,-2 4 0 15,4-7-3-15,-12 7-12 0,16-9-8 0,-8 6-11 16,-2-1 12-16,6-2-14 0,-2 2-8 0,-3-8 6 0,5 6-18 15,0 2-21-15,0-2-30 0,0-5-30 0,0-1-32 16,0 6 26-16,0-12 18 0,0 10 10 0</inkml:trace>
  <inkml:trace contextRef="#ctx0" brushRef="#br1" timeOffset="-27649.08">10454 16836 105 0,'0'0'71'16,"0"0"3"-16,0 0-9 0,0 0-4 0,0 0-6 0,0 0-18 16,0 0-6-16,0 0 3 0,0 0-7 0,0 0-9 15,4 0 9-15,-4 0-17 0,0 0 14 0,0 0-3 0,0 0-18 16,0 0 15-16,2 0-15 0,-2 0 14 0,0 0-17 15,0 0 18-15,-2 0-1 0,2 0-3 0,0 0 3 16,0 5-3-16,0-2-7 0,0 0 0 0,0 2 0 0,0-1-7 16,0-2 3-16,0 4 8 0,0-4-1 0,0 4 1 15,-4 2-8-15,4-8 8 0,0 0-1 0,-4 2-3 0,0 2 4 16,-2 4 6-16,-4-6-6 0,3 4-1 0,-3-6 1 16,-2 9 7-16,6 1-11 0,-2-2 3 0,-2 0 1 0,3-8-4 15,-3 6 7-15,-2 4 0 0,2-6 1 0,4 4-1 16,-3 3 0-16,-3-5 0 0,2 5 1 0,-4-6-1 15,3 3 1-15,-1 4-1 0,4-2 1 0,-6-2-8 0,1 4 0 16,1-4 0-16,0 0 4 0,4 3-3 0,-7-8-1 16,5 5 0-16,-2-3 1 0,4 6-1 0,0-2 11 15,-3-5-10-15,1 2-1 0,4 0 0 0,-4 8 8 0,-2-6-11 16,1 3 0-16,7 2 7 0,-6-4-7 0,0 1-1 0,4-4-3 16,-6 8 4-16,5-6 7 0,-3 0 0 0,6-5-3 15,0 0-12-15,4 0 4 0,-2-3-4 0,-2 2 4 0,4-2 0 16,0 0-3-16,0 0-12 0,0-2 4 0,0-1-19 15,4 3 0-15,-8-3-10 0,4-2-11 0,0-7-39 16,0 2-52-16,0-2-53 0,0-4 13 0,0-3 25 0,0-1 18 16,0 4 14-16</inkml:trace>
  <inkml:trace contextRef="#ctx0" brushRef="#br1" timeOffset="-26764.52">9848 16645 74 0,'0'0'88'0,"0"0"-13"0,0-4-11 0,0 4-6 15,0 0 3-15,0 0-27 0,0 0 1 0,0 0-5 0,0 0-2 16,0 0-4-16,0 0 0 0,0 0 7 0,0 0-7 16,0 0-7-16,0 0 0 0,0 0 7 0,0 0 7 0,0 0-13 15,0 0-1-15,0 0 0 0,0 0 1 0,6 0-1 16,-2 0-10-16,4 0 7 0,-4 0 0 0,2 0-7 16,0 0 7-16,2 0-3 0,1 0-1 0,-3 0 1 0,2 0-1 15,-4 0-3-15,-4 0 0 0,12 0 1 0,-8 0-1 16,4 0 0-16,-3 0-4 0,5 0 1 0,-8 0-1 0,4 0 1 15,2 0-1-15,2 0 1 0,3 0-1 0,-3-2 1 16,-4 2-4-16,0-4 0 0,0 2 4 0,0 2-4 16,5 0 0-16,-3 0 0 15,4-2 3-15,-4-2-3 0,-2 8 7 16,15-2-3-16,-9-4 3 0,-6 2-7 0,10 0 0 16,-5 0 0-16,-3 0 0 15,20 0 0 1,9 0-7-16,-8-4 21 31,-13 4-14-31,31-16 29 47,-41 14-29-47,70-1 0 0,-56 0 7 16,-8 3-11-16,9 0 1 15,11-6 10-15,-25 1-4 0,3-1-13 0,2 4 17 16,6-6-4-16,1 2-13 0,-5-4 17 15,-8 10-7-15,0 0-11 16,9-6 11-16,-11 2 7 0,-4 4-14 16,0 0 7-1,2 0 0-15,2 0-4 16,4-2 4-16,-4 2-3 0,-2 0-8 16,-4 0 8-16,2 0 6 15,0 0-6-15,0 0-19 0,0 0 12 16,0 0-1-16,0 0-3 0,0 0-18 0,0 0-7 15,0 0-27-15,0 0-152 0,-16 0-93 0,10 0 182 16,4 0 17-16</inkml:trace>
  <inkml:trace contextRef="#ctx0" brushRef="#br1" timeOffset="-25917.37">10342 16384 67 0,'0'2'241'0,"0"-2"-166"0,0 0-21 15,0 0 22-15,0 0 2 16,0 0-43-1,0 0 71 1,0 0-54 0,6 0 11-16,0 0-45 0,0 0-8 15,8 0 18-15,-14 0-21 16,13 0 11 0,1 0 28-16,11 0-21 15,-17 0-25-15,-2 0 3 0,0 0 11 0,2 0 1 0,-4 0-5 16,2 4 5-16,2-4-1 0,-8 2-18 15,21 8 15-15,-19-4-7 0,2 0 10 0,8 5 15 16,-6 0-14-16,1-9-12 0,-7 7 8 16,12 1 29-1,-6 0-7 1,-10 2 4 0,4 2 0-1,-8 14 5-15,-11 1-31 31,-3 5-15-15,-3-7-33 0,-26 36-34-16,45-49 38 0,0 6-18 15,2-7-82-15,8-10 86 0,-8-3-27 16,2 0-31 0,2 0-47-16</inkml:trace>
  <inkml:trace contextRef="#ctx0" brushRef="#br1" timeOffset="-23663.27">10519 16408 105 0,'-6'0'64'0,"6"0"0"0,-4 0-2 16,0 0 101-16,4 0-122 0,-4 0-17 15,2 0 34-15,2 0-24 16,2 0 11 0,-8 0 83-1,0 0-79-15,6 0-21 16,-4 0-7-16,-2 0 21 16,-7 0-7-16,19 0-17 15,-12 0 17-15,-2 3-2 16,-8 2 20-16,14-2-31 0,-4-3 0 0,-2 0 22 15,8 0-26-15,-7 3 8 16,-5 0 11-16,18-3 7 16,-12 2 2-16,0-2-1 0,10 0-33 15,-12 0 23-15,6 5-28 0,2-5 5 0,2 0 0 16,-8 0 3-16,6 0-7 0,0 4-4 16,0-4 8-16,0 0-8 0,0-4 0 0,-2 4-4 15,2 0 4-15,2 0 0 0,-2 0 4 16,0 0-4-16,-2 4-4 0,2-2 4 15,0 1-4-15,0-3-8 0,0 0 8 16,0 3 0-16,0-3 0 0,0 0 0 0,0-3 0 16,0 3 0-16,0 0 0 15,0 0 0-15,0 0-8 0,0 0 8 0,2 0 0 16,-2 0 0-16,0 3 4 0,10 5-4 16,-4-8 0-16,-6 0 0 0,6 3 0 15,0-3 4-15,1 8-12 16,-3-4 8-16,12 8 4 15,4-4-4-15,-14 1 0 0,7-9 0 0,15 6 0 16,-22 4-8-16,17-1 8 16,-13-6 0-16,6 2 4 0,-11 0-4 15,11 9 0-15,-2-12 0 0,-6 2 0 0,3 2 0 16,-1 2 0-16,-4-6 0 16,4 8-4-16,-2-4 0 0,-8-3 8 0,0-3 0 15,0 3 0-15,4 2 0 0,-4-2-4 16,0 3 4-16,0-3-4 0,-4 3 0 0,4 1 0 15,-8 2-8-15,4-7 8 0,-2 4 0 0,0 0 0 16,2 4 0 0,-11-4 0-16,-50 26 8 15,30-7-24-15,23-11-4 0,-10 8-31 16,9-13 16-16,13 3-7 0,-6-6-56 16,4 0 43-16,2-4-145 15,-8-2-352-15,12 0 409 0,-4-5 7 16</inkml:trace>
  <inkml:trace contextRef="#ctx0" brushRef="#br1" timeOffset="-22062.02">12051 16828 67 0,'0'-3'88'0,"0"3"1"0,0-2-8 0,0 2-3 15,0 2-6-15,0-2-28 0,0 0-9 0,-4 0 6 16,2 0 3-16,2 0-13 0,-6 0 0 0,2 0 0 0,0 0-3 16,-4 0-10-16,-1 0 16 0,1 3-16 0,2 0 13 15,0 2-17-15,-6 3 14 0,6-2-17 0,-3 2 13 16,3 0-16-16,0 3 13 0,-4 0-4 0,0 1 1 0,4-1 0 15,-5-4-4-15,5 4-3 0,-2 3 0 0,2 0-1 16,-4 0-2-16,4-1-1 0,-7-2 0 0,7 3-3 16,0 5 3-16,-2-7-4 0,4 4-13 0,-4 0-1 0,0-2 4 15,1 2-1-15,-3-3 1 0,2 2 11 0,2 7 7 0,-4-8-4 16,2 4 0-16,-3 0-18 0,5 0 4 0,-4-1 18 16,2 5-4-16,-2-6-7 0,1 6-7 0,1-3 18 0,-2 3-19 15,2 0 19-15,0-2-18 0,-2 7 18 0,3-7-15 16,7 6 19-16,-6-1-19 0,4-3 18 0,2 2-17 0,0 2 3 15,0-1 11-15,0 1-4 0,0 2 4 0,0-1 0 16,0-1 0-16,0 0 0 0,0 2 0 0,0-3 0 16,0 5 0-16,2-5-4 0,4 1 4 0,1 0 0 0,3-1 4 15,2-1-11-15,2-4-1 0,-3 1 1 0,5 1-4 16,8-2 7-16,-5-4-3 0,5 6 0 0,1-5-4 16,-3 1 0-16,11-4-8 0,-9 6-18 0,11-10-7 0,-6 1-3 15,1 0-23-15,1-6-9 0,-2 1-53 0,-1-4-60 16,-1-2-5-16,-1-2 22 0,-7-4 18 0,9-6 17 0</inkml:trace>
  <inkml:trace contextRef="#ctx0" brushRef="#br1" timeOffset="-21544.16">13072 16576 50 0,'0'-3'88'0,"0"0"7"16,0 3-6-16,0 3-8 0,-4-6-6 0,4 3-20 15,0 0 3-15,0 0-10 0,0 0-3 0,0 0-14 16,0 0 14-16,0 0-21 0,0 0 15 0,0 0-22 0,0 0 8 16,0 0 6-16,0 3-3 0,0 4-17 0,0-1 14 15,0 5-18-15,0-2 0 0,-2 7 0 0,0 1 0 0,-4 5 0 16,2-1 11-16,-6 13 3 0,2-2 1 0,-3 4-1 15,-1-1-17-15,0 4-1 0,-4 3 15 0,7 1-3 16,-7 7-4-16,0-3 3 0,8-1-3 0,-9 3 0 0,7-8 4 16,-4 3-4-16,3-3 0 0,3 1 0 0,-2-7 0 15,4 1 7-15,2-3-7 0,-2-3-11 0,6-8 15 0,0 5-8 16,-8-5 1-16,8-2-12 0,0-2 15 0,6-4 0 16,-6-3-11-16,2 5 0 0,-4-10 8 0,2 0-8 0,0-4-8 15,-6 2-3-15,6-2-15 0,0-2-3 0,0-2-8 16,0-4-3-16,0-6-22 0,0 4-24 0,0-11-34 0,0 3-33 15,0-6-23-15,-5-8 16 0,5-3 21 0,0-5 13 16</inkml:trace>
  <inkml:trace contextRef="#ctx0" brushRef="#br1" timeOffset="-21220.1099">13097 16562 98 0,'6'6'81'0,"4"2"4"0,-4 2-10 0,2 4 6 0,3-3 8 15,1 11-38-15,-2 0 15 0,-4 0-1 0,7 3-6 0,-3-3-4 16,2 5-2-16,2 1 10 0,-3-2-3 0,5 5 0 16,-2 3-6-16,2 1-3 0,1-3 0 0,-1 7-3 0,-2-1 7 15,5 1-2-15,1 3-3 0,-3-2-8 0,-1 1-3 16,6-3-20-16,-5 1 17 0,3-7-24 0,-1 4 16 0,-3-5-20 15,0-1 0-15,-1-3 16 0,1 1-20 0,-4-6 16 16,-4 0-3-16,3-9-17 0,-5 7 16 0,-2-6-24 0,4-3 16 16,-8 2-16-16,4-7-4 0,-2 2-5 0,-2-5-19 15,0-1-8-15,-2-2-4 0,-2 4-26 0,4-4-17 16,0 0-21-16,-8-4-48 0,4 2-46 0,-5-4 5 0,1-5 29 16,-6 3 19-16,2-6 17 0,-5 4 18 0</inkml:trace>
  <inkml:trace contextRef="#ctx0" brushRef="#br1" timeOffset="-20938.35">12829 17366 50 0,'-8'2'119'0,"-2"-2"-4"0,0 0-13 0,6 4 7 15,4-2-6-15,-6-2-24 0,3 6 4 0,3-4-10 0,0-2-13 16,0 3 14-16,0-3-25 0,3 0 12 0,-3 3 1 16,6-6 0-16,-2 3 4 0,2 0-3 0,8-3-2 0,-4 6-3 15,9-3-8-15,1 0 2 0,5 0-20 0,3 0-8 0,3-3-4 16,0 1 5-16,-1-10 4 0,9 4-13 0,-2 0-12 16,-1-6-29-16,9 0-12 0,-2-2-43 0,-2-1-11 15,4-5-50-15,-8 6-76 0,4-6-21 0,0 5 36 0,-11-5 24 16,5 3 21-16,0 3 18 0,-7 0 14 0</inkml:trace>
  <inkml:trace contextRef="#ctx0" brushRef="#br1" timeOffset="-19976.28">13816 17127 77 0,'0'0'95'0,"0"3"-10"0,0 2-10 0,0-3 3 0,0 7-13 15,0-6-14-15,0 2-3 0,0 1-14 0,0 2 1 16,0 3-11-16,0-2 3 0,0-5 1 0,0 6-4 0,0-4 1 16,0 6-1-16,0-4-3 0,0 1 3 0,0 4 4 15,0-2-3-15,0 3-1 0,0 0-3 0,0-3 1 0,6 0-5 16,-6 8-6-16,6-5-7 0,-6 2 10 0,6-2-18 16,-6 0 11-16,4 5-7 0,-4-5 0 0,4 2 15 0,-4-2-15 15,-4-3 14-15,10 5-3 0,-6-5-15 0,4 0 0 16,-4-1 15-16,0 2-14 0,2-4 13 0,-2 6-13 15,5-6 13-15,-3-2-13 0,-2-1 14 0,0-2-8 0,0-3 4 16,0 3-10-16,0-3 21 0,0 0 0 0,0 0-7 16,0 0 3-16,0-3 1 0,0 6 3 0,0-6-3 15,0 3 18-15,0 3-15 0,0-3 19 0,0 0-7 0,0-3 0 16,0 3-4-16,0 0 1 0,0 0 0 0,0 0-4 16,0 0 0-16,0 0-3 0,0 0-5 0,0-3-3 0,0-2 0 15,0-1-4-15,0-2 0 0,2-6 0 0,2 6-4 16,2-9 0-16,-2 1 0 0,4-4-4 0,-8-1-4 0,6-4 8 15,0 6-8-15,-2-5-12 0,3 4 16 0,3-8-20 16,-6 7 16-16,0 1-16 0,-4-2 20 0,6 3-19 16,0 0 15-16,-6 2 0 0,4-1 0 0,4 6-11 0,-1-6-1 15,-7 6 1-15,4-1 19 0,-4 2 0 0,6 0-4 16,-6-1 0-16,10 4 0 0,-4-2 0 0,6 4 0 0,-10 1 0 16,3-1 0-16,7 0 0 0,-6 4-16 0,4-6 9 15,-4 5-1-15,2 3 12 0,-1 0 0 0,-1 3-1 0,-6 5 1 16,4-8 0-16,4 11-12 0,2 0-3 0,-4 8-1 15,2-5 20-15,-6 4 0 0,5 5-1 0,-1 5 1 0,0-8-16 16,0 6 16-16,6 1 4 0,-6 3-1 0,-6 3 1 16,6-5-5-16,3 0 1 0,-1 1 0 0,-4 1 0 15,0-4 0-15,-4 1-8 0,4-3-8 0,-4-4 16 0,0 2-8 16,2-9-8-16,-2 3 4 0,4-4 0 0,-4-4 0 16,0-5 0-16,4 0 12 0,-2 1-4 0,-2 0 0 0,6-4 4 15,1 0-12-15,-7 0 19 0,0 0-11 0,0-8 0 16,6 2-4-16,-2-2 4 0,2-4-8 0,0-4 0 15,2 0 4-15,2-9-8 0,3 0-15 0,-1-7-8 0,-2-2-11 16,4-1 11-16,-3-3-18 0,5-4 4 0,-4 3 1 16,-2 1 0-16,3-1 4 0,-5-1 14 0,2 9-6 0,2 1 3 15,-1 3-3-15,-9 3 4 0,2 10 3 0,0 0 21 16,-2 6-6-16,-2 2 3 0,-2 4 3 0,2 2 1 16,0 0 3-16,-4 2 0 0,4 2 3 0,6 6 1 0,-6-2 3 15,4 4 7-15,0-4 4 0,2 8 3 0,4 1-7 0,-2 1-7 16,-1 2 15-16,3 2-4 0,4-3-8 0,-6 5 8 15,0-2-3-15,5-2 3 0,-3 7-4 0,-4-5 5 0,-2-2-8 16,2 1 0-16,0-1 0 0,-6-2 0 0,4 0 0 16,-4-2-4-16,5-3-3 0,-1-1-4 0,-2-2-4 15,2 2 0-15,2-4-25 0,0-2-11 0,-6-4-15 0,6 1-16 16,-6 0-50-16,4-3-53 0,-4 4-8 0,0-4 28 16,2-4 15-16,-2-2 13 0</inkml:trace>
  <inkml:trace contextRef="#ctx0" brushRef="#br1" timeOffset="-19534.85">14892 17102 67 0,'0'19'99'0,"14"91"275"0,-5-82-319 16,-9 2 3-16,4-3-20 0,2 3 0 0,4 4 14 15,-4 1-3-15,-6 1-4 0,10 2-3 0,-8-3-10 0,4 4 0 16,-4-3-4-16,9 0 1 0,-11-1-4 0,6-2 0 16,-6 0-3-16,6-4-1 0,0-3 1 0,-6 1-4 0,0-9-3 15,0 2 7-15,0-5-7 0,0 1-4 0,0-5-4 16,0 0 0-16,0-1 1 0,0 0-1 0,0-2-3 16,0-3 0-16,0-2 3 0,0 5-7 0,0-3 0 0,0-2-7 15,0 0-1-15,0-3-7 0,0 2-10 0,0-2 10 16,0 0-18-16,-6 0-7 0,0 3 11 0,0-3-21 0,4 3-4 15,-7-6-20-15,3 0-21 0,-2-2-40 0,0-3-27 16,0-6 2-16,2 0 11 0,4-4 27 0</inkml:trace>
  <inkml:trace contextRef="#ctx0" brushRef="#br1" timeOffset="-19209.43">14906 17053 128 0,'23'-3'78'0,"-5"3"-3"0,-4-2 13 16,9 2-13-16,-1-4-3 0,-3 8-21 0,3 1 4 0,-3 6-7 16,-3-3-13-16,4 3 6 0,1 5 1 0,-7-2 0 15,-2 3-4-15,1 2-3 0,-7 0 0 0,2 3-17 16,-6-4 7-16,2 0 7 0,-4-1-7 0,-4 1 0 0,-2-4 0 15,2 2-7-15,-4 1 7 0,-3-1 1 0,3-2 3 16,0-2-11-16,-6 0 8 0,1 0-15 0,-5-1 11 0,4 0-11 16,0-3-11-16,-3-3 15 0,-1 3-11 0,3-4-4 15,-1-4 0-15,0 2-15 0,-3-2-11 0,7 4 8 16,-4-4-15-16,0 0 0 0,1-4-18 0,7 4-7 0,-2 0-20 16,0 0-28-16,3 0-30 0,1 0-25 0,2 0 0 15,4 0 18-15,-4-2 14 0</inkml:trace>
  <inkml:trace contextRef="#ctx0" brushRef="#br1" timeOffset="-18458.98">15350 17404 77 0,'14'3'92'15,"-2"-3"3"-15,-4-6-10 0,4 1-3 0,5-6-11 0,-5 6-19 16,2-3-8-16,7-4-6 0,-3-4-4 0,-1-1-3 0,1-2-3 15,2-4-4-15,-1 5-3 0,-5-6 0 0,4 1-4 16,-1 1-3-16,-5 0 0 0,-4 3 7 0,4-1-10 0,-8 4 3 16,5 2 0-16,-9 2 10 0,4 0 5 0,-4 1-5 15,0 8 1-15,-4-2-3 0,4-3-1 0,0 5 0 16,0 3-10-16,0-5 0 0,-4 5 7 0,-5 0-11 0,7 0 11 16,-8 0-10-16,8-4 6 0,-4 8-10 0,-4-12 7 15,0 8-15-15,1-4 8 0,-3 8 7 0,2-4-8 0,6 0 8 16,-6-4-7-16,-1 4-4 0,1 0 0 0,2 4-7 15,-2-2 7-15,2-2 0 0,2 0 11 0,1 6-11 16,-3-4 0-16,0 4 7 0,2 2-11 0,-6-3 4 0,6-2 0 16,-1 0 0-16,3 5 0 0,0 0 0 0,-2-4 0 15,-4 3 8-15,10-2-8 0,-6-1 0 0,0 4-8 0,-5-2 8 16,9 6 0-16,-4 0 0 0,-4-4-7 0,4 1 11 16,0 4-1-16,6 0 5 0,-10-1-5 0,4 4 8 0,3-5 4 15,3 5 0-15,-4-2-8 0,4 0 4 0,-6 0 8 16,6 2-15-16,6 3 18 0,-12-5 1 0,6 5-1 0,6-2-3 15,-6 0-7-15,-6 1-8 0,6-4 7 0,0 6 8 16,0-4-3-16,6 0-8 0,-6-2-1 0,7 5-3 16,-1-7 0-16,2-2 8 0,0-1-1 0,-2 4-3 0,6-10-19 15,5 0 14-15,-5 2-3 0,0-5-15 0,7 0-12 16,-3 0-4-16,0-5-19 0,1 2-10 0,-3-6-25 0,6-1-32 16,-5 2-61-16,-3-4-31 0,2-4 26 0,5 2 27 15,-5-3 13-15,-2-4 17 0</inkml:trace>
  <inkml:trace contextRef="#ctx0" brushRef="#br1" timeOffset="-17952.57">15750 17184 77 0,'0'-5'82'16,"0"10"3"-16,0 1-17 0,0 0 0 0,0 2 6 0,0 0-15 16,0 0 6-16,0 6 0 0,0 2-17 0,0 1 14 15,0 1-10-15,0 0 4 0,0 3-10 0,0-1 14 0,0 4 0 16,0-1-3-16,0-2-6 0,0 1-4 0,0-3-10 15,0 3-4-15,4-3-3 0,-4-3-4 0,6-2-4 16,-6 1 1-16,2-2-4 0,4-5 0 0,0-2-4 0,-6-3 1 16,6-1-5-16,5-2 1 0,-13 0-1 0,4 0 1 15,4-2-4-15,-2-4 0 0,0-2-8 0,0-3 0 0,-4-3 7 16,6 0-7-16,-6-8-15 0,6 3-5 0,0-5 9 16,-2-6-8-16,-4 5 3 0,0 1-3 0,-4-7 0 0,8 1 4 15,-1 8-4-15,-6-6 4 0,10 1 4 0,-11 5-1 16,10-2 1-16,-6-1 4 0,4 8-1 0,-4 1 1 15,10 1 3-15,-8 5 1 0,2-4-1 0,0 6 4 0,-2 3 0 16,-2 2 0-16,0 0-4 0,8 3 4 0,-4-3 0 16,3 0 0-16,1 3 0 0,-2 0 0 0,2 0 0 0,4 3 4 15,-6-3-4-15,3 0 0 0,1 0 0 0,4 3 0 16,0 0 0-16,1-3-4 0,1 5 0 0,0 1-7 0,-3-3-14 16,3-1-19-16,-2-2-32 0,3 4-46 0,-5 0-64 15,0-4-7-15,-4-4 26 0,7 4 27 0,-3-6 8 0</inkml:trace>
  <inkml:trace contextRef="#ctx0" brushRef="#br1" timeOffset="-17345.73">16383 17273 74 0,'0'2'105'0,"0"2"7"0,0 0-6 0,0-2-21 16,0-2-3-16,4 0-7 0,2 0-2 15,4 0-18-15,-4-6-3 0,3 2-6 0,5 2-8 0,0-7 1 16,3 1-7-16,-3-5-4 0,2 1-6 0,7-5-1 0,-7-1-14 16,-2-5 4-16,5 4 0 0,-3-5-11 0,-2 1 3 15,1-4-10-15,-1 3 0 0,-4 4-4 0,-4-4 0 0,-2 7 4 16,0-2 0-16,-2 2 4 0,-4 1-1 0,2 5-3 16,-10 3 10-16,2 2-6 0,0-1 3 0,-8 4 0 15,9 0 0-15,-1 0-4 0,-2 3 11 0,-2 0-10 0,-5 0 3 16,5 0 7-16,4 0-7 0,-2 3-4 0,0-6 12 15,1 3-12-15,-7 0 4 0,10 6 7 0,-2-3 0 0,-2 4-10 16,-1-1 3-16,-1-1 7 0,0 3 0 0,2 2 0 16,1 2 4-16,-3 0 0 0,2 1-1 0,-4-2 1 0,-1 0-14 15,7 1 17-15,0-2-14 0,-6 2 11 0,8-2 7 16,-7 0-7-16,3 2 3 0,2-1 8 0,0 1 4 16,0 4 3-16,2-6-14 0,-5 10 11 0,3-1 4 0,-2 0 11 15,4 0 5-15,2 6-8 0,4-1-7 0,0-2 4 16,-8 6 9-16,8-4-8 0,-2 1 0 0,2 1-3 0,0-2 0 15,6-3-4-15,-2 5 0 0,4-7-3 0,0 3-13 16,4-8 4-16,5 4 0 0,-1-6 0 0,2-1-3 16,7 2-6-16,-3-7-3 0,5-4-1 0,-3 1-13 0,-3-6-26 15,7-2-21-15,-3 0-36 0,4-9-25 0,-5 2-31 0,1-4-69 16,-3-3-31-16,3-5 42 0,-1 4 21 0,-4-4 21 16,1-1 18-16,1-3 17 0</inkml:trace>
  <inkml:trace contextRef="#ctx0" brushRef="#br1" timeOffset="-16713.26">17396 16631 98 0,'-6'10'95'0,"-6"10"-7"0,5-4-6 0,-3 3-14 15,-2-5-10-15,0 0-21 0,1 5 4 0,-3 1-6 0,4 1-1 16,-8 4-7-16,5-3 4 0,1 3-3 0,-4 1-4 0,-3 0-3 15,-1 3-10-15,4 1 6 0,-13 1-10 0,4-1 7 16,-1 6 0-16,-3-1-4 0,-9 3 1 0,7-2-4 16,-8 5 0-16,2-2-11 0,-4 3 8 0,5-1-8 0,-3 3 11 15,0-3-3-15,2 0-1 0,-6 5-6 0,7-4 10 16,1-1-4-16,-6-3-6 0,-2 3 6 0,4-3 1 16,1 1 10-16,-5-1-11 0,6-2 4 0,-6-1 0 0,4 2 0 15,-2-5 4-15,-1 1-4 0,1 3-7 0,0 0 11 16,-2-1 3-16,-4-7-11 0,8 7 8 0,-4-1-8 0,2 1 1 15,-1-3 0-15,7 2-4 0,-2 1 10 0,4-1-6 0,3 1 3 16,1-5-7-16,1 1 0 0,5 1-4 0,-1-4-3 16,-3-1 18-16,9-5-4 0,-5 6 0 0,7-6 0 0,8-6-3 15,-2-3-1-15,3-4-10 0,3-6 0 0,2-1-7 16,-2 4 3-16,4-6-24 0,0-8 6 0,6-4-34 16,-2-4-34-16,3-1-62 0,3-5-19 0,-4 3 28 0,2-5 11 15</inkml:trace>
  <inkml:trace contextRef="#ctx0" brushRef="#br1" timeOffset="-15300.52">16665 17884 60 0,'6'0'82'0,"-6"0"-4"15,-2 0-14-15,2 0-2 0,-4 0 12 0,8 0-36 16,-8 0-1-16,4 0 11 0,0 0-10 0,0 0 0 0,0 0-7 15,0 0 0-15,0 0-4 0,0 0 4 0,0 0-3 16,0 3 3-16,0-3-10 0,0 2 14 0,0 7 0 0,0-4-17 16,0 6 17-16,0 0-3 0,0-3-7 0,4 4 7 15,-4 4-7-15,2-5 0 0,-2 8-4 0,4-6 1 16,4 7 0-16,-2-6 0 0,-2-1 3 0,2 9-3 0,5-5 0 16,-7 5-14-16,0-6 3 0,2 4 4 0,0-4 0 15,-2 0-1-15,-4 1-10 0,6-1 0 0,-6-2-8 0,2-6 8 16,-4 8 3-16,2-7-7 0,-6-4 4 0,6 1 7 15,0 0-3-15,0-3-8 0,0 2 4 0,0-3 3 0,0 1 1 16,0-3-1-16,0 0 1 0,0 0-4 0,0-3 0 16,0 3-1-16,0 3 1 0,0-3 0 0,0-3-12 0,0 3 1 15,0 0 11-15,0 0-12 0,0 0 16 0,0 3-16 16,0-3 19-16,0 0-14 0,0 0 14 0,0 0-11 0,-4 0 12 16,4 3-12-16,0-3 11 0,0 0 1 0,0 0 3 15,-6-3-3-15,6 3 3 0,0 0-3 0,0 0 3 16,0 0-7-16,0 0 4 0,0 0-4 0,0 0-8 0,0-5 8 15,0 0-4-15,0-1 0 0,0 0 0 0,0-2 0 16,0-3 0-16,0-3-4 0,0 6 4 0,0-6-4 0,0-2 0 16,0 5-4-16,6-8 0 0,-6 8-12 0,10-3 0 15,-8 0 12-15,4 1 4 0,3-1 0 0,-3-2 0 16,4 2-4-16,-2 0-19 0,0 0 19 0,5 3-12 0,-5-5 1 16,0 4-1-16,-4 2 1 0,6-4-4 0,-4 3 0 15,3 0 0-15,-3-2 4 0,6 5-1 0,-6-4-2 0,0 4 3 16,4 5 7-16,-4-2 1 0,-1-1-4 0,-5 6 7 15,4 0 0-15,-4-2-7 0,0 2 7 0,0 0 1 16,0 2 3-16,0-2-4 0,0 0 0 0,0 0-14 0,0 0 3 16,0 0 1-16,8-2-1 0,-8 2 4 0,6 0 0 15,-4 0 4-15,8 0 0 0,-10 2-1 0,0-2 1 0,2 6 11 16,4-1-1-16,3-2-10 0,-7 3 18 0,2 2-11 16,2-2 4-16,-6-1-12 0,-4 8 16 0,12-7-16 0,-8 5 16 15,4-3-1-15,0 6 0 0,-4-6-14 0,6 4 14 16,-6-2 0-16,2 4 1 0,-2-3-19 0,10-3 18 15,-10 8-18-15,0-4 18 0,9 0-14 0,-9 3 14 0,8-1-7 16,-6-1 8-16,2 0-16 0,-4-1 8 0,2 4 0 16,-2-4 0-16,4-4 4 0,-4 5-4 0,6 1 11 0,-8-6-7 15,2 6-12-15,-4-3 12 0,4-3 0 0,4 1-1 16,-4 4 1-16,2-5 0 0,-2 0 3 0,0-2-3 0,-2-2 3 16,2 0-3-16,0-2-1 0,0-2 1 0,0 4 3 15,0-4-3-15,0 0 0 0,0-4-1 0,0 4 5 0,0-2 3 16,0 2-11-16,0 2 4 0,0-2 7 0,0 0-11 15,0-2 0-15,0-6 7 0,0 2-7 0,0 1 0 16,0-3 0-16,0 0 0 0,0-6-4 0,0 6 1 0,0-9-1 16,0 4 0-16,0-1 4 0,0-2-3 0,0 1-9 15,2-1 9-15,-2 0-1 0,2-4 4 0,4 4-4 16,-2-3-3-16,3-3-8 0,1 0-3 0,2 6 18 0,0-9-22 16,2 5 15-16,-5-2-1 0,1 3 1 0,4-3-11 15,-2 3 0-15,0 0-4 0,-4 2 4 0,3-1 0 0,-3 4 4 16,4-2-4-16,-2 7 7 0,-4-2-3 0,0-3-4 15,2 9 11-15,-6-3 0 0,3 5 0 0,-3 0 4 0,0 1-4 16,4-4 7-16,-4 2-4 0,0 4 4 0,0 0 0 16,0 0 0-16,0 0 7 0,4 0-7 0,-2 0 4 15,4-4-4-15,-2 4 0 0,-4 4 0 0,4-4-7 0,2-4 10 16,2 4-3-16,0 0 4 0,3 0-4 0,-9 0 3 0,8 0 1 16,-4 4-1-16,-2 0 4 0,0 4 8 0,-4-5-1 15,4 5-14-15,-2 0 14 0,2 6-14 0,3-3 14 0,-7 4-14 16,0 3 15-16,0-7-15 0,0 8 14 0,6-5 0 15,-2 5 1-15,-2 1-5 0,-2-4-6 0,4 0 10 16,-2 3-3-16,2-3 0 0,0 4-4 0,2-3-14 0,0-3 18 16,-2 2-18-16,-4-2 18 0,5-2-19 0,-1 3 16 15,-2-7-8-15,-2 4 7 0,4-5-7 0,-4 2-7 0,-4-7 14 16,2 0-7-16,4 2 7 0,-4-4-18 0,2 2 15 16,2-2-8-16,-2 0 4 0,0-2-18 0,0 2 11 15,0 0-15-15,-2 0-3 0,2 0 3 0,0 0-10 0,0 0-14 16,0 0-11-16,0 0-41 0,0 0-30 0,0-6-34 15,0 0-1-15,0-2 20 0,0-5 17 0</inkml:trace>
  <inkml:trace contextRef="#ctx0" brushRef="#br1" timeOffset="-14389.46">17525 17064 108 0,'0'0'88'16,"0"0"-3"-16,0 0-7 0,0 2-3 0,-5 4-20 0,-1-9-11 15,6 6 1-15,0-3-4 0,0-3-10 0,0 3 3 16,-2 3-10-16,2-3-3 0,-4 0-4 0,4 0 1 0,0-3-4 15,4 3-1-15,-4 0 1 0,0 0 4 0,-4 0-8 0,4 0 1 16,0 0-4-16,0 0 0 0,0 0-4 0,0 0 4 16,0 0 0-16,0 0 0 0,0 0-3 0,0 0-8 15,0 0 8-15,4 0-4 0,-2 0 3 0,4 0 1 0,3 0-1 16,-1 0 1-16,-2 0-1 0,4 0-3 0,2-5 0 16,-3 1 0-16,5-6 0 0,-2 4 0 0,0-2 0 15,-1 0 0-15,-3 0 7 0,4 0-10 0,-6-3 6 0,6 5-3 16,-5 0-3-16,3 1 10 0,-4 10-7 0,2-5-4 15,-8 4 4-15,8-4 0 0,-6 0 0 0,-2 2 0 0,4 7 0 16,-4-7 0-16,2 4 0 0,-4 2 0 0,2 2 4 16,0 2-1-16,0-1 1 0,0 8-1 0,0-5 1 15,0 2-1-15,0-3-10 0,0-1 11 0,0 7-4 0,0-11 3 16,0 4-3-16,0 4-3 0,0-6 6 0,0 0-3 16,0 2 0-16,0 0 4 0,-4-4-4 0,2 1 0 0,2 1 3 15,-8-2-3-15,4 0 0 0,-2-2 0 0,2 2 0 16,-2 0 4-16,-5-2-4 0,9 0 4 0,-8 2-4 15,4-3 0-15,2 3 3 0,2 0-3 0,-4-2 4 0,4 2 6 16,-2-2 1-16,2 2-11 0,2-8 3 0,-11 2-3 16,7 2 4-16,4-4-1 0,-6 0-3 0,6 0 0 0,0 0 0 15,0 0 0-15,-2-4 0 0,2 4-7 0,-4 0 7 16,8 4-3-16,-2-4-1 0,-2-6-3 0,0-2 0 16,6 6 0-16,-2-4 0 0,0 0 0 0,5-2 7 0,-5 2-4 15,0-4 1-15,6 7-1 0,2-5-6 0,-6 8 6 0,1 0 4 16,-7 0 0-16,4 0 0 0,2 5 11 0,-6-2-11 15,4 2 3-15,-4 9 8 0,2-6-8 0,-2 0 1 0,-2 6 0 16,4 0 6-16,2-3-6 0,-8 5-1 0,8-2 1 16,0-2-1-16,-4 0 8 0,0-3-11 0,0 0 0 15,0-1 3-15,0 5 5 0,0-7 2 0,0 2 1 0,0-2-8 16,0 4 1-16,-4-2-8 0,0 0 15 0,2-2 0 16,-2 8-4-16,-6-6-14 0,-3 3 14 0,5-3-14 0,-8 3 7 15,8-6 7-15,-7 7 0 0,3-4-10 0,0-2-1 16,0 4 0-16,-1-7 4 0,3 0-10 0,4 0-5 15,-4-3-2-15,2 3-8 0,-3-3 4 0,5 0-15 0,6 0-2 16,-8-3-4-16,2 0-21 0,0 3-6 0,-2 3-28 16,2-3-2-16,-7 0-20 0,7 0 0 0,0 0-7 0</inkml:trace>
  <inkml:trace contextRef="#ctx0" brushRef="#br1" timeOffset="-13308.47">17747 16287 94 0,'8'0'85'16,"-8"3"-14"-16,4-3-3 0,-4 0 0 0,0 0-6 16,2 5-21-16,5-5-4 0,-3 4-3 0,8-2-3 0,-10 0-3 15,2 2-4-15,6-4-4 0,-4 2-2 0,3 4-1 16,3 2-3-16,0-13 0 0,-6 10-4 0,4 3-14 0,1-5 1 16,-3 6 0-16,-2-4 16 0,0-2-2 0,2 5 3 15,-4 0-18-15,2-3 11 0,-1 3 4 0,1-2-8 16,-2 4-6-16,-4-4 9 0,6 3 8 0,-2-1 0 0,6 0-10 15,-4 1-8-15,7 2 11 0,-5-6-3 0,0 4-8 16,-4-3 1-16,2 4-1 0,4-2 18 0,-6-2-10 0,0 2-8 16,-1 0 1-16,5 3-1 0,0-5 1 0,-4 2-1 15,-2 0 1-15,8 2-1 0,-4 2 11 0,5-1-3 16,-11 0-8-16,8 0 1 0,-2 0 3 0,0 2 0 0,-6-5 7 16,12 6 0-16,-6 2-4 0,2 1 4 0,-1-5 4 0,-1 6-8 15,6-4 1-15,-6 6-8 0,0-7 8 0,2 3-1 16,7 1 1-16,-5 2-1 0,-10-5 4 0,6 0-3 0,-4 5 3 15,-2-5-4-15,2 4 1 0,-2 2-8 0,4 2 8 16,-4-3-1-16,2 3-6 0,-2-3 17 0,0 3-11 16,0 0 1-16,6-2-8 0,-2 4 8 0,3-5-1 0,-1 5 1 15,-4-2-1-15,-2-5 1 0,0 5-4 0,4 0 3 16,-4 3 1-16,10-5-4 0,-14 4 3 0,4-2 8 16,8-3-11-16,-6 3-7 0,2-2 10 0,-2 2 1 0,7-6 0 15,-3 5-8-15,-2-7 8 0,-4 8-4 0,6-8 3 16,-4 8 8-16,2-9-4 0,-4 3-11 0,-4 2 4 0,8-2 0 15,-4-2 0-15,-4 3 0 0,8 1 0 0,-4-4 0 16,0 8 0-16,2-11-46 0,-2 11 53 0,0-8 0 0,0 8-3 16,-2-9-1-16,2 6-3 0,-4-2 0 0,2-3 0 15,-4 8 4-15,0-4-11 0,2-1 10 0,-3 1-3 16,3 0 0-16,0-1 0 0,-6 1 4 0,4 2-4 0,0 2 4 16,-7-8-4-16,9 7 0 0,-4-3-4 0,2 0 4 15,0 4 0-15,-4-5-4 0,0-1 4 0,3 4 0 0,-1-4 0 16,-2 6 0-16,4-5 0 0,-2 1 0 0,2-4 0 15,-5 8 0-15,5-8 0 0,-4 5 0 0,-2-3 0 16,2 4 0-16,1-7 4 0,-3 4-4 0,2-1 0 0,-2-1 0 16,2 3 0-16,-1-1 0 0,-5 2 11 0,6-2-11 0,-5 5 3 15,1-6 1-15,0 3-4 0,4-3 3 16,-1 0-3-16,-3 2 0 0,4-2 0 0,2-3 7 0,0-1-7 16,-3 4 0-16,7-8-3 0,0 4-1 0,-2-2 1 0,4-2-1 15,-4-2-3-15,6-4 0 0,0 1-11 0,0-3-27 16,0 3-63-16,0-6-55 0,-4-2-4 0,-2-3 17 0,6-6 14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04-21T00:28:53.6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1744 3352 101 0,'0'-1'82'0,"0"-1"9"15,0 0-19-15,0-3 6 0,0 4-3 0,0 0-20 16,0 1 3-16,0 1 4 0,0-2-17 0,0-2 10 0,0 3-3 16,0 3 1-16,0-6-4 0,0 6 7 0,0-3-2 15,0 0-8-15,0 0-2 0,0-3-23 0,0 3-2 0,0 0 14 16,0 0-4-16,0 0-3 0,0 0-19 0,0 0 1 15,0 0 14-15,0 0 0 0,0 0-22 0,0 0 15 16,0 0 1-16,0 0-20 0,0 0 19 0,0 0-4 0,0 0 1 16,0 0-1-16,0 3-3 0,0-1-1 0,3 3-14 15,0-1-1-15,1-1 16 0,1 2-1 0,-1 0 1 0,1 4-19 16,-1-2 18-16,3 2-7 0,0 2-11 0,3-2 18 16,-3 2-14-16,-2-1-1 0,3 3 20 0,0 2-20 0,2-1 0 15,-1 0 20-15,2 2-20 0,-1 1 20 0,3 1-9 16,-3-1-10-16,2 2-1 0,2 2 20 0,-2-2-1 15,0 0-15-15,3 5-3 0,-3-2 22 0,1 2 0 0,2 0 1 16,-2-1-1-16,-2 2-7 0,1 2 0 0,2-2 3 0,1 0 1 16,-4 1 0-16,1-1 4 0,0 2 0 0,0 0 0 15,0 0 8-15,-5 2-12 0,4-3-8 0,-1-1 20 16,-3 2-3-16,3-1-1 0,-6-4-20 0,3 2 8 0,1-2 9 16,-3-4-4-16,1 0-1 0,-4-3-3 0,2-2-1 15,-2 1 0-15,0-3-20 0,0-7 20 0,-2 3-4 0,5-3 1 16,-5-2-14-16,0 2-12 0,-5-4 0 0,10 0 0 15,-10 0-12-15,1-4-15 0,2 2 0 0,-4-3-11 0,-2-1-11 16,0-1-25-16,0-1-27 0,-4-3-52 0,1-5-44 16,-5 0 21-16,4-2 26 0,-3-4 18 0,-2-3 20 15</inkml:trace>
  <inkml:trace contextRef="#ctx0" brushRef="#br0" timeOffset="1151.01">1598 3352 108 0,'0'0'81'0,"0"0"-13"0,0 0 0 0,2 0-7 15,-1 0 7-15,4 0-30 0,0 0 6 0,1 0-6 16,2 0 7-16,-3 0-25 0,5 0 11 0,-1 0-13 15,4 0 6-15,-3 0 7 0,-1 0-14 0,4 0 1 0,-3 0-5 16,1 0-9-16,-2 0 10 0,4 0-4 0,-3 0 1 16,3 0-11-16,-1 0 7 0,2 0 0 0,1 0 0 15,-2 0 7-15,1 0 0 0,4 0-11 0,-2 0 1 0,3 0-1 16,-2 0 1-16,1 0-11 0,1 0 7 0,1 0 3 16,2 0 8-16,-3 0-8 0,4-1 1 0,0-1-4 0,0-2-7 15,-2 0 7-15,3 0 3 0,-1 1 1 0,-1 2-1 0,3-5 1 16,-4 0 3-16,1 5 10 0,4-3-9 0,-7 3 2 15,5-3 8-15,2 4 0 0,-4-3-1 0,0 3-2 0,4-4-1 16,-7 4 0-16,6-2 0 0,-4-1-3 16,1 3-14-16,3 0-5 0,-7 0 23 0,3 0-4 0,0 3-19 15,-2-1 19-15,-2 3-18 0,0-3 21 0,0 2-21 16,-3 1 22-16,2 1-23 0,-3-3 19 0,2 2 0 0,-4 1-18 16,1-1 18-16,2-3-19 0,-4 0 19 0,3-2-18 15,1 2 18-15,-2-2-11 0,1 0-7 0,-1 0 18 0,-1 0-11 16,1-2 7-16,1 2-14 0,-2-2 14 0,-2 0-18 15,5 2 11-15,-5 0 0 0,-3 0-11 0,1-4 4 0,-1 3 18 16,0 1-19-16,-4-3 19 0,0 3-18 0,-2 0 18 16,1 3 0-16,-1-6-4 0,-1 3-18 0,1 0 22 0,0 0-11 15,-2 0-11-15,4 0 18 0,-2 0-7 0,0 0-10 16,0 0 20-16,0 0-17 0,0 0 11 0,0 0-15 16,0 0 22-16,-2 0-4 0,2 0-18 0,0 3 18 0,0-2-17 15,0 3 17-15,0 0-18 0,0-1 18 0,-2 3-14 16,-1-2 18-16,0 4-11 0,-3-2-7 0,2 2 7 15,1-3 10-15,-3 3-2 0,-1 0-19 0,0-4 18 0,-2 5-18 16,5-4 22-16,-5 2-22 0,3 3 11 0,0-5 0 16,-2 3 7-16,2 0-17 0,0 0 20 0,-1-1-2 15,2 0-19-15,-3 1 18 0,2 0-7 0,-1 1 0 0,1-2-11 16,-1 2 22-16,1 0-22 0,-4-1 18 0,4 2-17 0,-1-2 20 16,1 3-10-16,0-2 8 0,-6 1-19 0,3 1 4 0,-1-1 14 15,-3 2 0-15,4 0 0 0,-5 2-18 0,2-1 8 16,-1-1 10-16,2 1 0 0,0-1-3 0,-2 3 0 15,-1-1-1-15,6-1-3 0,-6-1-11 0,2 1-3 0,3 1 3 16,-2-1 7-16,1 0-7 0,3-2 15 0,-2 0-15 16,-1 2 18-16,3-1-3 0,-3 1 0 0,4-1-1 15,0-1 1-15,-4-1 0 0,0 1-1 0,4 0 1 0,0 2-1 16,-4-2 1-16,3 3 0 0,-2-2-4 0,2-1 3 16,-3 2-3-16,0-2-7 0,1 3-7 0,2-3 3 0,-2 3 0 15,-1-3 11-15,3 2 7 0,-3 0 0 0,5-3-3 16,-2 3 0-16,1-1-1 0,2-4 1 0,0 2-1 0,-2 0 1 15,0 2-4-15,2-3 0 0,2 0 4 0,-3 0-4 16,-1 0 0-16,0-2 0 0,3 2 0 0,-4 2 3 16,3-3-10-16,-1 0 11 0,-2 1-4 0,3-1 0 15,-2 2 0-15,0-2-15 0,0-1 19 0,1 4-1 0,1-4 1 16,-5 4-4-16,3-4 0 0,0 3 4 0,0-4-19 16,0 1 1-16,-2 2 17 0,2 0 5 0,0 0-19 0,-1 0 18 0,1 0 0 15,-2 0-18-15,2 0 0 0,0-2 11 0,0 0 8 16,3 0-1-16,0 0-18 0,3-4 0 0,-3-2 18 15,2 2 1-15,1-3-1 0,0 1-3 0,1-1-1 0,-1-1-3 16,3 1 0-16,-6 0 0 0,3-1-3 0,3 1-5 16,-3-2-13-16,2 2-15 0,-2-4 11 0,4 1-8 0,-4-1-20 15,2 1-17-15,3-5-52 0,-5 3-47 0,0-2-2 16,0 0 21-16,3-2 18 0</inkml:trace>
  <inkml:trace contextRef="#ctx0" brushRef="#br0" timeOffset="2034.61">3014 3681 77 0,'0'2'95'0,"0"-4"-3"0,0 2-7 0,0 0-3 16,0 0-7-16,0 0-21 0,0 0-9 0,0 0-4 16,0 0-6-16,0 0-1 0,0 0 8 0,0 0-11 0,0 0-3 15,0 0 0-15,4 0-4 0,-2 0-10 0,1 0 14 16,1 2-3-16,2-2-18 0,0 0 0 0,0 3 0 0,3-3 14 15,-4 2 1-15,2 0-12 0,-1-1-10 0,3 3 0 16,-3-4 11-16,1 2-11 0,-1 3 0 0,2-3 0 16,-2 2 0-16,5-1 18 0,-4 1-4 0,-2 1 0 15,4 1 1-15,1-1-1 0,-2 4-3 0,1-2 0 0,3 0 0 16,-1 1 0-16,0 2-4 0,-1-2 0 0,0 1 0 0,4 4 1 16,-2 0-1-16,-2-2-7 0,2 1-7 0,2 1 10 15,-4 1 1-15,3 2 0 0,-1-2-1 0,1 0 1 16,0 4 0-16,1-1 3 0,2 1-3 0,-4 1-1 0,5-1 5 15,2 0-1-15,-3 0-3 0,0-2-1 0,1 1-10 16,-2 3 7-16,-1-2 0 0,1-4 0 0,2 2 4 0,-3-3-1 16,2 1 1-16,-6 0 0 0,2-2-12 0,2 4 8 15,-4-7 0-15,2 3 0 0,-1 0 0 0,-4-3 0 16,-2 4 0-16,4-3 4 0,-2 1-4 0,3-2 0 0,-6-1 0 16,1 2 0-16,2-2 4 0,-2 1-4 0,0 0 0 0,0-2 3 15,0 1 1-15,-2-1 0 0,-1 0-1 0,1 2 9 16,-1-2-9-16,0 1 1 0,1-3 0 0,0 2-1 0,-3 0 9 15,4-1-12-15,0 1 3 0,-4-4 5 16,0 2-8-16,2-2 3 0,2-3 5 0,-4 1-1 0,3-1-10 16,-6 0-1-16,6 0-4 0,-3 0-6 0,0 0 6 15,4-1-18-15,-3-2 0 0,-2-2-10 0,2 2-23 0,-1-3-6 16,0-1-24-16,2-2-55 0,-4 0-46 0,1-2 12 0,-7-3 25 16,3 3 10-16,-3-3 24 0</inkml:trace>
  <inkml:trace contextRef="#ctx0" brushRef="#br0" timeOffset="2602.84">3767 3584 94 0,'-2'5'82'16,"-1"0"-1"-16,2-1-6 0,-5 0-4 0,2 2-20 0,-1-1-16 15,-2 0 9-15,1 0-17 0,-1 2 11 0,-3 1-4 0,5 2-3 16,-5-4-3-16,3 3-4 0,-2-2-3 0,3 4 0 16,-5-2-4-16,2 3-10 0,-1-3-7 0,2 4 0 15,-3 0 10-15,-1-3 4 0,0 1-7 0,0 3 7 0,-2 1-3 16,0-1-1-16,-1 0 1 0,-1 1-1 0,0 2-13 15,-3 1 6-15,2 0 1 0,-1 1-1 0,-2 1 1 0,3 2-1 16,-5 0 1-16,2 1-1 0,0 3 1 0,-1-1 3 16,0 3-4-16,2-2 4 0,3 0 0 0,-2 0 0 0,2 0 0 15,0-4 0-15,2 1-3 0,0 0 10 16,4-3-7-16,0-3-3 0,2 0 3 0,0-3 7 0,2-2-10 16,3 1-8-16,1-5 4 0,1 3 0 0,-6-4-4 0,7-1 1 15,0-3 3-15,0-1 7 0,0 0-7 0,0-2-4 16,0 2-3-16,0-2-3 0,0-2 3 0,0 2-11 0,5-2-38 15,-2-3-28-15,2 2-72 0,-1-5-22 0,2-2 25 16,3 0 17-16,-1-4 14 0</inkml:trace>
  <inkml:trace contextRef="#ctx0" brushRef="#br0" timeOffset="3238.36">4914 3432 57 0,'0'2'98'0,"0"-4"-20"0,-2 4 7 0,2-2-3 0,0 2 0 16,0 2-28-16,-3 1 1 0,2-2 4 0,-2 5-4 15,-2 1-3-15,1-2-21 0,0 2-3 0,-1 1 14 0,-2-2-21 16,3 4 14-16,-2-4-18 0,0 6 15 0,2-2-11 16,-2 1-13-16,1 1-1 0,-1-2 0 0,0 4 0 15,-3 0-4-15,2 0 5 0,0 4-5 0,-2-2 1 0,-1 2 6 16,0-1 8-16,-1 3-18 0,0-1 0 0,-1-1 11 0,3 2 3 15,-6 0-17-15,2 2-1 0,2-1 1 0,-3 2 3 16,1-2-4-16,0 2 4 0,0 1 0 0,-1-1 0 0,2 3 0 16,-2-2 0-16,2 1 7 0,-1-1 8 0,0 0-5 15,0-2 1-15,0 2-11 0,0-2-7 0,3 1 11 16,-2-4 6-16,-2 2-17 0,4-2 11 0,-2 1-11 0,5-3-1 16,-2 1 19-16,2-2-4 0,2-2 1 0,1 0-8 15,-1-3 3-15,3-1-6 0,-1-1 6 0,3-2-17 0,0-2-1 16,0-2 8-16,0 3-7 0,3-6-1 0,-3-1-6 15,0 1 0-15,-3 0-11 0,3-2 10 0,0 0-17 16,0 0-24-16,0-4-14 0,0 1-51 0,0-2-43 0,0-1 14 16,0-1 18-16,0-2 14 0</inkml:trace>
  <inkml:trace contextRef="#ctx0" brushRef="#br0" timeOffset="3838.58">4828 3488 111 0,'3'2'85'0,"-3"-1"-14"0,-3 2-9 0,6-2 9 0,-3-1-3 15,0 2-30-15,0-2 3 0,3 2-21 0,0-2 18 0,-2 3-21 16,2-1 7-16,0-2 4 0,2 4-18 0,-1 1 18 16,0-2-11-16,3 0-10 0,-5 4 14 0,6-4-18 0,-2 2 8 15,1 1-4-15,-2-1-1 0,1-1 1 0,2 1 11 16,-5 0-22-16,6 1 11 0,-4 2 7 0,2-2-17 15,-2 3 17-15,1 0-4 0,3-1-6 0,0 3-4 0,-4 0-7 16,2 2 10-16,-1-1 8 0,3 1-1 0,2 3-10 16,-5-2 11-16,3 2-8 0,-2-1 4 0,4 0 0 15,-4 3-10-15,1 0-1 0,4 0 4 0,-4 2-3 0,1-2 10 16,1 0 0-16,-1 1-11 0,2 1-6 0,-5-2 10 16,4 1 0-16,-4 0-7 0,3 1 7 0,-1 1 0 0,0 0-7 15,-1 1 0-15,0 0 0 0,2-1 0 0,-2 1 10 0,2-1 8 16,1 1-1-16,-3-1-10 0,4 1 0 15,-2-2 0-15,3-2 0 0,-1 1 7 0,-2-2 0 0,1 1 0 16,0-3-17-16,1 3 13 0,-3-4 4 0,1 2-3 16,1-1-15-16,-3-3 18 0,-1 2-3 0,-3-1-8 0,1-1 8 15,-4 3-8-15,2-6-6 0,-2 0-1 0,0 1 18 16,0-3-10-16,0 3-8 0,-2-3 18 0,2 0 0 0,0-2-17 16,0-1-1-16,0-2 18 0,0 1-3 0,0 1-1 15,0-4-17-15,0 0 0 0,0 0 4 0,0 0-11 0,0 0 3 16,0 0-2-16,0 1 2 0,0-2-10 0,0 1-37 15,0 0-14-15,-3 0-37 0,-1 0-34 0,2 0 11 0,-1 0 10 16</inkml:trace>
  <inkml:trace contextRef="#ctx0" brushRef="#br0" timeOffset="4439.33">4430 4255 60 0,'2'0'95'0,"-1"0"-6"0,2-3-8 15,4 3-3-15,-7 0-6 0,4 0-31 0,-8-1-10 16,8 1-4-16,-2 1 1 0,3-1-4 0,0 0 17 0,1 0-10 15,0 0-10-15,1-1 17 0,2 1-11 0,1 0 1 16,4 0 4-16,-2 0-11 0,2 0 7 0,3 0-4 16,-2-3 1-16,6 2-4 0,-4-4 0 0,5 1 1 15,-2-4-1-15,1 5-3 0,1-4 0 0,1 1 0 0,0-2 0 16,-2 3-7-16,-1-1 3 0,0 0-3 0,2 5-7 0,-5 0 6 16,-1-2 5-16,0 3 0 0,1-1-1 0,1 1-3 15,-5-2 8-15,3 2 6 0,-2 0 1 0,2 0 0 16,-3-4-18-16,7 1-1 0,-8-1 1 0,4-1 15 0,0 2-20 15,0 0 1-15,-1 2 0 0,-3-5 11 0,3 5 4 0,-4-1-4 16,1-1 1-16,-2 3-1 0,1 0-11 0,-3 0-12 16,-1 0 4-16,-3-1-3 0,-1 2 3 0,-3-1 0 15,3 0 0-15,1 0 0 0,-4 0 1 0,2 0-1 0,3-2 0 16,-3 2 0-16,-2 0 16 0,5 0-5 0,-1 0-7 16,0-4-23-16,-2 0 0 0,-2 1-29 0,1-5-26 0,2 2-28 15,-3 0-55-15,-4-5-56 0,-1-1 27 0,0-5 27 16,-2 3 23-16,0-1 8 0</inkml:trace>
  <inkml:trace contextRef="#ctx0" brushRef="#br0" timeOffset="15842.44">4462 3053 91 0,'-3'0'75'0,"3"0"-4"16,0 0 4-16,0 0-4 0,0 0-3 0,0 0-24 0,0 0 1 15,0 0-11-15,0 3 4 0,0-1-4 0,0-2-10 16,0 0 7-16,0 0-3 0,0 0 0 0,0 1-4 0,0-1 7 16,0 2-10-16,0-2-3 0,0 0 6 0,0-3-10 15,0 3 0-15,0 0-7 0,0 0 4 0,0 0 3 16,0 0-7-16,0 0-3 0,0 0-1 0,0 0 4 0,0 0-3 15,0 0 3-15,0 0-4 0,0 0 1 0,0 0 6 0,0 0 1 16,0 0-11-16,0 0 4 0,0 0 6 0,3 0-3 16,0 0-7-16,0 0-7 0,0 0 18 0,1 0-4 15,1 0-10-15,0 0-5 0,-3 0 1 0,6 0 11 0,-2 0 7 16,-2 0-4-16,2 0 0 0,4 0 0 0,-5 0 0 16,2 0-3-16,-1 0-1 0,1 0 1 0,3 0-1 0,-4 0 1 15,3 0 0-15,-2 0-12 0,0 0 5 0,1 0 6 16,0 0 1-16,-1 0 0 0,2 0-1 0,-2 0 1 15,3 0-4-15,-4 0 0 0,4 0 3 0,-2 0-10 0,2 0-7 16,-2 0 10-16,2 0 8 0,-2 0-1 0,3 0 1 16,-2-2-11-16,1 2-4 0,-3 0 11 0,4-3-3 15,-2 3 3-15,1-1 3 0,-2 1 1 0,2-1-1 0,0 1 1 16,-3 0-1-16,4 0 1 0,-4 0 0 0,0 0-1 16,3-3 1-16,-3 3-4 0,-1 3 0 0,4-3 0 0,-1 0 0 15,-2-3 0-15,3 3 0 0,0 0 3 0,-2 0-10 0,2 0 4 16,-2 0 6-16,-1 0 1 0,2 0-4 0,-3 0-7 15,1 0-8-15,-1 0 12 0,2 0 6 0,-3 0 1 0,2 0-1 16,-5 0-10-16,5 0-3 0,-1 0-1 0,-3 0 11 16,6 0 7-16,-5 0 0 0,1 0-3 0,1 0-1 0,0 0 1 15,3 0-1-15,-2 0 1 0,-1 0-4 0,2 0 4 16,0 0-12-16,0 0 5 0,-1 0 6 0,-1 0-10 16,3 0 4-16,-2 0 6 0,3 0-6 0,-5 0 6 0,0 0-6 15,1 0 6-15,0 0-10 0,0 0 4 0,2 0 6 16,-5 0-10-16,0 3 7 0,3-3 4 0,-2 0-1 15,1 0-6-15,-1 0-1 0,-1 0 8 0,-1 1-12 0,2-1 5 16,1 0 6-16,-3 0-6 0,1 0 3 0,1 0-4 16,-2 0 8-16,-1 1-1 0,-1-1 1 0,0 0 0 0,5 0-12 15,-5 0 5-15,0 0-4 0,0 5 3 0,0-7 1 16,0 2 10-16,1 0-14 0,-1 2 14 0,3-2-11 16,1 0 8-16,-8 0-8 0,8 0 1 0,-2 0 10 0,-1-2-11 15,2 2 1-15,2 0 3 0,-5 0-8 0,0 0 1 16,2 0-3-16,-1 0 3 0,-1 2-22 0,0-2 8 0,2 0-28 15,-4 0-21-15,4 0-31 0,-4 0-57 0,2 0-6 16,2 0 18-16,-4 0 17 0</inkml:trace>
  <inkml:trace contextRef="#ctx0" brushRef="#br0" timeOffset="16319.46">5120 2840 81 0,'0'1'74'0,"5"-1"4"16,-1 2-10-16,-4 0-6 0,0 0 6 0,1 2-21 0,1-2-2 16,2 3-1-16,0 0-6 0,2-2 3 0,-4 4-6 0,2 3-4 15,0-2-4-15,1 0 1 0,-1 1 0 0,-1-1-4 16,3 2-3-16,-1 1-7 0,0-1 0 0,1-2 0 15,0-1-3-15,-2 3-4 0,2-2 3 0,-2 0-3 0,3-1 0 16,-4 0 0-16,3-1-3 0,-5 1-1 0,1-2 5 16,1 2-1-16,-3-3 0 0,1 5 7 0,-1-4-11 0,-1 2 12 15,-4 2-12-15,1-1 8 0,-2 0-11 0,-1 3 7 16,1 0-7-16,-2-2-4 0,-4 3-3 0,2 1-3 0,1-1-5 16,-2-2 1-16,3 4-7 0,-3-3-32 0,1 0-10 15,1-1-41-15,2-1-58 0,-2-1 2 0,2-3 14 16,-2-1 20-16</inkml:trace>
  <inkml:trace contextRef="#ctx0" brushRef="#br0" timeOffset="18484.73">6423 4081 105 0,'-2'0'81'0,"2"0"14"0,0 0-13 15,0 0-4-15,0 0-3 0,0 0-10 0,2 0-10 0,-2 0 3 16,3 0-6-16,-3 0-3 0,1 0-7 0,-1 0-4 16,0 0 1-16,0 0-22 0,2 0 15 0,-2 0-3 15,0 0-5-15,2 0-9 0,-4 0-1 0,2 0-3 0,2-4-8 16,-1 0 1-16,3 4-1 0,-2-5 1 0,2 2 0 0,1-3-1 16,-4 2 8-16,3-3 3 0,5 0-6 0,-4-1-12 15,-1-2 0-15,3 2 12 0,0-2-1 0,-1 0-11 0,1-1 1 16,-1 3 10-16,0-5-4 0,1 4-6 0,0-4-1 15,-1 3 1-15,4-1 10 0,-4 0 7 0,3 0-10 0,1-1-11 16,2-1 10-16,-4-3 1 0,2-1-11 0,4 0-1 16,1-1 19-16,1-3 0 0,1-1-4 0,1-2 1 15,4-1-19-15,3 2 11 0,-3-6 0 0,4 0-11 0,5-1 4 16,0-2-1-16,-6-1 19 0,7 4-18 0,-2-6 14 16,4 2-18-16,-4-2 4 0,3 2-4 0,-1-2 1 15,-6 2 17-15,4-1 0 0,-2 4-18 0,-1-5 0 0,-5 3 1 16,3 1 2-16,-4 1 8 0,1 4 8 0,1-2-1 15,-3-3 0-15,2 2 0 0,0 1-18 0,2-5 4 0,4 4 0 16,0 0 0-16,3-5 14 0,1 0 0 0,1 0 0 16,2-2 1-16,4-1-1 0,-1-1-14 0,-1 3-1 15,4-3 1-15,-2 3 18 0,5-1-4 0,-5 1-14 0,-1 2 14 16,0 1 0-16,-2 1 1 0,-1 3-1 0,1-1-11 0,1 4-7 16,-9 0 4-16,4 3 18 0,0-1-4 0,-2 0 0 15,3 1-10-15,-2-2-8 0,1 1 11 0,-2-1 7 16,2 1 0-16,2-6 1 0,1 6-1 0,0-3-18 0,-2-2 18 15,-1 6-3-15,1-3 0 0,2 3-1 0,-4-1-6 0,-3 3 6 16,1 0 1-16,-3 2-1 0,0 4 1 0,-7 0-18 16,1 1 3-16,-5 3 0 0,-1 3 4 0,-1-3 14 15,-4 7 0-15,1-1 0 0,-2 3 1 0,-3 1-5 0,1-2 4 16,-2 2-3-16,-1 0 0 0,0 0-1 0,1 2 1 16,-2-2 0-16,-2 0-1 0,4-2-10 0,1 1-8 0,0 1 19 15,-3-2 0-15,5-2-19 0,0 3 4 0,-1-3 19 16,0 0-5-16,3 1-3 0,0-1-3 0,-3-1-16 15,2 0-6-15,-6 5-4 0,0-3-21 0,0 3-31 0,1-3-38 16,-8-1-68-16,5 1 12 0,-4-4 22 0,-2 6 18 16</inkml:trace>
  <inkml:trace contextRef="#ctx0" brushRef="#br0" timeOffset="18936.52">8752 1541 54 0,'6'7'84'0,"-2"0"-12"0,2-2-4 16,1 3 3-16,-1-3 4 0,0 2-38 0,4 0-3 15,1-1 11-15,0 2-4 0,-1 0-10 0,3 2 0 16,-1-5 3-16,3 7-3 0,-3-4-7 0,-2 2-3 0,2 1 0 15,-2-1 0-15,4-1 0 0,-6 4-4 32,2-5-3-17,29 55 56-15,-35-12-52 0,-8-40-18 0,1 0-11 0,-6 3 4 16,2-1-7-16,-1-1 4 0,0 5-11 0,-2-5-4 16,-2 6-6-16,3-2-28 0,-5-1-48 0,5 3-37 0,-1-4-3 15,0 0 11-15,2 1 14 0</inkml:trace>
  <inkml:trace contextRef="#ctx0" brushRef="#br0" timeOffset="20422.62">6410 4290 98 0,'5'8'68'0,"-4"5"-1"16,4-4-5-16,-5 0-5 0,0 3-6 0,6-2-10 0,-6 1-10 16,0-1-4-16,2 2 7 0,1 1-10 0,1-2 7 15,-2 0-20-15,-2 1-1 0,6 2 0 0,-2 1 7 16,0-2 4-16,0 2 0 0,1 0-11 0,-3 1-7 0,1-2-3 15,1 2 11-15,0 1 6 0,2 1-17 0,-2 0 17 16,-1 0-20-16,3 0 3 0,-1 4 17 0,0-2-3 0,1-2 0 16,-2 4 0-16,2 2-4 0,0-2 1 0,1 0-1 15,-3 2-17-15,1 1 18 0,-1 1-1 0,2-1 1 16,-2 0-1-16,5 2-3 0,-3-1-10 0,1 3-8 0,0-2 11 16,2 2 7-16,1-3 0 0,0 3-7 0,2 0 0 15,-2-2 0-15,2-1-7 0,-3 2 14 0,6-2 0 0,-3 1 0 16,-1-2-3-16,1 0-15 0,3-2 1 15,-3-2 17-15,1 3 0 0,0-3 0 0,0 0-18 0,0 1 18 16,-1-3-17-16,1 3 17 0,0-2-11 0,-3-1 8 16,2-1 3-16,-1 0-18 0,1 3 11 0,-4-3 4 0,1 0-8 15,1 0 11-15,2-1-10 0,-2 1 3 0,-3-1-4 16,3 2 4-16,0-1-3 0,0-1 3 0,0 0 0 0,1 1 3 16,0 2 4-16,1-2-10 0,-2 2-4 0,3-2 0 0,0 3 10 15,1-1-3-15,-1-1 4 0,-1 2-1 0,3 1 1 16,0-1-4-16,2 1 10 0,-6 3-6 0,5-4-1 0,-1 4-3 15,-3 1 0-15,4-4 0 0,0 2 0 0,0-2 0 16,0 2 0-16,-2-1 7 0,3 1-7 0,-2-2-10 16,1-1 10-16,-3 1 0 0,3-1 0 0,0 0 0 0,0 1 7 15,-2-1-7-15,2-4 0 0,-3 3-11 0,3-2 11 16,0-1 0-16,1 1 0 0,-4 0 0 0,5-1 0 0,-4-2 7 16,2 2-14-16,0 0 7 0,0-1 0 0,2 1 11 15,-4 1-11-15,2-4 0 0,-2 4 0 0,2-3 0 0,0 3 0 16,0-1-11-16,2-1 4 0,-4 0 7 0,7-1 7 15,-2 0 0-15,0-2 0 0,1 1-3 0,2-1-1 16,0 0 1-16,2 0-1 0,2 2-10 0,-2-5-7 16,2 1 14-16,0 1-3 0,2 1 10 0,-3-1-4 0,1 3-6 15,1-2 6-15,-5 2-6 0,3 0 3 0,-3-2 3 0,1 4-6 16,-1-1-1-16,-1 1 11 0,1 1-7 0,-1-3-3 16,-2-1 10-16,2 3-4 0,-4-3-6 0,4-2 6 15,-3 2-6-15,2 1 3 0,0-5-4 0,2-2 1 0,-2 1-1 16,-1-2 11-16,3 2-3 0,-2-4-8 0,1 0-10 0,-4 1 14 15,4-1 7-15,-6-1-3 0,3-1-8 0,-3 3 4 16,-3-2 7-16,2 1-10 0,-4-2 6 0,-4 0-6 0,3 1 3 16,-3-4 3-16,-4 2-6 0,1-1 10 0,-3-1-7 15,2 0 3-15,-2 0-6 0,0 0-4 0,0 3-11 16,0-6-3-16,-2 2 7 0,2 1-24 0,0 0-49 0,0-2-57 16,-3 1-27-16,-4-3 21 0,3-1 18 0</inkml:trace>
  <inkml:trace contextRef="#ctx0" brushRef="#br0" timeOffset="20852.32">8560 6930 81 0,'3'0'78'0,"1"0"7"15,5 1-4-15,-6 3-6 0,6-2-14 0,-4 2-27 0,1-1 14 16,3 2-13-16,-2-2-1 0,4 2-3 0,-3 2 0 15,-1-2-4-15,3 3 1 0,1 0 0 0,-2 2-4 0,0-2-3 16,0 2 0-16,0 1-4 0,-2 3 1 0,0-3-4 16,0 3-4-16,0 1 1 0,-1 1 6 0,1-1-6 15,-4 0-1-15,-3 2 1 0,2-1-4 0,0 0 7 0,0 0-10 16,-2-2 10-16,0 3-11 0,-2-3 8 0,2-1 0 16,-2 3-1-16,0-3-2 0,-1 1-8 0,-4-1-8 15,1 3 8-15,-1-4 8 0,-2 5-1 0,-1-1 0 0,-6-2-4 16,3 0 1-16,-5 1-15 0,4-2-3 0,1 1 3 15,-4-3-17-15,1 0-11 0,0-1-31 0,0-2-59 0,1-2-40 16,-1-5 2-16,3 3 21 0,-2-1 13 0</inkml:trace>
  <inkml:trace contextRef="#ctx0" brushRef="#br0" timeOffset="23536.05">9933 1440 105 0,'1'0'67'0,"-1"0"-6"15,0 1-3-15,0-1-3 0,0 0-4 0,0 2-11 16,3-1-9-16,-1 0-4 0,0 4 8 0,3-3-15 0,-5 1-3 16,3 1 11-16,-2-1-15 0,6 1 11 0,-4 0-3 15,3 1-4-15,1 0 1 0,-4 2-5 0,5-2 1 0,-3 3 0 16,2-3-4-16,2 3 1 0,-2 4-18 0,3-4 0 15,-4 2 10-15,4 2 8 0,0 1-1 0,1-1 1 0,0 2-18 16,2 1 3-16,-2-1 1 0,1 3 17 0,1-2-7 16,2 0 3-16,-2 2-3 0,1 1 7 0,-1 0 3 0,0 0-10 15,2 0 7-15,-4 2-7 0,2-2 7 0,1 1-10 16,-6-1-8-16,6 2 8 0,-1-5 3 0,-2 3 0 16,1 0 0-16,1-1-7 0,-2 2 0 0,0-5 3 0,2 4-3 15,-1 2 4-15,0-2-4 0,-2-2 0 0,1 1 0 16,-1 1 3-16,0 0 1 0,1 2-1 0,-4-8-10 0,1 6 7 15,0-5 4-15,-2-1-1 0,0 1 8 0,-1-2-8 16,0 0 1-16,-3-7-11 0,0 3 7 0,-1-2 0 16,-1-2 0-16,0-1 0 0,0-1 0 0,0-1-14 0,0 0 7 15,0-1-18-15,-1-4-6 0,1 3-32 0,-2-5-37 0,-2-2-41 16,1-3-23-16,-6 2 18 0,2-4 21 0</inkml:trace>
  <inkml:trace contextRef="#ctx0" brushRef="#br0" timeOffset="24206.72">9925 1454 111 0,'0'0'75'16,"2"-2"-7"-16,4-2 3 0,0 0-6 0,3 1-11 0,-2-2-13 16,1-1-10-16,5-1 0 0,2 2-7 0,-1-2 3 15,0 1-3-15,1 1-3 0,5-1-4 0,-4 5 0 0,2-3-3 16,2 1 0-16,1 3-4 0,0-2 1 0,3 2-5 15,2-3 1-15,-4 3-10 0,4-1-4 0,0 2 0 0,0-2 0 16,-3 1 11-16,4 1 3 0,-2-1-7 0,1-1 10 16,-3 5-3-16,2-4 0 0,-2 0 0 0,3 0 0 15,-4 0 0-15,4 0 0 0,-1 0-1 0,-1 0-2 0,-2 2-1 16,3-2 4-16,-2-2-3 0,0 2-1 0,-2 0 1 16,1-4-1-16,-1 3-3 0,-3-2-14 0,-1 0 0 0,1-1 4 15,-1 4 10-15,-4-1 7 0,2-1 0 0,-3 0 0 16,-1 0 0-16,-4 2-14 0,0 2 17 0,-1 2 1 0,-1 0-18 15,-2 0 21-15,-1 0-18 0,-2 3 11 0,0-1 0 16,0 1 7-16,0 2-7 0,0 0 0 0,0-3-10 0,-2 4 17 16,2-3-21-16,-3 2 17 0,1-2-6 0,-1 1-1 15,-1-3-3-15,2 5 0 0,-5-3 0 0,4 3 4 16,-4-2-4-16,2 0-7 0,-4 4 7 0,3-2 0 0,-4 3 0 16,2 1 0-16,-2 0 10 0,0 4-10 0,-4-1 0 0,3 2 0 15,-2 0 7-15,-2 2 0 0,-1 1-10 0,1-1-1 16,-1 2 4-16,1 0 0 0,1-1 7 0,-4 0-17 15,5 2 10-15,-6-3 7 0,6 0-7 0,-2 2 7 0,0 0-7 16,1 0-7-16,3-3 3 0,-2-2 4 0,1 3 0 16,6-2 0-16,-4 1 0 0,3-2 0 0,-2-3 0 15,4 0-3-15,1-1 10 0,-1-3-18 0,-2 2 4 0,2-1 18 16,4-1-11-16,-2-2 0 0,2 2 0 0,-1-6-4 16,2 1 11-16,0 1-7 0,0-2 0 0,0-3-3 0,0-1 6 15,2 1-17-15,-4-2-3 0,2-2-4 0,2-1 0 16,2-1-24-16,-3-4-35 0,4 0-44 0,2-6-43 15,-2 3 27-15,-1-2 8 0</inkml:trace>
  <inkml:trace contextRef="#ctx0" brushRef="#br0" timeOffset="24771.45">11261 1647 111 0,'-2'0'78'0,"2"0"-6"0,0 0-8 0,0 0 4 16,-3 0-3-16,9 0-31 0,-1 0-10 0,-1 1 10 0,1-1-10 15,6 0-10-15,-4 1 13 0,4 4-3 0,-2-2-3 16,5-1-18-16,-1 4 18 0,-1-1-4 0,-2 0-17 15,6 0 18-15,-3 5-1 0,-1 0-3 0,1-1 0 0,1 2 0 16,3-1-8-16,-4 3-9 0,1-1 3 0,1 2 0 16,2 1 0-16,-2-1 0 0,1 2 0 0,4-1 10 15,-4 0 4-15,0 2-3 0,2 1-1 0,2 0-10 0,-3-3-7 16,2 2 11-16,0 1-11 0,-3-2 17 0,0-3 1 16,1 4-4-16,-1-2-7 0,-1-1 0 0,0-2 7 0,-5-2 0 15,5 3-7-15,-4-2 0 0,-3-4 7 0,2 2-4 16,-2-2 1-16,-2 0-1 0,1-1-6 0,-4-1-1 15,-1 2 8-15,-2-1-1 0,2-3 1 0,-2 2-1 16,0 2-10-16,0-1 4 0,0-2 6 0,-2-1 1 0,2 2-1 16,2-2-3-16,-2-3 0 0,2 5-3 0,0-5-4 0,-2 0-7 15,1 0-14-15,-1-5-14 0,0 5-45 0,0-4-36 16,3-3-45-16,-6-3 22 0,3 2 17 0</inkml:trace>
  <inkml:trace contextRef="#ctx0" brushRef="#br0" timeOffset="25217.0099">11897 1512 74 0,'-5'6'92'0,"1"1"-8"0,-6-2-5 0,4 3-5 16,-4 1-5-16,1-5-22 0,0 4-6 0,1-1-17 15,-2 0-3-15,1 1 0 0,1 0-1 0,-2 1 15 16,-1 0-18-16,5 0 4 0,-5-1 3 0,-2 4 4 0,3-4-11 15,-1 5-3-15,2-2-4 0,-6 1 1 0,1 0-1 16,2 1-3-16,-3 4 4 0,-2-3-1 0,0 1-6 0,1 3-1 16,0 0 1-16,-4 0-1 0,3 0 1 0,-4 3-1 0,4-3 1 15,-5 2-1-15,3-2-3 0,-1 2 4 0,3-4-8 16,-1 2 8-16,3 0 3 0,0-2-4 0,2-3 1 16,3 1-11-16,0-3 10 0,1 0 1 0,2 0-4 0,4-2 3 15,0-4-3-15,3 1-7 0,-1-5-3 0,1 1-15 16,1 2-13-16,-1-2-28 0,6-2-52 0,-2-4-50 0,-1-3 12 15,2 2 20-15,1-2 14 0</inkml:trace>
  <inkml:trace contextRef="#ctx0" brushRef="#br0" timeOffset="25872.8">12747 1555 88 0,'0'0'95'0,"0"0"-21"0,-2 0 11 0,0 0-7 0,2 3-9 16,-1-2-22-16,-2 5-5 0,1-3-1 0,-3 2-7 15,-1 2 1-15,0-1-4 0,-3 2 0 0,2 3-7 0,-1 0 0 16,-3-3 1-16,1 5-8 0,3-1-6 0,-5 4 10 0,2-2 3 15,-3-1-3-15,5 4-3 0,-7 3 0 16,3-2-4-16,-1 1 0 0,-1 1 0 0,-2 2-3 0,3-1-4 16,0-1 0-16,-2 4-11 0,1 0-3 0,1-1 11 0,1-2-4 15,-2 1 7-15,2 1-7 0,-2 0 0 0,3-2 0 16,0 3 0-16,2-3 0 0,-2 1 0 0,0-3 0 16,1 1-7-16,3-1 0 0,-2-1 10 0,3-1 8 0,0-6-11 15,-1 4 7-15,4-5-7 0,2 0 0 0,0-2-3 16,-2-4 6-16,3 0-6 0,-3-2-5 0,3-2-2 0,0 3 6 15,3-3-10-15,-3-2 0 0,4-4-7 0,-3 1-15 16,3 0-13-16,2-6-31 0,0 2-45 0,0-4-46 0,3-2 11 16,-2-4 21-16,3-3 17 0</inkml:trace>
  <inkml:trace contextRef="#ctx0" brushRef="#br0" timeOffset="26276.34">12804 1565 54 0,'4'6'78'15,"-1"2"-10"-15,0-1-1 0,1-2-5 0,2 2-5 16,4 0-12-16,-3 0-4 0,-2 3-14 0,3-2 0 0,0 2-3 15,0-1 7-15,3 4-10 0,-4 0 3 0,3-2 0 16,-3 3-4-16,4-2 1 0,-6 5 0 0,5-3-1 0,-4 2 1 16,4 1 0-16,-2 0-17 0,0 1 16 0,-2 1-6 15,2-1-10-15,-2 2 6 0,4-1 1 0,-4 2-1 16,3 0 1-16,-2-2-1 0,3 1-3 0,-5 0 0 0,2 1 0 16,-1-3-3-16,2 2 3 0,-2-1-4 0,-1-1-3 15,-2-2 0-15,2 1 4 0,-5 0-4 0,3-1 0 0,-2-1 0 16,-1-4 10-16,0 3-10 0,0-3 0 0,0 0 7 15,-1-1-7-15,2-2 0 0,-2 1 0 0,2-1 0 16,-1-1-3-16,0-2-1 0,0-2 4 0,0 4-3 0,0-1-1 16,-1-2 1-16,1 1 6 0,0-2-13 0,0 0-11 15,0-2-4-15,0-1 4 0,0 4-3 0,0-4-11 16,0 0-17-16,-3 0-27 0,3 0-48 0,-5-2-26 0,2 0 10 16,-2-2 17-16</inkml:trace>
  <inkml:trace contextRef="#ctx0" brushRef="#br0" timeOffset="26668.8299">12365 2054 71 0,'3'0'101'0,"-6"0"-6"0,6 0-13 15,-2 0-7-15,4 0-4 0,1-5-23 0,0 4-3 16,1-3-1-16,4 1 8 0,1-1-4 0,1 0-2 0,3-3-1 16,4 3-3-16,-2-3-4 0,4 0-3 0,2 0-17 0,0-1 7 15,1 1-4-15,1 1 1 0,3 2-1 0,1 1-3 16,-5 2 0-16,3-5-11 0,-2 5 7 0,2 1 1 15,-6 0-4-15,0 0-4 0,3 0 0 0,-5 1 0 0,1-1 1 16,-5 0-5-16,3 0 5 0,-3-1-1 0,0 4 0 0,0-3 1 16,0 0-5-16,-2 4-6 0,2-4 3 0,0 0 0 15,-6 0-11-15,3 0 14 0,-2-6-25 0,0 3 4 16,-5-5-22-16,2 1-3 0,-2 2-24 0,-4-4-18 0,3 0-58 16,-5-1-43-16,0 0 25 0,-7-3 11 0,3 5 21 15</inkml:trace>
  <inkml:trace contextRef="#ctx0" brushRef="#br0" timeOffset="27201.38">12432 1186 50 0,'0'0'82'0,"0"0"-8"0,0 0 4 16,0 0 4-16,-3 1-21 0,6-1-20 0,-1 0 7 15,3 0-7-15,-1 0 0 0,2 2-3 0,0-2-7 0,3 0 0 16,2 0 7-16,-3 0-10 0,6-2-8 0,1 2-2 16,-2 0 3-16,3 0-7 0,0 0 0 0,1-1-4 15,3 1 4-15,-2-2-3 0,2 0 6 0,0 0-10 0,0 1 0 16,-1 1-3-16,1-3 10 0,0 3-11 0,-6 3 5 15,4 0-5-15,-2 1-6 0,-3 1 10 0,4 1-4 0,-6-1 1 16,3 2-4-16,-2-2 3 0,1 3-3 0,0-1 4 16,-1-2-4-16,0-2 10 0,0 0-10 0,1-2 4 0,2 1 7 15,-4-1-15-15,4-1 4 0,-4-1 7 0,4-2-10 16,-5-1-5-16,0 0 5 0,-1 1-4 0,0-3 0 16,-4 2 7-16,1-1-21 0,-5 0 13 0,2-2-6 0,-3 5-17 15,2-1-18-15,-7 3-11 0,2-6-36 0,-2 2-35 16,0 1-33-16,-5-2 18 0,3-1 10 0</inkml:trace>
  <inkml:trace contextRef="#ctx0" brushRef="#br0" timeOffset="27504.01">12876 968 315 0,'7'8'85'0,"-1"2"-3"0,17 4 44 0,-10-3-60 0,-2 1-18 16,0 1 4-16,-1-5 0 0,2 3-6 0,1 1-4 0,-2 1 0 15,1 0 4-15,-2-1-14 0,0-4 4 0,-5 4-14 16,0-2 3-16,-2-1-7 0,0-2 0 0,-1 3 8 0,-1-3-15 15,-1 1 0-15,0 0-8 0,0 1-3 0,-3-2-3 16,-1 2-19-16,-2 0-15 0,3 0-3 0,0 0-38 16,-7-1-39-16,-2 2-78 0,2-3 13 0,-4 0 21 0,2 0 19 15,1-2 20-15</inkml:trace>
  <inkml:trace contextRef="#ctx0" brushRef="#br0" timeOffset="28201.1099">13789 2120 64 0,'0'5'81'0,"0"-5"-6"0,0 0 6 0,0 4-6 16,2-3-3-16,0-1-21 0,3 0-3 0,-2 4-4 0,2-4-6 16,1 0 10-16,4 0-13 15,1 0-8-15,50 0 134 0,-45-4-133 16,-2 1-18-16,17 1 40 0,-15 0-46 15,0 1-1-15,0 1 1 0,1-2-1 0,-4-1 1 0,1 2-1 16,1 2 19-16,-2 2-19 0,0-6 15 0,-2 6-18 16,0-3 0-16,-1 2 18 0,0 1-11 0,0-1-7 15,0 0 15-15,-2 3-12 0,1-2 12 0,-2-2-19 0,1 4 15 16,-2-1-8-16,4-1 8 0,-9-3-18 0,3 0 18 0,-3 0-22 16,2 0 18-16,-3-2-3 0,4 2-22 0,-4 2 0 15,0-7-7-15,0 3 0 0,-4-4-11 0,4 3-39 16,0-1-30-16,-3-1-58 0,-2-3-18 0,-3 0 24 0,2-1 18 15,-1 0 17-15</inkml:trace>
  <inkml:trace contextRef="#ctx0" brushRef="#br0" timeOffset="28551.93">13783 1801 125 0,'4'0'91'0,"2"0"-23"0,1 0 11 15,-2 0-22-15,2 0 5 0,3 2-14 0,1 0-4 16,-2 1-10-16,3-3-3 0,3 1-3 0,-4-1-4 16,3 2-3-16,2-2-1 0,-2 1-2 0,5-1 3 0,-2 0-11 15,2-1 7-15,-1 2-3 0,5-1-7 0,-4-3-3 16,1 2-8-16,-1-4-13 0,0 3-7 0,-3 2-11 0,1-4-38 16,-5 4-33-16,-2-3-34 0,1 2-6 0,-3-1 13 15</inkml:trace>
  <inkml:trace contextRef="#ctx0" brushRef="#br0" timeOffset="29584.82">14924 1622 94 0,'-4'0'92'0,"-2"1"-11"0,0-1-2 0,2 0-8 0,-2 0-16 15,3 0-21-15,-2 1 14 0,3-1-21 0,-2 0 14 16,-2 0-20-16,2 0 6 0,-2-1 1 0,3 1-4 0,-6 1 0 16,2 4 1-16,-3-4 6 0,2 3-7 0,-4-1 8 15,0 0-4-15,4 0-4 0,-1 1 1 0,0-2-4 0,-1 4 0 16,3-6-3-16,-2 2 0 0,3-2-4 0,-1 2-14 0,0 1 14 15,4 1 1-15,-3-2-15 0,-2 0 0 0,4 3 14 16,-4-3-7-16,-1 1 0 0,4 3-10 0,-3-1 17 16,3 1 1-16,-6-5-19 0,3 5 0 0,0-2 19 0,-1 0-19 15,4 0 15-15,-5 2 0 0,0-1-7 0,3 1 6 16,-3-1-6-16,2 2-4 0,1-2 7 0,1 0-7 0,-1 3 0 16,2-2 4-16,-2 1-11 0,0 1 18 0,4-2-19 15,2-2 19-15,1 3-11 0,-5 0 0 0,1-3 0 16,4 3 8-16,-3 0-8 0,3-4 0 0,0 2 3 0,0 0-3 15,3 0 0-15,-6 0 0 0,3 8 8 16,-3-9-8-16,2 3-11 0,1 0 11 0,-2 0 0 0,-1 3 0 16,-1-3 7-16,3 0-7 0,1 4-7 0,-3-4 7 15,1 2 0-15,4 1 0 0,-2 0 0 0,-2 0 0 16,4-2 3-16,-2 6-10 0,0-6 14 0,0 5-14 0,3-2 14 16,2 0-7-16,-2-3 0 0,2 5 0 0,3-5 0 15,-2 3 0-15,2 0 8 0,1-2-8 0,0 2-8 0,0-3 1 16,-2 2 7-16,1 1 0 0,0-3 0 0,-2 1 0 0,-3-1 4 15,4 0-12-15,-4-1 8 0,7 4 11 16,-6-4-11-16,1 0-7 0,0 1 7 0,0-2 11 0,0 0-11 16,1-1-7-16,5 0 7 0,-6 1 3 0,1-4-3 0,1-1 0 15,4 1 0-15,-2-2 4 0,0 0-4 0,0 0 0 16,1 0 0-16,3 0 4 0,-1 0 7 0,-1-2-4 16,-1 2 0-16,5 2-7 0,-6-2-3 0,2 0 3 0,-1 0 0 15,0 0 0-15,-1 0-4 0,3-2 4 0,-5 2 0 16,6 0 0-16,-2 0 7 0,-3 0-7 0,0 0-3 0,4 0 3 15,-2 0 7-15,0 0-11 0,0 0 1 0,0 0-1 16,-1 0 4-16,4 0 0 0,-3-1 0 0,1-2 0 0,-3-4 0 16,6 4 0-16,-3-1-11 0,-1 1 11 0,1-2 7 15,-1-2-7-15,4 0-3 0,-6-2 3 0,5 1 0 16,-3 4-11-16,-4-2 3 0,4-1 8 0,0-2 0 0,-3 0-7 16,-2 1 7-16,3 0 4 0,-3 1-1 0,-2 1 1 15,0-1 0-15,-2-4-4 0,-1 0 0 0,0 3 0 0,2-2 0 16,0 0 0-16,-2-2 0 0,2 1 3 0,-4-3-10 15,7 0 7-15,-5-3 0 0,1 2 0 0,-1-1 4 16,4 1 7-16,-4-3-11 0,0 0-4 0,0 0 11 0,-4-2-18 16,8 4 8-16,-8-2 3 0,3 0 0 0,-2 2-4 15,-3 3 4-15,2-4 0 0,-4 4-4 0,0 1 12 16,1 2-1-16,-5-1-7 0,-1 2-15 0,3 0 23 0,-6 2-12 16,5 0-14-16,-3-2-4 0,0 3 7 0,2-4-6 0,1 6-8 15,-2-3 0-15,1 3-10 0,2-3-39 0,0 3-38 16,1 1-50-16,0-2-19 0,0 3 32 0,3 0 17 0,0 2 17 15</inkml:trace>
  <inkml:trace contextRef="#ctx0" brushRef="#br0" timeOffset="30502.82">15927 1976 111 0,'1'0'92'0,"4"0"-24"0,-1 3-4 0,-1-6 8 0,3 6-4 15,1-6-30-15,1 6 3 0,0-3 3 0,1 0-3 0,1 0-20 16,1 1 7-16,2-1-15 0,-1-1 8 0,1 1-4 15,1-3 4-15,3 3-3 0,-2 0-5 0,3-3 1 0,0 3-3 16,1-1-1-16,1 1 1 0,1-2-4 0,-1 4 0 16,1-4 0-16,-2 0 0 0,2 2 0 0,0 0 0 15,1 0 0-15,-2 2-4 0,0 0 11 0,1-2-7 0,0 4 0 16,-2-4 0-16,1 0 0 0,1 0 8 0,-4 3-12 16,3-3 4-16,-1 1 0 0,0-1 0 0,-2-1-3 15,3 2 3-15,-2-5-7 0,0 7 11 0,2-3-8 0,0 0 1 16,0 0-4-16,2 0 0 0,0 0 10 0,-1 0-13 15,2 0 6-15,1 0 4 0,-3-3 1 0,1 3-1 0,-1 0-11 16,-1 0 4-16,2 0 7 0,-3 0-3 0,2 0-1 16,-6 0 1-16,4 0 0 0,-2 0-1 0,-1 0-10 0,2 0-4 15,-1 0 4-15,-1 0 7 0,-1 0 7 0,1 0-3 16,-1 0-8-16,1 0 11 0,-1 0-3 0,0 0-11 16,-2 0 10-16,-4 0 1 0,3 0-8 0,-5 0 8 0,4 0 0 15,-3 0-1-15,-1 0-10 0,-1 0 3 0,1 0-3 16,-3 0 4-16,0 0-4 0,0 0 3 0,-4 0-3 15,3-3 0-15,-1 2-7 0,0 1-4 0,-2-2 4 0,0 0-15 16,0 2-13-16,0-3-24 0,0 1-35 0,3-3-57 16,-2-1-9-16,-2 1 24 0,-2-1 14 0</inkml:trace>
  <inkml:trace contextRef="#ctx0" brushRef="#br0" timeOffset="30886.45">17077 1705 118 0,'10'0'95'0,"-1"0"-3"0,-4 0-14 0,1-1-13 16,3 1 3-16,-4 0-17 0,6 0 8 0,-6 4-15 16,3 0 1-16,0 2 4 0,1-1-4 0,-1 2-3 0,0 4-18 15,1-1 1-15,-2 5 13 0,2-1-9 0,-2 0-4 16,1 3-1-16,-2-2-13 0,2 0 7 0,-1 3 0 0,-1-2-11 16,-1 0 11-16,1 1-4 0,-6-2 1 0,4 3-8 0,-4-4 0 15,2 4 1-15,0-1-1 0,-2 1-4 16,0-4 1-16,-4 3-4 0,0-1 7 0,-2 0-18 0,3 0 1 15,-5-3 6-15,-3 2 0 0,1 0-3 0,1 0-18 16,-6-2-4-16,-1 2 8 0,3 0-8 0,-1-2-14 0,0-2-3 16,-2 3 4-16,4-1-7 0,1 0-17 0,-2-3-27 0,-1 1-14 15,3-2-13-15,-1 0-12 0,2 0-1 0,1-2 15 16</inkml:trace>
  <inkml:trace contextRef="#ctx0" brushRef="#br0" timeOffset="31517.38">19134 1644 115 0,'0'4'85'0,"0"0"-7"0,-3 1-4 0,0 0-6 16,-2 1-6-16,0 1-31 0,-4 2-4 0,8-2 0 0,-9 2 14 16,-1 3-10-16,3-1 0 0,-4-1-3 0,3 5 0 15,-1 0-1-15,-4 1 1 0,1 2-4 0,0-1 1 16,-3 5 6-16,4 1-3 0,0 0-3 0,-5 0-1 0,3 6-2 16,0-3-1-16,2 4-3 0,0-2-4 0,1 1-7 0,1 1-11 15,-1-3 4-15,5-1 8 0,-3-1 2 0,3 0 1 16,1-1 0-16,5-5-4 0,-4 2-18 0,3-6 15 0,1-3-11 15,0 1 3-15,0-4 4 0,1 0 0 0,-1-2-14 16,0-4-1-16,0 2 1 0,0 0-4 0,-1-5 8 16,1 3-18-16,0-3 3 0,0 0-14 0,0 0-13 15,0-2-52-15,0-4-51 0,0 1-13 0,0-3 22 0,0-1 17 16</inkml:trace>
  <inkml:trace contextRef="#ctx0" brushRef="#br0" timeOffset="31935.59">19155 1630 71 0,'6'0'78'0,"0"2"0"0,-2 0 0 0,4 0-7 0,-1-1-6 16,-2 3-21-16,1-2-3 0,2 2-3 0,-3-2-4 0,5 4-3 15,-3 1 0-15,2-1-3 0,0 1-1 0,1-2-10 16,-2 6 8-16,3-2-8 0,-1 3 0 0,4 3-3 0,-5-1 0 16,3 4 0-16,2-1 0 0,-4 1 0 0,2 2-3 15,-2 2 10-15,3 1-11 0,-1 0 1 0,-2 0-1 16,1 2 8-16,-3 0-4 0,4 0 0 0,-4 3 0 0,2-3-3 15,0-1-11-15,0-2 4 0,0 3 6 0,-2-4-10 16,0-1-7-16,-1-2 7 0,-1-1 0 0,1 0 4 0,1-2 3 16,-4-1 0-16,3-1-7 0,-2 0 0 0,-1-3-4 15,2 3 4-15,-5-4-3 0,6 2-1 0,-4-2-3 16,0-2 0-16,4-2 4 0,-2 4-12 0,-2-4-2 0,3 1 3 16,-4-4-4-16,3 3-14 0,-5-5-6 0,2 2-8 15,-1 0-27-15,-1-2-37 0,1 0-20 0,-2 0-20 0,-2 0 1 16,-2-2 26-16</inkml:trace>
  <inkml:trace contextRef="#ctx0" brushRef="#br0" timeOffset="32312.8">18810 2136 60 0,'9'0'85'0,"-2"-2"-3"0,3 1 6 0,4-3-6 16,-2 0-11-16,-1-1-13 0,5 1 7 0,2-1-3 15,0-1-21-15,4 1 15 0,1-2-18 0,2 1 7 16,1 1-6-16,1 2-1 0,4 1-2 0,-1-4-5 0,0 3-2 16,2-3 3-16,0 5-14 0,-3 1 0 0,2 0-4 15,-4-4 0-15,-1 4 1 0,-3-3-4 0,2-3-4 16,-5 6 0-16,-3-1-3 0,-1-2-4 0,-2-4 7 0,-1 4-25 16,-4-4 7-16,1 2-11 0,-4-2-10 0,4 0-11 15,-10 0-56-15,3-3 18 0,-2 0-51 0,-2 1-40 0,-1 2 15 16,-3-4 11-16,1 0 17 0</inkml:trace>
  <inkml:trace contextRef="#ctx0" brushRef="#br0" timeOffset="32934.6199">18853 1291 88 0,'-1'1'84'16,"2"-1"-12"-16,-1 3 2 0,0-6-2 0,0 3-8 15,-1 0-26-15,1 0 3 0,0-1 0 0,0 2-3 0,0-1 0 16,1 0-11-16,4 0 1 0,0 0-4 0,1 0-3 15,3 0-4-15,-4 0 0 0,5-1-3 0,0 1 0 16,2 0-3-16,3 0-1 0,-6 0-3 0,3 0 0 0,2 0 0 16,-3 0 7-16,2 0-10 0,1 0 3 0,-2-1-4 15,-1 1 1-15,6-3-1 0,-6 3 1 0,7-4-1 0,-4 1 1 16,3 2-1-16,2-3 1 0,-2-1-1 0,5 0-3 16,3 1 0-16,-4-2 0 0,3 1 0 0,-3-2 0 15,1 1 0-15,-1 3 7 0,0-1-10 0,0 3-1 0,-4-1 1 16,-6-1-1-16,3 3 4 0,-3-1 0 0,-4 1-10 15,2 1 20-15,-4-1-10 0,-3 3 0 0,1-3 0 0,-3-3 0 16,0 6 7-16,1-1-7 0,-1 1 0 0,0-1 0 16,4 0 0-16,-2-1 0 0,1 2 0 0,0-3-10 15,3 1 17-15,-2 1-7 0,1-2 0 0,0 0-4 0,-1-2 4 16,-2 2-3-16,-1-1-1 0,-1 2-10 0,0-1 14 16,3 0-21-16,-3 0 4 0,0 0-8 0,-3-4-27 0,3 3-10 15,-5-3-55-15,2 2-44 0,-1-5 15 0,-3 3 14 16</inkml:trace>
  <inkml:trace contextRef="#ctx0" brushRef="#br0" timeOffset="33298.56">19416 968 108 0,'1'1'95'0,"1"-2"-3"0,0 2-14 0,0-1-3 16,2 0 7-16,0 4-24 0,0-1-10 0,3 3-10 0,-1 1 7 15,-1 2 3-15,3 4-20 0,0-2 14 0,-5 3-18 16,7 2 4-16,-4 2 0 0,3-1 4 0,-4 1-21 0,4 2 6 15,-1-1 1-15,-3 1 7 0,1-4-4 0,-2 4-3 0,2-4-18 16,-2 2 18-16,1-2-3 0,-4-1-5 0,-1-1 1 16,4-3-11-16,-4 0 7 0,-4 0-3 0,3 0-22 15,-8-1 14-15,3 0-10 0,-4-2-15 0,4 0 11 0,-5 1-17 16,1-1 13-16,-2-3-9 0,-2 5-5 0,-1-4-9 16,3 2 3-16,1-2-35 0,-3-3-23 0,1 2-44 0,1-1-13 15,-1 2 18-15,1-3 17 0</inkml:trace>
  <inkml:trace contextRef="#ctx0" brushRef="#br0" timeOffset="34034.83">20936 1540 105 0,'-10'4'81'0,"0"3"-13"0,0-3 3 0,-1 1-6 0,1 1-4 16,2 1-30-16,-5-1 0 0,5 1 6 0,-3 0-6 0,0 1-4 16,1-2 1-16,0 3-4 0,0-2-3 0,-1 4-1 15,1-2 1-15,0 2-4 0,-1 1 1 0,-2 2-8 0,0-2 11 16,5 4-4-16,-5-1 4 0,1 0 0 0,1 6-10 16,0-4 3-16,1 4 10 0,0 1 1 0,4-4 0 0,-4 4-15 15,0 1 18-15,4-1-6 0,1 1-8 0,2 4 11 16,1-1-4-16,0 3 5 0,1-2 6 0,1-1-3 15,1 3-18-15,1 0 18 0,5-2-10 0,-1 2-12 0,1-4 15 16,4-3 0-16,-1 2-3 0,1-5-19 0,4-1 15 16,2-2-4-16,2-1 0 0,0-1-3 0,3-6-16 15,-1 3-3-15,4-5-4 0,0-1-26 0,-1-4-3 0,0 2-25 16,5-3-14-16,-4-4-56 0,-2-3-63 0,4 2 17 0,-6-5 24 16,1 2 19-16,-2-1 13 0</inkml:trace>
  <inkml:trace contextRef="#ctx0" brushRef="#br0" timeOffset="35005.1199">21317 1868 67 0,'1'0'92'16,"2"0"-7"-16,-2 0-4 0,2 0-6 0,3 0-3 0,-6 0-38 15,1 0 7-15,3 0 3 0,-2 0-9 0,1 0-4 16,3 0-4-16,-4 0 1 0,3 0-4 0,-2 3-3 0,-3-1 3 16,1 2-3-16,2-1 0 0,-3 1 0 0,0 3-4 15,0 0 8-15,0 0-1 0,0 3-13 0,0 0-4 16,5-2 0-16,-3 2 7 0,0-1 7 0,2 2-3 0,-4 2-14 15,3-1 6-15,0 1-10 0,1-2 18 0,3 3-18 16,-7-1 0-16,0 2 14 0,1 0-14 0,0 0-3 0,-1 1 17 16,3-4-18-16,-2 3 19 0,2-1-19 0,-3-3 18 15,0 0-17-15,3-2 14 0,-3-1-19 0,0 0 19 16,3-3-18-16,-1-4 18 0,-2 2-15 0,0-2 8 0,0-1-11 16,0 3 21-16,0-3-21 0,-2 0 18 0,2-3-15 15,0 3 8-15,0 0 10 0,0 0-18 0,0 0 8 0,0 0 10 16,0-1-17-16,0-3 17 0,0 1-6 0,0-3-1 0,0 1 0 15,0-1-3-15,0-1-1 0,0-1 1 0,0 0 3 16,0-4-7-16,0 4 4 0,0 0 0 0,2-5-4 16,-1 2 3-16,3-3 8 0,2-4-11 0,-1 1 0 15,0 1 0-15,5-5-11 0,-1 2 11 0,2-1 0 0,0 1-7 16,0-1 3-16,-1 4 4 0,0 2 0 0,-1 0 4 0,4 1-4 16,-2 2 0-16,-4 2 0 0,3 0 0 0,-3 5 0 15,4-3 0-15,-3 2 0 0,-1 3 0 0,1 1 0 16,-2-2 7-16,1 3-7 0,1 0-11 0,-4-3 11 0,3 6 0 15,-1-3-3-15,2 0 3 0,2 3 0 0,-5-2 0 16,4 5 0-16,-2-1 0 0,-1 2 7 0,4 2-7 0,-4 2-7 16,3 1 14-16,-4 0-18 0,1 5 11 0,1 1 7 15,-4-2-7-15,3-1 0 0,-6 3 4 0,4-3 3 16,-4 5-7-16,0-4 0 0,0 4 0 0,5-2-7 0,-5-1 7 16,0-1 4-16,-5 1-1 0,5-2-6 0,0 5 6 15,0-4 8-15,0-2-11 0,0 0 0 0,0 1 11 0,0-2-11 16,0-2 0-16,0 0 0 0,0-1 0 0,0-3 0 15,0-2 0-15,0-2 8 0,0 3-12 0,0-4 0 0,0 0 4 16,0-2-3-16,0 0 3 0,0 0 0 0,0 0 0 0,0 0 0 16,0 0 0-16,0 0-4 0,0 0 4 15,0-4 0-15,0 4 0 0,0-6 7 0,0 3-10 0,0-2-1 16,0-2 0-16,0 0 4 0,0-1 0 0,0-3-3 0,0 1-1 16,5-2 4-16,-5 0 4 0,1-2-1 0,5 2-17 15,-2-4 14-15,3 1-19 0,-2-2 1 0,-1 1 18 16,4-1-18-16,-3-1 14 0,1 1-10 0,2 1 10 0,-3-1-6 15,1 4 10-15,1-2-8 0,-1 0-6 0,3 5 14 16,-3-2-7-16,2 1 0 0,-1 2 10 0,-1 2-10 0,3 0 4 16,-1-1-1-16,-5 7-3 0,3-1 10 0,3 1-6 15,-5-2-8-15,6 3 8 0,-5 0 10 0,3 4-11 16,0 2 11-16,2 1-14 0,-1-2 14 0,-2 2 0 0,4 6 1 16,-1-2-1-16,2 3 0 0,-2 2 0 0,2 2-3 15,-3-1-1-15,0-1 1 0,-1 6 3 0,0-4 0 0,-5 3 0 16,2-1-3-16,-2-2 0 0,-3 4-1 0,2-2 1 15,-4 1-11-15,-3-3 10 0,1 2-3 0,-1 0-3 0,0-4-5 16,5 0-20-16,0 0-5 0,-2-1-31 16,-1-3-45-16,0-3-54 0,3-2-19 0,0 2 18 0,0-5 21 15,3-2 18-15</inkml:trace>
  <inkml:trace contextRef="#ctx0" brushRef="#br0" timeOffset="35737.9">22170 2130 91 0,'6'4'98'0,"2"-4"-13"0,0 2 4 0,3-1-8 0,3-1-6 16,2 0-20-16,0-3-7 0,8-2 0 0,-4-1-13 15,6-1-4-15,-1 2 0 0,-1-4-7 0,5 0-3 0,-2-4-3 16,0 1-4-16,0-2 3 0,-6 1 4 0,2 0-10 15,-4 3-4-15,-3-2 0 0,0-1 0 0,-7 1 0 0,0 3 10 16,-3 2-9-16,-6-4 9 0,4 4 1 0,-3-2 0 16,-2 4-4-16,-3-3-7 0,-1 3-3 0,-1-3 10 15,1 1 7-15,-1 2-6 0,1-3-1 0,0 3 0 0,-3 0 1 16,-2 0-4-16,4 3 0 0,-1-4-1 0,0 5-2 16,0-1-1-16,-2 2 0 0,2-1 1 0,-6 1-5 15,3 1 1-15,1-1 0 0,-4 0-1 0,1-1 1 0,1 2 7 16,-1 1-11-16,1 1 0 0,-4 1-7 0,5-2 7 15,1 3 0-15,-2-1 3 0,4 1-3 0,-4 1-7 0,5 2 7 16,-3-4 0-16,0 2 0 0,3-1 0 0,0 2 0 16,1 0 0-16,5-3 0 0,-7 5 0 0,7-1 0 15,-3 2 0-15,1-2 0 0,-2 7 0 0,2-2 4 0,-2 2-1 16,2-1 1-16,0 4 3 0,-6 2-3 0,6-1 0 16,-1-1 3-16,-1 4 0 0,4-1 1 0,3-1-1 0,-3 0 1 15,4-2 3-15,-2-2-11 0,4-1 3 0,4 0 9 0,1-2-12 16,1-3 0-16,7-1-4 0,0-2 4 15,5-3-30-15,-2-3-7 0,6 3-7 0,0-4-32 16,4-2-31-16,-3-3-83 0,3-1-6 0,0-2 25 0,0-2 18 16,0-2 20-16</inkml:trace>
  <inkml:trace contextRef="#ctx0" brushRef="#br0" timeOffset="36469.5">23317 1484 88 0,'0'0'71'0,"0"0"0"16,-2 0 4-16,2 0-17 0,0 0-1 0,0 0-23 0,0 0 1 16,0 0 2-16,0 0-13 0,0 2-7 0,0 2 4 15,0-2 6-15,0 4-16 0,0 1 9 0,0 0-6 0,0 3 10 16,0 1 0-16,0 3 4 0,2-2 0 0,-2 2 10 16,0 0-17-16,1 4 0 0,2 0 17 0,0 2-6 0,0-1 0 15,-1 3-4-15,1 2 7 0,-1-2-6 0,-2 3-4 16,5 0 0-16,-4 3 7 0,-1-2 1 0,3-1-4 15,-3 3-3-15,1 3-4 0,-1-2 0 0,6 0-3 0,-6 1-1 16,0-2-3-16,0-1-15 0,4-4 0 0,1-2 8 16,-5-1 7-16,1-2-4 0,-2-6 0 0,5-1-18 15,-4-1-1-15,0-7 12 0,1 1 7 0,-1-3 1 0,-1 1-5 16,1-2 1-16,1 0-1 0,3 0-3 0,-4-3-11 16,0-4-12-16,0 3 7 0,2-2-3 0,-2-2-4 0,1-2-3 15,3-4 7-15,-3 0-18 0,-1-4 0 0,0 0 11 16,-1 0 7-16,-2-1 4 0,1-1-7 0,-5 2 11 0,3 0-8 15,-6 3 11-15,0 4 1 0,0-2-8 0,-2 4-3 16,0 0 10-16,3 0 11 0,-4 7 0 0,2 1-3 16,1-1 3-16,-3 2-18 0,4-2 15 0,-4 0 3 15,5 2-14-15,-3 0 11 0,-2 2 3 0,6 2-14 0,-3-4-1 0,1 1 1 16,0 1 0-16,1 2 18 0,-2 1-4 0,2-1 0 16,-2 3 0-16,0 0 1 0,0-1-19 0,0 2 0 15,3 2 4-15,-3-5 0 0,0 5 10 0,0 0 8 0,-1-2 0 16,3-1-15-16,-3 3 15 0,6-2-15 0,-4-1 15 15,3 0-3-15,0 2-1 0,1 0-11 0,-1-2 8 0,3-1 3 16,2 1 0-16,1 0 1 0,-2 0-1 0,-1 0 4 16,3 1 0-16,0 0 7 0,0 2 1 0,3-2 3 15,-1 3-15-15,-1 0-3 0,3-1 18 0,1 1 1 0,1-1-20 16,-1 2 16-16,4-2-19 0,-2-3 19 0,3 3-8 16,3-4 5-16,0-1-9 0,1-1 5 0,1-3-20 0,1 4 4 15,4-10-11-15,3 3 0 0,-1-4-19 0,3-2-3 16,0-6-15-16,-1 1-7 0,6 0-42 0,-4-4-52 0,2-1-56 15,-1-4 27-15,4 3 18 0,-4-1 21 16,4 2 14-16</inkml:trace>
  <inkml:trace contextRef="#ctx0" brushRef="#br0" timeOffset="37185.7899">23990 1918 81 0,'0'0'102'15,"0"0"-7"-15,0 0-7 0,-5 0-3 0,4 0 4 0,1 0-21 16,-2 0-13-16,-4 0-13 0,4-3-1 0,-3 0-3 16,2 0 15-16,-1 3-22 0,0-4 4 0,-1 3 0 0,0-3-3 15,-3 1-3-15,4-2-4 0,-2 3-4 0,0 2-7 16,1-3 4-16,-4 3 0 0,1-1-3 0,-2 1-5 0,1 0 1 16,1 0-3-16,-2 1-1 0,-3-1 7 0,4 5-10 15,-7 0-8-15,6-2 15 0,-4 1-7 0,1 0-11 16,-2 0 7-16,5 4 7 0,-1-3-7 0,-1 3-11 0,-1-3 7 15,4 0 12-15,1 0-19 0,-2 1 14 0,2-2-10 16,2 4-7-16,1-1 14 0,0-4-15 0,1 7 8 0,0-3-8 16,2 1 19-16,-2 2-15 0,4-2 15 0,-5 3-15 0,3 0 0 15,-4 2 18-15,1-1 1 0,0 6-19 0,0-2 18 16,1 0 0-16,-1 2-7 0,2 0 7 0,1 0-17 16,-1 0 17-16,0 0-18 0,9-2 4 0,-2-1 14 0,-2-3-14 15,6 1 18-15,0-4-11 0,5-1 10 0,-3-5-10 16,3 2-10-16,4-5 17 0,2-3-18 0,-1 1 18 15,0-5-14-15,5 1 14 0,-5-4-18 0,5-2 1 0,-4-2 17 16,-2 0-14-16,3-1 3 0,0-1-10 0,-4-2 10 16,0 0-7-16,-1 0 19 0,-4 4-1 0,-1-2-14 0,-1 2 14 15,1 3-7-15,-4-3 3 0,-1 3-10 0,0 1 18 16,-2 0 3-16,0 2 1 0,-3 0-1 0,3 1-18 16,-2 0 19-16,-1 4-8 0,5 0-7 0,-5-1 0 0,1 4 7 15,3-1 4-15,1 1-4 0,-5-2 1 0,4 2-5 16,3 2 1-16,-7-2 0 0,2 0 3 0,2-2 8 0,-1 2-12 15,-2 2 1-15,1-1 0 0,2 6-1 0,0 0 5 16,-4 0-1-16,2 0 0 0,-2 4-3 0,0 0 0 0,0 2 3 16,3-1 4-16,-6 3-18 0,7-2 10 0,2-1 5 15,-6 1-8-15,1-1-4 0,3 2 0 0,0-4-3 16,0 2-15-16,1-6 15 0,0 4-8 0,1-3-18 0,-1 1-21 16,1-3-11-16,-2-2-38 0,1-1-72 0,0-2-11 0,0-5 15 15,1 3 25-15,1-4 24 0</inkml:trace>
  <inkml:trace contextRef="#ctx0" brushRef="#br0" timeOffset="37738.32">24251 1897 50 0,'5'0'75'16,"-5"0"-14"-16,1 3 3 0,-1-1-2 0,4-2-5 0,-4 2-19 16,5 3-8-16,-5-2-2 0,4 3 6 0,-7-1-7 15,7 2 4-15,1 1 0 0,-5 1-4 0,0-2 1 0,0 4-1 16,1 0-13-16,-2 1 17 0,2 1-17 0,-2-2 17 16,2 4-7-16,-2-1-3 0,1 2 4 0,0-2 6 0,0 2-17 15,0 1 4-15,0-5 13 0,0 2-17 0,0 1 18 16,0-2-18-16,0 2 8 0,0-2-4 0,0-2 7 15,0 1-18-15,0-2 7 0,0-1 0 0,0 2 1 0,0-3-1 16,0-1 1-16,0 0-4 0,0-3 7 0,0 0-11 16,0-4 0-16,0 2 4 0,0-2-3 0,0 2-1 0,0-2 0 15,0-2 1-15,0 2-1 0,0 0 0 0,0-2 1 16,0 4-1-16,0-2 8 0,0 0 0 0,0-2-12 0,0 2 5 16,0-4 3-16,0 0 0 0,0-2 0 0,0 0-3 15,1 1-1-15,1-3-3 0,3-2-8 0,-2 0 4 16,-1 0 4-16,2-2 0 0,2 1 0 0,2-2-12 0,-2 1 4 15,4-3-3-15,-4 1-1 0,2-3-3 0,2 5 0 16,1-4 0-16,-1 0-4 0,2 0-7 0,2 1 18 0,-2 1-18 16,2 0 0-16,-1 2 4 0,-2-4 14 0,3 8 0 15,-1 0-7-15,-4 1 8 0,-2-1-1 0,3 5 4 16,0-1 0-16,-7 2 0 0,3 2 0 0,0 0 0 0,-5 6 0 16,3-3 0-16,-4 2-4 0,5 6-10 0,2-1 3 15,-6 4 18-15,7-3-18 0,-3 6 4 0,5-2 14 0,-4 6-7 16,5-4-7-16,-4 3 14 0,5 1-7 0,0 0-7 0,1-2 14 15,-1 1-3-15,-2-1-4 0,3 1-11 16,-1-5-18-16,-2 3-10 0,0-5-60 0,-4-1-56 16,-5-2-41-16,3-2 25 0,-2-4 21 0,-2 0 18 0</inkml:trace>
  <inkml:trace contextRef="#ctx0" brushRef="#br0" timeOffset="38402.56">25793 1912 108 0,'9'-3'78'16,"-3"-1"-3"-16,1 1 3 0,2-1-10 0,2-2 3 0,3 1-19 16,2-2-4-16,-7 2-4 0,6-4-3 0,1 5 1 15,-1 1 6-15,3-2-3 0,0 3-3 0,-1-1-17 16,-2 2 13-16,1 0-17 0,0 2 11 0,-3-1-7 0,3 4-4 16,-1-1 1-16,-1 4 3 0,-1 0-4 0,-1 3-17 0,3-2 17 15,-4 5-10-15,3-1-11 0,1 3 11 0,-2 1 3 16,3-1-6-16,-1 3-1 0,0-3 0 0,1 2-11 15,1-2 8-15,-2-1 0 0,-1 1 7 0,1-2-8 0,-4-1-10 16,2 1 7-16,-4-3 0 0,0-1 7 0,-4-2-7 0,1-1 4 16,3-3-4-16,-8-1-7 0,-1 0-8 15,2-1-18-15,0-1-3 0,3 0-28 0,-5 0-32 0,3-5-68 0,-3 0-29 16,5-4 19-16,-5 2 28 0,3-6 17 0</inkml:trace>
  <inkml:trace contextRef="#ctx0" brushRef="#br0" timeOffset="38734.7199">26441 1772 125 0,'-4'4'88'0,"1"4"-3"15,0-1-7-15,-3 3-13 0,-1 0 7 0,3 2-28 0,-8 2-3 16,5 1-3-16,-3-1 0 0,2 0 0 0,-3 3-4 16,2-2-2-16,-2 6 2 0,1-2 1 0,-5 5-3 0,4-2-11 15,-4 3-7-15,-1 4 14 0,5-1-7 0,-7 4 4 0,2 1 0 16,0 1-18-16,2-1 18 0,0 3-21 16,-4 0 3-16,7 0 0 0,-4-2 7 0,4 0-3 0,-1-3 0 15,2-1 7-15,0 0-11 0,1-5 0 0,0 0 8 0,2-4-4 16,3-1-11-16,-1-6 0 0,1 0 7 0,4-3-22 15,-1-2-3-15,-1-5 4 0,2 0-11 0,2-4-22 16,-1 0-6-16,8-3-36 0,-5-4-61 0,3-3-43 0,-2 1 26 16,2-4 21-16,6-1 17 0</inkml:trace>
  <inkml:trace contextRef="#ctx0" brushRef="#br0" timeOffset="39670.87">27135 1976 125 0,'0'-8'75'0,"-2"0"-8"15,2 0 12-15,-2 1-18 0,1 0 14 0,1-1-27 0,0 3-11 16,0-2 4-16,0 0 1 0,-5 1 6 0,4 1-3 16,-4 5-4-16,1-3 1 0,0 3-3 0,-1-5-4 15,-2 3-4-15,1-2-16 0,1 2 6 0,-1 2 7 0,-2-2-21 16,0-1 18-16,-11-7-14 0,11 7 3 15,-3 2-10-15,1-2 6 0,0 3 8 0,1-5-18 0,-4 3 15 16,3-4-8-16,0 5-7 0,5 1 7 0,-6-1 0 16,1 1 1-16,3-3-5 0,-1 3 1 0,-3 0 0 0,4 0-1 15,-2-3 4-15,1 6-10 0,2 1 10 0,-5-3 0 16,3 5 12-16,-2 0-12 0,4 1 8 0,-6 4 10 16,2 0 1-16,0 4-15 0,-1 2 0 0,-4 2 19 0,6 0-19 15,-1 2 20-15,0 4-9 0,2-4-3 0,0 1-3 16,7 0-1-16,-3 2 0 0,-1-3-3 0,5-3 3 15,5 0-7-15,-1-2 0 0,2-5 0 0,4 1-1 0,-1-5 1 16,3-1 0-16,2-1-4 0,1-8 0 0,6-2-8 16,-3 1 4-16,1-7-16 0,3-2 16 0,1-2-23 15,2 0 15-15,-3-3-3 0,-2-2-5 0,1-1-7 0,-3 2 0 16,1-2 4-16,-5 3 4 0,2 0 0 0,-3 0 3 0,-2 0 1 16,-3 1 0-16,0 7-4 0,-2-1 15 0,-2 2-4 15,1 2 4-15,-5 1 0 0,1 3 4 0,-1-1 7 0,0 4 0 16,0 0 1-16,5 0-1 0,-2 4-15 0,-1-1 19 15,3 7-15-15,1-5 15 0,-1 6-7 0,3-1-12 0,2 7 19 16,-2-2-18-16,1 6 18 0,0 4-19 0,-2-3 0 16,3 3 20-16,0 2-13 0,-1 0-10 0,-2 0 18 15,3 3 1-15,0-2-1 0,-5 1-11 0,-2-1 12 0,-1-1-4 16,0 2-1-16,1-2 1 0,-2-2 0 0,-1-1 0 16,-1 1-4-16,-2-2-16 0,-1 1 0 0,1-6 20 0,-2 3-4 15,5 0-8-15,-5-4-8 0,-1-1 20 0,-3 2-20 16,3-4 20-16,-1 3-19 0,-1-4 18 0,2 0-7 0,-3 4-11 15,2-6 18-15,-3 3-18 0,0-6 11 16,0 5 0-16,-1-5-12 0,2 2 20 0,-5-2-16 0,2-1 16 16,2 3-8-16,-6-3-8 0,2-2 16 0,4 0-4 15,-7 1 4-15,4-1-16 0,-5-3 19 0,7 0-18 0,-2-2 11 16,-2 1 3-16,3-1 9 0,-2 0-8 0,3 0-1 16,-1 0 1-16,3-3 8 0,-2-1 4 0,1 1 0 0,0-1-4 15,3-3 8-15,0 2-20 0,3-4 0 0,2-2 8 0,-2 2 12 16,4-4-3-16,0 2-21 0,-1-3 21 0,2 1-21 15,5-3 0-15,3-2 0 0,-2-2 16 0,0 1-3 16,6-5-1-16,1 1-3 0,4-1-22 0,0 1 22 0,3-2-14 16,4 1-3-16,-6 2-5 0,2 1 5 0,5 1-9 15,-6 1-24-15,2 2 1 0,0 1-12 0,0 2 0 0,0 0-25 16,-1 1-14-16,-1 1-35 0,2 1-62 0,0-2-33 16,3-1 28-16,-3 3 22 0,0-4 21 0,3 4 14 15</inkml:trace>
  <inkml:trace contextRef="#ctx0" brushRef="#br0" timeOffset="40234.36">28368 1555 88 0,'0'0'91'0,"0"0"-13"0,0 4-10 0,0 2 7 15,0-2-3-15,-4 3-28 0,-1 4 7 0,4-1 8 16,-3 4-11-16,-1-1-10 0,4 6-4 0,-4-3 15 0,4 5-18 16,-1-1-3-16,0 0 7 0,0 1 4 0,2 3-18 15,0 1 4-15,4-3 7 0,-2 3-7 0,4 0-4 16,-1-3-3-16,0 3-11 0,1-1 11 0,2-3-3 0,1-2-8 16,5 1 0-16,-2-2 0 0,2-3 8 0,2-4-4 15,-3 0 0-15,5 0 0 0,0-5-8 0,-1-2 1 0,3-2-4 16,0 2-4-16,-1-8 1 0,3 1-12 0,-1-3-32 0,2 1 0 15,0-3-24-15,-5 0-21 0,2-3-55 0,-3-1-39 16,1 0 19-16,-5-3 17 0,1 3 21 0</inkml:trace>
  <inkml:trace contextRef="#ctx0" brushRef="#br0" timeOffset="40506.5">28113 1884 132 0,'0'0'115'0,"0"0"-6"0,5 0-11 16,0 0-19-16,1 0-7 0,4-2-20 0,0-1 6 0,5-3-13 15,4 1 4-15,-2-1-21 0,9-1-4 0,0 0-6 0,5-2 13 16,-2 2-13-16,1-3-8 0,0 2-13 0,3 2-11 16,1-1-18-16,-2-1-38 0,0 1-58 0,-1-3-57 0,3 6 25 15,-3-3 17-15,1-3 17 0</inkml:trace>
  <inkml:trace contextRef="#ctx0" brushRef="#br0" timeOffset="41200.37">29349 1465 77 0,'0'0'95'0,"0"0"-13"0,0-3-7 0,0 6-14 15,0-3-7-15,0 0-20 0,0 0 11 0,0 0-21 16,0 0 13-16,0 0-2 0,0 0-18 0,0 1 14 0,0 1-4 16,0 0-2-16,0 5-5 0,0-2-6 0,3 3-3 0,1-1 3 15,-4 4-1-15,0-1-6 0,0 5 11 0,0-1 3 16,1-1 0-16,-1 6 3 0,0 0 8 0,3 2-8 0,-6 3-6 15,2 1 10-15,-3-1-3 0,4 6 0 0,-3-2 0 16,2 2 4-16,-6 1-4 0,6-1 1 0,-1-2-5 0,2 1 1 16,-4 0 8-16,4-2-23 0,0-1 19 0,0-2-11 15,4-2-4-15,-1-4 0 0,5-1-11 0,-5-3 18 16,1-2-18-16,-3-2 15 0,6-7-18 0,-1 1 6 0,-4-3 1 16,-1 1-4-16,2 0-4 0,-3-2-7 0,4 0-4 15,-4-5-18-15,0-1 14 0,-4-1-14 0,4 2-3 0,-4-2-1 16,2-4 12-16,-1 0-7 0,-2 1-4 0,-1-4 18 15,-1-1-3-15,-1 1 6 0,-1 1 5 0,-3 1-15 16,1 1 4-16,0-2 3 0,-1 5 18 0,2-5-14 16,0 4 11-16,-1 2 10 0,0-2-18 0,1 4 11 0,-1-1 7 15,1 0-7-15,-1 1 0 0,-2 2 0 0,3-1 0 16,-5 3 0-16,3-1 0 0,-3 0 0 0,5 2 0 0,-9 0 0 16,7-2-10-16,-4 2 17 0,2 2-14 0,3 2 7 15,-5 1 0-15,6-2 0 0,-4 2 0 0,-1 3 3 0,2 1-10 16,-1 0 11-16,2 0-1 0,0 2 4 0,-2-1 4 0,2 0 13 15,1 4 1-15,-4-2 3 0,5 1-3 0,-1-2 0 16,1 0 0-16,-1 3 11 0,4-3-3 0,3 2-12 0,0-2 5 16,0 0 3-16,4-4-18 0,0 2 19 0,8-2-19 15,-2 0 7-15,4-5-6 0,6-1 2 0,-1-1 9 16,6 3-19-16,2-6 15 0,4 0-19 0,2-2 11 0,4-4-22 16,-1 0-12-16,6-2-3 0,0-3-15 0,-1 0-22 15,2-5-24-15,0 2-52 0,-1-3-71 0,-3 1 20 0,-3-3 20 16,0 2 20-16,0-1 18 0</inkml:trace>
  <inkml:trace contextRef="#ctx0" brushRef="#br0" timeOffset="41603.54">29771 1398 67 0,'0'2'75'0,"0"-4"-7"0,0 2 3 16,0 0-3-16,0 2-14 0,1-4-20 0,-1 2-3 0,0 0 7 16,5 0-4-16,-5 0-3 0,1 0 0 0,-1 0-18 15,0 0 15-15,3 4-18 0,-1-1 11 0,-4-1-1 0,4 3 5 16,-4 1-1-16,-1 0-3 0,3 4 3 0,0-1 11 15,0 3-7-15,0 1-11 0,0-1 18 0,0 5-17 16,0-1 7-16,0 4 6 0,0-2-9 0,0 4-1 0,0 2 8 16,0 1-12-16,0-3 1 0,0 4-3 0,0 1-1 15,0 1-3-15,0-3 0 0,0 5-4 0,0-1 0 0,0-1 1 16,0 0-1-16,0-1 0 0,0 3-3 0,0-2 0 16,0-2-1-16,0-1-10 0,0 1 11 0,0-4-1 15,0-2-3-15,0-2 0 0,0 0-11 0,0-6 8 0,0 0 6 16,0-4-21-16,0 2 11 0,3-7-19 0,-1-1-2 15,3 0-12-15,0-4-35 0,0 0-16 0,1-5-49 0,3-2-46 16,-2 0 19-16,2-4 21 0,1 1 17 0</inkml:trace>
  <inkml:trace contextRef="#ctx0" brushRef="#br0" timeOffset="42086.88">30229 1668 71 0,'-11'2'88'16,"1"3"3"-16,0-1-2 0,-6 1-4 0,1 1 4 0,3-1-24 16,-5 0-4-16,1 0-6 0,0 2-3 0,0-1-3 15,2 1-18-15,-3-2-3 0,2 1 14 0,-2-1-7 0,3 1-3 16,-2-2 0-16,0 4-11 0,3-2 12 0,-3-3-8 15,0 1 3-15,1 0 5 0,1 0-11 0,2 2-8 0,-4-2 8 16,5 0 4-16,2-1 0 0,-2-2-4 0,3-1-3 16,2 3-1-16,1-3-3 0,0 2-4 0,1-2 1 15,-2-2-12-15,6 2-8 0,0 0 8 0,0 0-4 0,-1 0-7 16,1 0 7-16,1 2-3 0,-1-2-1 0,0-2 5 16,0 2-5-16,0 0 1 0,0 0 3 0,6 0 0 0,-2 0 1 15,-3 0-1-15,4 0 0 0,-1 0 1 0,2 0 3 16,0 0-4-16,0 0 0 0,3 0 0 0,-4 0 1 0,1 0 3 15,1 0 0-15,-1 0 0 0,2 2 7 0,-1 4-7 16,0-1 0-16,2 3 4 0,-4 2 7 0,5 2-7 16,-4 3-4-16,3 1 11 0,-3 1 7 0,1 3-14 0,2 2 19 15,-4-2-12-15,3 2 4 0,0-1-4 0,0 0-7 16,3-2 15-16,-4-1-19 0,2 0 8 0,0-1 0 0,2-3-5 16,-2-1 9-16,2-1-20 0,1-3 16 0,-3 1-23 15,2-3 3-15,1-2-3 0,0 0-27 0,-4-4-6 0,2 1-12 16,-1-4-46-16,0 1-58 0,-2-6-39 0,-4 3 10 15,3-3 26-15,-6-3 18 0,1 2 23 0</inkml:trace>
  <inkml:trace contextRef="#ctx0" brushRef="#br0" timeOffset="43254.03">22478 2733 84 0,'-6'4'99'0,"6"6"-11"16,-3-2-3-16,3 3 0 0,-4 0-7 0,4 5-13 16,-2 2-3-16,-2 0-7 0,4 5-17 0,4 2 14 0,-2 2-20 15,1 1 6-15,-2 2 8 0,3 1-11 0,2 3-3 16,0 0 7-16,-5-1-11 0,7 0 5 0,-3-1 3 0,-3 0-4 15,6-1 1-15,-6-5-11 0,2 3-11 0,1-7 18 16,0 3-21-16,-1-4 18 0,-2-4-4 0,-2 1 0 0,6 0 1 16,-4-6-23-16,0 1 19 0,-2 0-4 0,0-1 0 15,0-2 1-15,0-3-5 0,4 0 1 0,-8-1-5 0,10-3 1 16,-8-1 0-16,4 1-8 0,-2-3 0 0,2 0 7 16,-1 0 1-16,-1 0-16 0,3 0 12 0,-1 0 4 15,3-2-8-15,-1 1 0 0,2-4 8 0,3 0 0 0,1-3-4 16,2-1-1-16,-1-4-3 0,5-1 0 0,0-5-19 0,2 3 15 15,0-6-19-15,0 2 15 0,2-3-11 0,-3 2-4 16,3-3 0-16,1 1-3 0,-2 2-1 0,-3-3 12 16,-1 3 0-16,0 3 4 0,0 0 0 0,-4 4 0 0,0 2 3 15,-3 0 1-15,2 7 0 0,-2 1 3 0,-2 3-11 16,2 1 12-16,0 0-1 0,-3 5 11 0,-2-1-7 16,2 3 0-16,0 3 4 0,0 4 7 0,-5-3-11 0,6 7 0 15,-1 0 4-15,-2 4-1 0,2-1 5 0,-3 1 7 16,-1-1-1-16,2 3 1 0,-2-5-7 0,-1 1-8 0,5-3 18 15,-5 2-18-15,0-4 0 0,0 0 23 0,0-1 0 16,0-1-1-16,-5-2-6 0,5-1-5 0,-4-1 5 0,-1-2-9 16,2 2 5-16,-5-4-4 0,1 1-1 0,-3-1 1 15,3 1-4-15,-6-3-8 0,1-1 20 0,0 0-9 0,1-1-3 16,-4-1 0-16,5 3-4 0,-7-3 4 0,2 0-4 16,0 0 0-16,-1 0 0 0,-2-3-12 0,1 3 24 15,-3 0-4-15,-1 3-8 0,1-1-12 0,1 1 4 16,-1-3 1-16,0 0 7 0,2 0 0 0,1 2-4 0,3-2-8 15,-1 0-3-15,4 1 15 0,3-2-24 0,4-1 1 16,0-1-3-16,2 1-5 0,2-2-18 0,6 0-21 0,1-5-11 16,2 2-55-16,3-2-68 0,-1-4 7 0,5 1 26 15,3-4 21-15,0 1 14 0</inkml:trace>
  <inkml:trace contextRef="#ctx0" brushRef="#br0" timeOffset="43806.6199">23329 3380 111 0,'3'-3'109'0,"-3"3"-4"0,2 0 1 0,3-4-11 16,0 3 1-16,5-7-27 0,0 2-14 0,2-3-6 15,-2 0-14-15,6-2 14 0,-6-3-25 0,8 1 15 16,-5-3-4-16,0 0-20 0,-2 4 13 0,4-1-3 0,-8-1-18 16,2 1 15-16,1 0-8 0,-9 1-14 0,8 3 18 15,-8 0 0-15,1 3-11 0,-2-1 8 0,0 0-12 0,0 6-6 16,0-1 10-16,-2 1 0 0,1 1 1 0,-1 0-5 16,-5-3 1-16,6 6 0 0,-5-3-1 0,2 0 1 0,-5 0-4 15,3 0 0-15,-5 0 0 0,1 0 0 0,-1 0 4 16,4 0-4-16,-3 3 3 0,-2-2-3 0,2 2 0 0,1 1 0 15,-4 0 0-15,3 0 0 0,1 1 8 0,-2-3-8 16,5 1 0-16,-4 0-4 0,0-2 11 0,3 0-7 0,1-1 0 16,0 0 0-16,-2 3-11 0,5-3 11 0,-2-3 0 15,2 8 0-15,1-5 0 0,2 1 0 0,-5-1 8 16,4 0-8-16,1 2 0 0,-3-2 0 0,6-2 0 0,-3 4 7 16,-3 0-11-16,6-2 4 0,-6 3 0 0,1 1 0 15,4 3 0-15,-2 0 0 0,0 0 4 0,0 6 0 0,0-2-1 16,0 3 8-16,0 2 11 0,0 2-10 0,-2 0 17 15,2 2-6-15,5-1 3 0,-4 1 0 0,4 2-3 16,0-1 4-16,1 0-4 0,2-4-4 0,-3 2 1 16,9-1-1-16,-6-4-3 0,6-2-4 0,2 1 0 0,-4-2-4 15,2-2 0-15,1-3 8 0,-1-2-12 0,4-1-4 16,-1-3-4-16,4 0 4 0,-3-3-12 0,2-1-24 0,0 0-7 16,-2-6-23-16,4 2-10 0,-1-6-35 0,1 3-71 0,-3-3-43 15,-1-4 31-15,-3 0 20 0,-1 0 21 0,2 0 10 16</inkml:trace>
  <inkml:trace contextRef="#ctx0" brushRef="#br0" timeOffset="44302.1">23852 3166 94 0,'0'9'112'0,"0"1"4"0,0 6-18 0,0-7 8 0,0 7-6 16,0-1-7-16,0 2-10 0,0 2-10 0,0-1 8 15,0 2-13-15,0 2 14 0,0-4-6 0,0 4-2 0,0-2-3 16,0-2-15-16,0-1-2 0,0-1-3 0,0 1-4 16,0-5-3-16,0 1-8 0,3-4 1 0,-2 3-4 15,4-4-4-15,-4-1-4 0,-1-4-4 0,3 1 14 0,-2-3-18 16,-1 2-8-16,2-3 4 0,1 0 4 0,-2 0-3 15,-2 0-5-15,1 0 0 0,0-3-1 0,0 0 1 0,0-1 0 16,1 1-4-16,-1-5 0 0,3 1-5 0,-3-3-5 16,-3 1 5-16,3-4-5 0,0 1-4 0,3-5 0 0,-3 5-17 15,2-4 12-15,-7 1-12 0,5-3 0 0,0 1-4 0,0-1-4 16,0 0 5-16,0-1-1 0,5 3-11 16,-2-2 21-16,0 0-8 0,2 0-8 0,1 2 4 0,0 2 8 15,2-3-3-15,3 3 4 0,-2 3 11 0,3 0-7 16,-2 0 0-16,0 1 4 0,-1 2 11 0,4-1-8 0,-5 1 1 15,3 3 0-15,-1 2 3 0,-1 1 4 16,2-2 8-16,-6 3-11 0,0 1 3 0,3 0 8 0,-4 1-1 0,2 3 1 16,-1 1-11-16,0 0 3 0,-1 0-4 0,-1 3 5 15,4 0-1-15,-4 2 0 0,3-2 4 0,2 6-18 16,-3-6-20-16,-2 3-6 0,6-1-58 0,-4-3-51 0,0 1-64 16,3-1 32-16,0-4 18 0,-3 1 24 0,6 0 14 15</inkml:trace>
  <inkml:trace contextRef="#ctx0" brushRef="#br0" timeOffset="44734.41">24609 3104 91 0,'-16'0'81'0,"6"0"-3"0,-4 0-6 0,3 0 3 16,-2 0-7-16,3 4-20 0,1-1-4 0,-4-2-3 0,7 3-3 16,-5 1-4-16,2 1-3 0,2 1 0 0,-2 1-3 0,5 2-4 15,-5 0 1-15,2 1-1 0,0 0 4 0,-1 2 0 0,2-1 0 16,-2 2 1-16,1 3-19 0,1-1 18 0,-3-2-17 16,7 4 18-16,-6 2-12 0,7-2 5 0,-1-3-4 0,-1 6 3 15,2-3-3-15,2-1-3 0,5 1-1 0,2-4 1 16,3 0-4-16,0-1 0 0,5 0 0 0,0-5 0 15,3 1-4-15,6-5 1 0,5-3-1 0,-3 3-3 0,3-8-1 16,-2 3-10-16,0-3 11 0,1-4-4 0,0 2 0 16,-3-5-8-16,-2 2 8 0,-2-2-3 0,-3-1 3 15,-2-2 0-15,-3 1 0 0,-3-2 3 0,-5 1 1 0,-1-1 0 16,-2-1 3-16,-3 1 0 0,-1-1 5 0,-3 0-9 16,-3 0 16-16,0-2-15 0,-1 0 14 0,0-2-10 0,0 2-8 15,1-3 15-15,-4 3-12 0,6-1-10 0,-4-1 14 16,1 4-3-16,-1-4-19 0,0 6 4 0,3-2-19 0,1 0-14 15,0 0-4-15,1 3-25 0,-3 1-31 0,2-1-47 16,2 2-50-16,2 3 22 0,1-2 26 0,-3 6 11 16,3-2 23-16</inkml:trace>
  <inkml:trace contextRef="#ctx0" brushRef="#br0" timeOffset="45184.37">25222 2790 115 0,'0'1'81'0,"-2"1"-13"0,2 2-3 0,-1 1 13 0,1-2-7 15,-3 5-19-15,1-3-8 0,-2 4-3 0,4 0-3 16,-1 0-3-16,-3 2 9 0,3 2-2 0,-2 1-4 16,3 4-3-16,3-3-14 0,-6 6 0 0,3 4 7 0,0-2-10 15,0 7 14-15,-2 0-11 0,4-1-10 0,-2 5 6 16,0-2 8-16,0 1-17 0,0-1 6 0,0 3 0 0,0-5 1 16,0-1-5-16,0-1-10 0,0 0 8 0,0 0 6 15,0-6 1-15,3 2-5 0,-2-5-6 0,3 2-11 16,-3-7 18-16,8 2-4 0,-6-4-18 0,5-4 7 0,1 2 4 15,1-5 8-15,0-2-5 0,6 0-21 0,-4-2 18 16,7-2-18-16,-4-2 14 0,7-1-10 0,-2-2 0 0,5-2-1 16,-5 2-3-16,5-3 4 0,2 0-4 0,-8 2 4 0,2-3 0 15,-1 2-1-15,-3 3 1 0,-2-2-3 0,0 1 10 16,-5-1-18-16,1 5 4 0,-10-1-11 0,3-1-10 16,1 2-31-16,-5-3-44 0,0-1-51 0,0 3 15 0,0-2 17 15,-5-1 17-15</inkml:trace>
  <inkml:trace contextRef="#ctx0" brushRef="#br0" timeOffset="45468.87">24956 3302 138 0,'10'-3'129'0,"-2"-5"-13"0,4 7-7 15,1-3 7-15,5-3-23 0,0 1-6 0,3-1-7 16,-1-1-6-16,1-2-21 0,-2 2 11 0,6 0-24 0,-3 3 3 16,-1-2-3-16,4 2-3 0,-6 0-8 0,2 0 5 0,0 5-23 15,0-4-7-15,0 1-4 0,-1 3-8 0,-1-1-25 16,-1 1-26-16,1 0-14 0,0 0-45 0,1-2-90 15,-1-2 15-15,3 1 22 0,0-1 21 0,-1 0 15 16</inkml:trace>
  <inkml:trace contextRef="#ctx0" brushRef="#br0" timeOffset="46253.7599">26214 3197 121 0,'0'-9'82'0,"-1"1"10"16,-4 0-7-16,1-2-4 0,1 3-2 0,-1 0-28 0,-1 0 11 15,-2 0-17-15,-2 0 0 0,4 1 7 0,-1 1-3 16,2-2-4-16,-1 4-3 0,-2-2 1 0,3 3 7 0,-1-3-18 15,0 5 14-15,0 0-9 0,2-3-16 0,-2 2 16 16,-1-3-19-16,0 2-3 0,-3 2 0 0,2 0 14 0,-2-1-3 16,-1 1-3-16,-1-4 0 0,-1 6-5 0,-2 3-21 15,-2-5 10-15,1 8 8 0,-4 0-18 0,0-2 18 16,2 2-4-16,1 2-18 0,-4 1 3 0,4 0 15 0,-3 0 1 16,3 2-4-16,0-1-1 0,2 1-18 0,-2 0 18 15,5 0-14-15,-4 0 14 0,4-1-14 0,3 3 14 0,-5-5-14 16,3 5 18-16,1-4 1 0,2 3-4 0,-2-1-8 15,5-2 0-15,0 3 11 0,3-3-7 0,-3 3 0 16,4-2 8-16,0 0-12 0,-2-2-8 0,7 3 0 16,-3-2 12-16,6-2-8 0,-2-4 8 0,2 5-8 0,3-5 0 15,2 1-4-15,0-5 12 0,7 1-4 0,2-1 0 16,0-2 4-16,2-1-23 0,0-3-4 0,2 1 0 0,0-5 4 16,2 2-4-16,-3-4 0 0,1 0-11 0,-3-2 20 15,-1 0 2-15,-2 0 1 0,0 1 0 0,-3-2 4 0,-4 1-1 16,1 1-14-16,-5-1 22 0,-1 1-14 0,-3 3 3 0,0 0 14 15,-5 2 1-15,2-3 3 0,1 3 4 0,-6 2 4 16,3 0 0-16,-2 0-8 0,7-1 1 0,-8 4 14 0,6 0-4 16,-2-3-18-16,4 5 15 0,-2-4-15 0,0 3 0 15,-3-1 15-15,4 2 1 0,-4 0-20 0,0 0 15 16,1 0 0-16,-1-2-11 0,0 4-7 0,0-2 3 0,0 7 15 16,-1-3 1-16,1-1-1 0,0 2-3 0,0 5 0 15,0-2-1-15,0 3 1 0,0 2-4 0,0 1 0 16,0-2-1-16,0 1-3 0,0-1 4 0,0 2-4 0,0 1 0 15,0-5-15-15,0 4 7 0,0-3-22 0,0-1 3 16,1-2 1-16,2-1-19 0,0 3-7 0,1-5-10 16,1 1-14-16,0-4-39 0,1 1-46 0,1-1-36 0,0-2 26 15,4 1 18-15,-6-2 17 0</inkml:trace>
  <inkml:trace contextRef="#ctx0" brushRef="#br0" timeOffset="47067.35">26720 3126 81 0,'-6'-2'88'0,"6"2"14"0,-5 0-14 15,0-3-3-15,-2 3 1 0,3-1-14 0,-5 1-17 0,-1 0 3 16,6 1 1-16,-9-1-3 0,3 3-4 0,-3 0-3 15,2-1-3-15,0 3 4 0,1-2-7 0,-2 5-14 16,-1-1 11-16,3 3-19 0,-1-3 12 0,0 4-18 0,1-6 14 16,1 3-6-16,2 0 3 0,-2-4-19 0,1 4 12 15,0-1-19-15,4-4 0 0,-1 3 18 0,0-1-18 16,4-3 0-16,1 0-3 0,-3 0 6 0,3-1 5 0,-2-1-4 16,2 0-16-16,2 0-3 0,-2 0 8 0,3-1-23 15,-6 1 4-15,3 0-7 0,0 0 4 0,-2 0-1 0,7 0-10 16,-4 0 8-16,3 0 10 0,-1 0 1 0,-1 1 3 15,-1 1 0-15,3 2-10 0,0-3 0 0,-4 7 6 0,7-5 15 16,-7 3-3-16,0-1 6 0,1 2-13 0,1 0 17 16,2-1-14-16,0 1 21 0,3-2-14 0,-4 4 10 15,3-4-6-15,-3 5 3 0,4-2 10 0,1-1 11 0,-2 3-3 16,-1 1 0-16,1-3-1 0,3 2 1 0,-4 1-15 16,1 0 15-16,4-3-7 0,-4 5-8 0,0-4 1 0,2 0 14 15,0-2-15-15,0 3 15 0,-2-3 0 0,2 0-18 0,-3-6 11 16,1 3 0-16,-3-3-11 0,4 2 11 0,-3-3-15 15,-3 2 18-15,3-2 1 0,-3 0-19 0,-1 1 1 16,0 1 17-16,0-2-3 0,0 4-4 0,3 0 4 16,-3-1 0-16,-3-1-11 0,6-2 4 0,-6 7 7 0,2-2-11 15,-2-3 4-15,1 1-4 0,-2 5 3 0,-1-5 1 16,0 1 3-16,2 2 1 0,-5-3 3 0,3 4 0 0,1-3 0 16,-1-1 7-16,-3 1-3 0,5-3-11 0,-2 2 18 15,0-3-14-15,0 3 15 0,4-3-16 0,-2 2 1 0,-2-2 11 16,5 0-4-16,-1 0 0 0,1-2-3 0,-3 4-8 15,3-2 7-15,3-5-11 0,-3 5 0 0,0-7-4 0,1 3 0 16,4-5 1-16,-2 1 10 0,4-2-18 0,2-3 15 16,2-1-24-16,-2-2 5 0,6-2 0 0,1 0-4 0,0-1 4 15,4-2-4-15,-3 4 4 0,5-2 0 0,-2 1 4 16,2 0 0-16,-1 0 0 0,-5 2 3 0,7 3 1 16,-5 0 7-16,-2 5-8 0,-2 1 5 0,1-3-1 0,1 7 4 15,-6 1-4-15,1 0-3 0,0 1 7 0,-2 4 4 16,-1-1-4-16,0 4 3 0,2 1-3 0,-4 0 4 15,0 1 7-15,0 3-11 0,-3 0 4 0,0 3 3 0,-2 1-3 16,-1-2 3-16,5 4 8 0,-5-2-15 0,0-1 15 16,0 0-15-16,0-1 15 0,0 0-4 0,0 0-15 15,-5-4 16-15,10-1-9 0,-5 2 1 0,0-4-4 0,0-5-7 0,0 2 7 16,0 0-4-16,0-2-4 0,0-1-3 0,0 0-11 16,-5-1-8-16,5 1-25 0,0-3-58 0,0 0-68 15,0-2-28-15,0-2 28 0,0 0 20 0,0-4 19 0,0 0 9 16</inkml:trace>
  <inkml:trace contextRef="#ctx0" brushRef="#br0" timeOffset="47247.63">26914 2887 88 0,'-1'0'105'0,"2"0"-17"0,-1 0-6 0,-1 0-11 16,1 0-16-16,-2 0-11 0,4 0-10 0,-4 0-17 16,2 0-13-16,0 0-35 0,2 0-61 0,-1 0-58 0,2 0 11 15,-1 0 20-15</inkml:trace>
  <inkml:trace contextRef="#ctx0" brushRef="#br0" timeOffset="47826.37">27988 2754 94 0,'7'0'72'0,"0"0"-5"0,1 0-5 0,-2 0 6 16,-1 0-4-16,1 1-19 0,1 3-15 0,-3 1 15 0,2 3-8 15,0 0 1-15,1 5 0 0,-1-1-4 0,-1 6-2 16,-2 4 9-16,3 2 1 0,3 1-18 0,-3 7 1 0,0-4 13 15,-2 2-6-15,0 4 0 0,2-1-4 0,-5 2-3 16,-1-1 0-16,0 0-7 0,0-3 0 0,-4 6 7 16,-2-6 7-16,0 2-14 0,-1-4 15 0,-7-2-3 0,3 1-5 15,-6-1-10-15,0-4-7 0,-2 0 14 0,-3-1-4 16,-4-1-18-16,3-1 0 0,-2 0 15 0,-2 1-18 0,0-3 6 16,1 1 5-16,-3-1-16 0,2 2-7 0,0-2-18 15,-2 1 0-15,3-1-22 0,-1 0 0 0,-1 0-31 16,-2 0-21-16,3-2-67 0,-3-1-5 0,0 0 11 0,-2 0 25 15,0-5 14-15</inkml:trace>
  <inkml:trace contextRef="#ctx0" brushRef="#br0" timeOffset="49351.47">19232 2784 84 0,'0'0'88'0,"0"0"-13"0,0 0-10 15,0 0-8-15,0 0 5 0,-1 0-28 0,-3 0-4 0,3 0 11 16,-5 0-17-16,2 4 14 0,-2-1-7 0,3 1-14 16,-4 2-3-16,0-2 17 0,0 4-10 0,0-1-1 15,-1 4 1-15,2-1 0 0,-4 0 0 0,4 0-4 0,-5 2 4 16,-2 1 7-16,5 2-10 0,-6-4-4 0,3 6 0 15,0-1 14-15,-4 1-10 0,0 1 6 0,3-1-9 0,-1 4-8 16,-1-3 10-16,4 4-17 0,-6-3 18 0,5 3-18 16,-4-1 0-16,4 0 0 0,1 0 0 0,1 0 15 15,-2 1-19-15,1-1 0 0,0 1 19 0,0 0-19 0,0-1 8 16,0 1 6-16,4-1-6 0,-4-1-11 0,-2 2 18 16,2-1-19-16,-2 0 19 0,1 1-18 0,-2-3 18 0,1 0-18 15,-1 2 17-15,-1-1-17 0,3-2 18 0,-4 0-18 16,4 0 0-16,-4-2 3 0,4 3 15 0,-3-4-4 15,2 2 0-15,-2-1 0 0,3-2-17 0,-4 2 17 0,-1 0 0 16,4-2-3-16,-2 3-1 0,-1-1 1 0,1-3-1 16,0 4 1-16,2-2-4 0,-4 1 4 0,5 1-1 15,0-3-17-15,-1 1 3 0,0-1 15 0,2 4-15 0,0-2 0 16,-1-1 4-16,3-1 0 0,-3 2 14 0,2-2 0 0,2-1 0 16,-4-2 0-16,3 3-17 0,-2-6-1 0,2 2 4 15,0-2 14-15,2-2 0 0,1 1 0 0,2-6-3 0,-5 2-1 16,7 0-6-16,-4-3-15 0,5 0-7 0,-1 0 0 15,1-3-25-15,0-1-28 0,0-1-51 0,0-3-43 0,0 1 1 16,1-4 28-16,-5 1 7 0</inkml:trace>
  <inkml:trace contextRef="#ctx0" brushRef="#br0" timeOffset="49687.7299">18115 3834 81 0,'0'9'98'0,"0"4"-3"0,-1-1-13 0,1 1-1 15,-3 1-5-15,3 0-25 0,3 3 11 0,-2-2-4 0,-1 3-3 16,-1 2-20-16,2-2-4 0,4 0 15 0,0 0-11 16,0-3 0-16,0 3-18 0,4-3 5 0,3-2 6 15,1 1-3-15,3-6-22 0,0 0 12 0,1-3-12 0,2-1 12 16,0-1-19-16,1-3 4 0,0-3 0 0,3-1-14 0,1-1-18 16,-6-3 3-16,3-2-10 0,-4-1-13 0,2 2-46 15,-5-1-33-15,1-1-41 0,-4-3 16 0,-1 3 13 16,-4 1 24-16</inkml:trace>
  <inkml:trace contextRef="#ctx0" brushRef="#br0" timeOffset="50520.3">16537 4656 81 0,'0'0'74'0,"3"0"-2"0,-6 0-4 0,3 0 13 0,0 4-6 15,0-1-27-15,5 3 3 0,-5-3-10 0,3 7-3 16,-3 0 0-16,0 0-4 0,0 4-3 0,0 3-3 16,0 1-4-16,2-3 8 0,-4 6-8 0,2-2-3 0,2 2 0 15,-1 3-3-15,-1-1 6 0,3 1-2 0,-3 4-1 16,0 2 0-16,0 1-3 0,1-5 0 0,0 6-15 0,-1-1 1 16,-1-1 10-16,0-1 0 0,1-1 4 0,0 0-7 15,0-2-11-15,0-1 11 0,0-4-4 0,0-2 7 16,0 0 1-16,0-1-1 0,2-4-3 0,-2-2-7 0,4-1-11 15,1-4 10-15,-2 0-3 0,1 1 0 0,2-5 0 16,3 0 11-16,-4-3-11 0,5 3 0 0,0-3 4 0,1 1-4 16,0-1-7-16,-1 0 10 0,7-1 1 0,0 1 0 15,-2 0 7-15,3 0-8 0,3 0 1 0,0-3 0 16,2 2-1-16,0-2 1 0,5-1 3 0,-1-1-3 0,3 0 0 16,3 1-1-16,-5-2-3 0,4-2 4 0,-4 2-4 15,2 2 4-15,-2-1-4 0,-1-2 0 0,-5 4 0 16,1-1 3-16,-4-2 5 0,-5 5-8 0,-1-4 0 0,-3 5-4 15,0-2 4-15,-3 2-4 0,-3 0 4 0,-3 0-3 16,2-3 3-16,-3 3 3 0,0 3-6 0,0-6-5 16,0 6-14-16,-3-3-11 0,-2-3 4 0,1 2-29 0,-3 1 1 0,1-2-28 15,-1-2-34-15,-4 1-58 0,0-2 3 0,-3-1 20 16,1 1 8-16,-3-4 28 0</inkml:trace>
  <inkml:trace contextRef="#ctx0" brushRef="#br0" timeOffset="50846.7199">16548 5191 128 0,'5'-7'99'16,"1"3"-11"-16,3 0-13 0,1-1 3 0,-2 0 4 15,-1 2-30-15,4-2 3 0,3 2-4 0,-1-4-6 0,0 0-7 16,6 3-3-16,-2-5-3 0,1 4-1 0,2-3-6 0,3 1-1 16,5-2-2-16,-5 2-5 0,4-3 1 0,-1 2-4 15,5-1 1-15,-7 0-5 0,7 4-3 0,-4-4 1 0,3 1-12 16,-5 0 11-16,-2 2-3 0,0-1-1 0,-2 3-10 0,-3-1 4 16,-5 0 6-16,1 1-10 0,-2 0 0 15,-4 4 3-15,0 0-3 0,-6-3 11 0,-1-1-11 0,2 3-1 16,-3-3-6-16,0 2 0 0,-3-1-14 0,0 0 6 0,-1-2-13 15,-2 2-17-15,0-2-8 0,-4-1-47 0,0 2-47 16,-1-3-7-16,-4 3 19 0,1-2 20 0</inkml:trace>
  <inkml:trace contextRef="#ctx0" brushRef="#br0" timeOffset="51183.7299">16440 4847 101 0,'0'0'99'0,"5"0"-8"0,-4 0-2 16,8 0-4-16,-4 0 4 0,3 0-21 0,5 0-2 15,-6 0-4-15,6-3-7 0,2-1-2 0,-1-2-4 0,4 3 7 16,-1-4-3-16,4 0-6 0,2-1 0 0,1 0-4 0,3-2-6 15,2 0-4-15,0 5-19 0,4-2 1 0,-1-1-4 16,0 2 0-16,0 0-3 0,2 1-1 0,-4-1 16 0,-5 2-20 16,3 3 1-16,-7-2-4 0,-2-2 15 0,-3 3 0 15,-3 2-3-15,-2 0-5 0,-3 0-14 0,-1 0-1 0,-3 0-7 16,-4 0 0-16,2-3-15 0,-4 3 8 0,2 3-19 16,-3-3-21-16,-2-3-7 0,-1 3-28 0,-4-1-33 15,0-3-68-15,1 1 19 0,-5-1 23 0,1-2 17 0,-2 2 13 16</inkml:trace>
  <inkml:trace contextRef="#ctx0" brushRef="#br0" timeOffset="51669.6199">16492 4414 115 0,'2'3'78'15,"2"-3"13"-15,-1 2-23 0,5-2 4 0,-6 0-4 0,3 0-20 16,3-2-4-16,-1 2-2 0,7 0-5 0,-6 0 1 15,4 0 4-15,2 0-4 0,0-3 0 0,2 1-3 16,0-1-14-16,0 0 0 0,1-1 0 0,1-1 8 0,3 3 6 16,-2-3 0-16,2-1-13 0,-2 1-8 0,2 3 18 15,0 1-10-15,2-3 0 0,0 2-4 0,0 0 0 0,-3 0-3 16,2 2-1-16,-2 0-3 0,-1 0 0 0,0 0 0 16,-1-1-3-16,-3-1-1 0,-2 4 8 0,1-1 0 15,-5-2-12-15,3 1 5 0,-1 0 3 0,-1 0-7 0,1 0-4 16,-1 0 0-16,0 0 3 0,-1 0 9 0,3 0-12 15,1-2 0-15,-2-2 0 0,0 3 0 0,3-3-4 0,-3 1 4 16,-1 1 4-16,0-2-12 0,-2 3 1 0,-1-2 7 16,1 0-15-16,-4 3 7 0,0-2-21 0,-2 2-1 15,0 0 19-15,-2 2-22 0,3-2 8 0,-3-2-11 0,-5 2 3 16,1 0-6-16,0 0-32 0,-2 0-35 0,2 0-47 16,-2 0-29-16,-1 0 22 0,-2 0 21 0,3 0 17 0</inkml:trace>
  <inkml:trace contextRef="#ctx0" brushRef="#br0" timeOffset="52025.2199">17156 4022 77 0,'9'5'102'0,"-1"3"-20"0,-3 2 3 0,5 0-7 0,-4 0-3 16,5-2-10-16,-3 5-3 0,3-1-4 0,-1 6-3 16,1-3-20-16,-4 3 0 0,3-1 7 0,-3 1-4 0,3 3-3 15,-4 0 1-15,1-3-1 0,-4 3-3 0,0-3 0 16,-1 0-3-16,-1-3 0 0,-1 2 7 0,0-4-14 0,-1 3 0 15,-4-4-11-15,-1 1-4 0,1-3 15 0,1-1-18 16,-2 4 15-16,-2-6-5 0,-2 1 1 0,1 2-15 0,1-7 0 16,-1 5-7-16,3-3-1 0,0 0-25 0,1-1-4 15,-3 0 1-15,4 0-15 0,-3-4-35 0,5 3-24 0,1-2-61 16,-3-1-19-16,-1 1 23 0,4-1 24 0,1 0 18 16</inkml:trace>
  <inkml:trace contextRef="#ctx0" brushRef="#br0" timeOffset="52706.33">18739 5290 67 0,'0'5'82'0,"-5"1"9"0,4 0-19 15,-3 2 9-15,-2-3-20 0,-3 1-16 0,3 3-1 16,-5 0-6-16,2 2-4 0,-3 0 4 0,-5 1-10 16,5-2-4-16,-2 3-3 0,-2-2-4 0,2 1 0 0,-1 1-3 15,-1 1-7-15,0-4 0 0,4 1-7 0,-2 0-21 16,-2 0-24-16,2-3-41 0,3 0-68 0,-4-1 1 0,4 0 17 15,1-3 14-15</inkml:trace>
  <inkml:trace contextRef="#ctx0" brushRef="#br0" timeOffset="54520.42">19725 4630 101 0,'0'-3'88'0,"0"3"-3"16,0 0-24-16,0 0 1 0,0 0-8 0,0-1-10 15,0 1-3-15,0 0-3 0,0 1 0 0,0-1 0 0,0-1 0 16,0 1-14-16,0 0 0 0,0 0-3 0,0 0-11 16,0 0 7-16,0 0 1 0,0 0-4 0,0 0 0 0,0 0-11 15,0 0 8-15,0 0 10 0,0 0-11 0,0 1-3 16,3 2 0-16,-3-2 0 0,0 2 0 0,3 3 0 15,-3-2-3-15,2 1-11 0,4 1 10 0,-2 1 1 0,-3 0-1 16,-1-2 1-16,4 2-1 0,-1-1 1 0,-1 1-11 16,-1 0 10-16,5 2-3 0,-2 1 0 0,-1 1 0 15,-1 2 0-15,3-1-3 0,0 3 6 0,-4 2-3 0,3 3 4 16,-2 2-1-16,1-1 8 0,-3 4-4 0,0 1-3 16,0 3 10-16,0-1-11 0,0 4-3 0,0-1 11 0,-3 2 3 15,3-1 0-15,3-2 1 0,-3 1-5 16,0-2 1-16,0-2-15 0,1 0 15 0,1-3-14 0,1-3 13 15,-2 1 1-15,3-5-4 0,1-4-14 0,0 1 14 16,0-3 0-16,-2-2-3 0,1-2 0 0,-2 0-4 0,0-3 0 16,-2-4-4-16,0 1-18 0,5 1-6 0,-5-2-15 0,0-3-35 15,-5 1-51-15,5-6-47 0,5 1 5 0,-10-1 14 16,5-3 25-16</inkml:trace>
  <inkml:trace contextRef="#ctx0" brushRef="#br0" timeOffset="55292.36">19615 4688 67 0,'0'-3'82'0,"0"-1"-4"0,0 0-7 0,0 4-3 0,0-3-7 16,0 1-20-16,0-1 4 0,3-1-8 0,0-1-3 0,2 1-3 16,0-1 4-16,1 1-15 0,4-1 1 0,0-3-4 0,2 4 7 15,1 0-10-15,0-3-10 0,-1 1 17 0,0 1-11 16,0-1-10-16,0 1 14 0,-1 1-14 0,4-2 0 15,-5 2 7-15,1 2 0 0,1-2 7 0,1 3-18 0,-6-1 18 16,5 2-7-16,-1-2-10 0,0 2 10 0,-1 0 7 16,0 2-7-16,-1 0-11 0,2-1 8 0,0 3-1 0,2-2 1 15,0 2-1-15,-1-1 1 0,4 2-1 0,0 1 1 16,1-1-1-16,-1-3 1 0,4 4-4 0,-2-1 0 16,1-2 3-16,-2 1 1 0,4 0-11 0,-3-3 7 0,3 6 0 15,-6-3 0-15,5 1-7 0,-5 0 10 0,-2 3 1 16,1-1-8-16,-5 0 18 0,1 1-17 0,-4 2 6 15,3-1 11-15,-4 2-7 0,1 0 0 0,-1-1 0 16,0 2-3-16,0-1 0 0,1-1-1 0,1 3 1 0,1-1-1 16,-2-2-3-16,3-2 11 0,-1 2-11 0,0 1 3 0,1-3-3 15,-1 3 0-15,0-2 0 0,2 0 0 0,-5 1 0 16,4 3 0-16,-3-2-3 0,1 1 6 0,-2 1-3 16,0 2 0-16,-2-1 0 0,-2 0 0 0,-1 1 0 0,2 5 4 15,-2-4-4-15,0-2 0 0,0 4 0 0,0-1 0 16,-2-1 0-16,2-2 0 0,0 2 0 0,0 0 0 0,0-3 7 15,0-2-11-15,-4 0 4 0,1 3-3 0,-2-3 3 16,3 0-4-16,-7-1 1 0,2 0 3 0,0 2-4 0,-2-4 8 16,4 5 3-16,-6-5-11 0,4 3 4 0,0 0-3 0,-3-2 3 15,-1 2-4-15,1-1 4 0,0 1 0 0,-1 0 0 16,1-3 0-16,-1 3 0 0,1-1 0 0,-3-2 7 16,0 1-10-16,5-1 3 0,-7 0 7 0,-1-1 0 0,2 0 0 15,1 0-7-15,-1 0 0 0,-3 0 7 0,2-2 0 16,-1 1 0-16,2 0 4 0,-1-1 0 0,0 2-1 0,1-3-2 15,1-1-8-15,-2 1-8 0,2-1 19 0,-1 0-4 16,-1-3-14-16,7 1 0 0,-7-1 18 0,3 0-18 16,3 0 14-16,-2 0 0 0,1-1-14 0,0 2-4 0,4-2 18 15,-4 1-3-15,4-3-11 0,-4 3-4 0,3-7-3 16,0 2-18-16,-2-4 0 0,2 0-32 0,-5 0-20 16,3-3-58-16,-2-1-36 0,1-4 21 0,0 1 18 0,-2-1 17 15</inkml:trace>
  <inkml:trace contextRef="#ctx0" brushRef="#br0" timeOffset="56020.7199">19605 4265 94 0,'5'0'82'0,"0"0"3"0,1 0 0 16,-1 0-21-16,0-3-2 0,1 1-8 0,3-3-13 0,-2 1 0 16,2 0-6-16,1 1-8 0,1-6 4 0,1 4-10 15,0-3 7-15,2 3-14 0,1 0-7 0,0-1-4 16,-2 1 11-16,2 1-4 0,1 1 1 0,-5-2-1 0,2 4-3 15,0 0 0-15,2 1 0 0,-6-3 0 0,1 3-3 16,0 0-1-16,-1 0 1 0,-1 3-1 0,1-6 4 0,-2 6 0 16,1-6 4-16,3 3-1 0,-4 0 1 0,3 3 3 15,1-3 0-15,-2 0-3 0,4 1-8 0,3-1 8 16,-6 1 6-16,6-1-2 0,-1 3-1 0,2-3-18 0,0 2 11 16,-2-8 4-16,3 7 0 0,-3-2-1 0,1 1-2 15,-1-1-1-15,-1-5 0 0,-1 2 0 0,-4 3 0 0,-2-3-3 16,-1 2-1-16,-5 2 1 0,2-4 0 0,1 4-15 15,-4-1 7-15,0 1-3 0,-4 0-4 0,4 0 8 0,0 0-4 16,0 1 14-16,0-2-4 0,0-1-13 0,0 2-5 16,0 0-3-16,0-1 1 0,0 1-12 0,0-3-38 15,-3 3-17-15,2-3-54 0,-2-2-41 0,-4 0 23 16,4 3 16-16,-5-4 18 0</inkml:trace>
  <inkml:trace contextRef="#ctx0" brushRef="#br0" timeOffset="56365.02">20112 3902 98 0,'5'0'81'0,"0"0"-3"0,-4 2-3 0,3 0-14 15,2 1-10-15,-1 1-17 0,1-1-3 0,-2 5 10 0,6-1-3 16,-5 0-4-16,0 1 1 0,2 2-4 0,-6 0 10 16,2 3-13-16,2 2-4 0,-4-1-3 0,-1 0 0 15,0 2 0-15,0-2 3 0,0 2 8 0,0 2-4 0,0-2-3 16,0-2-4-16,0 3-18 0,-5-4 1 0,1 0 14 15,3 2-4-15,-9-2 0 0,4-1-7 0,2 1-7 0,-3-3-28 16,-3 3-11-16,-1-3-11 0,4 0-27 0,-6 1-86 0,8-1-15 16,-7-2 21-16,2-1 21 0,0 0 14 0</inkml:trace>
  <inkml:trace contextRef="#ctx0" brushRef="#br0" timeOffset="84987.4299">17412 3698 57 0,'3'-1'71'0,"0"-2"-13"0,0-1 6 16,-3 2-6-16,5-3-3 0,-5 3-21 0,2-6 0 15,-1 5-7-15,1 3-3 0,0-5 7 0,-2 1-11 16,0 4-3-16,0-2-3 0,0-1 0 0,0-1 6 0,0 4 1 16,0-1-8-16,0 1 8 0,0-3-4 0,0 3 1 15,0-3-15-15,0-1 18 0,0-1-1 0,0 5 1 0,0 2-17 16,0-4 3-16,0 2 7 0,0 0-1 0,-4-4 5 15,3 2-4-15,-1 2 3 0,-3 0-6 0,2 0 3 16,-3-3 7-16,2-1 0 0,1 1-11 0,-3-2 1 0,1 3 7 16,1-2-4-16,-3 0 0 0,0 1 0 0,4 3-18 0,-3-5 15 15,-2 2-14-15,1 0 3 0,-2 0 10 0,3-1-6 16,-4-1-1-16,3 3 4 0,-2-2-7 0,-1 1-7 16,-2-2 14-16,3 2-7 0,-3-1-7 0,0 0 18 0,3 1-11 15,-6-1-7-15,3-1 18 0,1 3-8 0,-4-1-3 16,2 0-7-16,1 2 14 0,-6-1-3 0,4 2-4 0,-2-2 0 15,-2 2-7-15,0 0 3 0,2 0 8 0,-1 0-1 16,-3 2-10-16,1-2 18 0,0-2-18 0,-1 2-1 0,3 0 19 16,-4 0-18-16,6 0 18 0,-7 0-11 0,4 0-7 15,2 0 17-15,0 0-17 0,1 0 14 0,0 0-7 16,3 0 0-16,-3 0-7 0,3 0 14 0,2 0 0 0,-3 0 1 16,2 0-16-16,-1 0 1 0,0 0 14 0,1 0-17 15,-2 0 17-15,0 0-14 0,-2 0 0 0,0 0 10 16,-1 0 1-16,0 0-1 0,-2 0 1 0,-1 0-11 0,1 0 14 15,-2 0-7-15,-1 0-7 0,0 2 14 0,-3 0-14 16,2-1 14-16,2 2 0 0,-3 1 0 0,0 0 0 0,4 2-17 16,-3-3 17-16,4 5 0 0,0-3-18 0,-2 0 0 15,4 2 19-15,0-2-8 0,4 2-8 0,-5 0 8 0,6 0 8 16,-4 1-1-16,4-3 0 0,-2 0-4 0,0 4-6 0,3-1-1 16,-1 0 8-16,1-4-8 0,-3 5 1 0,0-2 10 15,3 2-11-15,-3 0 8 0,1 0-1 0,-1 0 1 16,-2 0 0-16,2 2-1 0,-2-1 1 0,2 0-1 0,-2 2-3 15,0-1 0-15,2 1 0 0,-6 1 0 0,6-3 0 16,-1 3 0-16,-4-1 0 0,3 2 0 0,-2 0 0 16,1-1 0-16,-2 3-7 0,0-2-7 0,2 3 10 0,-1-1 1 15,-2-1 6-15,3 2 1 0,1 1-11 0,-1-2-4 16,0 2 0-16,2-3 4 0,-2 3 0 0,1-1 0 0,0 1 0 16,3-1 10-16,-2 2 4 0,1-4 1 0,2 5-1 15,-4-2-11-15,1-1 4 0,3 3 7 0,-2-2-10 0,-1 2 3 16,3-1-4-16,-4-1-39 0,2 4 47 15,1-5 3-15,0 4 4 0,0-2-1 0,0 1 1 0,2-2-4 16,0 1 0-16,3-1 1 0,-2 4-5 0,2-5 1 0,1 1-1 16,-1 2-10-16,4-2 7 0,-1 1 4 0,4-1-1 15,-2 0 1-15,0 0-1 0,2 0-10 0,-1-2 11 0,2 2-1 16,-1 0-6-16,0 0 6 0,0 0-10 0,0 0 11 16,0-3-11-16,0 3 10 0,0 0-6 0,0-2 6 15,0 4 1-15,0-3-15 0,0 0 15 0,0 1-15 0,2 0 11 16,0-3-11-16,-1 3 18 0,3 2 1 0,1-1-12 0,-1-1-3 15,-1 2 0-15,1-4 7 0,2 5 7 0,3 0 0 16,-6 0 0-16,5 1-3 0,-3-3-1 0,0 2 1 0,1 0-1 16,1 1-10-16,-2 1 4 0,3 0 6 0,-2 1-10 15,2-1 4-15,-2 1 6 0,2-2 1 0,-1 0-1 16,3 2 1-16,-4-2-1 0,4 3-10 0,0-4 7 0,0 4 4 16,2-4-1-16,-6 0 1 0,4-2 0 0,-3 1-4 15,5-2 3-15,-3 0-17 0,-4-3 3 0,5 2 8 0,-1-1 6 16,-1-2 1-16,1 3-1 0,0-3 1 0,0 1-1 15,3-2-10-15,-4 2 11 0,6-3-1 0,-3 2-10 16,2-1 11-16,-2-1-11 0,5 3-4 0,0-5 11 0,2 3 7 16,-1-1-3-16,0-1-1 0,-1-1-13 0,2 4-1 15,0-3 11-15,1-1 3 0,-3 1 1 0,0 0 3 0,3 0-7 16,-6-3 4-16,5 1-1 0,-4-1 1 0,-3 2-4 16,4-2-7-16,-4 1-4 0,5-1 4 0,-6-1-4 15,2 2 11-15,1-4 7 0,-3 3-3 0,-1-7 3 0,3 6-3 16,1-3-1-16,-4-1-14 0,1 1 8 0,3-1 6 15,-3 1 1-15,1-4 0 0,0 0-12 0,4 4 8 0,-4-1 4 16,1-3 0-16,2 0-12 0,-1 2-2 0,5-2 10 0,-5-2 7 16,3 2-14-16,-1 2 7 0,0 2 3 0,1-4 1 15,0 0-1-15,-2 0-10 0,-1 0-3 0,3 4 10 16,-3-3-4-16,0 2 4 0,0 1 7 0,-1 0-3 0,1-2-8 16,-2 1 4-16,1 2 4 0,0-2-8 0,-1 2-7 15,2-5 15-15,-1 3 0 0,-1-3-8 0,4 0 4 16,-2 0-4-16,1 2 4 0,0-4 8 0,2 2-12 0,0 0 4 15,-2 0-4-15,2 0-6 0,-1 0 10 0,1-3-4 16,3-2 1-16,-2 5-4 0,-1-4 7 0,2-2 7 0,-1 3-11 16,-1-2 4-16,4-1 7 0,0 1-10 0,-2-1 3 15,0 3-7-15,2-2 7 0,-5 1-4 0,6-2 4 16,-6 3 7-16,1-1-10 0,0-3-5 0,-1 3 5 0,-4-1 10 16,5 0-11-16,-3-3 1 0,0 5-1 0,-4-1 1 0,6-3-1 15,-4 0 1-15,3 0-4 0,-1 2 3 0,0-5 1 16,1 2-1-16,0 1 1 0,0-3-1 0,2 0 11 15,-4-1-7-15,1 3 0 0,2-3 0 0,-1 0 0 0,-3 2 0 16,5-2 0-16,-4 3 0 0,0-3 7 0,2 2-10 0,-1-2 3 16,1 2 0-16,-3-1 3 0,0-1 1 0,4 2-1 15,-5-2-3-15,1 2 0 0,-1-1 0 0,2 0 0 16,-2 2 0-16,0-3-3 0,1 1 3 0,-3 0 0 0,2 3 3 16,-1-4-3-16,-1 0 0 0,1 3-7 0,0 1 11 15,-2-2-4-15,2-3 0 0,-1 4 3 0,-2-2-3 0,5 2 0 16,-6-1 0-16,5 1 4 0,-4-2-4 0,3 2 0 15,-3-3 0-15,4 0 3 0,-1 2-3 0,-2-3 4 16,3 1-4-16,-5 0 0 0,6-2 0 0,-4 2 0 0,1-3 10 16,1 3-10-16,-2-3 0 0,4 2-42 0,-4-2 53 15,0 0-8-15,2 0 1 0,0 3 6 0,-2-4-10 0,-2 3 4 16,1-1 3-16,0-1-7 0,-2 1-4 0,2 1 4 16,2-1 0-16,-6 1 0 0,2-1 0 0,2 1-3 15,-1-2 10-15,-2 1-7 0,-1-2 0 0,3 1 0 0,-4 0 0 16,6 2 7-16,-7-1-7 0,3-1-4 0,-1-2 1 15,2 3 3-15,0-3 0 0,-2 0 0 0,4-1 7 0,0 2-14 16,-4-3 14-16,2 0-7 0,1 1 0 0,0-2 0 16,0 4 0-16,-2-3 0 0,-1 1 0 0,-1 2 0 0,-1-2 0 15,0 2 7-15,3 0-7 0,-6 1 0 0,3-3 0 16,0 3 0-16,-1 0 0 0,5-1 0 0,-3 1 0 16,-1 0 0-16,3-1 0 0,0 4 0 0,0-3-7 0,-1 1 0 15,-2 0 10-15,0 1-3 0,3-1-7 0,-3 0 11 0,-3 1-4 16,8-1 3-16,-5 3 8 0,-2-2 0 15,4 1-4-15,-2-2 0 0,5 2 0 0,-5 0 0 0,1 0 0 16,-1-3 1-16,3 4-1 0,-2-2 0 0,-1 3-4 0,2-3-10 16,-4 1 0-16,4 0 0 0,-4 0 7 0,2 2 11 15,2 0-18-15,-2-1 17 0,0 0-17 0,-2 0 4 0,2 1 13 16,0-2-13-16,0 1 17 0,0 0-18 0,0-1 15 16,0 1-7-16,0-1-8 0,-1 2 1 0,-2-4-1 15,2 3 0-15,1-1 1 0,-5 3 3 0,5-6 0 0,-5 6 0 16,0-1 14-16,2-3-3 0,-1 3 3 0,1-2-6 15,-3 0 6-15,3 0-7 0,-4 1 1 0,5-2-1 0,-5 1 0 16,0-2-11-16,2 0 19 0,-3-3-8 0,2 1 1 16,1-2-5-16,-4 2 1 0,2-3 7 0,-2 0-18 0,3 0 10 15,1-3-3-15,-4 8 0 0,3-5 0 0,-1 0 0 16,1 4 0-16,-2-2 0 0,2-2 0 0,-2 5 0 16,4 1 0-16,-2-1 0 0,0 1 0 0,1-1 0 0,0 5 0 15,-1-2-11-15,-1 3 19 0,4 0-8 0,-3 1-15 16,2 0-3-16,-1 0 0 0,-1 1-8 0,1 0 1 15,-1 0-7-15,1 5-8 0,-4-3-30 0,3 0-29 16,-4 3-71-16,-1-2-8 0,1 2 18 0,-1 0 21 0,-2 0 16 16</inkml:trace>
  <inkml:trace contextRef="#ctx0" brushRef="#br0" timeOffset="86668.42">18328 5077 50 0,'0'-1'105'0,"0"2"-13"0,-3-1-7 0,3 3-3 15,0-3-7-15,3 1-21 0,-3-1-9 0,0 0-4 0,0 0-3 16,1 0 0-16,2 0-7 0,3-1 4 0,-1 1-8 0,2-3-6 16,3 2 14-16,-3-3-10 0,8 1-8 0,-4-3 15 15,3 3-18-15,2-1 0 0,-2-1 0 0,1-1 15 16,0 0-8-16,1 1-3 0,0 5 0 0,1-4 0 0,-1-2-11 16,1 4 7-16,1-3 1 0,-1 0-1 0,0 2 1 15,-1 0-5-15,0-2 5 0,0 1 3 0,2-2-7 0,-3 6-3 16,1-3-1-16,0 2 0 0,0-2-3 0,1 2 11 15,-2-1-12-15,-1 2 1 0,2 0 0 0,2 0-1 16,-1 0 1-16,-1 0-4 0,4 2 4 0,-1-4 0 16,-2 2-4-16,3 0 3 0,0 0-3 0,0 0 0 0,-3 0 0 15,3 0 0-15,0 0 8 0,1 0-5 0,-4 0-3 0,4 0 0 16,0 0 4-16,-3-2-4 0,-1 0 4 0,2 1-4 16,1-4 0-16,-4 5 4 0,-3-2 3 0,1-1-7 15,0 0 0-15,0-1 0 0,-7 1-4 0,8-1 1 0,-7 0 3 16,-1 4-4-16,2 0 0 0,-1-7 4 0,-3 7 0 15,-1-3 0-15,2 3 0 0,-2 0 0 0,1 0 0 0,-4 0 0 16,-1 2 0-16,3-4 0 0,0 2-4 0,-1 0 4 16,0 0 8-16,-2 0-12 0,0 0-3 0,0 2-1 0,0-2-3 15,0 0-7-15,3 0 10 0,-6 0-6 0,6 1-19 16,-6-1 0-16,3 0-18 0,0 0-45 0,0-1-42 16,-4-2-60-16,0-1 24 0,1-1 17 0,-4-3 21 0,-1 3 14 15</inkml:trace>
  <inkml:trace contextRef="#ctx0" brushRef="#br0" timeOffset="87003.7899">19160 4795 138 0,'5'9'116'0,"0"1"-4"16,-2 2-6-16,3-4-14 0,1 5-3 0,-2-2-23 16,3-2-11-16,0 0 1 0,-2 2-4 0,1 0-6 0,2-1 7 15,-2-2-18-15,2 2 1 0,-2-2 0 0,-1-1-14 16,-1 4 3-16,-1-4 4 0,-3 0-14 0,2 3-8 16,-2-3 8-16,-1 1 3 0,0-2-7 0,-4 1-7 0,4 1 3 15,-1 2-11-15,-7-2 1 0,7 0-5 0,-9 1 8 16,3 0-3-16,-2 2-19 0,1-1 14 0,-6 3-17 15,4-4 10-15,-4 4-3 0,1-2 3 0,1 1-3 0,3-2-3 16,-4 3 3-16,-1-1-4 0,6 1 1 0,-6-1 0 0,4-3-15 16,0 4-6-16,6-3-14 0,0-3-45 0,1 4-34 15,-2-5-40-15,5-2 16 0,5 0 26 0</inkml:trace>
  <inkml:trace contextRef="#ctx0" brushRef="#br0" timeOffset="88702.55">21424 4240 94 0,'8'-5'75'0,"-5"3"-7"0,6-4-4 15,-4-1 15-15,6 1-8 0,-1-2-23 0,1 3-4 16,1-2-3-16,0 0-3 0,-2 1-17 0,4-1 6 0,-2 0 4 16,-1 5-10-16,2 0 0 0,0 1-4 0,-3 1 1 0,5 1-5 15,-4 1 1-15,-1 0-10 0,2 5 10 0,0 0-4 16,-4 1 4-16,0 0-3 0,2 1 3 0,-4 5 0 0,-1 1-7 15,4-2 7-15,-3 4 7 0,-5-1 0 0,3 1 0 16,-2 1-17-16,1 2 17 0,-3 0-17 0,1 1-1 16,-1 3 19-16,0-3-12 0,-4 4-6 0,2 1-1 0,-3-4 12 15,0 6-1-15,1-2-3 0,-2 1 0 0,4-2-1 16,-7 0 1-16,0 0-4 0,3-2 4 0,3 1-3 0,-1-2-1 16,1-1 0-16,2-1 0 0,1-2 1 0,1-2-1 15,2-3 0-15,1 1-3 0,4-5 0 0,0 2-1 16,4-6 1-16,-5 0-4 0,9-1 0 0,-2-2 0 0,6 0 7 15,-2-6-10-15,2 3-1 0,19-10 4 16,-19 4-15-16,2 0 4 0,-4-1 0 0,0-1 4 0,-5 0-4 16,-1 2 4-16,-2 1 3 0,0 2 19 0,-5 1-12 15,-1 2 5-15,-3-1-1 0,1 0 4 0,-4 2 0 16,-2 2 11-16,1-2-11 0,0 2-4 0,-3 2 4 0,-4 0 12 16,3-2 10-16,-2 2-7 0,1 3 1 0,-4-2-5 15,5 5 1-15,-2-3-4 0,3 1 0 0,-2 2-3 16,-1-3-1-16,3 2 1 0,5-2-4 0,1 2 7 0,-5-3-11 15,4 4 0-15,-2-1 8 0,7 3-20 0,2-2 8 16,0 4 0-16,4-3 0 0,0 4-4 0,2 1 0 0,0 0 0 16,3 2-4-16,1 2 0 0,3 2 0 0,-3-1 8 0,2 4-16 15,-3 2 8-15,2 0 0 0,-5 2-8 0,4 0 16 16,-1 5-8-16,-4-4-8 0,2 5 20 0,-5-3-8 16,1 0-8-16,-3-2 16 0,-1 2-8 0,-4-1 0 0,3-1 0 15,-4-1 4-15,0 1-4 0,-4 0 0 0,-2-2 4 16,0 1 4-16,0-2 0 0,-3 0 8 0,-1 0-8 0,-5-2-4 15,4 2 0-15,-5-2 4 0,-1-2 0 0,2 0-4 16,-2 2 4-16,0-2-4 0,0-1 4 0,-2-1 4 0,2 1-12 16,-3-1 4-16,1 1-8 0,-1-3 4 0,-4-1-4 15,1-1 0-15,-3 4-4 0,0-6 4 0,2 3-8 16,-7-1 4-16,4-3-12 0,-1 0-8 0,-1-2-7 0,0 1 0 16,-1-2-23-16,4-2-3 0,1-4-17 0,1-1 1 15,1 0-32-15,2-3-51 0,0-1-42 0,2-5 17 0,6-2 18 16,1-3 17-16,2 2 28 0</inkml:trace>
  <inkml:trace contextRef="#ctx0" brushRef="#br0" timeOffset="89536.28">23781 4840 81 0,'9'-2'68'0,"-6"2"-1"0,4-1-5 15,-4 1-8-15,5-3-3 0,-3 3-20 0,-4 0 6 0,2-1-6 16,-3 2-7-16,5 7 10 0,-3-6-17 0,-2 1 0 16,0 5 17-16,2 0-3 0,-2 5-7 0,0-1 1 0,1 6 6 15,-1-1-7-15,0 8 0 0,0 1 4 0,-1 2 7 16,1 4 0-16,0 4-14 0,0 2 17 0,0-1-6 16,0 6 0-16,0-2 0 0,0 4 0 0,0 0-3 15,0-2 14-15,0 0-14 0,0-3 15 0,0 2-11 0,0-5 0 16,0 2-3-16,0-6-11 0,0 1 11 0,0-5-8 0,0 2-3 15,1-6-3-15,4-2 3 0,-1 1-8 16,3-6-11-16,-1-2 4 0,1-2 4 0,0-1-8 0,4-5-8 0,-5-1-11 16,3 1-4-16,-3-6-7 0,0-1 3 0,-2-1-7 15,-2-1-25-15,1-1 8 0,-2 0-19 0,-1-4-16 0,-1 2-34 16,-2 0-34-16,-3-5-35 0,0 1 21 0,0 0 22 16,1-5 17-16</inkml:trace>
  <inkml:trace contextRef="#ctx0" brushRef="#br0" timeOffset="89984.87">23600 5001 60 0,'12'-13'99'0,"4"-1"-4"15,0-1-10-15,-1 4-4 0,2 0-2 0,-1-3-24 16,4 7 3-16,-3-1 4 0,3 2-4 0,1 2 1 0,-1-4-10 0,1 5-3 16,-2-2-4-16,7 3 0 0,-2 2 4 0,-2 0-13 15,4 5-1-15,-1-2 7 0,-2 7-2 0,2 0-4 0,0 2-4 16,0 8-3-16,-1-2 0 0,1 5-4 0,-3 5-18 16,-1 0 11-16,-4 4 3 0,3 0-6 0,-4 4 3 15,2-3-19-15,-4 1 4 0,-1 1 15 0,2 2-19 0,-5-3 20 16,-3 0-20-16,1 0 19 0,-2-4-19 0,-5 0 0 15,3 1 16-15,-4-1-16 0,-4-2 0 0,0 1 0 0,-3-2 1 16,1 2-1-16,-2-3 8 0,-4-1-8 0,5 0 15 16,-6-1 1-16,2-1-5 0,-3 0 1 0,3-1-4 0,-5-1 0 15,-3-1 0-15,3-3-1 0,-1 4-3 0,-2-4 0 16,2 1 0-16,-2 0-3 0,0-3-13 0,-1 3 20 16,-2-1-8-16,5-1 0 0,-3-3-7 0,-1 1 11 0,2-2 0 15,-1-3-8-15,4 2 16 0,1-5-20 0,-2-1 16 16,3-2-19-16,5-1-11 0,-4-4-5 0,3-3-13 15,3-3-30-15,0-4-35 0,2-4-55 0,1-3-48 0,0-3 30 16,4-2 18-16,-2-2 21 0,2-5 18 0</inkml:trace>
  <inkml:trace contextRef="#ctx0" brushRef="#br0" timeOffset="90440.89">23478 4546 115 0,'0'3'88'0,"3"-3"-20"0,-1 2-4 16,7-2 15-16,-2-2-8 0,8 2-20 0,0 0-9 0,3 0-5 15,4 0-2-15,4 0 3 0,3 0-7 0,1 0 3 16,2 0 4-16,2 0 1 0,4-4-22 0,-3 3 18 0,2-2-17 15,1 0-4-15,-2 1 7 0,-1 2-10 0,-5-2 13 16,2 1-20-16,-2 1 17 0,-8-2-17 0,0 2 13 0,-2 0-17 16,-4 2 8-16,-3-2-8 0,1 0 7 0,-5 0-7 0,-2 0 14 15,-1-2-14-15,-2 2 11 0,1 0-15 0,-4 0 15 16,3 0-8-16,-4-1 1 0,0-2-15 0,0-1 4 16,0 1 11-16,0-2-8 0,0-1-7 0,-4 0-17 0,8 1-15 15,-4-3-10-15,0-1-48 0,0 1-48 0,-5-2-26 16,0-1 18-16,1 3 22 0,-2-2 12 0</inkml:trace>
  <inkml:trace contextRef="#ctx0" brushRef="#br0" timeOffset="90738.01">24089 4201 98 0,'0'5'118'0,"2"6"5"15,-2-1-8-15,1 7-2 0,2-1 1 0,2 1-42 0,-2 4 1 16,2 0-13-16,4 1 10 0,-4-1-24 0,6 0 15 16,-2 0-7-16,-3-1-7 0,5 0-25 0,-6 1 7 0,1-1-10 15,1-2 14-15,-5-2-14 0,-1-1 7 0,1 2-19 16,-1-2-3-16,-1 0 0 0,0-3-4 0,-3 1 0 0,2-2-8 15,-4-1-22-15,0 1 1 0,-1-2-27 0,2-1-2 16,-2 0-32-16,-3-2-28 0,3-1-60 0,-4 1-11 16,4-1 25-16,2 0 18 0,3-3 17 0</inkml:trace>
  <inkml:trace contextRef="#ctx0" brushRef="#br0" timeOffset="91308.58">24932 5895 118 0,'0'0'85'0,"5"0"3"0,-5 0 1 0,1 0-4 0,4-1-7 16,0 1-19-16,1-2 9 0,3 1-2 0,-2-2 7 15,6-1-10-15,-6 4 7 0,5-3-17 0,1 3 1 0,-3-1-4 16,4-3 8-16,-1 2-11 0,2 2 1 0,-3 0-7 15,4 2 0-15,-2-2 5 0,0 0-4 0,0 0-8 16,-3 0-2-16,4 1-5 0,-4 3-3 0,2-4 0 0,-1 0-4 16,-2 3-4-16,0-3-12 0,1 0 4 0,0 2-4 0,-3-4 0 15,2 4 4-15,-1-7-16 0,-1 1 4 0,0 0 0 16,-1 0-12-16,2-1-4 0,-3-3-20 0,0 1-4 0,-2 0-25 16,-4-5-19-16,1 3-16 0,1 0-38 0,-4 0-60 15,1-2-7-15,-3 2 31 0,-2-1 18 0,-3 0 17 16,-1 0 18-16</inkml:trace>
  <inkml:trace contextRef="#ctx0" brushRef="#br0" timeOffset="91540.03">24870 5556 111 0,'-3'0'122'15,"3"0"-20"-15,0 0 7 0,7 0 4 0,-1-1-3 16,5 1-38-16,-1 0-2 0,4 0 10 0,-1 0-6 0,7 0-6 16,-4 0-11-16,6 0-3 0,0 0-6 0,-1 0-15 15,2 1-15-15,1-1 12 0,-3 0-23 0,3 0-18 0,0 0-11 16,-1 0-44-16,2 0-43 0,-4-3-86 0,4-2-3 0,-5-1 20 16,1-3 18-16,-1-1 27 0,-1-1 8 0</inkml:trace>
  <inkml:trace contextRef="#ctx0" brushRef="#br0" timeOffset="92504.4">26666 4845 84 0,'-11'-3'82'0,"-2"1"-4"16,4-4-7-16,-7 6 4 0,2-1-4 15,1-1-19-15,-1 2-5 0,-1 0-5 0,-2 0-12 0,1-1 1 16,-2 1-3-16,2 0 0 0,-4 1-1 0,0-1 1 0,3 3 0 16,-3 1 0-16,-1 0-7 0,4 3 10 0,-1 0-3 15,0 2-3-15,0 0-11 0,3 2-3 0,-1-1 10 0,1-2-14 16,4 4 0-16,-1-4 11 0,2 3-18 0,2-1 18 16,1-4-18-16,4 3 14 0,-1 2-14 0,3-2 14 0,-2 3-17 15,1-2 17-15,4-2-18 0,-2 5 15 0,3-4-18 16,2 2 18-16,0-1 0 0,0 1-4 0,-1 2-11 15,4-1 4-15,0 1 7 0,4 1-17 0,-3-1 17 0,7 3 0 16,-6 2-3-16,5-3-1 0,-1 3 1 0,-1-4-1 16,3 4 1-16,0-1-15 0,-2-3 15 0,3 0-15 15,0 2 18-15,-1-3-18 0,-1-1 1 0,6-1 17 0,-6 0-11 16,1-4 11-16,0-1-14 0,0-1 7 0,3-2-7 0,-6-1 0 16,3-2 18-16,0 0-19 0,-5 0 16 0,5-2-1 15,-7-1-7-15,-2-2-7 0,2 1 14 0,-4 2-14 0,0-2 14 16,-1 1-14-16,-3 1 14 0,-1-3-4 0,0 0 1 15,-3 5-11-15,-4-3 7 0,2 3 11 0,-1-1-19 16,1 1 19-16,-1 0-18 0,-1 0 0 0,-4 0 18 0,0 0-19 16,-2 0 19-16,7 0-18 0,-6 0 0 0,2 1 18 15,0 3-19-15,0-2 16 0,1 0-16 0,2 3 16 0,0 0-16 16,0 1 1-16,-2-2 14 0,2 3-14 0,0 0 14 16,-2-3-14-16,0 1 0 0,2 4 18 0,-2-5-4 0,-1 3-14 15,5 1 14-15,-6-2-14 0,4 2 0 0,-3-1-1 16,3 2 19-16,-5-1-18 0,5 0 18 0,-3 2-18 15,3-4 17-15,2 3-17 0,-7 1 14 0,7-2-14 0,-4 1 0 16,3 1 18-16,-4 2-18 0,4-3 3 0,1 3 15 16,-4 1-18-16,3 0 17 0,-4-1-17 0,7 1 18 0,-3 2 0 15,4 2-4-15,-3-2 0 0,4 2 1 0,1 0-1 16,-2 1-18-16,4-2 11 0,4 2 7 0,-2 0-14 16,3-2 3-16,3 4 12 0,-4-6-1 0,4 2 4 0,5-1 0 15,-4-4 0-15,8 1 3 0,-3-2-3 0,-2-2 11 16,7 1-7-16,-1-2-4 0,0-6 0 0,2 2 4 15,-1-3-11-15,2-3 0 0,-2 2-1 0,1-6-3 16,-1 1-3-16,4-2-9 0,-3-3-2 0,1 1-12 0,-2 2-18 16,1-6-11-16,0 6-39 0,1-5-65 0,-6 1-39 0,5 2 16 15,-5-1 22-15,2 0 21 0,-2 0 17 0</inkml:trace>
  <inkml:trace contextRef="#ctx0" brushRef="#br0" timeOffset="93238.72">27135 5649 60 0,'-5'0'89'0,"-1"0"-8"15,-3 0 11-15,3 0-14 0,-5 2-3 0,2-2-27 0,2 1 3 16,-2 2 7-16,-2 1-2 0,-1 0-5 0,2 0-2 16,0-1-4-16,-2 3-17 0,1-1-3 0,0 0 6 0,-3 3 1 15,2-3-11-15,3 2 8 0,-2 0-1 0,1 0-3 16,0 4 0-16,-1-2 8 0,5 0-8 0,-2 4-3 0,1-2 0 16,4-1 3-16,1-1-6 0,0 4 3 0,1-2-4 15,2-1 1-15,3 1-4 0,4 0 0 0,0-3-4 16,5 0 0-16,0 1 1 0,0-2-5 0,7-1 1 0,2-4-1 15,4 2 1-15,-2-4-4 0,3 2-12 0,-3-4 8 0,0-2 4 16,0 0 0-16,0 0-8 0,-4-2 4 0,-3-1 7 16,2-1 1-16,-8 1-16 0,1 1 16 0,2-6-16 0,-14 4 20 15,5-2-4-15,-2 4-8 0,-3-3 11 0,0 0 4 16,-3 0-3-16,-2-1 0 0,-5-1-5 0,3-2 1 16,-3 2 0-16,1-1 0 0,-1-1-4 0,-1-1-1 0,-4 3 1 15,4-1 8-15,-3 3-12 0,4-3 8 0,-1 2-12 16,1 3 4-16,-1 3-23 0,2 0 11 0,0 0-15 0,1 4-4 15,3-2-26-15,2 2 0 0,0 0-10 0,3 0-17 16,-3 0-35-16,2 2-33 0,1-2-36 0,0-2 7 16,0 2 24-16,1 0 21 0,-1-1 4 0</inkml:trace>
  <inkml:trace contextRef="#ctx0" brushRef="#br0" timeOffset="94036.38">28087 4961 64 0,'-7'0'102'0,"-2"-2"-14"0,-1 2 0 0,-1-1 4 16,-3 1-10-16,-1 0-14 0,4 0-2 0,-3 0-18 0,-2 1 11 16,5-2-18-16,-4-1 5 0,4 2-1 0,1 0-6 15,1-1-4-15,-2 1-3 0,-1 0 0 0,3 0-3 16,-1 0-4-16,0 1-4 0,1 1-3 0,-1 1 8 0,-1 2-19 15,-1-1 8-15,-3 2-4 0,5 1 0 0,-3 1-4 16,1-2 0-16,-1 6 1 0,-1-4-1 0,0-1 0 0,-1 3-3 16,5 0 0-16,-1-2 7 0,1 3-8 0,-1-4 1 15,2 3 0-15,-1-2-4 0,4 2 0 0,-4-2 7 16,5-1-3-16,-1 0-4 0,-1 1 0 0,4 1 0 0,-1-1-4 16,4 2 4-16,-1-3 0 0,-3 1-3 0,4 2 3 15,0-3-4-15,0 1 4 0,4-1-4 0,-3 0 4 16,4 2-4-16,-1-1 1 0,1 0-1 0,1 3 0 0,4-1 12 15,-2-2-8-15,3 1 0 0,-1 4 0 0,2-4-4 0,2 3 0 16,-3-1 4-16,6 0 0 0,-3 1 0 0,3-2 0 16,-3 2 0-16,2-4 0 0,0 2 0 0,2-2 0 0,-2 0 0 15,-2-2-7-15,4 0 11 0,-4-1-4 0,2-1 0 16,-5-3 0-16,3 1 3 0,-2-2-3 0,0 0 0 0,-5 0 0 16,2 0-7-16,-2 0 11 0,-1 0-4 0,-4-2 3 15,0 4 1-15,-2-2 0 0,0 0-4 0,0 0 0 16,0 0 3-16,-2 0-3 0,-6 0 0 0,2 0 0 0,1-2-3 15,-1 2 3-15,-3 2 7 0,-2 1-7 0,-3 0-4 16,1 0 12-16,-4 2-8 0,3-5 0 0,1 8-4 0,-3-3 4 16,2 3 0-16,-2-4 0 0,2 4 0 0,-2-1 0 15,6 0 0-15,-4 0 0 0,4 0 0 0,-2 0 0 16,1 3 0-16,1-2 0 0,2 0 0 0,-2 2-7 0,2 0 10 16,-2-2 9-16,-1 2-12 0,6 2 3 0,-3-2 1 15,0 3 0-15,0-2 3 0,2 3 1 0,2-2 6 0,3 1-2 16,-4 3-16-16,5-3 4 0,5 2 0 0,-2 2 0 15,4-3 0-15,-1 2 0 0,1-2 15 0,1-1 0 16,4 1 0-16,1-2-4 0,-3-1 1 0,5-1-5 0,-3-2-10 16,3-1 10-16,2-1-3 0,1-1-4 0,0-1-11 15,5-2-5-15,-3-2-18 0,1-2-7 0,4 2-7 0,-1-5-3 16,-2-2-55-16,4 3-50 0,0-5-57 0,-1 0 28 0,-6-2 24 16,4 1 19-16,-4-6 13 0</inkml:trace>
  <inkml:trace contextRef="#ctx0" brushRef="#br0" timeOffset="94589.2899">28424 5634 84 0,'4'11'82'0,"-1"-5"2"0,-3 2-2 0,0 0-11 0,0 1-2 16,-3 1-22-16,6 1-2 0,-3 2-4 0,-3 0-3 0,3 1 3 15,0 0 4-15,0 0-7 0,0 1-10 0,0 0 7 16,0-2-4-16,0 3 1 0,0-2-18 0,0 0 14 15,0 1-10-15,0-2-11 0,0-1 14 0,0-2-14 0,0 0 14 16,0-2-6-16,0 3-12 0,0-5 15 0,0 2-18 0,0-4 14 16,0-2-14-16,0 1 15 0,0-1-8 0,0 0-7 15,0-2 14-15,0 0 1 0,0 2-15 0,0-2 7 0,0 0 7 16,0-2-3-16,0 2 4 0,0 2 3 0,0-4-3 16,-4 2-4-16,3 0 3 0,-1 0 1 0,1-2 0 15,-4-1 7-15,5-1-18 0,-4 0 7 0,0-3 0 0,1 2-7 16,-1-4 7-16,-1 0-11 0,5-4 0 0,0-1 15 15,0 2-15-15,0-5 11 0,-3 0 1 0,3-1-5 16,3-3-3-16,2-2-4 0,-1-1-11 0,2-1 3 0,-1-1 0 16,3 2 1-16,5 2-4 0,-4 1-45 0,2 1 52 15,4 3 0-15,-1 3 1 0,-2 0 6 0,2 3-6 0,-2 4-8 16,-1 0 7-16,1 3 8 0,1 0-8 0,-4 2 0 16,3 2 4-16,-4-1-3 0,2 1 6 0,-3 3-3 15,3-1 0-15,0 1-18 0,0 1-4 0,-1 2 0 0,-1-3-7 16,1 2-22-16,-1 2-17 0,0 1-48 0,2-3-69 15,-5-3 6-15,-1 1 16 0,1 0 10 0,0-3 27 0</inkml:trace>
  <inkml:trace contextRef="#ctx0" brushRef="#br0" timeOffset="95306.5">29140 4940 64 0,'-3'0'98'0,"3"-2"-6"0,0 2-21 16,0 2 4-16,0-1-3 0,0 3-14 0,0 3-21 16,0 0 8-16,0 0 3 0,-1 4-3 0,-3 3-4 15,4-1-3-15,0 5-3 0,-2-1-3 0,2 2-4 0,0 3 0 16,-2-1-4-16,2 1-2 0,-1 4-1 0,2 1-3 15,3-2-15-15,-6 3 1 0,2 1 17 0,0 0 0 0,0-1-17 16,3 2 14-16,0 1 7 0,-2-2-7 0,-1 0 11 16,5 0 0-16,-5-2-3 0,1 0-1 0,5-2-17 0,-2-1 6 15,1-2 9-15,0-2-5 0,-4-1 1 0,7-1-4 16,-1-4 0-16,-1 3-8 0,5-3 5 0,-3-2-1 16,1-4-4-16,1-1 1 0,5 0 0 0,-3-5-5 0,8 1 1 15,1 1 0-15,0-4 0 0,7-2-8 0,2-2-11 16,3 1 19-16,1-2-1 0,2 1-6 0,2-1 6 0,-2 0 1 15,1 2 0-15,1-2 0 0,-2 2-4 0,-3 1 4 16,-1 0 0-16,-4 2-4 0,-2 0 3 0,-5 0-3 16,1-2 0-16,-8 4 0 0,2-2 0 0,-5 0 0 0,-3 0-7 15,-3 0-9-15,-4 0 9 0,3-4-1 0,-4 3-7 0,3-3-23 16,-6 3-3-16,-1-5-18 0,-2 1-10 16,1-1 0-16,-4-1-31 0,0 0-51 0,-1-4-39 0,-2 7 15 0,-4-6 22 15,-4 2 17-15,4 0 18 0</inkml:trace>
  <inkml:trace contextRef="#ctx0" brushRef="#br0" timeOffset="95603.25">28978 5495 108 0,'0'-1'98'15,"-5"2"-3"-15,5-2 1 0,0 1-15 0,5 0-5 0,0 0-22 16,0-2-2-16,6-2-11 0,0 1 11 0,3-2-17 16,2 2 10-16,5-5-17 0,2 0 11 0,4 2-50 0,4-4 32 15,-1-1 15-15,3 4-5 0,2-2-2 0,6 0-4 16,-2 1-11-16,1-2-10 0,-1 3-1 0,6-1 1 0,-4-2-1 16,1 4 12-16,-6-1-19 0,1-1 15 0,-5 3-15 15,-4 0 4-15,-1 3-11 0,-3-3 15 0,-8 1-4 0,0 3 0 16,-7-3-11-16,1 2-3 0,-4 2-7 0,-2-4-11 15,-5 3-7-15,-3-4 0 0,-2 0-17 0,-3 4-35 0,3-2-40 16,-7-3-44-16,-3 1 26 0,0-2 13 0,0 1 17 16</inkml:trace>
  <inkml:trace contextRef="#ctx0" brushRef="#br0" timeOffset="95912.77">28913 5063 94 0,'3'0'85'0,"-2"-5"-3"0,5 2 9 15,3 4-12-15,-3-6-8 0,5 1-26 0,2-1 3 16,5-3-7-16,2 1 0 0,3 2 4 0,4-5-3 0,1 2-4 15,2-1-3-15,5-3-4 0,1 0-3 0,5 2-3 16,-2 1-11-16,-2-2-7 0,5 1 14 0,0 2-10 0,-3-3-11 16,-2 2 14-16,-1 4-3 0,-1-5-11 0,-5 2-4 15,-1 2-3-15,-2 1-4 0,-1-1 4 0,-7-1-3 16,-1 2-8-16,-4 1-14 0,-5-1-3 0,3-3-31 0,-9 5-35 16,0-2-40-16,-5-1-23 0,-1 0 18 0,-6 1 10 0</inkml:trace>
  <inkml:trace contextRef="#ctx0" brushRef="#br0" timeOffset="96372.32">28840 4501 111 0,'4'0'78'0,"-3"0"0"16,4 2-3-16,0-2-7 0,4 0-17 0,-2 0-20 0,6 0 13 15,-1-2-16-15,4 2 6 0,-1 0-3 16,2 0 3-16,1 0-3 0,7-3 1 0,-2 0-5 0,6-1 8 16,-2 0-11-16,7-2-3 0,-2-2 0 0,1 4 7 0,2-3-17 15,-1 0 13-15,-2-1-3 0,3 3-6 0,-4 1-5 16,-1-3 1-16,1 3-1 0,-4-1-2 0,0 2-1 0,-3 1 0 16,0-2-11-16,-3 3 8 0,0 1-8 0,-4-3 8 15,-1 3-8-15,-2-1 15 0,-2 2 0 0,0-1-19 16,-2 0 19-16,-2 0-4 0,0 0 0 0,-8 0 1 0,5 0-5 15,-4 0 1-15,-1 0-11 0,4 0-1 0,-6 0-13 16,2 0 7-16,-2-3-11 0,2 3 0 0,-1-2-38 0,-4-1-18 16,0-1-68-16,2-1-29 0,-5 0 25 0,2-1 14 15,-1-1 17-15</inkml:trace>
  <inkml:trace contextRef="#ctx0" brushRef="#br0" timeOffset="96653.34">29584 4100 60 0,'3'9'102'16,"6"-2"-14"-16,0 6 1 0,-2-1-8 0,3 1-6 0,-3 5-20 15,4-2-7-15,-2 2-7 0,2 2 4 0,-1-2-10 16,-1 3-4-16,-3-2-7 0,0 0 0 0,-1-2-3 0,-2 4 0 16,-3-4 0-16,0-1-10 0,-3 0-4 0,-3 0-7 15,-5 0-7-15,-3-4-11 0,-2 5-17 0,1-3-24 0,-7-2-65 16,-6 2-51-16,-2 1 26 0,-3-2 16 0,-3 1 18 16</inkml:trace>
  <inkml:trace contextRef="#ctx0" brushRef="#br0" timeOffset="102192.51">11165 7755 84 0,'3'0'78'0,"-3"0"-7"0,1 0-6 15,-1 0-7-15,0 0-4 0,5 0-23 0,-5 0 0 16,1 0-8-16,-1 0 1 0,4 0-3 0,-2 0-4 0,1 0-3 16,-6 0-1-16,6 0 1 0,-2 0-4 0,-2 0 1 15,2 5-4-15,-1-5 10 0,0 2-10 0,-1 0 0 0,1 0-7 16,0 1 13-16,0 1-6 0,0-3 4 0,0 3-8 16,0-2-3-16,0-2 0 0,0 2 0 0,0 3 7 15,0-3-14-15,1 0-14 0,-1-2-13 0,0 0-28 0,0 3-34 16,0-3-50-16,0 0 7 0,0 0 17 0</inkml:trace>
  <inkml:trace contextRef="#ctx0" brushRef="#br0" timeOffset="110438.31">9989 7852 50 0,'0'0'71'0,"0"-2"-3"0,0 2-3 16,0 2-7-16,0-2-4 0,0 0-20 0,0 0-3 0,0-2-4 16,0 2-3-16,0 0 7 0,0 0-14 0,0 0 10 15,3 0-6-15,0 0-11 0,-2 0 14 0,5 2-14 0,-2 1 14 16,4 1-17-16,1 0 14 0,-2 3-1 0,3 0 1 16,0 0-14-16,0 5 7 0,4 1-7 0,-2 2 10 0,1 0-10 15,3 2 4-15,-1 4 6 0,2 4 4 0,2-2-4 16,1 5 1-16,0 3-1 0,0-2 8 0,2 4-8 15,0-2 8-15,1 2-4 0,-1 2-3 0,1-3 0 0,-2 0-1 16,0-2-17-16,0-2 15 0,0 1-1 0,-4-1-11 16,6-4-6-16,-7-2-1 0,2-3 15 0,-4 1-18 0,0-4 18 15,-2-3-4-15,2-1 0 0,-4-2-4 0,-1-2 1 16,-4-2-15-16,-1 1 1 0,0-4-8 0,-4-1 7 16,2 0-17-16,-2-2-15 0,0 0-20 0,-2-2-28 0,-4 0-27 15,-1-4-33-15,-2 1-12 0,2-2 20 0,0 0 11 16</inkml:trace>
  <inkml:trace contextRef="#ctx0" brushRef="#br0" timeOffset="111054.43">10019 7748 81 0,'8'-2'74'0,"3"0"1"0,-1 0-7 16,2-1-3-16,-2-1-1 0,3 3-26 0,3 1 3 0,0-3-4 15,3-2-2-15,-2 2-5 0,3 1-2 0,2 2-1 16,4 0-2-16,0 0-5 0,3 0-13 0,-3-2-3 0,4 0-4 16,1 2 17-16,3 2-3 0,0 0 0 0,-1 3 0 15,4 0-4-15,-1-2-3 0,-2-1 0 0,2 4 0 0,-4-4 0 16,3 2 0-16,-2 0-4 0,0-3 1 0,-2-1-1 16,-2 2 1-16,2-2-1 0,-4-2 1 0,-3 2-1 15,-1-1-3-15,-1 1-7 0,-2-4 11 0,0 0-1 0,-4 2-3 16,-3-1 4-16,1 3-4 0,-6-4-14 0,2 3 17 15,-1-2 1-15,-6 3-4 0,5 0 3 0,-7 0 1 0,1 4-4 16,-2 2 0-16,0-1 0 0,0-2 3 0,0 4 1 16,0-1-4-16,-3 1-7 0,-1 2-7 0,-2 2 17 0,2-2 1 15,-2 3-1-15,0-2-3 0,-1 2-10 0,2 1-1 16,-6-1 18-16,1 2-3 0,2 3-1 0,1 0 1 16,-4 1-1-16,3 1 1 0,-1 3-1 0,-1 3 1 15,1 0-1-15,-3 3 1 0,2 2-1 0,-4 1 1 0,5 0-11 16,-1 1 3-16,-3 1 1 0,4 2 10 0,-4-3 0 15,5 2-7-15,-5-3 0 0,1 2 0 0,2-3 3 0,3 0-3 16,-2-1 4-16,-1-2-1 0,4-2 1 0,0 0-1 16,-1-3 4-16,3-3-3 0,-1-1-1 0,5-1 1 0,-4-4 3 15,4 0 0-15,0-4-4 0,0-1-10 0,4-4 7 0,1-2 7 16,-1 0-7-16,4 0-3 0,-3-2-8 0,1-2-10 16,2-4-35-16,0 0-20 0,2-4-59 0,0-1-36 15,0 0 18-15,0-4 21 0</inkml:trace>
  <inkml:trace contextRef="#ctx0" brushRef="#br0" timeOffset="111507.4">11704 7983 74 0,'4'0'71'0,"1"0"-3"15,1 0-7-15,3 0-3 0,-5 0-4 0,8 0-9 0,-5 0-11 16,0 0 3-16,3 4-13 0,0 1 0 0,-4 2 14 16,4 3-4-16,-1-2-3 0,3 5-10 0,-2 2-7 15,0-1 13-15,1 5-3 0,1 1-3 0,2-3 0 0,3-1-11 16,-2 4-6-16,-2 0 13 0,3 0-6 0,3-1-4 16,-3 3-4-16,0-4 1 0,2 2 10 0,-3-1-11 0,3-1 1 15,-3 2-1-15,1-4-10 0,-1-3 0 0,-2 4 11 16,2-5 6-16,-3 2-6 0,-2-3-11 0,1 0 0 0,-1 0 14 15,-2-4 0-15,-1-1-4 0,2 0-3 0,-1-2 0 16,0 0-3-16,-2-3-4 0,0-1-7 0,-1 2-14 16,0-2-10-16,1 0-32 0,-4 0-47 0,0-2-50 0,-1 1 10 15,-1-3 22-15</inkml:trace>
  <inkml:trace contextRef="#ctx0" brushRef="#br0" timeOffset="111835.82">12150 7905 108 0,'-10'8'81'0,"-2"5"11"15,-2 0-7-15,2 0-10 0,-4 2-7 0,1 3-10 16,-4 1-6-16,2 2-14 0,-4 4 13 0,5 0 1 16,-7 3-7-16,1 0-3 0,1 0-10 0,-1 2-11 0,0-2 17 15,-1 3-9-15,0-1 3 0,1-1-11 0,-2 2-14 16,2-3 7-16,3-2 8 0,-1-1-8 0,2 3-14 0,0-6 18 16,5 0-11-16,0-2 1 0,1-2-5 0,2-2 4 15,7-3-7-15,0-5-3 0,-1 1-19 0,7-5 4 16,-2 0-21-16,5-4 0 0,3 3-11 0,0-6-24 0,-1-1-37 15,2-2-55-15,2-4-5 0,2 1 25 0,1-5 14 16</inkml:trace>
  <inkml:trace contextRef="#ctx0" brushRef="#br0" timeOffset="112252.55">13116 7857 98 0,'-8'13'74'0,"3"-2"4"0,-6 4-13 0,3-2-4 0,-2-1 4 16,3 1-24-16,-1 1-4 0,0 2-2 0,0 2-5 15,0-2-2-15,1 2-1 0,-2 3-3 0,1-1-3 16,0 3-4-16,-2 2-13 0,0 1 13 0,0-1-3 0,0 4-18 16,2 0 18-16,-3-1-17 0,-2 1 10 0,2 0 3 15,-1-1-17-15,0 0 18 0,0-1-18 0,0 0 17 0,2-2-17 16,-2 0 18-16,6-1-18 0,-5-3 14 0,2 1-7 15,3-4-7-15,-1-2 7 0,2 0 0 0,-3-1-7 0,2-1 14 16,1-3-4-16,3-4-6 0,-1 3-11 0,0-5-7 16,3-2-20-16,-2 0-18 0,0-2-40 0,-1-2-38 0,1-3-9 15,2 0 17-15</inkml:trace>
  <inkml:trace contextRef="#ctx0" brushRef="#br0" timeOffset="112619.23">13151 7902 74 0,'5'13'92'0,"-1"3"-4"16,0 1-3-16,-1 1-21 0,5 1 5 0,-6 5-22 0,4-3 8 16,1 4-10-16,-1 0-7 0,-3 1-4 0,6 2 1 15,-4-2 3-15,4 3-11 0,-2-2-2 0,3-1-4 0,0 2 0 16,-4-2-7-16,6-1 3 0,-4 2 4 0,3-2-10 0,-3-2-1 16,1 0 5-16,-2-1-1 0,3-1-4 0,-4-1 1 15,0-2-11-15,1 0-7 0,-4-2 7 0,1-4 0 16,2 2 0-16,-1-3-4 0,-3-1-3 0,0 1 4 0,-1-1-1 15,-1-4 1-15,0 3-4 0,2-2-1 0,-2 1-2 16,0-3-1-16,0 0-10 0,-2 2-17 0,2-5-25 0,0 0-31 16,-1 0-60-16,-1 0-10 0,0-2 21 0,-7 0 14 15</inkml:trace>
  <inkml:trace contextRef="#ctx0" brushRef="#br0" timeOffset="112923.1">12982 8388 71 0,'19'-7'101'0,"-1"-3"1"0,1 0-7 0,2 1-10 15,0 0 8-15,2-3-38 0,-2 4 10 0,3-2-13 16,0 4-14-16,0 1 10 0,-2-1-20 0,-1-1-7 0,1 6 0 16,-1-2 4-16,-3 3-8 0,0 0-3 0,-4-1 1 15,0 1-15-15,-3-2-4 0,-2 2-7 0,-1-2 1 16,-4 2-8-16,0-3-20 0,-2-2-29 0,-2-1-50 0,-2 0-55 16,-3-1 12-16,-1-4 11 0,-3 3 26 0</inkml:trace>
  <inkml:trace contextRef="#ctx0" brushRef="#br0" timeOffset="113386.27">12478 7539 60 0,'3'0'85'0,"-1"0"3"16,2 0-9-16,2 0-22 0,1 0 15 0,0 0-35 15,2 0 4-15,1 0 7 0,3 0-3 0,-2 0-14 16,0 0 3-16,2 0-6 0,2 0 3 0,-1 0-3 0,2 0-1 16,1 0-9-16,1 0 13 0,3 0-6 0,0 0-11 15,0 0 17-15,4 0-13 0,-4 0 10 0,4 0-3 0,0 0-4 16,-4 0 1-16,4 0-5 0,-1 3 1 0,-2-1-21 16,1 0 17-16,0 0 0 0,-2-2-3 0,0 0-11 15,1 1 11-15,-2 2-18 0,2-2 18 0,-3-1-4 0,6-1 0 16,-5-3-3-16,-1 0-1 0,-1 2-17 0,0-1 7 15,-1 0 7-15,-2 1-11 0,-4-1-7 0,3-2 0 0,-4 2-11 16,-7-1 8-16,2 4-15 0,-2-2 12 0,-2 2-22 16,-1 0-21-16,-4 0-41 0,-1-3-50 0,-2 2-6 15,-1-3 18-15,-1 0 17 0</inkml:trace>
  <inkml:trace contextRef="#ctx0" brushRef="#br0" timeOffset="113670.79">13158 7228 98 0,'6'7'108'0,"2"0"-16"0,-3 4-4 0,1-1-6 15,1 0-3-15,2 2-14 0,0 2-20 0,1-3 6 0,-5 3-20 16,3 1 4-16,0-1 7 0,-1-1-21 0,-2 3 14 16,-2-3-18-16,-2-1 11 0,3 1-10 0,-4-1-11 0,0 1 14 15,-4 1-10-15,0-5-4 0,-1 4-7 0,-3-2-7 16,-1 0-14-16,3 0 6 0,1-2-23 0,-5 2-18 16,1-3-49-16,0-2-67 0,1-1 5 0,1 2 21 0,-2-5 17 15</inkml:trace>
  <inkml:trace contextRef="#ctx0" brushRef="#br0" timeOffset="114437.14">14392 8298 105 0,'0'0'98'0,"0"0"-13"15,3-2-7-15,-6-2-13 0,3 3 3 0,0 2-24 16,0-2-3-16,0 2-3 0,0-2-3 0,0 1-4 0,3 0 0 15,0-2 0-15,0 2-3 0,2 2-11 0,0-2 0 16,2 0-3-16,2 0 7 0,2 0 7 0,-2-2-14 16,6 2 7-16,-1 0 0 0,-1 0-3 0,7 0 0 0,1 0-4 15,-1-1-3-15,3-3-1 0,0 0 1 0,7 1-4 16,-2-4 0-16,2 1 0 0,4-1 0 0,2 0-3 0,-2-1 3 16,2 1-3-16,0 4-1 0,-2-2-10 0,-2 1-7 15,0 1 3-15,0 0 18 0,-1 2-10 0,-3 1 3 0,1 0 7 16,-6-2-7-16,-1 2 3 0,1 0 5 0,-5 2-1 15,3-2 0-15,-4 1-4 0,-4 2 1 0,2 0 3 0,-4-2 0 16,-1 2 1-16,1-2-5 0,-3 1 1 0,-2 0-1 16,0 0 1-16,-5-1 0 0,3-1-1 0,-4 0-3 15,2-1 0-15,-2 2 0 0,0 1 0 0,0 0 0 0,-2-2-14 16,2 2-4-16,-4-2-7 0,3 1 0 0,-4-1-7 16,0 0-32-16,-2 3-13 0,-1-6-55 0,-3 3-30 0,-1-1-5 15,0 1 24-15,-4 1 14 0</inkml:trace>
  <inkml:trace contextRef="#ctx0" brushRef="#br0" timeOffset="114855.19">14483 8616 57 0,'0'0'88'0,"0"-2"-3"0,0 2-20 16,3 2 9-16,0-1-19 0,2-4-11 0,-1 3-13 16,1 0 13-16,1 0-20 0,4 0-3 0,3-1 6 0,0-4 8 15,3 3-22-15,2-2 8 0,-1-2-4 0,3-1 8 16,3 2-8-16,-2-2 0 0,3-2-3 0,3 0 0 15,-3 2-4-15,5 1 1 0,-5 3-4 0,1-2 3 0,1 2 1 16,2-2 6-16,-1 5-10 0,-1-2 0 0,-3 1 0 16,4 1 0-16,-3-2-3 0,-2 2-1 0,1 0 1 0,1 0 3 15,-2-4-4-15,-2 4 11 0,2 0-14 0,0 0 0 16,-2-3 4-16,1 3 6 0,-5 0-10 0,4 0 0 0,-2 0 0 16,-1 0 7-16,-2 0 1 0,-2 0-19 0,1 0 11 15,-4 0-4-15,2 0 4 0,-2 0-3 0,-4 0 3 16,-2 0-4-16,-2 0 1 0,-1 0-4 0,2 0 3 0,-3 0-20 15,0 0-4-15,-3 0-4 0,2-2-16 0,-3-1-32 16,1-1-30-16,-2 0-30 0,-1-1-13 0,-1-4 27 0,0 2 7 16</inkml:trace>
  <inkml:trace contextRef="#ctx0" brushRef="#br0" timeOffset="115421.83">14894 7766 77 0,'0'7'68'0,"0"-2"-7"0,1-1-3 0,3 3-4 16,-3-2-3-16,3 3-30 0,0 0 3 0,2-1-1 15,-2 1-2-15,2 2-4 0,1 0 7 0,0 2-10 0,-3 1-1 16,2 1-3-16,0 1 4 0,-2 3-4 0,2 0 1 16,-4 3-1-16,2 0-3 0,-4 4 0 0,3 1 10 0,-3 3-3 15,1-2 6-15,-1 2 1 0,0 0-4 0,0-2 0 16,-1 3-17-16,1-1 21 0,0-2-21 0,0 0 0 16,0-4 0-16,0 2 17 0,0-2-17 0,0 1 7 0,0-2 7 15,0-2-14-15,2 2 14 0,-2-1-17 0,4-1-1 16,1 1 1-16,-1-3-1 0,-1 4 18 0,1-4-7 0,-1 5 7 15,0-1 0-15,2-1-4 0,-5-2 1 0,3 2-8 16,-3 3 1-16,0-2 10 0,0-1-7 0,0-3 0 0,-3 1-11 16,6-4 8-16,-6 2-1 0,3-3 1 0,0-3-1 15,3 0 1-15,-1-4-4 0,1-2-7 0,0-3 7 16,3 1 0-16,1-2-11 0,0-2-20 0,0-4-28 0,1 0-55 16,-1-2-58-16,0-3 16 0,0 2 16 0,2-2 18 15</inkml:trace>
  <inkml:trace contextRef="#ctx0" brushRef="#br0" timeOffset="116503.92">16756 7910 54 0,'-10'0'81'0,"-2"0"-10"0,0-1-3 16,-2-2-3-16,2 6 3 0,-4-3-10 0,1 0-10 15,0-3-11-15,-1 3 8 0,2 0-4 0,-2 0-3 16,-2 3-4-16,1-2 1 0,1 2 6 0,5 4-6 0,-5-3 0 16,3 0-3-16,-2 3-4 0,2-1 0 0,4 1-7 15,-5 1 0-15,7 0-3 0,-3-3-4 0,0 3 1 0,1-2-5 16,2 2 1-16,-3-1 0 0,3 2 0 0,-4-2-4 15,5 3 0-15,-4 1-18 0,2-1 4 0,0-2 14 16,0 3 0-16,0 2-3 0,0-2 0 0,1 1-15 0,-2 1 0 16,1-2 4-16,0 0 0 0,1 2 0 0,0-2-1 15,-2 3 19-15,0-4-4 0,3 1 0 0,1 2 1 0,-2-4-1 16,-2 3-4-16,3-1 1 0,0 0 0 0,0 1-1 16,0-2-17-16,1 2 3 0,0 0 18 0,-1-3-18 15,6 4 19-15,-4-4-12 0,4 3-7 0,-1-3 18 0,1-1-7 16,0 0-10-16,0 1 17 0,0-1-18 0,0 3 18 15,0-4-17-15,0 3 2 0,0-2 1 0,0 2 18 0,0-2-18 16,0 2 0-16,0 0 10 0,0 1-6 0,0 0 13 16,0 0-6-16,0-1-11 0,1 1 0 0,3 1 17 0,-2-1-17 15,4 0 0-15,2-1 4 0,-2 1 13 0,2-1 1 16,2 2-18-16,3-2 18 0,-5 1-4 0,4-2-7 0,0 2 7 16,-1-3 0-16,0 2 0 0,1-2-3 0,0 1-1 15,2 0 1-15,-1 0 0 0,-3-1-4 0,5 0 3 16,-3-1-3-16,-1 0 0 0,3 1 0 0,-1-1 0 0,0-2 0 15,-1-1 0-15,2 0 0 0,-2 1 0 0,0-5 0 16,2 2 0-16,-1-1 0 0,5-1-3 0,-6 0-12 0,4 0 15 16,0 0-7-16,0-3 0 0,2 3-4 0,-2-5 4 15,3 1 0-15,-2 2 0 0,-2-2 0 0,3 1-1 0,3-4 1 16,-4 3 11-16,2-3-8 0,-2 3 1 0,0-3-4 16,3 2 10-16,-4-1-6 0,0-1-4 0,0 0 3 15,-2 0 8-15,2 0-1 0,-2-1-10 0,1 0-7 0,-3 1 14 16,3-3 3-16,-1 2-6 0,-3-1 3 0,4 0-4 15,-4 0 4-15,-2 1 7 0,3-2-10 0,-4 0 3 0,1 1-4 16,-3 0 4-16,0 0 0 0,-5 2 0 0,3-4 7 16,-3 0 0-16,2 2-3 0,-3-2 3 0,0-2-3 15,0 1-1-15,-3 0-10 0,3-1 4 0,0-1-5 0,0-1 5 16,0-2-4-16,0-1 3 0,0-1-3 0,-1-3 0 16,-3 2 0-16,1-2 0 0,-4-2 0 0,4-1 0 0,-6 2 3 15,3-2-10-15,-1 0 11 0,-4-1-8 0,-1 4 11 16,4-4 0-16,-3 5 0 0,1 0 7 0,-1 3-7 0,2 0 0 15,-3-2-3-15,2 6-1 0,1 0-3 0,1 0 7 16,-2 1-7-16,4 0-17 0,-2 0-25 0,4 3-17 0,-1 0-58 16,0-2-41-16,1 3 12 0,4 0-23 0</inkml:trace>
  <inkml:trace contextRef="#ctx0" brushRef="#br0" timeOffset="126435.64">18165 8377 121 0,'0'-4'75'0,"-1"2"0"0,1 1-7 0,-2 2-4 15,2-2-13-15,2-2-20 0,-2 3 3 0,1-1-3 16,1-1-3-16,1 4-4 0,2-1-4 0,-1-2 1 0,2 2-1 16,0-1-16-16,-1 0-1 0,1-1 18 0,0 1-18 15,3 0 1-15,-5 0 17 0,3 0-18 0,3 0 18 0,0 0-11 16,-2 0 1-16,5 0-1 0,-2 0-3 0,1 0 0 16,-1 0 0-16,5 0-11 0,0 0 18 0,-1 0-10 0,0 0 6 15,2 0 1-15,-2 0-4 0,4 0-7 0,-3 0-7 16,0 0 14-16,4 0-7 0,-1 0-7 0,-2-2 7 0,-1 2 0 15,4-4 0-15,-4 4 0 0,2 0 0 0,-1-1 10 16,-1 1-17-16,0 0 7 0,-1-3 0 0,0 3 7 0,-1 0-7 16,-2 0 0-16,2 3 0 0,-3-6 7 0,4 3-7 15,-5 0 0-15,0 0-10 0,1 0 10 0,-1 0 7 0,0 0-18 16,2 0 15-16,-7-4-8 0,2 4 4 0,1-4-3 16,-5 2-4-16,6 1-4 0,-7-4-13 0,1 4-7 15,-1 1-28-15,0-5-51 0,-2 1-51 0,0 4 15 0,0-5 14 16</inkml:trace>
  <inkml:trace contextRef="#ctx0" brushRef="#br0" timeOffset="126858.42">18156 8606 71 0,'6'0'71'0,"-3"1"-10"0,2-1 0 16,6-1 0-16,-3 1-6 0,0 0-18 0,1 0 0 15,2 0-2-15,4 0-5 0,-3 0 1 0,2 0-3 16,7 0-4-16,-4 0 0 0,3 0-4 0,2-3-6 0,1 2-7 16,3-3 17-16,-1 2-10 0,2-2-7 0,1 0 13 15,4-3-9-15,-4 3 6 0,3-3-17 0,-1-3 18 0,1 6-12 16,1-4 8-16,-1 3-10 0,1-4-8 0,-6 3 15 16,2 3-18-16,-2-4 17 0,-1 7-17 0,-3-4 18 0,-1 4-18 15,-5-1 14-15,-1 1-14 0,-3 0 14 0,-2 0 0 16,0 1-7-16,-3-2-11 0,-4 2 18 0,-1-2-3 15,0 1-18-15,0 0 14 0,0 0-14 0,-2 0-3 0,0 0-8 16,0 0-23-16,0 0-35 0,-4 0-50 0,2-3-24 16,0 2 18-16,-3-3 17 0</inkml:trace>
  <inkml:trace contextRef="#ctx0" brushRef="#br0" timeOffset="127191.56">18858 8072 101 0,'9'10'85'15,"2"-1"10"-15,0 5-20 0,1-1 0 0,1 0-7 0,-2 1-20 16,1 1-4-16,0 3-3 0,-1-2-6 0,-1 4-4 16,0 0-3-16,0-1-4 0,-1 3-3 0,-1-1-11 0,-4 3 7 15,-3-1-3-15,2 0 0 0,-2 0-3 0,-5 2-1 16,-1 0-3-16,-3-2 0 0,-1 0 0 0,-1-1 0 16,-2-1-7-16,1-3 4 0,-2 0-4 0,1-1-11 0,-1-3-6 15,3-2-29-15,0-2-16 0,0 1-31 0,4-5-44 16,1-3-20-16,-4 1 17 0,3-3 15 0</inkml:trace>
  <inkml:trace contextRef="#ctx0" brushRef="#br0" timeOffset="127848.69">20793 8009 88 0,'4'12'78'0,"3"2"13"0,2 4-2 15,-2 1-21-15,2 0 7 0,-1 5-21 0,3 1 1 0,3 2 4 16,-3 5-1-16,1-3-16 0,1 5 6 0,1 2 1 16,-3-4 4-16,3 2 0 0,1 1-4 0,-4-2-6 0,4 1-3 15,-4 0-4-15,1-4-4 0,1-1-2 0,-3-2-5 16,5 0-10-16,-1-3-11 0,-2-2 3 0,-2-3 12 0,1-1-5 16,1-1 1-16,-2-3-11 0,-3-2-4 0,4-1-4 15,-3-5-3-15,-2-2-12 0,0-3 4 0,-5 4 4 16,4-3-11-16,-5-2-14 0,0 0-1 0,2-7-6 0,-4 3-15 15,-4-1-6-15,-2-4-20 0,3 1-25 0,-6 0-29 0,1-3-16 16,0-3 1-16,-4-3 7 0,1-1 27 0</inkml:trace>
  <inkml:trace contextRef="#ctx0" brushRef="#br0" timeOffset="128352.31">20674 7985 54 0,'7'-8'74'0,"0"4"8"0,2-3-11 0,6 0-6 0,1 0-1 16,-2-3-33-16,2 3 10 0,4 3-4 0,-1-3-9 15,3 0-11-15,0 3 14 0,-1-3-18 0,2 3 15 16,4 0-4-16,0-1 0 0,3 5-3 0,-1-5-14 0,3 5 13 15,3-3-9-15,1 3-8 0,-3 0-3 0,5 0 4 16,-2 3 13-16,1 2 0 0,-2-2-3 0,-1 3 0 0,-1 2-10 16,-3-1 6-16,1 2-6 0,-6 4-1 0,2 0 1 15,-6 1 3-15,-1-2-14 0,-2-1 14 0,0 2-14 16,-4-1 14-16,0-3-7 0,-1 3-7 0,-3-2 14 0,0 0-14 16,1-3 14-16,-3 3-14 0,1-2 14 0,-5 0-7 0,4 2-11 15,-6-2 18-15,1-1-7 0,-1 4-7 0,-2 0 14 16,3 2-14-16,-3 3 14 0,-5-2-7 0,0 7 7 15,-3-3-14-15,2 4 7 0,-1 1 11 0,-2 3-18 0,-5-1 17 16,2 2-10-16,-5 3-7 0,-2-4 18 0,6 2-18 16,-7 1 10-16,3-2-3 0,-2 0 11 0,2 0-8 0,-2-2-3 15,1 0 0-15,-2-2 0 0,1-1 4 0,1 2 3 16,1-2-11-16,0-1 8 0,1 1-4 0,-1-2 0 0,1-1 3 16,2 1 1-16,-1-1-1 0,6-1-3 0,-2 0 0 15,2-4 0-15,3 2 7 0,2-2-7 0,2-1-3 16,-2-2-1-16,4-4 4 0,0-1-17 0,2-3 6 0,2-2-13 15,5 3-18-15,-2-4-48 0,4-5-48 0,-2-2-29 16,4-2 24-16,3-2 21 0</inkml:trace>
  <inkml:trace contextRef="#ctx0" brushRef="#br0" timeOffset="128792.39">22341 8204 108 0,'11'3'71'0,"3"-1"0"0,-1 3 1 0,-2-2-4 15,0 3-4-15,3 1-16 0,-5 2-10 0,4 2-11 16,1 1 8-16,-6 3 6 0,5-3-10 0,-4 4 0 0,4 2-4 16,-3-2 1-16,-1 1-7 0,3 4 7 0,0-4 3 15,-2 3-3-15,0-2 0 0,2 1-3 0,0 1-11 0,-1-2-7 16,4 0 11-16,-1 2-15 0,0-4 15 0,-1 1-18 15,1 0 14-15,0-2-14 0,-1 0 14 0,3-3-17 16,-3 3 6-16,-2-4 8 0,5-1-4 0,-6-1-7 0,2-2 7 16,-2 0-7-16,-2-1 4 0,-3-2-11 0,0-1 0 15,-1-2 3-15,-2-1-7 0,0 3 1 0,-2-3-1 0,0 0-3 16,0 0 0-16,-2 0-4 0,2-3-21 0,-2 3-17 0,4 0-45 16,-2 0-54-16,0-3-22 0,-2-2 27 0,-2-1 21 15</inkml:trace>
  <inkml:trace contextRef="#ctx0" brushRef="#br0" timeOffset="129102.76">22828 8164 60 0,'-12'13'89'0,"-3"4"2"0,1 3-2 0,-2-2-8 15,-2 0 1-15,-1 4-17 0,-1-2-7 0,-1 1-13 0,-1 0-4 16,-1 1 4-16,-1-1-3 0,1 1-21 0,-3-2 0 16,-2 3 10-16,6-1-17 0,-8-1 0 0,4 1 11 0,0-1-15 15,5 1 12-15,-3-4-19 0,7 0 8 0,-2-2 3 16,3 1 0-16,6-2-3 0,0-3-11 0,3 1-7 15,2-2-15-15,1-1 8 0,4-2-21 0,-1 0-14 0,1-2-49 16,0-3-54-16,0-1-19 0,1 0 18 0,3-1 17 0</inkml:trace>
  <inkml:trace contextRef="#ctx0" brushRef="#br0" timeOffset="129636.6">24040 8032 57 0,'-7'7'81'0,"0"2"1"0,-2 0-11 0,3 1-13 0,-4 0 10 0,2 1-20 16,-3 4-4-16,-2 0-17 0,4 2-3 0,-3 4 14 15,-2 0-17-15,3 1 6 0,-8 2 1 0,3 1-1 0,0 4 1 16,-4-3-4-16,3 2 1 0,-5 1-1 0,0 0-3 16,3-1 0-16,-4 1 0 0,2 0 0 0,0-4-11 15,2 2 18-15,1-2-17 0,2-3-4 0,3 0 0 0,-1-1 0 16,2-3 0-16,2 0 0 0,0-1 0 0,3-3 15 15,4-2-19-15,-2-1 8 0,4-4-11 0,1 0 0 0,1 0 3 16,2-1 5-16,-1-5-12 0,5 2-3 0,-3-2-4 16,3-1-7-16,-1-1 4 0,1-3-7 0,4-2-21 15,-2-1-25-15,-1-1-30 0,2-2-51 0,3-2-20 0,-2-2 19 16,-1-4 9-16</inkml:trace>
  <inkml:trace contextRef="#ctx0" brushRef="#br0" timeOffset="129919.69">23995 8050 77 0,'5'0'95'16,"-4"0"-20"-16,3 0 3 0,1 3-3 0,-4 1-3 0,8 3-21 16,-3 0 7-16,1 2-10 0,1 3 0 0,2 2-10 0,2 4 18 15,-6 4-18-15,1-1 4 0,6 4 0 0,-2 0-11 16,0 3 12-16,0-1 3 0,2 4 0 0,0-4-3 15,2 4-21-15,-3 0 14 0,1 1-17 0,-2-3 14 0,4 0-19 16,-4-1 16-16,-1 0-23 0,4 2 1 0,-6-6-1 16,5 1-3-16,-4-1 0 0,1-3 3 0,-2-1-3 0,2-5-8 15,-2 1-7-15,4-2-15 0,-4-7 0 0,-1 2-7 16,-1-2 0-16,2-5-11 0,-5 2-20 0,1-4-29 16,0 0-30-16,-3 0-67 0,-1-4 15 0,-1-2 29 0,-3 0 6 15,-3 0 11-15</inkml:trace>
  <inkml:trace contextRef="#ctx0" brushRef="#br0" timeOffset="130207.55">23667 8613 98 0,'-3'0'105'16,"2"-3"-7"-16,1 1-13 0,0 0-3 0,9-6 48 16,-1 5-85-16,0 0 13 0,5-1-16 0,-1-3 13 15,9 0-2-15,-1 1-15 0,6-1-3 0,5 2 1 0,-6-5-8 16,10 2 0-16,-4-2-3 0,7 0-3 0,-2 1-8 16,3-4 1-16,-3 2 3 0,-1 1-26 0,1-1 12 0,1 0-22 15,-8 3 4-15,-2-3-11 0,-1 1 3 0,-6 2-21 16,-2-1-3-16,-4 4-27 0,-8-5-21 0,2 7-34 15,-8-5-33-15,-4 1 4 0,-2 3 21 0,-3 0 14 0</inkml:trace>
  <inkml:trace contextRef="#ctx0" brushRef="#br0" timeOffset="130656.39">23595 7614 50 0,'0'3'92'15,"0"3"-1"-15,-3-6-6 0,4 2-6 0,-2 1-18 0,2-1-6 16,-2-2-21-16,1 4-3 0,1-4 3 0,1 3 0 16,2-2-3-16,0-1-3 0,3 3-1 0,5-3-6 0,-2 0 0 15,6-3-4-15,3 6 1 0,0-6-4 0,5 6-4 16,0-6 1-16,0 3-1 0,3 0 1 0,-1 0-4 0,-1 0 0 16,1 0 7-16,0 0-11 0,0 0 1 0,0 0-1 15,-3 0 1-15,-1 0-1 0,3 3 1 0,-4 1-11 16,-3-4 7-16,1 5 0 0,-4-3 0 0,2 1 0 0,-5-2 3 15,3 2-3-15,-3-2 4 0,-3 2-1 0,3-3-3 16,-2 0 4-16,-1 0-1 0,0-3-3 0,-1 3 0 0,2-1-10 16,-2 2 6-16,-2-2 8 0,2-2-4 0,-2 2-7 15,0-2-7-15,-5-2-25 0,4 3-3 0,-2-5-31 16,-3 3-47-16,2-2-41 0,-2-2 11 0,0 2 11 0,0 2 20 16</inkml:trace>
  <inkml:trace contextRef="#ctx0" brushRef="#br0" timeOffset="130953.22">24163 7366 94 0,'6'7'106'0,"-1"2"-5"16,-2 0-9-16,-1 3 7 0,-1 1-20 0,2 1-7 0,0 1-10 15,-1-1-7-15,-2 4-6 0,0-3 0 0,0 2-7 16,0-3-11-16,2 2 5 0,-2-2-8 0,0 2-3 0,0-3-4 16,-2 1-3-16,2 0 7 0,0-4-21 0,0 2 10 15,-2-2-14-15,-1 1-18 0,0-1-21 0,2-2-4 0,-3 1-28 16,-1-4-34-16,-1 2-61 0,2-1-2 0,0-5 18 15,-2 1 11-15,4 2 17 0</inkml:trace>
  <inkml:trace contextRef="#ctx0" brushRef="#br0" timeOffset="131786.76">25079 8653 88 0,'0'0'74'0,"0"0"1"0,2-2-14 15,-2 2 7-15,0 2-14 0,2-2-13 0,1 0-3 0,-2 0-4 16,4 0-3-16,-2 2-4 0,-1-2 1 0,1 0-18 16,4 0 14-16,-3 0 0 0,1 0-17 0,0 0 14 15,-3 0-18-15,2 0 15 0,0 2-1 0,2-4-3 0,-1 2 0 16,1 0-4-16,-2 0 0 0,2 0-3 0,4 0-7 0,-4 0-7 15,0 0 14-15,2 0 0 0,0-2 0 0,1-2 0 16,0 1-17-16,-3-1 13 0,4 1-13 0,-1-1-1 0,1 1 18 16,0 0-17-16,-4 1 17 0,4-1-7 0,-4 0-7 15,3 3 14-15,-3-2-14 0,-1 2 7 0,1 0-7 16,3 2 0-16,-8-2 11 0,5-2-8 0,-3 2 1 0,0-2 13 16,1 4-17-16,2-2 17 0,-2 0-13 0,1 0 17 15,-2 0-4-15,1 0-3 0,-3 0-10 0,4 0 13 0,3 0-6 16,-5 0-8-16,2 0 15 0,0 0-8 0,-1 0-10 15,-2 0 18-15,5 0-11 0,-4 0 7 0,2 0-14 16,-1 0 14-16,2 0-14 0,-2 0 14 0,-2 0-7 0,-2 0-11 16,5 0 15-16,-5 0-8 0,3 0-6 0,-3 0 13 15,0 0-17-15,0 0 14 0,0 0 0 0,0 0-3 0,0 0-4 16,2 0-7-16,-4 0-28 0,2 0-13 0,-3 0-55 16,1 0-47-16,-6-2 7 0,7-1 21 0</inkml:trace>
  <inkml:trace contextRef="#ctx0" brushRef="#br0" timeOffset="132148.87">25113 8353 115 0,'3'3'95'16,"4"-3"-14"-16,0 0-13 0,0 0 7 0,1 0-7 15,-1-3-20-15,7 2-3 0,-2 2-4 0,3-1-3 0,-3 0-7 16,5 0-10-16,2-1 6 0,-1-3-2 0,1-1-8 16,0 1 0-16,1-1-6 0,2-2-4 0,-2 1-14 0,-2-2 10 15,0 2-10-15,0-1-21 0,-4 3-17 0,-2 0-58 16,-2 3-48-16,1-1-6 0,-9 1 22 0,1 1 12 16</inkml:trace>
  <inkml:trace contextRef="#ctx0" brushRef="#br0" timeOffset="134186.3199">26587 7948 67 0,'0'0'75'0,"0"0"-11"16,0 0-6-16,0 0-10 0,0 0 3 0,0 0-21 0,0 0 1 15,0 0-4-15,0 0-3 0,0 0 0 0,0 0-4 16,0 0 1-16,0 0-4 0,0 0 10 0,0 0-3 16,0 0 0-16,0 0 1 0,0 0-5 0,0 0 1 0,0 0-4 15,0 0 0-15,0 0 1 0,0 0-1 0,0 0 0 16,0 0-13-16,0 0 13 0,0 0-6 0,0 0-4 0,0 0 0 15,0 0 0-15,0 0-7 0,0 0 7 0,0 0-4 16,0 0 4-16,0 0 0 0,0 4-10 0,0 0 10 0,0-4 0 16,3 4 0-16,0 2-11 0,1-1 8 0,-3 1-1 15,4 0 1-15,1 0 3 0,0 3 0 0,1 0-4 0,1 1 4 16,0 5-7-16,-4 1 11 0,6-2-1 0,-4 6 8 16,6 3 0-16,-4 3-1 0,-2-1 1 0,7 2-14 15,-2 4 14-15,-3-3-8 0,2 5 5 0,-1-3-15 16,2 0 0-16,-1-1 14 0,0-1-18 0,1-1 19 15,-2-1-19-15,-1-1 18 0,2-3-17 0,-3-1 17 0,4-4-17 16,-1 3-1-16,-5-6 8 0,3 0 6 0,1 0-17 0,-4-4 18 16,-1-2 0-16,-4-1-4 0,6 0 0 0,-2-4 1 15,0-1-16-15,-2 1 16 0,3-3-1 0,0 0-11 0,-3 0-7 16,0-3 15-16,8 1-15 0,-2-4 7 0,0-1 8 0,2 0-18 16,-2-2 14-16,4-1-18 0,0-7 3 0,2 2 1 15,-3-3-4-15,5-2 0 0,0 0-3 0,-1-1-8 16,-1-1 8-16,1-4 11 0,1 4-19 0,-2-2 5 0,3 0 3 15,-7-1 14-15,1 0 3 0,-1 0-3 0,-1 1-38 16,-4 1 34-16,0 2 4 0,-3-3 18 0,2 5-15 0,-2-1 1 16,-2 1 3-16,0 3 14 0,-2 1-14 0,2 0 3 15,0 4 1-15,0-2-1 0,0 2 1 0,0 6-1 16,0-2 8-16,0 1-18 0,0 5 14 0,0-1-18 0,0 0 15 16,0 0-15-16,0 2 4 0,2 0 0 0,0 0-20 15,4 0-25-15,-4 4-42 0,2-4-66 0,1 2 6 0,2-1 22 16,1 3 10-16</inkml:trace>
  <inkml:trace contextRef="#ctx0" brushRef="#br0" timeOffset="134670.16">27407 8556 88 0,'2'3'78'0,"4"-2"6"16,2-2-5-16,0-2-25 0,3-3 14 0,2-1-34 0,3 2 0 15,0-5-10-15,1 0 11 0,3 1-18 0,2-4-4 0,-6-1 1 16,5 2 0-16,-4-3 10 0,-1 1-17 0,1 1 14 16,-3-1-15-16,0 2-2 0,-4-1-1 0,-4 2 4 15,-2 0 17-15,-3 0-6 0,4 4-11 0,-5-3 7 0,0 2-1 16,-5 2-2-16,2-1-1 0,-1-2 1 0,0 3-11 15,-2-1 10-15,2 0 1 0,-4 2-4 0,0-1-4 16,0 0 4-16,0 1-3 0,1 0 6 0,-2 3-6 0,3 1-1 16,-1 1-3-16,1-2-7 0,0 2 7 0,1-2 0 15,-3 4 0-15,5-2 7 0,-4 2-7 0,1-1 4 0,3 1-4 16,-2 0 3-16,3 1-13 0,-1 2 13 0,-3 1 1 16,-1 0-8-16,4 1 1 0,-3 0-8 0,2-2 11 0,-1 5 7 15,-2-3-7-15,2 0-7 0,-1 1 7 0,-1 0 7 16,1 2-7-16,0 1 4 0,-1-4-1 0,-2 5 1 15,4-1 6-15,-1 2-6 0,6-1 3 0,-4 1-4 0,-1 0 1 16,5 1-1-16,-1-2 4 0,1 2 0 0,1-1-7 16,6-2 7-16,-4 1 0 0,3-1 8 0,3 0-5 0,0-4 1 15,-1 2-1-15,6-4-13 0,2-1 3 0,3-1-7 16,-1-3-4-16,3 0 4 0,2-3-14 0,4-1-14 0,-2-1-32 16,5-4-44-16,-2-3-64 0,2-1 11 0,2-2 21 15,-3-3 18-15</inkml:trace>
  <inkml:trace contextRef="#ctx0" brushRef="#br0" timeOffset="135086.41">28113 7825 115 0,'5'7'74'0,"-10"-2"-6"16,10 3-7-16,-5-1-3 0,0-2-3 0,0 1-14 0,0 3-11 15,0 3-6-15,-5-3 14 0,5 4-7 0,0 4 6 0,0 2-2 16,0 0-4-16,0 5 10 0,0 1 1 15,0 2 3-15,0 2-17 0,0 5 11 0,0-3-1 0,-1 4 1 16,-2-2 4-16,1 2-11 0,-2-2-3 0,3 0-1 0,1-3 5 16,-1 1-19-16,-2 0 16 0,3-6-12 0,-5 4-11 15,10-4 15-15,-2 0-18 0,-1-3 0 0,7-2 14 0,-8 1-7 16,4-3-3-16,0-3-1 0,0 0 4 0,1-3-11 16,-2-2-3-16,-1 0-5 0,4 0 4 0,-7-4-14 0,1-1-4 15,1-3-19-15,2 0-13 0,-4 1-1 0,2-3-41 16,-2 0-48-16,2-3-50 0,-2-2 16 0,5-1 21 15,-2-2 21-15,2-2 7 0</inkml:trace>
  <inkml:trace contextRef="#ctx0" brushRef="#br0" timeOffset="135586.63">28488 8242 54 0,'-9'0'81'0,"-2"3"11"16,-1 0-24-16,3-1 10 0,-2 5-10 0,-4-4-17 0,4 3-3 15,-4 0-14-15,-1 2-10 0,1 0 14 0,-1 2-7 0,1-5-17 16,1 5 6-16,-2-3 8 0,1 0-21 0,-1 0 7 16,0 2 0-16,6 0 0 0,-6-2-1 0,2 1 1 15,5-2-3-15,-4 2-1 0,2 0 1 0,3-1-1 0,-2 0-3 16,0 0 4-16,3-1-4 0,0-1 3 0,3 1-3 15,1-1 0-15,-2-2 0 0,4 1-7 0,1-4 7 0,-3 2 7 16,3-2-10-16,0 1-8 0,0-1 8 0,3 0-1 16,-2 0-3-16,4-1-7 0,-2 1 11 0,1 0-4 0,3 0 0 15,2 0-4-15,1-2-3 0,3-2-7 0,0 1 7 16,2-1 7-16,-4 0-14 0,2-4-3 0,2 2-1 16,-1 2 1-16,-3-3 17 0,2 0-14 0,-4 6 3 0,0-1 15 15,0 1-15-15,-2-2 18 0,0 3-14 0,-1 0 14 16,-5 0-14-16,4 4 18 0,-5-1-15 0,0-1 18 15,2 3-7-15,-2-1-10 0,2 2 10 0,-1 1 0 0,4 1-7 16,-5 0 10-16,6 1 1 0,-1-1-1 0,4 2 1 16,-2-2-1-16,2 3 4 0,2 0-3 0,-2-2-8 0,-2 2 15 15,3-2-18-15,1 1 7 0,-3 0 11 0,7-2-18 16,-4 2 7-16,2-5 7 0,0 4-11 0,-1-5 1 0,2 3 0 16,1-4-8-16,0-1 8 0,1 1 3 0,-2-3-11 15,2 0 1-15,0 2-5 0,-2-2-6 0,2-3 4 16,-3 1-26-16,1-3-2 0,2 1-36 0,-6-2-50 0,3 1-55 15,3-5 12-15,-6 2 28 0,1-2 13 0</inkml:trace>
  <inkml:trace contextRef="#ctx0" brushRef="#br0" timeOffset="136002.79">28932 7845 74 0,'0'7'85'0,"0"0"0"0,0 4-4 15,-5-1-3-15,1 1-9 0,0 3-18 0,-2 2 0 16,1 2-6-16,-3 4-1 0,-1 2 8 0,-2 0 0 0,2 4-14 16,-2 1 8-16,-1 3-4 0,0 1-4 0,5 2 1 0,-2-2 0 15,1 2 4-15,4-3-11 0,2 2-3 0,-2-3-3 16,2-1-41-16,4 1 48 0,2-4-4 0,5-1-3 16,-4-5-4-16,8 1-4 0,-2-1 1 0,0-5-4 15,5-1-4-15,0 1 0 0,5-4-11 0,-2-3 7 0,2 0-7 16,-4-3-3-16,2-2 10 0,1-2-11 0,-4 2-3 15,0-4-12-15,1 0-3 0,-4 0 7 0,1 0 0 16,-2 0-14-16,0-4-11 0,0 1-4 0,-1-1-21 0,-6 1-41 16,5-4-59-16,-3-1-28 0,-4-1 25 0,-2 1 19 0,4-5 9 15</inkml:trace>
  <inkml:trace contextRef="#ctx0" brushRef="#br0" timeOffset="136264.73">28631 8284 132 0,'3'0'105'0,"3"0"4"16,5 0-7-16,-5 0-20 0,6-2 0 0,6 0-20 0,-4 0 0 0,7 2-14 15,-2-1-2-15,3-1-8 0,-1 2-3 0,1-3 4 16,3 3-14-16,-4-1-11 0,3 2 7 0,3-2-3 16,-3 2 0-16,4-3-25 0,0-1-15 0,4 3-3 0,4-1-35 15,-5-1-83-15,4-3-50 0,1-1 25 0,0 1 19 16,-1-4 16-16</inkml:trace>
  <inkml:trace contextRef="#ctx0" brushRef="#br0" timeOffset="137123.4199">29765 8185 101 0,'-4'0'75'0,"-2"2"-4"0,2 0 14 0,-1-2-20 16,0 0 10-16,-1 3-24 0,-2-3-3 0,1 2-4 15,-1-2 4-15,-3 0 1 0,6 0-4 0,-6 2-4 0,2 1 1 16,-3-8-21-16,-1 10 18 0,2-5-18 0,-1 0 7 0,0 3 0 16,1-2-3-16,0 3-11 0,1-2 15 0,-1-2-11 15,3 1-11-15,0 1 0 0,-1-4 8 0,3 6-5 16,5-6 1-16,-2 0 0 0,2 2-4 0,-1 0 1 0,-1 2-5 15,3 0 4-15,0-2 1 0,3 6-5 0,-3-3 1 16,2 2 0-16,-4 1-1 0,2 1 1 0,-3 2 0 16,3 3 3-16,0-2-3 0,0 6 10 0,0-2-6 0,0 2-1 15,0 0 0-15,0 2 1 0,0 0 3 0,0 1-4 16,5-1 4-16,-1-1-3 0,-3 1-1 0,5 2 8 0,-2-2 0 16,4-2-11-16,1-2 7 0,-2 1 0 0,1-2 1 15,2-1-9-15,1-3-10 0,-4 0 18 0,-1-4-15 0,2-1 19 16,0-3 1-16,-2 2-5 0,-1-3 1 0,4 0-5 15,1-4-7-15,-3-2-11 0,2-1 18 0,1-1-14 16,1-2-5-16,2 2-3 0,-2-5-8 0,0-2-11 0,4 0 8 16,-4-2-18-16,4-1 0 0,-4-1 0 0,4-3-7 15,-4 2-6-15,4-1 0 0,-5-1 3 0,1 4 5 0,0-2 4 16,-4 0 6-16,0 2 8 0,2 0 14 0,-3 6-1 16,0-1 11-16,-2 3 11 0,0 0-8 0,-3 3 11 15,1 4 0-15,-2 0 0 0,0 2 0 0,3 0-3 0,-3 1-8 16,0 0 11-16,0 1 10 0,0 3-6 0,1-1-4 15,4 3 7-15,-1-2 3 0,-1 3 11 0,5 0 0 0,-7 1 4 16,4 5 3-16,-3 2-7 0,5-1-6 0,-4 0 10 0,1 1 0 16,0 3-3-16,1 3 14 0,-4-3-6 0,4 1 10 15,-3-1-10-15,-1 2-7 0,6-2 7 0,-7-1 1 16,0 1-11-16,0-2 11 0,0 1-15 0,0-2 12 16,3-3-19-16,-6 0 16 0,3-4-20 0,0 2 16 0,0-3-4 15,0-3-20-15,0 1 16 0,0-3-16 0,0-1 17 16,0-1-5-16,0 0-20 0,0 0 21 0,3 0-5 0,-3-1 1 15,6-3-5-15,-1-2-16 0,6 1 16 0,-6-2-21 16,5-3 18-16,3 0-18 0,1-6 5 0,-3 4-5 0,2-6 1 16,-1 0 0-16,-3-2-5 0,3 0-7 0,-3 2 0 15,0-4 12-15,1 1-8 0,0-1 20 0,2 2 0 0,-3-1 0 16,-3 1-16-16,4 2 8 0,0 2 4 0,-2 2 0 16,0-1-8-16,0 4 0 0,-1 3 20 0,1 2 0 0,0-1 0 15,-1 6-4-15,0-2-4 0,4 3 4 0,-3-3 0 16,-1 1-4-16,6 2-16 0,-4 5 16 0,0-2-8 15,1-1 4-15,-3 4-15 0,4 0-12 0,-3-1-4 0,-3 2-22 16,6 2-4-16,-8 0-24 0,1 0-60 0,0-2-64 16,1-2 5-16,-5 3 29 0,0-3 18 0,-2-3 11 15,-2 0 24-15</inkml:trace>
  <inkml:trace contextRef="#ctx0" brushRef="#br0" timeOffset="138668.9799">24213 9418 71 0,'-2'3'64'0,"2"-1"4"16,0-2-7-16,0 2-7 0,0-2 1 0,0 2-14 0,0-1-11 15,0 4 1-15,0 0-11 0,-2 0 8 0,-1 1-11 16,-1-1 7-16,-2 2-10 0,5-1-1 0,-4 3 8 0,-2-1-1 16,3 0 1-16,-1-1-4 0,-5 1 1 0,6-1-1 15,-2 1-17-15,0 2 3 0,2-3 15 0,-1 2-18 16,-1 0 17-16,0 2-17 0,-3-4 17 0,3 3-17 0,1 1 14 15,0 2-7-15,-5-2-10 0,3 1-1 0,-2 1 4 16,1 1 0-16,-3-2 0 0,1 3 7 0,-1 0 0 0,-1 1 0 16,-1 1 0-16,0-1 7 0,-3 2-7 0,2-1-7 15,-1 1 7-15,-2 0-4 0,4 2 1 0,-3 2-1 16,0-3 1-16,2 0-1 0,-2 1 1 0,3 3-1 0,0 0 1 16,-3 0-1-16,3 1 1 0,-2 0-1 0,4 1 4 15,-4 0 0-15,2 0 0 0,-1 0 0 0,-2 0 0 0,1 1 7 16,0-1 0-16,-1-1 1 0,-1-1-1 0,-1 2-14 15,1-4 0-15,-2 3 3 0,2-3 1 0,0 1-1 16,1-1-3-16,-4 2 4 0,4-4-1 0,2 1-3 0,1-2 4 16,-1 2-4-16,0-4 0 0,4 4 7 0,-1-4-7 0,2 4 0 15,-1-5 7-15,0 2-7 0,3-1 0 0,-4 0 0 16,3 1 7-16,-4-1-7 0,4 2 0 0,-1-1 0 0,-1-2 0 16,-2 2 0-16,2-3 0 0,0 2 0 0,-2-2-3 15,4-1-1-15,0 1 11 0,0-1-7 0,0-3 0 0,2 0 0 16,1-2-3-16,1 2-1 0,-1-5 4 0,5 1 7 15,-1 1-7-15,1 0-3 0,0-4 10 0,0 2-7 16,-3-2-4-16,1 1 4 0,2-4 7 0,2 2-10 0,-4 2 10 16,2-4-7-16,0 0-4 0,-1 0 1 0,1 0-1 15,-3 0-3-15,3 0-4 0,3 0-3 0,-3 0-10 0,0 0-8 16,0 0-7-16,0-3-20 0,-3 2-38 0,3-5-65 16,-3 0-5-16,0 1 21 0,-1-5 17 0</inkml:trace>
  <inkml:trace contextRef="#ctx0" brushRef="#br0" timeOffset="138959.94">22948 10699 101 0,'-6'15'102'16,"2"3"-7"-16,2 0 4 0,0-1-7 0,-1 1-7 15,6 1-23-15,-1 1-4 0,4-2-6 0,1 1-3 0,4 1-4 16,-1-2-6-16,1-3-4 0,1 5-3 0,4-2-22 16,2-6 1-16,1 1 6 0,2-2 5 0,-1 0-4 15,5-4-4-15,-3-3-7 0,2-3-7 0,1 3-18 0,2-5-17 16,0-3 6-16,-1 0-31 0,0-3-20 0,-2-3-49 15,-3 2-46-15,-1-3 15 0,2-2 21 0,-3 2 13 16</inkml:trace>
  <inkml:trace contextRef="#ctx0" brushRef="#br0" timeOffset="139556.67">21659 11782 105 0,'0'-1'91'0,"0"1"-6"0,0 0-7 0,0-2-6 0,3 4-8 0,-3-4-19 16,-4 5-1-16,-1 4-2 0,0 0-1 0,-3 1 7 16,-2 2-17-16,0 8 14 0,-2 2-3 0,-4 3-7 15,-3 5-10-15,-3 4 6 0,4 1-2 0,-6 3-1 0,4 3 0 16,-4 3-3-16,4-2 0 0,-2 6-3 0,-1-3-1 15,5 0 1-15,-3 3-4 0,4-3-11 0,-1-3 8 16,4 0 0-16,-5-2-4 0,6-3-4 0,-3-3 8 0,6-3-8 16,1-3 0-16,2-1-3 0,3-3 7 0,-1-6-11 15,1-1 7-15,4-4-10 0,2 0-1 0,0-4-3 0,3-3-4 16,-1-1 3-16,3-3-21 0,-2 0 0 0,-2-4-18 16,3 0-7-16,4-6-32 0,1 0-40 0,-5-2-58 15,3-4 2-15,1 1 26 0,-1-4 17 0,-1-5 16 0</inkml:trace>
  <inkml:trace contextRef="#ctx0" brushRef="#br0" timeOffset="139840.84">21680 11899 94 0,'8'9'89'0,"-2"5"-8"0,1 2-20 15,2 4-3-15,-3 1 13 0,4 0-23 0,-5 4-14 16,7 0 8-16,-5 4-1 0,6 0-3 0,-3 5 6 0,-1 0 1 16,4-3-3-16,-1 4-4 0,-5-2-13 0,4 1 13 15,-2 0-10-15,1-1 1 0,-1 1-12 0,-2-2 4 0,0-2 8 16,-2-3-22-16,1-1 18 0,1-2-21 0,-4-1 17 16,3-3-10-16,-1-2-11 0,-1-2 14 0,-3-3 1 15,0-1-5-15,2 1-2 0,-2-6-5 0,-1 0-6 0,0-3-5 16,0 0-13-16,0-3-4 0,-1 4-15 0,-3-5-24 15,3 0-41-15,-6-2-72 0,0-2-12 0,3 0 32 0,-8-3 18 16,4-2 17-16</inkml:trace>
  <inkml:trace contextRef="#ctx0" brushRef="#br0" timeOffset="140111.57">21254 12492 138 0,'7'-5'109'0,"2"3"3"0,4-1 1 0,0-2-11 16,3 3 12-16,3-2-24 0,3-3-3 0,1 3-14 16,1-6-2-16,5 4-6 0,2 1-8 0,0-5-6 0,3 5-3 15,-1-5-7-15,3 2-8 0,0-2-7 0,3 2-14 16,-4-1 7-16,-2 2-27 0,-1-2 1 0,-4 4-12 15,0-3 0-15,-4 1-26 0,-4 2 8 0,-3-3-29 0,0 2 5 16,-8-1-22-16,0-1-19 0,0-1-45 0,-8 2-39 16,4-4 19-16,-6 3 20 0,-3-2 18 0</inkml:trace>
  <inkml:trace contextRef="#ctx0" brushRef="#br0" timeOffset="140552.56">21183 11606 81 0,'-1'0'81'0,"2"0"-13"0,-1 0-3 16,0 0 9-16,0 0-19 0,0 0-21 0,0 0 14 0,0 0-11 15,3 0 1-15,-1 0-4 0,3 0 1 0,1 0-4 16,1 0 0-16,0-2-4 0,5 0-2 0,-2-1 6 16,5-2-3-16,-1 3-4 0,7-4-10 0,-1 1-7 0,0-1 7 15,4-2-3-15,-2 1-1 0,7 1-3 0,-2-2 4 16,1 1 3-16,4 3 0 0,-2-3-14 0,-5 0 4 15,6 3-1-15,-1 2 1 0,-4-2 6 0,-2 3-3 0,-2 1-7 16,3 0 0-16,-4 0 0 0,-5-2 7 0,-3 4 1 16,2-1-12-16,-4 3 4 0,-5-4-39 0,4 0 39 0,-5 0 4 15,-1 2-4-15,-4-1 0 0,1 2 0 0,2 0-4 16,-3-3 1-16,0 0-5 0,0 0-16 0,-3 0-15 0,2 0-38 16,-5 0-68-16,3 0-30 0,0-6 22 0,-10 1 17 15,6 2 18-15</inkml:trace>
  <inkml:trace contextRef="#ctx0" brushRef="#br0" timeOffset="140802.34">21721 11278 142 0,'10'17'108'0,"0"2"5"15,-2 3-25-15,1-2 4 0,-2 1-3 0,1 1-20 0,1 1-10 16,1 0 0-16,-4-1-6 0,3-1 3 0,-2 1-7 16,0-4-17-16,-3-3 0 0,1 2 4 0,-2-2-3 0,-2-1-15 15,2-3-4-15,-3-1 8 0,1-1-11 0,-1 1-7 16,0-3-8-16,-4 0-18 0,0 0-3 0,-1-1-22 0,1 0-14 16,-3-1-31-16,0-4-62 0,-2 1-36 0,0 0 23 15,-4-2 21-15,2 2 13 0</inkml:trace>
  <inkml:trace contextRef="#ctx0" brushRef="#br0" timeOffset="141523.3199">22986 12424 115 0,'-6'0'98'0,"3"0"-6"0,1 0-11 0,1 0-13 16,-3 0 8-16,2 0-15 0,0 0-2 0,2 0-21 15,0 0 10-15,0 0-17 0,0 0 0 0,2 0 8 16,-4 0-18-16,6 0 14 0,0 0-11 0,2-5-13 0,0 5 17 15,4-2-17-15,1-1 14 0,4 0-4 0,-1 0-3 16,1-1 0-16,6-2-4 0,-5 1-14 0,5 0 7 0,0 3 0 16,1-3 0-16,0 0 1 0,-1 1-5 0,5 0 1 15,-4 3-1-15,0-3 8 0,2 2-7 0,-2-1-11 16,1 0 10-16,-3 3 8 0,1-2-18 0,-1 2 0 0,-4 0 17 16,3-4-17-16,-1 2 18 0,0 2-4 0,-1 0 1 15,3 0-8-15,-2 0-8 0,0-1 16 0,3 2-1 16,-4-1-4-16,-2-1-13 0,2 2 17 0,-2-1-18 0,-4 0 18 15,-2 0-21-15,-1-1 17 0,-1 1 5 0,-3 0-23 16,-3 0 19-16,2 0-1 0,-2 0-3 0,-1 0-14 0,-4 0-4 16,2 0-7-16,-8 0-11 0,2 0 11 0,0 0-11 15,-1 0-3-15,-6 0-27 0,2 0-35 0,-6 0-38 0,-4 0-28 16,1 0 17-16,1 0 18 0,-1 1 13 0</inkml:trace>
  <inkml:trace contextRef="#ctx0" brushRef="#br0" timeOffset="141855.4">22884 12565 121 0,'0'6'92'0,"0"-2"0"16,0 4-4-16,0-3-3 0,0-1 1 0,2 2-24 0,3-1-4 15,-2 0-10-15,3-2-2 0,0 0-12 0,1-2 5 16,6 1-4-16,-1-2 0 0,4 1-3 0,1-1-4 0,3-1 0 16,2-2-6-16,3-1-1 0,-1-2-3 0,8 5 0 15,-2-4-4-15,2-1 1 0,2 2-4 0,1-1 0 0,-2 1-4 16,3 1-7-16,-1-1 7 0,-1 3-3 0,-1 1 3 16,1 0-3-16,-2 0-12 0,-2 0 8 0,-3 0 11 0,-1 0-11 15,-4 0-11-15,-1-3 0 0,-4 6 15 0,0-3-18 16,-7 0 10-16,-1 0-11 0,-2 0-6 0,2-3-4 15,-7 0-11-15,2 1-7 0,-4-1-28 0,1-2-23 0,-1 0-52 16,0-2-22-16,0 2 11 0,-1-5 18 0,-3 0 17 16</inkml:trace>
  <inkml:trace contextRef="#ctx0" brushRef="#br0" timeOffset="142182.4799">23525 12099 71 0,'10'14'125'0,"5"2"-20"15,-4 1 11-15,2 2-10 0,1 2-14 0,-6 3-19 0,5 1-4 16,-3 0-7-16,-1 0-2 0,4-1-15 0,-8 0 15 15,3-2-6-15,-3 2-8 0,-1 0-2 0,-3-3-4 0,2-1-4 16,-2 0-3-16,-1-5-3 0,0 1-4 0,0 0-4 16,-4-2-10-16,-1 3-9 0,3-4 13 0,-4 0-20 0,1 0 11 15,0-2-3-15,-5 0-19 0,3 0-4 0,-5-2 4 16,0 1-15-16,7-1-10 0,-2-2 7 0,-1-2-22 16,1 1 1-16,1 0 0 0,0-1 0 0,0-2-6 0,1-2-38 15,-1-1-37-15,-3 4-26 0,3-4 0 0,5 0 22 16,-2 0 17-16</inkml:trace>
  <inkml:trace contextRef="#ctx0" brushRef="#br0" timeOffset="142682.54">25214 11857 84 0,'0'3'99'0,"0"-1"-4"0,0 4-10 0,0 0-7 15,2 1 0-15,1 0-19 0,-2 4 6 0,2 1-10 16,2 5 0-16,-1 4-10 0,0 1 11 0,1 3-7 15,0-2-3-15,-3 7 18 0,2 0-18 0,-2 2 8 0,-2 0 1 16,1 1 3-16,-1 2-10 0,0-3-10 0,0-1 11 16,0-2-23-16,-1 3 16 0,6-6-22 0,-5 1 15 0,5-1-12 15,1-5-3-15,0-2-4 0,-1 1-4 0,1-2 4 16,4-6-16-16,-1 1-8 0,1-5-16 0,-5 0-16 16,3-3-6-16,0-3-27 0,-2 0-25 0,1-2-31 0,-6-2-78 15,3-2-7-15,-3-3 29 0,2 0 21 0,-6 0 21 16,0-1 14-16</inkml:trace>
  <inkml:trace contextRef="#ctx0" brushRef="#br0" timeOffset="142964.8199">25099 12333 88 0,'16'-8'101'0,"0"1"5"0,1 0-8 16,3-1-2-16,0 2-11 0,6-4-13 0,-1 5-20 16,0-2 10-16,2-2-6 0,3 3-7 0,0 0-4 0,2-1-6 15,-1 3-4-15,1 3-3 0,-2-2-3 0,-2 0-8 16,0 2 1-16,-3-2-4 0,1 3 0 0,-2 0-3 16,-4 3-1-16,-3-3-7 0,-1 1 1 0,2-2-8 0,-6-2-4 15,0 2 4-15,-1-5-22 0,-2 5 0 0,1-4-3 16,-2 0 0-16,1-2-7 0,-2 3-22 0,-2-7-27 15,1 0-34-15,-1 1-54 0,-3-3-2 0,0-2 21 0,-1 1 18 16,-1-2 16-16</inkml:trace>
  <inkml:trace contextRef="#ctx0" brushRef="#br0" timeOffset="143307.4199">25760 11806 121 0,'0'0'95'0,"0"0"-13"0,0 0 3 0,0 1-7 0,0-2-9 16,0 1-21-16,0 0-7 0,0 0-3 0,0 0-7 0,0 0 0 15,0 0-4-15,0 0 5 0,1 1-12 0,2 1-2 16,-1 0-1-16,2 1 1 0,0 2-4 0,-1 1 10 16,2 4-3-16,0 0 4 0,0 2 0 0,0 5 3 0,-5-1-3 15,5 5 3-15,-5 4 12 0,0 3-1 0,0 5-13 16,0 1-4-16,1 3 11 0,-1 2 7 0,-1 1-10 15,1 1-1-15,0 3-6 0,0-1 0 0,0-1-1 0,0-1-3 16,0-3 0-16,0 2-3 0,0-4-1 0,1-1-3 16,4-4-5-16,-4-4 5 0,5-4-4 0,-2 0 0 0,1-5-1 15,0-3-3-15,1 1-4 0,-2-5-4 0,4-7 4 16,-4 0-23-16,-4-1-12 0,4 0-3 0,-2-3-15 0,1-3-18 16,-3-4-43-16,0-2-51 0,0-3-46 0,0 0 18 15,0-4 25-15,0 0 19 0,-5-6 20 0</inkml:trace>
  <inkml:trace contextRef="#ctx0" brushRef="#br0" timeOffset="143727.16">25057 11400 54 0,'4'4'98'0,"0"-2"-6"0,1-2-7 0,2 0-7 15,3 0-20-15,0 0-10 0,4 0-7 0,2 0 0 16,2 0-4-16,0-2-2 0,2 0-4 0,6 0 0 0,-3-4-3 16,4 1 3-16,1 0 4 0,4 0-14 0,0-1-4 15,0-3 1-15,-1 2 13 0,5 1-13 0,-4 4-4 16,0-1 14-16,0 0-17 0,-6 3 14 0,0 0-18 0,-7-2 14 16,1 2-17-16,-3 2 17 0,-2 1-21 0,-3 1 7 15,-3-3 1-15,-3 2 6 0,0-1-18 0,0-2-3 16,-1 1 0-16,-2 1 0 0,-2 0 10 0,-1-2-10 0,0 0-11 15,0 0-3-15,0-4-18 0,0 3-11 0,-4-1-37 16,4-3-52-16,-5-1-43 0,3-2 25 0,-4-3 18 0,2 1 20 16</inkml:trace>
  <inkml:trace contextRef="#ctx0" brushRef="#br0" timeOffset="143991.3199">25633 11035 77 0,'11'12'106'16,"-2"4"-8"-16,2-1-3 0,1 6-10 0,-3-2 11 0,1 5-31 16,0-3-10-16,1 4 11 0,-1-2-7 0,-4 1-10 15,4 1-4-15,-1-4-6 0,-2 1-4 0,-4-4-3 0,0 0-3 16,-1-1 6-16,-1-1-13 0,-1-4 0 0,-1 1-1 15,-4 0-10-15,0-5-4 0,-2 1-3 0,-2 0-22 16,1-2-15-16,-2 0-20 0,-1-1-36 0,-2 0-66 0,0-3-38 16,1 0 22-16,-1-1 21 0,3 0 18 0</inkml:trace>
  <inkml:trace contextRef="#ctx0" brushRef="#br0" timeOffset="144637.4199">27375 11724 118 0,'-6'0'78'0,"-3"-3"-10"15,-3 3 7-15,2 0-11 0,-1 0 5 0,-3-1-25 16,4 2-3-16,0-1-3 0,-3-1-21 0,1 1 0 0,2-2-3 16,-1 5 0-16,-2-3 13 0,1 7-17 0,1-5 15 15,1 4-5-15,-5 4-2 0,4-2-15 0,1 5-3 0,-4 1 4 16,0 2 13-16,2 4-3 0,1 1 0 0,-4 2 0 16,1 2 10-16,3 2-10 0,-1 3 7 0,2 5 7 0,-2-2-14 15,5 5 11-15,0 0 7 0,2 3-4 0,2-2 1 16,3 1-11-16,3 0-4 0,2-1 0 0,2-3 1 15,2-3-4-15,5 0-1 0,3-7-2 0,-1 2-1 0,5-5 0 16,2-6 4-16,3 1-7 0,0-5-8 0,5-4-18 16,0-3-10-16,2-1-33 0,-1-5-55 0,1-4-62 0,-3-3-3 15,2-6 24-15,1 1 15 0,-5-6 17 0</inkml:trace>
  <inkml:trace contextRef="#ctx0" brushRef="#br0" timeOffset="145506.51">27867 11809 98 0,'2'0'91'0,"-2"2"-6"0,-2 1-17 0,2-3-3 0,0 4 6 16,0 0-23-16,0 3 0 0,0-4 4 0,0 4-11 16,0-1-3-16,0 3-7 0,0-2 0 0,5 4-3 0,-5-2-4 15,5 0 1-15,-1 4 13 0,-3-3-17 0,4 5-3 16,0-3 14-16,-2 2-8 0,0 0-9 0,2 6 6 16,1-2 7-16,1 0-6 0,1 5-1 0,-5-2 8 0,3 1-14 15,-4 1 10-15,1 0 1 0,6 2-1 0,-4 0-3 16,-3-1 0-16,3-2-18 0,-1 3 15 0,-4-5-16 0,1 0 16 15,-1-2 0-15,6-3-4 0,-6 2-15 0,0-3 15 16,4-3 0-16,-4 2 0 0,0-6-4 0,0-1-7 0,5 0-8 16,-10-2 1-16,10-2 18 0,-5-1-11 0,0-1 11 15,1 0 0-15,-1 0-11 0,0 0-8 0,3 0 4 0,-6 0-3 16,3-1 3-16,0 1-4 0,3-2 11 0,-6-2 1 16,3 1-12-16,0-5 0 0,0 1 1 0,0 0-1 15,0-4 0-15,0 1 19 0,0-2-3 0,3-5-4 0,0 3-16 16,1-2 16-16,-3-4-20 0,4 1 16 0,1-2-20 15,2-1 16-15,0-2-19 0,1-1 8 0,0 0-5 0,3-1-33 16,-2-1 34-16,-2 0-7 0,2 3 7 0,1-1 7 16,3 3-14-16,-6 1 15 0,1 1-15 0,1 4 11 15,1 1-8-15,-1 3 16 0,-2 1-5 0,2 4 8 0,-2 2-18 16,2-5 3-16,-2 7 1 0,-1-2-1 0,8 0 19 16,-7 3 0-16,1-2-15 0,3 0 0 0,-4 4 0 0,1-2 4 15,1 2 7-15,-4 0 11 0,2-1-4 0,-3 4-14 16,1 1 0-16,-4 2 21 0,3 4-18 0,-5-1 12 15,0 3 2-15,3 1 1 0,-3 3 4 0,0 4 3 0,0 1-3 16,0 2 18-16,0 0 0 0,-3 0 0 0,3 2-7 16,0-1 4-16,3 3 0 0,-3 0 1 0,0-1 7 0,0-2 1 15,-3-2-20-15,3 0 1 0,0-1 16 0,0-1-4 16,0-3-4-16,0-1-4 0,0-4-3 0,0-2-1 16,3 0-3-16,-1-3-21 0,2-2 20 0,-2-3 1 0,3-1-8 15,-2 2 3-15,2-6 1 0,4 0-22 0,1-2 14 0,1-4 3 16,-3 0 1-16,2-2-5 0,5-3-4 0,-1 0-17 15,-3-5 4-15,6-1-4 0,-2-2 1 0,1-1-5 0,-3-2 0 16,2 2 9-16,-3-5-21 0,2 3 13 0,-3-1 12 16,0 1-4-16,-2 1 0 0,-3 5-4 0,2-1 8 15,-2 5 0-15,-4 0 12 0,3 5-16 0,-5 0 16 0,0 7-8 16,0 0 4-16,0 1 0 0,0 2 0 0,0 0 0 16,0 7 4-16,0-4 0 0,3 5-4 0,-1 2 0 0,2 2-4 15,0 2 4-15,2 2 4 0,-2 3 0 0,2 3-4 16,3-1 4-16,-2 0-12 0,-2 2 12 0,1 1-4 15,4-2 0-15,0 2 0 0,-4-5 0 0,3 2-4 0,-2-3-12 16,3 0 4-16,-4-2-23 0,1-3-19 0,2 0-15 16,-3-5-39-16,3-1-77 0,-4-1-52 0,-2-4 40 0,6 0 26 15,-3-4 18-15,-2-2 17 0</inkml:trace>
  <inkml:trace contextRef="#ctx0" brushRef="#br0" timeOffset="146222.2">29071 12181 88 0,'-5'2'84'16,"1"-2"11"-16,0 0-23 0,2 2 9 0,2-2-19 0,0 1-14 16,-1 1-4-16,1-4-3 0,1 2-3 0,5-1-3 15,3-5-4-15,0 3 0 0,3-2-7 0,0-3 0 0,1-1 4 16,7-3-10-16,3-1-1 0,-2-1 4 0,2-2-3 0,-3-2-1 15,3 4-3-15,-4-6-10 0,-3 5 10 0,0 1-3 16,-2 0-1-16,-4 2 4 0,-4 2-3 0,-2 2-14 16,0-2 17-16,-2 6 0 0,-2 2 0 0,-6-2-14 0,2 1 15 15,0 3-15-15,-2-1 7 0,0 1 7 0,-4-1-18 16,4 1 19-16,-2 1-19 0,-4-1 19 0,1-1-12 0,1 2 8 16,2-1-7-16,-3 0-1 0,-2 0 1 0,3 4 7 15,1 0-8-15,-4-1-6 0,1 4 6 0,1-1 1 16,-4 1 3-16,5 1-3 0,-1 3 3 0,-4-2 0 0,6 1-3 15,-1 0 3-15,1 2-3 0,-2-3 0 0,5 4-1 16,-2-4 1-16,0 4 7 0,7-5-7 0,-1 5-8 0,0-1 11 16,2 0-3-16,0 4 3 0,-1-2 4 0,1 0-3 15,0 0 3-15,1 4 7 0,1-2-14 0,0 4 15 16,-1-5-16-16,4 3 16 0,0-1 0 0,1 0-19 0,2-1 0 16,4-1 15-16,-3 0-19 0,7-3 15 0,-1-3 1 15,2 3-12-15,3-4-12 0,0-1 12 0,4-4-22 0,2-1-1 16,0-2-21-16,4-2-4 0,-1-3-44 0,3-4-47 15,0 0-61-15,1-3 0 0,2-4 33 0,1 1 20 16,-1-3 15-16</inkml:trace>
  <inkml:trace contextRef="#ctx0" brushRef="#br0" timeOffset="146940.3499">30155 11478 54 0,'0'0'78'0,"0"0"-4"16,1 0-6-16,-1 0-3 0,1 0-11 0,-1 0-3 0,4 4 0 16,-4 0-3-16,0 3-7 0,0 0 1 0,0 3-5 15,2 1 15-15,-4 4-14 0,2 0 14 0,0 5-10 0,0-2 0 16,0 4 4-16,2 2 0 0,1 1 4 0,-2-2-4 16,-1 9-13-16,5-4 14 0,0 4-18 0,0 0 8 15,1 2-4-15,-1-1 0 0,0 1-10 0,-1 0 11 0,-1 2-4 16,3-3-7-16,1 1 0 0,-4-2 0 0,5-1-4 0,-6-1 1 15,1-3-9-15,0-4 1 0,3-1 0 0,-1-3 0 16,-5-2-4-16,3-6 0 0,1-2 0 0,-4-1-4 0,2-3 0 16,-2-2 0-16,2-3 0 0,-2 3 0 0,0-3 0 15,-2 0-4-15,4 0 0 0,-4-3 0 0,-4 3 0 16,0-3 0-16,4-1 0 0,-6 1-4 0,2-3 4 0,-4 0-4 16,2-4 0-16,-4 2 0 0,4-5 0 0,-6-2-8 15,9-1 16-15,-6 1-12 0,5-1 0 0,-2-4 8 0,1 2 0 16,1-3 0-16,-3 0-12 0,4 2-4 0,-2 1 16 15,0 0-16-15,-3 0 16 0,0 4-11 0,4 0 11 16,-8 4-16-16,2 1 16 0,2 3-15 0,-3 1 15 0,-1 3-16 16,5-1 1-16,-7 2 7 0,5 1-7 0,0 1 3 15,-2 4-3-15,2-1 4 0,1 3-4 0,-5-3 7 0,5 4-3 16,0-1 3-16,4 3 1 0,-5-2 3 0,2 2-3 16,0-2-1-16,4 1 5 0,-4 1 3 0,0-2-4 15,5 3 4-15,-3-3 7 0,0-1 1 0,-2 4-1 0,1 0 1 16,3-1 3-16,-1 1 0 0,0 1 1 0,3 0-16 15,-2 0 19-15,3 1-4 0,-1 1-11 0,3-2 19 0,-1 2-7 16,1-2 3-16,0 1-3 0,1 2-9 0,4-2 9 16,0-1 0-16,0 1-1 0,-1-5 1 0,3-1 0 15,3 0-1-15,5-1 5 0,-2-2-8 0,6-1-4 0,-1-5 0 16,7-1 8-16,2-3-12 0,-1-3-4 0,4 1-8 16,1-7-16-16,5 3-3 0,2-4-4 0,1 2-30 15,0-4-29-15,2-1-56 0,-7 4-78 0,5-3 20 0,-3 2 29 16,1 2 22-16,-7-3 18 0,2-1 14 0</inkml:trace>
  <inkml:trace contextRef="#ctx0" brushRef="#br0" timeOffset="147537.23">31011 11885 91 0,'-5'-4'85'0,"1"4"10"0,-1 0-10 0,-5-2-7 0,0-2-3 15,3 3-24-15,-5-1 4 0,1 2-17 0,-1-2 0 0,2 0 7 16,-3 2 0-16,-1-1-17 0,3-1 0 0,-4 2-4 15,1 2 1-15,-1-1 10 0,0 3-3 0,3 2-18 16,-3-3 14-16,0 2-17 0,0 2 3 0,1 3 7 0,0 0-17 16,2 2 17-16,-2 1-10 0,2-1-11 0,1 1 15 15,1 0-5-15,1-1 1 0,2 4-11 0,-2-1-7 0,3 1 14 16,3-2 0-16,1 0-21 0,0 2 3 0,-1-2 15 16,2 1-19-16,1 1 15 0,0 0-10 0,0-2-1 15,0-1-3-15,0-1-1 0,1-2 1 0,2 2-4 0,-1-6-7 16,3-2 15-16,5-1-1 0,1 0 1 0,-1-1-15 15,4-2 7-15,3-2 11 0,1-1-14 0,2-4 18 0,3 1-15 16,-7-3 18-16,8 0 0 0,-6 2-14 0,1-6 4 16,-3 3-1-16,0-5 22 0,-3 6-8 0,1-3 4 15,-1 2 0-15,-4 0 4 0,1 0 10 0,-7 2 3 0,4-1 4 16,-3 2-6-16,-1 1-1 0,-2-1-7 0,-1 4 7 16,0-1 1-16,0 2-1 0,0 2 1 0,0-2-1 0,0 2-3 15,-1 0 4-15,2 0-11 0,-1 2 3 0,0 2-3 16,0-2 4-16,0 3-4 0,0 0 0 0,0 3-4 0,0-1 4 15,-1 2 4-15,1 3-11 0,0 1-8 0,0-2 11 16,1 2 8-16,3 0-11 0,0-2-4 0,-3 0 0 16,5 3 0-16,0-4 0 0,4 4-7 0,-4-3-5 0,6-3 1 15,-2 1-18-15,1-1-11 0,-1-1-4 0,2-3-24 0,2 0-50 16,-5-1-56-16,3-3-16 0,-1 3 33 0,-2-6 11 16,0 3 17-16</inkml:trace>
  <inkml:trace contextRef="#ctx0" brushRef="#br0" timeOffset="148072.4499">31290 11888 60 0,'-2'2'78'0,"4"-2"-3"0,-2 0-7 0,-2 0-10 0,4 0-4 16,-2 0-16-16,0 0-4 0,-2 2 0 0,2-1 17 16,0 3-6-16,0 2-1 0,0-1 8 0,0 5 0 0,0-3-11 15,0 3 5-15,0 1 3 0,0 3 3 0,0 0 1 16,0-2-13-16,0 6 13 0,0 0 1 0,-5-1-10 0,3 1 0 16,2 2 0-16,-3 3-3 0,2-1-7 0,-1-1 15 0,-4 1-3 15,6-1-19-15,-2-1 4 0,0-1 9 0,2 2-4 16,0-7-24-16,-3 1 20 0,3 2-12 0,0-5-12 15,0-1 1-15,3-1-1 0,-3-2 17 0,2-1-13 0,-2 0-8 16,2-5 0-16,0-1 1 0,2 2-1 0,2-2-4 16,1-6 0-16,-1 2 21 0,4-5-17 0,0 0 9 15,4-2-5-15,-2-3-25 0,0-1 9 0,2-4-9 0,1 0-4 16,-4-4-41-16,7 1 42 0,-8-1 8 0,4-3-12 16,-6 1-8-16,2-1 20 0,-5 0-8 0,1 2-3 0,-1 2 19 15,-3 1-16-15,1 0 16 0,-2 7-11 0,-1-1-1 16,0 6 20-16,-1-3 0 0,1 8-15 0,0 1-1 15,-3 0 20-15,6 2-20 0,-3-2 5 0,0 4 14 0,1 0-14 16,0 3-1-16,2 0 4 0,2 5 16 0,0-2-1 16,0 4 1-16,1 4-1 0,4-1-3 0,-2 3 0 0,5 3-1 15,-4-2-14-15,2 2 7 0,4 0 0 0,-4 3 7 16,5-3-18-16,-2-2 11 0,2 2 7 0,-1-3-22 0,-4 0 19 16,3 2-20-16,-4-5-3 0,0 0-4 0,1-2-15 15,-6-1-18-15,-1-1-36 0,-3 0-57 0,2-5-59 16,-6-1 7-16,2-2 26 0,-7-1 15 0,2 0 24 0,-2 0 21 15</inkml:trace>
  <inkml:trace contextRef="#ctx0" brushRef="#br0" timeOffset="149069.31">25828 13728 71 0,'0'0'98'15,"0"0"-6"-15,1-2-7 0,1 4-4 0,1-2-6 16,-3 0-17-16,1 0 1 0,3 1-4 0,-2 5-3 0,4-4-4 15,-2 7-6-15,5-2 3 0,-4 4-6 0,0 0-4 16,-1 4 0-16,6 3-10 0,-4 0 7 0,2 2-3 0,-3-1 3 16,1 2-7-16,1-1-7 0,2 3 4 0,0 1 0 15,-1-1-11-15,2 1 4 0,-1-3 3 0,-1 1-3 16,3-4-1-16,-1 2 1 0,0-4-15 0,1 1 4 0,-5-7 7 16,0-1-3-16,1-2 3 0,-5-3-11 0,-1-1 0 15,4-1 3-15,-4-2 9 0,-1 0-12 0,4-2 0 0,-4 1 7 16,0-5 1-16,0-1-12 0,0 0 4 0,4 0-4 15,-4-6 0-15,0 2 8 0,1-3-11 0,3-2-8 16,-2-2 11-16,2-2-3 0,0-2-5 0,2 6 1 0,0-4 8 16,-2-2-20-16,3 3 16 0,2-3-15 0,-2 2 0 0,2-2 18 15,-3 1-18-15,0 4 4 0,-1-2 0 0,1 1 11 16,1 1 7-16,-2 2 0 0,3 2 3 0,-5 2 1 0,-1 0-4 16,-2 4 0-16,3 3 0 0,-3 1-14 0,0 2-1 15,1-2 22-15,3 3-3 0,-4 0-8 0,0 0-6 16,5 0 17-16,-1 3-18 0,8-2 11 15,-6 2-7-15,3 1 3 0,-4 2 19 0,2-1-15 0,2 4 18 16,-1 0-8-16,-1 0 1 0,-1 3 0 0,0-2 4 0,0 7-1 16,1-4 1-16,-2-1 0 0,-1 0-4 0,0 2-4 15,-1-3 4-15,4 3 0 0,-4-3-7 0,3 0 3 16,2-2-3-16,-3-4 3 0,1 2-3 0,1-4 3 0,2-1-7 16,-1-3 0-16,1 0 0 0,1-7 0 0,6 1 0 15,-6-2-3-15,2-2 10 0,3 0-7 0,-3-4-4 0,0 2 1 16,3-2-1-16,-6 1 11 0,3 0-7 0,-3 6 8 15,-4-6-8-15,-2 8 11 0,-1-1 0 0,-1 2 4 16,-1 5 0-16,0-4 0 0,0 4-18 0,-1 1 3 0,1 2 18 16,-4 2-2-16,3 2-1 0,-3-1-4 0,4 6-7 15,-1-3 15-15,1 2-11 0,-3 0 0 0,6 4-12 0,-3-1 16 16,1 0-9-16,6 3 1 0,0-5 0 0,4 2-4 16,-2 1-8-16,3-2-22 0,0 1-16 0,4-3 0 15,-3-1-21-15,3 1-18 0,0-4-52 0,-2-3-64 0,6-1 0 0,-6 1 19 16,2-6 29-16,2-2 17 0,0 3 18 0</inkml:trace>
  <inkml:trace contextRef="#ctx0" brushRef="#br0" timeOffset="149555.84">27276 13728 118 0,'1'-4'95'0,"-1"4"-17"15,3-2 4-15,-3 2-7 0,-3 0 0 0,3 0-14 0,0-3-6 16,-4 3-3-16,-3 0-4 0,4 0-16 0,-2 0 13 16,-6 0-17-16,1 2 14 0,-2-1-7 0,-2 1-3 0,-1 3-1 15,0 3-2-15,-1-3-1 0,0 2 1 0,-2 1 7 16,1 2-3-16,-4-2-4 0,4 4 0 0,-2-2-3 15,1 3-4-15,-3-2-4 0,5 1 1 0,0 3-4 0,0-2 0 16,2 2-4-16,3-1 0 0,0 0-18 0,6 1 10 0,-3-5 5 16,4 5 0-16,0-5-5 0,4 0-3 0,4-2-15 15,0 2-4-15,0-3-3 0,5-6 0 0,3 3-12 0,2-6-6 16,1 0 0-16,1-5 3 0,3 0 1 0,-1-2-7 16,4-4 4-16,1 1 11 0,-3-2 7 0,2 1 3 15,-2-1 4-15,-2-1 7 0,-2 7 3 0,-1-2 1 0,-4 3 3 16,-4 2 17-16,2 2 8 0,-4 3 3 0,-4-5 1 15,3 10 14-15,-4-2 7 0,0 6-14 0,0 0 11 16,0 3 1-16,-4 3-4 0,-1-1-6 0,4 0 11 0,1 6-19 16,-2 2 12-16,2-3-19 0,-3 1 12 0,3-3-11 15,0 2-8-15,5-4 12 0,1 2-20 0,4-5 12 0,0 1-12 16,0-2-12-16,3-6-8 0,1 0-12 0,5-3-24 16,-3-4-37-16,4-1-44 0,-4-3-69 0,5-6-36 0,-1 2 30 15,-2-5 25-15,-1-5 23 0,2 2 20 0,-2 0 14 16</inkml:trace>
  <inkml:trace contextRef="#ctx0" brushRef="#br0" timeOffset="150503.93">27901 13640 111 0,'-6'0'89'0,"-2"3"2"0,2 0-2 0,-8 2 6 0,4-2-6 16,-2 7-21-16,-3 0-6 0,-3-1 1 0,2 2-11 0,0 3-14 15,3-1 8-15,-1 1-4 0,0 0-3 0,-1-1-7 16,4 3-4-16,-1-4 1 0,4 3-8 0,0-3 1 15,4 4-4-15,2-6-3 0,0 3-1 0,0-4-3 0,4 4 0 16,0-8-4-16,4 4 1 0,2-4-5 0,-3-3-3 16,5 2-11-16,5-4 15 0,-3 1-4 0,3-2-18 0,6-3 3 15,-4 1 8-15,2-3 3 0,0 2-7 0,0-3-7 0,2 6 18 16,-5 1 0-16,3-4 0 0,-1 0 4 16,0 8-1-16,-1 0-10 0,-2 4 14 0,-1 2-10 0,-1 4 17 15,1-2-14-15,2 3 11 0,-6 6 0 0,2 3 4 0,-2-1 10 16,2 4-3-16,0-2 0 0,-1-1-7 0,-1 6-7 15,5-5 14-15,-5 3-11 0,0-2-7 0,0 1 14 16,-1-1-3-16,-1-1 1 0,2-3-5 0,-4 2 0 0,0-5 1 16,-2 2-5-16,-2-4 1 0,-1 2 0 0,-1-4-5 15,3-1 1-15,-3 2 0 0,-4-4 0 0,0 1 0 0,0 0 0 16,-1-3-1-16,0 2-10 0,-3 1-5 0,0-2 16 16,-2-1 0-16,0 0 0 0,0-2 0 0,0 2 3 0,0-2-3 15,2-1 4-15,-3 0 0 0,3-2-1 0,-3-2 5 16,3-1-8-16,-1-1 4 0,-1 1-1 0,2-2 1 15,-1 0 0-15,3 0 4 0,0-2-4 0,-3-4 0 0,3 1 8 16,2-2-8-16,-1 0-4 0,4-5 12 0,1-2-12 16,0-4-4-16,-2-3 0 0,0-6 0 0,6 4 0 0,-3-8 0 15,7 1-4-15,-2-2-8 0,5-4 8 0,0-3-12 16,3 0 8-16,3-1 0 0,2-1-12 0,6-2 20 16,-4 2-20-16,4 2 20 0,-1 3-15 0,-2 0 3 0,0 5 16 15,3 3-16-15,-4 3 16 0,0 6-15 0,-1 2 15 16,-4 5-16-16,-2 2 20 0,1 0-20 0,-4 3 20 15,2 2-4-15,-1 2-16 0,-4 0 20 0,0 2-8 0,-3-2-12 16,1 3 20-16,3 4 0 0,-1 2-1 0,0-1-18 16,-1 2 19-16,0 3-1 0,6 0 1 0,-4 2-12 0,4 1 12 15,-1 3-20-15,-1 2 20 0,4-2-16 0,-4 0 16 0,3 0-8 16,-3 0 0-16,-2 2 0 0,1-4 0 0,0 1-8 16,-4 1 12-16,-2-5 12 0,-3 0-12 0,2-3 3 15,-1-1-3-15,-2 0 4 0,0-4-4 0,1-3 4 0,-1 3-4 16,5-3 0-16,0-3-4 0,-2-4 0 0,3 3 0 15,1-6 4-15,3-1-20 0,2-3 16 0,2-3-16 0,2 2-3 16,-3-3-1-16,2-3 1 0,1 2 8 0,0-2 3 16,-1 2 4-16,-3 1 0 0,2 0 4 0,-1 2 0 0,-4 3 0 15,1 1 0-15,-4 4 4 0,-2 1 0 0,-4 3 0 16,5 0 0-16,-5 2-16 0,2 2 24 0,-4 2-16 16,2-1 0-16,0 3 12 0,0 2-1 0,5 1 1 0,-5-2-4 15,4 5 0-15,0-2 3 0,0 2-3 0,3 3 0 16,-1-4 0-16,4 4 0 0,-1-2 4 0,-3 1-16 15,4-2 12-15,1 1-20 0,-1 0-3 0,5-2-8 0,-3 0-19 16,1-1-3-16,-2 2-25 0,3-7-32 0,-2 1-38 16,4-2-49-16,-2 2-4 0,1-8 19 0,2 1 29 0,-1-1 16 15</inkml:trace>
  <inkml:trace contextRef="#ctx0" brushRef="#br0" timeOffset="150952.87">29249 13940 60 0,'-5'2'106'0,"1"-2"-11"0,2-2-7 0,2 2-10 0,2-3-6 15,5 1-24-15,5 0-14 0,-1-3 4 0,4-2-4 16,2 0-6-16,1-4-4 0,3 0-3 0,4-3-1 0,2 1-2 16,-1-4-1-16,-1 2-3 0,-6 3 0 0,1-2-4 15,-3 0 1-15,-2 4-1 0,-3-2-3 0,-2 3 0 16,-6-2 0-16,2 4 0 0,-6 0 0 0,0 3 0 0,-6-3 7 15,0 3-10-15,-2 1 3 0,-3-1-4 0,1 0 11 16,-1 1-10-16,1 3-1 0,-4-4 4 0,-1 4-3 16,3-1 7-16,-1 1-8 0,2 0 1 0,-1 0-4 0,2 0 3 15,0 0-3-15,2 1 0 0,-2-2 0 0,2 1 0 16,2 0 7-16,-1 0-7 0,-1 0 0 0,3 1 0 0,-1 3 0 16,0-1 0-16,2 1 0 0,-4 0 0 0,3 1 7 15,-6 3-7-15,6-3 0 0,-4 5 0 0,-2 0 7 16,0 0-3-16,1 1 7 0,0 0-1 0,1 0 5 0,-2 0-1 15,4 4 0-15,-1-3-10 0,3 3 14 0,1-3-4 0,2 4 0 16,-1 2 1-16,1-2-1 0,2 1-3 0,5 0 4 16,0 1-4-16,0 0 0 0,2 2-4 0,2-3 0 0,0 1 1 15,2 0-1-15,4-1-3 0,0-2-1 0,3-2-3 16,1-1 0-16,1-3 0 0,1-1 4 0,1-5-4 16,1 0-7-16,4-3-15 0,-3-2-8 0,1-2-10 0,2-4 1 15,2-1-36-15,-2-3-14 0,-1-1-50 0,2-2-48 16,-2-2 20-16,0-1 17 0,1-1 21 0</inkml:trace>
  <inkml:trace contextRef="#ctx0" brushRef="#br0" timeOffset="151270.79">29992 13454 50 0,'3'0'75'0,"-3"2"-7"0,0 0-4 0,0-2-6 15,0-2-4-15,0 2-13 0,0 0-3 0,0 2-4 16,-3 1-7-16,2 1-3 0,1 0 7 0,0 5-14 0,0-1 14 16,-2 3-17-16,0 0 10 0,-2 5 0 0,2 0 0 15,2 1 0-15,0 1 0 0,-3-1 1 0,-2 2-1 0,3 3 7 16,2 3 4-16,0-2 0 0,-1 4-17 0,1-2 6 16,1 1-6-16,-2 2-4 0,-1 0 15 0,2-3-8 15,2 3-10-15,-2 0 7 0,0-3 3 0,1 0-7 0,1-4-10 16,6 2 14-16,-6-3-7 0,6 0-4 0,0-3 0 0,1-3 1 15,6 1-8-15,-5-5 3 0,7 1 1 0,-3-4 3 16,4 0-14-16,-1-4 10 0,4-1-10 0,-1-2-11 16,1-2 4-16,-3-1-8 0,2 0 0 0,-1-2-13 0,-3-3 3 15,-2 3-14-15,2-2-14 0,-7 0-49 0,-5-4-49 16,-1 3-17-16,0-2 22 0,-3-1 17 0</inkml:trace>
  <inkml:trace contextRef="#ctx0" brushRef="#br0" timeOffset="151508.76">29697 13861 54 0,'0'0'112'0,"2"0"-7"0,0 0-7 16,4 0 11-16,2 0-16 0,2 0-25 0,0 0-6 15,5 0-10-15,0 0 4 0,3-3-14 0,2 1-7 16,2-1 3-16,1-3-20 0,-2 2-4 0,6-1-7 0,-2 0 0 16,1-1-14-16,0 0-3 0,2-1-19 0,-2 3-41 0,1-3-41 15,1 0-72-15,1 1 20 0,-4-4 16 0,5 2 18 16</inkml:trace>
  <inkml:trace contextRef="#ctx0" brushRef="#br0" timeOffset="151985.9199">30593 13290 50 0,'5'-4'51'0,"5"4"3"0,-2-1-16 16,7-1 13-16,-4 0-14 0,5 2-10 0,-2-2 0 16,2 2 4-16,1-1 0 0,-5 2-1 0,4-1-3 15,0 0 8-15,0 0-11 0,0 4 3 0,-5-1 4 0,4 5 0 16,-1 2-18-16,-2-2 15 0,-2 2-18 0,3 5 0 0,0-2 1 15,-3 5-1-15,-1 0 14 0,1 0-17 0,0 1 14 16,2 1-4-16,-4 2 1 0,2-1-18 0,-1 4 7 0,-1 1 6 16,3 1 1-16,-6-1-14 0,3 2 14 0,-1 2-7 15,-4 0 4-15,1 2-11 0,-3 0 7 0,2 1 0 16,-6 0 0-16,2-1 3 0,-6 2 8 0,0 0-11 0,-1 0 0 16,-1-1 0-16,-2 0 0 0,0-1-4 0,-4 0 4 15,2-1-3-15,-1-5-4 0,-1 2 0 0,-2-3 3 0,2-2-3 16,1-1-7-16,-1-3 7 0,0-1 0 0,0-3-3 15,6-1-8-15,0-3-3 0,-2 1-7 0,3-2-21 16,2-3-52-16,-1-4-67 0,6 1-7 0,1-2 22 0,-4-2 17 16</inkml:trace>
  <inkml:trace contextRef="#ctx0" brushRef="#br0" timeOffset="152209.31">31402 14097 121 0,'0'2'112'0,"0"-4"-20"0,-3 2-7 15,3-2-10-15,0 4-6 0,3-2-25 0,-8 0-6 0,7 0-4 16,-2 0-27-16,3-3-7 0,-6-1-34 0,3 0-45 15,0-1-61-15,0 0-10 0,0-3 18 0</inkml:trace>
  <inkml:trace contextRef="#ctx0" brushRef="#br0" timeOffset="154071.43">30211 7403 108 0,'0'-7'78'0,"-2"0"-14"16,-2 0 11-16,1-2-7 0,-4 2-17 0,0-3-10 0,-2 3-13 16,2-3 13-16,-8-1-21 0,5 2 14 0,-3-4-16 0,-4 3-1 15,4-2 10-15,-5 1-3 0,2-2-13 0,0 2 6 16,-4-1 4-16,3 0-7 0,-5 3-11 0,0-4 15 16,1 2-18-16,-5 1 6 0,4-1 1 0,-7 0 0 0,2 0 7 15,-1 1-10-15,-4 1-8 0,-4-2 8 0,1 1 6 16,-2 0 1-16,-3 1-18 0,-4-1 7 0,-1 1 10 15,-1 1-3-15,-4 0-14 0,-6-1 14 0,5 1-17 0,-5-2 10 16,2 2 7-16,-5 4-14 0,5-3 14 0,-5 1 0 16,3 1-14-16,5 2 14 0,0-4 0 0,1 6-7 0,2-1 7 15,0 1 0-15,1-1-11 0,1 2 4 0,1 0-10 16,-2 0 17-16,-2 0-7 0,2 0-11 0,-2 0 11 16,1 0 0-16,0 0 0 0,-3 2 7 0,-4 1-17 0,5 2 10 15,-2 1 0-15,-5-1 0 0,4 4 0 0,-1-1 7 0,3 5 0 16,-2 0-7-16,1-1 7 0,4 3-11 0,2-4 8 15,3 4-15-15,1 0 18 0,4-2-10 0,5 1 10 16,-3 2-11-16,2-4-6 0,4 3 17 0,-3-1-11 0,4 0-6 16,-2 2 17-16,0 1-7 0,-3 1-11 0,2-1 18 15,2 1-7-15,-6 0 7 0,3 1 0 0,-5 1-17 16,5-1 6-16,-8 2 11 0,2 0-17 0,-1 0 17 0,-1 1-4 16,-3 0-6-16,5 0-4 0,0 1-4 0,1-1 4 15,2-1 0-15,4 1 18 0,4 1-11 0,-1-3-7 0,10 1 17 16,-2 1-3-16,6-1-7 0,-1-2-7 0,5 3 7 15,2-1 7-15,-2 1-14 0,3 3 7 0,0 0 7 0,2 0 0 16,1 2-14-16,-2 2 14 0,1-1 0 0,1 4 0 16,5-1-17-16,-5 2-1 0,5 1 18 0,-2-2 0 0,2 3-17 15,0-4 17-15,4 3-11 0,0 0 4 0,4-1-10 16,1-1 17-16,-2 0-7 0,3-2-11 0,0 0 18 0,1 3-7 16,4-5 0-16,2 2-7 0,-4-1 14 0,-2 0-7 15,6-1-7-15,-2-1 0 0,2 3 0 0,0-3 0 16,0 0 0-16,3 0 4 0,5-2 13 0,-4 2 1 0,3 1-15 15,3 0 1-15,-1 0 13 0,4-2-3 0,4 3-14 16,-2-2 18-16,4 2-11 0,-1-1-7 0,2 1 14 16,1-3-14-16,2 1 7 0,0-1 7 0,1 1-14 0,0-5 0 15,2 1 7-15,-4-1 10 0,3-2-3 0,0-2-14 16,-3 0 0-16,3-1 18 0,2 0-18 0,-4-1 7 0,-1-3 0 16,4 3 0-16,-2-3 7 0,1-1-7 0,1 1-7 15,1-2 7-15,-1 3 7 0,3-3-14 0,-1 1 7 16,3 1 0-16,1-2 0 0,-1 1 0 0,2-1 0 0,-1 1 7 15,-1-2 0-15,-1 2-18 0,-1-1 11 0,5-3 7 16,-4 2-14-16,1-5 14 0,0 1-7 0,-2 0 0 0,5-1 0 16,-3-1 0-16,1-3 7 0,-2 1-14 0,5-2 7 15,-7 0 7-15,6 0 4 0,-3 0-1 0,1 0-3 0,-4 0 4 16,1-2-11-16,-1 2 3 0,-2 0 1 0,2-1-1 16,-3-4 1-16,-1 1-1 0,3-2 4 0,-5 3-3 15,-2-5-1-15,2 1 1 0,-2-1 10 0,4-2-3 0,-1 2-1 16,1-2-3-16,1-1-7 0,-3 0 0 0,3-2 7 0,1-1 0 15,-2 0 1-15,2-2-5 0,0-1-6 0,1-2 3 16,-1 1-4-16,3-2 4 0,-4-1 7 0,2-3-7 0,1 2-7 16,-3-1 7-16,1-2 11 0,-2-3-1 0,-2 0 1 15,1 1 0-15,-2-1-8 0,-2-3-6 0,-1 2 17 16,1 0-18-16,-4-2 19 0,2-1-19 0,-8 2 15 16,6-1 0-16,-6-2-15 0,4 1 0 0,-11 1 15 0,4 1 0 15,-5-3 0-15,-1 1-15 0,-2 0 19 0,-5-3-19 16,0 3 18-16,-7-4-3 0,4 3 0 0,-7-1 4 0,0 0 10 15,-5-2 1-15,1 2-11 0,-2 1-1 0,-5-1 12 16,1-2 4-16,-4-1 0 0,-3 2 0 0,-1-2 8 0,-5 3-7 16,-1-5-12-16,-2 1 12 0,-1 1-4 0,-5 3-3 15,0-1-12-15,-1 3 0 0,-3 1-8 0,-5 1 0 0,2 2-4 16,-3 3-8-16,-1 0-16 0,-1 4 0 0,-3 1-11 16,-3 2-3-16,3 5-12 0,1-1-14 0,-1 3 4 15,2 4-10-15,4 3-6 0,-1 0-24 0,3 2-59 0,3 2-38 16,1 2 22-16,3 2 22 0,1 0 17 0,1 6 17 15</inkml:trace>
  <inkml:trace contextRef="#ctx0" brushRef="#br0" timeOffset="157755.15">29035 10210 60 0,'-6'-4'75'0,"-4"-2"-7"0,1 2-4 15,2 3 4-15,-3-5-10 0,0 6-17 0,0-4 3 16,4 4 1-16,-6 0-18 0,1 0-3 0,0 0 0 0,5 0-3 16,-4 0 13-16,1 0-10 0,1 0-3 0,-1 0 7 15,4 0-18-15,-1 0 7 0,-3 0-6 0,2 4 3 0,-2 0-8 16,4-1 8-16,-1 1 0 0,-2 2 4 0,-2 0 10 15,0 2-7-15,0 0 0 0,-1 3 10 0,0-2-13 16,1 0 7-16,0 2-7 0,-1-2 6 0,1 0 1 0,-5 0-3 16,9 2-1-16,-5-3 8 0,3-2-11 0,0 3 0 0,1-2 1 15,2-1-5-15,-5-1 1 0,4 0 7 0,0 0-4 16,5 1 1-16,-6-2-4 0,5 3-12 0,2-4 5 16,-3 1-1-16,-1 0 4 0,1-1 1 0,2 2-9 0,-4-2 5 15,4 0-1-15,-2-3 1 0,2 3 0 0,-4 1-8 16,4-3-12-16,-2 2 12 0,2-3 0 0,-1 3 8 15,2-2-4-15,0 2-1 0,2 0 1 0,-2-2-11 0,1 3 3 16,-2-2 8-16,1 2-8 0,0 0 0 0,0 0 8 16,0 0 0-16,1 1-8 0,2-3 0 0,1 1 0 0,-1 5 8 15,1-5 0-15,1 1 0 0,1-1-12 0,0 3 4 16,2-1 8-16,-1-1-12 0,-1 1 5 0,4-1-1 16,-5 2 0-16,2-1 0 0,1 0 1 0,0 1-46 0,1-3 53 15,-1 3-8-15,1-1 8 0,1 0 7 0,-3-2 0 16,2 3-3-16,1-1-8 0,0-1 0 0,-4 3 7 0,4-4-11 15,-1 5 4-15,1-3 8 0,-2 0-4 0,2 1-1 16,-1 1 1-16,1 0-8 0,1 1 1 0,-1 0-1 0,-2-1 11 16,-1 3-10-16,2-2-1 0,-1-1 8 0,1 1-8 0,-3 2 8 15,3-3-8-15,-1 2 0 0,-3 0 4 16,2 0 0-16,2-2-4 0,-3 0 4 0,0 3 0 0,1-2 0 16,0 1 0-16,-1-2 8 0,0 4-12 0,2-3 4 15,0 2 8-15,-3-3-1 0,4 4-11 0,-2-4 4 0,2-1 4 16,-3 6 4-16,-1-6-5 0,3 3-6 0,-1-1 3 15,-4-3 3-15,-1 1-6 0,4 1 3 0,-1-2 3 0,-3-2 1 16,-2 4 0-16,3-4 0 0,-3-1 0 0,0 1-12 16,0-3 4-16,0 3 8 0,0 1 0 0,0-2-8 0,0 2-4 15,0 0 1-15,0-2 7 0,0 2 7 0,0 1-10 16,0 2-5-16,0-4 12 0,-3-1 3 0,-2 3-7 16,1 3-7-16,0-4 11 0,0-2 3 0,-2 3 1 0,1-3-1 15,-3 0 1-15,0 1-4 0,-2 1-8 0,-1-1 4 16,6 3 4-16,-5-4-1 0,1-2 1 0,-3 3 0 0,4 1 0 15,-4 1 0-15,3 0-1 0,-1 0-14 0,4 0 3 16,-5-5 8-16,-4 1 12 0,5 1-16 0,-4 0 0 0,2 0 19 16,2-2-15-16,-6 0 12 0,5 0 3 0,-2 0 1 15,-2-2-1-15,-1 4 0 0,0-2 5 0,5 0-1 16,-4-2-7-16,0 2 20 0,0 0-20 0,2-4 8 0,-1 1-8 16,2-5 0-16,-1 3 4 0,0 0 16 0,2-2-19 15,0-2 7-15,1 3 1 0,0-3-4 0,-1-1 0 0,0 1 0 16,1 1-5-16,5 1-12 0,-1-2 5 0,3 3 8 15,-2-2-31-15,1 0 1 0,2 0-4 0,2 1-33 0,-2-3-7 16,6 2-15-16,-2 0-6 0,3-2-44 0,-1 0-40 16,-1-2-49-16,-3 4 2 0,2-2 27 0,0-1 23 0,0-1 20 15,0 4 14-15</inkml:trace>
  <inkml:trace contextRef="#ctx0" brushRef="#br0" timeOffset="158539.8199">28385 9925 94 0,'0'2'78'0,"0"-2"-6"16,0 2 2-16,0-2 5 0,0 0-8 0,0 2-37 15,0-1 7-15,0-1-3 0,5 2 0 0,0-4-4 0,-5 4-3 16,5-2 7-16,0-2-14 0,1 4 4 0,4-2 3 15,0 1-3-15,-1-4-3 0,0 3-1 0,1 0-10 16,2 0 7-16,-1 0-10 0,4 0 7 0,-1 0-8 0,-1 0 4 16,2 0 0-16,-2 0 1 0,1 0-1 0,2 0-3 15,0 0-1-15,-1 0 1 0,-3 0-4 0,3 0 4 0,-2 0-11 16,1 0-4-16,-4 0 1 0,5 0 10 0,-2 0-7 16,-1 0 0-16,-1 0 14 0,4 0 1 0,-4 0-8 0,3 0 7 15,1 0-7-15,-3 0 1 0,1 0 6 0,-1 0-10 16,1-1 3-16,-2 1 0 0,0 0 1 0,-2 0-1 0,3-2 0 15,-4 2 1-15,-1 0-1 0,2 0 0 0,0 0-3 16,1 0 3-16,-2 0 1 0,3 0-5 0,-1 0 8 0,-1 0-7 16,1 0 7-16,1 0-7 0,-2 0 3 0,-2 0-7 15,3 0 4-15,1 0-8 0,-3 0 8 0,-2 0 7 0,0 0-7 16,1 2 0-16,1-1 7 0,-3 1-11 0,1 2 3 16,-1 0-3-16,3-4 0 0,-2 5-3 0,-2-2-1 15,4 3 0-15,-4-5 1 0,1 2-1 0,2-3 11 16,-4 0 4-16,3 0 1 0,1 0-5 0,-4 3 1 0,2-3-1 15,0-3 1-15,0 3-4 0,-1 0-1 0,-1 0 1 16,1 0 0-16,6-3 0 0,-9 3-1 0,3 0-3 0,0-1-7 16,-3-2-1-16,-1 2-3 0,2-1 0 0,-2 2-1 15,3-1-3-15,-3 1 4 0,-3 0-11 0,6 0-22 0,-3-2-4 16,-5-1-25-16,5-3-52 0,2 6-64 0,-4-7-4 16,-2-2 29-16,3 4 14 0,-3-5 18 0</inkml:trace>
  <inkml:trace contextRef="#ctx0" brushRef="#br0" timeOffset="158904.8499">29100 9700 57 0,'0'1'109'0,"0"4"3"0,0-2-7 0,0 1-13 16,1 3 4-16,4-2-21 0,-3 2 8 0,1 3-3 15,0 0-17-15,-6-2 14 0,9 2-10 0,1-2-2 0,-6 4 3 16,2 0-5-16,-3 0-4 0,2-1-15 0,-2 2 13 16,0-1-11-16,2-1-15 0,2 2 15 0,-7-5-22 0,3 5 16 15,3-4-20-15,-6 0 12 0,6-2-20 0,-7 2 17 16,4 0-13-16,-2-3-12 0,0 3 9 0,1-2-5 15,-6 0 9-15,1-3-5 0,0 5-16 0,-2-1-13 0,0-1 1 16,-6-2-5-16,2 1 0 0,2 0-23 0,-4 0 4 16,1-1-4-16,-1 3-3 0,-2-1 5 0,0-4-16 0,1 2-2 15,2 2-11-15,1-1-2 0,-2-1-17 0,1 2-31 0,0-1-51 16,1-1-21-16,1 1 25 0,2-1 19 16,-2 2 20-16</inkml:trace>
  <inkml:trace contextRef="#ctx0" brushRef="#br0" timeOffset="160306.56">17657 15740 74 0,'-12'-5'98'0,"-5"0"-6"0,-1 1-4 0,0-1-6 16,1-1 0-16,-2 1-27 0,2 0 13 0,-4-1-16 0,3 1 7 15,-6-2 3-15,4 2 5 0,-2-1-22 0,0-1 15 16,5 2-3-16,-5-3-17 0,1 3 7 0,0-2-4 0,1 2 9 16,1-2-12-16,1 1-3 0,-3 1-3 0,2 0 8 15,-1 3-15-15,0-3-4 0,4 4 0 0,-3 0-8 16,-1 1 9-16,2 0-9 0,-2 0-3 0,-1 1 8 0,1 5-8 15,-2-2-8-15,2 0 12 0,-1 0-12 0,-2 4 4 16,3 1-4-16,-2-1 0 0,4 3 0 0,-3-1 0 0,4 0-4 16,-2-2 0-16,6 3 4 0,-2-2-4 0,1 0 4 15,3 0-4-15,-1 0 8 0,3-1-12 0,-1 2 4 16,2 0 0-16,0 0 0 0,1-2 0 0,-2 2 0 0,5 1 0 16,0-1-4-16,-1-2-8 0,-1 4 16 0,5-3-4 15,-2 2-4-15,3-3 4 0,0 2-4 0,0 0 0 16,0-2 4-16,-2 1-4 0,4-1 0 0,-2 0 0 0,0-2-4 15,3 3 4-15,0-4-4 0,1 4 4 0,2-3-4 0,1-1 0 16,2 1 8-16,3-5-12 0,-1 2 8 0,4-2 0 16,4 6-4-16,-7-2-4 0,8 0-11 0,-2-1 4 0,1 3 19 15,2 0-16-15,-1 3 16 0,1 0-7 0,3 3-9 16,-3-1 20-16,2-2-15 0,-1 2 14 0,2 0-3 16,-1 1 0-16,0-1-11 0,0-2 19 0,1 1-8 0,0 0 7 15,-1-3-14-15,-1 4 18 0,3-2-3 0,-6-2-16 16,3 0 20-16,-1 0-20 0,-2 1 16 0,-2-4-16 0,-2 3 0 15,0 0 20-15,-3 0-20 0,-1-3 20 0,-2 4-1 16,-1-4 1-16,-3 1-5 0,-2 1 5 0,-1 0-8 0,-1-3 0 16,2 4 4-16,-3-2-1 0,0-2 1 0,0 3 0 15,0 1 8-15,-3-1-4 0,0 3 12 0,0-3-16 16,-1 1 20-16,1 0 0 0,-3 2-8 0,-1 0 9 0,-2 0-8 16,-1-2 4-16,-1 1 0 0,1 2-3 0,-2-2 8 15,-1 0-9-15,-3 0 10 0,5 0-9 0,-5-2-4 16,-2-2-5-16,2 3 10 0,-4-3-9 0,-1 0 9 15,0 2-14-15,-5-3-4 0,5-3 13 0,-4 2-13 0,-1-3 4 16,1 2-9-16,-2-2 15 0,-1 0-15 0,1 0 0 0,-3 0 9 16,-1 0 1-16,4-2-10 0,-1 2-5 0,3 0-5 15,-4-3-9-15,5 2 1 0,4-3-10 0,-3 1-23 0,6-1-2 16,0-1-34-16,2 0-14 0,4-3-4 0,1 3-17 16,0-7-63-16,4 3-47 0,-4-3-1 0,7 0 40 0,0-2 22 15,0-2 25-15,1-2 14 0</inkml:trace>
  <inkml:trace contextRef="#ctx0" brushRef="#br0" timeOffset="160855.28">16482 15112 77 0,'3'0'92'16,"-3"0"-4"-16,3 0-13 0,1 0-7 0,-2 2-10 0,2-2-7 15,4 0-17-15,-1-2 4 0,-3 2-4 0,9-2-3 0,-6 2 0 16,7-2-7-16,-6 2 1 0,6-5-5 0,-1 0-2 16,0 0-11-16,3-1 6 0,0 1 1 0,2-4 0 15,2 5-3-15,0-5-4 0,3 1 0 0,2 0 3 0,0 1-3 16,2 0-7-16,5 2 11 0,-2-3-1 0,4 0 4 15,2 3 4-15,-3 1-8 0,2-2 4 0,1 4-7 16,2 0 18-16,-3 1-7 0,-1 1-7 0,3-2 10 0,-8 4 0 16,5-4 1-16,-2 4-1 0,-2 1 4 0,-3-1 4 15,-1 1-11-15,0 1 15 0,-2-1 0 0,-4-3-18 0,0 5 15 16,-3-5-19-16,-1 5 18 0,-1-5-2 0,-4 0-5 16,1 0-3-16,0 0-11 0,-7 0 7 0,5-5 0 0,-6 8-18 15,-2-11 14-15,1 5-3 0,-1-1-24 0,-2-3 9 16,2 3-20-16,-2-6-3 0,-2 2-23 0,2-2-6 15,0 3-29-15,0-5-52 0,-5 6-57 0,3-2 0 0,-1-3 26 16,-1 2 25-16,-3-3 17 0</inkml:trace>
  <inkml:trace contextRef="#ctx0" brushRef="#br0" timeOffset="161136.99">17466 14647 145 0,'6'11'126'0,"2"-1"6"16,-2 5-5-16,3 2-21 0,-4 2 8 0,1 3-27 0,0-2 0 16,0 3 2-16,0 0-7 0,0-2-20 0,0 1 11 0,-1-3-6 15,0 1-3-15,0-2-7 0,-2 0-11 0,-1-4 1 16,-2 0-11-16,1 1-4 0,-1-4-8 0,0 0-12 15,0 3 0-15,0-4-8 0,0 1 13 0,-3-1-22 0,0-1-11 16,-2-1-4-16,0 2-28 0,-1-3-8 0,-4 2 6 16,1-2-12-16,-1-2-17 0,0 3-18 0,-1-1-30 0,-2 0-23 15,2 0-35-15,0 0-8 0,1 0 30 0,3 0 16 16,-2 1 18-16</inkml:trace>
  <inkml:trace contextRef="#ctx0" brushRef="#br0" timeOffset="161736.9499">19405 15404 57 0,'-20'4'105'0,"4"2"-10"15,-4-1-13-15,1 5-4 0,-1 0-6 0,0 1-21 16,1 3 0-16,-4-2-6 0,6 2 0 0,-4 1-7 0,6 0-7 15,-9 2 10-15,7 1-16 0,-2 0 13 0,2 0-17 16,-3 0 11-16,-1 5-8 0,2-1-2 0,0 0-8 0,-2 3 3 16,-1 0 1-16,2 4 7 0,1-1-7 0,-1 3 3 0,-2 2-3 15,5 3 0-15,-2 2 0 0,2 3 4 0,-2 2-4 16,3-1 1-16,3 4 6 0,1 1-17 0,1-4 14 16,3 4-8-16,3-5-2 0,-1-2-12 0,6-2 0 0,4-5 14 15,2 2-14-15,3-5 8 0,0-3-12 0,5-5 4 16,3 0 0-16,2-4-41 0,4 0 30 0,3-4-7 15,3-3 7-15,3-1-26 0,4-8-3 0,2 2-17 0,0-4-36 16,4-2-58-16,-1-2-42 0,3-6 21 0,-2 0 23 16,-1-3 16-16,3-4 15 0</inkml:trace>
  <inkml:trace contextRef="#ctx0" brushRef="#br0" timeOffset="162259.57">20216 15654 60 0,'-19'0'123'0,"2"2"-22"0,-4-2-2 16,3 5-7-16,-1-4 11 0,-3 1-31 0,4 1 0 16,-2 2 1-16,0 0-10 0,4 1-11 0,0 1 15 15,0 0-20-15,0 1 6 0,1-3-2 0,1 3-8 0,3-1-2 16,1-2-5-16,-3 2-2 0,5-1-4 0,-2 1-4 15,5-2-3-15,0-2-1 0,-2 3-6 0,4-5-1 0,2 3-3 16,-1-2-5-16,-1-2-11 0,3 5 1 0,0-5 10 16,0 0-3-16,0 0-12 0,0 4-3 0,3-6-8 0,-1 4 0 15,-1-2-4-15,2 0 4 0,2 0-11 0,0 0 19 16,-2 0-15-16,3 0 18 0,1 3-3 0,-4 0 4 0,3-1-12 16,-4 4 12-16,1 1 3 0,2 0 1 0,-2 3 3 15,-3 1 0-15,1 3 3 0,3 1 12 0,-4-1 0 16,6 1-8-16,0 1 15 0,4 2-14 0,-6 1 18 0,0 2 0 15,1-2 1-15,5 1-8 0,1-1 4 0,-3-1 0 16,-1 1 4-16,2 1 4 0,-2-3 0 0,3-2-19 0,-4 0 8 16,0-3 8-16,-2 1-20 0,1-4 16 0,0 1-12 15,-3-2-8-15,1-3 0 0,-3 2 4 0,0-3 17 16,0-4 0-16,0 3-4 0,0 1-5 0,-3-2 1 0,-1 3-4 16,-4-2 0-16,0 1-5 0,4 0 1 0,-10-1-1 15,4 3-12-15,-1-1 8 0,-4-2 1 0,4-3-5 16,-2 1-13-16,-2-1-4 0,1 3-9 0,0-3 1 0,0-3 4 15,1 3-8-15,-1 0-8 0,-1-1-3 0,3-2-8 16,-2 2 4-16,1-3-22 0,4 0 1 0,-4 1-17 0,3-4-7 16,0-3-30-16,5 5-34 0,-1-4-46 0,1 2 17 0,1-2 22 15,2 3 24-15,1-2 10 0</inkml:trace>
  <inkml:trace contextRef="#ctx0" brushRef="#br0" timeOffset="162774.4799">20510 15811 125 0,'-3'0'95'0,"3"1"0"15,0 3-10-15,0-1 0 0,-5 4-10 0,5 1-3 0,-1 2-10 16,-4 2 4-16,5 1-3 0,5 3 3 0,-10 6-9 0,5-3-11 15,0 0 14-15,0 7-6 0,0-4-11 0,0-2-10 16,6 4 8-16,2 1-8 0,-3-1 0 0,2-3-7 0,3-2 1 16,4-1-5-16,0-4 1 0,2 1-4 0,4-5 1 15,1-2-9-15,-3-3 5 0,3-5-9 0,0-5 5 16,3-3-4-16,-2 0 0 0,0-9-5 0,1 2 5 0,-4-5-4 16,3-6-4-16,-7 1 4 0,3-1-12 0,-2 1 12 15,-2-2-4-15,-4 2 4 0,-1 1-4 0,0 3 0 0,-3 2 4 16,0 1-4-16,-4 3-8 0,0 1 8 0,-2 2-8 15,0 3 12-15,0 1 4 0,0 0 0 0,0-1-8 16,-2 1-16-16,2 4-15 0,0-2-4 0,0 5 1 0,0-6-23 16,3 3-3-16,0 2-36 0,0 0-41 0,1-1-61 15,2 1-3-15,0 0 26 0,3-3 22 0,0 5 20 0,3-1 15 16</inkml:trace>
  <inkml:trace contextRef="#ctx0" brushRef="#br0" timeOffset="163469.16">21259 15743 105 0,'0'0'101'0,"0"0"-9"0,0 0-4 0,0 0-9 15,0 0-4-15,0 0-27 0,0 0-4 0,0 0 1 0,0 0-3 16,0 0-4-16,0 0-14 0,0 0 0 0,0 1 4 15,0 0 0-15,0-1-3 0,2 6-4 0,1-2-7 16,2 3 7-16,-1-3-10 0,1 6-8 0,0 0 15 0,-2 0 0 16,1-2-18-16,-4 4 17 0,6-2-17 0,-6-2 4 15,0 4-1-15,3 0 15 0,-6-3-14 0,3 6 14 0,0-4-15 16,4 3 15-16,-4-2-7 0,5 2 7 0,-4 3-7 16,5-2 0-16,-6 2 0 0,2-1 3 0,1 2 1 0,-2 0-4 15,6-1 0-15,-7 0-4 0,1 2 4 0,-1-4 4 16,0 5-4-16,0-9 0 0,2 1 0 0,-4 0-4 15,2-2-7-15,5-2 4 0,-4-3-4 0,1-2 0 0,0-3 0 16,0 0 0-16,2 4 0 0,1-8 7 0,1 4-7 16,-2-5 0-16,-3 2 4 0,-1-5-4 0,3-1 0 15,-3 4 0-15,7-5 0 0,-7-3 8 0,2 1-12 0,2-5 4 16,-1-1 0-16,2 3 0 0,2-9-4 0,-3 3-11 16,0-1 8-16,7-1-1 0,-3 0 1 0,4-4-19 0,-2 0 1 15,-3 2 14-15,3 0 0 0,0 0 0 0,2 3 3 16,-2 1 1-16,1 3 0 0,-4 1-11 0,-2 2 18 0,2 3-15 15,-4 6 23-15,2-1-8 0,-4 4-8 0,2 1 16 16,-3 2 2-16,4 0-17 0,-8 0 18 0,4 2-7 0,0 1 3 16,4 1 4-16,-3 3 0 0,1 0 0 0,1 0 3 15,-1 5 12-15,3 1-15 0,0 5 18 0,0 0-14 0,4 0 19 16,-2 2-8-16,-2 2 0 0,0-1-3 0,1-2 4 16,4 2-8-16,0-4-4 0,-4-1 5 0,4-2-1 15,-1-1 4-15,1-5-3 0,-1 0-12 0,3-5 0 0,-2-1 0 16,1-2-4-16,4-3 0 0,-4-2 0 0,4-3-4 15,0-3 0-15,1-3 0 0,-2 3 0 0,4-3-4 0,-6-1 4 16,4-6-4-16,0 4-4 0,-3 2 8 0,1-1-4 16,-4 4 4-16,0-1 4 0,-4 4-4 0,-3 5 4 15,4-3 0-15,-7 6 0 0,3 1-4 0,-3 0 8 0,0 1 4 16,-3 2 0-16,3 4 0 0,0 1 0 0,0-1-12 16,0 4 0-16,0-1 0 0,0 4 8 0,0 1-4 0,5 2-12 15,-3-2 0-15,3 1 0 0,-1-1-28 0,4-1 0 16,-3-2-11-16,5 1-30 0,-4 0-40 0,4-3-41 15,-1 0-62-15,-2-2 11 0,0-6 27 0,1 3 25 0,-3-2 15 16,1-3 16-16</inkml:trace>
  <inkml:trace contextRef="#ctx0" brushRef="#br0" timeOffset="164189.24">22145 15229 115 0,'0'-7'98'0,"0"2"-13"0,0 2-7 16,0-2-6-16,0 4-4 0,0 0-20 0,0-2-4 0,0 3 8 16,0 0-4-16,0 3-17 0,0-1 14 0,0 3-17 15,3 2 7-15,1 1 7 0,-1 0 0 0,2 2-10 16,-4 7 0-16,4-1-3 0,0 5-1 0,1 1 1 0,3 1 0 15,0 2-11-15,-2 1 18 0,-3 3-3 0,3 2 0 16,2-1-3-16,-1 3-1 0,1 0-18 0,0 0 19 0,-4 0-11 16,6-1 8-16,-6 0-12 0,-1 0 0 0,1 1-7 15,-2-3 7-15,1-4-3 0,-2 2 0 0,2-6-1 0,-4 1-3 16,3-3-8-16,0-2 8 0,2-3 0 0,1-6-5 16,-4-3 1-16,7-1 4 0,-3-2-4 0,4-1 0 15,-4-4-4-15,5-1 0 0,-1-4 0 0,4-1-4 0,-3 1 0 16,0-6 4-16,4 5-4 0,-1-5 4 0,2 1 0 15,0-5-4-15,3 3 4 0,-3-3 8 0,-1 4-4 0,2 0-8 16,-2 1 4-16,-1 2 4 0,0 0-8 0,-2 3 4 16,-1 2 8-16,-2-1-12 0,-2 3 4 0,3 3 0 0,-4 3 0 15,3 0 8-15,-4 1-12 0,3 2 0 0,-1 1 4 16,0 1-4-16,-1 2-4 0,-1-2 12 0,0 6-4 0,-1-3 4 16,-4 0-4-16,2 3 8 0,-1-4-8 0,-2 2 0 15,-3-1 0-15,-1 1 4 0,-4-1-4 0,-1 0 0 16,0 0 0-16,1 0 4 0,-5-3-4 0,-2 3 0 0,-3-2 0 15,2 0 0-15,-3-1 4 0,2 0-4 0,-4 1-35 16,-1-2 38-16,0 2-3 0,2-7 4 0,-4 4-4 16,5-1 4-16,0-5-4 0,-1 3 0 0,1-3 0 0,4 2 4 15,1-4 0-15,1-1-20 0,1 3 16 0,4-2-11 0,-1-4-13 16,0 1 5-16,2 2-4 0,5-4-8 0,0 1-3 16,2-3-15-16,1 0-6 0,-4-2-11 0,4 0-21 15,5-1-45-15,-1-4-64 0,5 2 6 0,-2-1 26 16,4-3 18-16,1 3 17 0</inkml:trace>
  <inkml:trace contextRef="#ctx0" brushRef="#br0" timeOffset="164789.09">22971 15890 105 0,'9'3'101'0,"2"-7"-9"0,0 0 3 0,0-1-16 0,3-3-8 16,2 1-12-16,0-2-1 0,2-1-17 0,-2-2 11 0,0-1-10 16,-1 0-11-16,3 1 4 0,-4-2-3 0,-1 1 3 15,1 1 0-15,-5 0-10 0,0 0 0 0,-2 4-4 16,-4-2 1-16,2 0-4 0,-2 2 3 0,-3 0-3 0,0 1 0 16,2 1 0-16,-2-1 8 0,-2 2-4 0,2 2 0 15,0-3 0-15,0 1-15 0,0-1 1 0,0 2 18 0,0 1 0 16,0-2 0-16,0-1-11 0,-3 2 4 0,-2 3-4 15,4-2 1-15,-4-1-1 0,1-1 0 0,3 4-7 16,-5 1 8-16,2-4-1 0,-1 4 1 0,0-3-5 0,3 2 1 16,-2-1-4-16,4 2 0 0,-5-2-4 0,5 4 4 0,0-4-4 15,-3 0 0-15,1 4 0 0,-2-4 0 0,2 1 0 16,-1 1-4-16,0 0 0 0,-2-2 0 0,0-1 0 0,2 3 0 16,0 0 4-16,-1 0-12 0,2-2 8 0,1 2 0 15,-4 0 0-15,4 2 0 0,-2-2 0 0,3 0 0 16,0 0 0-16,-1-2 0 0,-2 2 4 15,6 0-12-15,-6 0 8 0,1 0-8 0,2 0 8 0,-5 0 0 16,0 0-8-16,1 0 12 0,-2 0-4 0,3 0 0 0,-4 0 0 16,6 0 0-16,-5 0 0 0,6 2 0 0,-4 1 4 15,4-1-4-15,-5 1 4 0,5-3-4 0,0 2 0 16,0 1 0-16,0 0 0 0,-1 1 0 0,1 2 0 0,-5-2 0 16,2-1 0-16,1 2 0 0,2-2 0 0,-5 7 0 15,2-2 0-15,-1 1 4 0,-1 2-4 0,3 4 4 0,-3 0-4 16,4 0 8-16,1 3-4 0,0 0 4 0,-3 0-4 15,1 4 4-15,2-2-4 0,5 1 0 0,-1 1 4 16,-2-1-8-16,5-4 4 0,0 1 4 0,3-1-8 0,1-1 0 16,0-3 0-16,3 0 8 0,2-1-16 0,2-3-4 15,1-5-12-15,-2-1-16 0,3-1-4 0,0-2-6 0,2-3-19 16,1-3-25-16,-1-3-38 0,0-4-54 0,-1-1-28 16,4-2 28-16,-4 0 23 0,3-2 10 0,-1-1 24 15</inkml:trace>
  <inkml:trace contextRef="#ctx0" brushRef="#br0" timeOffset="165088.8899">23583 15750 145 0,'-9'7'126'16,"2"2"-7"-16,-3 1-14 0,3 0-2 0,-4 4-3 0,1-3-31 15,5-1 8-15,-3 3-21 0,1-4 4 0,0 2 4 16,4-1-14-16,2-2-4 0,-4 0 2 0,5-5-8 0,0-1-3 16,-1 0-11-16,1 0-8 0,0-2 1 0,1 0 3 15,-1 0-10-15,0 0-5 0,0-4 1 0,5-1 7 0,0-3 4 16,1 1-7-16,3-2-20 0,-2-3 16 0,3 0-16 15,2-2-7-15,1-4 7 0,0-2-7 0,-1 2 4 16,-1 0-5-16,-1 2 5 0,0 3 4 0,1-3-1 0,-2 2 4 16,-3 4-3-16,3-1 3 0,-3 1 4 0,-4 3-3 15,1 3-1-15,-2 1 0 0,0 2 12 0,-1-1-8 0,0 2 0 16,4-1-8-16,-2 1 16 0,2 1-8 0,0 1-12 16,6-2 9-16,-4 0-1 0,6-2-3 0,0 2 3 15,-1 0-11-15,5 0-18 0,-2 0-7 0,2 0-22 0,0 0-24 16,4 0-52-16,-6 0-53 0,5 0 13 0,-2-3 28 15,2 1 7-15,-2-1 21 0</inkml:trace>
  <inkml:trace contextRef="#ctx0" brushRef="#br0" timeOffset="165628.63">24796 15207 121 0,'0'-3'106'0,"-5"3"-8"0,5 0-13 16,-3-3 7-16,3 3-3 0,-5 3-20 0,0 0-10 16,0-1 3-16,1 6-3 0,3 4 4 0,-6-1-10 0,2 6 11 15,-1 1-3-15,3 3-3 0,-1 3-4 0,3 7 9 0,1-3-4 16,-2 7-2-16,2-5-19 0,0 6 5 0,2-2 3 16,3 2-2-16,0 0-4 0,-4 0-16 0,5-2 0 0,-1 0-3 15,0-1-1-15,5-3-3 0,-1-1 0 0,2-3-5 16,-3-2-12-16,0-2 0 0,2-7 0 0,0 1 17 15,-2-4-25-15,0-1 8 0,0-4-21 0,0-1-9 0,0 1-23 16,-3-7-27-16,0 4-14 0,-1-6-32 0,-2 0-44 16,-1-5-66-16,-1 1 27 0,0-2 34 0,3-2 11 15,-6-2 22-15,3-1 16 0</inkml:trace>
  <inkml:trace contextRef="#ctx0" brushRef="#br0" timeOffset="165837.72">24611 15751 71 0,'0'-1'112'0,"4"-4"6"0,0 3-2 0,1-6-14 16,4 3-2-16,3-2-21 0,-1-1-6 0,4-2-14 0,5 2 11 16,-1 0-24-16,5-1 10 0,5-2-20 0,-4 0 3 0,2 0-14 15,2 3 12-15,2-2-19 0,1 2-22 16,-2-4 4-16,0 7-33 0,1-3-24 0,-5 3-50 0,2-3-71 15,-3 5-12-15,-3-1 26 0,0 3 18 0,-4-1 17 0</inkml:trace>
  <inkml:trace contextRef="#ctx0" brushRef="#br0" timeOffset="166255.2">25223 15744 81 0,'7'1'98'0,"4"-1"-23"15,-3 0 10-15,7-2-14 0,1-2-3 0,1-3-20 0,2 0-3 16,-2-3-8-16,5 2 1 0,-2-5-7 0,0 1 0 16,-2-5-3-16,-1 2-11 0,2 1 11 0,-6 0-4 0,-1 0 8 15,-2 4-11-15,-1 0 3 0,-5 0 11 0,-1 3 1 16,-3 0-5-16,0 0 12 0,-3 1-11 0,-4 3-3 0,-1 1 0 16,0-1 3-16,-1 0-10 0,0 2-11 0,-3-1 19 15,-2 2-8-15,3-1 0 0,-1 1-18 0,0 1 7 16,0-1-11-16,1-1 18 0,2 2-3 0,-1-1-11 0,0 0 11 15,4 3-11-15,-2 0-1 0,2 2-3 0,0-2-41 16,1 3 56-16,0 1-11 0,4-5 0 0,-2 7-1 0,1-2 1 16,2-1-11-16,-1 0 18 0,-2 1 0 0,2 0-3 15,1-1-8-15,0 2 7 0,-2-1-14 0,-2 3 14 16,-1 2-14-16,1-1 18 0,-1 2 0 0,5 1-14 0,0 0-1 16,-1 4 4-16,-1-2 19 0,-1 2 0 0,3-2 0 0,0 6-19 15,0-7 12-15,5 3-5 0,0 0 1 0,0 0-12 16,4-4 16-16,0 0-16 0,4-1 15 0,3-1-22 15,2-3 15-15,1-1-24 0,5-5 1 0,-4 1-11 0,6-6-4 16,-4-2-19-16,3-1-21 0,-1-5-6 0,3-1-46 16,-1-3-43-16,-1-3-25 0,1-1 22 0,-3-1 16 0,0-1 23 15,2 1 4-15</inkml:trace>
  <inkml:trace contextRef="#ctx0" brushRef="#br0" timeOffset="166606.94">25818 15550 67 0,'-3'0'105'0,"1"0"-6"15,2 0-18-15,-4 0-2 0,4 1-8 0,0 1-19 16,0 0-1-16,0 1-10 0,0 3 14 0,0 3-3 0,0 0 0 16,0 2-6-16,0 3-1 0,0 0-3 0,3 2 1 15,-3 1 3-15,3-2-17 0,0 1 10 0,3 0-6 16,-2 1-12-16,2-3 12 0,-2-1-18 0,2 0 14 0,-1 0-18 16,0-4 15-16,1-1-18 0,-1-2 14 0,-5-2-18 15,5-1 3-15,-4-3 12 0,2 3-12 0,4-3-10 0,-1-4 10 16,0-3-14-16,1 0-8 0,-2-3 0 0,0 0-22 15,5 1 0-15,-4-4 4 0,4-3 0 0,-8-2 4 16,5-2 3-16,-1 2 1 0,-5 1 4 0,-1-2 3 0,2-1 4 16,0 0 3-16,-2 0-7 0,0 1 18 0,0-1-3 0,0 1 3 15,-2-2-4-15,4 4 15 0,3 1-8 0,1-1-6 16,0 1 17-16,-1 3 0 0,3-1 0 0,0 6 1 0,2-2-1 16,0 2-7-16,2 5 8 0,-2-1-12 0,2-1-6 15,-2 5-1-15,1 0 0 0,5 0 8 0,-4 0 7 16,4 0-4-16,0 0-3 0,0 0-4 0,0 0-18 0,1 3-8 15,2-1-20-15,-3 2-25 0,0-1-73 0,-1 1-46 16,1-3 19-16,0 2 22 0,-3-2 16 0</inkml:trace>
  <inkml:trace contextRef="#ctx0" brushRef="#br0" timeOffset="167128.47">26534 15076 111 0,'0'4'85'0,"0"1"10"0,0 0-10 0,0 3-3 0,0-1 7 16,0 3-21-16,-4 3-20 0,4 3 18 0,-4 3-11 15,2 4 1-15,2-2-10 0,-1 3 17 0,1 5-3 0,-2 0 1 16,2 5-11-16,0-2-2 0,2 6-1 0,-2-2-2 16,3 0 3-16,3 4-3 0,-3-2-3 0,4-3-15 0,-4 1 11 15,3 0-3-15,2-3-11 0,-6-1-12 0,7-4 12 16,-3-2-16-16,-1-2 16 0,1-3-20 0,0-1 16 15,0-7-20-15,1 4 12 0,-1-5-12 0,-1-5-4 0,1 3-56 16,4-6 36-16,-9-2-8 0,4 0-7 0,1-4-30 16,1 0-29-16,-2-6-50 0,4-1-52 0,-5-4-13 0,3 0 27 15,0-4 22-15,2-1 22 0,2-1 16 0</inkml:trace>
  <inkml:trace contextRef="#ctx0" brushRef="#br0" timeOffset="167522.44">27033 15429 88 0,'-12'2'105'0,"3"3"-7"15,-1-2-6-15,0 2 3 0,-6 1-6 0,4 1-24 0,-9 0-3 16,3 4-6-16,2-4-4 0,-2 0-3 0,0 1-11 16,-1 2 8-16,-2 1-11 0,3-3-3 0,-1-1 0 15,0 3-3-15,3-3 0 0,0 0-4 0,-3 0 0 0,6-5-3 16,-1 5-7-16,4-4 14 0,2 3-18 0,0-5 15 15,1 2-4-15,-1-3-3 0,5 0-1 0,0 0-3 0,3 0 0 16,-1 0-11-16,-1 0 7 0,5 0-18 0,-3 0 18 16,3 0-3-16,0 0-16 0,5 0 1 0,-4-3 14 15,0 2-7-15,3-3 8 0,1 2-16 0,2 1 16 0,-4-1-8 16,3 0 7-16,2 0-11 0,-1-1-3 0,0 3-1 16,3 0 8-16,-1 0 8 0,0 0-1 0,2 3-10 0,1-1 10 15,1 2 1-15,0-1-1 0,0 2-7 0,0 3 8 16,0-1-19-16,-2 3 18 0,2 3-14 0,-3 0 14 15,3-3-14-15,-1 2 14 0,-2 1-14 0,1-2 14 0,2 2-7 16,-3-3-7-16,5 2 14 0,-4-2-18 0,6-3 7 0,-5-2-4 16,1 1-10-16,1-4-20 0,-1 3-29 0,1-4-32 15,-1-2-80-15,3-4-38 0,-3-1 28 0,0-3 22 0,1 0 21 16,0-2 17-16</inkml:trace>
  <inkml:trace contextRef="#ctx0" brushRef="#br0" timeOffset="167906.27">27383 15667 111 0,'4'2'92'0,"2"-4"3"0,3-1-17 16,-4-3-13-16,7 2 3 0,0-3-30 0,-1 0 3 16,5-4-3-16,4 3-7 0,-1-5-4 0,-2-2-3 0,-1 2-10 15,0-1 10-15,-3 1-3 0,0 0-4 0,-2-1 1 16,-3 2 3-16,-2 1-7 0,-3 1 17 0,-2 2 1 15,-1 0-1-15,-1 3 5 0,-4-2-11 0,-2 6-1 0,-1-1 5 16,-4 0 0-16,0 2-4 0,2-2-4 0,-6 2 8 16,2 0-7-16,1 2-3 0,-3-2-5 0,2 0 1 0,-2 0-4 15,1 0 0-15,4 2 0 0,-3 0-11 0,2 1 15 16,0 2 0-16,0 0-11 0,1 3-1 0,1 0 8 0,-1 2 1 16,1-1-12-16,1 4 0 0,-2-2 0 0,4 1 0 15,-3 2 3-15,3 0-6 0,2 1 6 0,-5-2 5 0,4 5-12 16,2-1 12-16,0-1-8 0,4 1 19 0,0-2-1 15,-3 1-18-15,6 2 4 0,-1-4-4 0,6 1 0 0,0-1 0 16,3-3 0-16,-3 0 4 0,7-1 4 0,1-2 7 16,1 0-11-16,3-4-4 0,5-2-16 0,-2-1 1 0,0 1-7 15,3-4-27-15,3-1-3 0,0-2-33 0,-1-2-37 16,1-1-69-16,-1 0-10 0,3 0 27 0,-2-3 20 16,-2-1 19-16,9-2 16 0</inkml:trace>
  <inkml:trace contextRef="#ctx0" brushRef="#br0" timeOffset="168252.9499">28322 15426 121 0,'-10'-1'99'0,"1"-2"-4"16,-4 3 0-16,0 0-10 0,-3 0 1 0,2 0-21 0,-3-1-6 15,2 2-4-15,-1-2-13 0,-3 5-11 0,3-3 8 16,0 2-8-16,-4-1-10 0,5 3 8 0,0-2-12 0,3 2 1 15,-3-2 10-15,7 5-3 0,-3-3-3 0,3 0-8 16,0 2 1-16,3-3 3 0,0 0-8 0,0 3-2 0,0-1-1 16,1-2 0-16,2 4 0 0,2-3 1 0,-1 4 6 15,-3-3-14-15,4 2 8 0,0 2-1 0,-5-2 0 0,4 2 4 16,-2 0 0-16,3 1-3 0,-1 0 3 0,1 0 3 0,-4-1-6 16,6 2-4-16,-4 1 10 0,4-5-10 0,5 6-4 15,-2-3 4-15,5-1 0 0,1-2-4 0,-5 1 3 16,4-1-3-16,2 0 0 0,5-2 0 0,-1-4-3 15,3 0-9-15,-2-1 1 0,4 1-26 0,-1-5 1 0,1-1-5 16,6-2-13-16,-4-1-28 0,3 0-49 0,0-5-57 16,-1 0 10-16,1 0 18 0,0 1 27 0,0-6 8 0</inkml:trace>
  <inkml:trace contextRef="#ctx0" brushRef="#br0" timeOffset="168433.72">28651 15447 115 0,'0'0'122'0,"-5"0"-13"0,0 0 6 0,4 0-2 0,-4 7 1 15,1-4-28-15,1 0-2 0,-1 2-4 0,0 5-2 16,-1 0 5-16,0 2-3 0,0 1-7 0,4 3-6 0,1 1-3 16,-2-2-6-16,-1 3-15 0,3-1-4 0,0-1 5 15,5 4-8-15,-4-3-4 0,7 1-3 0,-1-2-4 16,-2 1-8-16,5 1-22 0,1-3-11 0,0-2-21 0,1-1-12 16,3-2-11-16,-6-2-26 0,4-5-40 0,1 3-48 15,-6-8-51-15,2 2 12 0,0-5 31 0,5-4 18 0,-5 0 15 16,1-3 23-16</inkml:trace>
  <inkml:trace contextRef="#ctx0" brushRef="#br0" timeOffset="168702.9799">28994 14994 118 0,'-1'3'102'0,"-1"1"-7"16,-2-1-3-16,0 7 3 0,-1-5-19 0,0 7-4 0,0 1-3 16,5 7-14-16,-6-1 1 0,1 5-4 0,3 1 4 15,-1 4-13-15,3 0 10 0,-1 2-17 0,1 3 11 16,-2-2-11-16,2 4-14 0,-1-2 7 0,2 2 4 0,-1-3-3 16,3 1-4-16,-3-1-4 0,3-1-22 0,-3-2 4 15,2-2-8-15,3-2-14 0,0-1-16 0,-4-3-17 0,4-3-44 16,-5-4-98-16,5 0-19 0,-5-5 30 0,0-6 21 15,2 2 12-15,-2-5 23 0</inkml:trace>
  <inkml:trace contextRef="#ctx0" brushRef="#br0" timeOffset="169503.3">30459 14711 132 0,'0'0'91'0,"0"0"-13"0,0 0 7 0,0 0-3 16,0 4 7-16,0 2-34 0,0 2 10 0,0 2-10 16,0 2 11-16,0 4 8 0,0 1 0 0,0 6-11 0,0 5 2 15,2-1 0-15,-2 4 8 0,0 8-3 0,0 0-18 16,4 4 17-16,-4 1-16 0,4 1-2 0,-2 3 1 16,1-2 0-16,-2-3 5 0,4 2-3 0,0-2-7 0,-5-5-4 15,5-3-21-15,-5-3 18 0,3-5-5 0,-1-2-3 16,2-2-22-16,1-5-6 0,0-4 1 0,-3-3-1 0,-2-1 10 15,6-5-4-15,-5 2-6 0,1-5-4 0,-2-1 5 16,0-1-19-16,2 0-9 0,-1-1 0 0,1-5-23 0,0-1-2 16,0-2 4-16,-1-1-20 0,-1-3 14 0,3-2 0 15,-1-1 2-15,-4-1 4 0,-2-1 0 0,-3-2 9 0,-4 2 4 16,1 0 4-16,-1-2 4 0,-4 5 4 0,-1-1 4 16,-4-1 0-16,3 3 4 0,-5 0-8 0,2 0 12 15,-2 5-1-15,0 2-7 0,1 0 12 0,-1-3 3 0,2 9 0 16,-2-3 0-16,2 4-4 0,2-3 0 0,0 6 4 15,-1 1 0-15,0 1 0 0,2 1 0 0,-1 2 4 0,2-1 0 16,-4 1 11-16,4 4-8 0,0 1 12 0,-4 1 3 16,4 0-7-16,1 1-7 0,-1-2 11 0,2 4 0 0,3 1 4 15,-2-1-8-15,5-1 8 0,3 4 1 0,1-2 7 16,3 0 1-16,-4-1-4 0,5 0 0 0,5-1-20 16,-4-3 20-16,6 4-3 0,1-2 0 0,4-5-21 15,0 0 17-15,2-2-4 0,4-2-1 0,3-2-3 0,8-1 0 16,-2-3-4-16,1-3-1 0,4-4-8 0,4 0-21 15,-1 1-1-15,2-6 1 0,4 1-16 0,-2-2-21 0,0-1-2 16,1-1-23-16,0 1-6 0,-2 2-39 0,-1-3-58 16,-2 1-37-16,1 0 22 0,0-1 22 0,-6 2 26 0,5-2 17 15,-4 1 14-15</inkml:trace>
  <inkml:trace contextRef="#ctx0" brushRef="#br0" timeOffset="170005.4799">31330 15237 94 0,'-2'-2'95'0,"-2"-4"7"16,-1 6-13-16,-1-3 9 0,-4-1-2 0,0 1-24 16,-2 1-10-16,-2 2-10 0,5-3 4 0,-6 3 0 0,1 0-4 15,2 0-9-15,-8 0 14 0,9 0-18 0,-4 0 0 16,-1 3 5-16,4-1 0 0,-3 1-4 0,2 1 1 0,2 5 0 15,-4-4-11-15,-1 6 15 0,1 2-14 0,-1-1 4 16,1 2-8-16,1 3 0 0,-1 1 9 0,-2-2-4 16,3 1 4-16,-2 1-4 0,5 3-3 0,1-3-12 0,0 0 8 15,2 3-21-15,4-6 17 0,0 1-4 0,4 0-8 16,4-2 4-16,2-1-1 0,5-2-12 0,-2-2 0 0,7-2 5 16,1-4-5-16,3 1-5 0,4-4-3 0,0-1-14 15,4-5 1-15,2-1-4 0,-3-2-8 0,3-4 20 16,1-1-7-16,-5-1 7 0,2 0 1 0,-1-5-12 0,-1 0 8 15,-5 0 4-15,-1 2-8 0,-3 1 4 0,0-4 4 0,-6 8 20 16,1-3-8-16,-6 4-4 0,-1 1 12 0,0 2 16 16,-5 2-16-16,0 2 4 0,0-1 0 0,0 4 0 0,0 0-4 15,-3 1 0-15,1 1 0 0,4-2 21 0,-2 4-13 16,3 1 9-16,-3 2-8 0,0 3 0 0,-5 4 0 16,0-2 0-16,5 6 0 0,0-1-4 0,-2 0 0 0,2 7 0 15,0-2-5-15,-2 1 1 0,2-3 0 0,2 0 0 16,5 0 0-16,-2-2-5 0,3-1 1 0,0 1-5 15,1-3-14-15,4-3-8 0,0 1-4 0,7-4-17 0,-2-2-25 16,1-1-18-16,1-1-34 0,0 0-67 0,3-6-69 16,-1 0 27-16,0-2 32 0,-1-4 25 0,0 0 19 0,2-2 11 15</inkml:trace>
  <inkml:trace contextRef="#ctx0" brushRef="#br0" timeOffset="170422.25">31800 15240 115 0,'0'7'101'0,"0"1"-12"0,0 2-1 15,-3 2-3-15,6 4 8 0,-3-1-21 0,-3 3-7 16,1-3-13-16,0 5 7 0,-1 1-6 0,3 1-4 0,-1-4-3 16,1 4 14-16,-2-2-21 0,1-1 15 0,1 1-10 15,-5-3-15-15,10 0 8 0,-5-1-4 0,0-3-3 0,0-3-4 16,0 0-3-16,0-2-1 0,0-1-3 0,0-4 1 15,3 1-5-15,1-4 0 0,3 0-3 0,2-4-4 16,-2 0-1-16,6-3 1 0,0-3-4 0,-1 2-12 0,2-6 0 16,1 3 1-16,-2-6 11 0,2 2-4 0,-3-6-4 0,-2 1-12 15,4 1 9-15,-6 0-13 0,2-2 5 0,0 0-4 16,0-1 4-16,-5 0 7 0,0 1-7 0,1-1 0 0,0 1 4 16,-2 3 0-16,-2-1 3 0,2 4 1 0,0 0-8 15,-3 2 8-15,3 5 3 0,-4 0-4 0,3 1 5 16,1 0-1-16,2 4 0 0,-2 3 1 0,4-4-8 0,-1 8 11 15,-3-4-4-15,5 7 11 0,-3-2-10 0,2 1 3 16,-2 1 0-16,-4 1 0 0,3 2 0 0,0 0 0 0,-1 1 0 16,-3 1 0-16,5 1 0 0,-3-1 0 0,3 0-4 15,-3 0 4-15,5 1-4 0,-2-1-10 0,0-1-8 16,2 2 3-16,-2-5-17 0,4 0-43 0,-8 2-42 0,5-4-74 16,0-2 9-16,1-2 23 0,3 3 20 0,-2-5 11 15</inkml:trace>
  <inkml:trace contextRef="#ctx0" brushRef="#br0" timeOffset="170618.8199">32467 15265 132 0,'-6'6'108'0,"-4"3"-2"0,0 0-1 15,3 0 1-15,-4 5-17 0,-3 0-23 0,10 1-7 0,-3 1-7 16,0 0-14-16,6-1 4 0,-2 1-3 0,1-1-7 0,2-1-4 15,2 3-6-15,1-3-1 0,-2-2-7 0,3-1 1 16,1-1-15-16,1 0-18 0,2-3-18 0,-1-2-56 0,1-1-76 16,-2-4-18-16,3-4 19 0,-2-1 21 0,3-1 17 15</inkml:trace>
  <inkml:trace contextRef="#ctx0" brushRef="#br0" timeOffset="170800.59">32551 14804 94 0,'-7'0'82'0,"2"-1"-8"0,-3 1 8 0,-2 0-28 16,2 4-3-16,0-4-27 0,1 5-24 0,-4-2-51 0,1 1-68 15,-1 3-10-15,1-3 17 0</inkml:trace>
  <inkml:trace contextRef="#ctx0" brushRef="#br0" timeOffset="183806.11">23525 16587 67 0,'0'-4'102'0,"0"4"-7"0,-1-3-13 16,1-1-4-16,0 3-7 0,0-4-19 0,0 4-8 15,0 1-3-15,0 0-6 0,0 0-1 0,0 0-13 16,0 0 14-16,0 0-11 0,0 1-3 0,0-2-4 0,0 1 1 15,0 0-1-15,1 0-3 0,2 0 0 0,-2 0-10 16,4 0 6-16,-4 0-3 0,3 0 4 0,2 1-1 0,-1 2 1 16,0-1-4-16,1 3 0 0,2-2-7 0,-4 4 14 15,3-1-3-15,1-1-11 0,-3 2 3 0,1 1 8 16,1 1-4-16,-1-4-7 0,4 6-7 0,-5-2 11 0,0 3 6 16,4-1 1-16,-6 3-4 0,4 1 0 0,-6 2 0 15,6 4 4-15,-4 0-4 0,-1 1-10 0,1 3 17 0,-2 3-18 16,3-2 19-16,0 3-1 0,-2-1-3 0,-2 2-15 15,6 0 19-15,-2-1-19 0,2 0 18 0,-1 0-3 16,-2-4 0-16,2 0 0 0,1-2-4 0,-1 0 1 0,0-3-1 16,1-2-18-16,2-1 18 0,-3-1-3 0,1-5-15 0,0 3 11 15,-1-4 4-15,1-2-4 0,-6 2-22 0,5-3 18 16,-5 0-7-16,2-1-14 0,-2 2-7 0,3-3 3 0,-3 2-10 16,0-3-14-16,-5 2-21 0,4-5-38 0,-3 3-43 15,3-4-16-15,-4 2 21 0,1-4 18 0</inkml:trace>
  <inkml:trace contextRef="#ctx0" brushRef="#br0" timeOffset="184153.21">23371 16944 77 0,'0'0'106'0,"0"0"-18"0,1 0-3 0,3-1 0 16,2 1 0-16,2-2-16 0,4-2-4 0,-2 1-20 15,3-4 7-15,8-1 0 0,3 1-3 0,4-3-4 0,2 1 5 16,2-3-4-16,3-1-14 0,2 2 0 0,1-2-7 0,5 2 0 16,-1 1 8-16,0-1-4 0,0 0-22 0,1 0 1 15,-2 4 6-15,-4-1 5 0,-2 2-1 0,1-1-3 16,-4 2-11-16,-6 2-1 0,2 3-3 0,-3-5 4 0,-3 5-4 15,-3 0 0-15,2 0-4 0,-5 0-7 0,-2 0 7 16,1 0-3-16,-3 0 7 0,-2 0-15 0,0 0 4 0,-2 0 4 16,0 0-8-16,-6 0-10 0,2 0 3 0,-4 0-4 15,4 0-2-15,-4 0 2 0,0 0-9 0,0 0-36 16,0 0-14-16,-4-5-51 0,4 1-46 0,0 0 18 0,0-3 21 16,0 0 18-16</inkml:trace>
  <inkml:trace contextRef="#ctx0" brushRef="#br0" timeOffset="184522.57">24271 16426 74 0,'-1'0'78'0,"2"0"0"0,-2 0 4 16,1 3-8-16,0 0-6 0,0-2-20 0,0 3-3 15,0 0-8-15,0 1-16 0,0-3 13 0,0 5-3 0,0 0 0 16,0 0-10-16,0 4 3 0,0-2-3 0,0 3 0 0,0 1 3 16,0 3 11-16,0 1-14 0,0 1 18 0,-3 3-8 15,2 5 1-15,1-1 11 0,0 0-4 0,-3 4-14 16,3 2 0-16,-2-1 15 0,2 1-14 0,0 2 14 0,0 1-18 16,0-3 11-16,0 2 4 0,0 1-10 0,0-3-12 15,2-2 7-15,1 4-3 0,-2-3 1 0,3 0-5 16,1-4-7-16,-2 4 7 0,2-5-3 0,-2-3-5 0,2-1 5 15,-4-2-4-15,1-3-12 0,0 0 12 0,-2-5-1 16,0 0-7-16,0-4-7 0,-2 0-9 0,2-3 12 0,2-2-19 16,-4-1-8-16,2-1-7 0,0 3-19 0,0-7-39 15,0-2-67-15,0 0-46 0,0-4 8 0,0 0 27 0,0-3 27 16,0-2 11-16,-2-2 14 0</inkml:trace>
  <inkml:trace contextRef="#ctx0" brushRef="#br0" timeOffset="185071.3299">23368 16243 105 0,'0'0'71'0,"0"0"-3"0,0 0-4 0,0 0 11 0,0 1-17 15,2 1-4-15,-1-2-19 0,4 2 6 0,-1 0-7 16,4-2 0-16,0 1-3 0,3 2-3 0,2-3-4 16,3 2-3-16,2-4-4 0,0 2 4 0,2 0-7 0,2 0 0 15,3 0 0-15,0 0-4 0,6 0 1 0,-2-4-4 16,-2 0 0-16,2 1 0 0,-2-1-4 0,4-1 1 15,1 3 3-15,-7-1-4 0,3-3 1 0,-3 2-1 0,-1-3 1 0,-2 7-1 16,2-1 1-16,-3-3-4 0,-2 2 7 0,-1 2-7 16,0 0 0-16,-1-4 7 0,3 3-7 0,-8 1-4 15,2-2 4-15,1 0 0 0,-4-3-3 0,1 5-8 0,-2-2 8 16,-3 0-1-16,-1-2 8 0,-2 4-22 0,1 4 15 16,-5-8-22-16,1 4 8 0,-1 0-11 0,3 0-21 0,-6 0-34 15,2 0-54-15,-4-1-30 0,1-1 31 0,3 2 14 16</inkml:trace>
  <inkml:trace contextRef="#ctx0" brushRef="#br0" timeOffset="185330.28">24008 15945 71 0,'3'8'105'0,"3"-3"-7"16,1 3-6-16,0 1-4 0,-1-1-6 0,3 5-13 0,-2-1-7 15,3 1-21-15,-1 0 11 0,0-1-14 0,-1 3-10 16,3-1 11-16,-3-2-18 0,2 2-4 0,-1-3 11 0,-1 1-17 16,-1-3 14-16,-6 2-22 0,0-2 19 0,3 2-22 0,-4-4 0 15,0 0-8-15,0 2-16 0,-1-2-1 0,-3-1-14 16,0 2-6-16,-2 0-46 0,0-3-40 0,0 0-37 15,-3 2 19-15,0-1 20 0,-2 1 17 0</inkml:trace>
  <inkml:trace contextRef="#ctx0" brushRef="#br0" timeOffset="186256.4">25424 16408 88 0,'0'0'91'0,"3"0"-20"15,-3 0 11-15,2 0-4 0,-2 0-6 0,0 0-31 16,0 0 3-16,0 0-3 0,0 0-20 0,0 0 10 0,0 0-3 16,0 0-1-16,1 0-3 0,-1 0-6 0,3 0-1 15,0 0-3-15,0 3 3 0,1-2-3 0,-1 3 4 16,1 1 3-16,3 0-4 0,-2 2 8 0,-1 1-15 0,2 1 15 15,-2 3-18-15,2-1 7 0,-2 3 7 0,3-1 1 16,-2-1-19-16,1 3 15 0,0-2-14 0,0 5-1 0,2-1-3 16,0-2 0-16,1 3 0 0,2-1 4 0,-1 1-4 15,0-2 10-15,1 5 5 0,-1-1-1 0,4-2-18 16,-4 1 19-16,1 2-12 0,-2 0 1 0,-2 0 7 0,3-3-15 16,-1 5 11-16,-3 0 4 0,-5-1-18 0,2 1 14 15,-3 2-14-15,-3 0 14 0,-3-1-14 0,1 1 18 0,-5 4-18 16,-5 0-1-16,4-2 16 0,-5 3-16 0,-2 1 19 15,-3-3-11-15,-1 1-11 0,-3 1 19 0,4-2-12 16,-5 3 0-16,-2-4-6 0,1 1-12 0,-4-1-3 0,4-2-36 16,-1-2-20-16,-4 1-65 0,1-5-40 0,-2 1 22 15,0-4 18-15,-5-2 17 0</inkml:trace>
  <inkml:trace contextRef="#ctx0" brushRef="#br0" timeOffset="187435.81">4789 17173 118 0,'0'0'75'0,"0"-3"-4"0,-3 3 11 15,3-1-14-15,0 1-17 0,0 0-21 0,0 0-2 16,0-4 13-16,0 1-17 0,-1 0 14 0,1-1-21 0,-2-2 14 16,5 4-21-16,-3-1 14 0,0 0-13 0,0 1-1 0,3-1 7 15,1 3 4-15,-1 0-4 0,2 1 1 16,1 1-1-16,2 3 8 0,2 0 3 0,-1 3 3 0,1 4-17 15,4-1 18-15,1 4-14 0,-1 2 10 0,1 4-3 16,6 0 4-16,-4 4-4 0,5 0 0 0,-4-2-4 0,1 7 1 16,1-3 7-16,0 1-3 0,-1 1-15 0,0-2 11 15,1-1-15-15,-4-1 4 0,0 0-7 0,1-3 0 0,-5-1 3 16,2-1-7-16,-2-4 0 0,0-2-7 0,-1-1-4 16,-1-2 0-16,-4-3-19 0,0-1-3 0,-2 0-18 0,-1 0-38 15,0-6-32-15,-3 1-60 0,0-1-5 0,-3-1 16 16,-1-1 27-16,-5-1 14 0</inkml:trace>
  <inkml:trace contextRef="#ctx0" brushRef="#br0" timeOffset="188055.23">4571 17179 94 0,'-2'0'106'0,"2"1"-18"0,-3 1-3 15,2-2-7-15,1 0-10 0,0-2-20 0,0 1-7 16,1-1 1-16,4-2-11 0,0 0 7 0,4-4-11 15,2 1-2-15,-3-6-5 0,8 2 1 0,2-3 0 0,4-1-7 16,2 0 4-16,2-3-8 0,2 1 4 0,1 3-7 16,-1 2 4-16,5-1-8 0,-1 1 4 0,3 2-3 0,-2 3-1 15,1 1 1-15,1 2-4 0,-2 1 0 0,-2 2 3 16,1 1-3-16,-3 0 0 0,3 6 0 0,-5-2 4 0,2 0-4 16,0-1 0-16,-5 1 0 0,3 1 0 0,-4 0 0 15,-2-1 3-15,1-3-3 0,-2 2 0 0,-2 4 0 16,0-7 0-16,-2 1 4 0,-2 0-4 0,-3 1 0 0,2-2 0 15,-3-2 11-15,-1 7-11 0,-2-1 0 0,-1-2 0 16,-5-2 0-16,1 0 0 0,3 0 0 0,-5 5 3 0,0-1 1 16,3 3 6-16,-6-1-10 0,3 2 7 0,-5-2-7 15,3 3 7-15,-2 4-7 0,1-1 0 0,-4 4 0 0,1-3 0 16,1 3 0-16,-6 2 4 0,4 0 3 0,-2-2 0 16,2 4-7-16,2-2 0 0,-4-1-3 0,3 4 3 15,-2-1 7-15,4 0 0 0,-2 1-4 0,-2-1 1 16,2 1 0-16,0 4-12 0,-1-1 5 0,1 2-1 0,-3 1 4 15,-1 2-3-15,-1-1 3 0,0 1 3 0,0 1 4 0,-1 1-7 16,-1-3-3-16,0 2-1 0,2-4 11 0,-2 0-7 16,3-1 0-16,1-3-3 0,0-3-1 0,2-1 4 0,2-1 0 15,0-8 0-15,2 1 0 0,3-1-3 0,-1-4-8 16,-1-1 0-16,2-4 1 0,0 2-8 0,2-2-21 0,-1-4-27 16,-1-1-56-16,0-4-60 0,3 0 21 0,-3-6 15 15,5 0 21-15</inkml:trace>
  <inkml:trace contextRef="#ctx0" brushRef="#br0" timeOffset="188498.11">5914 17173 71 0,'1'4'88'15,"0"-1"-14"-15,3 0-12 0,0 4-5 0,2-2 5 16,-3 4-15-16,6-5-16 0,3 5-4 0,-1-1 1 0,-1 0-4 16,4 0 13-16,-2 1-13 0,4 1 4 0,-2 1 0 15,2 2 6-15,5 1-10 0,-4 2 1 0,5 0-5 0,1 2-2 16,0 0 3-16,-1 0 3 0,1 2-10 0,-3-1 4 16,4-1 3-16,-4 2 0 0,0-5-11 0,-1 3 1 15,-1-1 7-15,0-2-4 0,-3 0 0 0,-3-2-3 0,4-1-1 16,-4 1-6-16,2-5 3 0,-4 3 0 0,1-2-10 15,-2-1 3-15,-3-1 3 0,0-2 1 0,0 1-15 16,3-2 0-16,-7 2-17 0,1-2 7 0,-1-1-22 0,-2-2-9 16,1 2-42-16,2-2-45 0,-3-1-35 0,-4 0 21 15,2-4 20-15,-3 0 11 0</inkml:trace>
  <inkml:trace contextRef="#ctx0" brushRef="#br0" timeOffset="188846.56">6357 17149 88 0,'-5'20'105'0,"-3"1"0"16,-1 1 0-16,-1 2-6 0,-4 0-13 0,2 3-31 0,-5 4 7 16,2-5-7-16,-5 5-6 0,1-1 3 0,0 1-3 15,-4-1 8-15,4 0-18 0,-4 0 11 0,0-1-18 0,3-2-3 16,0-4 11-16,2 1-18 0,-2-3-4 0,4-3 15 16,0-3-22-16,5 1 0 0,0-4-3 0,0-4 14 15,5-1-7-15,-1-1-4 0,4-2-19 0,0-1-3 0,0-3 0 0,3 2-7 16,0-2-12-16,0 0-14 0,0-2-14 15,3 0 0-15,0 1-38 0,0-3-34 0,-3-2-47 0,5-1-8 16,0 2 32-16,1-3 17 0,3-2 14 0</inkml:trace>
  <inkml:trace contextRef="#ctx0" brushRef="#br0" timeOffset="189362.3799">7035 17011 115 0,'2'17'88'0,"1"1"-7"0,-2 2-2 0,-1 5-22 0,0-4 1 16,3 6-3-16,0 2-17 0,-2-2 3 0,3 3 0 15,-3 3 0-15,3-4-6 0,-4 3-4 0,-1 3 14 0,2-5-17 16,-1 3 14-16,0 0-17 0,0 1 13 0,0-4-2 16,0-3-11-16,0 1 0 0,4-3-4 0,-2 1-3 0,-2-6 0 15,4-5-4-15,0 2 1 0,1-4-5 0,-2-2 1 16,5-1-3-16,-7 0-5 0,-1-3-10 0,1-4 3 15,5 3-7-15,-6-2-7 0,0-3-21 0,1 1 0 0,-1 0-11 16,0-2-28-16,0 0-34 0,0 3-46 0,3-8-14 16,-6 2 19-16,3 1 21 0,-1-4 17 0</inkml:trace>
  <inkml:trace contextRef="#ctx0" brushRef="#br0" timeOffset="189689.0799">6941 17437 125 0,'0'0'95'0,"0"0"-3"0,0-1-11 0,2-5-2 16,3 2-11-16,1 0-13 0,0-3 3 0,0-3-3 0,8 0-10 15,-2 2-14-15,4-4-3 0,1 2 14 0,5-1-17 16,-6 1 10-16,8 2-3 0,-6-1-18 0,5 4 14 0,0-1-21 15,0 2 0-15,0 3 15 0,-4-4-19 0,3 5 19 16,-2-1-12-16,2 1-10 0,-2 1 15 0,-1-1-8 16,2-1-11-16,-2 1 19 0,2-1-19 0,-1-5 15 15,0 2-18-15,2 1 17 0,-2-2-17 0,0-2 14 0,-1-1 1 16,4 1-8-16,-7 1 0 0,0-6-4 0,0 3-10 16,-3 0-4-16,2-2 3 0,-8 2-20 0,1 2-5 0,0 1 5 15,-7-3-32-15,2 2-34 0,-1-3-51 0,0 3-23 16,-4-1 22-16,0 1 11 0</inkml:trace>
  <inkml:trace contextRef="#ctx0" brushRef="#br0" timeOffset="190024.6">7553 16914 115 0,'0'13'101'0,"0"4"-9"0,3 1-3 0,-6 0-8 16,3 2-2-16,3 3-14 0,-1 0-3 0,3 7-3 16,-4-1-11-16,0 2 1 0,6 1-10 0,-4 0-11 0,1 5 7 15,2-3-3-15,-2 4-4 0,1-3 4 0,-4 3-10 16,-1 0-1-16,7-4-6 0,-5 1-1 0,1-1-7 15,1 0 4-15,-4-5 0 0,4 0-4 0,-4-1 0 0,4-2 1 16,1-2-1-16,0-3-3 0,1-1-12 0,-3-2 16 16,-1-4-8-16,1-1-8 0,1-5-13 0,-1-2-5 0,0 1-3 15,-3-5-10-15,3 0 0 0,0-2-18 0,-2 0-20 0,-1-4-35 16,0-1-40-16,0 1-22 0,0-1 24 0,0 1 18 16</inkml:trace>
  <inkml:trace contextRef="#ctx0" brushRef="#br0" timeOffset="190553.75">6882 16524 118 0,'0'0'85'0,"0"3"-7"0,0-3-7 0,5 0-16 16,-4-3 3-16,3 3-28 0,2 0 1 0,3-2-3 16,2 2-1-16,1-4 14 0,2 0-10 0,4 1-10 0,2-3 6 15,0 1-2-15,-1-1-1 0,7 1-3 0,-6 0 3 16,5 0-7-16,-2 1 1 0,0 0 3 0,1 2-4 0,-2 1 1 15,0-1 6-15,3 2-3 0,-4-2 1 0,1 2-5 16,0 0-13-16,-1 0 14 0,-3 2-4 0,2-4 0 16,0 0-3-16,-1 1-1 0,1-1-17 0,-4-2 7 0,2-1 7 15,-2 1 1-15,-2-1-16 0,1-2 5 0,-4 3-8 16,2-5-3-16,-2 4 3 0,-6 0-21 0,2-1 4 16,-4 1-11-16,0-3-3 0,0 3-45 0,-3 1-24 0,-3-1-57 15,0 2 15-15,-3-1 14 0,-1 2 17 0</inkml:trace>
  <inkml:trace contextRef="#ctx0" brushRef="#br0" timeOffset="190836.31">7404 16180 84 0,'6'16'116'0,"2"0"-1"0,-1 2-6 0,-2 3-3 0,1-3 0 15,0 2-30-15,-2-2-4 0,3-1 2 0,-2 2-22 16,3-4 8-16,-2 2-21 0,0-3 11 0,-2-2-21 0,3 0 11 16,-3 0-22-16,-3-3 15 0,3 3-22 0,-4-3 11 15,2-2-8-15,-1 2-14 0,-1 0-18 0,0-2-22 16,-1 0 7-16,-1 4-14 0,-3-4-35 0,1 3-21 0,-1 1-43 15,-1 0-37-15,-4-1 23 0,3-2 17 0,-3 5 14 16</inkml:trace>
  <inkml:trace contextRef="#ctx0" brushRef="#br0" timeOffset="191397.3">8687 17694 81 0,'0'2'85'0,"0"1"-4"0,0-1 4 15,0-2-3-15,0 0-4 0,3-2-20 0,0 2 4 16,2 0-4-16,-2-3-2 0,5 6-22 0,-1-3 15 0,3-3-4 16,1 0-17-16,-2 3 14 0,3-2-3 0,1-2-7 15,-3 2-7-15,1 0-4 0,0 2 8 0,2-3-15 16,-3 2 4-16,3 1-7 0,2 1 0 0,-2-5 0 0,2 7 0 15,0-3-4-15,1 1 0 0,1-1-3 0,2-1 3 16,-2-2-3-16,1 0 0 0,0 2 3 0,-2-3-22 0,0-1 15 16,0 3-14-16,1-4-8 0,-6 1-7 0,0-2 4 15,0 1-22-15,-4-1-6 0,1 4-39 0,-6-2-51 16,2-2-43-16,-2-1 19 0,0 1 24 0,-2 0 18 0</inkml:trace>
  <inkml:trace contextRef="#ctx0" brushRef="#br0" timeOffset="191660.51">8698 17348 71 0,'5'0'108'0,"-2"0"-3"0,3 0 1 16,1 1-24-16,0-2 10 0,3 5-30 0,-4-2-14 0,6-2 10 16,-2 0-19-16,2 1-8 0,2 1 11 0,3-2-21 15,-2 0 10-15,2 2-6 0,3 0-22 0,3-4-6 0,-2-2-36 16,3 1-48-16,-2-1-76 0,0-3-8 0,2 2 22 16,-1-5 16-16,-1 0 14 0</inkml:trace>
  <inkml:trace contextRef="#ctx0" brushRef="#br0" timeOffset="192586.29">10526 16737 108 0,'0'0'71'0,"0"-1"-3"0,-2-3 3 0,4 1 4 15,-4 3-7-15,4-2-37 0,-2-3 13 0,0 5-2 0,0 0-5 16,3-3-9-16,-3 6-8 0,0-3 5 0,0 0-5 15,-3 0 11-15,3-3-10 0,5 6 0 0,-5-3-4 0,4 0-3 16,-3 0 0-16,3 0-3 0,0 0 3 0,1 0-4 0,-2 3 1 16,1 1-1-16,2-1 8 0,1 2-11 0,-3 1 0 15,-1-1 0-15,3 1 0 0,-3 2 0 0,2-1 7 0,0 3-10 16,1-2 3-16,2 2-4 0,-3-4 11 0,1 7-10 16,-2-3-1-16,3 2 12 0,-1 0-5 0,-1 2-10 15,0-2 11-15,1 3 0 0,-2-1-11 0,2 0-4 0,-2 3 1 16,1-4 10-16,-2 3 7 0,2 1-3 0,-5 1-18 15,3-2 17-15,-3 1 1 0,0 4-18 0,2-4 18 16,-2 1-19-16,0-1 5 0,-2 4-1 0,4-1 1 0,-2-5-1 16,0 5 15-16,3-4-15 0,-2 2 19 0,-1-1-8 15,-1-2 0-15,1 1-3 0,0-4-8 0,1 5 4 0,-1-4 7 16,0 0 8-16,-1 2-1 0,1-1-10 0,0-1 10 16,-3-1-3-16,1-1-7 0,-1 0-12 0,-2 2 12 15,2-1 7-15,-2-2-18 0,0 3 18 0,-4-2-11 0,3 0 3 16,1-1 5-16,-4 0-8 0,6-1-8 0,-3 2 1 15,2-2 18-15,-5 0-7 0,4 0 3 0,0 0-7 0,-1-2 0 16,1 2 0-16,0-2 0 0,-1 1 7 0,1-1-10 16,0-2-8-16,-2 2 3 0,3-3 8 0,-1 1 4 0,1 0 3 15,-1-3-7-15,0 0 0 0,1 1 8 0,0 0-1 0,-3-3-11 16,1 0 1-16,2 2-8 0,-2-2 11 16,-1 0 0-16,2 3 7 0,-3 0 0 0,2-1-3 0,-1-2 0 15,-1 0-8-15,1 2 0 0,-2 0 4 0,1-4 0 16,-2 4 4-16,2-2 0 0,-1-2-8 0,0 2 0 0,-1 0 1 15,2-2 3-15,-6 0 3 0,4-1 1 0,0 0 0 16,1 1-1-16,-1-2 1 0,-3 0 0 0,4 1-1 0,-5-3 1 16,2 1-4-16,3-1 0 0,-3 5 4 0,-1-3-4 15,4-1 0-15,-1 1 0 0,-3-3-15 0,4 2 15 0,0 1-18 16,0-1 7-16,1-3 11 0,2 1-4 0,-1 2-18 16,1-2 8-16,-1 0-5 0,1 0-2 0,6 0-8 15,-8-4 8-15,6 2-12 0,-2 0-2 0,-2-1-11 0,4-1-7 16,-6 0-24-16,5-2-23 0,0 0-24 0,-2 3-37 15,-3-2 15-15,5 3 24 0</inkml:trace>
  <inkml:trace contextRef="#ctx0" brushRef="#br0" timeOffset="193018.34">10539 16722 67 0,'-3'0'85'0,"2"3"-7"0,-3-3 14 16,-1 4-14-16,3-1-6 0,-4-1-21 0,2 1-3 0,-2 3 0 15,-1-5-7-15,2 4-7 0,0 1 4 0,-1-3 4 16,-1 7-11-16,1-8-3 0,-4 4 7 0,5 0-10 0,-6-1-4 15,4 0-4-15,-3 1 15 0,2-1-11 0,-4 0 4 16,0-1-18-16,5 2-3 0,-3-3 0 0,1 2-4 16,-1-1 14-16,4-1-11 0,1-3-17 0,1 3 0 0,0-3-25 15,0 1-14-15,2-5-42 0,-2 1-61 0,0-1-19 16,-1-1 29-16,2 0 7 0,-2 1 17 0</inkml:trace>
  <inkml:trace contextRef="#ctx0" brushRef="#br0" timeOffset="193726.3299">9909 16337 115 0,'1'3'88'16,"-1"-3"-10"-16,-1 0-7 0,1 0-20 0,0-3 14 16,0 6-38-16,0-3 14 0,0 3-17 0,0-1 14 0,0-2-21 15,0 5 18-15,0-2-18 0,1 1 14 0,1-3-7 16,3 6 0-16,-4-3-3 0,6-2 0 0,-2 0 3 0,-1 0 4 15,3 1-3-15,2-3-4 0,1 2 0 0,-4-2-4 16,4 0 1-16,3 0-11 0,-1 0-7 0,1-2 7 16,1-1 4-16,2-1-8 0,2-2 1 0,0-1-4 0,0 2 0 15,3-3 0-15,-5 0 0 0,4 1-4 0,-4-1 4 16,3 1 0-16,-5 4 0 0,1-2-3 0,-3 3 3 0,-1 2-4 16,-1-3 4-16,0 3-3 0,-4 0 3 0,1 0-4 15,-2 0 4-15,1 0 7 0,1 0-10 0,-2 0-4 16,1 0 0-16,1 0-1 0,-2 3 12 0,2-3-4 0,0 2 0 15,1-2 0-15,0 1 4 0,1-1-4 0,1 0 0 16,0 0 3-16,1 3-3 0,-2-3 4 0,2-3-4 0,-1 6 0 16,1-6 0-16,-1 3 0 0,2 0 7 0,-1-1-11 0,-4 1 4 15,3-5 0-15,-2 5 0 0,3 0-7 16,-6-5 11-16,2 2-4 0,-1 2 3 0,0-2-3 0,-2 2 7 16,1 2-10-16,-3-2-1 0,-2 1 4 0,3 0 0 0,-2 0 0 15,-1 0-3-15,0 0 3 0,0 0-4 0,0 0 1 16,0 0-12-16,-1 0 15 0,1 0-14 0,0 0-10 15,0 0 6-15,0 0 1 0,0 0-15 0,0-2-23 0,0 1-35 16,0-4-51-16,-3 3-19 0,3-2 20 0,-5-2 18 16</inkml:trace>
  <inkml:trace contextRef="#ctx0" brushRef="#br0" timeOffset="194241.16">10485 15910 54 0,'3'0'81'0,"-3"0"0"0,6 0-13 0,-4 5-6 15,-2-2 9-15,3 0-20 0,1 0-20 0,0 3-4 16,2-1 1-16,-1 0 2 0,1 0-9 0,1 5 0 0,-2 0 13 16,5-4-17-16,-3 3 14 0,0-2-17 0,2 2 7 15,-2 0-4-15,-1-1 4 0,0 2-4 0,1 1-6 16,-4-2 10-16,0 2-4 0,1-1 4 0,-3 1 7 0,2-3-3 15,-2 3-18-15,-1 0 18 0,0-2-18 0,0 3 14 16,0-3-3-16,1 1-18 0,3 2 14 0,-2-4 0 0,1 2-7 16,-6-2 8-16,6 0-19 0,-3 1 0 0,1-2 15 15,-1-1-18-15,0 2 3 0,-1 0 15 0,-4 0-7 16,4-1-8-16,-4 3 18 0,1 0 1 0,-6 2-1 0,3 1 1 16,-2 0-12-16,-1 3 4 0,-3-1-10 0,-3 0 10 15,7-1 0-15,-5 2 1 0,1-2 2 0,5 2-6 16,-3-3 0-16,1-1-12 0,0 1 16 0,5-4-19 0,2 0 11 15,-1-2-22-15,0 1 0 0,4-3-6 0,0-2 3 16,-3 1-18-16,6-2-10 0,-3-2-32 0,0 1-51 0,0-1-39 16,0 0 11-16,2 0 21 0,0 0 14 0</inkml:trace>
  <inkml:trace contextRef="#ctx0" brushRef="#br0" timeOffset="196154.06">11214 17532 108 0,'0'0'75'0,"0"0"-4"0,0 0 4 0,0 0-7 15,0 0-7-15,0 0-20 0,0 0-17 0,0 0 13 0,0 0-16 16,0 0 13-16,0 0-6 0,0 0-1 0,0 0 1 15,0 0 0-15,0 0-4 0,0 0 4 0,-3 0-4 0,3 0 4 16,-4 0-7-16,2 0 0 0,-2-2 7 0,4 0-4 16,-5 2-13-16,1 0 14 0,-1 0-18 0,-1 0 0 0,6 0 14 15,-6-2-14-15,6 2 15 0,-1 0-19 0,-4 2 8 16,1-2 7-16,0-3-18 0,0 3 14 0,1-2-18 16,-2 2 19-16,-1-4-19 0,1 4 19 0,-4-1-23 0,3-3 19 15,1 4-18-15,-3-2 18 0,2 2 0 0,-1 0-4 16,1-1 0-16,0-1 0 0,-1 4-18 0,1-4 19 15,-2 4-16-15,2-1 16 0,2-1-16 0,-1 2 19 0,-2 2-3 16,1-3-1-16,1 3 0 0,0-1 0 0,-1 1-18 16,2 2 19-16,1-3-19 0,-2-1 11 0,5 5 11 0,-8-7-19 15,7 4 16-15,-4-1-16 0,1 1 16 0,-2-1-16 0,3 1 19 16,-2-1-3-16,1 2-1 0,-3 1 4 0,-1 0-11 16,2 2 0-16,0-2 4 0,1 1-4 0,-1-2 3 15,1 3-3-15,-1-3 4 0,-2 0 0 0,8 2-1 0,-6 1-3 16,5-3 4-16,-2 0 0 0,3 1 7 0,-2-4-8 15,2 1-3-15,0 0 0 0,0 0 0 0,0 0 4 0,0 1 0 16,0 0-4-16,-2-2 0 0,2 0 0 0,0 2 0 16,0-1 0-16,0 4 0 0,0-3 3 0,0 2-3 15,0-1 4-15,0 1-4 0,0-2 0 0,0 4 4 0,0-3-4 16,0 0 0-16,0 3 0 0,0-3 0 0,0 2 3 16,0-2-3-16,0-1 0 0,0 3 0 0,2-5 0 15,-2 2 0-15,2 0 0 0,2-3 0 0,0 2 0 0,2-3 0 16,0 1 4-16,-2 2 0 0,6-1 0 0,-5 0-4 15,2 0 0-15,-1-2 0 0,0 0 0 0,3 3 0 0,-4-3 0 16,2 2 0-16,-1 4 0 0,1-5 0 0,1 3 0 16,-2-4 0-16,-1 5 0 0,4-3 0 0,-3 0 0 0,-1 2 7 15,1-1-7-15,-1-3 0 0,0 1-4 0,1-1 12 16,0 3-8-16,2-2 0 0,-6-1 0 0,7 1 0 16,-6 4 0-16,5-5 0 0,-2 1-4 0,0 1 11 0,1 2-10 15,-2-3 3-15,0 2 0 0,0 0 0 0,0-1 0 0,1 1-4 16,0-3 0-16,-2 4 1 0,4-1 3 0,-6-1 0 15,0 2 3-15,2 0-3 0,0 1 0 0,1-3 4 0,0 1-4 16,-3 2 0-16,1 1 0 0,0-5 7 0,1 0-7 16,-4 2-3-16,5 0 6 0,-4 0-3 0,-1 0-3 15,4 1 3-15,-4-3-4 0,2 2 0 0,-2 1 4 0,4 2 4 16,-4-1-4-16,4-2 0 0,-4 1 0 0,-2 0 4 16,4-3-4-16,-4 3 0 0,4 0 0 0,-2 1 0 0,0-2 0 15,-2 1 0-15,2 0 7 0,0 1-7 0,-2-1 4 16,2 3 3-16,-2 0 1 0,-2-2-12 0,4 1 4 15,-1-1 0-15,-3-3 0 0,0 3 0 0,3-3 0 0,-5 0 4 16,5 1 3-16,-4 1 1 0,3-4-12 0,-1 2 4 16,-2 2 7-16,0-3 1 0,0 5-4 0,0-5 3 0,-4 3 1 15,2 2-12-15,-2-6 4 0,1 1 8 0,-3 3 3 16,3-1 0-16,0 1-15 0,-1-4 4 0,-2 0 19 0,-1 3-3 16,6-3-12-16,-4 0 19 0,0 4-4 0,0-2-8 15,0-2-3-15,4 0 4 0,-4 0-4 0,0 0 3 16,1 4-3-16,4-7 0 0,-4 6-4 0,0-3-4 0,2 0 8 15,-3 0-4-15,3 0 0 0,-4 0 0 0,3 0-4 16,-2 0 0-16,1 0-4 0,-1 0 0 0,1 0 4 0,-2 0-24 16,1 0 1-16,2-3-12 0,0 0 0 0,0-2-18 0,3 1-7 15,-1-1-7-15,1-3-32 0,1 1-37 0,4 0-33 16,-1-2-25-16,1-3 20 0,-3 4 28 0,3 0 13 16,0-2 14-16</inkml:trace>
  <inkml:trace contextRef="#ctx0" brushRef="#br0" timeOffset="197422.52">13151 16590 64 0,'-3'0'74'0,"-3"0"1"0,3 0 0 0,-5 0-7 16,1 0-7-16,-1 0-27 0,-3 2 14 0,1 2 0 0,1 0-11 15,-3 1 1-15,0 2-3 0,1-1-4 0,-3 2 3 16,2 3-6-16,-4 0-7 0,2 0 6 0,1 3 5 0,-2 0-11 16,3 0 0-16,-6 1 3 0,6 1-10 0,-1 0-7 15,-1 1 4-15,0 0 3 0,0 1 0 0,3 3-10 0,-3-1 13 16,-1 3-17-16,5 0 18 0,-1-1-18 0,0 3 14 16,-2 2 1-16,5 2-8 0,-1 0-7 0,-4 2 14 15,5 3-7-15,-2 0-7 0,4 2 14 0,-4-3 1 0,0 8-1 16,3-3-3-16,2 2 0 0,-3 1 0 0,5-1 0 15,0-2-11-15,3 3-8 0,0-3 16 0,3-1-5 0,0-1 4 16,5-2-10-16,-2-2 3 0,5-2 11 0,0-2 0 0,-1 1-8 16,6-6 5-16,1 1-12 0,0-3 11 15,4-3-18-15,-2-1 19 0,3-3-19 0,1-3 7 0,3-3-11 16,-3-1 5-16,7-4-5 0,-4 1-7 0,0-5-17 0,2-2-25 16,-2-1-56-16,0-5-58 0,-3 0 0 0,2-3 18 15,-2-3 17-15,-1-3 21 0</inkml:trace>
  <inkml:trace contextRef="#ctx0" brushRef="#br0" timeOffset="197805.63">13809 16565 91 0,'0'3'102'0,"0"-3"-7"15,0 1-14-15,0 0-2 0,0-1-4 0,-4 8-10 16,2-3-21-16,-1 2 15 0,-1 4 0 0,-5 4-21 16,2-2 7-16,0 4 1 0,0 3-4 0,-3 0-3 0,-3 1-4 15,1 1 1-15,4 3 3 0,-6-3-3 0,0 3-3 0,3 0-4 16,-3 6-18-16,-2-2 3 0,2 1 8 15,-2 2-7-15,4 0-11 0,-3 0 3 0,-1-1 0 0,1-1 8 0,4 1-7 16,-1-3-1-16,4-3-3 0,0 0 0 0,0-3-1 16,4-4 1-16,0-3-4 0,0-1-4 0,4-1-3 15,0-6-12-15,0-2-3 0,0-1 0 0,4-4 11 0,0-4-18 16,2-1-8-16,0-4-6 0,2-2-25 0,0-3-53 16,-1-6-57-16,4-2 0 0,-1 0 17 0,1-7 12 15,-1-1 20-15</inkml:trace>
  <inkml:trace contextRef="#ctx0" brushRef="#br0" timeOffset="198025.18">13751 16573 60 0,'7'5'95'16,"-3"0"-23"-16,1 4 13 0,1 2-4 0,0 2-20 15,2 1-9-15,3 6-4 0,0-2 0 0,-1 5-7 0,-1-2-3 16,5 4 17-16,-2 0-17 0,3 3 11 0,-4 1-7 0,3 2 3 15,2 0-13-15,-4 0-4 0,0 1 1 0,1-1 3 16,-2-2-14-16,1 0-1 0,-1 0 5 0,-2-2-11 16,0-2-4-16,-1-3 7 0,3-1-3 0,-6-3-22 0,1 0 8 15,0-4-22-15,0-4-8 0,-2 1-20 0,-2-6-53 0,0-1-89 16,3-5 13-16,-5-2 25 0,0-2 18 0,-2-1 13 16</inkml:trace>
  <inkml:trace contextRef="#ctx0" brushRef="#br0" timeOffset="198277.09">13471 17169 88 0,'3'0'101'0,"-3"0"-6"0,4 0-3 0,-1 0-7 15,1-1 8-15,2 1-21 0,4 0-4 0,-4-3-12 0,6 0-4 16,2-2 0-16,0 0-13 0,5-3-1 0,1 1-9 16,2-5-12-16,0-1 8 0,2-1-7 0,6-3-14 0,-5 0 6 15,6 3-20-15,-4-3-5 0,4 1-24 0,-7 3-45 16,2-4-83-16,0 3-19 0,-4 0 26 0,-2 3 20 0,-2 0 22 16</inkml:trace>
  <inkml:trace contextRef="#ctx0" brushRef="#br0" timeOffset="199019.64">14171 16826 115 0,'1'4'74'0,"2"-1"-6"0,-4 2-3 0,5 1 10 16,-2 0-21-16,0 1-20 0,1-2 7 0,3 4-13 16,-6-1 13-16,3-1-10 0,2 1-4 0,0-1 1 0,-2 3-4 15,1-3-10-15,1 2 6 0,-4 0 1 0,3-1-3 16,-2 3-5-16,7 2 5 0,-9-2-8 0,3 2 1 0,-1 3-8 16,-2-1 11-16,1 0-3 0,-1 5 3 0,0-5-4 15,-1 3 1-15,1 0-4 0,-2 0 3 0,4-2 8 16,-2-2-11-16,0 2 0 0,0-2 0 0,0-3-3 0,0-1 3 15,0-1-4-15,1 0 4 0,0-2 0 0,2-4-7 16,-2-2 4-16,3 3-1 0,-4-2 8 0,2-2-11 0,-2 1-7 16,3-2 18-16,-2 1-11 0,-1 0 0 0,-1 0 10 15,-2 0-10-15,6 1 15 0,-3-2-5 0,1 1-6 16,-1 0 17-16,2 0-17 0,1 0 14 0,-2-5-18 0,-1 3 14 16,4-4-17-16,1 1 17 0,-4-4-18 0,-1 0 15 0,5-3 0 15,-3-1-18-15,1-4 14 0,3-1-18 0,0-2 15 16,-2 2-19-16,2-2 12 0,-2-3-12 0,6 0 1 0,-2-1 0 15,-4 2-1-15,2-2 5 0,-2 0-5 0,-1 7 5 16,1-3-1-16,-3 5 0 0,-1-1 4 0,3 4 4 16,-3 2-1-16,0 1 8 0,-3 3-8 0,6 3 1 0,-3-1 3 15,0 3 0-15,2 1 7 0,-2-3-11 0,0 3 4 16,0 0-3-16,0 3 3 0,3-3 3 0,-1 0 8 0,-1 0-11 16,3 1-7-16,1 0 3 0,0 4 1 0,4 2 10 15,-1 0 3-15,-3 0-6 0,5 2 3 0,0 4 7 16,1-1 1-16,-4 4-1 0,3-3 0 0,-3 4-7 0,1 1 0 15,-1-3-7-15,1 3 8 0,0-1-1 0,-3-1 0 16,1 0 7-16,2-2-17 0,-3-4 6 0,1 1 12 0,1-6-12 16,-1-2-3-16,3 1 8 0,-2-6-23 0,6-1 15 15,-4-4-14-15,2-4-8 0,2 1 1 0,5-5-8 16,-3-3 1-16,1 1-1 0,0-1-10 0,2-7 1 0,-4 8-1 16,3-4 11-16,-3 1 0 0,-2 2 8 0,-1 4 2 15,-3 1 8-15,-1 5-1 0,-3 4 15 0,-3-3-4 16,0 5 21-16,2-1-4 0,-6 6 4 0,3 0 7 0,0 4 7 15,0 1-7-15,0 1-11 0,0-2 1 0,0 4 10 16,0 0-17-16,0 3 14 0,0 0-18 0,4-2 14 0,1 0-7 16,1 0-7-16,-1 0-14 0,6-2-3 0,-1 2-5 0,0-3-27 15,3-1-25-15,-1-3-66 0,2 0-46 0,-3-2 8 16,0 0 21-16,0-5 21 0</inkml:trace>
  <inkml:trace contextRef="#ctx0" brushRef="#br0" timeOffset="199349.68">15042 16765 77 0,'0'10'85'16,"2"1"10"-16,1-3-10 0,-3 3-13 0,2 5 6 0,2-1-16 16,0 3 3-16,-2 1-3 0,2 1-17 0,-1 1 3 15,4 4 1-15,-2 1-7 0,-1 4-4 0,-1 1-6 0,1 1-11 16,-1 3 7-16,2-1-3 0,0 0 0 0,1 0-7 16,0 1-7-16,-2-1 14 0,1-2-14 0,-4 2-8 0,5-5 15 15,1-1-10-15,-4-3-1 0,1 0 4 0,-2-4-8 16,-2 0-3-16,3-6-21 0,-1 0-1 0,-2-5 4 0,0 1-7 15,0-7-18-15,0-1-17 0,0 1-25 0,-2-4-47 16,-1-2-40-16,1-1 4 0,-2-3 22 0,1-2 17 0</inkml:trace>
  <inkml:trace contextRef="#ctx0" brushRef="#br0" timeOffset="199605.8499">15175 16919 118 0,'18'3'122'0,"-5"0"-6"0,6 2-11 0,-4-1-6 0,-1 3-9 16,-1 0-25-16,3-1-2 0,-4 2-8 0,1 5-2 16,-3 2-1-16,-3-5-13 0,3 2-3 0,-4 1-8 15,-4-1 1-15,0 2 3 0,0-1-3 0,-1 2-14 0,-1-3-1 16,0-2-6-16,-3 0-12 0,1-2 0 0,-1 0-3 15,-6-3-22-15,3-1-3 0,-4-3-22 0,0-1-3 0,-6-1-24 16,3-8-48-16,-6 5-34 0,2-8 3 0,-3-1 10 0,-1-4 18 16</inkml:trace>
  <inkml:trace contextRef="#ctx0" brushRef="#br0" timeOffset="200253.59">15490 17000 135 0,'10'0'98'0,"0"1"-9"0,3-1-4 0,3-1-10 0,1-2-3 16,-2-4-24-16,-1 0-4 0,0 3-6 0,1-2-10 15,2-2 6-15,-3-2 4 0,-1-1-6 0,1-1-11 0,-4 2 3 16,0-3-3-16,1 2-10 0,-1 0-8 0,-5-1 11 16,-3 5 4-16,0-2-11 0,0 0 4 0,-2 3 3 0,-2 3 0 15,-2-1-4-15,-1 3 1 0,-3-2 0 0,-3 0-8 16,5 3 4-16,-4-1 1 0,2 1-1 0,-4 0 0 15,0 0 0-15,2 0 0 0,2 0 0 0,0 0-3 0,-2-3 3 16,4 6-3-16,1-3-1 0,-2 0 1 0,0 0-1 16,3 0 1-16,1 1 0 0,2 2-1 0,-1 0-3 0,-2-1 4 15,4 3-4-15,-2 2 3 0,-2 0-3 0,3 2 4 16,-3 1-11-16,0 1-4 0,-3 0 4 0,1 2 7 16,2 1 0-16,4 2 7 0,-6 0 4 0,5 2 7 0,-2 2-4 15,3 1 1-15,0 0 3 0,-1 2 8 0,1 3-4 16,0-1-8-16,5-4 5 0,-3 1-12 0,6-1 1 0,-2-1-8 15,5-4 7-15,0-1 4 0,-1 0-7 0,8-5-12 16,2-1 1-16,3-3 0 0,1-3-12 0,-2-1-21 16,4-5-22-16,-2-5-32 0,4-1-55 0,-5-4-42 0,5-3 9 15,-4-6 22-15,0 1 20 0,-2-4 18 0</inkml:trace>
  <inkml:trace contextRef="#ctx0" brushRef="#br0" timeOffset="200624.3499">16068 16918 91 0,'0'18'95'0,"-5"3"-24"0,3-3 4 0,2 2-4 16,-4-4 1-16,8 1-38 0,-8 1 14 0,4-4-10 16,0 2-14-16,0-6 10 0,0-2-3 0,0-1 0 0,0-3-20 15,0 0 6-15,0-2 0 0,0-4-3 0,0-1 3 16,0-2-10-16,4-3-7 0,1-4 4 0,-3 2 6 0,2-3-17 15,0-4 11-15,-1 1-4 0,3-5 0 0,-4 0-4 16,3 0 1-16,2 0-1 0,-7-1 1 0,0 4-4 16,2-3-7-16,-2 3-3 0,0-1 10 0,0 1 0 0,0-2 3 15,0 5 4-15,0 1 7 0,-2 3 4 0,2 0-15 16,2 0 1-16,0 2-1 0,3 4 15 0,-3 1 6 0,1 1-7 16,0 0 1-16,3 2-1 0,-1 1 1 0,3 0-1 0,-1 0-3 15,-1 0 0-15,0 1 0 0,4-1 0 0,-1-1 0 16,2 5-3-16,-1-1 3 0,2-1-11 0,2 1 4 15,-5 1 4-15,4-1-15 0,2 4-6 0,-1-3-1 0,-1 2-13 16,0-5-49-16,-3 1-68 0,5-2-19 0,-5 1 24 16,1-1 14-16</inkml:trace>
  <inkml:trace contextRef="#ctx0" brushRef="#br0" timeOffset="201057.72">16473 16995 91 0,'8'-3'95'0,"-1"1"-7"0,0-5-10 16,4 3-6-16,-1-5-21 0,0 4-20 0,1-1 10 15,0-4-4-15,0 2-6 0,-1-3-3 0,0 0-1 16,0 1-3-16,-4 1-17 0,3-2 11 0,-4 3-15 0,-3 0 14 15,0-1-3-15,0 4-3 0,1-4-1 0,-6 3-3 16,1 5-14-16,-4-1 14 0,3-1 0 0,-6 2 0 0,0 1-14 16,1 0 0-16,-2 1 14 0,-1 2 0 0,1-1-14 15,-4 1 14-15,7 1 0 0,-5-3-4 0,2 5-10 0,0-3-3 16,1 3 0-16,5-4-1 0,-4 1 8 0,1 1 3 0,1 2-4 16,1-1-6-16,0-2-1 0,1 1 8 0,4 0-4 15,-4 0 0-15,2 2 0 0,-1 3 0 0,-1 0 14 16,-3 0-3-16,4 1 6 0,-1 3 4 0,-2-1-11 15,0 2 11-15,1 7 10 0,-3-3-6 0,8 1-1 0,-3 2 4 16,3 1-3-16,-3-2 3 0,6 3-7 0,0-3 0 16,2 2 0-16,0-4-4 0,5 2 19 0,2-4-22 0,2-2 0 15,1-3 14-15,3-1-3 0,1 0-18 0,2-2 14 16,-1-8-17-16,4 4 3 0,2-2-8 0,-5-5-9 0,2-3-8 16,-1 1-21-16,-2-3-28 0,0-2-37 0,-3-2-58 15,1-3 2-15,-2 0 24 0,-2 0 14 0</inkml:trace>
  <inkml:trace contextRef="#ctx0" brushRef="#br0" timeOffset="201870.15">13926 17690 64 0,'6'-5'78'0,"4"0"7"16,-2 0-7-16,3-1-17 0,-1 3 10 0,2 0-19 15,-2-2-11-15,4 2-11 0,1-1 8 0,-2 3-7 0,6-4-7 16,-5 1 7-16,7 0 0 0,0 0-3 0,-1-2-4 0,2 1 0 16,1-2-3-16,5-1 0 0,-4 1-3 15,2 1-1-15,4-2 8 0,-3 2-11 0,2 0-7 0,-2 1 14 16,5 0-10-16,0 0-8 0,-2 0 15 0,4 5-18 0,2-2 17 15,-5 0-17-15,4 0 15 0,7 2-15 0,-5 0 14 16,2 0-14-16,0 0 14 0,1 0-10 0,2 0 6 16,0 0-13-16,1 0 14 0,1 0-11 0,1 0-8 0,-2 0 16 15,0 0-19-15,0 0 18 0,1 0-18 0,-1 0 18 16,-1 0-10-16,-1 0-8 0,-1-4 15 0,-2 1 3 0,2 1-4 16,0-1-10-16,1-1 4 0,0 0-1 0,1-1-3 15,-2 0 3-15,1-2 1 0,2 0-1 0,-1 1 11 16,1 1-10-16,1-1-1 0,0 2 1 0,-3-3-1 0,4 2 1 15,-3 0 10-15,0 1-7 0,2 0 0 0,-3 0 7 16,1-2 0-16,-1 2 0 0,-5-2 0 0,4 4 0 0,0-4-14 16,-3 1 14-16,2 2-3 0,-1-4-8 0,-1 4 19 15,2-2-15-15,37-4 14 0,-39 6 0 0,1 1 1 16,-2-4-4-16,0 6-1 0,-2-1 1 0,2-1-3 16,-5 0-1-16,-1 2-11 0,-1 0-3 0,-2 2 7 0,-1-2 7 15,0-2 0-15,-3 4-10 0,-1-2 6 0,0-2 1 16,-5 2 0-16,2 0-1 0,-4 4 1 0,-1-4-19 15,0 0 15-15,-2 0 0 0,-1 0-3 0,0 0-23 0,-3 0 1 16,-1 0 4-16,3 0-12 0,-3-2-24 0,1-3-20 0,-7 3-42 16,3-2-50-16,-4-1-2 0,-4-1 21 0,-1 1 18 15</inkml:trace>
  <inkml:trace contextRef="#ctx0" brushRef="#br0" timeOffset="202936.8299">14914 18123 111 0,'6'-5'78'0,"0"-3"11"0,3 6-21 0,-4-5 3 0,-2 4 1 0,4 0-21 15,-1 1-10-15,-3-1-3 0,4 3-7 0,0-2 0 16,-5 2 0-16,5 0-7 0,1 2-7 0,-4-4 8 0,3 2-5 16,1 0 1-16,-1-3-7 0,-2 3 4 0,4 0-8 15,-2 0 4-15,0 0-7 0,1-2-3 0,-1 2 6 0,0 2-3 16,5 1 7-16,-6-3-10 0,2 2-4 0,1 1 0 16,-2 2 3-16,3-2-3 0,-5 5 0 0,2-2-3 15,1 1-1-15,-2 2 4 0,-4 0 0 0,3 2 0 0,-5-1 0 16,3 1 0-16,-2-1 0 0,-1 5 4 0,0-5-4 15,-1 6 3-15,-2-2-3 0,6-1 4 0,-1 0-4 0,-2 3 3 16,4-2-3-16,0 1 4 0,-2-3-1 0,-2 2 1 16,3-4 3-16,-2 4-7 0,-1-3 4 0,0 0 6 0,0-2-6 15,2 1-4-15,-4 0 3 0,2-3 1 0,-1 0 3 16,1-1 0-16,1-1-11 0,-1-2 12 0,0 0-1 16,0-2-11-16,0-1 18 0,0 1-14 0,-1-1 18 0,1 0-4 15,0-1-14-15,0 1 15 0,0-1 6 0,0 2-6 16,0-1-1-16,1 0 0 0,-1 0 1 0,0 0 3 0,0 0-11 15,5-4 8-15,-5 4-4 0,1-7 0 0,3 2-4 16,1-1 1-16,1-2-1 0,-4-1 0 0,4-4 1 16,1 1-1-16,-1-4-3 0,2-1-41 0,3-1 37 0,-2-3 4 15,2-4-4-15,0 0-22 0,0-1 11 0,2-3-4 0,-1-2-14 16,-1-2 4-16,1 2 3 0,2-2-7 0,-6 1 4 16,0 3 11-16,-1 0-4 0,-1 4-7 0,2 4 18 0,-3 3-7 15,-3 5 4-15,-1-1 2 0,2 8 5 0,-3 4-4 16,0-2 3-16,0 1 1 0,0 3 3 0,0 0 0 15,0 0 0-15,-3 3 0 0,7 1 7 0,-2-2 7 0,2 3-10 16,2-2 6-16,-2 2 8 0,2 3-15 0,4 2 19 16,0 3-15-16,0 1 14 0,1 0-3 0,-3 2 0 0,3 4 0 15,-1-1 3-15,0 3 8 0,-2 3-11 0,1-1 4 16,1 3-3-16,-2-1 10 0,-3 2-14 0,-3-1 14 16,-1 0 1-16,5-3-11 0,-3 2 7 0,1-4-18 0,-1 1-1 15,-3-6 8-15,0 1 4 0,4-4-11 0,-4 1 0 16,6-6 7-16,-5-1-11 0,2-4-4 0,-2 0 0 15,3-2 0-15,-4-2 0 0,5 0 0 0,0-5 7 0,-4 0 5 16,5-3-4-16,-2-2-8 0,3-5-4 0,-3 2-19 16,1-5 0-16,1-2-12 0,-3-2-6 0,1-4 0 0,2-2-7 15,-3 1 4-15,-3-1-18 0,2 0-10 0,1-7-10 16,-3 2-6-16,0 2-20 0,0-1-10 0,0 3 8 0,0 2 11 16,-3 2 17-16,3 1 21 0,0 2 14 0,3 5 30 0,-3 7 23 15,0-1 39-15,0 6 6 0,-3 2 3 0,3 1 0 16,0-1-2-16,0 2-18 0,0 5 4 0,0-1-1 15,0 1 5-15,0-1 2 0,3 5 1 0,0-1-13 0,0-2-1 16,-1 5 11-16,4 2 0 0,3 2 3 0,-4-2 9 16,6 2-5-16,-4 1-13 0,3 2 11 0,-2 0-18 0,-2 4 8 15,4-1-1-15,-4 1 1 0,2 1-14 0,-3 1-1 16,2-1 8-16,0-1-7 0,-2 1-23 0,1-3-4 16,1-2 4-16,0 0-23 0,-1-3-14 0,2-5-15 0,0-1-36 15,-1-2-77-15,2-6-56 0,-1 0 28 0,1-3 29 16,4-5 17-16,-2-2 18 0</inkml:trace>
  <inkml:trace contextRef="#ctx0" brushRef="#br0" timeOffset="203505.79">16236 17685 74 0,'3'0'109'16,"0"-2"-18"-16,0-1 8 0,0 3-18 0,1-4-2 15,1 3-28-15,-1 2 11 0,3-1-17 0,0 3 14 0,-1-6-7 16,2 3-3-16,-4 0-14 0,4 0 0 0,-2 0-7 16,4-1 0-16,0 1-3 0,-2 0-3 0,0 0-5 0,0-2 5 15,0 2-8-15,0 0 8 0,-3 2-11 0,4-1-1 16,-3 3 1-16,1 1-3 0,-2 0-1 0,0-1 0 0,0 3-3 16,-4-2 3-16,2 3-3 0,-2-3-1 0,2 2 5 15,-1 3-5-15,-2-5-3 0,0 2 4 0,0 2-4 0,0-4 4 16,-2 2-1-16,4 1 1 0,-2 1-4 0,0-1 0 15,-5 2 11-15,4-2-7 0,-3 3-4 0,-1-1 0 16,0 2 0-16,-3-2 0 0,2 3 3 0,-4-2-3 0,2 1 0 16,-2-2 8-16,2 4-8 0,0-6 3 0,0 3-3 15,3-1 4-15,-1-2 3 0,1-5-3 0,4 3 3 0,-2-3 1 16,1-1-1-16,2-2 8 0,0 0-11 0,0 0 3 16,0-2-3-16,2-1-4 0,2-3 4 0,1 2 7 15,1-6-15-15,-1 0 4 0,3 5 8 0,0-5-1 0,2 0-11 16,3 2-7-16,3 0 11 0,-1 1 4 0,1 0-12 15,0 6-3-15,-1-1 0 0,1 1 4 0,3 1-23 0,-3 1 12 16,0 1-15-16,0-1-15 0,2 6-2 0,-4-2-29 16,0 0-20-16,-4 0-51 0,5-5-47 0,-4 3 33 0,3 2 18 15,-2-5 17-15</inkml:trace>
  <inkml:trace contextRef="#ctx0" brushRef="#br0" timeOffset="204269.69">17357 16725 64 0,'6'0'74'0,"3"0"8"0,-2 2 3 0,-1 0-14 0,1-2 4 16,0 3-27-16,1 2-4 0,3-2 1 0,-1 5 3 15,0-1 4-15,2 3-1 0,3 4-2 0,-1-3-7 0,2 2 0 16,-3 7-4-16,1 0-2 0,3 1-1 0,-2 6-7 0,1 0 4 16,1 4 4-16,-1 2-3 0,0 1-4 0,0 1-11 15,0 3 0-15,0 0-7 0,-1 0 4 0,-1 2-1 16,0-1-6-16,0 1-1 0,-6-5-3 0,2 3 3 0,0 0-3 16,-5-3-1-16,-3 3 5 0,-1-2 3 0,-1-1-7 15,-4-1-4-15,-1 2-4 0,-5 0 8 0,-1-1-4 16,-3 1 0-16,1 0 3 0,-3-2-6 0,-3 3 3 0,-1-2-4 15,0 4 4-15,0-5-4 0,-5 4-3 0,6-2-4 16,-4 0 3-16,2-2-21 0,2 0 3 0,-2-3-7 0,0-2-14 16,2 2-3-16,0-6-25 0,-3-2-34 0,4-1-61 15,-1-4-12-15,-2-4 29 0,1-1 13 0,0-5 18 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011082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52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AE507A8-A5CF-4D38-AB86-7EDDA87A85D4}" type="datetime1">
              <a:rPr lang="en-US" smtClean="0"/>
              <a:t>11/22/2022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889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556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31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96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11/22/2022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58901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417879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11/22/2022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444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8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350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073ED0CC-082F-4160-86E5-0D6041F12778}" type="datetime1">
              <a:rPr lang="en-US" smtClean="0"/>
              <a:t>11/22/2022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01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fi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9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customXml" Target="../ink/ink1.xml"/><Relationship Id="rId4" Type="http://schemas.openxmlformats.org/officeDocument/2006/relationships/image" Target="../media/image1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25">
            <a:extLst>
              <a:ext uri="{FF2B5EF4-FFF2-40B4-BE49-F238E27FC236}">
                <a16:creationId xmlns:a16="http://schemas.microsoft.com/office/drawing/2014/main" xmlns="" id="{8363C3DA-5063-4048-965B-F5FDB35CCC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xmlns="" id="{4BE79ECB-20D1-486E-B39D-0F98D69BEB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xmlns="" id="{E2F1DBD8-7930-4EF6-AF8F-F6A6743036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0102" y="1432223"/>
            <a:ext cx="2818417" cy="3357976"/>
          </a:xfrm>
        </p:spPr>
        <p:txBody>
          <a:bodyPr>
            <a:normAutofit/>
          </a:bodyPr>
          <a:lstStyle/>
          <a:p>
            <a:r>
              <a:rPr lang="en-US" sz="4800" dirty="0"/>
              <a:t>DIFERENSIAL</a:t>
            </a:r>
            <a:br>
              <a:rPr lang="en-US" sz="4800" dirty="0"/>
            </a:br>
            <a:r>
              <a:rPr lang="en-US" sz="4800" dirty="0"/>
              <a:t>VEKTOR</a:t>
            </a:r>
          </a:p>
        </p:txBody>
      </p:sp>
      <p:sp>
        <p:nvSpPr>
          <p:cNvPr id="41" name="Rectangle 31">
            <a:extLst>
              <a:ext uri="{FF2B5EF4-FFF2-40B4-BE49-F238E27FC236}">
                <a16:creationId xmlns:a16="http://schemas.microsoft.com/office/drawing/2014/main" xmlns="" id="{F39044D3-8725-4D57-BD64-A96E7C271A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33">
            <a:extLst>
              <a:ext uri="{FF2B5EF4-FFF2-40B4-BE49-F238E27FC236}">
                <a16:creationId xmlns:a16="http://schemas.microsoft.com/office/drawing/2014/main" xmlns="" id="{8DCC089B-F750-4C12-822F-DF53F4DD36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43" name="Oval 34">
              <a:extLst>
                <a:ext uri="{FF2B5EF4-FFF2-40B4-BE49-F238E27FC236}">
                  <a16:creationId xmlns:a16="http://schemas.microsoft.com/office/drawing/2014/main" xmlns="" id="{3CDC7132-9021-4F21-AE5A-9B9B90C9827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44" name="Oval 35">
              <a:extLst>
                <a:ext uri="{FF2B5EF4-FFF2-40B4-BE49-F238E27FC236}">
                  <a16:creationId xmlns:a16="http://schemas.microsoft.com/office/drawing/2014/main" xmlns="" id="{00D011B8-BF69-4B6B-B3D2-F1BA7710863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xmlns="" id="{8E5D9D09-72EE-41F9-AA24-44AF7B01D9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121" r="-1" b="1319"/>
          <a:stretch/>
        </p:blipFill>
        <p:spPr>
          <a:xfrm>
            <a:off x="920833" y="1328839"/>
            <a:ext cx="6647395" cy="413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576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CC71E0E-CFA0-4C68-87A2-681E01D78049}"/>
              </a:ext>
            </a:extLst>
          </p:cNvPr>
          <p:cNvSpPr txBox="1"/>
          <p:nvPr/>
        </p:nvSpPr>
        <p:spPr>
          <a:xfrm>
            <a:off x="269765" y="98432"/>
            <a:ext cx="6011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Tentang</a:t>
            </a:r>
            <a:r>
              <a:rPr lang="en-US" sz="2400" dirty="0"/>
              <a:t> </a:t>
            </a:r>
            <a:r>
              <a:rPr lang="en-US" sz="2400" dirty="0" err="1"/>
              <a:t>Fluks</a:t>
            </a:r>
            <a:r>
              <a:rPr lang="en-US" sz="2400" dirty="0"/>
              <a:t> </a:t>
            </a:r>
            <a:r>
              <a:rPr lang="en-US" sz="2400" dirty="0" err="1"/>
              <a:t>Magnetik</a:t>
            </a:r>
            <a:endParaRPr lang="en-ID" sz="24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xmlns="" id="{099E3A22-5D4D-4B8C-B438-87C599BBFE4B}"/>
              </a:ext>
            </a:extLst>
          </p:cNvPr>
          <p:cNvSpPr/>
          <p:nvPr/>
        </p:nvSpPr>
        <p:spPr>
          <a:xfrm>
            <a:off x="915998" y="1273880"/>
            <a:ext cx="3076882" cy="4933879"/>
          </a:xfrm>
          <a:custGeom>
            <a:avLst/>
            <a:gdLst>
              <a:gd name="connsiteX0" fmla="*/ 0 w 2154769"/>
              <a:gd name="connsiteY0" fmla="*/ 3226676 h 3226676"/>
              <a:gd name="connsiteX1" fmla="*/ 21021 w 2154769"/>
              <a:gd name="connsiteY1" fmla="*/ 3174124 h 3226676"/>
              <a:gd name="connsiteX2" fmla="*/ 63062 w 2154769"/>
              <a:gd name="connsiteY2" fmla="*/ 3090041 h 3226676"/>
              <a:gd name="connsiteX3" fmla="*/ 73573 w 2154769"/>
              <a:gd name="connsiteY3" fmla="*/ 3058510 h 3226676"/>
              <a:gd name="connsiteX4" fmla="*/ 115614 w 2154769"/>
              <a:gd name="connsiteY4" fmla="*/ 2984938 h 3226676"/>
              <a:gd name="connsiteX5" fmla="*/ 126124 w 2154769"/>
              <a:gd name="connsiteY5" fmla="*/ 2953407 h 3226676"/>
              <a:gd name="connsiteX6" fmla="*/ 168166 w 2154769"/>
              <a:gd name="connsiteY6" fmla="*/ 2869324 h 3226676"/>
              <a:gd name="connsiteX7" fmla="*/ 210207 w 2154769"/>
              <a:gd name="connsiteY7" fmla="*/ 2764220 h 3226676"/>
              <a:gd name="connsiteX8" fmla="*/ 231228 w 2154769"/>
              <a:gd name="connsiteY8" fmla="*/ 2732689 h 3226676"/>
              <a:gd name="connsiteX9" fmla="*/ 273269 w 2154769"/>
              <a:gd name="connsiteY9" fmla="*/ 2648607 h 3226676"/>
              <a:gd name="connsiteX10" fmla="*/ 294290 w 2154769"/>
              <a:gd name="connsiteY10" fmla="*/ 2617076 h 3226676"/>
              <a:gd name="connsiteX11" fmla="*/ 315310 w 2154769"/>
              <a:gd name="connsiteY11" fmla="*/ 2575034 h 3226676"/>
              <a:gd name="connsiteX12" fmla="*/ 346842 w 2154769"/>
              <a:gd name="connsiteY12" fmla="*/ 2543503 h 3226676"/>
              <a:gd name="connsiteX13" fmla="*/ 409904 w 2154769"/>
              <a:gd name="connsiteY13" fmla="*/ 2459420 h 3226676"/>
              <a:gd name="connsiteX14" fmla="*/ 462455 w 2154769"/>
              <a:gd name="connsiteY14" fmla="*/ 2375338 h 3226676"/>
              <a:gd name="connsiteX15" fmla="*/ 504497 w 2154769"/>
              <a:gd name="connsiteY15" fmla="*/ 2301765 h 3226676"/>
              <a:gd name="connsiteX16" fmla="*/ 557048 w 2154769"/>
              <a:gd name="connsiteY16" fmla="*/ 2259724 h 3226676"/>
              <a:gd name="connsiteX17" fmla="*/ 588579 w 2154769"/>
              <a:gd name="connsiteY17" fmla="*/ 2217683 h 3226676"/>
              <a:gd name="connsiteX18" fmla="*/ 620110 w 2154769"/>
              <a:gd name="connsiteY18" fmla="*/ 2186152 h 3226676"/>
              <a:gd name="connsiteX19" fmla="*/ 704193 w 2154769"/>
              <a:gd name="connsiteY19" fmla="*/ 2070538 h 3226676"/>
              <a:gd name="connsiteX20" fmla="*/ 777766 w 2154769"/>
              <a:gd name="connsiteY20" fmla="*/ 1996965 h 3226676"/>
              <a:gd name="connsiteX21" fmla="*/ 830317 w 2154769"/>
              <a:gd name="connsiteY21" fmla="*/ 1923393 h 3226676"/>
              <a:gd name="connsiteX22" fmla="*/ 882869 w 2154769"/>
              <a:gd name="connsiteY22" fmla="*/ 1881352 h 3226676"/>
              <a:gd name="connsiteX23" fmla="*/ 998483 w 2154769"/>
              <a:gd name="connsiteY23" fmla="*/ 1744717 h 3226676"/>
              <a:gd name="connsiteX24" fmla="*/ 1030014 w 2154769"/>
              <a:gd name="connsiteY24" fmla="*/ 1713186 h 3226676"/>
              <a:gd name="connsiteX25" fmla="*/ 1051035 w 2154769"/>
              <a:gd name="connsiteY25" fmla="*/ 1681655 h 3226676"/>
              <a:gd name="connsiteX26" fmla="*/ 1082566 w 2154769"/>
              <a:gd name="connsiteY26" fmla="*/ 1650124 h 3226676"/>
              <a:gd name="connsiteX27" fmla="*/ 1103586 w 2154769"/>
              <a:gd name="connsiteY27" fmla="*/ 1618593 h 3226676"/>
              <a:gd name="connsiteX28" fmla="*/ 1135117 w 2154769"/>
              <a:gd name="connsiteY28" fmla="*/ 1608083 h 3226676"/>
              <a:gd name="connsiteX29" fmla="*/ 1208690 w 2154769"/>
              <a:gd name="connsiteY29" fmla="*/ 1524000 h 3226676"/>
              <a:gd name="connsiteX30" fmla="*/ 1250731 w 2154769"/>
              <a:gd name="connsiteY30" fmla="*/ 1471448 h 3226676"/>
              <a:gd name="connsiteX31" fmla="*/ 1387366 w 2154769"/>
              <a:gd name="connsiteY31" fmla="*/ 1345324 h 3226676"/>
              <a:gd name="connsiteX32" fmla="*/ 1471448 w 2154769"/>
              <a:gd name="connsiteY32" fmla="*/ 1250731 h 3226676"/>
              <a:gd name="connsiteX33" fmla="*/ 1545021 w 2154769"/>
              <a:gd name="connsiteY33" fmla="*/ 1187669 h 3226676"/>
              <a:gd name="connsiteX34" fmla="*/ 1576552 w 2154769"/>
              <a:gd name="connsiteY34" fmla="*/ 1145627 h 3226676"/>
              <a:gd name="connsiteX35" fmla="*/ 1618593 w 2154769"/>
              <a:gd name="connsiteY35" fmla="*/ 1082565 h 3226676"/>
              <a:gd name="connsiteX36" fmla="*/ 1660635 w 2154769"/>
              <a:gd name="connsiteY36" fmla="*/ 1040524 h 3226676"/>
              <a:gd name="connsiteX37" fmla="*/ 1692166 w 2154769"/>
              <a:gd name="connsiteY37" fmla="*/ 998483 h 3226676"/>
              <a:gd name="connsiteX38" fmla="*/ 1713186 w 2154769"/>
              <a:gd name="connsiteY38" fmla="*/ 966952 h 3226676"/>
              <a:gd name="connsiteX39" fmla="*/ 1744717 w 2154769"/>
              <a:gd name="connsiteY39" fmla="*/ 956441 h 3226676"/>
              <a:gd name="connsiteX40" fmla="*/ 1776248 w 2154769"/>
              <a:gd name="connsiteY40" fmla="*/ 924910 h 3226676"/>
              <a:gd name="connsiteX41" fmla="*/ 1839310 w 2154769"/>
              <a:gd name="connsiteY41" fmla="*/ 819807 h 3226676"/>
              <a:gd name="connsiteX42" fmla="*/ 1902373 w 2154769"/>
              <a:gd name="connsiteY42" fmla="*/ 756745 h 3226676"/>
              <a:gd name="connsiteX43" fmla="*/ 1933904 w 2154769"/>
              <a:gd name="connsiteY43" fmla="*/ 693683 h 3226676"/>
              <a:gd name="connsiteX44" fmla="*/ 1965435 w 2154769"/>
              <a:gd name="connsiteY44" fmla="*/ 672662 h 3226676"/>
              <a:gd name="connsiteX45" fmla="*/ 2017986 w 2154769"/>
              <a:gd name="connsiteY45" fmla="*/ 567558 h 3226676"/>
              <a:gd name="connsiteX46" fmla="*/ 2028497 w 2154769"/>
              <a:gd name="connsiteY46" fmla="*/ 536027 h 3226676"/>
              <a:gd name="connsiteX47" fmla="*/ 2070538 w 2154769"/>
              <a:gd name="connsiteY47" fmla="*/ 462455 h 3226676"/>
              <a:gd name="connsiteX48" fmla="*/ 2112579 w 2154769"/>
              <a:gd name="connsiteY48" fmla="*/ 315310 h 3226676"/>
              <a:gd name="connsiteX49" fmla="*/ 2123090 w 2154769"/>
              <a:gd name="connsiteY49" fmla="*/ 273269 h 3226676"/>
              <a:gd name="connsiteX50" fmla="*/ 2144110 w 2154769"/>
              <a:gd name="connsiteY50" fmla="*/ 189186 h 3226676"/>
              <a:gd name="connsiteX51" fmla="*/ 2154621 w 2154769"/>
              <a:gd name="connsiteY51" fmla="*/ 0 h 3226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2154769" h="3226676">
                <a:moveTo>
                  <a:pt x="0" y="3226676"/>
                </a:moveTo>
                <a:cubicBezTo>
                  <a:pt x="7007" y="3209159"/>
                  <a:pt x="13115" y="3191254"/>
                  <a:pt x="21021" y="3174124"/>
                </a:cubicBezTo>
                <a:cubicBezTo>
                  <a:pt x="34152" y="3145672"/>
                  <a:pt x="53152" y="3119769"/>
                  <a:pt x="63062" y="3090041"/>
                </a:cubicBezTo>
                <a:cubicBezTo>
                  <a:pt x="66566" y="3079531"/>
                  <a:pt x="69209" y="3068693"/>
                  <a:pt x="73573" y="3058510"/>
                </a:cubicBezTo>
                <a:cubicBezTo>
                  <a:pt x="89576" y="3021169"/>
                  <a:pt x="94501" y="3016607"/>
                  <a:pt x="115614" y="2984938"/>
                </a:cubicBezTo>
                <a:cubicBezTo>
                  <a:pt x="119117" y="2974428"/>
                  <a:pt x="121540" y="2963493"/>
                  <a:pt x="126124" y="2953407"/>
                </a:cubicBezTo>
                <a:cubicBezTo>
                  <a:pt x="139091" y="2924880"/>
                  <a:pt x="158257" y="2899052"/>
                  <a:pt x="168166" y="2869324"/>
                </a:cubicBezTo>
                <a:cubicBezTo>
                  <a:pt x="185393" y="2817642"/>
                  <a:pt x="185463" y="2807522"/>
                  <a:pt x="210207" y="2764220"/>
                </a:cubicBezTo>
                <a:cubicBezTo>
                  <a:pt x="216474" y="2753252"/>
                  <a:pt x="225179" y="2743778"/>
                  <a:pt x="231228" y="2732689"/>
                </a:cubicBezTo>
                <a:cubicBezTo>
                  <a:pt x="246233" y="2705180"/>
                  <a:pt x="255887" y="2674680"/>
                  <a:pt x="273269" y="2648607"/>
                </a:cubicBezTo>
                <a:cubicBezTo>
                  <a:pt x="280276" y="2638097"/>
                  <a:pt x="288023" y="2628044"/>
                  <a:pt x="294290" y="2617076"/>
                </a:cubicBezTo>
                <a:cubicBezTo>
                  <a:pt x="302063" y="2603472"/>
                  <a:pt x="306203" y="2587784"/>
                  <a:pt x="315310" y="2575034"/>
                </a:cubicBezTo>
                <a:cubicBezTo>
                  <a:pt x="323950" y="2562939"/>
                  <a:pt x="337429" y="2555007"/>
                  <a:pt x="346842" y="2543503"/>
                </a:cubicBezTo>
                <a:cubicBezTo>
                  <a:pt x="369027" y="2516388"/>
                  <a:pt x="388883" y="2487448"/>
                  <a:pt x="409904" y="2459420"/>
                </a:cubicBezTo>
                <a:cubicBezTo>
                  <a:pt x="440085" y="2419179"/>
                  <a:pt x="443217" y="2420226"/>
                  <a:pt x="462455" y="2375338"/>
                </a:cubicBezTo>
                <a:cubicBezTo>
                  <a:pt x="480492" y="2333251"/>
                  <a:pt x="463178" y="2343085"/>
                  <a:pt x="504497" y="2301765"/>
                </a:cubicBezTo>
                <a:cubicBezTo>
                  <a:pt x="520359" y="2285903"/>
                  <a:pt x="541186" y="2275586"/>
                  <a:pt x="557048" y="2259724"/>
                </a:cubicBezTo>
                <a:cubicBezTo>
                  <a:pt x="569434" y="2247338"/>
                  <a:pt x="577179" y="2230983"/>
                  <a:pt x="588579" y="2217683"/>
                </a:cubicBezTo>
                <a:cubicBezTo>
                  <a:pt x="598252" y="2206398"/>
                  <a:pt x="610594" y="2197571"/>
                  <a:pt x="620110" y="2186152"/>
                </a:cubicBezTo>
                <a:cubicBezTo>
                  <a:pt x="678797" y="2115727"/>
                  <a:pt x="582985" y="2191746"/>
                  <a:pt x="704193" y="2070538"/>
                </a:cubicBezTo>
                <a:cubicBezTo>
                  <a:pt x="728717" y="2046014"/>
                  <a:pt x="758528" y="2025823"/>
                  <a:pt x="777766" y="1996965"/>
                </a:cubicBezTo>
                <a:cubicBezTo>
                  <a:pt x="789703" y="1979059"/>
                  <a:pt x="817277" y="1936433"/>
                  <a:pt x="830317" y="1923393"/>
                </a:cubicBezTo>
                <a:cubicBezTo>
                  <a:pt x="846180" y="1907531"/>
                  <a:pt x="866102" y="1896256"/>
                  <a:pt x="882869" y="1881352"/>
                </a:cubicBezTo>
                <a:cubicBezTo>
                  <a:pt x="992240" y="1784133"/>
                  <a:pt x="833966" y="1909234"/>
                  <a:pt x="998483" y="1744717"/>
                </a:cubicBezTo>
                <a:cubicBezTo>
                  <a:pt x="1008993" y="1734207"/>
                  <a:pt x="1020498" y="1724605"/>
                  <a:pt x="1030014" y="1713186"/>
                </a:cubicBezTo>
                <a:cubicBezTo>
                  <a:pt x="1038101" y="1703482"/>
                  <a:pt x="1042948" y="1691359"/>
                  <a:pt x="1051035" y="1681655"/>
                </a:cubicBezTo>
                <a:cubicBezTo>
                  <a:pt x="1060551" y="1670236"/>
                  <a:pt x="1073050" y="1661543"/>
                  <a:pt x="1082566" y="1650124"/>
                </a:cubicBezTo>
                <a:cubicBezTo>
                  <a:pt x="1090653" y="1640420"/>
                  <a:pt x="1093722" y="1626484"/>
                  <a:pt x="1103586" y="1618593"/>
                </a:cubicBezTo>
                <a:cubicBezTo>
                  <a:pt x="1112237" y="1611672"/>
                  <a:pt x="1124607" y="1611586"/>
                  <a:pt x="1135117" y="1608083"/>
                </a:cubicBezTo>
                <a:cubicBezTo>
                  <a:pt x="1201194" y="1497954"/>
                  <a:pt x="1128410" y="1604280"/>
                  <a:pt x="1208690" y="1524000"/>
                </a:cubicBezTo>
                <a:cubicBezTo>
                  <a:pt x="1224553" y="1508137"/>
                  <a:pt x="1234868" y="1487311"/>
                  <a:pt x="1250731" y="1471448"/>
                </a:cubicBezTo>
                <a:cubicBezTo>
                  <a:pt x="1311070" y="1411109"/>
                  <a:pt x="1328351" y="1433849"/>
                  <a:pt x="1387366" y="1345324"/>
                </a:cubicBezTo>
                <a:cubicBezTo>
                  <a:pt x="1424876" y="1289058"/>
                  <a:pt x="1399454" y="1322725"/>
                  <a:pt x="1471448" y="1250731"/>
                </a:cubicBezTo>
                <a:cubicBezTo>
                  <a:pt x="1522422" y="1199757"/>
                  <a:pt x="1497000" y="1219682"/>
                  <a:pt x="1545021" y="1187669"/>
                </a:cubicBezTo>
                <a:cubicBezTo>
                  <a:pt x="1555531" y="1173655"/>
                  <a:pt x="1566507" y="1159978"/>
                  <a:pt x="1576552" y="1145627"/>
                </a:cubicBezTo>
                <a:cubicBezTo>
                  <a:pt x="1591040" y="1124930"/>
                  <a:pt x="1600729" y="1100429"/>
                  <a:pt x="1618593" y="1082565"/>
                </a:cubicBezTo>
                <a:cubicBezTo>
                  <a:pt x="1632607" y="1068551"/>
                  <a:pt x="1647584" y="1055439"/>
                  <a:pt x="1660635" y="1040524"/>
                </a:cubicBezTo>
                <a:cubicBezTo>
                  <a:pt x="1672170" y="1027341"/>
                  <a:pt x="1681984" y="1012737"/>
                  <a:pt x="1692166" y="998483"/>
                </a:cubicBezTo>
                <a:cubicBezTo>
                  <a:pt x="1699508" y="988204"/>
                  <a:pt x="1703322" y="974843"/>
                  <a:pt x="1713186" y="966952"/>
                </a:cubicBezTo>
                <a:cubicBezTo>
                  <a:pt x="1721837" y="960031"/>
                  <a:pt x="1734207" y="959945"/>
                  <a:pt x="1744717" y="956441"/>
                </a:cubicBezTo>
                <a:cubicBezTo>
                  <a:pt x="1755227" y="945931"/>
                  <a:pt x="1767608" y="937005"/>
                  <a:pt x="1776248" y="924910"/>
                </a:cubicBezTo>
                <a:cubicBezTo>
                  <a:pt x="1817714" y="866859"/>
                  <a:pt x="1773830" y="885286"/>
                  <a:pt x="1839310" y="819807"/>
                </a:cubicBezTo>
                <a:lnTo>
                  <a:pt x="1902373" y="756745"/>
                </a:lnTo>
                <a:cubicBezTo>
                  <a:pt x="1910921" y="731099"/>
                  <a:pt x="1913528" y="714059"/>
                  <a:pt x="1933904" y="693683"/>
                </a:cubicBezTo>
                <a:cubicBezTo>
                  <a:pt x="1942836" y="684751"/>
                  <a:pt x="1954925" y="679669"/>
                  <a:pt x="1965435" y="672662"/>
                </a:cubicBezTo>
                <a:cubicBezTo>
                  <a:pt x="1991994" y="592981"/>
                  <a:pt x="1973161" y="627326"/>
                  <a:pt x="2017986" y="567558"/>
                </a:cubicBezTo>
                <a:cubicBezTo>
                  <a:pt x="2021490" y="557048"/>
                  <a:pt x="2024133" y="546210"/>
                  <a:pt x="2028497" y="536027"/>
                </a:cubicBezTo>
                <a:cubicBezTo>
                  <a:pt x="2044500" y="498686"/>
                  <a:pt x="2049425" y="494124"/>
                  <a:pt x="2070538" y="462455"/>
                </a:cubicBezTo>
                <a:cubicBezTo>
                  <a:pt x="2100698" y="371977"/>
                  <a:pt x="2086181" y="420901"/>
                  <a:pt x="2112579" y="315310"/>
                </a:cubicBezTo>
                <a:cubicBezTo>
                  <a:pt x="2116082" y="301296"/>
                  <a:pt x="2120257" y="287434"/>
                  <a:pt x="2123090" y="273269"/>
                </a:cubicBezTo>
                <a:cubicBezTo>
                  <a:pt x="2135773" y="209853"/>
                  <a:pt x="2127951" y="237665"/>
                  <a:pt x="2144110" y="189186"/>
                </a:cubicBezTo>
                <a:cubicBezTo>
                  <a:pt x="2156841" y="49149"/>
                  <a:pt x="2154621" y="112269"/>
                  <a:pt x="2154621" y="0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xmlns="" id="{083E41D6-8CCD-47AF-814E-8CFB7AB63627}"/>
              </a:ext>
            </a:extLst>
          </p:cNvPr>
          <p:cNvSpPr/>
          <p:nvPr/>
        </p:nvSpPr>
        <p:spPr>
          <a:xfrm>
            <a:off x="3370382" y="2393598"/>
            <a:ext cx="298892" cy="319258"/>
          </a:xfrm>
          <a:custGeom>
            <a:avLst/>
            <a:gdLst>
              <a:gd name="connsiteX0" fmla="*/ 0 w 534329"/>
              <a:gd name="connsiteY0" fmla="*/ 636998 h 636998"/>
              <a:gd name="connsiteX1" fmla="*/ 51371 w 534329"/>
              <a:gd name="connsiteY1" fmla="*/ 606175 h 636998"/>
              <a:gd name="connsiteX2" fmla="*/ 82193 w 534329"/>
              <a:gd name="connsiteY2" fmla="*/ 585627 h 636998"/>
              <a:gd name="connsiteX3" fmla="*/ 113016 w 534329"/>
              <a:gd name="connsiteY3" fmla="*/ 575353 h 636998"/>
              <a:gd name="connsiteX4" fmla="*/ 143838 w 534329"/>
              <a:gd name="connsiteY4" fmla="*/ 554805 h 636998"/>
              <a:gd name="connsiteX5" fmla="*/ 195209 w 534329"/>
              <a:gd name="connsiteY5" fmla="*/ 513708 h 636998"/>
              <a:gd name="connsiteX6" fmla="*/ 215757 w 534329"/>
              <a:gd name="connsiteY6" fmla="*/ 482886 h 636998"/>
              <a:gd name="connsiteX7" fmla="*/ 236306 w 534329"/>
              <a:gd name="connsiteY7" fmla="*/ 421241 h 636998"/>
              <a:gd name="connsiteX8" fmla="*/ 256854 w 534329"/>
              <a:gd name="connsiteY8" fmla="*/ 400692 h 636998"/>
              <a:gd name="connsiteX9" fmla="*/ 297951 w 534329"/>
              <a:gd name="connsiteY9" fmla="*/ 339047 h 636998"/>
              <a:gd name="connsiteX10" fmla="*/ 339047 w 534329"/>
              <a:gd name="connsiteY10" fmla="*/ 215758 h 636998"/>
              <a:gd name="connsiteX11" fmla="*/ 349321 w 534329"/>
              <a:gd name="connsiteY11" fmla="*/ 184935 h 636998"/>
              <a:gd name="connsiteX12" fmla="*/ 390418 w 534329"/>
              <a:gd name="connsiteY12" fmla="*/ 143838 h 636998"/>
              <a:gd name="connsiteX13" fmla="*/ 421240 w 534329"/>
              <a:gd name="connsiteY13" fmla="*/ 113016 h 636998"/>
              <a:gd name="connsiteX14" fmla="*/ 452063 w 534329"/>
              <a:gd name="connsiteY14" fmla="*/ 102742 h 636998"/>
              <a:gd name="connsiteX15" fmla="*/ 513708 w 534329"/>
              <a:gd name="connsiteY15" fmla="*/ 30823 h 636998"/>
              <a:gd name="connsiteX16" fmla="*/ 534256 w 534329"/>
              <a:gd name="connsiteY16" fmla="*/ 0 h 63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34329" h="636998">
                <a:moveTo>
                  <a:pt x="0" y="636998"/>
                </a:moveTo>
                <a:cubicBezTo>
                  <a:pt x="17124" y="626724"/>
                  <a:pt x="34437" y="616759"/>
                  <a:pt x="51371" y="606175"/>
                </a:cubicBezTo>
                <a:cubicBezTo>
                  <a:pt x="61842" y="599631"/>
                  <a:pt x="71149" y="591149"/>
                  <a:pt x="82193" y="585627"/>
                </a:cubicBezTo>
                <a:cubicBezTo>
                  <a:pt x="91880" y="580784"/>
                  <a:pt x="102742" y="578778"/>
                  <a:pt x="113016" y="575353"/>
                </a:cubicBezTo>
                <a:cubicBezTo>
                  <a:pt x="123290" y="568504"/>
                  <a:pt x="134196" y="562519"/>
                  <a:pt x="143838" y="554805"/>
                </a:cubicBezTo>
                <a:cubicBezTo>
                  <a:pt x="217036" y="496246"/>
                  <a:pt x="100345" y="576951"/>
                  <a:pt x="195209" y="513708"/>
                </a:cubicBezTo>
                <a:cubicBezTo>
                  <a:pt x="202058" y="503434"/>
                  <a:pt x="210742" y="494170"/>
                  <a:pt x="215757" y="482886"/>
                </a:cubicBezTo>
                <a:cubicBezTo>
                  <a:pt x="224554" y="463093"/>
                  <a:pt x="220990" y="436557"/>
                  <a:pt x="236306" y="421241"/>
                </a:cubicBezTo>
                <a:cubicBezTo>
                  <a:pt x="243155" y="414391"/>
                  <a:pt x="251042" y="408441"/>
                  <a:pt x="256854" y="400692"/>
                </a:cubicBezTo>
                <a:cubicBezTo>
                  <a:pt x="271672" y="380935"/>
                  <a:pt x="297951" y="339047"/>
                  <a:pt x="297951" y="339047"/>
                </a:cubicBezTo>
                <a:lnTo>
                  <a:pt x="339047" y="215758"/>
                </a:lnTo>
                <a:cubicBezTo>
                  <a:pt x="342472" y="205484"/>
                  <a:pt x="341663" y="192593"/>
                  <a:pt x="349321" y="184935"/>
                </a:cubicBezTo>
                <a:lnTo>
                  <a:pt x="390418" y="143838"/>
                </a:lnTo>
                <a:cubicBezTo>
                  <a:pt x="400692" y="133564"/>
                  <a:pt x="407456" y="117611"/>
                  <a:pt x="421240" y="113016"/>
                </a:cubicBezTo>
                <a:lnTo>
                  <a:pt x="452063" y="102742"/>
                </a:lnTo>
                <a:cubicBezTo>
                  <a:pt x="550982" y="3823"/>
                  <a:pt x="451125" y="109053"/>
                  <a:pt x="513708" y="30823"/>
                </a:cubicBezTo>
                <a:cubicBezTo>
                  <a:pt x="536678" y="2111"/>
                  <a:pt x="534256" y="21991"/>
                  <a:pt x="534256" y="0"/>
                </a:cubicBezTo>
              </a:path>
            </a:pathLst>
          </a:custGeom>
          <a:noFill/>
          <a:ln w="5715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780A519-56B6-4A4D-8D18-ABFEBF6D1FC2}"/>
              </a:ext>
            </a:extLst>
          </p:cNvPr>
          <p:cNvSpPr txBox="1"/>
          <p:nvPr/>
        </p:nvSpPr>
        <p:spPr>
          <a:xfrm rot="2246951">
            <a:off x="3254027" y="2470820"/>
            <a:ext cx="8779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</a:t>
            </a:r>
            <a:endParaRPr lang="en-ID" sz="28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DE51DD10-47DF-4833-85C3-2BA759C91310}"/>
              </a:ext>
            </a:extLst>
          </p:cNvPr>
          <p:cNvSpPr/>
          <p:nvPr/>
        </p:nvSpPr>
        <p:spPr>
          <a:xfrm>
            <a:off x="1468430" y="2951480"/>
            <a:ext cx="2078060" cy="1559560"/>
          </a:xfrm>
          <a:custGeom>
            <a:avLst/>
            <a:gdLst>
              <a:gd name="connsiteX0" fmla="*/ 40640 w 1341120"/>
              <a:gd name="connsiteY0" fmla="*/ 0 h 955040"/>
              <a:gd name="connsiteX1" fmla="*/ 10160 w 1341120"/>
              <a:gd name="connsiteY1" fmla="*/ 111760 h 955040"/>
              <a:gd name="connsiteX2" fmla="*/ 0 w 1341120"/>
              <a:gd name="connsiteY2" fmla="*/ 142240 h 955040"/>
              <a:gd name="connsiteX3" fmla="*/ 20320 w 1341120"/>
              <a:gd name="connsiteY3" fmla="*/ 487680 h 955040"/>
              <a:gd name="connsiteX4" fmla="*/ 40640 w 1341120"/>
              <a:gd name="connsiteY4" fmla="*/ 548640 h 955040"/>
              <a:gd name="connsiteX5" fmla="*/ 50800 w 1341120"/>
              <a:gd name="connsiteY5" fmla="*/ 579120 h 955040"/>
              <a:gd name="connsiteX6" fmla="*/ 71120 w 1341120"/>
              <a:gd name="connsiteY6" fmla="*/ 609600 h 955040"/>
              <a:gd name="connsiteX7" fmla="*/ 132080 w 1341120"/>
              <a:gd name="connsiteY7" fmla="*/ 731520 h 955040"/>
              <a:gd name="connsiteX8" fmla="*/ 193040 w 1341120"/>
              <a:gd name="connsiteY8" fmla="*/ 792480 h 955040"/>
              <a:gd name="connsiteX9" fmla="*/ 254000 w 1341120"/>
              <a:gd name="connsiteY9" fmla="*/ 833120 h 955040"/>
              <a:gd name="connsiteX10" fmla="*/ 284480 w 1341120"/>
              <a:gd name="connsiteY10" fmla="*/ 853440 h 955040"/>
              <a:gd name="connsiteX11" fmla="*/ 314960 w 1341120"/>
              <a:gd name="connsiteY11" fmla="*/ 883920 h 955040"/>
              <a:gd name="connsiteX12" fmla="*/ 406400 w 1341120"/>
              <a:gd name="connsiteY12" fmla="*/ 914400 h 955040"/>
              <a:gd name="connsiteX13" fmla="*/ 436880 w 1341120"/>
              <a:gd name="connsiteY13" fmla="*/ 924560 h 955040"/>
              <a:gd name="connsiteX14" fmla="*/ 467360 w 1341120"/>
              <a:gd name="connsiteY14" fmla="*/ 944880 h 955040"/>
              <a:gd name="connsiteX15" fmla="*/ 558800 w 1341120"/>
              <a:gd name="connsiteY15" fmla="*/ 955040 h 955040"/>
              <a:gd name="connsiteX16" fmla="*/ 894080 w 1341120"/>
              <a:gd name="connsiteY16" fmla="*/ 944880 h 955040"/>
              <a:gd name="connsiteX17" fmla="*/ 924560 w 1341120"/>
              <a:gd name="connsiteY17" fmla="*/ 934720 h 955040"/>
              <a:gd name="connsiteX18" fmla="*/ 995680 w 1341120"/>
              <a:gd name="connsiteY18" fmla="*/ 914400 h 955040"/>
              <a:gd name="connsiteX19" fmla="*/ 1026160 w 1341120"/>
              <a:gd name="connsiteY19" fmla="*/ 894080 h 955040"/>
              <a:gd name="connsiteX20" fmla="*/ 1056640 w 1341120"/>
              <a:gd name="connsiteY20" fmla="*/ 883920 h 955040"/>
              <a:gd name="connsiteX21" fmla="*/ 1117600 w 1341120"/>
              <a:gd name="connsiteY21" fmla="*/ 853440 h 955040"/>
              <a:gd name="connsiteX22" fmla="*/ 1198880 w 1341120"/>
              <a:gd name="connsiteY22" fmla="*/ 782320 h 955040"/>
              <a:gd name="connsiteX23" fmla="*/ 1198880 w 1341120"/>
              <a:gd name="connsiteY23" fmla="*/ 782320 h 955040"/>
              <a:gd name="connsiteX24" fmla="*/ 1229360 w 1341120"/>
              <a:gd name="connsiteY24" fmla="*/ 741680 h 955040"/>
              <a:gd name="connsiteX25" fmla="*/ 1249680 w 1341120"/>
              <a:gd name="connsiteY25" fmla="*/ 711200 h 955040"/>
              <a:gd name="connsiteX26" fmla="*/ 1280160 w 1341120"/>
              <a:gd name="connsiteY26" fmla="*/ 680720 h 955040"/>
              <a:gd name="connsiteX27" fmla="*/ 1320800 w 1341120"/>
              <a:gd name="connsiteY27" fmla="*/ 589280 h 955040"/>
              <a:gd name="connsiteX28" fmla="*/ 1341120 w 1341120"/>
              <a:gd name="connsiteY28" fmla="*/ 558800 h 95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341120" h="955040">
                <a:moveTo>
                  <a:pt x="40640" y="0"/>
                </a:moveTo>
                <a:cubicBezTo>
                  <a:pt x="26279" y="71803"/>
                  <a:pt x="35941" y="34417"/>
                  <a:pt x="10160" y="111760"/>
                </a:cubicBezTo>
                <a:lnTo>
                  <a:pt x="0" y="142240"/>
                </a:lnTo>
                <a:cubicBezTo>
                  <a:pt x="669" y="158296"/>
                  <a:pt x="6629" y="414661"/>
                  <a:pt x="20320" y="487680"/>
                </a:cubicBezTo>
                <a:cubicBezTo>
                  <a:pt x="24267" y="508732"/>
                  <a:pt x="33867" y="528320"/>
                  <a:pt x="40640" y="548640"/>
                </a:cubicBezTo>
                <a:cubicBezTo>
                  <a:pt x="44027" y="558800"/>
                  <a:pt x="44859" y="570209"/>
                  <a:pt x="50800" y="579120"/>
                </a:cubicBezTo>
                <a:cubicBezTo>
                  <a:pt x="57573" y="589280"/>
                  <a:pt x="66161" y="598442"/>
                  <a:pt x="71120" y="609600"/>
                </a:cubicBezTo>
                <a:cubicBezTo>
                  <a:pt x="97563" y="669096"/>
                  <a:pt x="81383" y="680823"/>
                  <a:pt x="132080" y="731520"/>
                </a:cubicBezTo>
                <a:cubicBezTo>
                  <a:pt x="152400" y="751840"/>
                  <a:pt x="169130" y="776540"/>
                  <a:pt x="193040" y="792480"/>
                </a:cubicBezTo>
                <a:lnTo>
                  <a:pt x="254000" y="833120"/>
                </a:lnTo>
                <a:cubicBezTo>
                  <a:pt x="264160" y="839893"/>
                  <a:pt x="275846" y="844806"/>
                  <a:pt x="284480" y="853440"/>
                </a:cubicBezTo>
                <a:cubicBezTo>
                  <a:pt x="294640" y="863600"/>
                  <a:pt x="302400" y="876942"/>
                  <a:pt x="314960" y="883920"/>
                </a:cubicBezTo>
                <a:lnTo>
                  <a:pt x="406400" y="914400"/>
                </a:lnTo>
                <a:cubicBezTo>
                  <a:pt x="416560" y="917787"/>
                  <a:pt x="427969" y="918619"/>
                  <a:pt x="436880" y="924560"/>
                </a:cubicBezTo>
                <a:cubicBezTo>
                  <a:pt x="447040" y="931333"/>
                  <a:pt x="455514" y="941918"/>
                  <a:pt x="467360" y="944880"/>
                </a:cubicBezTo>
                <a:cubicBezTo>
                  <a:pt x="497112" y="952318"/>
                  <a:pt x="528320" y="951653"/>
                  <a:pt x="558800" y="955040"/>
                </a:cubicBezTo>
                <a:cubicBezTo>
                  <a:pt x="670560" y="951653"/>
                  <a:pt x="782441" y="951082"/>
                  <a:pt x="894080" y="944880"/>
                </a:cubicBezTo>
                <a:cubicBezTo>
                  <a:pt x="904773" y="944286"/>
                  <a:pt x="914262" y="937662"/>
                  <a:pt x="924560" y="934720"/>
                </a:cubicBezTo>
                <a:cubicBezTo>
                  <a:pt x="939751" y="930380"/>
                  <a:pt x="979440" y="922520"/>
                  <a:pt x="995680" y="914400"/>
                </a:cubicBezTo>
                <a:cubicBezTo>
                  <a:pt x="1006602" y="908939"/>
                  <a:pt x="1015238" y="899541"/>
                  <a:pt x="1026160" y="894080"/>
                </a:cubicBezTo>
                <a:cubicBezTo>
                  <a:pt x="1035739" y="889291"/>
                  <a:pt x="1047061" y="888709"/>
                  <a:pt x="1056640" y="883920"/>
                </a:cubicBezTo>
                <a:cubicBezTo>
                  <a:pt x="1135422" y="844529"/>
                  <a:pt x="1040988" y="878977"/>
                  <a:pt x="1117600" y="853440"/>
                </a:cubicBezTo>
                <a:cubicBezTo>
                  <a:pt x="1151467" y="802640"/>
                  <a:pt x="1127760" y="829733"/>
                  <a:pt x="1198880" y="782320"/>
                </a:cubicBezTo>
                <a:lnTo>
                  <a:pt x="1198880" y="782320"/>
                </a:lnTo>
                <a:cubicBezTo>
                  <a:pt x="1209040" y="768773"/>
                  <a:pt x="1219518" y="755459"/>
                  <a:pt x="1229360" y="741680"/>
                </a:cubicBezTo>
                <a:cubicBezTo>
                  <a:pt x="1236457" y="731744"/>
                  <a:pt x="1241863" y="720581"/>
                  <a:pt x="1249680" y="711200"/>
                </a:cubicBezTo>
                <a:cubicBezTo>
                  <a:pt x="1258878" y="700162"/>
                  <a:pt x="1270962" y="691758"/>
                  <a:pt x="1280160" y="680720"/>
                </a:cubicBezTo>
                <a:cubicBezTo>
                  <a:pt x="1349088" y="598007"/>
                  <a:pt x="1232196" y="722186"/>
                  <a:pt x="1320800" y="589280"/>
                </a:cubicBezTo>
                <a:lnTo>
                  <a:pt x="1341120" y="558800"/>
                </a:ln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F9E82238-63FF-4E3C-BBF0-9C0D8260958A}"/>
              </a:ext>
            </a:extLst>
          </p:cNvPr>
          <p:cNvGrpSpPr/>
          <p:nvPr/>
        </p:nvGrpSpPr>
        <p:grpSpPr>
          <a:xfrm>
            <a:off x="3324609" y="3718304"/>
            <a:ext cx="375920" cy="325120"/>
            <a:chOff x="6441440" y="3505200"/>
            <a:chExt cx="375920" cy="3251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xmlns="" id="{F7FAB125-3670-4CD1-9AC3-902A65D7FDFD}"/>
                </a:ext>
              </a:extLst>
            </p:cNvPr>
            <p:cNvSpPr/>
            <p:nvPr/>
          </p:nvSpPr>
          <p:spPr>
            <a:xfrm>
              <a:off x="6441440" y="3505200"/>
              <a:ext cx="375920" cy="32512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59BC4B89-754A-4395-A3B0-839DF3D5865D}"/>
                </a:ext>
              </a:extLst>
            </p:cNvPr>
            <p:cNvCxnSpPr>
              <a:stCxn id="9" idx="1"/>
              <a:endCxn id="9" idx="5"/>
            </p:cNvCxnSpPr>
            <p:nvPr/>
          </p:nvCxnSpPr>
          <p:spPr>
            <a:xfrm>
              <a:off x="6496492" y="3552813"/>
              <a:ext cx="265816" cy="229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1448A4ED-FF5C-49A3-9ECB-292A014C92C5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6496492" y="3552813"/>
              <a:ext cx="268618" cy="229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1BD12D2-DEC3-4BE6-B8D6-2CAD9D3AC523}"/>
              </a:ext>
            </a:extLst>
          </p:cNvPr>
          <p:cNvSpPr txBox="1"/>
          <p:nvPr/>
        </p:nvSpPr>
        <p:spPr>
          <a:xfrm>
            <a:off x="3434034" y="3301232"/>
            <a:ext cx="1569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Arah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masuk</a:t>
            </a:r>
            <a:endParaRPr lang="en-ID" dirty="0">
              <a:solidFill>
                <a:srgbClr val="0070C0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4F2223DE-A0DC-44E3-93A1-1DE1F34C5651}"/>
              </a:ext>
            </a:extLst>
          </p:cNvPr>
          <p:cNvGrpSpPr/>
          <p:nvPr/>
        </p:nvGrpSpPr>
        <p:grpSpPr>
          <a:xfrm>
            <a:off x="1373309" y="2750812"/>
            <a:ext cx="375920" cy="325120"/>
            <a:chOff x="8189760" y="4124960"/>
            <a:chExt cx="375920" cy="32512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xmlns="" id="{C452B188-8487-4455-A399-021DF312A836}"/>
                </a:ext>
              </a:extLst>
            </p:cNvPr>
            <p:cNvSpPr/>
            <p:nvPr/>
          </p:nvSpPr>
          <p:spPr>
            <a:xfrm>
              <a:off x="8189760" y="4124960"/>
              <a:ext cx="375920" cy="32512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xmlns="" id="{D33D3788-F46E-4C9D-AEAE-91EE7A7E7C0A}"/>
                </a:ext>
              </a:extLst>
            </p:cNvPr>
            <p:cNvSpPr/>
            <p:nvPr/>
          </p:nvSpPr>
          <p:spPr>
            <a:xfrm flipV="1">
              <a:off x="8283740" y="4201160"/>
              <a:ext cx="187960" cy="172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4D342476-9AB3-4C4E-9D0B-E7724A5B4B03}"/>
              </a:ext>
            </a:extLst>
          </p:cNvPr>
          <p:cNvSpPr txBox="1"/>
          <p:nvPr/>
        </p:nvSpPr>
        <p:spPr>
          <a:xfrm>
            <a:off x="225809" y="2259771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Arah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keluar</a:t>
            </a:r>
            <a:endParaRPr lang="en-ID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="" id="{4D82E2C6-09D1-4568-9B16-1EBC42601E47}"/>
                  </a:ext>
                </a:extLst>
              </p:cNvPr>
              <p:cNvSpPr txBox="1"/>
              <p:nvPr/>
            </p:nvSpPr>
            <p:spPr>
              <a:xfrm>
                <a:off x="3515856" y="3647571"/>
                <a:ext cx="819898" cy="445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D" sz="20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ID" sz="2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D82E2C6-09D1-4568-9B16-1EBC42601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856" y="3647571"/>
                <a:ext cx="819898" cy="44563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EF79C22D-1D14-4077-A1C6-817277FEC6B2}"/>
                  </a:ext>
                </a:extLst>
              </p:cNvPr>
              <p:cNvSpPr txBox="1"/>
              <p:nvPr/>
            </p:nvSpPr>
            <p:spPr>
              <a:xfrm rot="1759990">
                <a:off x="2133006" y="2975588"/>
                <a:ext cx="1137920" cy="445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D" sz="20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F79C22D-1D14-4077-A1C6-817277FEC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59990">
                <a:off x="2133006" y="2975588"/>
                <a:ext cx="1137920" cy="4456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="" id="{7CE087B0-6700-4077-A486-62E7B20C2896}"/>
                  </a:ext>
                </a:extLst>
              </p:cNvPr>
              <p:cNvSpPr txBox="1"/>
              <p:nvPr/>
            </p:nvSpPr>
            <p:spPr>
              <a:xfrm>
                <a:off x="5027926" y="591548"/>
                <a:ext cx="2306320" cy="756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D" sz="20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𝐵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acc>
                            <m:accPr>
                              <m:chr m:val="⃗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</m:acc>
                          <m:r>
                            <a:rPr lang="en-ID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ID" sz="200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ID" sz="2000" i="1" smtClean="0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D" sz="20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CE087B0-6700-4077-A486-62E7B20C2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926" y="591548"/>
                <a:ext cx="2306320" cy="75629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xmlns="" id="{7142BFD2-DF75-44FC-9DC5-3C5815BA15BB}"/>
                  </a:ext>
                </a:extLst>
              </p:cNvPr>
              <p:cNvSpPr txBox="1"/>
              <p:nvPr/>
            </p:nvSpPr>
            <p:spPr>
              <a:xfrm>
                <a:off x="7533545" y="675017"/>
                <a:ext cx="4345606" cy="12822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D" sz="180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𝑑𝐻</m:t>
                        </m:r>
                      </m:e>
                    </m:acc>
                  </m:oMath>
                </a14:m>
                <a:r>
                  <a:rPr lang="en-ID" dirty="0"/>
                  <a:t> </a:t>
                </a:r>
                <a:r>
                  <a:rPr lang="en-ID" dirty="0" err="1"/>
                  <a:t>adalah</a:t>
                </a:r>
                <a:r>
                  <a:rPr lang="en-ID" dirty="0"/>
                  <a:t> </a:t>
                </a:r>
                <a:r>
                  <a:rPr lang="en-ID" dirty="0" err="1"/>
                  <a:t>medan</a:t>
                </a:r>
                <a:r>
                  <a:rPr lang="en-ID" dirty="0"/>
                  <a:t> magnet yang </a:t>
                </a:r>
                <a:r>
                  <a:rPr lang="en-ID" dirty="0" err="1"/>
                  <a:t>dirasakan</a:t>
                </a:r>
                <a:r>
                  <a:rPr lang="en-ID" dirty="0"/>
                  <a:t> di </a:t>
                </a:r>
                <a:r>
                  <a:rPr lang="en-ID" dirty="0" err="1"/>
                  <a:t>titik</a:t>
                </a:r>
                <a:r>
                  <a:rPr lang="en-ID" dirty="0"/>
                  <a:t> </a:t>
                </a:r>
                <a:r>
                  <a:rPr lang="en-ID" dirty="0" err="1"/>
                  <a:t>observator</a:t>
                </a:r>
                <a:r>
                  <a:rPr lang="en-ID" dirty="0"/>
                  <a:t> </a:t>
                </a:r>
                <a:r>
                  <a:rPr lang="en-ID" dirty="0" err="1"/>
                  <a:t>akibat</a:t>
                </a:r>
                <a:r>
                  <a:rPr lang="en-ID" dirty="0"/>
                  <a:t> </a:t>
                </a:r>
                <a:r>
                  <a:rPr lang="en-ID" dirty="0" err="1"/>
                  <a:t>adanya</a:t>
                </a:r>
                <a:r>
                  <a:rPr lang="en-ID" dirty="0"/>
                  <a:t> </a:t>
                </a:r>
                <a:r>
                  <a:rPr lang="en-ID" dirty="0" err="1"/>
                  <a:t>arus</a:t>
                </a:r>
                <a:r>
                  <a:rPr lang="en-ID" dirty="0"/>
                  <a:t> I yang </a:t>
                </a:r>
                <a:r>
                  <a:rPr lang="en-ID" dirty="0" err="1"/>
                  <a:t>melewati</a:t>
                </a:r>
                <a:r>
                  <a:rPr lang="en-ID" dirty="0"/>
                  <a:t> </a:t>
                </a:r>
                <a:r>
                  <a:rPr lang="en-ID" dirty="0" err="1"/>
                  <a:t>potongan</a:t>
                </a:r>
                <a:r>
                  <a:rPr lang="en-ID" dirty="0"/>
                  <a:t> </a:t>
                </a:r>
                <a:r>
                  <a:rPr lang="en-ID" dirty="0" err="1"/>
                  <a:t>panjang</a:t>
                </a:r>
                <a:r>
                  <a:rPr lang="en-ID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D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r>
                  <a:rPr lang="en-ID" dirty="0"/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142BFD2-DF75-44FC-9DC5-3C5815BA1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3545" y="675017"/>
                <a:ext cx="4345606" cy="1282274"/>
              </a:xfrm>
              <a:prstGeom prst="rect">
                <a:avLst/>
              </a:prstGeom>
              <a:blipFill>
                <a:blip r:embed="rId5"/>
                <a:stretch>
                  <a:fillRect l="-1262" b="-714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779BB879-5F88-4BAA-BF7E-3A2A027908ED}"/>
              </a:ext>
            </a:extLst>
          </p:cNvPr>
          <p:cNvCxnSpPr>
            <a:cxnSpLocks/>
            <a:endCxn id="8" idx="27"/>
          </p:cNvCxnSpPr>
          <p:nvPr/>
        </p:nvCxnSpPr>
        <p:spPr>
          <a:xfrm>
            <a:off x="2920767" y="3334946"/>
            <a:ext cx="594237" cy="57881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B905215D-A825-44B9-8455-A6CF0AB1337C}"/>
              </a:ext>
            </a:extLst>
          </p:cNvPr>
          <p:cNvCxnSpPr>
            <a:cxnSpLocks/>
            <a:stCxn id="5" idx="30"/>
          </p:cNvCxnSpPr>
          <p:nvPr/>
        </p:nvCxnSpPr>
        <p:spPr>
          <a:xfrm flipV="1">
            <a:off x="2701967" y="3162506"/>
            <a:ext cx="304186" cy="3613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: Shape 37">
            <a:extLst>
              <a:ext uri="{FF2B5EF4-FFF2-40B4-BE49-F238E27FC236}">
                <a16:creationId xmlns:a16="http://schemas.microsoft.com/office/drawing/2014/main" xmlns="" id="{0B39F4DC-B008-46F0-B8BD-6C3388AACCD1}"/>
              </a:ext>
            </a:extLst>
          </p:cNvPr>
          <p:cNvSpPr/>
          <p:nvPr/>
        </p:nvSpPr>
        <p:spPr>
          <a:xfrm>
            <a:off x="1023510" y="3056621"/>
            <a:ext cx="2743201" cy="1899460"/>
          </a:xfrm>
          <a:custGeom>
            <a:avLst/>
            <a:gdLst>
              <a:gd name="connsiteX0" fmla="*/ 40640 w 1341120"/>
              <a:gd name="connsiteY0" fmla="*/ 0 h 955040"/>
              <a:gd name="connsiteX1" fmla="*/ 10160 w 1341120"/>
              <a:gd name="connsiteY1" fmla="*/ 111760 h 955040"/>
              <a:gd name="connsiteX2" fmla="*/ 0 w 1341120"/>
              <a:gd name="connsiteY2" fmla="*/ 142240 h 955040"/>
              <a:gd name="connsiteX3" fmla="*/ 20320 w 1341120"/>
              <a:gd name="connsiteY3" fmla="*/ 487680 h 955040"/>
              <a:gd name="connsiteX4" fmla="*/ 40640 w 1341120"/>
              <a:gd name="connsiteY4" fmla="*/ 548640 h 955040"/>
              <a:gd name="connsiteX5" fmla="*/ 50800 w 1341120"/>
              <a:gd name="connsiteY5" fmla="*/ 579120 h 955040"/>
              <a:gd name="connsiteX6" fmla="*/ 71120 w 1341120"/>
              <a:gd name="connsiteY6" fmla="*/ 609600 h 955040"/>
              <a:gd name="connsiteX7" fmla="*/ 132080 w 1341120"/>
              <a:gd name="connsiteY7" fmla="*/ 731520 h 955040"/>
              <a:gd name="connsiteX8" fmla="*/ 193040 w 1341120"/>
              <a:gd name="connsiteY8" fmla="*/ 792480 h 955040"/>
              <a:gd name="connsiteX9" fmla="*/ 254000 w 1341120"/>
              <a:gd name="connsiteY9" fmla="*/ 833120 h 955040"/>
              <a:gd name="connsiteX10" fmla="*/ 284480 w 1341120"/>
              <a:gd name="connsiteY10" fmla="*/ 853440 h 955040"/>
              <a:gd name="connsiteX11" fmla="*/ 314960 w 1341120"/>
              <a:gd name="connsiteY11" fmla="*/ 883920 h 955040"/>
              <a:gd name="connsiteX12" fmla="*/ 406400 w 1341120"/>
              <a:gd name="connsiteY12" fmla="*/ 914400 h 955040"/>
              <a:gd name="connsiteX13" fmla="*/ 436880 w 1341120"/>
              <a:gd name="connsiteY13" fmla="*/ 924560 h 955040"/>
              <a:gd name="connsiteX14" fmla="*/ 467360 w 1341120"/>
              <a:gd name="connsiteY14" fmla="*/ 944880 h 955040"/>
              <a:gd name="connsiteX15" fmla="*/ 558800 w 1341120"/>
              <a:gd name="connsiteY15" fmla="*/ 955040 h 955040"/>
              <a:gd name="connsiteX16" fmla="*/ 894080 w 1341120"/>
              <a:gd name="connsiteY16" fmla="*/ 944880 h 955040"/>
              <a:gd name="connsiteX17" fmla="*/ 924560 w 1341120"/>
              <a:gd name="connsiteY17" fmla="*/ 934720 h 955040"/>
              <a:gd name="connsiteX18" fmla="*/ 995680 w 1341120"/>
              <a:gd name="connsiteY18" fmla="*/ 914400 h 955040"/>
              <a:gd name="connsiteX19" fmla="*/ 1026160 w 1341120"/>
              <a:gd name="connsiteY19" fmla="*/ 894080 h 955040"/>
              <a:gd name="connsiteX20" fmla="*/ 1056640 w 1341120"/>
              <a:gd name="connsiteY20" fmla="*/ 883920 h 955040"/>
              <a:gd name="connsiteX21" fmla="*/ 1117600 w 1341120"/>
              <a:gd name="connsiteY21" fmla="*/ 853440 h 955040"/>
              <a:gd name="connsiteX22" fmla="*/ 1198880 w 1341120"/>
              <a:gd name="connsiteY22" fmla="*/ 782320 h 955040"/>
              <a:gd name="connsiteX23" fmla="*/ 1198880 w 1341120"/>
              <a:gd name="connsiteY23" fmla="*/ 782320 h 955040"/>
              <a:gd name="connsiteX24" fmla="*/ 1229360 w 1341120"/>
              <a:gd name="connsiteY24" fmla="*/ 741680 h 955040"/>
              <a:gd name="connsiteX25" fmla="*/ 1249680 w 1341120"/>
              <a:gd name="connsiteY25" fmla="*/ 711200 h 955040"/>
              <a:gd name="connsiteX26" fmla="*/ 1280160 w 1341120"/>
              <a:gd name="connsiteY26" fmla="*/ 680720 h 955040"/>
              <a:gd name="connsiteX27" fmla="*/ 1320800 w 1341120"/>
              <a:gd name="connsiteY27" fmla="*/ 589280 h 955040"/>
              <a:gd name="connsiteX28" fmla="*/ 1341120 w 1341120"/>
              <a:gd name="connsiteY28" fmla="*/ 558800 h 95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341120" h="955040">
                <a:moveTo>
                  <a:pt x="40640" y="0"/>
                </a:moveTo>
                <a:cubicBezTo>
                  <a:pt x="26279" y="71803"/>
                  <a:pt x="35941" y="34417"/>
                  <a:pt x="10160" y="111760"/>
                </a:cubicBezTo>
                <a:lnTo>
                  <a:pt x="0" y="142240"/>
                </a:lnTo>
                <a:cubicBezTo>
                  <a:pt x="669" y="158296"/>
                  <a:pt x="6629" y="414661"/>
                  <a:pt x="20320" y="487680"/>
                </a:cubicBezTo>
                <a:cubicBezTo>
                  <a:pt x="24267" y="508732"/>
                  <a:pt x="33867" y="528320"/>
                  <a:pt x="40640" y="548640"/>
                </a:cubicBezTo>
                <a:cubicBezTo>
                  <a:pt x="44027" y="558800"/>
                  <a:pt x="44859" y="570209"/>
                  <a:pt x="50800" y="579120"/>
                </a:cubicBezTo>
                <a:cubicBezTo>
                  <a:pt x="57573" y="589280"/>
                  <a:pt x="66161" y="598442"/>
                  <a:pt x="71120" y="609600"/>
                </a:cubicBezTo>
                <a:cubicBezTo>
                  <a:pt x="97563" y="669096"/>
                  <a:pt x="81383" y="680823"/>
                  <a:pt x="132080" y="731520"/>
                </a:cubicBezTo>
                <a:cubicBezTo>
                  <a:pt x="152400" y="751840"/>
                  <a:pt x="169130" y="776540"/>
                  <a:pt x="193040" y="792480"/>
                </a:cubicBezTo>
                <a:lnTo>
                  <a:pt x="254000" y="833120"/>
                </a:lnTo>
                <a:cubicBezTo>
                  <a:pt x="264160" y="839893"/>
                  <a:pt x="275846" y="844806"/>
                  <a:pt x="284480" y="853440"/>
                </a:cubicBezTo>
                <a:cubicBezTo>
                  <a:pt x="294640" y="863600"/>
                  <a:pt x="302400" y="876942"/>
                  <a:pt x="314960" y="883920"/>
                </a:cubicBezTo>
                <a:lnTo>
                  <a:pt x="406400" y="914400"/>
                </a:lnTo>
                <a:cubicBezTo>
                  <a:pt x="416560" y="917787"/>
                  <a:pt x="427969" y="918619"/>
                  <a:pt x="436880" y="924560"/>
                </a:cubicBezTo>
                <a:cubicBezTo>
                  <a:pt x="447040" y="931333"/>
                  <a:pt x="455514" y="941918"/>
                  <a:pt x="467360" y="944880"/>
                </a:cubicBezTo>
                <a:cubicBezTo>
                  <a:pt x="497112" y="952318"/>
                  <a:pt x="528320" y="951653"/>
                  <a:pt x="558800" y="955040"/>
                </a:cubicBezTo>
                <a:cubicBezTo>
                  <a:pt x="670560" y="951653"/>
                  <a:pt x="782441" y="951082"/>
                  <a:pt x="894080" y="944880"/>
                </a:cubicBezTo>
                <a:cubicBezTo>
                  <a:pt x="904773" y="944286"/>
                  <a:pt x="914262" y="937662"/>
                  <a:pt x="924560" y="934720"/>
                </a:cubicBezTo>
                <a:cubicBezTo>
                  <a:pt x="939751" y="930380"/>
                  <a:pt x="979440" y="922520"/>
                  <a:pt x="995680" y="914400"/>
                </a:cubicBezTo>
                <a:cubicBezTo>
                  <a:pt x="1006602" y="908939"/>
                  <a:pt x="1015238" y="899541"/>
                  <a:pt x="1026160" y="894080"/>
                </a:cubicBezTo>
                <a:cubicBezTo>
                  <a:pt x="1035739" y="889291"/>
                  <a:pt x="1047061" y="888709"/>
                  <a:pt x="1056640" y="883920"/>
                </a:cubicBezTo>
                <a:cubicBezTo>
                  <a:pt x="1135422" y="844529"/>
                  <a:pt x="1040988" y="878977"/>
                  <a:pt x="1117600" y="853440"/>
                </a:cubicBezTo>
                <a:cubicBezTo>
                  <a:pt x="1151467" y="802640"/>
                  <a:pt x="1127760" y="829733"/>
                  <a:pt x="1198880" y="782320"/>
                </a:cubicBezTo>
                <a:lnTo>
                  <a:pt x="1198880" y="782320"/>
                </a:lnTo>
                <a:cubicBezTo>
                  <a:pt x="1209040" y="768773"/>
                  <a:pt x="1219518" y="755459"/>
                  <a:pt x="1229360" y="741680"/>
                </a:cubicBezTo>
                <a:cubicBezTo>
                  <a:pt x="1236457" y="731744"/>
                  <a:pt x="1241863" y="720581"/>
                  <a:pt x="1249680" y="711200"/>
                </a:cubicBezTo>
                <a:cubicBezTo>
                  <a:pt x="1258878" y="700162"/>
                  <a:pt x="1270962" y="691758"/>
                  <a:pt x="1280160" y="680720"/>
                </a:cubicBezTo>
                <a:cubicBezTo>
                  <a:pt x="1349088" y="598007"/>
                  <a:pt x="1232196" y="722186"/>
                  <a:pt x="1320800" y="589280"/>
                </a:cubicBezTo>
                <a:lnTo>
                  <a:pt x="1341120" y="558800"/>
                </a:ln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xmlns="" id="{935F8BCF-84C4-44E8-AC29-F48FD117E4B6}"/>
              </a:ext>
            </a:extLst>
          </p:cNvPr>
          <p:cNvSpPr/>
          <p:nvPr/>
        </p:nvSpPr>
        <p:spPr>
          <a:xfrm>
            <a:off x="717079" y="3358122"/>
            <a:ext cx="3346921" cy="1943661"/>
          </a:xfrm>
          <a:custGeom>
            <a:avLst/>
            <a:gdLst>
              <a:gd name="connsiteX0" fmla="*/ 40640 w 1341120"/>
              <a:gd name="connsiteY0" fmla="*/ 0 h 955040"/>
              <a:gd name="connsiteX1" fmla="*/ 10160 w 1341120"/>
              <a:gd name="connsiteY1" fmla="*/ 111760 h 955040"/>
              <a:gd name="connsiteX2" fmla="*/ 0 w 1341120"/>
              <a:gd name="connsiteY2" fmla="*/ 142240 h 955040"/>
              <a:gd name="connsiteX3" fmla="*/ 20320 w 1341120"/>
              <a:gd name="connsiteY3" fmla="*/ 487680 h 955040"/>
              <a:gd name="connsiteX4" fmla="*/ 40640 w 1341120"/>
              <a:gd name="connsiteY4" fmla="*/ 548640 h 955040"/>
              <a:gd name="connsiteX5" fmla="*/ 50800 w 1341120"/>
              <a:gd name="connsiteY5" fmla="*/ 579120 h 955040"/>
              <a:gd name="connsiteX6" fmla="*/ 71120 w 1341120"/>
              <a:gd name="connsiteY6" fmla="*/ 609600 h 955040"/>
              <a:gd name="connsiteX7" fmla="*/ 132080 w 1341120"/>
              <a:gd name="connsiteY7" fmla="*/ 731520 h 955040"/>
              <a:gd name="connsiteX8" fmla="*/ 193040 w 1341120"/>
              <a:gd name="connsiteY8" fmla="*/ 792480 h 955040"/>
              <a:gd name="connsiteX9" fmla="*/ 254000 w 1341120"/>
              <a:gd name="connsiteY9" fmla="*/ 833120 h 955040"/>
              <a:gd name="connsiteX10" fmla="*/ 284480 w 1341120"/>
              <a:gd name="connsiteY10" fmla="*/ 853440 h 955040"/>
              <a:gd name="connsiteX11" fmla="*/ 314960 w 1341120"/>
              <a:gd name="connsiteY11" fmla="*/ 883920 h 955040"/>
              <a:gd name="connsiteX12" fmla="*/ 406400 w 1341120"/>
              <a:gd name="connsiteY12" fmla="*/ 914400 h 955040"/>
              <a:gd name="connsiteX13" fmla="*/ 436880 w 1341120"/>
              <a:gd name="connsiteY13" fmla="*/ 924560 h 955040"/>
              <a:gd name="connsiteX14" fmla="*/ 467360 w 1341120"/>
              <a:gd name="connsiteY14" fmla="*/ 944880 h 955040"/>
              <a:gd name="connsiteX15" fmla="*/ 558800 w 1341120"/>
              <a:gd name="connsiteY15" fmla="*/ 955040 h 955040"/>
              <a:gd name="connsiteX16" fmla="*/ 894080 w 1341120"/>
              <a:gd name="connsiteY16" fmla="*/ 944880 h 955040"/>
              <a:gd name="connsiteX17" fmla="*/ 924560 w 1341120"/>
              <a:gd name="connsiteY17" fmla="*/ 934720 h 955040"/>
              <a:gd name="connsiteX18" fmla="*/ 995680 w 1341120"/>
              <a:gd name="connsiteY18" fmla="*/ 914400 h 955040"/>
              <a:gd name="connsiteX19" fmla="*/ 1026160 w 1341120"/>
              <a:gd name="connsiteY19" fmla="*/ 894080 h 955040"/>
              <a:gd name="connsiteX20" fmla="*/ 1056640 w 1341120"/>
              <a:gd name="connsiteY20" fmla="*/ 883920 h 955040"/>
              <a:gd name="connsiteX21" fmla="*/ 1117600 w 1341120"/>
              <a:gd name="connsiteY21" fmla="*/ 853440 h 955040"/>
              <a:gd name="connsiteX22" fmla="*/ 1198880 w 1341120"/>
              <a:gd name="connsiteY22" fmla="*/ 782320 h 955040"/>
              <a:gd name="connsiteX23" fmla="*/ 1198880 w 1341120"/>
              <a:gd name="connsiteY23" fmla="*/ 782320 h 955040"/>
              <a:gd name="connsiteX24" fmla="*/ 1229360 w 1341120"/>
              <a:gd name="connsiteY24" fmla="*/ 741680 h 955040"/>
              <a:gd name="connsiteX25" fmla="*/ 1249680 w 1341120"/>
              <a:gd name="connsiteY25" fmla="*/ 711200 h 955040"/>
              <a:gd name="connsiteX26" fmla="*/ 1280160 w 1341120"/>
              <a:gd name="connsiteY26" fmla="*/ 680720 h 955040"/>
              <a:gd name="connsiteX27" fmla="*/ 1320800 w 1341120"/>
              <a:gd name="connsiteY27" fmla="*/ 589280 h 955040"/>
              <a:gd name="connsiteX28" fmla="*/ 1341120 w 1341120"/>
              <a:gd name="connsiteY28" fmla="*/ 558800 h 95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341120" h="955040">
                <a:moveTo>
                  <a:pt x="40640" y="0"/>
                </a:moveTo>
                <a:cubicBezTo>
                  <a:pt x="26279" y="71803"/>
                  <a:pt x="35941" y="34417"/>
                  <a:pt x="10160" y="111760"/>
                </a:cubicBezTo>
                <a:lnTo>
                  <a:pt x="0" y="142240"/>
                </a:lnTo>
                <a:cubicBezTo>
                  <a:pt x="669" y="158296"/>
                  <a:pt x="6629" y="414661"/>
                  <a:pt x="20320" y="487680"/>
                </a:cubicBezTo>
                <a:cubicBezTo>
                  <a:pt x="24267" y="508732"/>
                  <a:pt x="33867" y="528320"/>
                  <a:pt x="40640" y="548640"/>
                </a:cubicBezTo>
                <a:cubicBezTo>
                  <a:pt x="44027" y="558800"/>
                  <a:pt x="44859" y="570209"/>
                  <a:pt x="50800" y="579120"/>
                </a:cubicBezTo>
                <a:cubicBezTo>
                  <a:pt x="57573" y="589280"/>
                  <a:pt x="66161" y="598442"/>
                  <a:pt x="71120" y="609600"/>
                </a:cubicBezTo>
                <a:cubicBezTo>
                  <a:pt x="97563" y="669096"/>
                  <a:pt x="81383" y="680823"/>
                  <a:pt x="132080" y="731520"/>
                </a:cubicBezTo>
                <a:cubicBezTo>
                  <a:pt x="152400" y="751840"/>
                  <a:pt x="169130" y="776540"/>
                  <a:pt x="193040" y="792480"/>
                </a:cubicBezTo>
                <a:lnTo>
                  <a:pt x="254000" y="833120"/>
                </a:lnTo>
                <a:cubicBezTo>
                  <a:pt x="264160" y="839893"/>
                  <a:pt x="275846" y="844806"/>
                  <a:pt x="284480" y="853440"/>
                </a:cubicBezTo>
                <a:cubicBezTo>
                  <a:pt x="294640" y="863600"/>
                  <a:pt x="302400" y="876942"/>
                  <a:pt x="314960" y="883920"/>
                </a:cubicBezTo>
                <a:lnTo>
                  <a:pt x="406400" y="914400"/>
                </a:lnTo>
                <a:cubicBezTo>
                  <a:pt x="416560" y="917787"/>
                  <a:pt x="427969" y="918619"/>
                  <a:pt x="436880" y="924560"/>
                </a:cubicBezTo>
                <a:cubicBezTo>
                  <a:pt x="447040" y="931333"/>
                  <a:pt x="455514" y="941918"/>
                  <a:pt x="467360" y="944880"/>
                </a:cubicBezTo>
                <a:cubicBezTo>
                  <a:pt x="497112" y="952318"/>
                  <a:pt x="528320" y="951653"/>
                  <a:pt x="558800" y="955040"/>
                </a:cubicBezTo>
                <a:cubicBezTo>
                  <a:pt x="670560" y="951653"/>
                  <a:pt x="782441" y="951082"/>
                  <a:pt x="894080" y="944880"/>
                </a:cubicBezTo>
                <a:cubicBezTo>
                  <a:pt x="904773" y="944286"/>
                  <a:pt x="914262" y="937662"/>
                  <a:pt x="924560" y="934720"/>
                </a:cubicBezTo>
                <a:cubicBezTo>
                  <a:pt x="939751" y="930380"/>
                  <a:pt x="979440" y="922520"/>
                  <a:pt x="995680" y="914400"/>
                </a:cubicBezTo>
                <a:cubicBezTo>
                  <a:pt x="1006602" y="908939"/>
                  <a:pt x="1015238" y="899541"/>
                  <a:pt x="1026160" y="894080"/>
                </a:cubicBezTo>
                <a:cubicBezTo>
                  <a:pt x="1035739" y="889291"/>
                  <a:pt x="1047061" y="888709"/>
                  <a:pt x="1056640" y="883920"/>
                </a:cubicBezTo>
                <a:cubicBezTo>
                  <a:pt x="1135422" y="844529"/>
                  <a:pt x="1040988" y="878977"/>
                  <a:pt x="1117600" y="853440"/>
                </a:cubicBezTo>
                <a:cubicBezTo>
                  <a:pt x="1151467" y="802640"/>
                  <a:pt x="1127760" y="829733"/>
                  <a:pt x="1198880" y="782320"/>
                </a:cubicBezTo>
                <a:lnTo>
                  <a:pt x="1198880" y="782320"/>
                </a:lnTo>
                <a:cubicBezTo>
                  <a:pt x="1209040" y="768773"/>
                  <a:pt x="1219518" y="755459"/>
                  <a:pt x="1229360" y="741680"/>
                </a:cubicBezTo>
                <a:cubicBezTo>
                  <a:pt x="1236457" y="731744"/>
                  <a:pt x="1241863" y="720581"/>
                  <a:pt x="1249680" y="711200"/>
                </a:cubicBezTo>
                <a:cubicBezTo>
                  <a:pt x="1258878" y="700162"/>
                  <a:pt x="1270962" y="691758"/>
                  <a:pt x="1280160" y="680720"/>
                </a:cubicBezTo>
                <a:cubicBezTo>
                  <a:pt x="1349088" y="598007"/>
                  <a:pt x="1232196" y="722186"/>
                  <a:pt x="1320800" y="589280"/>
                </a:cubicBezTo>
                <a:lnTo>
                  <a:pt x="1341120" y="558800"/>
                </a:lnTo>
              </a:path>
            </a:pathLst>
          </a:custGeom>
          <a:noFill/>
          <a:ln w="28575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8152F0DC-1821-491F-9756-A44612EB6EC8}"/>
              </a:ext>
            </a:extLst>
          </p:cNvPr>
          <p:cNvSpPr txBox="1"/>
          <p:nvPr/>
        </p:nvSpPr>
        <p:spPr>
          <a:xfrm>
            <a:off x="4346949" y="4113735"/>
            <a:ext cx="287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Lintasan-lintasan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fluks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 err="1">
                <a:solidFill>
                  <a:srgbClr val="FF0000"/>
                </a:solidFill>
              </a:rPr>
              <a:t>magnetik</a:t>
            </a:r>
            <a:endParaRPr lang="en-ID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xmlns="" id="{E61DE181-ABCB-4248-A830-60F133C92BB1}"/>
                  </a:ext>
                </a:extLst>
              </p:cNvPr>
              <p:cNvSpPr txBox="1"/>
              <p:nvPr/>
            </p:nvSpPr>
            <p:spPr>
              <a:xfrm>
                <a:off x="5000285" y="1932763"/>
                <a:ext cx="4078441" cy="863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𝐵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⃗"/>
                              <m:ctrlPr>
                                <a:rPr lang="en-ID" sz="2000" i="1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</m:acc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acc>
                              <m:r>
                                <a:rPr lang="en-ID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en-ID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D" sz="2000" i="1">
                                          <a:latin typeface="Cambria Math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ID" sz="20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61DE181-ABCB-4248-A830-60F133C92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285" y="1932763"/>
                <a:ext cx="4078441" cy="86357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5DC84139-0876-4D4F-B9A2-90294732DE6A}"/>
                  </a:ext>
                </a:extLst>
              </p:cNvPr>
              <p:cNvSpPr txBox="1"/>
              <p:nvPr/>
            </p:nvSpPr>
            <p:spPr>
              <a:xfrm>
                <a:off x="543472" y="6046267"/>
                <a:ext cx="464507" cy="366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DC84139-0876-4D4F-B9A2-90294732D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72" y="6046267"/>
                <a:ext cx="464507" cy="366551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22B7A029-2F0C-4500-83B9-3F3029EC900A}"/>
                  </a:ext>
                </a:extLst>
              </p:cNvPr>
              <p:cNvSpPr txBox="1"/>
              <p:nvPr/>
            </p:nvSpPr>
            <p:spPr>
              <a:xfrm>
                <a:off x="3736888" y="1057675"/>
                <a:ext cx="10151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D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B7A029-2F0C-4500-83B9-3F3029EC9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888" y="1057675"/>
                <a:ext cx="1015157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8CB41858-1B4A-493C-BE85-55EDD9901758}"/>
              </a:ext>
            </a:extLst>
          </p:cNvPr>
          <p:cNvGrpSpPr/>
          <p:nvPr/>
        </p:nvGrpSpPr>
        <p:grpSpPr>
          <a:xfrm>
            <a:off x="3539454" y="4094987"/>
            <a:ext cx="375920" cy="325120"/>
            <a:chOff x="6441440" y="3505200"/>
            <a:chExt cx="375920" cy="32512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xmlns="" id="{B7ABF582-70FE-4E52-AA36-F73AC166677C}"/>
                </a:ext>
              </a:extLst>
            </p:cNvPr>
            <p:cNvSpPr/>
            <p:nvPr/>
          </p:nvSpPr>
          <p:spPr>
            <a:xfrm>
              <a:off x="6441440" y="3505200"/>
              <a:ext cx="375920" cy="32512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xmlns="" id="{ACC1FC10-287D-4117-8628-B232AA050A27}"/>
                </a:ext>
              </a:extLst>
            </p:cNvPr>
            <p:cNvCxnSpPr>
              <a:stCxn id="30" idx="1"/>
              <a:endCxn id="30" idx="5"/>
            </p:cNvCxnSpPr>
            <p:nvPr/>
          </p:nvCxnSpPr>
          <p:spPr>
            <a:xfrm>
              <a:off x="6496492" y="3552813"/>
              <a:ext cx="265816" cy="229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xmlns="" id="{9002CCE2-A0DB-4FAF-B1E7-761A0FE205FA}"/>
                </a:ext>
              </a:extLst>
            </p:cNvPr>
            <p:cNvCxnSpPr>
              <a:cxnSpLocks/>
              <a:endCxn id="30" idx="3"/>
            </p:cNvCxnSpPr>
            <p:nvPr/>
          </p:nvCxnSpPr>
          <p:spPr>
            <a:xfrm flipH="1">
              <a:off x="6496492" y="3552813"/>
              <a:ext cx="268618" cy="229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xmlns="" id="{C1CCFCD9-456E-42D4-94F3-87F707D13E4F}"/>
              </a:ext>
            </a:extLst>
          </p:cNvPr>
          <p:cNvGrpSpPr/>
          <p:nvPr/>
        </p:nvGrpSpPr>
        <p:grpSpPr>
          <a:xfrm>
            <a:off x="3893511" y="4333852"/>
            <a:ext cx="375920" cy="325120"/>
            <a:chOff x="6441440" y="3505200"/>
            <a:chExt cx="375920" cy="32512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xmlns="" id="{9D2217BB-C374-4F46-899F-0B9A68C49A08}"/>
                </a:ext>
              </a:extLst>
            </p:cNvPr>
            <p:cNvSpPr/>
            <p:nvPr/>
          </p:nvSpPr>
          <p:spPr>
            <a:xfrm>
              <a:off x="6441440" y="3505200"/>
              <a:ext cx="375920" cy="32512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xmlns="" id="{A0B59525-8FF6-4E5F-BEF1-11A96BBE677D}"/>
                </a:ext>
              </a:extLst>
            </p:cNvPr>
            <p:cNvCxnSpPr>
              <a:stCxn id="35" idx="1"/>
              <a:endCxn id="35" idx="5"/>
            </p:cNvCxnSpPr>
            <p:nvPr/>
          </p:nvCxnSpPr>
          <p:spPr>
            <a:xfrm>
              <a:off x="6496492" y="3552813"/>
              <a:ext cx="265816" cy="229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xmlns="" id="{6E44D6F5-842C-4E44-A878-1C98DB8E49A4}"/>
                </a:ext>
              </a:extLst>
            </p:cNvPr>
            <p:cNvCxnSpPr>
              <a:cxnSpLocks/>
              <a:endCxn id="35" idx="3"/>
            </p:cNvCxnSpPr>
            <p:nvPr/>
          </p:nvCxnSpPr>
          <p:spPr>
            <a:xfrm flipH="1">
              <a:off x="6496492" y="3552813"/>
              <a:ext cx="268618" cy="22989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xmlns="" id="{64A731B0-9948-4263-B69F-C7C2F6242B7E}"/>
              </a:ext>
            </a:extLst>
          </p:cNvPr>
          <p:cNvGrpSpPr/>
          <p:nvPr/>
        </p:nvGrpSpPr>
        <p:grpSpPr>
          <a:xfrm>
            <a:off x="945992" y="2913371"/>
            <a:ext cx="375920" cy="325120"/>
            <a:chOff x="8189760" y="4124960"/>
            <a:chExt cx="375920" cy="32512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xmlns="" id="{DA5D7086-7AEF-43F0-85EF-EC8100B8D053}"/>
                </a:ext>
              </a:extLst>
            </p:cNvPr>
            <p:cNvSpPr/>
            <p:nvPr/>
          </p:nvSpPr>
          <p:spPr>
            <a:xfrm>
              <a:off x="8189760" y="4124960"/>
              <a:ext cx="375920" cy="32512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xmlns="" id="{90888DFA-B48C-42EF-8D05-5B2880F0C99D}"/>
                </a:ext>
              </a:extLst>
            </p:cNvPr>
            <p:cNvSpPr/>
            <p:nvPr/>
          </p:nvSpPr>
          <p:spPr>
            <a:xfrm flipV="1">
              <a:off x="8283740" y="4201160"/>
              <a:ext cx="187960" cy="172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xmlns="" id="{B50B1966-CD02-44F1-B5AC-991B5F93B4B2}"/>
              </a:ext>
            </a:extLst>
          </p:cNvPr>
          <p:cNvGrpSpPr/>
          <p:nvPr/>
        </p:nvGrpSpPr>
        <p:grpSpPr>
          <a:xfrm>
            <a:off x="577480" y="3295381"/>
            <a:ext cx="375920" cy="325120"/>
            <a:chOff x="8189760" y="4124960"/>
            <a:chExt cx="375920" cy="32512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xmlns="" id="{ABBDC03E-999E-4CFE-8274-6D0BBCF1C147}"/>
                </a:ext>
              </a:extLst>
            </p:cNvPr>
            <p:cNvSpPr/>
            <p:nvPr/>
          </p:nvSpPr>
          <p:spPr>
            <a:xfrm>
              <a:off x="8189760" y="4124960"/>
              <a:ext cx="375920" cy="32512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xmlns="" id="{152BB05A-A9AB-4C27-90A1-BB653240381A}"/>
                </a:ext>
              </a:extLst>
            </p:cNvPr>
            <p:cNvSpPr/>
            <p:nvPr/>
          </p:nvSpPr>
          <p:spPr>
            <a:xfrm flipV="1">
              <a:off x="8283740" y="4201160"/>
              <a:ext cx="187960" cy="1727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6C92DE65-1CE6-42D2-B968-7444C7FD1F48}"/>
              </a:ext>
            </a:extLst>
          </p:cNvPr>
          <p:cNvCxnSpPr>
            <a:cxnSpLocks/>
          </p:cNvCxnSpPr>
          <p:nvPr/>
        </p:nvCxnSpPr>
        <p:spPr>
          <a:xfrm>
            <a:off x="3037683" y="3457940"/>
            <a:ext cx="237949" cy="228319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lg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FDC8CD80-2838-4F3B-BBB0-6C6760F7D01F}"/>
                  </a:ext>
                </a:extLst>
              </p:cNvPr>
              <p:cNvSpPr txBox="1"/>
              <p:nvPr/>
            </p:nvSpPr>
            <p:spPr>
              <a:xfrm rot="2632701">
                <a:off x="2772947" y="3094105"/>
                <a:ext cx="1147233" cy="43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D" sz="20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C8CD80-2838-4F3B-BBB0-6C6760F7D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632701">
                <a:off x="2772947" y="3094105"/>
                <a:ext cx="1147233" cy="4374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CA9FED73-9136-4841-9F63-6462EB91BB0F}"/>
                  </a:ext>
                </a:extLst>
              </p:cNvPr>
              <p:cNvSpPr txBox="1"/>
              <p:nvPr/>
            </p:nvSpPr>
            <p:spPr>
              <a:xfrm>
                <a:off x="6134583" y="2913371"/>
                <a:ext cx="1944414" cy="43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ID" sz="200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9FED73-9136-4841-9F63-6462EB91B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583" y="2913371"/>
                <a:ext cx="1944414" cy="437492"/>
              </a:xfrm>
              <a:prstGeom prst="rect">
                <a:avLst/>
              </a:prstGeom>
              <a:blipFill>
                <a:blip r:embed="rId10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="" id="{ABDD5ABC-22FB-48B1-B484-474CF38E39E0}"/>
                  </a:ext>
                </a:extLst>
              </p:cNvPr>
              <p:cNvSpPr txBox="1"/>
              <p:nvPr/>
            </p:nvSpPr>
            <p:spPr>
              <a:xfrm>
                <a:off x="6638795" y="3531205"/>
                <a:ext cx="65238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ID" sz="2000" dirty="0"/>
                  <a:t> =  </a:t>
                </a:r>
                <a:r>
                  <a:rPr lang="en-ID" sz="2000" dirty="0" err="1"/>
                  <a:t>permeabilitas</a:t>
                </a:r>
                <a:r>
                  <a:rPr lang="en-ID" sz="2000" dirty="0"/>
                  <a:t> medium (material)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BDD5ABC-22FB-48B1-B484-474CF38E3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795" y="3531205"/>
                <a:ext cx="6523899" cy="400110"/>
              </a:xfrm>
              <a:prstGeom prst="rect">
                <a:avLst/>
              </a:prstGeom>
              <a:blipFill>
                <a:blip r:embed="rId11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xmlns="" id="{894E3A0F-2ECB-46C3-B9D6-F6D4D1791AA1}"/>
                  </a:ext>
                </a:extLst>
              </p:cNvPr>
              <p:cNvSpPr txBox="1"/>
              <p:nvPr/>
            </p:nvSpPr>
            <p:spPr>
              <a:xfrm>
                <a:off x="6589988" y="4111657"/>
                <a:ext cx="590617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D" sz="20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D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D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D" sz="2000" dirty="0"/>
                  <a:t>  permeabilitas </a:t>
                </a:r>
                <a:r>
                  <a:rPr lang="en-ID" sz="2000" dirty="0" err="1"/>
                  <a:t>ruang</a:t>
                </a:r>
                <a:r>
                  <a:rPr lang="en-ID" sz="2000" dirty="0"/>
                  <a:t> </a:t>
                </a:r>
              </a:p>
              <a:p>
                <a:r>
                  <a:rPr lang="en-ID" sz="2000" dirty="0"/>
                  <a:t>                           </a:t>
                </a:r>
                <a:r>
                  <a:rPr lang="en-ID" sz="2000" dirty="0" err="1"/>
                  <a:t>hampa</a:t>
                </a:r>
                <a:r>
                  <a:rPr lang="en-ID" sz="2000" dirty="0"/>
                  <a:t> </a:t>
                </a:r>
              </a:p>
              <a:p>
                <a:r>
                  <a:rPr lang="en-ID" sz="2000" dirty="0"/>
                  <a:t>                       =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endParaRPr lang="en-ID" sz="2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94E3A0F-2ECB-46C3-B9D6-F6D4D1791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988" y="4111657"/>
                <a:ext cx="5906170" cy="1015663"/>
              </a:xfrm>
              <a:prstGeom prst="rect">
                <a:avLst/>
              </a:prstGeom>
              <a:blipFill>
                <a:blip r:embed="rId12"/>
                <a:stretch>
                  <a:fillRect t="-2994" b="-958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xmlns="" id="{D105D5E2-1CC3-430E-8C66-32BF6D808FC1}"/>
                  </a:ext>
                </a:extLst>
              </p:cNvPr>
              <p:cNvSpPr txBox="1"/>
              <p:nvPr/>
            </p:nvSpPr>
            <p:spPr>
              <a:xfrm>
                <a:off x="6486530" y="5213879"/>
                <a:ext cx="518439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ID" sz="2000" dirty="0"/>
                  <a:t>=  </a:t>
                </a:r>
                <a:r>
                  <a:rPr lang="en-ID" sz="2000" dirty="0" err="1"/>
                  <a:t>permeabilitas</a:t>
                </a:r>
                <a:r>
                  <a:rPr lang="en-ID" sz="2000" dirty="0"/>
                  <a:t> </a:t>
                </a:r>
                <a:r>
                  <a:rPr lang="en-ID" sz="2000" dirty="0" err="1"/>
                  <a:t>relatif</a:t>
                </a:r>
                <a:r>
                  <a:rPr lang="en-ID" sz="2000" dirty="0"/>
                  <a:t> medium </a:t>
                </a:r>
              </a:p>
              <a:p>
                <a:r>
                  <a:rPr lang="en-ID" sz="2000" dirty="0"/>
                  <a:t>         </a:t>
                </a:r>
                <a:r>
                  <a:rPr lang="en-ID" sz="2000" dirty="0" err="1"/>
                  <a:t>terhadap</a:t>
                </a:r>
                <a:r>
                  <a:rPr lang="en-ID" sz="2000" dirty="0"/>
                  <a:t> </a:t>
                </a:r>
                <a:r>
                  <a:rPr lang="en-ID" sz="2000" dirty="0" err="1"/>
                  <a:t>permeabilitas</a:t>
                </a:r>
                <a:r>
                  <a:rPr lang="en-ID" sz="2000" dirty="0"/>
                  <a:t> </a:t>
                </a:r>
                <a:r>
                  <a:rPr lang="en-ID" sz="2000" dirty="0" err="1"/>
                  <a:t>ruang</a:t>
                </a:r>
                <a:r>
                  <a:rPr lang="en-ID" sz="2000" dirty="0"/>
                  <a:t> </a:t>
                </a:r>
                <a:r>
                  <a:rPr lang="en-ID" sz="2000" dirty="0" err="1"/>
                  <a:t>hampa</a:t>
                </a:r>
                <a:endParaRPr lang="en-ID" sz="2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105D5E2-1CC3-430E-8C66-32BF6D808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530" y="5213879"/>
                <a:ext cx="5184391" cy="707886"/>
              </a:xfrm>
              <a:prstGeom prst="rect">
                <a:avLst/>
              </a:prstGeom>
              <a:blipFill>
                <a:blip r:embed="rId13"/>
                <a:stretch>
                  <a:fillRect t="-4310" b="-1465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Freeform: Shape 52">
            <a:extLst>
              <a:ext uri="{FF2B5EF4-FFF2-40B4-BE49-F238E27FC236}">
                <a16:creationId xmlns:a16="http://schemas.microsoft.com/office/drawing/2014/main" xmlns="" id="{B61F8EF4-2046-4F51-BB75-5E57B77353C5}"/>
              </a:ext>
            </a:extLst>
          </p:cNvPr>
          <p:cNvSpPr/>
          <p:nvPr/>
        </p:nvSpPr>
        <p:spPr>
          <a:xfrm>
            <a:off x="2291255" y="2753710"/>
            <a:ext cx="3310759" cy="2795752"/>
          </a:xfrm>
          <a:custGeom>
            <a:avLst/>
            <a:gdLst>
              <a:gd name="connsiteX0" fmla="*/ 126124 w 3310759"/>
              <a:gd name="connsiteY0" fmla="*/ 189187 h 2795752"/>
              <a:gd name="connsiteX1" fmla="*/ 241738 w 3310759"/>
              <a:gd name="connsiteY1" fmla="*/ 168166 h 2795752"/>
              <a:gd name="connsiteX2" fmla="*/ 283779 w 3310759"/>
              <a:gd name="connsiteY2" fmla="*/ 147145 h 2795752"/>
              <a:gd name="connsiteX3" fmla="*/ 378373 w 3310759"/>
              <a:gd name="connsiteY3" fmla="*/ 136635 h 2795752"/>
              <a:gd name="connsiteX4" fmla="*/ 441435 w 3310759"/>
              <a:gd name="connsiteY4" fmla="*/ 115614 h 2795752"/>
              <a:gd name="connsiteX5" fmla="*/ 693683 w 3310759"/>
              <a:gd name="connsiteY5" fmla="*/ 94593 h 2795752"/>
              <a:gd name="connsiteX6" fmla="*/ 798786 w 3310759"/>
              <a:gd name="connsiteY6" fmla="*/ 73573 h 2795752"/>
              <a:gd name="connsiteX7" fmla="*/ 840828 w 3310759"/>
              <a:gd name="connsiteY7" fmla="*/ 63062 h 2795752"/>
              <a:gd name="connsiteX8" fmla="*/ 1135117 w 3310759"/>
              <a:gd name="connsiteY8" fmla="*/ 42042 h 2795752"/>
              <a:gd name="connsiteX9" fmla="*/ 1313793 w 3310759"/>
              <a:gd name="connsiteY9" fmla="*/ 21021 h 2795752"/>
              <a:gd name="connsiteX10" fmla="*/ 1387366 w 3310759"/>
              <a:gd name="connsiteY10" fmla="*/ 10511 h 2795752"/>
              <a:gd name="connsiteX11" fmla="*/ 1471448 w 3310759"/>
              <a:gd name="connsiteY11" fmla="*/ 0 h 2795752"/>
              <a:gd name="connsiteX12" fmla="*/ 1776248 w 3310759"/>
              <a:gd name="connsiteY12" fmla="*/ 10511 h 2795752"/>
              <a:gd name="connsiteX13" fmla="*/ 1818290 w 3310759"/>
              <a:gd name="connsiteY13" fmla="*/ 31531 h 2795752"/>
              <a:gd name="connsiteX14" fmla="*/ 1860331 w 3310759"/>
              <a:gd name="connsiteY14" fmla="*/ 42042 h 2795752"/>
              <a:gd name="connsiteX15" fmla="*/ 1923393 w 3310759"/>
              <a:gd name="connsiteY15" fmla="*/ 63062 h 2795752"/>
              <a:gd name="connsiteX16" fmla="*/ 1965435 w 3310759"/>
              <a:gd name="connsiteY16" fmla="*/ 94593 h 2795752"/>
              <a:gd name="connsiteX17" fmla="*/ 2049517 w 3310759"/>
              <a:gd name="connsiteY17" fmla="*/ 136635 h 2795752"/>
              <a:gd name="connsiteX18" fmla="*/ 2081048 w 3310759"/>
              <a:gd name="connsiteY18" fmla="*/ 157656 h 2795752"/>
              <a:gd name="connsiteX19" fmla="*/ 2228193 w 3310759"/>
              <a:gd name="connsiteY19" fmla="*/ 210207 h 2795752"/>
              <a:gd name="connsiteX20" fmla="*/ 2270235 w 3310759"/>
              <a:gd name="connsiteY20" fmla="*/ 231228 h 2795752"/>
              <a:gd name="connsiteX21" fmla="*/ 2438400 w 3310759"/>
              <a:gd name="connsiteY21" fmla="*/ 262759 h 2795752"/>
              <a:gd name="connsiteX22" fmla="*/ 2522483 w 3310759"/>
              <a:gd name="connsiteY22" fmla="*/ 283780 h 2795752"/>
              <a:gd name="connsiteX23" fmla="*/ 2585545 w 3310759"/>
              <a:gd name="connsiteY23" fmla="*/ 294290 h 2795752"/>
              <a:gd name="connsiteX24" fmla="*/ 2648607 w 3310759"/>
              <a:gd name="connsiteY24" fmla="*/ 315311 h 2795752"/>
              <a:gd name="connsiteX25" fmla="*/ 2680138 w 3310759"/>
              <a:gd name="connsiteY25" fmla="*/ 336331 h 2795752"/>
              <a:gd name="connsiteX26" fmla="*/ 2722179 w 3310759"/>
              <a:gd name="connsiteY26" fmla="*/ 357352 h 2795752"/>
              <a:gd name="connsiteX27" fmla="*/ 2764221 w 3310759"/>
              <a:gd name="connsiteY27" fmla="*/ 399393 h 2795752"/>
              <a:gd name="connsiteX28" fmla="*/ 2900855 w 3310759"/>
              <a:gd name="connsiteY28" fmla="*/ 525518 h 2795752"/>
              <a:gd name="connsiteX29" fmla="*/ 2942897 w 3310759"/>
              <a:gd name="connsiteY29" fmla="*/ 567559 h 2795752"/>
              <a:gd name="connsiteX30" fmla="*/ 2974428 w 3310759"/>
              <a:gd name="connsiteY30" fmla="*/ 599090 h 2795752"/>
              <a:gd name="connsiteX31" fmla="*/ 3048000 w 3310759"/>
              <a:gd name="connsiteY31" fmla="*/ 693683 h 2795752"/>
              <a:gd name="connsiteX32" fmla="*/ 3121573 w 3310759"/>
              <a:gd name="connsiteY32" fmla="*/ 756745 h 2795752"/>
              <a:gd name="connsiteX33" fmla="*/ 3163614 w 3310759"/>
              <a:gd name="connsiteY33" fmla="*/ 840828 h 2795752"/>
              <a:gd name="connsiteX34" fmla="*/ 3174124 w 3310759"/>
              <a:gd name="connsiteY34" fmla="*/ 882869 h 2795752"/>
              <a:gd name="connsiteX35" fmla="*/ 3216166 w 3310759"/>
              <a:gd name="connsiteY35" fmla="*/ 966952 h 2795752"/>
              <a:gd name="connsiteX36" fmla="*/ 3226676 w 3310759"/>
              <a:gd name="connsiteY36" fmla="*/ 1008993 h 2795752"/>
              <a:gd name="connsiteX37" fmla="*/ 3205655 w 3310759"/>
              <a:gd name="connsiteY37" fmla="*/ 1303283 h 2795752"/>
              <a:gd name="connsiteX38" fmla="*/ 3216166 w 3310759"/>
              <a:gd name="connsiteY38" fmla="*/ 1429407 h 2795752"/>
              <a:gd name="connsiteX39" fmla="*/ 3279228 w 3310759"/>
              <a:gd name="connsiteY39" fmla="*/ 1513490 h 2795752"/>
              <a:gd name="connsiteX40" fmla="*/ 3300248 w 3310759"/>
              <a:gd name="connsiteY40" fmla="*/ 1576552 h 2795752"/>
              <a:gd name="connsiteX41" fmla="*/ 3310759 w 3310759"/>
              <a:gd name="connsiteY41" fmla="*/ 1608083 h 2795752"/>
              <a:gd name="connsiteX42" fmla="*/ 3300248 w 3310759"/>
              <a:gd name="connsiteY42" fmla="*/ 1786759 h 2795752"/>
              <a:gd name="connsiteX43" fmla="*/ 3279228 w 3310759"/>
              <a:gd name="connsiteY43" fmla="*/ 1870842 h 2795752"/>
              <a:gd name="connsiteX44" fmla="*/ 3268717 w 3310759"/>
              <a:gd name="connsiteY44" fmla="*/ 1912883 h 2795752"/>
              <a:gd name="connsiteX45" fmla="*/ 3258207 w 3310759"/>
              <a:gd name="connsiteY45" fmla="*/ 1954924 h 2795752"/>
              <a:gd name="connsiteX46" fmla="*/ 3237186 w 3310759"/>
              <a:gd name="connsiteY46" fmla="*/ 2017987 h 2795752"/>
              <a:gd name="connsiteX47" fmla="*/ 3216166 w 3310759"/>
              <a:gd name="connsiteY47" fmla="*/ 2049518 h 2795752"/>
              <a:gd name="connsiteX48" fmla="*/ 3184635 w 3310759"/>
              <a:gd name="connsiteY48" fmla="*/ 2123090 h 2795752"/>
              <a:gd name="connsiteX49" fmla="*/ 3142593 w 3310759"/>
              <a:gd name="connsiteY49" fmla="*/ 2196662 h 2795752"/>
              <a:gd name="connsiteX50" fmla="*/ 3132083 w 3310759"/>
              <a:gd name="connsiteY50" fmla="*/ 2238704 h 2795752"/>
              <a:gd name="connsiteX51" fmla="*/ 3069021 w 3310759"/>
              <a:gd name="connsiteY51" fmla="*/ 2364828 h 2795752"/>
              <a:gd name="connsiteX52" fmla="*/ 3005959 w 3310759"/>
              <a:gd name="connsiteY52" fmla="*/ 2406869 h 2795752"/>
              <a:gd name="connsiteX53" fmla="*/ 2890345 w 3310759"/>
              <a:gd name="connsiteY53" fmla="*/ 2459421 h 2795752"/>
              <a:gd name="connsiteX54" fmla="*/ 2848304 w 3310759"/>
              <a:gd name="connsiteY54" fmla="*/ 2469931 h 2795752"/>
              <a:gd name="connsiteX55" fmla="*/ 2795752 w 3310759"/>
              <a:gd name="connsiteY55" fmla="*/ 2480442 h 2795752"/>
              <a:gd name="connsiteX56" fmla="*/ 2732690 w 3310759"/>
              <a:gd name="connsiteY56" fmla="*/ 2501462 h 2795752"/>
              <a:gd name="connsiteX57" fmla="*/ 2701159 w 3310759"/>
              <a:gd name="connsiteY57" fmla="*/ 2511973 h 2795752"/>
              <a:gd name="connsiteX58" fmla="*/ 2669628 w 3310759"/>
              <a:gd name="connsiteY58" fmla="*/ 2522483 h 2795752"/>
              <a:gd name="connsiteX59" fmla="*/ 2585545 w 3310759"/>
              <a:gd name="connsiteY59" fmla="*/ 2564524 h 2795752"/>
              <a:gd name="connsiteX60" fmla="*/ 2511973 w 3310759"/>
              <a:gd name="connsiteY60" fmla="*/ 2606566 h 2795752"/>
              <a:gd name="connsiteX61" fmla="*/ 2406869 w 3310759"/>
              <a:gd name="connsiteY61" fmla="*/ 2711669 h 2795752"/>
              <a:gd name="connsiteX62" fmla="*/ 2364828 w 3310759"/>
              <a:gd name="connsiteY62" fmla="*/ 2732690 h 2795752"/>
              <a:gd name="connsiteX63" fmla="*/ 2270235 w 3310759"/>
              <a:gd name="connsiteY63" fmla="*/ 2785242 h 2795752"/>
              <a:gd name="connsiteX64" fmla="*/ 2217683 w 3310759"/>
              <a:gd name="connsiteY64" fmla="*/ 2795752 h 2795752"/>
              <a:gd name="connsiteX65" fmla="*/ 2007476 w 3310759"/>
              <a:gd name="connsiteY65" fmla="*/ 2785242 h 2795752"/>
              <a:gd name="connsiteX66" fmla="*/ 1912883 w 3310759"/>
              <a:gd name="connsiteY66" fmla="*/ 2743200 h 2795752"/>
              <a:gd name="connsiteX67" fmla="*/ 1860331 w 3310759"/>
              <a:gd name="connsiteY67" fmla="*/ 2722180 h 2795752"/>
              <a:gd name="connsiteX68" fmla="*/ 1776248 w 3310759"/>
              <a:gd name="connsiteY68" fmla="*/ 2669628 h 2795752"/>
              <a:gd name="connsiteX69" fmla="*/ 1660635 w 3310759"/>
              <a:gd name="connsiteY69" fmla="*/ 2606566 h 2795752"/>
              <a:gd name="connsiteX70" fmla="*/ 1492469 w 3310759"/>
              <a:gd name="connsiteY70" fmla="*/ 2617076 h 2795752"/>
              <a:gd name="connsiteX71" fmla="*/ 1460938 w 3310759"/>
              <a:gd name="connsiteY71" fmla="*/ 2627587 h 2795752"/>
              <a:gd name="connsiteX72" fmla="*/ 1376855 w 3310759"/>
              <a:gd name="connsiteY72" fmla="*/ 2648607 h 2795752"/>
              <a:gd name="connsiteX73" fmla="*/ 1292773 w 3310759"/>
              <a:gd name="connsiteY73" fmla="*/ 2669628 h 2795752"/>
              <a:gd name="connsiteX74" fmla="*/ 1250731 w 3310759"/>
              <a:gd name="connsiteY74" fmla="*/ 2680138 h 2795752"/>
              <a:gd name="connsiteX75" fmla="*/ 1156138 w 3310759"/>
              <a:gd name="connsiteY75" fmla="*/ 2669628 h 2795752"/>
              <a:gd name="connsiteX76" fmla="*/ 1082566 w 3310759"/>
              <a:gd name="connsiteY76" fmla="*/ 2648607 h 2795752"/>
              <a:gd name="connsiteX77" fmla="*/ 1040524 w 3310759"/>
              <a:gd name="connsiteY77" fmla="*/ 2638097 h 2795752"/>
              <a:gd name="connsiteX78" fmla="*/ 998483 w 3310759"/>
              <a:gd name="connsiteY78" fmla="*/ 2617076 h 2795752"/>
              <a:gd name="connsiteX79" fmla="*/ 966952 w 3310759"/>
              <a:gd name="connsiteY79" fmla="*/ 2596056 h 2795752"/>
              <a:gd name="connsiteX80" fmla="*/ 924911 w 3310759"/>
              <a:gd name="connsiteY80" fmla="*/ 2585545 h 2795752"/>
              <a:gd name="connsiteX81" fmla="*/ 893379 w 3310759"/>
              <a:gd name="connsiteY81" fmla="*/ 2575035 h 2795752"/>
              <a:gd name="connsiteX82" fmla="*/ 851338 w 3310759"/>
              <a:gd name="connsiteY82" fmla="*/ 2543504 h 2795752"/>
              <a:gd name="connsiteX83" fmla="*/ 767255 w 3310759"/>
              <a:gd name="connsiteY83" fmla="*/ 2501462 h 2795752"/>
              <a:gd name="connsiteX84" fmla="*/ 704193 w 3310759"/>
              <a:gd name="connsiteY84" fmla="*/ 2459421 h 2795752"/>
              <a:gd name="connsiteX85" fmla="*/ 683173 w 3310759"/>
              <a:gd name="connsiteY85" fmla="*/ 2427890 h 2795752"/>
              <a:gd name="connsiteX86" fmla="*/ 620111 w 3310759"/>
              <a:gd name="connsiteY86" fmla="*/ 2364828 h 2795752"/>
              <a:gd name="connsiteX87" fmla="*/ 588579 w 3310759"/>
              <a:gd name="connsiteY87" fmla="*/ 2322787 h 2795752"/>
              <a:gd name="connsiteX88" fmla="*/ 567559 w 3310759"/>
              <a:gd name="connsiteY88" fmla="*/ 2291256 h 2795752"/>
              <a:gd name="connsiteX89" fmla="*/ 546538 w 3310759"/>
              <a:gd name="connsiteY89" fmla="*/ 2228193 h 2795752"/>
              <a:gd name="connsiteX90" fmla="*/ 525517 w 3310759"/>
              <a:gd name="connsiteY90" fmla="*/ 2165131 h 2795752"/>
              <a:gd name="connsiteX91" fmla="*/ 472966 w 3310759"/>
              <a:gd name="connsiteY91" fmla="*/ 2070538 h 2795752"/>
              <a:gd name="connsiteX92" fmla="*/ 409904 w 3310759"/>
              <a:gd name="connsiteY92" fmla="*/ 2007476 h 2795752"/>
              <a:gd name="connsiteX93" fmla="*/ 357352 w 3310759"/>
              <a:gd name="connsiteY93" fmla="*/ 1975945 h 2795752"/>
              <a:gd name="connsiteX94" fmla="*/ 315311 w 3310759"/>
              <a:gd name="connsiteY94" fmla="*/ 1954924 h 2795752"/>
              <a:gd name="connsiteX95" fmla="*/ 283779 w 3310759"/>
              <a:gd name="connsiteY95" fmla="*/ 1923393 h 2795752"/>
              <a:gd name="connsiteX96" fmla="*/ 262759 w 3310759"/>
              <a:gd name="connsiteY96" fmla="*/ 1881352 h 2795752"/>
              <a:gd name="connsiteX97" fmla="*/ 231228 w 3310759"/>
              <a:gd name="connsiteY97" fmla="*/ 1849821 h 2795752"/>
              <a:gd name="connsiteX98" fmla="*/ 220717 w 3310759"/>
              <a:gd name="connsiteY98" fmla="*/ 1818290 h 2795752"/>
              <a:gd name="connsiteX99" fmla="*/ 178676 w 3310759"/>
              <a:gd name="connsiteY99" fmla="*/ 1755228 h 2795752"/>
              <a:gd name="connsiteX100" fmla="*/ 157655 w 3310759"/>
              <a:gd name="connsiteY100" fmla="*/ 1723697 h 2795752"/>
              <a:gd name="connsiteX101" fmla="*/ 147145 w 3310759"/>
              <a:gd name="connsiteY101" fmla="*/ 1692166 h 2795752"/>
              <a:gd name="connsiteX102" fmla="*/ 126124 w 3310759"/>
              <a:gd name="connsiteY102" fmla="*/ 1660635 h 2795752"/>
              <a:gd name="connsiteX103" fmla="*/ 105104 w 3310759"/>
              <a:gd name="connsiteY103" fmla="*/ 1597573 h 2795752"/>
              <a:gd name="connsiteX104" fmla="*/ 94593 w 3310759"/>
              <a:gd name="connsiteY104" fmla="*/ 1324304 h 2795752"/>
              <a:gd name="connsiteX105" fmla="*/ 84083 w 3310759"/>
              <a:gd name="connsiteY105" fmla="*/ 1261242 h 2795752"/>
              <a:gd name="connsiteX106" fmla="*/ 63062 w 3310759"/>
              <a:gd name="connsiteY106" fmla="*/ 1177159 h 2795752"/>
              <a:gd name="connsiteX107" fmla="*/ 52552 w 3310759"/>
              <a:gd name="connsiteY107" fmla="*/ 1135118 h 2795752"/>
              <a:gd name="connsiteX108" fmla="*/ 31531 w 3310759"/>
              <a:gd name="connsiteY108" fmla="*/ 1051035 h 2795752"/>
              <a:gd name="connsiteX109" fmla="*/ 0 w 3310759"/>
              <a:gd name="connsiteY109" fmla="*/ 987973 h 2795752"/>
              <a:gd name="connsiteX110" fmla="*/ 10511 w 3310759"/>
              <a:gd name="connsiteY110" fmla="*/ 515007 h 2795752"/>
              <a:gd name="connsiteX111" fmla="*/ 21021 w 3310759"/>
              <a:gd name="connsiteY111" fmla="*/ 441435 h 2795752"/>
              <a:gd name="connsiteX112" fmla="*/ 42042 w 3310759"/>
              <a:gd name="connsiteY112" fmla="*/ 378373 h 2795752"/>
              <a:gd name="connsiteX113" fmla="*/ 52552 w 3310759"/>
              <a:gd name="connsiteY113" fmla="*/ 346842 h 2795752"/>
              <a:gd name="connsiteX114" fmla="*/ 73573 w 3310759"/>
              <a:gd name="connsiteY114" fmla="*/ 252249 h 2795752"/>
              <a:gd name="connsiteX115" fmla="*/ 126124 w 3310759"/>
              <a:gd name="connsiteY115" fmla="*/ 189187 h 2795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</a:cxnLst>
            <a:rect l="l" t="t" r="r" b="b"/>
            <a:pathLst>
              <a:path w="3310759" h="2795752">
                <a:moveTo>
                  <a:pt x="126124" y="189187"/>
                </a:moveTo>
                <a:cubicBezTo>
                  <a:pt x="154151" y="175173"/>
                  <a:pt x="211245" y="179601"/>
                  <a:pt x="241738" y="168166"/>
                </a:cubicBezTo>
                <a:cubicBezTo>
                  <a:pt x="256408" y="162665"/>
                  <a:pt x="268512" y="150668"/>
                  <a:pt x="283779" y="147145"/>
                </a:cubicBezTo>
                <a:cubicBezTo>
                  <a:pt x="314692" y="140011"/>
                  <a:pt x="346842" y="140138"/>
                  <a:pt x="378373" y="136635"/>
                </a:cubicBezTo>
                <a:cubicBezTo>
                  <a:pt x="399394" y="129628"/>
                  <a:pt x="419326" y="117088"/>
                  <a:pt x="441435" y="115614"/>
                </a:cubicBezTo>
                <a:cubicBezTo>
                  <a:pt x="505668" y="111332"/>
                  <a:pt x="622084" y="105898"/>
                  <a:pt x="693683" y="94593"/>
                </a:cubicBezTo>
                <a:cubicBezTo>
                  <a:pt x="728974" y="89021"/>
                  <a:pt x="764125" y="82239"/>
                  <a:pt x="798786" y="73573"/>
                </a:cubicBezTo>
                <a:cubicBezTo>
                  <a:pt x="812800" y="70069"/>
                  <a:pt x="826579" y="65437"/>
                  <a:pt x="840828" y="63062"/>
                </a:cubicBezTo>
                <a:cubicBezTo>
                  <a:pt x="939627" y="46595"/>
                  <a:pt x="1033056" y="47145"/>
                  <a:pt x="1135117" y="42042"/>
                </a:cubicBezTo>
                <a:cubicBezTo>
                  <a:pt x="1263743" y="20603"/>
                  <a:pt x="1127212" y="41751"/>
                  <a:pt x="1313793" y="21021"/>
                </a:cubicBezTo>
                <a:cubicBezTo>
                  <a:pt x="1338415" y="18285"/>
                  <a:pt x="1362810" y="13785"/>
                  <a:pt x="1387366" y="10511"/>
                </a:cubicBezTo>
                <a:lnTo>
                  <a:pt x="1471448" y="0"/>
                </a:lnTo>
                <a:cubicBezTo>
                  <a:pt x="1573048" y="3504"/>
                  <a:pt x="1675005" y="1307"/>
                  <a:pt x="1776248" y="10511"/>
                </a:cubicBezTo>
                <a:cubicBezTo>
                  <a:pt x="1791852" y="11930"/>
                  <a:pt x="1803620" y="26030"/>
                  <a:pt x="1818290" y="31531"/>
                </a:cubicBezTo>
                <a:cubicBezTo>
                  <a:pt x="1831815" y="36603"/>
                  <a:pt x="1846495" y="37891"/>
                  <a:pt x="1860331" y="42042"/>
                </a:cubicBezTo>
                <a:cubicBezTo>
                  <a:pt x="1881554" y="48409"/>
                  <a:pt x="1923393" y="63062"/>
                  <a:pt x="1923393" y="63062"/>
                </a:cubicBezTo>
                <a:cubicBezTo>
                  <a:pt x="1937407" y="73572"/>
                  <a:pt x="1950304" y="85766"/>
                  <a:pt x="1965435" y="94593"/>
                </a:cubicBezTo>
                <a:cubicBezTo>
                  <a:pt x="1992502" y="110382"/>
                  <a:pt x="2023444" y="119253"/>
                  <a:pt x="2049517" y="136635"/>
                </a:cubicBezTo>
                <a:cubicBezTo>
                  <a:pt x="2060027" y="143642"/>
                  <a:pt x="2069579" y="152363"/>
                  <a:pt x="2081048" y="157656"/>
                </a:cubicBezTo>
                <a:cubicBezTo>
                  <a:pt x="2165085" y="196442"/>
                  <a:pt x="2162744" y="193845"/>
                  <a:pt x="2228193" y="210207"/>
                </a:cubicBezTo>
                <a:cubicBezTo>
                  <a:pt x="2242207" y="217214"/>
                  <a:pt x="2255371" y="226273"/>
                  <a:pt x="2270235" y="231228"/>
                </a:cubicBezTo>
                <a:cubicBezTo>
                  <a:pt x="2337128" y="253526"/>
                  <a:pt x="2369247" y="254115"/>
                  <a:pt x="2438400" y="262759"/>
                </a:cubicBezTo>
                <a:cubicBezTo>
                  <a:pt x="2482156" y="277344"/>
                  <a:pt x="2466682" y="273634"/>
                  <a:pt x="2522483" y="283780"/>
                </a:cubicBezTo>
                <a:cubicBezTo>
                  <a:pt x="2543450" y="287592"/>
                  <a:pt x="2564871" y="289121"/>
                  <a:pt x="2585545" y="294290"/>
                </a:cubicBezTo>
                <a:cubicBezTo>
                  <a:pt x="2607041" y="299664"/>
                  <a:pt x="2630170" y="303020"/>
                  <a:pt x="2648607" y="315311"/>
                </a:cubicBezTo>
                <a:cubicBezTo>
                  <a:pt x="2659117" y="322318"/>
                  <a:pt x="2669171" y="330064"/>
                  <a:pt x="2680138" y="336331"/>
                </a:cubicBezTo>
                <a:cubicBezTo>
                  <a:pt x="2693741" y="344104"/>
                  <a:pt x="2709645" y="347951"/>
                  <a:pt x="2722179" y="357352"/>
                </a:cubicBezTo>
                <a:cubicBezTo>
                  <a:pt x="2738034" y="369243"/>
                  <a:pt x="2749408" y="386226"/>
                  <a:pt x="2764221" y="399393"/>
                </a:cubicBezTo>
                <a:cubicBezTo>
                  <a:pt x="2914519" y="532990"/>
                  <a:pt x="2682892" y="307555"/>
                  <a:pt x="2900855" y="525518"/>
                </a:cubicBezTo>
                <a:lnTo>
                  <a:pt x="2942897" y="567559"/>
                </a:lnTo>
                <a:cubicBezTo>
                  <a:pt x="2953407" y="578069"/>
                  <a:pt x="2965303" y="587357"/>
                  <a:pt x="2974428" y="599090"/>
                </a:cubicBezTo>
                <a:cubicBezTo>
                  <a:pt x="2998952" y="630621"/>
                  <a:pt x="3014764" y="671525"/>
                  <a:pt x="3048000" y="693683"/>
                </a:cubicBezTo>
                <a:cubicBezTo>
                  <a:pt x="3096021" y="725697"/>
                  <a:pt x="3070599" y="705772"/>
                  <a:pt x="3121573" y="756745"/>
                </a:cubicBezTo>
                <a:cubicBezTo>
                  <a:pt x="3135587" y="784773"/>
                  <a:pt x="3156014" y="810428"/>
                  <a:pt x="3163614" y="840828"/>
                </a:cubicBezTo>
                <a:cubicBezTo>
                  <a:pt x="3167117" y="854842"/>
                  <a:pt x="3168568" y="869535"/>
                  <a:pt x="3174124" y="882869"/>
                </a:cubicBezTo>
                <a:cubicBezTo>
                  <a:pt x="3186176" y="911794"/>
                  <a:pt x="3216166" y="966952"/>
                  <a:pt x="3216166" y="966952"/>
                </a:cubicBezTo>
                <a:cubicBezTo>
                  <a:pt x="3219669" y="980966"/>
                  <a:pt x="3226676" y="994548"/>
                  <a:pt x="3226676" y="1008993"/>
                </a:cubicBezTo>
                <a:cubicBezTo>
                  <a:pt x="3226676" y="1231232"/>
                  <a:pt x="3234671" y="1187227"/>
                  <a:pt x="3205655" y="1303283"/>
                </a:cubicBezTo>
                <a:cubicBezTo>
                  <a:pt x="3209159" y="1345324"/>
                  <a:pt x="3202229" y="1389588"/>
                  <a:pt x="3216166" y="1429407"/>
                </a:cubicBezTo>
                <a:cubicBezTo>
                  <a:pt x="3227740" y="1462475"/>
                  <a:pt x="3279228" y="1513490"/>
                  <a:pt x="3279228" y="1513490"/>
                </a:cubicBezTo>
                <a:lnTo>
                  <a:pt x="3300248" y="1576552"/>
                </a:lnTo>
                <a:lnTo>
                  <a:pt x="3310759" y="1608083"/>
                </a:lnTo>
                <a:cubicBezTo>
                  <a:pt x="3307255" y="1667642"/>
                  <a:pt x="3307356" y="1727522"/>
                  <a:pt x="3300248" y="1786759"/>
                </a:cubicBezTo>
                <a:cubicBezTo>
                  <a:pt x="3296806" y="1815443"/>
                  <a:pt x="3286235" y="1842814"/>
                  <a:pt x="3279228" y="1870842"/>
                </a:cubicBezTo>
                <a:lnTo>
                  <a:pt x="3268717" y="1912883"/>
                </a:lnTo>
                <a:cubicBezTo>
                  <a:pt x="3265214" y="1926897"/>
                  <a:pt x="3262775" y="1941220"/>
                  <a:pt x="3258207" y="1954924"/>
                </a:cubicBezTo>
                <a:cubicBezTo>
                  <a:pt x="3251200" y="1975945"/>
                  <a:pt x="3249477" y="1999550"/>
                  <a:pt x="3237186" y="2017987"/>
                </a:cubicBezTo>
                <a:cubicBezTo>
                  <a:pt x="3230179" y="2028497"/>
                  <a:pt x="3221815" y="2038220"/>
                  <a:pt x="3216166" y="2049518"/>
                </a:cubicBezTo>
                <a:cubicBezTo>
                  <a:pt x="3157218" y="2167415"/>
                  <a:pt x="3272102" y="1970023"/>
                  <a:pt x="3184635" y="2123090"/>
                </a:cubicBezTo>
                <a:cubicBezTo>
                  <a:pt x="3125201" y="2227100"/>
                  <a:pt x="3206129" y="2069594"/>
                  <a:pt x="3142593" y="2196662"/>
                </a:cubicBezTo>
                <a:cubicBezTo>
                  <a:pt x="3139090" y="2210676"/>
                  <a:pt x="3136234" y="2224868"/>
                  <a:pt x="3132083" y="2238704"/>
                </a:cubicBezTo>
                <a:cubicBezTo>
                  <a:pt x="3121591" y="2273676"/>
                  <a:pt x="3102239" y="2342683"/>
                  <a:pt x="3069021" y="2364828"/>
                </a:cubicBezTo>
                <a:cubicBezTo>
                  <a:pt x="3048000" y="2378842"/>
                  <a:pt x="3028555" y="2395571"/>
                  <a:pt x="3005959" y="2406869"/>
                </a:cubicBezTo>
                <a:cubicBezTo>
                  <a:pt x="2950466" y="2434616"/>
                  <a:pt x="2937993" y="2445808"/>
                  <a:pt x="2890345" y="2459421"/>
                </a:cubicBezTo>
                <a:cubicBezTo>
                  <a:pt x="2876456" y="2463389"/>
                  <a:pt x="2862405" y="2466797"/>
                  <a:pt x="2848304" y="2469931"/>
                </a:cubicBezTo>
                <a:cubicBezTo>
                  <a:pt x="2830865" y="2473806"/>
                  <a:pt x="2812987" y="2475742"/>
                  <a:pt x="2795752" y="2480442"/>
                </a:cubicBezTo>
                <a:cubicBezTo>
                  <a:pt x="2774375" y="2486272"/>
                  <a:pt x="2753711" y="2494455"/>
                  <a:pt x="2732690" y="2501462"/>
                </a:cubicBezTo>
                <a:lnTo>
                  <a:pt x="2701159" y="2511973"/>
                </a:lnTo>
                <a:cubicBezTo>
                  <a:pt x="2690649" y="2515476"/>
                  <a:pt x="2679537" y="2517528"/>
                  <a:pt x="2669628" y="2522483"/>
                </a:cubicBezTo>
                <a:cubicBezTo>
                  <a:pt x="2641600" y="2536497"/>
                  <a:pt x="2610613" y="2545722"/>
                  <a:pt x="2585545" y="2564524"/>
                </a:cubicBezTo>
                <a:cubicBezTo>
                  <a:pt x="2534641" y="2602703"/>
                  <a:pt x="2560122" y="2590517"/>
                  <a:pt x="2511973" y="2606566"/>
                </a:cubicBezTo>
                <a:cubicBezTo>
                  <a:pt x="2468796" y="2660537"/>
                  <a:pt x="2467700" y="2669087"/>
                  <a:pt x="2406869" y="2711669"/>
                </a:cubicBezTo>
                <a:cubicBezTo>
                  <a:pt x="2394033" y="2720654"/>
                  <a:pt x="2378263" y="2724629"/>
                  <a:pt x="2364828" y="2732690"/>
                </a:cubicBezTo>
                <a:cubicBezTo>
                  <a:pt x="2308920" y="2766235"/>
                  <a:pt x="2318553" y="2773162"/>
                  <a:pt x="2270235" y="2785242"/>
                </a:cubicBezTo>
                <a:cubicBezTo>
                  <a:pt x="2252904" y="2789575"/>
                  <a:pt x="2235200" y="2792249"/>
                  <a:pt x="2217683" y="2795752"/>
                </a:cubicBezTo>
                <a:cubicBezTo>
                  <a:pt x="2147614" y="2792249"/>
                  <a:pt x="2077133" y="2793601"/>
                  <a:pt x="2007476" y="2785242"/>
                </a:cubicBezTo>
                <a:cubicBezTo>
                  <a:pt x="1986134" y="2782681"/>
                  <a:pt x="1933800" y="2752496"/>
                  <a:pt x="1912883" y="2743200"/>
                </a:cubicBezTo>
                <a:cubicBezTo>
                  <a:pt x="1895642" y="2735538"/>
                  <a:pt x="1877206" y="2730617"/>
                  <a:pt x="1860331" y="2722180"/>
                </a:cubicBezTo>
                <a:cubicBezTo>
                  <a:pt x="1727124" y="2655578"/>
                  <a:pt x="1867952" y="2719648"/>
                  <a:pt x="1776248" y="2669628"/>
                </a:cubicBezTo>
                <a:cubicBezTo>
                  <a:pt x="1645100" y="2598092"/>
                  <a:pt x="1732657" y="2654582"/>
                  <a:pt x="1660635" y="2606566"/>
                </a:cubicBezTo>
                <a:cubicBezTo>
                  <a:pt x="1604580" y="2610069"/>
                  <a:pt x="1548325" y="2611196"/>
                  <a:pt x="1492469" y="2617076"/>
                </a:cubicBezTo>
                <a:cubicBezTo>
                  <a:pt x="1481451" y="2618236"/>
                  <a:pt x="1471627" y="2624672"/>
                  <a:pt x="1460938" y="2627587"/>
                </a:cubicBezTo>
                <a:cubicBezTo>
                  <a:pt x="1433066" y="2635188"/>
                  <a:pt x="1404883" y="2641600"/>
                  <a:pt x="1376855" y="2648607"/>
                </a:cubicBezTo>
                <a:lnTo>
                  <a:pt x="1292773" y="2669628"/>
                </a:lnTo>
                <a:lnTo>
                  <a:pt x="1250731" y="2680138"/>
                </a:lnTo>
                <a:cubicBezTo>
                  <a:pt x="1219200" y="2676635"/>
                  <a:pt x="1187494" y="2674452"/>
                  <a:pt x="1156138" y="2669628"/>
                </a:cubicBezTo>
                <a:cubicBezTo>
                  <a:pt x="1120533" y="2664151"/>
                  <a:pt x="1114620" y="2657765"/>
                  <a:pt x="1082566" y="2648607"/>
                </a:cubicBezTo>
                <a:cubicBezTo>
                  <a:pt x="1068677" y="2644639"/>
                  <a:pt x="1054538" y="2641600"/>
                  <a:pt x="1040524" y="2638097"/>
                </a:cubicBezTo>
                <a:cubicBezTo>
                  <a:pt x="1026510" y="2631090"/>
                  <a:pt x="1012086" y="2624849"/>
                  <a:pt x="998483" y="2617076"/>
                </a:cubicBezTo>
                <a:cubicBezTo>
                  <a:pt x="987516" y="2610809"/>
                  <a:pt x="978562" y="2601032"/>
                  <a:pt x="966952" y="2596056"/>
                </a:cubicBezTo>
                <a:cubicBezTo>
                  <a:pt x="953675" y="2590366"/>
                  <a:pt x="938800" y="2589513"/>
                  <a:pt x="924911" y="2585545"/>
                </a:cubicBezTo>
                <a:cubicBezTo>
                  <a:pt x="914258" y="2582501"/>
                  <a:pt x="903890" y="2578538"/>
                  <a:pt x="893379" y="2575035"/>
                </a:cubicBezTo>
                <a:cubicBezTo>
                  <a:pt x="879365" y="2564525"/>
                  <a:pt x="866469" y="2552330"/>
                  <a:pt x="851338" y="2543504"/>
                </a:cubicBezTo>
                <a:cubicBezTo>
                  <a:pt x="824271" y="2527715"/>
                  <a:pt x="789413" y="2523620"/>
                  <a:pt x="767255" y="2501462"/>
                </a:cubicBezTo>
                <a:cubicBezTo>
                  <a:pt x="727890" y="2462097"/>
                  <a:pt x="749825" y="2474631"/>
                  <a:pt x="704193" y="2459421"/>
                </a:cubicBezTo>
                <a:cubicBezTo>
                  <a:pt x="697186" y="2448911"/>
                  <a:pt x="691565" y="2437331"/>
                  <a:pt x="683173" y="2427890"/>
                </a:cubicBezTo>
                <a:cubicBezTo>
                  <a:pt x="663423" y="2405671"/>
                  <a:pt x="637948" y="2388610"/>
                  <a:pt x="620111" y="2364828"/>
                </a:cubicBezTo>
                <a:cubicBezTo>
                  <a:pt x="609600" y="2350814"/>
                  <a:pt x="598761" y="2337041"/>
                  <a:pt x="588579" y="2322787"/>
                </a:cubicBezTo>
                <a:cubicBezTo>
                  <a:pt x="581237" y="2312508"/>
                  <a:pt x="572689" y="2302799"/>
                  <a:pt x="567559" y="2291256"/>
                </a:cubicBezTo>
                <a:cubicBezTo>
                  <a:pt x="558560" y="2271008"/>
                  <a:pt x="553545" y="2249214"/>
                  <a:pt x="546538" y="2228193"/>
                </a:cubicBezTo>
                <a:lnTo>
                  <a:pt x="525517" y="2165131"/>
                </a:lnTo>
                <a:cubicBezTo>
                  <a:pt x="512300" y="2125480"/>
                  <a:pt x="509108" y="2106680"/>
                  <a:pt x="472966" y="2070538"/>
                </a:cubicBezTo>
                <a:cubicBezTo>
                  <a:pt x="451945" y="2049517"/>
                  <a:pt x="435395" y="2022771"/>
                  <a:pt x="409904" y="2007476"/>
                </a:cubicBezTo>
                <a:cubicBezTo>
                  <a:pt x="392387" y="1996966"/>
                  <a:pt x="375210" y="1985866"/>
                  <a:pt x="357352" y="1975945"/>
                </a:cubicBezTo>
                <a:cubicBezTo>
                  <a:pt x="343656" y="1968336"/>
                  <a:pt x="328060" y="1964031"/>
                  <a:pt x="315311" y="1954924"/>
                </a:cubicBezTo>
                <a:cubicBezTo>
                  <a:pt x="303216" y="1946284"/>
                  <a:pt x="294290" y="1933903"/>
                  <a:pt x="283779" y="1923393"/>
                </a:cubicBezTo>
                <a:cubicBezTo>
                  <a:pt x="276772" y="1909379"/>
                  <a:pt x="271866" y="1894101"/>
                  <a:pt x="262759" y="1881352"/>
                </a:cubicBezTo>
                <a:cubicBezTo>
                  <a:pt x="254120" y="1869257"/>
                  <a:pt x="239473" y="1862188"/>
                  <a:pt x="231228" y="1849821"/>
                </a:cubicBezTo>
                <a:cubicBezTo>
                  <a:pt x="225082" y="1840603"/>
                  <a:pt x="226097" y="1827975"/>
                  <a:pt x="220717" y="1818290"/>
                </a:cubicBezTo>
                <a:cubicBezTo>
                  <a:pt x="208448" y="1796206"/>
                  <a:pt x="192690" y="1776249"/>
                  <a:pt x="178676" y="1755228"/>
                </a:cubicBezTo>
                <a:lnTo>
                  <a:pt x="157655" y="1723697"/>
                </a:lnTo>
                <a:cubicBezTo>
                  <a:pt x="154152" y="1713187"/>
                  <a:pt x="152100" y="1702075"/>
                  <a:pt x="147145" y="1692166"/>
                </a:cubicBezTo>
                <a:cubicBezTo>
                  <a:pt x="141496" y="1680868"/>
                  <a:pt x="131254" y="1672178"/>
                  <a:pt x="126124" y="1660635"/>
                </a:cubicBezTo>
                <a:cubicBezTo>
                  <a:pt x="117125" y="1640387"/>
                  <a:pt x="105104" y="1597573"/>
                  <a:pt x="105104" y="1597573"/>
                </a:cubicBezTo>
                <a:cubicBezTo>
                  <a:pt x="101600" y="1506483"/>
                  <a:pt x="100279" y="1415283"/>
                  <a:pt x="94593" y="1324304"/>
                </a:cubicBezTo>
                <a:cubicBezTo>
                  <a:pt x="93264" y="1303035"/>
                  <a:pt x="88548" y="1282080"/>
                  <a:pt x="84083" y="1261242"/>
                </a:cubicBezTo>
                <a:cubicBezTo>
                  <a:pt x="78030" y="1232993"/>
                  <a:pt x="70069" y="1205187"/>
                  <a:pt x="63062" y="1177159"/>
                </a:cubicBezTo>
                <a:lnTo>
                  <a:pt x="52552" y="1135118"/>
                </a:lnTo>
                <a:lnTo>
                  <a:pt x="31531" y="1051035"/>
                </a:lnTo>
                <a:cubicBezTo>
                  <a:pt x="4366" y="1010286"/>
                  <a:pt x="14506" y="1031487"/>
                  <a:pt x="0" y="987973"/>
                </a:cubicBezTo>
                <a:cubicBezTo>
                  <a:pt x="3504" y="830318"/>
                  <a:pt x="4450" y="672585"/>
                  <a:pt x="10511" y="515007"/>
                </a:cubicBezTo>
                <a:cubicBezTo>
                  <a:pt x="11463" y="490252"/>
                  <a:pt x="15451" y="465574"/>
                  <a:pt x="21021" y="441435"/>
                </a:cubicBezTo>
                <a:cubicBezTo>
                  <a:pt x="26003" y="419845"/>
                  <a:pt x="35035" y="399394"/>
                  <a:pt x="42042" y="378373"/>
                </a:cubicBezTo>
                <a:cubicBezTo>
                  <a:pt x="45545" y="367863"/>
                  <a:pt x="50379" y="357706"/>
                  <a:pt x="52552" y="346842"/>
                </a:cubicBezTo>
                <a:cubicBezTo>
                  <a:pt x="52784" y="345680"/>
                  <a:pt x="69330" y="258613"/>
                  <a:pt x="73573" y="252249"/>
                </a:cubicBezTo>
                <a:cubicBezTo>
                  <a:pt x="79915" y="242736"/>
                  <a:pt x="98097" y="203201"/>
                  <a:pt x="126124" y="189187"/>
                </a:cubicBezTo>
                <a:close/>
              </a:path>
            </a:pathLst>
          </a:cu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C40ACE1E-9A0B-488E-987E-197AA757C951}"/>
                  </a:ext>
                </a:extLst>
              </p:cNvPr>
              <p:cNvSpPr txBox="1"/>
              <p:nvPr/>
            </p:nvSpPr>
            <p:spPr>
              <a:xfrm>
                <a:off x="2291255" y="5850122"/>
                <a:ext cx="63715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D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D" dirty="0" smtClean="0"/>
                  <a:t>1 (material </a:t>
                </a:r>
                <a:r>
                  <a:rPr lang="en-ID" dirty="0"/>
                  <a:t>non </a:t>
                </a:r>
                <a:r>
                  <a:rPr lang="en-ID" dirty="0" err="1" smtClean="0"/>
                  <a:t>magnetik</a:t>
                </a:r>
                <a:r>
                  <a:rPr lang="en-ID" dirty="0" smtClean="0"/>
                  <a:t>)</a:t>
                </a:r>
                <a:endParaRPr lang="en-ID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40ACE1E-9A0B-488E-987E-197AA757C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255" y="5850122"/>
                <a:ext cx="6371527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xmlns="" id="{814888C9-AFA9-4039-88C6-95047B47B98A}"/>
                  </a:ext>
                </a:extLst>
              </p:cNvPr>
              <p:cNvSpPr txBox="1"/>
              <p:nvPr/>
            </p:nvSpPr>
            <p:spPr>
              <a:xfrm>
                <a:off x="2291254" y="6351009"/>
                <a:ext cx="63715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D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ID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D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</m:oMath>
                </a14:m>
                <a:r>
                  <a:rPr lang="en-ID" dirty="0" smtClean="0"/>
                  <a:t> 1</a:t>
                </a:r>
                <a:r>
                  <a:rPr lang="en-ID" dirty="0"/>
                  <a:t> </a:t>
                </a:r>
                <a:r>
                  <a:rPr lang="en-ID" dirty="0" smtClean="0"/>
                  <a:t>(material </a:t>
                </a:r>
                <a:r>
                  <a:rPr lang="en-ID" dirty="0" err="1" smtClean="0"/>
                  <a:t>ferromagnetik</a:t>
                </a:r>
                <a:r>
                  <a:rPr lang="en-ID" dirty="0" smtClean="0"/>
                  <a:t>)</a:t>
                </a:r>
                <a:endParaRPr lang="en-ID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14888C9-AFA9-4039-88C6-95047B47B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254" y="6351009"/>
                <a:ext cx="6371527" cy="369332"/>
              </a:xfrm>
              <a:prstGeom prst="rect">
                <a:avLst/>
              </a:prstGeom>
              <a:blipFill rotWithShape="1">
                <a:blip r:embed="rId15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20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8" grpId="1" animBg="1"/>
      <p:bldP spid="16" grpId="0"/>
      <p:bldP spid="23" grpId="0"/>
      <p:bldP spid="24" grpId="0"/>
      <p:bldP spid="25" grpId="0"/>
      <p:bldP spid="26" grpId="0"/>
      <p:bldP spid="27" grpId="0"/>
      <p:bldP spid="38" grpId="0" animBg="1"/>
      <p:bldP spid="38" grpId="1" animBg="1"/>
      <p:bldP spid="39" grpId="0" animBg="1"/>
      <p:bldP spid="39" grpId="1" animBg="1"/>
      <p:bldP spid="40" grpId="0"/>
      <p:bldP spid="41" grpId="0"/>
      <p:bldP spid="2" grpId="0"/>
      <p:bldP spid="3" grpId="0"/>
      <p:bldP spid="17" grpId="0"/>
      <p:bldP spid="20" grpId="0"/>
      <p:bldP spid="49" grpId="0"/>
      <p:bldP spid="50" grpId="0"/>
      <p:bldP spid="52" grpId="0"/>
      <p:bldP spid="5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9A4D4C-B28A-4DFF-BCB5-20FADE20E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70" y="79203"/>
            <a:ext cx="4730451" cy="16377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 err="1"/>
              <a:t>Diferensial</a:t>
            </a:r>
            <a:r>
              <a:rPr lang="en-US" sz="4400" dirty="0"/>
              <a:t> </a:t>
            </a:r>
            <a:r>
              <a:rPr lang="en-US" sz="4400" dirty="0" err="1"/>
              <a:t>vektor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57E971E-1678-45F5-ACB7-6C65288E8207}"/>
              </a:ext>
            </a:extLst>
          </p:cNvPr>
          <p:cNvSpPr txBox="1"/>
          <p:nvPr/>
        </p:nvSpPr>
        <p:spPr>
          <a:xfrm>
            <a:off x="186270" y="2280658"/>
            <a:ext cx="4730451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 err="1"/>
              <a:t>Merupakan</a:t>
            </a:r>
            <a:r>
              <a:rPr lang="en-US" sz="2000" dirty="0"/>
              <a:t> </a:t>
            </a:r>
            <a:r>
              <a:rPr lang="en-US" sz="2000" dirty="0" err="1"/>
              <a:t>operasi</a:t>
            </a:r>
            <a:r>
              <a:rPr lang="en-US" sz="2000" dirty="0"/>
              <a:t> </a:t>
            </a:r>
            <a:r>
              <a:rPr lang="en-US" sz="2000" dirty="0" err="1"/>
              <a:t>matematika</a:t>
            </a:r>
            <a:r>
              <a:rPr lang="en-US" sz="2000" dirty="0"/>
              <a:t> </a:t>
            </a:r>
            <a:r>
              <a:rPr lang="en-US" sz="2000" dirty="0" err="1"/>
              <a:t>berupa</a:t>
            </a:r>
            <a:r>
              <a:rPr lang="en-US" sz="2000" dirty="0"/>
              <a:t> </a:t>
            </a:r>
            <a:r>
              <a:rPr lang="en-US" sz="2000" dirty="0" err="1"/>
              <a:t>diferensiasi</a:t>
            </a:r>
            <a:r>
              <a:rPr lang="en-US" sz="2000" dirty="0"/>
              <a:t> </a:t>
            </a:r>
            <a:r>
              <a:rPr lang="en-US" sz="2000" dirty="0" err="1"/>
              <a:t>terhadap</a:t>
            </a:r>
            <a:r>
              <a:rPr lang="en-US" sz="2000" dirty="0"/>
              <a:t> </a:t>
            </a:r>
            <a:r>
              <a:rPr lang="en-US" sz="2000" dirty="0" err="1"/>
              <a:t>vektor</a:t>
            </a:r>
            <a:r>
              <a:rPr lang="en-US" sz="2000" dirty="0"/>
              <a:t>.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/>
              <a:t>Tools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digunakan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mencari</a:t>
            </a:r>
            <a:r>
              <a:rPr lang="en-US" sz="2000" dirty="0"/>
              <a:t> </a:t>
            </a:r>
            <a:r>
              <a:rPr lang="en-US" sz="2000" dirty="0" err="1"/>
              <a:t>sumber</a:t>
            </a:r>
            <a:r>
              <a:rPr lang="en-US" sz="2000" dirty="0"/>
              <a:t> </a:t>
            </a:r>
            <a:r>
              <a:rPr lang="en-US" sz="2000" dirty="0" err="1"/>
              <a:t>sumber</a:t>
            </a:r>
            <a:r>
              <a:rPr lang="en-US" sz="2000" dirty="0"/>
              <a:t> </a:t>
            </a:r>
            <a:r>
              <a:rPr lang="en-US" sz="2000" dirty="0" err="1"/>
              <a:t>terkecil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medan</a:t>
            </a:r>
            <a:r>
              <a:rPr lang="en-US" sz="2000" dirty="0"/>
              <a:t> </a:t>
            </a:r>
            <a:r>
              <a:rPr lang="en-US" sz="2000" dirty="0" err="1"/>
              <a:t>listrik</a:t>
            </a:r>
            <a:r>
              <a:rPr lang="en-US" sz="2000" dirty="0"/>
              <a:t> dan </a:t>
            </a:r>
            <a:r>
              <a:rPr lang="en-US" sz="2000" dirty="0" err="1"/>
              <a:t>medan</a:t>
            </a:r>
            <a:r>
              <a:rPr lang="en-US" sz="2000" dirty="0"/>
              <a:t> magnet.</a:t>
            </a:r>
          </a:p>
          <a:p>
            <a:pPr marL="28575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 err="1"/>
              <a:t>Terdapat</a:t>
            </a:r>
            <a:r>
              <a:rPr lang="en-US" sz="2000" dirty="0"/>
              <a:t> 3 tools (</a:t>
            </a:r>
            <a:r>
              <a:rPr lang="en-US" sz="2000" dirty="0" err="1"/>
              <a:t>operasi</a:t>
            </a:r>
            <a:r>
              <a:rPr lang="en-US" sz="2000" dirty="0"/>
              <a:t> </a:t>
            </a:r>
            <a:r>
              <a:rPr lang="en-US" sz="2000" dirty="0" err="1"/>
              <a:t>diferensial</a:t>
            </a:r>
            <a:r>
              <a:rPr lang="en-US" sz="2000" dirty="0"/>
              <a:t> vector) :</a:t>
            </a:r>
          </a:p>
          <a:p>
            <a:pPr marL="630238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/>
              <a:t>  </a:t>
            </a:r>
            <a:r>
              <a:rPr lang="en-US" sz="2000" dirty="0" err="1"/>
              <a:t>Gradien</a:t>
            </a:r>
            <a:endParaRPr lang="en-US" sz="2000" dirty="0"/>
          </a:p>
          <a:p>
            <a:pPr marL="630238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/>
              <a:t>  </a:t>
            </a:r>
            <a:r>
              <a:rPr lang="en-US" sz="2000" dirty="0" err="1"/>
              <a:t>Divergensi</a:t>
            </a:r>
            <a:endParaRPr lang="en-US" sz="2000" dirty="0"/>
          </a:p>
          <a:p>
            <a:pPr marL="630238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/>
              <a:t>  Curl</a:t>
            </a:r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xmlns="" id="{9A58DEEC-B674-4EB1-95EE-B59399EA48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25" r="29077" b="2"/>
          <a:stretch/>
        </p:blipFill>
        <p:spPr>
          <a:xfrm>
            <a:off x="5913124" y="10"/>
            <a:ext cx="6278877" cy="6857990"/>
          </a:xfrm>
          <a:custGeom>
            <a:avLst/>
            <a:gdLst/>
            <a:ahLst/>
            <a:cxnLst/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484E34F7-E155-426C-A88E-8AEA6CF3F7E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913123" y="0"/>
            <a:ext cx="6278877" cy="6858000"/>
          </a:xfrm>
          <a:custGeom>
            <a:avLst/>
            <a:gdLst>
              <a:gd name="connsiteX0" fmla="*/ 45571 w 6278877"/>
              <a:gd name="connsiteY0" fmla="*/ 0 h 6858000"/>
              <a:gd name="connsiteX1" fmla="*/ 6278877 w 6278877"/>
              <a:gd name="connsiteY1" fmla="*/ 0 h 6858000"/>
              <a:gd name="connsiteX2" fmla="*/ 6278877 w 6278877"/>
              <a:gd name="connsiteY2" fmla="*/ 6858000 h 6858000"/>
              <a:gd name="connsiteX3" fmla="*/ 3292307 w 6278877"/>
              <a:gd name="connsiteY3" fmla="*/ 6858000 h 6858000"/>
              <a:gd name="connsiteX4" fmla="*/ 3181525 w 6278877"/>
              <a:gd name="connsiteY4" fmla="*/ 6786980 h 6858000"/>
              <a:gd name="connsiteX5" fmla="*/ 0 w 6278877"/>
              <a:gd name="connsiteY5" fmla="*/ 803252 h 6858000"/>
              <a:gd name="connsiteX6" fmla="*/ 37255 w 6278877"/>
              <a:gd name="connsiteY6" fmla="*/ 65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67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EC78E3E1-BBBA-4058-AAEB-714F04B025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xmlns="" id="{86860FA5-CE2B-4019-8FD1-031D7D84EF0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xmlns="" id="{392DF474-2C37-4DC7-B889-E88EAADEA61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53EE448D-AF4C-4EBD-BAFE-D6875C86C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38" y="0"/>
            <a:ext cx="4730451" cy="16377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 err="1"/>
              <a:t>Gradien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30E61B4-B503-41D4-84DB-6C158400EF8E}"/>
              </a:ext>
            </a:extLst>
          </p:cNvPr>
          <p:cNvSpPr txBox="1"/>
          <p:nvPr/>
        </p:nvSpPr>
        <p:spPr>
          <a:xfrm>
            <a:off x="175996" y="2126545"/>
            <a:ext cx="5634386" cy="3593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 err="1"/>
              <a:t>Sebuah</a:t>
            </a:r>
            <a:r>
              <a:rPr lang="en-US" sz="2000" dirty="0"/>
              <a:t> tools </a:t>
            </a:r>
            <a:r>
              <a:rPr lang="en-US" sz="2000" dirty="0" err="1"/>
              <a:t>matematik</a:t>
            </a:r>
            <a:r>
              <a:rPr lang="en-US" sz="2000" dirty="0"/>
              <a:t> </a:t>
            </a:r>
            <a:r>
              <a:rPr lang="en-US" sz="2000" dirty="0" err="1"/>
              <a:t>yaitu</a:t>
            </a:r>
            <a:r>
              <a:rPr lang="en-US" sz="2000" dirty="0"/>
              <a:t> </a:t>
            </a:r>
            <a:r>
              <a:rPr lang="en-US" sz="2000" dirty="0" err="1"/>
              <a:t>diferensiasi</a:t>
            </a:r>
            <a:r>
              <a:rPr lang="en-US" sz="2000" dirty="0"/>
              <a:t> </a:t>
            </a:r>
            <a:r>
              <a:rPr lang="en-US" sz="2000" dirty="0" err="1"/>
              <a:t>vektor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menentukan</a:t>
            </a:r>
            <a:r>
              <a:rPr lang="en-US" sz="2000" dirty="0"/>
              <a:t> </a:t>
            </a:r>
            <a:r>
              <a:rPr lang="en-US" sz="2000" dirty="0" err="1"/>
              <a:t>posisi</a:t>
            </a:r>
            <a:r>
              <a:rPr lang="en-US" sz="2000" dirty="0"/>
              <a:t> </a:t>
            </a:r>
            <a:r>
              <a:rPr lang="en-US" sz="2000" dirty="0" err="1"/>
              <a:t>maksimum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</a:t>
            </a:r>
            <a:r>
              <a:rPr lang="en-US" sz="2000" dirty="0" err="1"/>
              <a:t>besaran</a:t>
            </a:r>
            <a:r>
              <a:rPr lang="en-US" sz="2000" dirty="0"/>
              <a:t> </a:t>
            </a:r>
            <a:r>
              <a:rPr lang="en-US" sz="2000" dirty="0" err="1"/>
              <a:t>listrik</a:t>
            </a:r>
            <a:r>
              <a:rPr lang="en-US" sz="2000" dirty="0"/>
              <a:t> </a:t>
            </a:r>
            <a:r>
              <a:rPr lang="en-US" sz="2000" dirty="0" err="1"/>
              <a:t>skalar</a:t>
            </a:r>
            <a:r>
              <a:rPr lang="en-US" sz="2000" dirty="0"/>
              <a:t>/</a:t>
            </a:r>
            <a:r>
              <a:rPr lang="en-US" sz="2000" dirty="0" err="1"/>
              <a:t>suatu</a:t>
            </a:r>
            <a:r>
              <a:rPr lang="en-US" sz="2000" dirty="0"/>
              <a:t> </a:t>
            </a:r>
            <a:r>
              <a:rPr lang="en-US" sz="2000" dirty="0" err="1"/>
              <a:t>besaran</a:t>
            </a:r>
            <a:r>
              <a:rPr lang="en-US" sz="2000" dirty="0"/>
              <a:t> </a:t>
            </a:r>
            <a:r>
              <a:rPr lang="en-US" sz="2000" dirty="0" err="1"/>
              <a:t>fisik</a:t>
            </a:r>
            <a:r>
              <a:rPr lang="en-US" sz="2000" dirty="0"/>
              <a:t> </a:t>
            </a:r>
            <a:r>
              <a:rPr lang="en-US" sz="2000" dirty="0" err="1"/>
              <a:t>skalar</a:t>
            </a:r>
            <a:r>
              <a:rPr lang="en-US" sz="2000" dirty="0"/>
              <a:t> </a:t>
            </a:r>
            <a:r>
              <a:rPr lang="en-US" sz="2000" dirty="0" err="1"/>
              <a:t>tertentu</a:t>
            </a:r>
            <a:r>
              <a:rPr lang="en-US" sz="2000" dirty="0"/>
              <a:t> dan </a:t>
            </a:r>
            <a:r>
              <a:rPr lang="en-US" sz="2000" dirty="0" err="1"/>
              <a:t>magnitudo</a:t>
            </a:r>
            <a:r>
              <a:rPr lang="en-US" sz="2000" dirty="0"/>
              <a:t> </a:t>
            </a:r>
            <a:r>
              <a:rPr lang="en-US" sz="2000" dirty="0" err="1"/>
              <a:t>maksimum</a:t>
            </a:r>
            <a:r>
              <a:rPr lang="en-US" sz="2000" dirty="0"/>
              <a:t> </a:t>
            </a:r>
            <a:r>
              <a:rPr lang="en-US" sz="2000" dirty="0" err="1"/>
              <a:t>besaran</a:t>
            </a:r>
            <a:r>
              <a:rPr lang="en-US" sz="2000" dirty="0"/>
              <a:t> </a:t>
            </a:r>
            <a:r>
              <a:rPr lang="en-US" sz="2000" dirty="0" err="1"/>
              <a:t>tersebut</a:t>
            </a:r>
            <a:r>
              <a:rPr lang="en-US" sz="2000" dirty="0"/>
              <a:t>;</a:t>
            </a:r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/>
              <a:t>Hasil </a:t>
            </a:r>
            <a:r>
              <a:rPr lang="en-US" sz="2000" dirty="0" err="1"/>
              <a:t>akhir</a:t>
            </a:r>
            <a:r>
              <a:rPr lang="en-US" sz="2000" dirty="0"/>
              <a:t> </a:t>
            </a:r>
            <a:r>
              <a:rPr lang="en-US" sz="2000" dirty="0" err="1"/>
              <a:t>operasi</a:t>
            </a:r>
            <a:r>
              <a:rPr lang="en-US" sz="2000" dirty="0"/>
              <a:t> </a:t>
            </a:r>
            <a:r>
              <a:rPr lang="en-US" sz="2000" dirty="0" err="1"/>
              <a:t>gradien</a:t>
            </a:r>
            <a:r>
              <a:rPr lang="en-US" sz="2000" dirty="0"/>
              <a:t>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besaran</a:t>
            </a:r>
            <a:r>
              <a:rPr lang="en-US" sz="2000" dirty="0"/>
              <a:t> </a:t>
            </a:r>
            <a:r>
              <a:rPr lang="en-US" sz="2000" dirty="0" err="1"/>
              <a:t>vektor</a:t>
            </a:r>
            <a:r>
              <a:rPr lang="en-US" sz="2000" dirty="0"/>
              <a:t>;</a:t>
            </a:r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 err="1"/>
              <a:t>Besaran</a:t>
            </a:r>
            <a:r>
              <a:rPr lang="en-US" sz="2000" dirty="0"/>
              <a:t> </a:t>
            </a:r>
            <a:r>
              <a:rPr lang="en-US" sz="2000" dirty="0" err="1"/>
              <a:t>vektor</a:t>
            </a:r>
            <a:r>
              <a:rPr lang="en-US" sz="2000" dirty="0"/>
              <a:t> </a:t>
            </a:r>
            <a:r>
              <a:rPr lang="en-US" sz="2000" dirty="0" err="1"/>
              <a:t>memiliki</a:t>
            </a:r>
            <a:r>
              <a:rPr lang="en-US" sz="2000" dirty="0"/>
              <a:t> </a:t>
            </a:r>
            <a:r>
              <a:rPr lang="en-US" sz="2000" dirty="0" err="1"/>
              <a:t>arah</a:t>
            </a:r>
            <a:r>
              <a:rPr lang="en-US" sz="2000" dirty="0"/>
              <a:t> dan </a:t>
            </a:r>
            <a:r>
              <a:rPr lang="en-US" sz="2000" dirty="0" err="1"/>
              <a:t>magnitudo</a:t>
            </a:r>
            <a:r>
              <a:rPr lang="en-US" sz="2000" dirty="0"/>
              <a:t>;</a:t>
            </a:r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 err="1"/>
              <a:t>Arah</a:t>
            </a:r>
            <a:r>
              <a:rPr lang="en-US" sz="2000" dirty="0"/>
              <a:t> </a:t>
            </a:r>
            <a:r>
              <a:rPr lang="en-US" sz="2000" dirty="0" err="1"/>
              <a:t>menunjukan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posisi</a:t>
            </a:r>
            <a:r>
              <a:rPr lang="en-US" sz="2000" dirty="0"/>
              <a:t> </a:t>
            </a:r>
            <a:r>
              <a:rPr lang="en-US" sz="2000" dirty="0" err="1"/>
              <a:t>maksimum</a:t>
            </a:r>
            <a:r>
              <a:rPr lang="en-US" sz="2000" dirty="0"/>
              <a:t>;</a:t>
            </a:r>
          </a:p>
          <a:p>
            <a:pPr marL="342900"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r>
              <a:rPr lang="en-US" sz="2000" dirty="0" err="1"/>
              <a:t>Magnitudo</a:t>
            </a:r>
            <a:r>
              <a:rPr lang="en-US" sz="2000" dirty="0"/>
              <a:t> </a:t>
            </a:r>
            <a:r>
              <a:rPr lang="en-US" sz="2000" dirty="0" err="1"/>
              <a:t>menunjukan</a:t>
            </a:r>
            <a:r>
              <a:rPr lang="en-US" sz="2000" dirty="0"/>
              <a:t> </a:t>
            </a:r>
            <a:r>
              <a:rPr lang="en-US" sz="2000" dirty="0" err="1"/>
              <a:t>magnitudo</a:t>
            </a:r>
            <a:r>
              <a:rPr lang="en-US" sz="2000" dirty="0"/>
              <a:t> </a:t>
            </a:r>
            <a:r>
              <a:rPr lang="en-US" sz="2000" dirty="0" err="1"/>
              <a:t>maksimum</a:t>
            </a:r>
            <a:r>
              <a:rPr lang="en-US" sz="2000" dirty="0"/>
              <a:t> </a:t>
            </a:r>
            <a:r>
              <a:rPr lang="en-US" sz="2000" dirty="0" err="1"/>
              <a:t>suatu</a:t>
            </a:r>
            <a:r>
              <a:rPr lang="en-US" sz="2000" dirty="0"/>
              <a:t> </a:t>
            </a:r>
            <a:r>
              <a:rPr lang="en-US" sz="2000" dirty="0" err="1"/>
              <a:t>besaran</a:t>
            </a:r>
            <a:r>
              <a:rPr lang="en-US" sz="2000" dirty="0"/>
              <a:t> </a:t>
            </a:r>
            <a:r>
              <a:rPr lang="en-US" sz="2000" dirty="0" err="1"/>
              <a:t>skalar</a:t>
            </a:r>
            <a:r>
              <a:rPr lang="en-US" sz="2000" dirty="0"/>
              <a:t> yang </a:t>
            </a:r>
            <a:r>
              <a:rPr lang="en-US" sz="2000" dirty="0" err="1"/>
              <a:t>diuji</a:t>
            </a:r>
            <a:endParaRPr lang="en-US" sz="20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B16070FD-9EB8-4AC8-A8E2-267228385B7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913124" y="0"/>
            <a:ext cx="6278877" cy="6858000"/>
          </a:xfrm>
          <a:custGeom>
            <a:avLst/>
            <a:gdLst>
              <a:gd name="connsiteX0" fmla="*/ 45571 w 6278877"/>
              <a:gd name="connsiteY0" fmla="*/ 0 h 6858000"/>
              <a:gd name="connsiteX1" fmla="*/ 6278877 w 6278877"/>
              <a:gd name="connsiteY1" fmla="*/ 0 h 6858000"/>
              <a:gd name="connsiteX2" fmla="*/ 6278877 w 6278877"/>
              <a:gd name="connsiteY2" fmla="*/ 6858000 h 6858000"/>
              <a:gd name="connsiteX3" fmla="*/ 3292307 w 6278877"/>
              <a:gd name="connsiteY3" fmla="*/ 6858000 h 6858000"/>
              <a:gd name="connsiteX4" fmla="*/ 3181525 w 6278877"/>
              <a:gd name="connsiteY4" fmla="*/ 6786980 h 6858000"/>
              <a:gd name="connsiteX5" fmla="*/ 0 w 6278877"/>
              <a:gd name="connsiteY5" fmla="*/ 803252 h 6858000"/>
              <a:gd name="connsiteX6" fmla="*/ 37255 w 6278877"/>
              <a:gd name="connsiteY6" fmla="*/ 65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close up of a blackboard&#10;&#10;Description automatically generated">
            <a:extLst>
              <a:ext uri="{FF2B5EF4-FFF2-40B4-BE49-F238E27FC236}">
                <a16:creationId xmlns:a16="http://schemas.microsoft.com/office/drawing/2014/main" xmlns="" id="{671F7547-03E0-44A8-9573-C7611F125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760" y="322759"/>
            <a:ext cx="4284244" cy="512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3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C9A783-643A-4998-889E-E18864218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593" y="127280"/>
            <a:ext cx="10058400" cy="1609344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Gradien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B0F8780-E217-42DE-821B-A95552276431}"/>
              </a:ext>
            </a:extLst>
          </p:cNvPr>
          <p:cNvSpPr txBox="1"/>
          <p:nvPr/>
        </p:nvSpPr>
        <p:spPr>
          <a:xfrm>
            <a:off x="388883" y="1551958"/>
            <a:ext cx="533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Gradien</a:t>
            </a:r>
            <a:r>
              <a:rPr lang="en-US" dirty="0"/>
              <a:t> </a:t>
            </a:r>
            <a:r>
              <a:rPr lang="en-US" dirty="0" err="1"/>
              <a:t>Suhu</a:t>
            </a:r>
            <a:r>
              <a:rPr lang="en-US" dirty="0"/>
              <a:t> </a:t>
            </a:r>
            <a:endParaRPr lang="en-ID" dirty="0"/>
          </a:p>
        </p:txBody>
      </p:sp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xmlns="" id="{F5B97177-E0BF-496E-B7A6-238135F24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270" y="2474238"/>
            <a:ext cx="3100552" cy="3016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C6D572C-2664-4A0E-ADCA-6C678300AAF7}"/>
              </a:ext>
            </a:extLst>
          </p:cNvPr>
          <p:cNvSpPr txBox="1"/>
          <p:nvPr/>
        </p:nvSpPr>
        <p:spPr>
          <a:xfrm>
            <a:off x="617483" y="5306042"/>
            <a:ext cx="219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Observator</a:t>
            </a:r>
            <a:r>
              <a:rPr lang="en-US" dirty="0"/>
              <a:t> (P)</a:t>
            </a:r>
            <a:endParaRPr lang="en-ID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DA2AB5E7-0605-461D-BFB1-5CCFDF98C8B8}"/>
              </a:ext>
            </a:extLst>
          </p:cNvPr>
          <p:cNvCxnSpPr>
            <a:stCxn id="6" idx="0"/>
          </p:cNvCxnSpPr>
          <p:nvPr/>
        </p:nvCxnSpPr>
        <p:spPr>
          <a:xfrm flipV="1">
            <a:off x="1715814" y="3315065"/>
            <a:ext cx="2822028" cy="19909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84599FD-DE92-4D7F-AFEB-E4407FC3FB29}"/>
              </a:ext>
            </a:extLst>
          </p:cNvPr>
          <p:cNvSpPr txBox="1"/>
          <p:nvPr/>
        </p:nvSpPr>
        <p:spPr>
          <a:xfrm>
            <a:off x="1382110" y="4055157"/>
            <a:ext cx="219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Grad. (T)</a:t>
            </a:r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A3421B7-70CC-491A-90FA-800F3314142D}"/>
              </a:ext>
            </a:extLst>
          </p:cNvPr>
          <p:cNvSpPr txBox="1"/>
          <p:nvPr/>
        </p:nvSpPr>
        <p:spPr>
          <a:xfrm>
            <a:off x="3175439" y="1782265"/>
            <a:ext cx="4666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Gradien </a:t>
            </a:r>
            <a:r>
              <a:rPr lang="en-US" sz="2400" dirty="0" err="1"/>
              <a:t>Suhu</a:t>
            </a:r>
            <a:r>
              <a:rPr lang="en-US" sz="2400" dirty="0"/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48BDAF0C-7BE1-45DC-9B11-2A0AF8B386F3}"/>
                  </a:ext>
                </a:extLst>
              </p:cNvPr>
              <p:cNvSpPr txBox="1"/>
              <p:nvPr/>
            </p:nvSpPr>
            <p:spPr>
              <a:xfrm>
                <a:off x="5449613" y="1782265"/>
                <a:ext cx="289954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D" sz="2400" dirty="0"/>
                  <a:t> (symbol)</a:t>
                </a:r>
              </a:p>
              <a:p>
                <a:endParaRPr lang="en-ID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8BDAF0C-7BE1-45DC-9B11-2A0AF8B38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613" y="1782265"/>
                <a:ext cx="2899543" cy="830997"/>
              </a:xfrm>
              <a:prstGeom prst="rect">
                <a:avLst/>
              </a:prstGeom>
              <a:blipFill>
                <a:blip r:embed="rId3"/>
                <a:stretch>
                  <a:fillRect l="-630" t="-656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8A43F5AF-9C5D-4F03-B430-38C88EB30920}"/>
                  </a:ext>
                </a:extLst>
              </p:cNvPr>
              <p:cNvSpPr txBox="1"/>
              <p:nvPr/>
            </p:nvSpPr>
            <p:spPr>
              <a:xfrm>
                <a:off x="7237773" y="4705877"/>
                <a:ext cx="479166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ID" sz="2400" dirty="0"/>
                  <a:t>V (</a:t>
                </a:r>
                <a:r>
                  <a:rPr lang="en-ID" sz="2400" dirty="0" err="1"/>
                  <a:t>simbol</a:t>
                </a:r>
                <a:r>
                  <a:rPr lang="en-ID" sz="2400" dirty="0"/>
                  <a:t> </a:t>
                </a:r>
                <a:r>
                  <a:rPr lang="en-ID" sz="2400" dirty="0" err="1"/>
                  <a:t>untuk</a:t>
                </a:r>
                <a:r>
                  <a:rPr lang="en-ID" sz="2400" dirty="0"/>
                  <a:t> </a:t>
                </a:r>
                <a:r>
                  <a:rPr lang="en-ID" sz="2400" dirty="0" err="1"/>
                  <a:t>Gradien</a:t>
                </a:r>
                <a:r>
                  <a:rPr lang="en-ID" sz="2400" dirty="0"/>
                  <a:t> </a:t>
                </a:r>
                <a:r>
                  <a:rPr lang="en-ID" sz="2400" dirty="0" err="1"/>
                  <a:t>Potensial</a:t>
                </a:r>
                <a:r>
                  <a:rPr lang="en-ID" sz="2400" dirty="0"/>
                  <a:t> Listrik)</a:t>
                </a:r>
              </a:p>
              <a:p>
                <a:endParaRPr lang="en-ID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43F5AF-9C5D-4F03-B430-38C88EB30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773" y="4705877"/>
                <a:ext cx="4791667" cy="1200329"/>
              </a:xfrm>
              <a:prstGeom prst="rect">
                <a:avLst/>
              </a:prstGeom>
              <a:blipFill>
                <a:blip r:embed="rId4"/>
                <a:stretch>
                  <a:fillRect l="-1908" t="-456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72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xmlns="" id="{E0BBD30F-F4E8-4F28-BC23-E2DC10CDC5B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28168" y="-114808"/>
                <a:ext cx="10058400" cy="1609344"/>
              </a:xfrm>
            </p:spPr>
            <p:txBody>
              <a:bodyPr/>
              <a:lstStyle/>
              <a:p>
                <a:r>
                  <a:rPr lang="en-US" dirty="0"/>
                  <a:t>Del Factor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endParaRPr lang="en-ID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0BBD30F-F4E8-4F28-BC23-E2DC10CDC5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28168" y="-114808"/>
                <a:ext cx="10058400" cy="160934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C0A8CDA-7C06-4615-83CE-8329E62F2735}"/>
              </a:ext>
            </a:extLst>
          </p:cNvPr>
          <p:cNvSpPr txBox="1"/>
          <p:nvPr/>
        </p:nvSpPr>
        <p:spPr>
          <a:xfrm>
            <a:off x="457200" y="1290320"/>
            <a:ext cx="953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diferensial</a:t>
            </a:r>
            <a:r>
              <a:rPr lang="en-US" dirty="0"/>
              <a:t> vector dan </a:t>
            </a:r>
            <a:r>
              <a:rPr lang="en-US" dirty="0" err="1"/>
              <a:t>bergantung</a:t>
            </a:r>
            <a:r>
              <a:rPr lang="en-US" dirty="0"/>
              <a:t> pada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koordinat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FAB9FD93-CAAA-4E7E-B700-741257BF26DE}"/>
                  </a:ext>
                </a:extLst>
              </p:cNvPr>
              <p:cNvSpPr txBox="1"/>
              <p:nvPr/>
            </p:nvSpPr>
            <p:spPr>
              <a:xfrm>
                <a:off x="751840" y="2075142"/>
                <a:ext cx="4277360" cy="690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D" sz="2400" dirty="0"/>
                  <a:t>+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B9FD93-CAAA-4E7E-B700-741257BF2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40" y="2075142"/>
                <a:ext cx="4277360" cy="6905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961F43C4-8F5B-4B2B-ABAF-CDDD33A1AF18}"/>
                  </a:ext>
                </a:extLst>
              </p:cNvPr>
              <p:cNvSpPr txBox="1"/>
              <p:nvPr/>
            </p:nvSpPr>
            <p:spPr>
              <a:xfrm>
                <a:off x="751840" y="3401711"/>
                <a:ext cx="4277360" cy="690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𝜕𝜌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lang="en-ID" sz="2400" dirty="0"/>
                  <a:t>+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1F43C4-8F5B-4B2B-ABAF-CDDD33A1A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40" y="3401711"/>
                <a:ext cx="4277360" cy="690574"/>
              </a:xfrm>
              <a:prstGeom prst="rect">
                <a:avLst/>
              </a:prstGeom>
              <a:blipFill>
                <a:blip r:embed="rId4"/>
                <a:stretch>
                  <a:fillRect b="-88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E2C8EB76-8DB4-4C71-89FE-5FEFC0E6A928}"/>
                  </a:ext>
                </a:extLst>
              </p:cNvPr>
              <p:cNvSpPr txBox="1"/>
              <p:nvPr/>
            </p:nvSpPr>
            <p:spPr>
              <a:xfrm>
                <a:off x="751840" y="4840040"/>
                <a:ext cx="7477760" cy="694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ID" sz="2400" dirty="0"/>
                  <a:t>+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/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endParaRPr lang="en-ID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C8EB76-8DB4-4C71-89FE-5FEFC0E6A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840" y="4840040"/>
                <a:ext cx="7477760" cy="6942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89E6257-7796-4587-9E43-AB8C45BBFA3E}"/>
              </a:ext>
            </a:extLst>
          </p:cNvPr>
          <p:cNvSpPr txBox="1"/>
          <p:nvPr/>
        </p:nvSpPr>
        <p:spPr>
          <a:xfrm>
            <a:off x="6319520" y="2180899"/>
            <a:ext cx="478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kartesian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76CE0F5-006A-4C05-B1EB-4F973F80BDBE}"/>
              </a:ext>
            </a:extLst>
          </p:cNvPr>
          <p:cNvSpPr txBox="1"/>
          <p:nvPr/>
        </p:nvSpPr>
        <p:spPr>
          <a:xfrm>
            <a:off x="6319520" y="3478599"/>
            <a:ext cx="478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silinder</a:t>
            </a:r>
            <a:r>
              <a:rPr lang="en-US" dirty="0"/>
              <a:t>)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AC6BBDB-DE10-40F1-ADEB-35D3F74525B5}"/>
              </a:ext>
            </a:extLst>
          </p:cNvPr>
          <p:cNvSpPr txBox="1"/>
          <p:nvPr/>
        </p:nvSpPr>
        <p:spPr>
          <a:xfrm>
            <a:off x="6319520" y="4840040"/>
            <a:ext cx="478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(bola)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39934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29867D51-1DB1-423F-9FD2-07BBD5028F75}"/>
                  </a:ext>
                </a:extLst>
              </p:cNvPr>
              <p:cNvSpPr txBox="1"/>
              <p:nvPr/>
            </p:nvSpPr>
            <p:spPr>
              <a:xfrm>
                <a:off x="1056640" y="2407920"/>
                <a:ext cx="9174480" cy="676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D" sz="2400" dirty="0"/>
                  <a:t>                 (</a:t>
                </a:r>
                <a:r>
                  <a:rPr lang="en-ID" sz="2400" dirty="0" err="1"/>
                  <a:t>sistem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koordinat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kartesian</a:t>
                </a:r>
                <a:r>
                  <a:rPr lang="en-ID" sz="2400" dirty="0"/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9867D51-1DB1-423F-9FD2-07BBD5028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640" y="2407920"/>
                <a:ext cx="9174480" cy="676595"/>
              </a:xfrm>
              <a:prstGeom prst="rect">
                <a:avLst/>
              </a:prstGeom>
              <a:blipFill>
                <a:blip r:embed="rId2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FD958614-F701-422B-9563-A9E11A3B5515}"/>
                  </a:ext>
                </a:extLst>
              </p:cNvPr>
              <p:cNvSpPr txBox="1"/>
              <p:nvPr/>
            </p:nvSpPr>
            <p:spPr>
              <a:xfrm>
                <a:off x="1056640" y="3699810"/>
                <a:ext cx="8219440" cy="1049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𝜕𝜌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D" sz="2400" dirty="0"/>
                  <a:t>              (sistem </a:t>
                </a:r>
                <a:r>
                  <a:rPr lang="en-ID" sz="2400" dirty="0" err="1"/>
                  <a:t>koordinat</a:t>
                </a:r>
                <a:r>
                  <a:rPr lang="en-ID" sz="2400" dirty="0"/>
                  <a:t>  </a:t>
                </a:r>
              </a:p>
              <a:p>
                <a:r>
                  <a:rPr lang="en-ID" sz="2400" dirty="0"/>
                  <a:t>                                                                </a:t>
                </a:r>
                <a:r>
                  <a:rPr lang="en-ID" sz="2400" dirty="0" err="1"/>
                  <a:t>silinder</a:t>
                </a:r>
                <a:r>
                  <a:rPr lang="en-ID" sz="2400" dirty="0"/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D958614-F701-422B-9563-A9E11A3B5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640" y="3699810"/>
                <a:ext cx="8219440" cy="1049646"/>
              </a:xfrm>
              <a:prstGeom prst="rect">
                <a:avLst/>
              </a:prstGeom>
              <a:blipFill>
                <a:blip r:embed="rId3"/>
                <a:stretch>
                  <a:fillRect b="-1220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DCEC02F1-67C1-4FE9-954D-C446B55359CC}"/>
                  </a:ext>
                </a:extLst>
              </p:cNvPr>
              <p:cNvSpPr txBox="1"/>
              <p:nvPr/>
            </p:nvSpPr>
            <p:spPr>
              <a:xfrm>
                <a:off x="1056640" y="5181753"/>
                <a:ext cx="9469120" cy="680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lang="en-ID" sz="2400" dirty="0"/>
                  <a:t>      (sistem </a:t>
                </a:r>
                <a:r>
                  <a:rPr lang="en-ID" sz="2400" dirty="0" err="1"/>
                  <a:t>koordinat</a:t>
                </a:r>
                <a:r>
                  <a:rPr lang="en-ID" sz="2400" dirty="0"/>
                  <a:t> bola)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CEC02F1-67C1-4FE9-954D-C446B5535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640" y="5181753"/>
                <a:ext cx="9469120" cy="680314"/>
              </a:xfrm>
              <a:prstGeom prst="rect">
                <a:avLst/>
              </a:prstGeom>
              <a:blipFill>
                <a:blip r:embed="rId4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C744063-438B-4C6B-943A-27772B7948A7}"/>
              </a:ext>
            </a:extLst>
          </p:cNvPr>
          <p:cNvSpPr txBox="1"/>
          <p:nvPr/>
        </p:nvSpPr>
        <p:spPr>
          <a:xfrm>
            <a:off x="782320" y="2030782"/>
            <a:ext cx="10017760" cy="4226560"/>
          </a:xfrm>
          <a:custGeom>
            <a:avLst/>
            <a:gdLst>
              <a:gd name="connsiteX0" fmla="*/ 0 w 10017760"/>
              <a:gd name="connsiteY0" fmla="*/ 0 h 4226560"/>
              <a:gd name="connsiteX1" fmla="*/ 489102 w 10017760"/>
              <a:gd name="connsiteY1" fmla="*/ 0 h 4226560"/>
              <a:gd name="connsiteX2" fmla="*/ 777850 w 10017760"/>
              <a:gd name="connsiteY2" fmla="*/ 0 h 4226560"/>
              <a:gd name="connsiteX3" fmla="*/ 1567485 w 10017760"/>
              <a:gd name="connsiteY3" fmla="*/ 0 h 4226560"/>
              <a:gd name="connsiteX4" fmla="*/ 2056587 w 10017760"/>
              <a:gd name="connsiteY4" fmla="*/ 0 h 4226560"/>
              <a:gd name="connsiteX5" fmla="*/ 2545690 w 10017760"/>
              <a:gd name="connsiteY5" fmla="*/ 0 h 4226560"/>
              <a:gd name="connsiteX6" fmla="*/ 3335325 w 10017760"/>
              <a:gd name="connsiteY6" fmla="*/ 0 h 4226560"/>
              <a:gd name="connsiteX7" fmla="*/ 3724250 w 10017760"/>
              <a:gd name="connsiteY7" fmla="*/ 0 h 4226560"/>
              <a:gd name="connsiteX8" fmla="*/ 4513885 w 10017760"/>
              <a:gd name="connsiteY8" fmla="*/ 0 h 4226560"/>
              <a:gd name="connsiteX9" fmla="*/ 5303520 w 10017760"/>
              <a:gd name="connsiteY9" fmla="*/ 0 h 4226560"/>
              <a:gd name="connsiteX10" fmla="*/ 5892800 w 10017760"/>
              <a:gd name="connsiteY10" fmla="*/ 0 h 4226560"/>
              <a:gd name="connsiteX11" fmla="*/ 6682435 w 10017760"/>
              <a:gd name="connsiteY11" fmla="*/ 0 h 4226560"/>
              <a:gd name="connsiteX12" fmla="*/ 7171538 w 10017760"/>
              <a:gd name="connsiteY12" fmla="*/ 0 h 4226560"/>
              <a:gd name="connsiteX13" fmla="*/ 7660640 w 10017760"/>
              <a:gd name="connsiteY13" fmla="*/ 0 h 4226560"/>
              <a:gd name="connsiteX14" fmla="*/ 8350098 w 10017760"/>
              <a:gd name="connsiteY14" fmla="*/ 0 h 4226560"/>
              <a:gd name="connsiteX15" fmla="*/ 8839200 w 10017760"/>
              <a:gd name="connsiteY15" fmla="*/ 0 h 4226560"/>
              <a:gd name="connsiteX16" fmla="*/ 10017760 w 10017760"/>
              <a:gd name="connsiteY16" fmla="*/ 0 h 4226560"/>
              <a:gd name="connsiteX17" fmla="*/ 10017760 w 10017760"/>
              <a:gd name="connsiteY17" fmla="*/ 612851 h 4226560"/>
              <a:gd name="connsiteX18" fmla="*/ 10017760 w 10017760"/>
              <a:gd name="connsiteY18" fmla="*/ 1183437 h 4226560"/>
              <a:gd name="connsiteX19" fmla="*/ 10017760 w 10017760"/>
              <a:gd name="connsiteY19" fmla="*/ 1754022 h 4226560"/>
              <a:gd name="connsiteX20" fmla="*/ 10017760 w 10017760"/>
              <a:gd name="connsiteY20" fmla="*/ 2155546 h 4226560"/>
              <a:gd name="connsiteX21" fmla="*/ 10017760 w 10017760"/>
              <a:gd name="connsiteY21" fmla="*/ 2599334 h 4226560"/>
              <a:gd name="connsiteX22" fmla="*/ 10017760 w 10017760"/>
              <a:gd name="connsiteY22" fmla="*/ 3169920 h 4226560"/>
              <a:gd name="connsiteX23" fmla="*/ 10017760 w 10017760"/>
              <a:gd name="connsiteY23" fmla="*/ 3655974 h 4226560"/>
              <a:gd name="connsiteX24" fmla="*/ 10017760 w 10017760"/>
              <a:gd name="connsiteY24" fmla="*/ 4226560 h 4226560"/>
              <a:gd name="connsiteX25" fmla="*/ 9328302 w 10017760"/>
              <a:gd name="connsiteY25" fmla="*/ 4226560 h 4226560"/>
              <a:gd name="connsiteX26" fmla="*/ 9039555 w 10017760"/>
              <a:gd name="connsiteY26" fmla="*/ 4226560 h 4226560"/>
              <a:gd name="connsiteX27" fmla="*/ 8450275 w 10017760"/>
              <a:gd name="connsiteY27" fmla="*/ 4226560 h 4226560"/>
              <a:gd name="connsiteX28" fmla="*/ 8061350 w 10017760"/>
              <a:gd name="connsiteY28" fmla="*/ 4226560 h 4226560"/>
              <a:gd name="connsiteX29" fmla="*/ 7371893 w 10017760"/>
              <a:gd name="connsiteY29" fmla="*/ 4226560 h 4226560"/>
              <a:gd name="connsiteX30" fmla="*/ 6982968 w 10017760"/>
              <a:gd name="connsiteY30" fmla="*/ 4226560 h 4226560"/>
              <a:gd name="connsiteX31" fmla="*/ 6293510 w 10017760"/>
              <a:gd name="connsiteY31" fmla="*/ 4226560 h 4226560"/>
              <a:gd name="connsiteX32" fmla="*/ 6004763 w 10017760"/>
              <a:gd name="connsiteY32" fmla="*/ 4226560 h 4226560"/>
              <a:gd name="connsiteX33" fmla="*/ 5315306 w 10017760"/>
              <a:gd name="connsiteY33" fmla="*/ 4226560 h 4226560"/>
              <a:gd name="connsiteX34" fmla="*/ 4926381 w 10017760"/>
              <a:gd name="connsiteY34" fmla="*/ 4226560 h 4226560"/>
              <a:gd name="connsiteX35" fmla="*/ 4637634 w 10017760"/>
              <a:gd name="connsiteY35" fmla="*/ 4226560 h 4226560"/>
              <a:gd name="connsiteX36" fmla="*/ 4248709 w 10017760"/>
              <a:gd name="connsiteY36" fmla="*/ 4226560 h 4226560"/>
              <a:gd name="connsiteX37" fmla="*/ 3559251 w 10017760"/>
              <a:gd name="connsiteY37" fmla="*/ 4226560 h 4226560"/>
              <a:gd name="connsiteX38" fmla="*/ 3170326 w 10017760"/>
              <a:gd name="connsiteY38" fmla="*/ 4226560 h 4226560"/>
              <a:gd name="connsiteX39" fmla="*/ 2881579 w 10017760"/>
              <a:gd name="connsiteY39" fmla="*/ 4226560 h 4226560"/>
              <a:gd name="connsiteX40" fmla="*/ 2492654 w 10017760"/>
              <a:gd name="connsiteY40" fmla="*/ 4226560 h 4226560"/>
              <a:gd name="connsiteX41" fmla="*/ 2003552 w 10017760"/>
              <a:gd name="connsiteY41" fmla="*/ 4226560 h 4226560"/>
              <a:gd name="connsiteX42" fmla="*/ 1414272 w 10017760"/>
              <a:gd name="connsiteY42" fmla="*/ 4226560 h 4226560"/>
              <a:gd name="connsiteX43" fmla="*/ 1025347 w 10017760"/>
              <a:gd name="connsiteY43" fmla="*/ 4226560 h 4226560"/>
              <a:gd name="connsiteX44" fmla="*/ 0 w 10017760"/>
              <a:gd name="connsiteY44" fmla="*/ 4226560 h 4226560"/>
              <a:gd name="connsiteX45" fmla="*/ 0 w 10017760"/>
              <a:gd name="connsiteY45" fmla="*/ 3698240 h 4226560"/>
              <a:gd name="connsiteX46" fmla="*/ 0 w 10017760"/>
              <a:gd name="connsiteY46" fmla="*/ 3169920 h 4226560"/>
              <a:gd name="connsiteX47" fmla="*/ 0 w 10017760"/>
              <a:gd name="connsiteY47" fmla="*/ 2641600 h 4226560"/>
              <a:gd name="connsiteX48" fmla="*/ 0 w 10017760"/>
              <a:gd name="connsiteY48" fmla="*/ 2113280 h 4226560"/>
              <a:gd name="connsiteX49" fmla="*/ 0 w 10017760"/>
              <a:gd name="connsiteY49" fmla="*/ 1627226 h 4226560"/>
              <a:gd name="connsiteX50" fmla="*/ 0 w 10017760"/>
              <a:gd name="connsiteY50" fmla="*/ 1056640 h 4226560"/>
              <a:gd name="connsiteX51" fmla="*/ 0 w 10017760"/>
              <a:gd name="connsiteY51" fmla="*/ 528320 h 4226560"/>
              <a:gd name="connsiteX52" fmla="*/ 0 w 10017760"/>
              <a:gd name="connsiteY52" fmla="*/ 0 h 4226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0017760" h="4226560" extrusionOk="0">
                <a:moveTo>
                  <a:pt x="0" y="0"/>
                </a:moveTo>
                <a:cubicBezTo>
                  <a:pt x="187671" y="-57877"/>
                  <a:pt x="287747" y="15506"/>
                  <a:pt x="489102" y="0"/>
                </a:cubicBezTo>
                <a:cubicBezTo>
                  <a:pt x="690457" y="-15506"/>
                  <a:pt x="688489" y="24328"/>
                  <a:pt x="777850" y="0"/>
                </a:cubicBezTo>
                <a:cubicBezTo>
                  <a:pt x="867211" y="-24328"/>
                  <a:pt x="1332086" y="35287"/>
                  <a:pt x="1567485" y="0"/>
                </a:cubicBezTo>
                <a:cubicBezTo>
                  <a:pt x="1802884" y="-35287"/>
                  <a:pt x="1873063" y="7825"/>
                  <a:pt x="2056587" y="0"/>
                </a:cubicBezTo>
                <a:cubicBezTo>
                  <a:pt x="2240111" y="-7825"/>
                  <a:pt x="2424635" y="22170"/>
                  <a:pt x="2545690" y="0"/>
                </a:cubicBezTo>
                <a:cubicBezTo>
                  <a:pt x="2666745" y="-22170"/>
                  <a:pt x="2984992" y="62392"/>
                  <a:pt x="3335325" y="0"/>
                </a:cubicBezTo>
                <a:cubicBezTo>
                  <a:pt x="3685659" y="-62392"/>
                  <a:pt x="3610979" y="19050"/>
                  <a:pt x="3724250" y="0"/>
                </a:cubicBezTo>
                <a:cubicBezTo>
                  <a:pt x="3837522" y="-19050"/>
                  <a:pt x="4324731" y="39044"/>
                  <a:pt x="4513885" y="0"/>
                </a:cubicBezTo>
                <a:cubicBezTo>
                  <a:pt x="4703040" y="-39044"/>
                  <a:pt x="4995748" y="76347"/>
                  <a:pt x="5303520" y="0"/>
                </a:cubicBezTo>
                <a:cubicBezTo>
                  <a:pt x="5611292" y="-76347"/>
                  <a:pt x="5631945" y="4842"/>
                  <a:pt x="5892800" y="0"/>
                </a:cubicBezTo>
                <a:cubicBezTo>
                  <a:pt x="6153655" y="-4842"/>
                  <a:pt x="6514669" y="66274"/>
                  <a:pt x="6682435" y="0"/>
                </a:cubicBezTo>
                <a:cubicBezTo>
                  <a:pt x="6850201" y="-66274"/>
                  <a:pt x="6998565" y="58221"/>
                  <a:pt x="7171538" y="0"/>
                </a:cubicBezTo>
                <a:cubicBezTo>
                  <a:pt x="7344511" y="-58221"/>
                  <a:pt x="7540502" y="21388"/>
                  <a:pt x="7660640" y="0"/>
                </a:cubicBezTo>
                <a:cubicBezTo>
                  <a:pt x="7780778" y="-21388"/>
                  <a:pt x="8158239" y="15733"/>
                  <a:pt x="8350098" y="0"/>
                </a:cubicBezTo>
                <a:cubicBezTo>
                  <a:pt x="8541957" y="-15733"/>
                  <a:pt x="8703148" y="36691"/>
                  <a:pt x="8839200" y="0"/>
                </a:cubicBezTo>
                <a:cubicBezTo>
                  <a:pt x="8975252" y="-36691"/>
                  <a:pt x="9567989" y="122099"/>
                  <a:pt x="10017760" y="0"/>
                </a:cubicBezTo>
                <a:cubicBezTo>
                  <a:pt x="10069606" y="180245"/>
                  <a:pt x="10011164" y="365513"/>
                  <a:pt x="10017760" y="612851"/>
                </a:cubicBezTo>
                <a:cubicBezTo>
                  <a:pt x="10024356" y="860189"/>
                  <a:pt x="9989434" y="1020498"/>
                  <a:pt x="10017760" y="1183437"/>
                </a:cubicBezTo>
                <a:cubicBezTo>
                  <a:pt x="10046086" y="1346376"/>
                  <a:pt x="10012493" y="1591759"/>
                  <a:pt x="10017760" y="1754022"/>
                </a:cubicBezTo>
                <a:cubicBezTo>
                  <a:pt x="10023027" y="1916285"/>
                  <a:pt x="10008290" y="1964234"/>
                  <a:pt x="10017760" y="2155546"/>
                </a:cubicBezTo>
                <a:cubicBezTo>
                  <a:pt x="10027230" y="2346858"/>
                  <a:pt x="9984998" y="2379632"/>
                  <a:pt x="10017760" y="2599334"/>
                </a:cubicBezTo>
                <a:cubicBezTo>
                  <a:pt x="10050522" y="2819036"/>
                  <a:pt x="9987076" y="2920357"/>
                  <a:pt x="10017760" y="3169920"/>
                </a:cubicBezTo>
                <a:cubicBezTo>
                  <a:pt x="10048444" y="3419483"/>
                  <a:pt x="9995874" y="3432914"/>
                  <a:pt x="10017760" y="3655974"/>
                </a:cubicBezTo>
                <a:cubicBezTo>
                  <a:pt x="10039646" y="3879034"/>
                  <a:pt x="10008537" y="3946791"/>
                  <a:pt x="10017760" y="4226560"/>
                </a:cubicBezTo>
                <a:cubicBezTo>
                  <a:pt x="9765468" y="4306195"/>
                  <a:pt x="9567057" y="4217730"/>
                  <a:pt x="9328302" y="4226560"/>
                </a:cubicBezTo>
                <a:cubicBezTo>
                  <a:pt x="9089547" y="4235390"/>
                  <a:pt x="9109810" y="4209854"/>
                  <a:pt x="9039555" y="4226560"/>
                </a:cubicBezTo>
                <a:cubicBezTo>
                  <a:pt x="8969300" y="4243266"/>
                  <a:pt x="8600293" y="4216186"/>
                  <a:pt x="8450275" y="4226560"/>
                </a:cubicBezTo>
                <a:cubicBezTo>
                  <a:pt x="8300257" y="4236934"/>
                  <a:pt x="8225399" y="4206141"/>
                  <a:pt x="8061350" y="4226560"/>
                </a:cubicBezTo>
                <a:cubicBezTo>
                  <a:pt x="7897302" y="4246979"/>
                  <a:pt x="7553816" y="4208175"/>
                  <a:pt x="7371893" y="4226560"/>
                </a:cubicBezTo>
                <a:cubicBezTo>
                  <a:pt x="7189970" y="4244945"/>
                  <a:pt x="7146773" y="4214882"/>
                  <a:pt x="6982968" y="4226560"/>
                </a:cubicBezTo>
                <a:cubicBezTo>
                  <a:pt x="6819163" y="4238238"/>
                  <a:pt x="6604434" y="4182652"/>
                  <a:pt x="6293510" y="4226560"/>
                </a:cubicBezTo>
                <a:cubicBezTo>
                  <a:pt x="5982586" y="4270468"/>
                  <a:pt x="6080024" y="4216106"/>
                  <a:pt x="6004763" y="4226560"/>
                </a:cubicBezTo>
                <a:cubicBezTo>
                  <a:pt x="5929502" y="4237014"/>
                  <a:pt x="5486875" y="4166425"/>
                  <a:pt x="5315306" y="4226560"/>
                </a:cubicBezTo>
                <a:cubicBezTo>
                  <a:pt x="5143737" y="4286695"/>
                  <a:pt x="5035724" y="4224867"/>
                  <a:pt x="4926381" y="4226560"/>
                </a:cubicBezTo>
                <a:cubicBezTo>
                  <a:pt x="4817038" y="4228253"/>
                  <a:pt x="4712692" y="4210419"/>
                  <a:pt x="4637634" y="4226560"/>
                </a:cubicBezTo>
                <a:cubicBezTo>
                  <a:pt x="4562576" y="4242701"/>
                  <a:pt x="4339515" y="4183910"/>
                  <a:pt x="4248709" y="4226560"/>
                </a:cubicBezTo>
                <a:cubicBezTo>
                  <a:pt x="4157904" y="4269210"/>
                  <a:pt x="3843731" y="4148600"/>
                  <a:pt x="3559251" y="4226560"/>
                </a:cubicBezTo>
                <a:cubicBezTo>
                  <a:pt x="3274771" y="4304520"/>
                  <a:pt x="3317571" y="4224879"/>
                  <a:pt x="3170326" y="4226560"/>
                </a:cubicBezTo>
                <a:cubicBezTo>
                  <a:pt x="3023081" y="4228241"/>
                  <a:pt x="3017237" y="4217863"/>
                  <a:pt x="2881579" y="4226560"/>
                </a:cubicBezTo>
                <a:cubicBezTo>
                  <a:pt x="2745921" y="4235257"/>
                  <a:pt x="2581471" y="4184140"/>
                  <a:pt x="2492654" y="4226560"/>
                </a:cubicBezTo>
                <a:cubicBezTo>
                  <a:pt x="2403837" y="4268980"/>
                  <a:pt x="2185142" y="4181115"/>
                  <a:pt x="2003552" y="4226560"/>
                </a:cubicBezTo>
                <a:cubicBezTo>
                  <a:pt x="1821962" y="4272005"/>
                  <a:pt x="1678177" y="4189259"/>
                  <a:pt x="1414272" y="4226560"/>
                </a:cubicBezTo>
                <a:cubicBezTo>
                  <a:pt x="1150367" y="4263861"/>
                  <a:pt x="1144196" y="4189669"/>
                  <a:pt x="1025347" y="4226560"/>
                </a:cubicBezTo>
                <a:cubicBezTo>
                  <a:pt x="906498" y="4263451"/>
                  <a:pt x="502674" y="4124610"/>
                  <a:pt x="0" y="4226560"/>
                </a:cubicBezTo>
                <a:cubicBezTo>
                  <a:pt x="-54769" y="4007065"/>
                  <a:pt x="10745" y="3926544"/>
                  <a:pt x="0" y="3698240"/>
                </a:cubicBezTo>
                <a:cubicBezTo>
                  <a:pt x="-10745" y="3469936"/>
                  <a:pt x="31173" y="3404441"/>
                  <a:pt x="0" y="3169920"/>
                </a:cubicBezTo>
                <a:cubicBezTo>
                  <a:pt x="-31173" y="2935399"/>
                  <a:pt x="22389" y="2788495"/>
                  <a:pt x="0" y="2641600"/>
                </a:cubicBezTo>
                <a:cubicBezTo>
                  <a:pt x="-22389" y="2494705"/>
                  <a:pt x="31951" y="2252798"/>
                  <a:pt x="0" y="2113280"/>
                </a:cubicBezTo>
                <a:cubicBezTo>
                  <a:pt x="-31951" y="1973762"/>
                  <a:pt x="15132" y="1766102"/>
                  <a:pt x="0" y="1627226"/>
                </a:cubicBezTo>
                <a:cubicBezTo>
                  <a:pt x="-15132" y="1488350"/>
                  <a:pt x="41595" y="1288668"/>
                  <a:pt x="0" y="1056640"/>
                </a:cubicBezTo>
                <a:cubicBezTo>
                  <a:pt x="-41595" y="824612"/>
                  <a:pt x="49983" y="715498"/>
                  <a:pt x="0" y="528320"/>
                </a:cubicBezTo>
                <a:cubicBezTo>
                  <a:pt x="-49983" y="341142"/>
                  <a:pt x="3131" y="263986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35630DA0-5E2C-4FE7-97E6-BD7630C8CFCC}"/>
              </a:ext>
            </a:extLst>
          </p:cNvPr>
          <p:cNvSpPr txBox="1">
            <a:spLocks/>
          </p:cNvSpPr>
          <p:nvPr/>
        </p:nvSpPr>
        <p:spPr>
          <a:xfrm>
            <a:off x="365760" y="884980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Gradien</a:t>
            </a:r>
            <a:r>
              <a:rPr lang="en-US" dirty="0"/>
              <a:t> POTENSIAL LISTRIK</a:t>
            </a:r>
            <a:endParaRPr lang="en-ID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2C40D9FD-BD5D-434E-AF5A-34BA380B8B44}"/>
              </a:ext>
            </a:extLst>
          </p:cNvPr>
          <p:cNvSpPr txBox="1">
            <a:spLocks/>
          </p:cNvSpPr>
          <p:nvPr/>
        </p:nvSpPr>
        <p:spPr>
          <a:xfrm>
            <a:off x="302593" y="127280"/>
            <a:ext cx="10058400" cy="16093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Contoh Gradien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60890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60F5575-1528-4A3F-9F0D-2DDEAAD95B99}"/>
              </a:ext>
            </a:extLst>
          </p:cNvPr>
          <p:cNvSpPr txBox="1"/>
          <p:nvPr/>
        </p:nvSpPr>
        <p:spPr>
          <a:xfrm>
            <a:off x="383626" y="514791"/>
            <a:ext cx="8103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Contoh</a:t>
            </a:r>
            <a:r>
              <a:rPr lang="en-US" sz="2000" dirty="0"/>
              <a:t> :</a:t>
            </a:r>
            <a:endParaRPr lang="en-ID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14ACBD63-B4D6-4327-A665-4B165BC69498}"/>
                  </a:ext>
                </a:extLst>
              </p:cNvPr>
              <p:cNvSpPr txBox="1"/>
              <p:nvPr/>
            </p:nvSpPr>
            <p:spPr>
              <a:xfrm>
                <a:off x="409903" y="1166648"/>
                <a:ext cx="110043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Diketahui : </a:t>
                </a:r>
                <a:r>
                  <a:rPr lang="en-US" sz="2000" dirty="0" err="1"/>
                  <a:t>potensial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listrik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memenuhi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persamaan</a:t>
                </a:r>
                <a:r>
                  <a:rPr lang="en-US" sz="2000" dirty="0"/>
                  <a:t> 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=6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endParaRPr lang="en-ID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ACBD63-B4D6-4327-A665-4B165BC69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903" y="1166648"/>
                <a:ext cx="11004331" cy="400110"/>
              </a:xfrm>
              <a:prstGeom prst="rect">
                <a:avLst/>
              </a:prstGeom>
              <a:blipFill>
                <a:blip r:embed="rId2"/>
                <a:stretch>
                  <a:fillRect l="-554" t="-7576" b="-257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4227F47-17B5-46C2-B24E-438355A07C11}"/>
              </a:ext>
            </a:extLst>
          </p:cNvPr>
          <p:cNvSpPr txBox="1"/>
          <p:nvPr/>
        </p:nvSpPr>
        <p:spPr>
          <a:xfrm>
            <a:off x="409903" y="1734207"/>
            <a:ext cx="6852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Tentukan</a:t>
            </a:r>
            <a:r>
              <a:rPr lang="en-US" sz="2000" dirty="0"/>
              <a:t> : </a:t>
            </a:r>
            <a:r>
              <a:rPr lang="en-US" sz="2000" dirty="0" err="1"/>
              <a:t>Gradien</a:t>
            </a:r>
            <a:r>
              <a:rPr lang="en-US" sz="2000" dirty="0"/>
              <a:t> </a:t>
            </a:r>
            <a:r>
              <a:rPr lang="en-US" sz="2000" dirty="0" err="1"/>
              <a:t>potensial</a:t>
            </a:r>
            <a:r>
              <a:rPr lang="en-US" sz="2000" dirty="0"/>
              <a:t> </a:t>
            </a:r>
            <a:r>
              <a:rPr lang="en-US" sz="2000" dirty="0" err="1"/>
              <a:t>listrik</a:t>
            </a:r>
            <a:r>
              <a:rPr lang="en-US" sz="2000" dirty="0"/>
              <a:t> di </a:t>
            </a:r>
            <a:r>
              <a:rPr lang="en-US" sz="2000" dirty="0" err="1"/>
              <a:t>titik</a:t>
            </a:r>
            <a:r>
              <a:rPr lang="en-US" sz="2000" dirty="0"/>
              <a:t> P(2,1,0)</a:t>
            </a:r>
            <a:endParaRPr lang="en-ID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B01A2EE-43BE-4A17-B13E-C4211CAC3677}"/>
              </a:ext>
            </a:extLst>
          </p:cNvPr>
          <p:cNvSpPr txBox="1"/>
          <p:nvPr/>
        </p:nvSpPr>
        <p:spPr>
          <a:xfrm>
            <a:off x="409903" y="2406869"/>
            <a:ext cx="5160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Solusi :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8F4BED7C-725B-4101-9E8A-F85BD79A2496}"/>
                  </a:ext>
                </a:extLst>
              </p:cNvPr>
              <p:cNvSpPr txBox="1"/>
              <p:nvPr/>
            </p:nvSpPr>
            <p:spPr>
              <a:xfrm>
                <a:off x="446688" y="3061357"/>
                <a:ext cx="9174480" cy="619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4BED7C-725B-4101-9E8A-F85BD79A2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88" y="3061357"/>
                <a:ext cx="9174480" cy="619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3D5D84C3-AB58-417C-AADA-D243DB027FD4}"/>
                  </a:ext>
                </a:extLst>
              </p:cNvPr>
              <p:cNvSpPr txBox="1"/>
              <p:nvPr/>
            </p:nvSpPr>
            <p:spPr>
              <a:xfrm>
                <a:off x="546538" y="3962400"/>
                <a:ext cx="7262648" cy="430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+18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5D84C3-AB58-417C-AADA-D243DB027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38" y="3962400"/>
                <a:ext cx="7262648" cy="430502"/>
              </a:xfrm>
              <a:prstGeom prst="rect">
                <a:avLst/>
              </a:prstGeom>
              <a:blipFill>
                <a:blip r:embed="rId4"/>
                <a:stretch>
                  <a:fillRect t="-14085" b="-422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="" id="{B5C64274-F7B4-4EC7-ADCD-C51DBC9754B2}"/>
                  </a:ext>
                </a:extLst>
              </p:cNvPr>
              <p:cNvSpPr txBox="1"/>
              <p:nvPr/>
            </p:nvSpPr>
            <p:spPr>
              <a:xfrm>
                <a:off x="446688" y="4630969"/>
                <a:ext cx="7977353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Gradien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D" sz="2000" dirty="0"/>
                  <a:t> di </a:t>
                </a:r>
                <a:r>
                  <a:rPr lang="en-ID" sz="2000" dirty="0" err="1"/>
                  <a:t>titik</a:t>
                </a:r>
                <a:r>
                  <a:rPr lang="en-ID" sz="2000" dirty="0"/>
                  <a:t> </a:t>
                </a:r>
                <a:r>
                  <a:rPr lang="en-US" sz="2000" dirty="0"/>
                  <a:t>P(2,1,0) =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24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72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ID" sz="200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C64274-F7B4-4EC7-ADCD-C51DBC975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88" y="4630969"/>
                <a:ext cx="7977353" cy="424283"/>
              </a:xfrm>
              <a:prstGeom prst="rect">
                <a:avLst/>
              </a:prstGeom>
              <a:blipFill>
                <a:blip r:embed="rId5"/>
                <a:stretch>
                  <a:fillRect l="-764" t="-15942" b="-20290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55BA78DA-5401-4F71-B75F-DECED12A1ABA}"/>
                  </a:ext>
                </a:extLst>
              </p:cNvPr>
              <p:cNvSpPr txBox="1"/>
              <p:nvPr/>
            </p:nvSpPr>
            <p:spPr>
              <a:xfrm>
                <a:off x="2979683" y="5253603"/>
                <a:ext cx="6232634" cy="43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ID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ID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24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72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=75,9</m:t>
                    </m:r>
                  </m:oMath>
                </a14:m>
                <a:r>
                  <a:rPr lang="en-ID" sz="2000" dirty="0"/>
                  <a:t> (volt/meter)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BA78DA-5401-4F71-B75F-DECED12A1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683" y="5253603"/>
                <a:ext cx="6232634" cy="437749"/>
              </a:xfrm>
              <a:prstGeom prst="rect">
                <a:avLst/>
              </a:prstGeom>
              <a:blipFill>
                <a:blip r:embed="rId6"/>
                <a:stretch>
                  <a:fillRect b="-2361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F794DA03-E740-4518-A03A-D9C918F5424E}"/>
                  </a:ext>
                </a:extLst>
              </p:cNvPr>
              <p:cNvSpPr txBox="1"/>
              <p:nvPr/>
            </p:nvSpPr>
            <p:spPr>
              <a:xfrm>
                <a:off x="1576551" y="5826124"/>
                <a:ext cx="10152993" cy="749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D" sz="2000" i="1" smtClean="0">
                              <a:latin typeface="Cambria Math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ID" sz="2000" i="1" smtClean="0"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ID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ID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ID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ID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+72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75,9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=0,316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+0,95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+0,013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794DA03-E740-4518-A03A-D9C918F54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551" y="5826124"/>
                <a:ext cx="10152993" cy="7491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6962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63487C5-70A2-4433-935A-D67A6876696B}"/>
              </a:ext>
            </a:extLst>
          </p:cNvPr>
          <p:cNvSpPr txBox="1"/>
          <p:nvPr/>
        </p:nvSpPr>
        <p:spPr>
          <a:xfrm>
            <a:off x="381000" y="450193"/>
            <a:ext cx="10444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Contoh</a:t>
            </a:r>
            <a:r>
              <a:rPr lang="en-US" sz="2000" dirty="0"/>
              <a:t> : </a:t>
            </a:r>
            <a:endParaRPr lang="en-ID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00CE1309-842B-43B9-951E-2FCACD71238A}"/>
                  </a:ext>
                </a:extLst>
              </p:cNvPr>
              <p:cNvSpPr txBox="1"/>
              <p:nvPr/>
            </p:nvSpPr>
            <p:spPr>
              <a:xfrm>
                <a:off x="381000" y="1127760"/>
                <a:ext cx="976376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Potensial </a:t>
                </a:r>
                <a:r>
                  <a:rPr lang="en-US" sz="2000" dirty="0" err="1"/>
                  <a:t>listrik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memenuhi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persamaan</a:t>
                </a:r>
                <a:r>
                  <a:rPr lang="en-US" sz="2000" dirty="0"/>
                  <a:t> 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</m:func>
                  </m:oMath>
                </a14:m>
                <a:r>
                  <a:rPr lang="en-ID" sz="2000" dirty="0"/>
                  <a:t> (volt)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0CE1309-842B-43B9-951E-2FCACD712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27760"/>
                <a:ext cx="9763760" cy="400110"/>
              </a:xfrm>
              <a:prstGeom prst="rect">
                <a:avLst/>
              </a:prstGeom>
              <a:blipFill>
                <a:blip r:embed="rId2"/>
                <a:stretch>
                  <a:fillRect l="-687" t="-7576" b="-257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8FC504AF-3499-437F-9A91-93C75E65AAB8}"/>
                  </a:ext>
                </a:extLst>
              </p:cNvPr>
              <p:cNvSpPr txBox="1"/>
              <p:nvPr/>
            </p:nvSpPr>
            <p:spPr>
              <a:xfrm>
                <a:off x="381000" y="1605272"/>
                <a:ext cx="95046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Tentukan : </a:t>
                </a:r>
                <a:r>
                  <a:rPr lang="en-US" sz="2000" dirty="0" err="1"/>
                  <a:t>Gradien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potensial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listrik</a:t>
                </a:r>
                <a:r>
                  <a:rPr lang="en-US" sz="2000" dirty="0"/>
                  <a:t> di </a:t>
                </a:r>
                <a:r>
                  <a:rPr lang="en-US" sz="2000" dirty="0" err="1"/>
                  <a:t>titik</a:t>
                </a:r>
                <a:r>
                  <a:rPr lang="en-US" sz="2000" dirty="0"/>
                  <a:t> P(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=45°,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 dirty="0"/>
                  <a:t>m)</a:t>
                </a:r>
                <a:endParaRPr lang="en-ID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FC504AF-3499-437F-9A91-93C75E65A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605272"/>
                <a:ext cx="9504680" cy="400110"/>
              </a:xfrm>
              <a:prstGeom prst="rect">
                <a:avLst/>
              </a:prstGeom>
              <a:blipFill>
                <a:blip r:embed="rId3"/>
                <a:stretch>
                  <a:fillRect l="-706" t="-7576" b="-2575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2A9833F-AB0C-41DD-B764-5371EF15F5E6}"/>
              </a:ext>
            </a:extLst>
          </p:cNvPr>
          <p:cNvSpPr txBox="1"/>
          <p:nvPr/>
        </p:nvSpPr>
        <p:spPr>
          <a:xfrm>
            <a:off x="381000" y="2127012"/>
            <a:ext cx="9763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Solusi :</a:t>
            </a:r>
            <a:endParaRPr lang="en-ID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81815129-37F8-4C73-8442-3A5683B34451}"/>
                  </a:ext>
                </a:extLst>
              </p:cNvPr>
              <p:cNvSpPr txBox="1"/>
              <p:nvPr/>
            </p:nvSpPr>
            <p:spPr>
              <a:xfrm>
                <a:off x="381000" y="2846661"/>
                <a:ext cx="6096000" cy="5823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𝜕𝜌</m:t>
                        </m:r>
                      </m:den>
                    </m:f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815129-37F8-4C73-8442-3A5683B34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846661"/>
                <a:ext cx="6096000" cy="5823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A0B30C98-9B3B-4E17-98A0-5CA3C84E8EF3}"/>
                  </a:ext>
                </a:extLst>
              </p:cNvPr>
              <p:cNvSpPr txBox="1"/>
              <p:nvPr/>
            </p:nvSpPr>
            <p:spPr>
              <a:xfrm>
                <a:off x="381000" y="3748539"/>
                <a:ext cx="9504680" cy="622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𝜕𝜌</m:t>
                        </m:r>
                      </m:den>
                    </m:f>
                    <m:sSub>
                      <m:sSubPr>
                        <m:ctrlPr>
                          <a:rPr lang="en-US" sz="20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00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00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sz="20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</m:e>
                        </m:d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en-US" sz="20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0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B30C98-9B3B-4E17-98A0-5CA3C84E8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748539"/>
                <a:ext cx="9504680" cy="6224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936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A97C296-EE97-49A6-91FA-1AF986320096}"/>
              </a:ext>
            </a:extLst>
          </p:cNvPr>
          <p:cNvSpPr txBox="1"/>
          <p:nvPr/>
        </p:nvSpPr>
        <p:spPr>
          <a:xfrm>
            <a:off x="386080" y="426720"/>
            <a:ext cx="6167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DIVERGENSI </a:t>
            </a:r>
            <a:endParaRPr lang="en-ID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60DD894-A0DF-4ED7-8629-2932D1A82E0A}"/>
              </a:ext>
            </a:extLst>
          </p:cNvPr>
          <p:cNvSpPr txBox="1"/>
          <p:nvPr/>
        </p:nvSpPr>
        <p:spPr>
          <a:xfrm>
            <a:off x="386080" y="1178560"/>
            <a:ext cx="6167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Divergensi</a:t>
            </a:r>
            <a:r>
              <a:rPr lang="en-US" sz="2400" dirty="0"/>
              <a:t> </a:t>
            </a:r>
            <a:r>
              <a:rPr lang="en-US" sz="2400" dirty="0" err="1"/>
              <a:t>Kerapatan</a:t>
            </a:r>
            <a:r>
              <a:rPr lang="en-US" sz="2400" dirty="0"/>
              <a:t> </a:t>
            </a:r>
            <a:r>
              <a:rPr lang="en-US" sz="2400" dirty="0" err="1"/>
              <a:t>Fluks</a:t>
            </a:r>
            <a:r>
              <a:rPr lang="en-US" sz="2400" dirty="0"/>
              <a:t> Listrik :</a:t>
            </a:r>
            <a:endParaRPr lang="en-ID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47508F4B-C29B-4BC9-A7A7-9151E66282D3}"/>
                  </a:ext>
                </a:extLst>
              </p:cNvPr>
              <p:cNvSpPr txBox="1"/>
              <p:nvPr/>
            </p:nvSpPr>
            <p:spPr>
              <a:xfrm>
                <a:off x="762000" y="2346960"/>
                <a:ext cx="10342880" cy="6989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∇∙</m:t>
                    </m:r>
                    <m:acc>
                      <m:accPr>
                        <m:chr m:val="⃗"/>
                        <m:ctrlPr>
                          <a:rPr lang="en-ID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D" sz="2400" dirty="0"/>
                  <a:t>                                               (</a:t>
                </a:r>
                <a:r>
                  <a:rPr lang="en-ID" sz="2400" dirty="0" err="1"/>
                  <a:t>Sistem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Koordinat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Kartesian</a:t>
                </a:r>
                <a:r>
                  <a:rPr lang="en-ID" sz="2400" dirty="0"/>
                  <a:t>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7508F4B-C29B-4BC9-A7A7-9151E6628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346960"/>
                <a:ext cx="10342880" cy="698974"/>
              </a:xfrm>
              <a:prstGeom prst="rect">
                <a:avLst/>
              </a:prstGeom>
              <a:blipFill>
                <a:blip r:embed="rId2"/>
                <a:stretch>
                  <a:fillRect b="-173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3F08035C-0638-4A56-B22E-9480BE7CE484}"/>
                  </a:ext>
                </a:extLst>
              </p:cNvPr>
              <p:cNvSpPr txBox="1"/>
              <p:nvPr/>
            </p:nvSpPr>
            <p:spPr>
              <a:xfrm>
                <a:off x="762000" y="3812067"/>
                <a:ext cx="10342880" cy="740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∇∙</m:t>
                    </m:r>
                    <m:acc>
                      <m:accPr>
                        <m:chr m:val="⃗"/>
                        <m:ctrlPr>
                          <a:rPr lang="en-ID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𝜕𝜌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ID" sz="2400" dirty="0"/>
                  <a:t>                                     (</a:t>
                </a:r>
                <a:r>
                  <a:rPr lang="en-ID" sz="2400" dirty="0" err="1"/>
                  <a:t>Sistem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Koordinat</a:t>
                </a:r>
                <a:r>
                  <a:rPr lang="en-ID" sz="2400" dirty="0"/>
                  <a:t> </a:t>
                </a:r>
                <a:r>
                  <a:rPr lang="en-ID" sz="2400" dirty="0" err="1"/>
                  <a:t>Silinder</a:t>
                </a:r>
                <a:r>
                  <a:rPr lang="en-ID" sz="2400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08035C-0638-4A56-B22E-9480BE7CE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812067"/>
                <a:ext cx="10342880" cy="740972"/>
              </a:xfrm>
              <a:prstGeom prst="rect">
                <a:avLst/>
              </a:prstGeom>
              <a:blipFill>
                <a:blip r:embed="rId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92B6F115-160A-484C-9889-FF19DF2DA6CB}"/>
                  </a:ext>
                </a:extLst>
              </p:cNvPr>
              <p:cNvSpPr txBox="1"/>
              <p:nvPr/>
            </p:nvSpPr>
            <p:spPr>
              <a:xfrm>
                <a:off x="762000" y="5122707"/>
                <a:ext cx="10342880" cy="704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∇∙</m:t>
                    </m:r>
                    <m:acc>
                      <m:accPr>
                        <m:chr m:val="⃗"/>
                        <m:ctrlPr>
                          <a:rPr lang="en-ID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en-US" sz="240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den>
                    </m:f>
                  </m:oMath>
                </a14:m>
                <a:r>
                  <a:rPr lang="en-ID" sz="2400" dirty="0"/>
                  <a:t>        (</a:t>
                </a:r>
                <a:r>
                  <a:rPr lang="en-ID" sz="2400" dirty="0" err="1"/>
                  <a:t>Sistem</a:t>
                </a:r>
                <a:r>
                  <a:rPr lang="en-ID" sz="2400" dirty="0"/>
                  <a:t> </a:t>
                </a:r>
                <a:r>
                  <a:rPr lang="en-ID" sz="2400" dirty="0" err="1"/>
                  <a:t>Koordinat</a:t>
                </a:r>
                <a:r>
                  <a:rPr lang="en-ID" sz="2400" dirty="0"/>
                  <a:t> Bola)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2B6F115-160A-484C-9889-FF19DF2DA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122707"/>
                <a:ext cx="10342880" cy="704295"/>
              </a:xfrm>
              <a:prstGeom prst="rect">
                <a:avLst/>
              </a:prstGeom>
              <a:blipFill>
                <a:blip r:embed="rId4"/>
                <a:stretch>
                  <a:fillRect b="-258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D8D08EC-B309-445A-A54B-760462C4ADD1}"/>
              </a:ext>
            </a:extLst>
          </p:cNvPr>
          <p:cNvSpPr/>
          <p:nvPr/>
        </p:nvSpPr>
        <p:spPr>
          <a:xfrm>
            <a:off x="264160" y="2032000"/>
            <a:ext cx="11541760" cy="4399280"/>
          </a:xfrm>
          <a:custGeom>
            <a:avLst/>
            <a:gdLst>
              <a:gd name="connsiteX0" fmla="*/ 0 w 11541760"/>
              <a:gd name="connsiteY0" fmla="*/ 0 h 4399280"/>
              <a:gd name="connsiteX1" fmla="*/ 461670 w 11541760"/>
              <a:gd name="connsiteY1" fmla="*/ 0 h 4399280"/>
              <a:gd name="connsiteX2" fmla="*/ 1269594 w 11541760"/>
              <a:gd name="connsiteY2" fmla="*/ 0 h 4399280"/>
              <a:gd name="connsiteX3" fmla="*/ 1846682 w 11541760"/>
              <a:gd name="connsiteY3" fmla="*/ 0 h 4399280"/>
              <a:gd name="connsiteX4" fmla="*/ 2423770 w 11541760"/>
              <a:gd name="connsiteY4" fmla="*/ 0 h 4399280"/>
              <a:gd name="connsiteX5" fmla="*/ 2654605 w 11541760"/>
              <a:gd name="connsiteY5" fmla="*/ 0 h 4399280"/>
              <a:gd name="connsiteX6" fmla="*/ 3347110 w 11541760"/>
              <a:gd name="connsiteY6" fmla="*/ 0 h 4399280"/>
              <a:gd name="connsiteX7" fmla="*/ 3924198 w 11541760"/>
              <a:gd name="connsiteY7" fmla="*/ 0 h 4399280"/>
              <a:gd name="connsiteX8" fmla="*/ 4501286 w 11541760"/>
              <a:gd name="connsiteY8" fmla="*/ 0 h 4399280"/>
              <a:gd name="connsiteX9" fmla="*/ 4847539 w 11541760"/>
              <a:gd name="connsiteY9" fmla="*/ 0 h 4399280"/>
              <a:gd name="connsiteX10" fmla="*/ 5540045 w 11541760"/>
              <a:gd name="connsiteY10" fmla="*/ 0 h 4399280"/>
              <a:gd name="connsiteX11" fmla="*/ 5770880 w 11541760"/>
              <a:gd name="connsiteY11" fmla="*/ 0 h 4399280"/>
              <a:gd name="connsiteX12" fmla="*/ 6001715 w 11541760"/>
              <a:gd name="connsiteY12" fmla="*/ 0 h 4399280"/>
              <a:gd name="connsiteX13" fmla="*/ 6694221 w 11541760"/>
              <a:gd name="connsiteY13" fmla="*/ 0 h 4399280"/>
              <a:gd name="connsiteX14" fmla="*/ 7271309 w 11541760"/>
              <a:gd name="connsiteY14" fmla="*/ 0 h 4399280"/>
              <a:gd name="connsiteX15" fmla="*/ 7963814 w 11541760"/>
              <a:gd name="connsiteY15" fmla="*/ 0 h 4399280"/>
              <a:gd name="connsiteX16" fmla="*/ 8656320 w 11541760"/>
              <a:gd name="connsiteY16" fmla="*/ 0 h 4399280"/>
              <a:gd name="connsiteX17" fmla="*/ 8887155 w 11541760"/>
              <a:gd name="connsiteY17" fmla="*/ 0 h 4399280"/>
              <a:gd name="connsiteX18" fmla="*/ 9579661 w 11541760"/>
              <a:gd name="connsiteY18" fmla="*/ 0 h 4399280"/>
              <a:gd name="connsiteX19" fmla="*/ 9810496 w 11541760"/>
              <a:gd name="connsiteY19" fmla="*/ 0 h 4399280"/>
              <a:gd name="connsiteX20" fmla="*/ 10503002 w 11541760"/>
              <a:gd name="connsiteY20" fmla="*/ 0 h 4399280"/>
              <a:gd name="connsiteX21" fmla="*/ 10733837 w 11541760"/>
              <a:gd name="connsiteY21" fmla="*/ 0 h 4399280"/>
              <a:gd name="connsiteX22" fmla="*/ 11541760 w 11541760"/>
              <a:gd name="connsiteY22" fmla="*/ 0 h 4399280"/>
              <a:gd name="connsiteX23" fmla="*/ 11541760 w 11541760"/>
              <a:gd name="connsiteY23" fmla="*/ 461924 h 4399280"/>
              <a:gd name="connsiteX24" fmla="*/ 11541760 w 11541760"/>
              <a:gd name="connsiteY24" fmla="*/ 1055827 h 4399280"/>
              <a:gd name="connsiteX25" fmla="*/ 11541760 w 11541760"/>
              <a:gd name="connsiteY25" fmla="*/ 1649730 h 4399280"/>
              <a:gd name="connsiteX26" fmla="*/ 11541760 w 11541760"/>
              <a:gd name="connsiteY26" fmla="*/ 2287626 h 4399280"/>
              <a:gd name="connsiteX27" fmla="*/ 11541760 w 11541760"/>
              <a:gd name="connsiteY27" fmla="*/ 2881528 h 4399280"/>
              <a:gd name="connsiteX28" fmla="*/ 11541760 w 11541760"/>
              <a:gd name="connsiteY28" fmla="*/ 3519424 h 4399280"/>
              <a:gd name="connsiteX29" fmla="*/ 11541760 w 11541760"/>
              <a:gd name="connsiteY29" fmla="*/ 4399280 h 4399280"/>
              <a:gd name="connsiteX30" fmla="*/ 11195507 w 11541760"/>
              <a:gd name="connsiteY30" fmla="*/ 4399280 h 4399280"/>
              <a:gd name="connsiteX31" fmla="*/ 10849254 w 11541760"/>
              <a:gd name="connsiteY31" fmla="*/ 4399280 h 4399280"/>
              <a:gd name="connsiteX32" fmla="*/ 10041331 w 11541760"/>
              <a:gd name="connsiteY32" fmla="*/ 4399280 h 4399280"/>
              <a:gd name="connsiteX33" fmla="*/ 9810496 w 11541760"/>
              <a:gd name="connsiteY33" fmla="*/ 4399280 h 4399280"/>
              <a:gd name="connsiteX34" fmla="*/ 9117990 w 11541760"/>
              <a:gd name="connsiteY34" fmla="*/ 4399280 h 4399280"/>
              <a:gd name="connsiteX35" fmla="*/ 8425485 w 11541760"/>
              <a:gd name="connsiteY35" fmla="*/ 4399280 h 4399280"/>
              <a:gd name="connsiteX36" fmla="*/ 7848397 w 11541760"/>
              <a:gd name="connsiteY36" fmla="*/ 4399280 h 4399280"/>
              <a:gd name="connsiteX37" fmla="*/ 7040474 w 11541760"/>
              <a:gd name="connsiteY37" fmla="*/ 4399280 h 4399280"/>
              <a:gd name="connsiteX38" fmla="*/ 6694221 w 11541760"/>
              <a:gd name="connsiteY38" fmla="*/ 4399280 h 4399280"/>
              <a:gd name="connsiteX39" fmla="*/ 6001715 w 11541760"/>
              <a:gd name="connsiteY39" fmla="*/ 4399280 h 4399280"/>
              <a:gd name="connsiteX40" fmla="*/ 5770880 w 11541760"/>
              <a:gd name="connsiteY40" fmla="*/ 4399280 h 4399280"/>
              <a:gd name="connsiteX41" fmla="*/ 5193792 w 11541760"/>
              <a:gd name="connsiteY41" fmla="*/ 4399280 h 4399280"/>
              <a:gd name="connsiteX42" fmla="*/ 4732122 w 11541760"/>
              <a:gd name="connsiteY42" fmla="*/ 4399280 h 4399280"/>
              <a:gd name="connsiteX43" fmla="*/ 4385869 w 11541760"/>
              <a:gd name="connsiteY43" fmla="*/ 4399280 h 4399280"/>
              <a:gd name="connsiteX44" fmla="*/ 3808781 w 11541760"/>
              <a:gd name="connsiteY44" fmla="*/ 4399280 h 4399280"/>
              <a:gd name="connsiteX45" fmla="*/ 3231693 w 11541760"/>
              <a:gd name="connsiteY45" fmla="*/ 4399280 h 4399280"/>
              <a:gd name="connsiteX46" fmla="*/ 2770022 w 11541760"/>
              <a:gd name="connsiteY46" fmla="*/ 4399280 h 4399280"/>
              <a:gd name="connsiteX47" fmla="*/ 2539187 w 11541760"/>
              <a:gd name="connsiteY47" fmla="*/ 4399280 h 4399280"/>
              <a:gd name="connsiteX48" fmla="*/ 1731264 w 11541760"/>
              <a:gd name="connsiteY48" fmla="*/ 4399280 h 4399280"/>
              <a:gd name="connsiteX49" fmla="*/ 1038758 w 11541760"/>
              <a:gd name="connsiteY49" fmla="*/ 4399280 h 4399280"/>
              <a:gd name="connsiteX50" fmla="*/ 0 w 11541760"/>
              <a:gd name="connsiteY50" fmla="*/ 4399280 h 4399280"/>
              <a:gd name="connsiteX51" fmla="*/ 0 w 11541760"/>
              <a:gd name="connsiteY51" fmla="*/ 3893363 h 4399280"/>
              <a:gd name="connsiteX52" fmla="*/ 0 w 11541760"/>
              <a:gd name="connsiteY52" fmla="*/ 3255467 h 4399280"/>
              <a:gd name="connsiteX53" fmla="*/ 0 w 11541760"/>
              <a:gd name="connsiteY53" fmla="*/ 2705557 h 4399280"/>
              <a:gd name="connsiteX54" fmla="*/ 0 w 11541760"/>
              <a:gd name="connsiteY54" fmla="*/ 2067662 h 4399280"/>
              <a:gd name="connsiteX55" fmla="*/ 0 w 11541760"/>
              <a:gd name="connsiteY55" fmla="*/ 1561744 h 4399280"/>
              <a:gd name="connsiteX56" fmla="*/ 0 w 11541760"/>
              <a:gd name="connsiteY56" fmla="*/ 923849 h 4399280"/>
              <a:gd name="connsiteX57" fmla="*/ 0 w 11541760"/>
              <a:gd name="connsiteY57" fmla="*/ 0 h 439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1541760" h="4399280" extrusionOk="0">
                <a:moveTo>
                  <a:pt x="0" y="0"/>
                </a:moveTo>
                <a:cubicBezTo>
                  <a:pt x="210958" y="-48969"/>
                  <a:pt x="303728" y="2856"/>
                  <a:pt x="461670" y="0"/>
                </a:cubicBezTo>
                <a:cubicBezTo>
                  <a:pt x="619612" y="-2856"/>
                  <a:pt x="979319" y="94657"/>
                  <a:pt x="1269594" y="0"/>
                </a:cubicBezTo>
                <a:cubicBezTo>
                  <a:pt x="1559869" y="-94657"/>
                  <a:pt x="1714176" y="30103"/>
                  <a:pt x="1846682" y="0"/>
                </a:cubicBezTo>
                <a:cubicBezTo>
                  <a:pt x="1979188" y="-30103"/>
                  <a:pt x="2264047" y="62719"/>
                  <a:pt x="2423770" y="0"/>
                </a:cubicBezTo>
                <a:cubicBezTo>
                  <a:pt x="2583493" y="-62719"/>
                  <a:pt x="2564279" y="9427"/>
                  <a:pt x="2654605" y="0"/>
                </a:cubicBezTo>
                <a:cubicBezTo>
                  <a:pt x="2744931" y="-9427"/>
                  <a:pt x="3117195" y="38187"/>
                  <a:pt x="3347110" y="0"/>
                </a:cubicBezTo>
                <a:cubicBezTo>
                  <a:pt x="3577026" y="-38187"/>
                  <a:pt x="3687243" y="39708"/>
                  <a:pt x="3924198" y="0"/>
                </a:cubicBezTo>
                <a:cubicBezTo>
                  <a:pt x="4161153" y="-39708"/>
                  <a:pt x="4357383" y="52643"/>
                  <a:pt x="4501286" y="0"/>
                </a:cubicBezTo>
                <a:cubicBezTo>
                  <a:pt x="4645189" y="-52643"/>
                  <a:pt x="4767292" y="14644"/>
                  <a:pt x="4847539" y="0"/>
                </a:cubicBezTo>
                <a:cubicBezTo>
                  <a:pt x="4927786" y="-14644"/>
                  <a:pt x="5379381" y="10060"/>
                  <a:pt x="5540045" y="0"/>
                </a:cubicBezTo>
                <a:cubicBezTo>
                  <a:pt x="5700709" y="-10060"/>
                  <a:pt x="5715440" y="23237"/>
                  <a:pt x="5770880" y="0"/>
                </a:cubicBezTo>
                <a:cubicBezTo>
                  <a:pt x="5826321" y="-23237"/>
                  <a:pt x="5911802" y="23456"/>
                  <a:pt x="6001715" y="0"/>
                </a:cubicBezTo>
                <a:cubicBezTo>
                  <a:pt x="6091628" y="-23456"/>
                  <a:pt x="6442947" y="23809"/>
                  <a:pt x="6694221" y="0"/>
                </a:cubicBezTo>
                <a:cubicBezTo>
                  <a:pt x="6945495" y="-23809"/>
                  <a:pt x="7013629" y="56627"/>
                  <a:pt x="7271309" y="0"/>
                </a:cubicBezTo>
                <a:cubicBezTo>
                  <a:pt x="7528989" y="-56627"/>
                  <a:pt x="7813347" y="8121"/>
                  <a:pt x="7963814" y="0"/>
                </a:cubicBezTo>
                <a:cubicBezTo>
                  <a:pt x="8114281" y="-8121"/>
                  <a:pt x="8422751" y="45749"/>
                  <a:pt x="8656320" y="0"/>
                </a:cubicBezTo>
                <a:cubicBezTo>
                  <a:pt x="8889889" y="-45749"/>
                  <a:pt x="8815702" y="4806"/>
                  <a:pt x="8887155" y="0"/>
                </a:cubicBezTo>
                <a:cubicBezTo>
                  <a:pt x="8958609" y="-4806"/>
                  <a:pt x="9375602" y="25665"/>
                  <a:pt x="9579661" y="0"/>
                </a:cubicBezTo>
                <a:cubicBezTo>
                  <a:pt x="9783720" y="-25665"/>
                  <a:pt x="9708752" y="5978"/>
                  <a:pt x="9810496" y="0"/>
                </a:cubicBezTo>
                <a:cubicBezTo>
                  <a:pt x="9912241" y="-5978"/>
                  <a:pt x="10313642" y="630"/>
                  <a:pt x="10503002" y="0"/>
                </a:cubicBezTo>
                <a:cubicBezTo>
                  <a:pt x="10692362" y="-630"/>
                  <a:pt x="10654287" y="14549"/>
                  <a:pt x="10733837" y="0"/>
                </a:cubicBezTo>
                <a:cubicBezTo>
                  <a:pt x="10813387" y="-14549"/>
                  <a:pt x="11331565" y="328"/>
                  <a:pt x="11541760" y="0"/>
                </a:cubicBezTo>
                <a:cubicBezTo>
                  <a:pt x="11556925" y="222244"/>
                  <a:pt x="11494771" y="284731"/>
                  <a:pt x="11541760" y="461924"/>
                </a:cubicBezTo>
                <a:cubicBezTo>
                  <a:pt x="11588749" y="639117"/>
                  <a:pt x="11516207" y="838236"/>
                  <a:pt x="11541760" y="1055827"/>
                </a:cubicBezTo>
                <a:cubicBezTo>
                  <a:pt x="11567313" y="1273418"/>
                  <a:pt x="11495923" y="1393404"/>
                  <a:pt x="11541760" y="1649730"/>
                </a:cubicBezTo>
                <a:cubicBezTo>
                  <a:pt x="11587597" y="1906056"/>
                  <a:pt x="11471205" y="2145021"/>
                  <a:pt x="11541760" y="2287626"/>
                </a:cubicBezTo>
                <a:cubicBezTo>
                  <a:pt x="11612315" y="2430231"/>
                  <a:pt x="11476544" y="2620577"/>
                  <a:pt x="11541760" y="2881528"/>
                </a:cubicBezTo>
                <a:cubicBezTo>
                  <a:pt x="11606976" y="3142479"/>
                  <a:pt x="11499062" y="3312069"/>
                  <a:pt x="11541760" y="3519424"/>
                </a:cubicBezTo>
                <a:cubicBezTo>
                  <a:pt x="11584458" y="3726779"/>
                  <a:pt x="11457751" y="4022638"/>
                  <a:pt x="11541760" y="4399280"/>
                </a:cubicBezTo>
                <a:cubicBezTo>
                  <a:pt x="11465351" y="4413099"/>
                  <a:pt x="11336520" y="4361377"/>
                  <a:pt x="11195507" y="4399280"/>
                </a:cubicBezTo>
                <a:cubicBezTo>
                  <a:pt x="11054494" y="4437183"/>
                  <a:pt x="10929592" y="4381379"/>
                  <a:pt x="10849254" y="4399280"/>
                </a:cubicBezTo>
                <a:cubicBezTo>
                  <a:pt x="10768916" y="4417181"/>
                  <a:pt x="10303362" y="4341414"/>
                  <a:pt x="10041331" y="4399280"/>
                </a:cubicBezTo>
                <a:cubicBezTo>
                  <a:pt x="9779300" y="4457146"/>
                  <a:pt x="9894252" y="4374512"/>
                  <a:pt x="9810496" y="4399280"/>
                </a:cubicBezTo>
                <a:cubicBezTo>
                  <a:pt x="9726740" y="4424048"/>
                  <a:pt x="9373586" y="4328808"/>
                  <a:pt x="9117990" y="4399280"/>
                </a:cubicBezTo>
                <a:cubicBezTo>
                  <a:pt x="8862394" y="4469752"/>
                  <a:pt x="8667605" y="4390447"/>
                  <a:pt x="8425485" y="4399280"/>
                </a:cubicBezTo>
                <a:cubicBezTo>
                  <a:pt x="8183366" y="4408113"/>
                  <a:pt x="8112707" y="4331316"/>
                  <a:pt x="7848397" y="4399280"/>
                </a:cubicBezTo>
                <a:cubicBezTo>
                  <a:pt x="7584087" y="4467244"/>
                  <a:pt x="7284464" y="4378208"/>
                  <a:pt x="7040474" y="4399280"/>
                </a:cubicBezTo>
                <a:cubicBezTo>
                  <a:pt x="6796484" y="4420352"/>
                  <a:pt x="6795155" y="4397842"/>
                  <a:pt x="6694221" y="4399280"/>
                </a:cubicBezTo>
                <a:cubicBezTo>
                  <a:pt x="6593287" y="4400718"/>
                  <a:pt x="6247650" y="4384955"/>
                  <a:pt x="6001715" y="4399280"/>
                </a:cubicBezTo>
                <a:cubicBezTo>
                  <a:pt x="5755780" y="4413605"/>
                  <a:pt x="5869668" y="4383480"/>
                  <a:pt x="5770880" y="4399280"/>
                </a:cubicBezTo>
                <a:cubicBezTo>
                  <a:pt x="5672093" y="4415080"/>
                  <a:pt x="5393714" y="4394735"/>
                  <a:pt x="5193792" y="4399280"/>
                </a:cubicBezTo>
                <a:cubicBezTo>
                  <a:pt x="4993870" y="4403825"/>
                  <a:pt x="4928910" y="4394246"/>
                  <a:pt x="4732122" y="4399280"/>
                </a:cubicBezTo>
                <a:cubicBezTo>
                  <a:pt x="4535334" y="4404314"/>
                  <a:pt x="4477206" y="4367240"/>
                  <a:pt x="4385869" y="4399280"/>
                </a:cubicBezTo>
                <a:cubicBezTo>
                  <a:pt x="4294532" y="4431320"/>
                  <a:pt x="3987632" y="4393702"/>
                  <a:pt x="3808781" y="4399280"/>
                </a:cubicBezTo>
                <a:cubicBezTo>
                  <a:pt x="3629930" y="4404858"/>
                  <a:pt x="3492083" y="4345633"/>
                  <a:pt x="3231693" y="4399280"/>
                </a:cubicBezTo>
                <a:cubicBezTo>
                  <a:pt x="2971303" y="4452927"/>
                  <a:pt x="2984388" y="4363195"/>
                  <a:pt x="2770022" y="4399280"/>
                </a:cubicBezTo>
                <a:cubicBezTo>
                  <a:pt x="2555656" y="4435365"/>
                  <a:pt x="2620212" y="4387010"/>
                  <a:pt x="2539187" y="4399280"/>
                </a:cubicBezTo>
                <a:cubicBezTo>
                  <a:pt x="2458163" y="4411550"/>
                  <a:pt x="1965834" y="4323141"/>
                  <a:pt x="1731264" y="4399280"/>
                </a:cubicBezTo>
                <a:cubicBezTo>
                  <a:pt x="1496694" y="4475419"/>
                  <a:pt x="1239348" y="4316268"/>
                  <a:pt x="1038758" y="4399280"/>
                </a:cubicBezTo>
                <a:cubicBezTo>
                  <a:pt x="838168" y="4482292"/>
                  <a:pt x="446940" y="4287731"/>
                  <a:pt x="0" y="4399280"/>
                </a:cubicBezTo>
                <a:cubicBezTo>
                  <a:pt x="-23976" y="4239560"/>
                  <a:pt x="11411" y="4118131"/>
                  <a:pt x="0" y="3893363"/>
                </a:cubicBezTo>
                <a:cubicBezTo>
                  <a:pt x="-11411" y="3668595"/>
                  <a:pt x="61130" y="3501668"/>
                  <a:pt x="0" y="3255467"/>
                </a:cubicBezTo>
                <a:cubicBezTo>
                  <a:pt x="-61130" y="3009266"/>
                  <a:pt x="54638" y="2870297"/>
                  <a:pt x="0" y="2705557"/>
                </a:cubicBezTo>
                <a:cubicBezTo>
                  <a:pt x="-54638" y="2540817"/>
                  <a:pt x="51146" y="2217251"/>
                  <a:pt x="0" y="2067662"/>
                </a:cubicBezTo>
                <a:cubicBezTo>
                  <a:pt x="-51146" y="1918073"/>
                  <a:pt x="8032" y="1731327"/>
                  <a:pt x="0" y="1561744"/>
                </a:cubicBezTo>
                <a:cubicBezTo>
                  <a:pt x="-8032" y="1392161"/>
                  <a:pt x="6418" y="1175382"/>
                  <a:pt x="0" y="923849"/>
                </a:cubicBezTo>
                <a:cubicBezTo>
                  <a:pt x="-6418" y="672317"/>
                  <a:pt x="73931" y="425546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xmlns="" sd="128477542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0221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28569E6-36E3-45F1-93F3-D1D82ED841FD}"/>
              </a:ext>
            </a:extLst>
          </p:cNvPr>
          <p:cNvSpPr txBox="1"/>
          <p:nvPr/>
        </p:nvSpPr>
        <p:spPr>
          <a:xfrm>
            <a:off x="396240" y="396240"/>
            <a:ext cx="7437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CURL</a:t>
            </a:r>
            <a:endParaRPr lang="en-ID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035B67C-7B6C-4821-9448-C08F4DB884CF}"/>
              </a:ext>
            </a:extLst>
          </p:cNvPr>
          <p:cNvSpPr txBox="1"/>
          <p:nvPr/>
        </p:nvSpPr>
        <p:spPr>
          <a:xfrm>
            <a:off x="508000" y="1280160"/>
            <a:ext cx="558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Curl </a:t>
            </a:r>
            <a:r>
              <a:rPr lang="en-US" sz="2400" dirty="0" err="1"/>
              <a:t>dari</a:t>
            </a:r>
            <a:r>
              <a:rPr lang="en-US" sz="2400" dirty="0"/>
              <a:t> Medan Magnet</a:t>
            </a:r>
            <a:endParaRPr lang="en-ID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xmlns="" id="{436A7ADD-FFBB-4A29-AA63-5B97E1680E52}"/>
                  </a:ext>
                </a:extLst>
              </p:cNvPr>
              <p:cNvSpPr txBox="1"/>
              <p:nvPr/>
            </p:nvSpPr>
            <p:spPr>
              <a:xfrm>
                <a:off x="304800" y="2225039"/>
                <a:ext cx="6898640" cy="777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D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∇×</m:t>
                      </m:r>
                      <m:acc>
                        <m:accPr>
                          <m:chr m:val="⃗"/>
                          <m:ctrlPr>
                            <a:rPr lang="en-ID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000" i="1">
                                  <a:latin typeface="Cambria Math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ID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6A7ADD-FFBB-4A29-AA63-5B97E1680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225039"/>
                <a:ext cx="6898640" cy="7772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0F25F25A-A97D-4E2B-8485-515C78780A02}"/>
                  </a:ext>
                </a:extLst>
              </p:cNvPr>
              <p:cNvSpPr txBox="1"/>
              <p:nvPr/>
            </p:nvSpPr>
            <p:spPr>
              <a:xfrm>
                <a:off x="223520" y="3632177"/>
                <a:ext cx="10038080" cy="749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∇×</m:t>
                    </m:r>
                    <m:acc>
                      <m:accPr>
                        <m:chr m:val="⃗"/>
                        <m:ctrlPr>
                          <a:rPr lang="en-ID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𝜕𝜌</m:t>
                            </m:r>
                          </m:den>
                        </m:f>
                        <m:d>
                          <m:d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f>
                          <m:fPr>
                            <m:ctrlPr>
                              <a:rPr lang="en-US" sz="2400" b="0" i="1" smtClean="0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en-ID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25F25A-A97D-4E2B-8485-515C78780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0" y="3632177"/>
                <a:ext cx="10038080" cy="749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1901CA20-5A39-4AEA-92CD-CB18CE19636B}"/>
                  </a:ext>
                </a:extLst>
              </p:cNvPr>
              <p:cNvSpPr txBox="1"/>
              <p:nvPr/>
            </p:nvSpPr>
            <p:spPr>
              <a:xfrm>
                <a:off x="223520" y="5182571"/>
                <a:ext cx="12100560" cy="749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D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∇×</m:t>
                    </m:r>
                    <m:acc>
                      <m:accPr>
                        <m:chr m:val="⃗"/>
                        <m:ctrlPr>
                          <a:rPr lang="en-ID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func>
                          <m:func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sz="2400" i="1" smtClean="0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den>
                        </m:f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d>
                          <m:d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endParaRPr lang="en-ID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01CA20-5A39-4AEA-92CD-CB18CE196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20" y="5182571"/>
                <a:ext cx="12100560" cy="7496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68308E8-5640-4AF6-8360-A10DF5773B91}"/>
              </a:ext>
            </a:extLst>
          </p:cNvPr>
          <p:cNvSpPr txBox="1"/>
          <p:nvPr/>
        </p:nvSpPr>
        <p:spPr>
          <a:xfrm>
            <a:off x="7833360" y="2331996"/>
            <a:ext cx="2814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Kartesian</a:t>
            </a:r>
            <a:endParaRPr lang="en-ID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0C5E5C5-AADA-4A2F-BE6F-7848EC8D8975}"/>
              </a:ext>
            </a:extLst>
          </p:cNvPr>
          <p:cNvSpPr txBox="1"/>
          <p:nvPr/>
        </p:nvSpPr>
        <p:spPr>
          <a:xfrm>
            <a:off x="9509760" y="3725785"/>
            <a:ext cx="2814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Silinder</a:t>
            </a:r>
            <a:endParaRPr lang="en-ID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D9AB18E-C585-41C6-825F-03A8EB27D6E3}"/>
              </a:ext>
            </a:extLst>
          </p:cNvPr>
          <p:cNvSpPr txBox="1"/>
          <p:nvPr/>
        </p:nvSpPr>
        <p:spPr>
          <a:xfrm>
            <a:off x="9509760" y="6072745"/>
            <a:ext cx="1584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Bola</a:t>
            </a:r>
            <a:endParaRPr lang="en-ID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xmlns="" id="{65283D3A-9BDB-48FD-922A-5561E9A86388}"/>
                  </a:ext>
                </a:extLst>
              </p14:cNvPr>
              <p14:cNvContentPartPr/>
              <p14:nvPr/>
            </p14:nvContentPartPr>
            <p14:xfrm>
              <a:off x="222480" y="7920"/>
              <a:ext cx="12056760" cy="6823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5283D3A-9BDB-48FD-922A-5561E9A863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3120" y="-1440"/>
                <a:ext cx="12075480" cy="684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8239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xmlns="" id="{5A3F27B6-E8CD-48A5-90ED-19A5A48DBB2E}"/>
                  </a:ext>
                </a:extLst>
              </p14:cNvPr>
              <p14:cNvContentPartPr/>
              <p14:nvPr/>
            </p14:nvContentPartPr>
            <p14:xfrm>
              <a:off x="575280" y="348480"/>
              <a:ext cx="11143440" cy="6291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3F27B6-E8CD-48A5-90ED-19A5A48DBB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5920" y="339120"/>
                <a:ext cx="11162160" cy="630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2141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DB210B1-4A7B-40D6-ADD3-07BF3B225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032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5CB2911-FD17-49E9-B4CD-9BB9F1213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51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47B74EE8-D593-4613-A7B5-2B81F13BF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601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6817982F-47F2-4CE0-905A-C5629E89B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34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ood Type" id="{7ACABC62-BF99-48CF-A9DC-4DB89C7B13DC}" vid="{142A1326-48AB-42A9-8428-CB14AA3017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A3AD49-9331-450C-A2FE-6857A4DB38C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73CC670F-05B9-4BB7-BA2C-0DE5B5C1E5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B453C-F2B2-4ECA-A6ED-7DBEF1B6D3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1359</Words>
  <Application>Microsoft Office PowerPoint</Application>
  <PresentationFormat>Custom</PresentationFormat>
  <Paragraphs>86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Wood Type</vt:lpstr>
      <vt:lpstr>DIFERENSIAL VEKTOR</vt:lpstr>
      <vt:lpstr>PowerPoint Presentation</vt:lpstr>
      <vt:lpstr>Diferensial vektor</vt:lpstr>
      <vt:lpstr>Gradien</vt:lpstr>
      <vt:lpstr>Contoh Gradien</vt:lpstr>
      <vt:lpstr>Del Factor 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2020-07-12T13:59:41Z</dcterms:created>
  <dcterms:modified xsi:type="dcterms:W3CDTF">2022-11-22T05:47:36Z</dcterms:modified>
</cp:coreProperties>
</file>