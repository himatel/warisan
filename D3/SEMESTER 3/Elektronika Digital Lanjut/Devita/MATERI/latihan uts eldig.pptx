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6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2:42:06.583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8171CDF1-A29D-44A4-85BD-8181E6CB2587}" emma:medium="tactile" emma:mode="ink">
          <msink:context xmlns:msink="http://schemas.microsoft.com/ink/2010/main" type="writingRegion" rotatedBoundingBox="10592,477 30562,617 30489,11056 10518,10916"/>
        </emma:interpretation>
      </emma:emma>
    </inkml:annotationXML>
    <inkml:traceGroup>
      <inkml:annotationXML>
        <emma:emma xmlns:emma="http://www.w3.org/2003/04/emma" version="1.0">
          <emma:interpretation id="{9517AD46-3C62-4DFD-B2FE-C4CF8A6EA104}" emma:medium="tactile" emma:mode="ink">
            <msink:context xmlns:msink="http://schemas.microsoft.com/ink/2010/main" type="paragraph" rotatedBoundingBox="10590,512 14830,501 14832,1213 10592,122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FACBCEE-2925-4418-B2F8-CA3211AE778B}" emma:medium="tactile" emma:mode="ink">
              <msink:context xmlns:msink="http://schemas.microsoft.com/ink/2010/main" type="line" rotatedBoundingBox="10590,512 14830,501 14832,1213 10592,1223"/>
            </emma:interpretation>
          </emma:emma>
        </inkml:annotationXML>
        <inkml:traceGroup>
          <inkml:annotationXML>
            <emma:emma xmlns:emma="http://www.w3.org/2003/04/emma" version="1.0">
              <emma:interpretation id="{FAB1D8CE-0876-4F21-B87B-C7B33A6F18C2}" emma:medium="tactile" emma:mode="ink">
                <msink:context xmlns:msink="http://schemas.microsoft.com/ink/2010/main" type="inkWord" rotatedBoundingBox="10590,556 12794,550 12796,1218 10592,1223"/>
              </emma:interpretation>
              <emma:one-of disjunction-type="recognition" id="oneOf0">
                <emma:interpretation id="interp0" emma:lang="id-ID" emma:confidence="0.5">
                  <emma:literal>Tabel</emma:literal>
                </emma:interpretation>
                <emma:interpretation id="interp1" emma:lang="id-ID" emma:confidence="0">
                  <emma:literal>tabel</emma:literal>
                </emma:interpretation>
                <emma:interpretation id="interp2" emma:lang="id-ID" emma:confidence="0">
                  <emma:literal>kabel</emma:literal>
                </emma:interpretation>
                <emma:interpretation id="interp3" emma:lang="id-ID" emma:confidence="0">
                  <emma:literal>Mabel</emma:literal>
                </emma:interpretation>
                <emma:interpretation id="interp4" emma:lang="id-ID" emma:confidence="0">
                  <emma:literal>Fabel</emma:literal>
                </emma:interpretation>
              </emma:one-of>
            </emma:emma>
          </inkml:annotationXML>
          <inkml:trace contextRef="#ctx0" brushRef="#br0">24 0,'-24'144,"24"-96,0-24,0 24,0-24,0 0,0 0,0 0</inkml:trace>
          <inkml:trace contextRef="#ctx0" brushRef="#br0" timeOffset="432.9727">-143-143,'48'0,"0"0,23 24,1 0,0-1,-24 1,0 0,0 0,0 0,-24 0,0 0,-24 0</inkml:trace>
          <inkml:trace contextRef="#ctx0" brushRef="#br0" timeOffset="1069.8396">767 192,'-96'-72,"48"72,24 0,1 0,-1 0,0 0,-24 0,24 0,-24 24,48 0,-24 24,24 0,0 0,0 0,24 0,24-24,-24 0,24-24,0 0,-1 0,25-48,-24 0,-24 0,0 24,0-24,-24 24,0-24,0 72,0 0,0 0,0 24,0-24,24 0,0 0,0-24</inkml:trace>
          <inkml:trace contextRef="#ctx0" brushRef="#br0" timeOffset="1568.1997">1055-167,'0'191,"24"-119,0 0,-24-24,0-24,24 24,-24-24,24-24,-24-48,0 24,0-24,24 0,0 0,0 24,-1 24,1 0,0 0,24 0,-24 24,24 24,-48-24,24 24,-24-24,0 0,0 0,-72 48,-143-96,215 0,24 24</inkml:trace>
          <inkml:trace contextRef="#ctx0" brushRef="#br0" timeOffset="1976.6628">1558 192,'168'0,"-144"-24,0 0,-24 0,0 0,0 0,-24 24,24-24,-24 24,0 0,0 0,24 24,-24 24,24-24,-24 24,24-24,0 24,0 0,0-24,24 0,0-24,0 24,24-24,-24 0,24 0,-24-24,-1 0,1 0</inkml:trace>
          <inkml:trace contextRef="#ctx0" brushRef="#br0" timeOffset="2257.1891">2037-215,'24'120,"-24"-49,0-23,0 0,0 0,0 0,0 0,0 0,0-24,0 0</inkml:trace>
        </inkml:traceGroup>
        <inkml:traceGroup>
          <inkml:annotationXML>
            <emma:emma xmlns:emma="http://www.w3.org/2003/04/emma" version="1.0">
              <emma:interpretation id="{8C4BC766-3C22-41B6-9C54-5E6A612FB573}" emma:medium="tactile" emma:mode="ink">
                <msink:context xmlns:msink="http://schemas.microsoft.com/ink/2010/main" type="inkWord" rotatedBoundingBox="13893,503 14830,501 14832,1125 13894,1128"/>
              </emma:interpretation>
              <emma:one-of disjunction-type="recognition" id="oneOf1">
                <emma:interpretation id="interp5" emma:lang="id-ID" emma:confidence="0.5">
                  <emma:literal>Nis</emma:literal>
                </emma:interpretation>
                <emma:interpretation id="interp6" emma:lang="id-ID" emma:confidence="0">
                  <emma:literal>Nissa</emma:literal>
                </emma:interpretation>
                <emma:interpretation id="interp7" emma:lang="id-ID" emma:confidence="0">
                  <emma:literal>Nisa</emma:literal>
                </emma:interpretation>
                <emma:interpretation id="interp8" emma:lang="id-ID" emma:confidence="0">
                  <emma:literal>Nas</emma:literal>
                </emma:interpretation>
                <emma:interpretation id="interp9" emma:lang="id-ID" emma:confidence="0">
                  <emma:literal>Ns</emma:literal>
                </emma:interpretation>
              </emma:one-of>
            </emma:emma>
          </inkml:annotationXML>
          <inkml:trace contextRef="#ctx0" brushRef="#br0" timeOffset="254876.2988">3187-215,'-24'431</inkml:trace>
          <inkml:trace contextRef="#ctx0" brushRef="#br0" timeOffset="254909.1742">3211-215,'288'311</inkml:trace>
          <inkml:trace contextRef="#ctx0" brushRef="#br0" timeOffset="254970.5662">3499-263,'0'431</inkml:trace>
          <inkml:trace contextRef="#ctx0" brushRef="#br0" timeOffset="257666.5695">4026-167,'-96'143,"96"-119,0 0,0 24,0-24,24-24,0 0,0 0,0 24,0-24,0 0,0 96,-24-72,0 0,0 0,0 0,-24-24,24 24,-24 0,0-24,0 0,0 0,0 0,0 0,0 0,0 0,0-24,24 0,24 24,-24-24,24 0</inkml:trace>
          <inkml:trace contextRef="#ctx0" brushRef="#br0" timeOffset="256879.1183">3978-143,'-72'-96,"24"479</inkml:trace>
        </inkml:traceGroup>
      </inkml:traceGroup>
    </inkml:traceGroup>
    <inkml:traceGroup>
      <inkml:annotationXML>
        <emma:emma xmlns:emma="http://www.w3.org/2003/04/emma" version="1.0">
          <emma:interpretation id="{487E73A3-D9B8-4D60-862E-E00D7E2BC340}" emma:medium="tactile" emma:mode="ink">
            <msink:context xmlns:msink="http://schemas.microsoft.com/ink/2010/main" type="paragraph" rotatedBoundingBox="11067,1502 30547,1434 30563,5955 11083,602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82D3A1CB-7C1B-4234-9168-D4ADF43A3D0D}" emma:medium="tactile" emma:mode="ink">
              <msink:context xmlns:msink="http://schemas.microsoft.com/ink/2010/main" type="line" rotatedBoundingBox="11067,1502 30547,1434 30551,2328 11070,2397"/>
            </emma:interpretation>
          </emma:emma>
        </inkml:annotationXML>
        <inkml:traceGroup>
          <inkml:annotationXML>
            <emma:emma xmlns:emma="http://www.w3.org/2003/04/emma" version="1.0">
              <emma:interpretation id="{B4BBD107-D368-4E04-B38D-D3C6DE2053F5}" emma:medium="tactile" emma:mode="ink">
                <msink:context xmlns:msink="http://schemas.microsoft.com/ink/2010/main" type="inkWord" rotatedBoundingBox="11068,1776 12458,1771 12460,2371 11070,2376"/>
              </emma:interpretation>
              <emma:one-of disjunction-type="recognition" id="oneOf2">
                <emma:interpretation id="interp10" emma:lang="id-ID" emma:confidence="0.5">
                  <emma:literal>ab</emma:literal>
                </emma:interpretation>
                <emma:interpretation id="interp11" emma:lang="id-ID" emma:confidence="0">
                  <emma:literal>aba</emma:literal>
                </emma:interpretation>
                <emma:interpretation id="interp12" emma:lang="id-ID" emma:confidence="0">
                  <emma:literal>abu</emma:literal>
                </emma:interpretation>
                <emma:interpretation id="interp13" emma:lang="id-ID" emma:confidence="0">
                  <emma:literal>Ab</emma:literal>
                </emma:interpretation>
                <emma:interpretation id="interp14" emma:lang="id-ID" emma:confidence="0">
                  <emma:literal>aib</emma:literal>
                </emma:interpretation>
              </emma:one-of>
            </emma:emma>
          </inkml:annotationXML>
          <inkml:trace contextRef="#ctx0" brushRef="#br0" timeOffset="7991.1267">576 1294,'-72'-24,"48"24,0 0,0 0,0 24,24 0,-24 0,0 0,24 0,-24 0,24 0,0 0,0 0,0 0,24 0,0-24,0 0,24 0,-24 0,0-24,0 0,0-24,-24 24,24-24,-24 24,0-24,0 24,0 0,0 48,23 0,-23 0,24 24,-24-24,24-24,-24 24,24-24,0 0</inkml:trace>
          <inkml:trace contextRef="#ctx0" brushRef="#br0" timeOffset="8965.4936">1294 1007,'24'191,"0"-119,0 0,0-24,-24 24,24-48,-24 24,0-24,0-48,0-24,24 0,-24 0,24 0,0 24,-24 0,48 24,-24 0,24 0,-24 24,24 0,-24 0,0 24,-24-24,0 0,0 24,0-24,-24 0,0 0,0 0,-24-24,0 0,0 0,24-24,0 0,24 0,72 24</inkml:trace>
        </inkml:traceGroup>
        <inkml:traceGroup>
          <inkml:annotationXML>
            <emma:emma xmlns:emma="http://www.w3.org/2003/04/emma" version="1.0">
              <emma:interpretation id="{0F2C9F5C-9C80-47B6-95E1-3269A7583458}" emma:medium="tactile" emma:mode="ink">
                <msink:context xmlns:msink="http://schemas.microsoft.com/ink/2010/main" type="inkWord" rotatedBoundingBox="12985,1893 13296,1892 13298,2299 12987,2300"/>
              </emma:interpretation>
              <emma:one-of disjunction-type="recognition" id="oneOf3">
                <emma:interpretation id="interp15" emma:lang="id-ID" emma:confidence="0.5">
                  <emma:literal>C</emma:literal>
                </emma:interpretation>
                <emma:interpretation id="interp16" emma:lang="id-ID" emma:confidence="0">
                  <emma:literal>c</emma:literal>
                </emma:interpretation>
                <emma:interpretation id="interp17" emma:lang="id-ID" emma:confidence="0">
                  <emma:literal>(</emma:literal>
                </emma:interpretation>
                <emma:interpretation id="interp18" emma:lang="id-ID" emma:confidence="0">
                  <emma:literal>[</emma:literal>
                </emma:interpretation>
                <emma:interpretation id="interp19" emma:lang="id-ID" emma:confidence="0">
                  <emma:literal>•</emma:literal>
                </emma:interpretation>
              </emma:one-of>
            </emma:emma>
          </inkml:annotationXML>
          <inkml:trace contextRef="#ctx0" brushRef="#br0" timeOffset="9687.2649">2493 1175,'0'-24,"-24"0,0 24,0 0,-24 24,24 0,0 23,-24 1,48-24,-24 24,24 0,0-24,0 24,0-24,0 0,48-24,0 24,0-24,0 0,0-24,-1 0,-23 0</inkml:trace>
        </inkml:traceGroup>
        <inkml:traceGroup>
          <inkml:annotationXML>
            <emma:emma xmlns:emma="http://www.w3.org/2003/04/emma" version="1.0">
              <emma:interpretation id="{F44A0339-91E5-4142-96AB-4FB90EDC02B2}" emma:medium="tactile" emma:mode="ink">
                <msink:context xmlns:msink="http://schemas.microsoft.com/ink/2010/main" type="inkWord" rotatedBoundingBox="14424,1893 15262,1890 15263,2177 14425,2180"/>
              </emma:interpretation>
              <emma:one-of disjunction-type="recognition" id="oneOf4">
                <emma:interpretation id="interp20" emma:lang="id-ID" emma:confidence="0.5">
                  <emma:literal>an</emma:literal>
                </emma:interpretation>
                <emma:interpretation id="interp21" emma:lang="id-ID" emma:confidence="0">
                  <emma:literal>An</emma:literal>
                </emma:interpretation>
                <emma:interpretation id="interp22" emma:lang="id-ID" emma:confidence="0">
                  <emma:literal>anu</emma:literal>
                </emma:interpretation>
                <emma:interpretation id="interp23" emma:lang="id-ID" emma:confidence="0">
                  <emma:literal>ani</emma:literal>
                </emma:interpretation>
                <emma:interpretation id="interp24" emma:lang="id-ID" emma:confidence="0">
                  <emma:literal>ain</emma:literal>
                </emma:interpretation>
              </emma:one-of>
            </emma:emma>
          </inkml:annotationXML>
          <inkml:trace contextRef="#ctx0" brushRef="#br0" timeOffset="14569.3447">4026 1175,'-168'-48,"144"48,0 0,0 0,1 24,-1 0,0-1,24 1,-24 0,24 24,0-24,0 0,0 0,0 0,24 0,0-24,23 0,-23 0,24 0,-24-24,0-24,0 24,0-24,0 0,-24 24,0 1,0-1,0 71,0-23,0 0,24 0,-24 0,24 0,0-24,0 0,0 0</inkml:trace>
          <inkml:trace contextRef="#ctx0" brushRef="#br0" timeOffset="15300.3723">4314 1175,'-24'143,"24"-119,0 0,0-48,24 0,-24 0,24 0,0 0,0 24,-1 0,1 0,0 0,0 0,0 24,-24 0,24-24,-24 24,0 0,0 0,0 0</inkml:trace>
        </inkml:traceGroup>
        <inkml:traceGroup>
          <inkml:annotationXML>
            <emma:emma xmlns:emma="http://www.w3.org/2003/04/emma" version="1.0">
              <emma:interpretation id="{9BA9FB01-865F-4E85-B8BB-BAA094DC153E}" emma:medium="tactile" emma:mode="ink">
                <msink:context xmlns:msink="http://schemas.microsoft.com/ink/2010/main" type="inkWord" rotatedBoundingBox="16100,1485 17057,1481 17060,2251 16103,2255"/>
              </emma:interpretation>
              <emma:one-of disjunction-type="recognition" id="oneOf5">
                <emma:interpretation id="interp25" emma:lang="id-ID" emma:confidence="0.5">
                  <emma:literal>bn</emma:literal>
                </emma:interpretation>
                <emma:interpretation id="interp26" emma:lang="id-ID" emma:confidence="0">
                  <emma:literal>bon</emma:literal>
                </emma:interpretation>
                <emma:interpretation id="interp27" emma:lang="id-ID" emma:confidence="0">
                  <emma:literal>ban</emma:literal>
                </emma:interpretation>
                <emma:interpretation id="interp28" emma:lang="id-ID" emma:confidence="0">
                  <emma:literal>bon.</emma:literal>
                </emma:interpretation>
                <emma:interpretation id="interp29" emma:lang="id-ID" emma:confidence="0">
                  <emma:literal>bon,</emma:literal>
                </emma:interpretation>
              </emma:one-of>
            </emma:emma>
          </inkml:annotationXML>
          <inkml:trace contextRef="#ctx0" brushRef="#br0" timeOffset="16350.7114">5392 719,'-24'0,"24"24,0 0,0 24,0 24,0 0,0 24,24-24,-24 23,0-23,0-24,0-24,0 24,0-96,0 0,0 0,0 24,24-24,0 25,0-1,0 24,24 0,-24 0,24 24,0-1,-25 1,1 0,-24 0,0 24,0-24,0 0,-47 0,-1-24,0 24,0-24,0 0,24 0,24-24,0 0</inkml:trace>
          <inkml:trace contextRef="#ctx0" brushRef="#br0" timeOffset="17148.9768">6111 1246,'0'24,"0"24,0-24,-24 0,24 48,-24-48,24 0,24-48,0 0,24-24,-24 24,48 0,-48 24,23 0,-47 24,0 24,0-24,0 0,0 0</inkml:trace>
        </inkml:traceGroup>
        <inkml:traceGroup>
          <inkml:annotationXML>
            <emma:emma xmlns:emma="http://www.w3.org/2003/04/emma" version="1.0">
              <emma:interpretation id="{E31402EF-5706-48CF-BC0B-AB675EB3F677}" emma:medium="tactile" emma:mode="ink">
                <msink:context xmlns:msink="http://schemas.microsoft.com/ink/2010/main" type="inkWord" rotatedBoundingBox="17753,1797 18616,1794 18618,2370 17755,2373"/>
              </emma:interpretation>
              <emma:one-of disjunction-type="recognition" id="oneOf6">
                <emma:interpretation id="interp30" emma:lang="id-ID" emma:confidence="0.5">
                  <emma:literal>in</emma:literal>
                </emma:interpretation>
                <emma:interpretation id="interp31" emma:lang="id-ID" emma:confidence="0">
                  <emma:literal>In</emma:literal>
                </emma:interpretation>
                <emma:interpretation id="interp32" emma:lang="id-ID" emma:confidence="0">
                  <emma:literal>Cn</emma:literal>
                </emma:interpretation>
                <emma:interpretation id="interp33" emma:lang="id-ID" emma:confidence="0">
                  <emma:literal>[n</emma:literal>
                </emma:interpretation>
                <emma:interpretation id="interp34" emma:lang="id-ID" emma:confidence="0">
                  <emma:literal>(n</emma:literal>
                </emma:interpretation>
              </emma:one-of>
            </emma:emma>
          </inkml:annotationXML>
          <inkml:trace contextRef="#ctx0" brushRef="#br0" timeOffset="18043.2735">7309 1031,'-144'0,"144"24,-48 48,24-24,-24 95,24-47,24-48,0-24,48 0,-24-24,72 24,-72-24,72-24,-72 24</inkml:trace>
          <inkml:trace contextRef="#ctx0" brushRef="#br0" timeOffset="18661.4198">7573 1390,'0'48,"0"0,0 48,0-72,47-96,25-24,0 72,-48 24,24 0,-24 24,-24 48,24-48</inkml:trace>
        </inkml:traceGroup>
        <inkml:traceGroup>
          <inkml:annotationXML>
            <emma:emma xmlns:emma="http://www.w3.org/2003/04/emma" version="1.0">
              <emma:interpretation id="{B888A57F-77F5-4744-98A3-ABB1910E2EC2}" emma:medium="tactile" emma:mode="ink">
                <msink:context xmlns:msink="http://schemas.microsoft.com/ink/2010/main" type="inkWord" rotatedBoundingBox="20053,1658 22497,1649 22500,2346 20056,2355"/>
              </emma:interpretation>
              <emma:one-of disjunction-type="recognition" id="oneOf7">
                <emma:interpretation id="interp35" emma:lang="id-ID" emma:confidence="0.5">
                  <emma:literal>Jaka</emma:literal>
                </emma:interpretation>
                <emma:interpretation id="interp36" emma:lang="id-ID" emma:confidence="0.5">
                  <emma:literal>Ja Ka</emma:literal>
                </emma:interpretation>
                <emma:interpretation id="interp37" emma:lang="id-ID" emma:confidence="0">
                  <emma:literal>Ja kal</emma:literal>
                </emma:interpretation>
                <emma:interpretation id="interp38" emma:lang="id-ID" emma:confidence="0">
                  <emma:literal>Jakra</emma:literal>
                </emma:interpretation>
                <emma:interpretation id="interp39" emma:lang="id-ID" emma:confidence="0">
                  <emma:literal>jaka</emma:literal>
                </emma:interpretation>
              </emma:one-of>
            </emma:emma>
          </inkml:annotationXML>
          <inkml:trace contextRef="#ctx0" brushRef="#br0" timeOffset="158593.9971">10831 887,'-24'0,"24"120,24 48,-24-97,24 73,-24-120,0 0,24-24,24-96,0 24,48-23,-72 71,0 0</inkml:trace>
          <inkml:trace contextRef="#ctx0" brushRef="#br0" timeOffset="158980.448">11023 1294,'96'120,"-48"-96,-24 24,48 0</inkml:trace>
          <inkml:trace contextRef="#ctx0" brushRef="#br0" timeOffset="161254.3351">11550 1414,'-24'0,"0"0,0 0,24 24,-24 0,24 0,0 0,0 0,0 0,0 0,24-24,48-24,-48 0,-24 0,24 24,-24-24,0 0,0 0,0 0,0 0,0 0,0 0,0 48,0 0,24 0,0 0,-24 0,24 0,0 0,0-24,0 0,0 0,-24-24</inkml:trace>
          <inkml:trace contextRef="#ctx0" brushRef="#br0" timeOffset="160100.4996">11526 1342,'192'168</inkml:trace>
          <inkml:trace contextRef="#ctx0" brushRef="#br0" timeOffset="155425.0664">9322 959,'48'0,"-24"0,24 0,-1 0,-23 0,24 0,-24 0,0 0,0 0,0 0,-24 24,0 0,0 24,0-24,0 24,0 0,0-1,0 1,0-24,0 24,0-24,-24 0,0 24,-24-24,0 0,24-24,-23 24,-1-24,24 0,0 0,0 0,24-24,24 24,0-24,24 24</inkml:trace>
          <inkml:trace contextRef="#ctx0" brushRef="#br0" timeOffset="157468.2738">9945 1294,'-72'-48,"48"48,0 0,0 0,0 0,24 24,-24-24,0 24,24 0,0 0,0 24,0-24,24 0,0 0,0-24,0 0,0 0,0 0,0 0,-24-24,24-24,-24 24,0 0,0-24,0 24,0 0,24 24,-24 48,24 0,24-24,-24 24,0-24,0-24,0 24,-1-24,1 0,0 0</inkml:trace>
        </inkml:traceGroup>
        <inkml:traceGroup>
          <inkml:annotationXML>
            <emma:emma xmlns:emma="http://www.w3.org/2003/04/emma" version="1.0">
              <emma:interpretation id="{760976B4-E814-49BA-952A-F826CD1B8419}" emma:medium="tactile" emma:mode="ink">
                <msink:context xmlns:msink="http://schemas.microsoft.com/ink/2010/main" type="inkWord" rotatedBoundingBox="23865,1726 24822,1722 24824,2297 23867,2301"/>
              </emma:interpretation>
              <emma:one-of disjunction-type="recognition" id="oneOf8">
                <emma:interpretation id="interp40" emma:lang="id-ID" emma:confidence="0.5">
                  <emma:literal>yos</emma:literal>
                </emma:interpretation>
                <emma:interpretation id="interp41" emma:lang="id-ID" emma:confidence="0">
                  <emma:literal>Ts</emma:literal>
                </emma:interpretation>
                <emma:interpretation id="interp42" emma:lang="id-ID" emma:confidence="0">
                  <emma:literal>Js</emma:literal>
                </emma:interpretation>
                <emma:interpretation id="interp43" emma:lang="id-ID" emma:confidence="0">
                  <emma:literal>yos)</emma:literal>
                </emma:interpretation>
                <emma:interpretation id="interp44" emma:lang="id-ID" emma:confidence="0">
                  <emma:literal>ya)</emma:literal>
                </emma:interpretation>
              </emma:one-of>
            </emma:emma>
          </inkml:annotationXML>
          <inkml:trace contextRef="#ctx0" brushRef="#br0" timeOffset="162977.2836">13156 1007,'-24'-24,"48"24,0 0,24 24,0-24,-1 0,-23 24,24-24,-24 0,0 0,0 0,-24-24,24 0,-24 0,0 48,0 0,0 24,0 0,0 0,0-1,24 1,-24 0,0 0,0-24,0 24,0-24,0 24,-24-24,0-24,0 24,-24-24,24 0,-24 0,1 0,-1-48,96 48</inkml:trace>
          <inkml:trace contextRef="#ctx0" brushRef="#br0" timeOffset="163698.5407">13875 1079,'0'191,"0"-143,0-24,24-24,0-24,-1 24,1 0,0 0,0 0,0 24,0 0,0 0,-24 0,0 0,0 0,0 0,-24-24,0 24,0-24,0 0,0 0,0 0,1 0,-1 0,0-24,24 0,24 24,0 0</inkml:trace>
        </inkml:traceGroup>
        <inkml:traceGroup>
          <inkml:annotationXML>
            <emma:emma xmlns:emma="http://www.w3.org/2003/04/emma" version="1.0">
              <emma:interpretation id="{3C876F44-ED07-4468-8495-52EFB7EABD02}" emma:medium="tactile" emma:mode="ink">
                <msink:context xmlns:msink="http://schemas.microsoft.com/ink/2010/main" type="inkWord" rotatedBoundingBox="25542,1677 26332,1674 26334,2203 25544,2206"/>
              </emma:interpretation>
              <emma:one-of disjunction-type="recognition" id="oneOf9">
                <emma:interpretation id="interp45" emma:lang="id-ID" emma:confidence="0.5">
                  <emma:literal>kb</emma:literal>
                </emma:interpretation>
                <emma:interpretation id="interp46" emma:lang="id-ID" emma:confidence="0">
                  <emma:literal>kab</emma:literal>
                </emma:interpretation>
                <emma:interpretation id="interp47" emma:lang="id-ID" emma:confidence="0">
                  <emma:literal>Kb</emma:literal>
                </emma:interpretation>
                <emma:interpretation id="interp48" emma:lang="id-ID" emma:confidence="0">
                  <emma:literal>kV</emma:literal>
                </emma:interpretation>
                <emma:interpretation id="interp49" emma:lang="id-ID" emma:confidence="0">
                  <emma:literal>kW</emma:literal>
                </emma:interpretation>
              </emma:one-of>
            </emma:emma>
          </inkml:annotationXML>
          <inkml:trace contextRef="#ctx0" brushRef="#br0" timeOffset="164764.4374">14833 911,'-24'120,"24"-96,0 24,24 24,-24-25,24 1,-24 0,0 0,0-24,0 0,0 0,24-24,0 0,0-48,0 24,0 0,0-24,0 24,0 0,0 0,0-23,0 47,-24-24,24 24</inkml:trace>
          <inkml:trace contextRef="#ctx0" brushRef="#br0" timeOffset="164980.2998">15073 1270,'120'144,"-97"-144,1 0,0 0</inkml:trace>
          <inkml:trace contextRef="#ctx0" brushRef="#br0" timeOffset="165550.7941">15336 1151,'24'119,"0"-95,-24 24,0-24,0 0,0 0,0 0,0-48,0 0,24 0,24 0,-24 24,0 0,0 0,0 0,24 0,-144 96,72-96,-24 0,24 0,0 0,48 0</inkml:trace>
        </inkml:traceGroup>
        <inkml:traceGroup>
          <inkml:annotationXML>
            <emma:emma xmlns:emma="http://www.w3.org/2003/04/emma" version="1.0">
              <emma:interpretation id="{BAA6DE8E-98AA-4B5A-8924-5785E4479B40}" emma:medium="tactile" emma:mode="ink">
                <msink:context xmlns:msink="http://schemas.microsoft.com/ink/2010/main" type="inkWord" rotatedBoundingBox="27651,1606 28559,1603 28561,2203 27653,2207"/>
              </emma:interpretation>
              <emma:one-of disjunction-type="recognition" id="oneOf10">
                <emma:interpretation id="interp50" emma:lang="id-ID" emma:confidence="0.5">
                  <emma:literal>Ja</emma:literal>
                </emma:interpretation>
                <emma:interpretation id="interp51" emma:lang="id-ID" emma:confidence="0">
                  <emma:literal>Je</emma:literal>
                </emma:interpretation>
                <emma:interpretation id="interp52" emma:lang="id-ID" emma:confidence="0">
                  <emma:literal>TC</emma:literal>
                </emma:interpretation>
                <emma:interpretation id="interp53" emma:lang="id-ID" emma:confidence="0">
                  <emma:literal>ke</emma:literal>
                </emma:interpretation>
                <emma:interpretation id="interp54" emma:lang="id-ID" emma:confidence="0">
                  <emma:literal>ya</emma:literal>
                </emma:interpretation>
              </emma:one-of>
            </emma:emma>
          </inkml:annotationXML>
          <inkml:trace contextRef="#ctx0" brushRef="#br0" timeOffset="166838.8693">16918 887,'120'24,"-96"-24,23 0,1 0,-24 0,24 0,-24-24,0 0,-24 0,24 24,-24 48,0 0,0 24,0-24,24 24,-24-24,24-1,-24 1,0-24,0 0,-24 24,0-48,0 24,0 0,-24-24,24 0,-24 0,24 0,1 0,-1 0,24-24,24 0</inkml:trace>
          <inkml:trace contextRef="#ctx0" brushRef="#br0" timeOffset="167372.4049">17804 1175,'-143'0,"119"0,0 0,0 0,0 23,24 1,-24 0,24 24,0-24,0 0,0 0,0 0,24 0,24 0,-24-24,24 0,0 0,-1 0,1 0</inkml:trace>
        </inkml:traceGroup>
        <inkml:traceGroup>
          <inkml:annotationXML>
            <emma:emma xmlns:emma="http://www.w3.org/2003/04/emma" version="1.0">
              <emma:interpretation id="{03DD0948-0D59-499B-BF52-8DDF63E3D117}" emma:medium="tactile" emma:mode="ink">
                <msink:context xmlns:msink="http://schemas.microsoft.com/ink/2010/main" type="inkWord" rotatedBoundingBox="29662,1605 30548,1601 30551,2300 29665,2303"/>
              </emma:interpretation>
              <emma:one-of disjunction-type="recognition" id="oneOf11">
                <emma:interpretation id="interp55" emma:lang="id-ID" emma:confidence="0.5">
                  <emma:literal>k</emma:literal>
                </emma:interpretation>
                <emma:interpretation id="interp56" emma:lang="id-ID" emma:confidence="0">
                  <emma:literal>6</emma:literal>
                </emma:interpretation>
                <emma:interpretation id="interp57" emma:lang="id-ID" emma:confidence="0">
                  <emma:literal>4</emma:literal>
                </emma:interpretation>
                <emma:interpretation id="interp58" emma:lang="id-ID" emma:confidence="0">
                  <emma:literal>K</emma:literal>
                </emma:interpretation>
                <emma:interpretation id="interp59" emma:lang="id-ID" emma:confidence="0">
                  <emma:literal>G</emma:literal>
                </emma:interpretation>
              </emma:one-of>
            </emma:emma>
          </inkml:annotationXML>
          <inkml:trace contextRef="#ctx0" brushRef="#br0" timeOffset="168500.5842">18931 839,'0'24,"0"0,0 24,0 0,0 0,0 24,0 0,0-25,0 25,0-48,0 24,0-24,0 0,24-24,0 0,0 0,-1-24,1 0,24-24,-24 0,24 24,-24-24,24 25,-24-1,-24 0,24 24,-24 24</inkml:trace>
          <inkml:trace contextRef="#ctx0" brushRef="#br0" timeOffset="168671.7024">19218 1246,'0'120,"0"-96,24 0,0-24,0 0,0 0,0 0,0 0,0 24,0-24,0 0</inkml:trace>
          <inkml:trace contextRef="#ctx0" brushRef="#br0" timeOffset="169082.7863">19721 1318,'-48'-48,"24"48,1 0,23 24,-24 0,0 0,24 0,0 0,-24 0,24 0,0 0,0 0,24 0,0-24,0 0,-1 24,25-24,-24 0,24 0,-24 0,0 0</inkml:trace>
        </inkml:traceGroup>
      </inkml:traceGroup>
      <inkml:traceGroup>
        <inkml:annotationXML>
          <emma:emma xmlns:emma="http://www.w3.org/2003/04/emma" version="1.0">
            <emma:interpretation id="{C7DEE42B-C274-47B0-824D-6BA184750C0A}" emma:medium="tactile" emma:mode="ink">
              <msink:context xmlns:msink="http://schemas.microsoft.com/ink/2010/main" type="line" rotatedBoundingBox="11258,2883 30119,2741 30125,3550 11264,3692"/>
            </emma:interpretation>
          </emma:emma>
        </inkml:annotationXML>
        <inkml:traceGroup>
          <inkml:annotationXML>
            <emma:emma xmlns:emma="http://www.w3.org/2003/04/emma" version="1.0">
              <emma:interpretation id="{9C13550A-35F0-4027-9BDE-9027AAC53F71}" emma:medium="tactile" emma:mode="ink">
                <msink:context xmlns:msink="http://schemas.microsoft.com/ink/2010/main" type="inkWord" rotatedBoundingBox="11260,3068 11620,3065 11622,3377 11262,3379"/>
              </emma:interpretation>
              <emma:one-of disjunction-type="recognition" id="oneOf12">
                <emma:interpretation id="interp60" emma:lang="id-ID" emma:confidence="0.5">
                  <emma:literal>o</emma:literal>
                </emma:interpretation>
                <emma:interpretation id="interp61" emma:lang="id-ID" emma:confidence="0">
                  <emma:literal>0</emma:literal>
                </emma:interpretation>
                <emma:interpretation id="interp62" emma:lang="id-ID" emma:confidence="0">
                  <emma:literal>O</emma:literal>
                </emma:interpretation>
                <emma:interpretation id="interp63" emma:lang="id-ID" emma:confidence="0">
                  <emma:literal>a</emma:literal>
                </emma:interpretation>
                <emma:interpretation id="interp64" emma:lang="id-ID" emma:confidence="0">
                  <emma:literal>9</emma:literal>
                </emma:interpretation>
              </emma:one-of>
            </emma:emma>
          </inkml:annotationXML>
          <inkml:trace contextRef="#ctx0" brushRef="#br0" timeOffset="20607.035">671 2349,'0'-24,"-24"24,0 0,0 0,24 24,-23 0,-1-24,24 24,0 0,-24 0,24 23,0-23,0 0,0 0,24 0,23-24,-23 24,24-24,-24 0,24 0,0 0,-24-24,0 0,0 0,0 0,-24 0,0-23,0 23,0-24,-24 24,-48-24,-24 48,72 0,24 24,0 0,0 0,0 0</inkml:trace>
        </inkml:traceGroup>
        <inkml:traceGroup>
          <inkml:annotationXML>
            <emma:emma xmlns:emma="http://www.w3.org/2003/04/emma" version="1.0">
              <emma:interpretation id="{FF5DE2B1-7AFF-47AA-B6AB-FB5A22CDB489}" emma:medium="tactile" emma:mode="ink">
                <msink:context xmlns:msink="http://schemas.microsoft.com/ink/2010/main" type="inkWord" rotatedBoundingBox="12386,3092 13440,3084 13444,3516 12389,3523"/>
              </emma:interpretation>
              <emma:one-of disjunction-type="recognition" id="oneOf13">
                <emma:interpretation id="interp65" emma:lang="id-ID" emma:confidence="0.5">
                  <emma:literal>00</emma:literal>
                </emma:interpretation>
                <emma:interpretation id="interp66" emma:lang="id-ID" emma:confidence="0">
                  <emma:literal>000</emma:literal>
                </emma:interpretation>
                <emma:interpretation id="interp67" emma:lang="id-ID" emma:confidence="0">
                  <emma:literal>0</emma:literal>
                </emma:interpretation>
                <emma:interpretation id="interp68" emma:lang="id-ID" emma:confidence="0">
                  <emma:literal>0000</emma:literal>
                </emma:interpretation>
                <emma:interpretation id="interp69" emma:lang="id-ID" emma:confidence="0">
                  <emma:literal>o</emma:literal>
                </emma:interpretation>
              </emma:one-of>
            </emma:emma>
          </inkml:annotationXML>
          <inkml:trace contextRef="#ctx0" brushRef="#br0" timeOffset="21319.4288">1702 2373,'-48'24,"48"24,0-25,0 25,0 24,24-24,24 0,-24 0,24-24,-24-24,0 0,23 0,-23 0,0-24,0-24,-24 0,24 0,-24 0,0-24,0 25,-24-1,0 24,0 0,0 24,0 0,1 0,-1 24,0 24,0-24</inkml:trace>
          <inkml:trace contextRef="#ctx0" brushRef="#br0" timeOffset="22062.677">2469 2349,'-72'96,"72"-49,0 1,0 0,48 0,-24 0,23-24,1 0,0-24,-24 0,0 0,0-48,0 0,-24-24,0 24,0 0,-24 1,0-1,-24 24,0 24,-23 0,23 48,0 0,0 23</inkml:trace>
        </inkml:traceGroup>
        <inkml:traceGroup>
          <inkml:annotationXML>
            <emma:emma xmlns:emma="http://www.w3.org/2003/04/emma" version="1.0">
              <emma:interpretation id="{24B58F2C-0BE7-4519-9FCF-5307CCBA7ED3}" emma:medium="tactile" emma:mode="ink">
                <msink:context xmlns:msink="http://schemas.microsoft.com/ink/2010/main" type="inkWord" rotatedBoundingBox="14661,2996 15095,2993 15098,3449 14665,3452"/>
              </emma:interpretation>
              <emma:one-of disjunction-type="recognition" id="oneOf14">
                <emma:interpretation id="interp70" emma:lang="id-ID" emma:confidence="0.5">
                  <emma:literal>o</emma:literal>
                </emma:interpretation>
                <emma:interpretation id="interp71" emma:lang="id-ID" emma:confidence="0">
                  <emma:literal>0</emma:literal>
                </emma:interpretation>
                <emma:interpretation id="interp72" emma:lang="id-ID" emma:confidence="0">
                  <emma:literal>O</emma:literal>
                </emma:interpretation>
                <emma:interpretation id="interp73" emma:lang="id-ID" emma:confidence="0">
                  <emma:literal>a</emma:literal>
                </emma:interpretation>
                <emma:interpretation id="interp74" emma:lang="id-ID" emma:confidence="0">
                  <emma:literal>9</emma:literal>
                </emma:interpretation>
              </emma:one-of>
            </emma:emma>
          </inkml:annotationXML>
          <inkml:trace contextRef="#ctx0" brushRef="#br0" timeOffset="44826.6527">4098 2277,'-24'0,"0"0,0 0,0 0,0 0,24 24,-24 0,24 0,0 0,-24 0,24 0,0 0,0-1,0 1,0 0,24 0,0 0,0 0,24 24,-24-24,24 0,0-24,-24 0,0 0,0 0,0 0,0-48,0 0,0 0,-24 0,24 1,-24-1,0 24,0-24,0 24,-24 0,0 0,0 0,-24 24,0 0,24 0,0 0,0 24,24 0,0 0,0 0</inkml:trace>
        </inkml:traceGroup>
        <inkml:traceGroup>
          <inkml:annotationXML>
            <emma:emma xmlns:emma="http://www.w3.org/2003/04/emma" version="1.0">
              <emma:interpretation id="{7A0AFC70-424C-4BC6-9771-C5B7113FE05A}" emma:medium="tactile" emma:mode="ink">
                <msink:context xmlns:msink="http://schemas.microsoft.com/ink/2010/main" type="inkWord" rotatedBoundingBox="16364,3044 16796,3041 16799,3449 16367,3452"/>
              </emma:interpretation>
              <emma:one-of disjunction-type="recognition" id="oneOf15">
                <emma:interpretation id="interp75" emma:lang="id-ID" emma:confidence="0.5">
                  <emma:literal>o</emma:literal>
                </emma:interpretation>
                <emma:interpretation id="interp76" emma:lang="id-ID" emma:confidence="0">
                  <emma:literal>0</emma:literal>
                </emma:interpretation>
                <emma:interpretation id="interp77" emma:lang="id-ID" emma:confidence="0">
                  <emma:literal>O</emma:literal>
                </emma:interpretation>
                <emma:interpretation id="interp78" emma:lang="id-ID" emma:confidence="0">
                  <emma:literal>a</emma:literal>
                </emma:interpretation>
                <emma:interpretation id="interp79" emma:lang="id-ID" emma:confidence="0">
                  <emma:literal>D</emma:literal>
                </emma:interpretation>
              </emma:one-of>
            </emma:emma>
          </inkml:annotationXML>
          <inkml:trace contextRef="#ctx0" brushRef="#br0" timeOffset="46188.409">5751 2325,'-72'-24,"49"24,-1 24,24 0,0 0,0 24,0-1,0 1,24 0,-1-24,25 24,-24-24,24 0,0-24,0 0,0 0,-24 0,0-24,0 0,0-48,-24 24,24 0,-24 1,0-1,0 24,-24-24,0 24,0 24,0 0,-24 0,24 0,-24 0,24 24,24 0,-24 0,24 0</inkml:trace>
        </inkml:traceGroup>
        <inkml:traceGroup>
          <inkml:annotationXML>
            <emma:emma xmlns:emma="http://www.w3.org/2003/04/emma" version="1.0">
              <emma:interpretation id="{DE6CE8E3-4C89-42B2-8DF4-F52AFFD8D60C}" emma:medium="tactile" emma:mode="ink">
                <msink:context xmlns:msink="http://schemas.microsoft.com/ink/2010/main" type="inkWord" rotatedBoundingBox="17918,3091 17947,3091 17951,3641 17922,3642"/>
              </emma:interpretation>
              <emma:one-of disjunction-type="recognition" id="oneOf16">
                <emma:interpretation id="interp80" emma:lang="id-ID" emma:confidence="0.5">
                  <emma:literal>1</emma:literal>
                </emma:interpretation>
                <emma:interpretation id="interp81" emma:lang="id-ID" emma:confidence="0">
                  <emma:literal>l</emma:literal>
                </emma:interpretation>
                <emma:interpretation id="interp82" emma:lang="id-ID" emma:confidence="0">
                  <emma:literal>I</emma:literal>
                </emma:interpretation>
                <emma:interpretation id="interp83" emma:lang="id-ID" emma:confidence="0">
                  <emma:literal>|</emma:literal>
                </emma:interpretation>
                <emma:interpretation id="interp84" emma:lang="id-ID" emma:confidence="0">
                  <emma:literal>'</emma:literal>
                </emma:interpretation>
              </emma:one-of>
            </emma:emma>
          </inkml:annotationXML>
          <inkml:trace contextRef="#ctx0" brushRef="#br0" timeOffset="46887.0088">7213 2373,'0'-24,"0"0,0 311,-24-239,24 0,0-24,0 24,0-24,0 0,0 0,0 0</inkml:trace>
        </inkml:traceGroup>
        <inkml:traceGroup>
          <inkml:annotationXML>
            <emma:emma xmlns:emma="http://www.w3.org/2003/04/emma" version="1.0">
              <emma:interpretation id="{B91C3B4A-72A6-47DD-B66F-D482231CE1C0}" emma:medium="tactile" emma:mode="ink">
                <msink:context xmlns:msink="http://schemas.microsoft.com/ink/2010/main" type="inkWord" rotatedBoundingBox="20461,3164 20869,3161 20872,3521 20464,3524"/>
              </emma:interpretation>
              <emma:one-of disjunction-type="recognition" id="oneOf17">
                <emma:interpretation id="interp85" emma:lang="id-ID" emma:confidence="0.5">
                  <emma:literal>o</emma:literal>
                </emma:interpretation>
                <emma:interpretation id="interp86" emma:lang="id-ID" emma:confidence="0">
                  <emma:literal>0</emma:literal>
                </emma:interpretation>
                <emma:interpretation id="interp87" emma:lang="id-ID" emma:confidence="0">
                  <emma:literal>O</emma:literal>
                </emma:interpretation>
                <emma:interpretation id="interp88" emma:lang="id-ID" emma:confidence="0">
                  <emma:literal>D</emma:literal>
                </emma:interpretation>
                <emma:interpretation id="interp89" emma:lang="id-ID" emma:confidence="0">
                  <emma:literal>6</emma:literal>
                </emma:interpretation>
              </emma:one-of>
            </emma:emma>
          </inkml:annotationXML>
          <inkml:trace contextRef="#ctx0" brushRef="#br0" timeOffset="174977.8471">9825 2445,'-24'0,"0"0,0 0,0 0,24 23,0 1,0 0,0 24,0-24,24 24,24 0,-24 0,24-24,0-24,-24 0,0 0,24 0,-24 0,0-24,0-24,0 24,-24-24,0 24,23-24,-23 24,0-24,-23 25,-25-1,24 24,-24-24,0 24,24 0,-24 24,48 0,-24-1,24 1,0 0,24-24</inkml:trace>
        </inkml:traceGroup>
        <inkml:traceGroup>
          <inkml:annotationXML>
            <emma:emma xmlns:emma="http://www.w3.org/2003/04/emma" version="1.0">
              <emma:interpretation id="{9E43BCEF-BC76-4258-A433-BAA91C80D315}" emma:medium="tactile" emma:mode="ink">
                <msink:context xmlns:msink="http://schemas.microsoft.com/ink/2010/main" type="inkWord" rotatedBoundingBox="21848,2852 22184,2850 22188,3473 21853,3476"/>
              </emma:interpretation>
              <emma:one-of disjunction-type="recognition" id="oneOf18">
                <emma:interpretation id="interp90" emma:lang="id-ID" emma:confidence="0.5">
                  <emma:literal>d</emma:literal>
                </emma:interpretation>
                <emma:interpretation id="interp91" emma:lang="id-ID" emma:confidence="0">
                  <emma:literal>•</emma:literal>
                </emma:interpretation>
                <emma:interpretation id="interp92" emma:lang="id-ID" emma:confidence="0">
                  <emma:literal>&amp;</emma:literal>
                </emma:interpretation>
                <emma:interpretation id="interp93" emma:lang="id-ID" emma:confidence="0">
                  <emma:literal>U</emma:literal>
                </emma:interpretation>
                <emma:interpretation id="interp94" emma:lang="id-ID" emma:confidence="0">
                  <emma:literal>a</emma:literal>
                </emma:interpretation>
              </emma:one-of>
            </emma:emma>
          </inkml:annotationXML>
          <inkml:trace contextRef="#ctx0" brushRef="#br0" timeOffset="178967.5647">11359 2085,'0'24,"0"24,0 24,0 0,24 0,-1 0,-23-1,24-23,-24 24,0-48,0 0,24 0,-24-48,0-24,0 24,-24-24,24 0,-24 24,1 0,-1 1,-24 23,24-24,-24 24,24 0,0 0,0 0,0 24,0-1,24 1,0 24,0-24,0 24,0-24,0 0,0 0,24 0,0-24,0 0,24 0,-24 0,24 0,-24 0,0 0,0 0</inkml:trace>
        </inkml:traceGroup>
        <inkml:traceGroup>
          <inkml:annotationXML>
            <emma:emma xmlns:emma="http://www.w3.org/2003/04/emma" version="1.0">
              <emma:interpretation id="{F68A9610-A86C-4533-ACF0-75D67484BBD5}" emma:medium="tactile" emma:mode="ink">
                <msink:context xmlns:msink="http://schemas.microsoft.com/ink/2010/main" type="inkWord" rotatedBoundingBox="24367,2947 24632,2945 24634,3233 24369,3235"/>
              </emma:interpretation>
              <emma:one-of disjunction-type="recognition" id="oneOf19">
                <emma:interpretation id="interp95" emma:lang="id-ID" emma:confidence="0.5">
                  <emma:literal>0</emma:literal>
                </emma:interpretation>
                <emma:interpretation id="interp96" emma:lang="id-ID" emma:confidence="0">
                  <emma:literal>o</emma:literal>
                </emma:interpretation>
                <emma:interpretation id="interp97" emma:lang="id-ID" emma:confidence="0">
                  <emma:literal>O</emma:literal>
                </emma:interpretation>
                <emma:interpretation id="interp98" emma:lang="id-ID" emma:confidence="0">
                  <emma:literal>6</emma:literal>
                </emma:interpretation>
                <emma:interpretation id="interp99" emma:lang="id-ID" emma:confidence="0">
                  <emma:literal>D</emma:literal>
                </emma:interpretation>
              </emma:one-of>
            </emma:emma>
          </inkml:annotationXML>
          <inkml:trace contextRef="#ctx0" brushRef="#br0" timeOffset="197837.4327">13659 2229,'-24'24,"24"0,0 0,0 0,0 0,0 0,0 0,24 0,-24 0,24-24,0 23,0-23,0 0,0 0,0 0,0 0,0 0,0 0,-24-23,0-1,0 0,24 0,-24 0,0 0,0 0,0 0,0 0,0 0,-24 24,0-24,0 0,0 24,0 0,0 0,0 0,0 24,0 0,24 0,0 0,0 0,0 0,0 0</inkml:trace>
        </inkml:traceGroup>
        <inkml:traceGroup>
          <inkml:annotationXML>
            <emma:emma xmlns:emma="http://www.w3.org/2003/04/emma" version="1.0">
              <emma:interpretation id="{ED6D920C-BDEC-46F1-AC81-28E82977FE8F}" emma:medium="tactile" emma:mode="ink">
                <msink:context xmlns:msink="http://schemas.microsoft.com/ink/2010/main" type="inkWord" rotatedBoundingBox="25515,2878 26019,2874 26023,3449 25519,3453"/>
              </emma:interpretation>
              <emma:one-of disjunction-type="recognition" id="oneOf20">
                <emma:interpretation id="interp100" emma:lang="id-ID" emma:confidence="0.5">
                  <emma:literal>d</emma:literal>
                </emma:interpretation>
                <emma:interpretation id="interp101" emma:lang="id-ID" emma:confidence="0">
                  <emma:literal>a</emma:literal>
                </emma:interpretation>
                <emma:interpretation id="interp102" emma:lang="id-ID" emma:confidence="0">
                  <emma:literal>&amp;</emma:literal>
                </emma:interpretation>
                <emma:interpretation id="interp103" emma:lang="id-ID" emma:confidence="0">
                  <emma:literal>4</emma:literal>
                </emma:interpretation>
                <emma:interpretation id="interp104" emma:lang="id-ID" emma:confidence="0">
                  <emma:literal>$</emma:literal>
                </emma:interpretation>
              </emma:one-of>
            </emma:emma>
          </inkml:annotationXML>
          <inkml:trace contextRef="#ctx0" brushRef="#br0" timeOffset="198709.4584">15216 2109,'0'96,"24"-48,-24 24,24-24,-24 0,0 23,24-47,-24 0,0 0,0-48,0-24,-24 24,0 1,-23-1,-1 0,0 0,0 24,0 0,-24 0,48 0,-24 24,24 0,0 0,0-1,24 1,0 24,0-24,0 0,24 0,24-24,0 0,24 0,-24 0,0 0,0 24,0-24,-24 24,-24 0</inkml:trace>
        </inkml:traceGroup>
        <inkml:traceGroup>
          <inkml:annotationXML>
            <emma:emma xmlns:emma="http://www.w3.org/2003/04/emma" version="1.0">
              <emma:interpretation id="{66AD401C-E480-4E57-8733-373F8CBA5E72}" emma:medium="tactile" emma:mode="ink">
                <msink:context xmlns:msink="http://schemas.microsoft.com/ink/2010/main" type="inkWord" rotatedBoundingBox="28343,2755 28367,2754 28371,3187 28347,3187"/>
              </emma:interpretation>
              <emma:one-of disjunction-type="recognition" id="oneOf21">
                <emma:interpretation id="interp105" emma:lang="id-ID" emma:confidence="0.5">
                  <emma:literal>1</emma:literal>
                </emma:interpretation>
                <emma:interpretation id="interp106" emma:lang="id-ID" emma:confidence="0">
                  <emma:literal>I</emma:literal>
                </emma:interpretation>
                <emma:interpretation id="interp107" emma:lang="id-ID" emma:confidence="0">
                  <emma:literal>l</emma:literal>
                </emma:interpretation>
                <emma:interpretation id="interp108" emma:lang="id-ID" emma:confidence="0">
                  <emma:literal>|</emma:literal>
                </emma:interpretation>
                <emma:interpretation id="interp109" emma:lang="id-ID" emma:confidence="0">
                  <emma:literal>'</emma:literal>
                </emma:interpretation>
              </emma:one-of>
            </emma:emma>
          </inkml:annotationXML>
          <inkml:trace contextRef="#ctx0" brushRef="#br0" timeOffset="228161.1783">17613 1989,'0'24,"0"24,0 0,0 24,0-24,0 0,0 0,0 0,0-24,0 0,24-24</inkml:trace>
        </inkml:traceGroup>
        <inkml:traceGroup>
          <inkml:annotationXML>
            <emma:emma xmlns:emma="http://www.w3.org/2003/04/emma" version="1.0">
              <emma:interpretation id="{D3694A99-F0FF-41B3-A7B9-847300085A8A}" emma:medium="tactile" emma:mode="ink">
                <msink:context xmlns:msink="http://schemas.microsoft.com/ink/2010/main" type="inkWord" rotatedBoundingBox="29780,2757 30120,2755 30123,3210 29784,3213"/>
              </emma:interpretation>
              <emma:one-of disjunction-type="recognition" id="oneOf22">
                <emma:interpretation id="interp110" emma:lang="id-ID" emma:confidence="0.5">
                  <emma:literal>d</emma:literal>
                </emma:interpretation>
                <emma:interpretation id="interp111" emma:lang="id-ID" emma:confidence="0">
                  <emma:literal>&amp;</emma:literal>
                </emma:interpretation>
                <emma:interpretation id="interp112" emma:lang="id-ID" emma:confidence="0">
                  <emma:literal>a</emma:literal>
                </emma:interpretation>
                <emma:interpretation id="interp113" emma:lang="id-ID" emma:confidence="0">
                  <emma:literal>4</emma:literal>
                </emma:interpretation>
                <emma:interpretation id="interp114" emma:lang="id-ID" emma:confidence="0">
                  <emma:literal>,</emma:literal>
                </emma:interpretation>
              </emma:one-of>
            </emma:emma>
          </inkml:annotationXML>
          <inkml:trace contextRef="#ctx0" brushRef="#br0" timeOffset="229208.6089">19386 1989,'0'48,"0"-24,0 24,0 0,0 24,0-24,0 0,0 0,0-24,0 0,-24-24,0-24,0 0,0 0,0 0,0 0,-24 24,24 0,0 0,0 0,0 0,0 24,0 0,24 0,0 0,288 24</inkml:trace>
        </inkml:traceGroup>
      </inkml:traceGroup>
      <inkml:traceGroup>
        <inkml:annotationXML>
          <emma:emma xmlns:emma="http://www.w3.org/2003/04/emma" version="1.0">
            <emma:interpretation id="{5A2E2672-20C1-4F00-A6EF-D7FB20CD8FEE}" emma:medium="tactile" emma:mode="ink">
              <msink:context xmlns:msink="http://schemas.microsoft.com/ink/2010/main" type="line" rotatedBoundingBox="11359,3684 30124,3752 30118,5415 11353,5347"/>
            </emma:interpretation>
          </emma:emma>
        </inkml:annotationXML>
        <inkml:traceGroup>
          <inkml:annotationXML>
            <emma:emma xmlns:emma="http://www.w3.org/2003/04/emma" version="1.0">
              <emma:interpretation id="{C570D016-C698-487D-84D9-3AC7D5813352}" emma:medium="tactile" emma:mode="ink">
                <msink:context xmlns:msink="http://schemas.microsoft.com/ink/2010/main" type="inkWord" rotatedBoundingBox="11364,4157 18220,4360 18205,4870 11349,4667"/>
              </emma:interpretation>
              <emma:one-of disjunction-type="recognition" id="oneOf23">
                <emma:interpretation id="interp115" emma:lang="id-ID" emma:confidence="0.5">
                  <emma:literal>001010</emma:literal>
                </emma:interpretation>
                <emma:interpretation id="interp116" emma:lang="id-ID" emma:confidence="0">
                  <emma:literal>00:010</emma:literal>
                </emma:interpretation>
                <emma:interpretation id="interp117" emma:lang="id-ID" emma:confidence="0">
                  <emma:literal>00.01:</emma:literal>
                </emma:interpretation>
                <emma:interpretation id="interp118" emma:lang="id-ID" emma:confidence="0.5">
                  <emma:literal>on 010</emma:literal>
                </emma:interpretation>
                <emma:interpretation id="interp119" emma:lang="id-ID" emma:confidence="0">
                  <emma:literal>on 0110</emma:literal>
                </emma:interpretation>
              </emma:one-of>
            </emma:emma>
          </inkml:annotationXML>
          <inkml:trace contextRef="#ctx0" brushRef="#br0" timeOffset="23788.9449">1869 3499,'-71'48,"71"0,0 0,0 0,0-1,24-23,0 24,-1-48,1 24,24-24,-24 0,0 0,24 0,-24-48,0 24,0-23,-24-1,0 0,0 0,0 24,-24 0,-24 0,24 0,-24 24,24 0,0 24,24 0,0 24,24-24</inkml:trace>
          <inkml:trace contextRef="#ctx0" brushRef="#br0" timeOffset="24231.1171">2660 3523,'-48'24,"48"24,0-24,0 24,0 0,0-25,0 25,0-24,24-24,-24 24,0 0</inkml:trace>
          <inkml:trace contextRef="#ctx0" brushRef="#br0" timeOffset="22940.8078">695 3523,'-72'120,"72"-72,0-1,24-23,0 24,0 0,0-24,0-24,24 24,-24-24,24 0,-24 0,24-24,0-24,0 0,-24 0,0 1,0-1,0 0,-24 0,0 24,0-24,0 24,-24 0,0 24,0 0,-24 0,24 0,0 48,24-24</inkml:trace>
          <inkml:trace contextRef="#ctx0" brushRef="#br0" timeOffset="49923.8622">4146 3619,'192'359,"-144"-335,47-24,-71 0,0-48,0-72,-48-47,-72 71,49 96,23 0,-48 72,72-48,0 24</inkml:trace>
          <inkml:trace contextRef="#ctx0" brushRef="#br0" timeOffset="51040.9852">5871 3547,'0'24,"0"72,0 23,0-95,0 24,0 120,0-144,24-48</inkml:trace>
          <inkml:trace contextRef="#ctx0" brushRef="#br0" timeOffset="52349.6886">7237 3715,'-72'215,"72"-191,48 96,-24-96,48-24,-48 0,24 0,24-96,-48 0,-24 72,0-72,0 72,-24-47,-24 23,-48 24,72 24,-48 24,48 0,0-24,0 71,24-47,0 24,-24-24</inkml:trace>
        </inkml:traceGroup>
        <inkml:traceGroup>
          <inkml:annotationXML>
            <emma:emma xmlns:emma="http://www.w3.org/2003/04/emma" version="1.0">
              <emma:interpretation id="{17F9EF23-52C7-4715-8255-F9120BD2E958}" emma:medium="tactile" emma:mode="ink">
                <msink:context xmlns:msink="http://schemas.microsoft.com/ink/2010/main" type="inkWord" rotatedBoundingBox="21830,4191 22213,4193 22211,4793 21828,4791"/>
              </emma:interpretation>
              <emma:one-of disjunction-type="recognition" id="oneOf24">
                <emma:interpretation id="interp120" emma:lang="id-ID" emma:confidence="0.5">
                  <emma:literal>od</emma:literal>
                </emma:interpretation>
                <emma:interpretation id="interp121" emma:lang="id-ID" emma:confidence="0">
                  <emma:literal>oa</emma:literal>
                </emma:interpretation>
                <emma:interpretation id="interp122" emma:lang="id-ID" emma:confidence="0">
                  <emma:literal>oa,</emma:literal>
                </emma:interpretation>
                <emma:interpretation id="interp123" emma:lang="id-ID" emma:confidence="0">
                  <emma:literal>ok,</emma:literal>
                </emma:interpretation>
                <emma:interpretation id="interp124" emma:lang="id-ID" emma:confidence="0">
                  <emma:literal>ode</emma:literal>
                </emma:interpretation>
              </emma:one-of>
            </emma:emma>
          </inkml:annotationXML>
          <inkml:trace contextRef="#ctx0" brushRef="#br0" timeOffset="181502.1682">11478 3427,'0'144,"0"-72,0-24,0-1,0 1,0 0,0 0,0-24,0 0,0 0,0-48,0 0,0 0,0 0,0 0,-24 0,0 0,-23 24,-1 0,0 0,0 0,24 24,-24 0,24 0,0 0,0 24,24-24,0 0,0 0,24-24,0 24,24-24,-24 0,120-24</inkml:trace>
          <inkml:trace contextRef="#ctx0" brushRef="#br0" timeOffset="180626.2724">10065 3499,'-96'0,"72"0,0 24,24 0,-24 24,24 0,0 0,0-1,0 1,0 0,24-24,0 0,24 0,-24-24,24 24,-24-24,23 0,-23-24,24 0,-24 0,0 0,-24-24,24 0,-24 25,0-25,0 24,-24 0,0 0,-24 24,24 0,-23 0,23 0,0 0,24 24,24 0</inkml:trace>
        </inkml:traceGroup>
        <inkml:traceGroup>
          <inkml:annotationXML>
            <emma:emma xmlns:emma="http://www.w3.org/2003/04/emma" version="1.0">
              <emma:interpretation id="{AFFF2364-D1C6-4045-846C-E0808ACE5EDB}" emma:medium="tactile" emma:mode="ink">
                <msink:context xmlns:msink="http://schemas.microsoft.com/ink/2010/main" type="inkWord" rotatedBoundingBox="25568,3736 26046,3737 26043,4386 25566,4384"/>
              </emma:interpretation>
              <emma:one-of disjunction-type="recognition" id="oneOf25">
                <emma:interpretation id="interp125" emma:lang="id-ID" emma:confidence="0.5">
                  <emma:literal>id</emma:literal>
                </emma:interpretation>
                <emma:interpretation id="interp126" emma:lang="id-ID" emma:confidence="0">
                  <emma:literal>Id</emma:literal>
                </emma:interpretation>
                <emma:interpretation id="interp127" emma:lang="id-ID" emma:confidence="0">
                  <emma:literal>Ud</emma:literal>
                </emma:interpretation>
                <emma:interpretation id="interp128" emma:lang="id-ID" emma:confidence="0">
                  <emma:literal>'d</emma:literal>
                </emma:interpretation>
                <emma:interpretation id="interp129" emma:lang="id-ID" emma:confidence="0">
                  <emma:literal>Hd</emma:literal>
                </emma:interpretation>
              </emma:one-of>
            </emma:emma>
          </inkml:annotationXML>
          <inkml:trace contextRef="#ctx0" brushRef="#br0" timeOffset="201979.1159">15312 2972,'-24'0,"24"24,0 24,0 0,0-1,0 1,0 0,0 24,0-24,0 0,0 0,0-24,0 0,0 0,0-48,0 0,-24-24,24 24,-24 0,0 0,1 24,-1-24,0 24,-24 0,24 0,-24 0,0 24,0 0,0 0,24 24,0-24,24 24,0-24,0 0,0 0,24 0,24-24,0 0,0 0,0 0,0 0,0 0,-24-24,0 24</inkml:trace>
          <inkml:trace contextRef="#ctx0" brushRef="#br0" timeOffset="200981.5453">13994 3139,'0'384,"0"-336,0-24,0 0,24-24,0 0,0 0</inkml:trace>
        </inkml:traceGroup>
        <inkml:traceGroup>
          <inkml:annotationXML>
            <emma:emma xmlns:emma="http://www.w3.org/2003/04/emma" version="1.0">
              <emma:interpretation id="{16E60463-A0A0-4B45-95CE-B0D2784DB4ED}" emma:medium="tactile" emma:mode="ink">
                <msink:context xmlns:msink="http://schemas.microsoft.com/ink/2010/main" type="inkWord" rotatedBoundingBox="28780,3780 28845,5262 28415,5281 28350,3799"/>
              </emma:interpretation>
              <emma:one-of disjunction-type="recognition" id="oneOf26">
                <emma:interpretation id="interp130" emma:lang="id-ID" emma:confidence="0.5">
                  <emma:literal>kia</emma:literal>
                </emma:interpretation>
                <emma:interpretation id="interp131" emma:lang="id-ID" emma:confidence="0">
                  <emma:literal>asid</emma:literal>
                </emma:interpretation>
                <emma:interpretation id="interp132" emma:lang="id-ID" emma:confidence="0">
                  <emma:literal>di</emma:literal>
                </emma:interpretation>
                <emma:interpretation id="interp133" emma:lang="id-ID" emma:confidence="0">
                  <emma:literal>"d</emma:literal>
                </emma:interpretation>
                <emma:interpretation id="interp134" emma:lang="id-ID" emma:confidence="0">
                  <emma:literal>a.d</emma:literal>
                </emma:interpretation>
              </emma:one-of>
            </emma:emma>
          </inkml:annotationXML>
          <inkml:trace contextRef="#ctx0" brushRef="#br0" timeOffset="231595.2636">17924 3020,'24'95,"0"-47,-24 0,24-24,-24 24,0 0,0-24,0 0,0 0,-24-24,0-24,0 24,-24-24,24 0,0 24,-24-24,24 24,1 0,-1 0,0 0,0 24,24 0,-24 24,24-24,0 0,0 0,0 0,24-24,0 0,24 0,-1 0,25 0,-24 0,0 0,0 0,0 0,-24 0</inkml:trace>
          <inkml:trace contextRef="#ctx0" brushRef="#br0" timeOffset="233950.9741">17900 4122,'0'72,"0"-24,0 0,0 0,0-1,0 1,0-24,0 0,0 0,24-24</inkml:trace>
          <inkml:trace contextRef="#ctx0" brushRef="#br0" timeOffset="232280.0511">19122 3115,'0'360,"0"-312,0-24,0 0,0 0,0 0</inkml:trace>
          <inkml:trace contextRef="#ctx0" brushRef="#br0" timeOffset="234737.0785">19386 4194,'-24'120,"24"-72,0-25,0 25,0-24,0 24,0-24,0 24,0-24,-24-24,0-24,24 0,-24 0,0 0,0 24,0-24,0 24,0 0,-48 24,216 120,-120-144,-24-24</inkml:trace>
        </inkml:traceGroup>
      </inkml:traceGroup>
      <inkml:traceGroup>
        <inkml:annotationXML>
          <emma:emma xmlns:emma="http://www.w3.org/2003/04/emma" version="1.0">
            <emma:interpretation id="{0852AA63-A905-49F4-924E-04B1FE15A5DC}" emma:medium="tactile" emma:mode="ink">
              <msink:context xmlns:msink="http://schemas.microsoft.com/ink/2010/main" type="line" rotatedBoundingBox="11476,5181 26117,5174 26118,5987 11477,5994"/>
            </emma:interpretation>
          </emma:emma>
        </inkml:annotationXML>
        <inkml:traceGroup>
          <inkml:annotationXML>
            <emma:emma xmlns:emma="http://www.w3.org/2003/04/emma" version="1.0">
              <emma:interpretation id="{D7CE5415-81D9-48A4-A42E-7E09EA2A9077}" emma:medium="tactile" emma:mode="ink">
                <msink:context xmlns:msink="http://schemas.microsoft.com/ink/2010/main" type="inkWord" rotatedBoundingBox="11476,5247 16796,5244 16797,5917 11477,5919"/>
              </emma:interpretation>
              <emma:one-of disjunction-type="recognition" id="oneOf27">
                <emma:interpretation id="interp135" emma:lang="id-ID" emma:confidence="0.5">
                  <emma:literal>01001</emma:literal>
                </emma:interpretation>
                <emma:interpretation id="interp136" emma:lang="id-ID" emma:confidence="0">
                  <emma:literal>010:1</emma:literal>
                </emma:interpretation>
                <emma:interpretation id="interp137" emma:lang="id-ID" emma:confidence="0">
                  <emma:literal>0100:1</emma:literal>
                </emma:interpretation>
                <emma:interpretation id="interp138" emma:lang="id-ID" emma:confidence="0">
                  <emma:literal>0:0:1</emma:literal>
                </emma:interpretation>
                <emma:interpretation id="interp139" emma:lang="id-ID" emma:confidence="0">
                  <emma:literal>0101:1</emma:literal>
                </emma:interpretation>
              </emma:one-of>
            </emma:emma>
          </inkml:annotationXML>
          <inkml:trace contextRef="#ctx0" brushRef="#br0" timeOffset="37153.3698">2588 4625,'-48'0,"48"24,0 0,0 0,0 120,0-120,24 0,-24 0,24 0,24 0,-24-24,0 24,0-24,24 0,-24 0,0 0,0 0,-24-24,24 24,-24-24,0 0,0-24,0 24,0-24,0 24,0-24,0 24,-24 0,24 0,-48 24,24-24,0 24,0 0,0 0,0 0,24 24,-24 0,24 24,0-24,0 0</inkml:trace>
          <inkml:trace contextRef="#ctx0" brushRef="#br0" timeOffset="31911.5018">1846 4505,'0'-24,"0"48,0 0,0 0,0 24,0 0,0 0,0 0,0-24,0 24,0-24,0 0</inkml:trace>
          <inkml:trace contextRef="#ctx0" brushRef="#br0" timeOffset="25951.0943">911 4529,'-96'-24,"72"24,24 24,-24 0,24 0,-24 24,24 0,0 0,0 0,24-24,0 24,0-24,0-24,24 24,-24-24,24 0,0 0,-24-24,0 0,0-24,0 0,-24 0,24 0,-24 0,0 24,0-24,-24 24,24 0,-24 24,0 0,-24 0,24 0,0 24,-24 24,24 0</inkml:trace>
          <inkml:trace contextRef="#ctx0" brushRef="#br0" timeOffset="54298.5077">4529 4889,'-48'-24,"24"24,0 0,0 0,24 24,0 0,0 0,0 0,0 0,0-1,0 1,0 0,24 0,-24 0,24 0,0 0,0-24,0 0,0 0,0 0,0 0,0-24,-24 0,24 0,-24 0,0 0,0-23,0 23,0 0,0 0,0 0,0 0,0 0,-24 0,0 0,0 0,0 24,0 0,0 0,0 0,0 0,24 24,0 0,-24 0,24 0</inkml:trace>
          <inkml:trace contextRef="#ctx0" brushRef="#br0" timeOffset="55192.6495">6015 4601,'0'-24,"0"48,0 0,0 24,0-24,0 24,0-24,0 24,0-24,0 0,0 0,0 0,24-24,0 0</inkml:trace>
        </inkml:traceGroup>
        <inkml:traceGroup>
          <inkml:annotationXML>
            <emma:emma xmlns:emma="http://www.w3.org/2003/04/emma" version="1.0">
              <emma:interpretation id="{99BE8210-0310-4E48-8F60-565C08A64C0F}" emma:medium="tactile" emma:mode="ink">
                <msink:context xmlns:msink="http://schemas.microsoft.com/ink/2010/main" type="inkWord" rotatedBoundingBox="18114,5439 18163,5438 18163,5750 18115,5751"/>
              </emma:interpretation>
              <emma:one-of disjunction-type="recognition" id="oneOf28">
                <emma:interpretation id="interp140" emma:lang="id-ID" emma:confidence="0.5">
                  <emma:literal>,</emma:literal>
                </emma:interpretation>
                <emma:interpretation id="interp141" emma:lang="id-ID" emma:confidence="0">
                  <emma:literal>'</emma:literal>
                </emma:interpretation>
                <emma:interpretation id="interp142" emma:lang="id-ID" emma:confidence="0">
                  <emma:literal>l</emma:literal>
                </emma:interpretation>
                <emma:interpretation id="interp143" emma:lang="id-ID" emma:confidence="0">
                  <emma:literal>|</emma:literal>
                </emma:interpretation>
                <emma:interpretation id="interp144" emma:lang="id-ID" emma:confidence="0">
                  <emma:literal>I</emma:literal>
                </emma:interpretation>
              </emma:one-of>
            </emma:emma>
          </inkml:annotationXML>
          <inkml:trace contextRef="#ctx0" brushRef="#br0" timeOffset="55926.7489">7429 4673,'0'24,"0"0,0 24,0-24,0 0,0 24,0-24,0 0,-24 0,24 0,0 0,-24-24</inkml:trace>
        </inkml:traceGroup>
        <inkml:traceGroup>
          <inkml:annotationXML>
            <emma:emma xmlns:emma="http://www.w3.org/2003/04/emma" version="1.0">
              <emma:interpretation id="{4A5ACCDC-B45A-4CF1-9C94-F88116D7C2DF}" emma:medium="tactile" emma:mode="ink">
                <msink:context xmlns:msink="http://schemas.microsoft.com/ink/2010/main" type="inkWord" rotatedBoundingBox="20678,5559 21061,5558 21062,5989 20679,5990"/>
              </emma:interpretation>
              <emma:one-of disjunction-type="recognition" id="oneOf29">
                <emma:interpretation id="interp145" emma:lang="id-ID" emma:confidence="0.5">
                  <emma:literal>0</emma:literal>
                </emma:interpretation>
                <emma:interpretation id="interp146" emma:lang="id-ID" emma:confidence="0">
                  <emma:literal>o</emma:literal>
                </emma:interpretation>
                <emma:interpretation id="interp147" emma:lang="id-ID" emma:confidence="0">
                  <emma:literal>O</emma:literal>
                </emma:interpretation>
                <emma:interpretation id="interp148" emma:lang="id-ID" emma:confidence="0">
                  <emma:literal>a</emma:literal>
                </emma:interpretation>
                <emma:interpretation id="interp149" emma:lang="id-ID" emma:confidence="0">
                  <emma:literal>B</emma:literal>
                </emma:interpretation>
              </emma:one-of>
            </emma:emma>
          </inkml:annotationXML>
          <inkml:trace contextRef="#ctx0" brushRef="#br0" timeOffset="182327.5289">10041 4841,'-24'0,"0"0,0 0,24 48,-24-24,24 24,0-1,0 1,0 0,24-24,0 24,0-24,0-24,24 24,-24-24,23 0,1-24,-24 0,24-24,-24 0,-24 0,24 1,-24-1,0 0,0 24,-24-24,0 24,-24 24,0 0,24 0,0 0,1 0,-1 0,24 24,0 0,24-24</inkml:trace>
        </inkml:traceGroup>
        <inkml:traceGroup>
          <inkml:annotationXML>
            <emma:emma xmlns:emma="http://www.w3.org/2003/04/emma" version="1.0">
              <emma:interpretation id="{168ECA41-2059-4545-BEE2-6F49897F98EA}" emma:medium="tactile" emma:mode="ink">
                <msink:context xmlns:msink="http://schemas.microsoft.com/ink/2010/main" type="inkWord" rotatedBoundingBox="22044,5343 22379,5342 22380,5917 22045,5918"/>
              </emma:interpretation>
              <emma:one-of disjunction-type="recognition" id="oneOf30">
                <emma:interpretation id="interp150" emma:lang="id-ID" emma:confidence="0.5">
                  <emma:literal>d</emma:literal>
                </emma:interpretation>
                <emma:interpretation id="interp151" emma:lang="id-ID" emma:confidence="0">
                  <emma:literal>•</emma:literal>
                </emma:interpretation>
                <emma:interpretation id="interp152" emma:lang="id-ID" emma:confidence="0">
                  <emma:literal>di</emma:literal>
                </emma:interpretation>
                <emma:interpretation id="interp153" emma:lang="id-ID" emma:confidence="0">
                  <emma:literal>dua</emma:literal>
                </emma:interpretation>
                <emma:interpretation id="interp154" emma:lang="id-ID" emma:confidence="0">
                  <emma:literal>doa</emma:literal>
                </emma:interpretation>
              </emma:one-of>
            </emma:emma>
          </inkml:annotationXML>
          <inkml:trace contextRef="#ctx0" brushRef="#br0" timeOffset="183093.2454">11598 4577,'0'120,"0"-72,0 24,24-24,-24 0,0 0,24-1,-24-23,0 0,0-48,0 0,0-23,0 23,-24-24,0 48,0-24,-24 24,0 0,24 0,-24 24,25 0,-1 0,0 0,0 0,24-1,0 1,0 0,0 0,0 0,0 0,48 0,-24-24,-1 0,25 0,-24-24,24 0,-24 0</inkml:trace>
        </inkml:traceGroup>
        <inkml:traceGroup>
          <inkml:annotationXML>
            <emma:emma xmlns:emma="http://www.w3.org/2003/04/emma" version="1.0">
              <emma:interpretation id="{A644727D-B6B6-44B9-B106-B2982AE97D83}" emma:medium="tactile" emma:mode="ink">
                <msink:context xmlns:msink="http://schemas.microsoft.com/ink/2010/main" type="inkWord" rotatedBoundingBox="24679,5175 26117,5174 26118,5630 24680,5631"/>
              </emma:interpretation>
              <emma:one-of disjunction-type="recognition" id="oneOf31">
                <emma:interpretation id="interp155" emma:lang="id-ID" emma:confidence="0.5">
                  <emma:literal>do</emma:literal>
                </emma:interpretation>
                <emma:interpretation id="interp156" emma:lang="id-ID" emma:confidence="0">
                  <emma:literal>dao</emma:literal>
                </emma:interpretation>
                <emma:interpretation id="interp157" emma:lang="id-ID" emma:confidence="0">
                  <emma:literal>dot</emma:literal>
                </emma:interpretation>
                <emma:interpretation id="interp158" emma:lang="id-ID" emma:confidence="0">
                  <emma:literal>doz</emma:literal>
                </emma:interpretation>
                <emma:interpretation id="interp159" emma:lang="id-ID" emma:confidence="0">
                  <emma:literal>doi</emma:literal>
                </emma:interpretation>
              </emma:one-of>
            </emma:emma>
          </inkml:annotationXML>
          <inkml:trace contextRef="#ctx0" brushRef="#br0" timeOffset="208187.4681">15001 4601,'0'-24,"-24"24,240 288,-193-288,1 0,0-24,0-24,0 24,0 0,-24-24,24 24,0 0,-24-24,0 24,0 0,0 0,0 0,0 0,-24 24,-24 0,24 0,-24 0,1 0,-1 0,0 0,0 24,24-24,0 48,0-24,24 24,0-24</inkml:trace>
          <inkml:trace contextRef="#ctx0" brushRef="#br0" timeOffset="207401.6589">14186 4409,'0'168,"0"-120,24 0,-24 0,0-24,24 0,-48-48,0-24,0 24,0 0,0 24,0-24,0 24,0 0,0 0,0 0,0 0,0 24,24 0,0 0,0 0,0 0,0 0,24-24,0 0,24 0,-24 24,24-24,-24 0,0 0,0 0,0 0,0 0</inkml:trace>
        </inkml:traceGroup>
      </inkml:traceGroup>
    </inkml:traceGroup>
    <inkml:traceGroup>
      <inkml:annotationXML>
        <emma:emma xmlns:emma="http://www.w3.org/2003/04/emma" version="1.0">
          <emma:interpretation id="{2A5B2398-7CDD-4DE7-BDD4-CE12E258ED45}" emma:medium="tactile" emma:mode="ink">
            <msink:context xmlns:msink="http://schemas.microsoft.com/ink/2010/main" type="paragraph" rotatedBoundingBox="11528,5625 30241,6192 30168,8604 11454,803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910A73E4-C092-4B99-B493-0D74BC36A646}" emma:medium="tactile" emma:mode="ink">
              <msink:context xmlns:msink="http://schemas.microsoft.com/ink/2010/main" type="line" rotatedBoundingBox="11528,5625 30241,6192 30191,7853 11477,7286"/>
            </emma:interpretation>
          </emma:emma>
        </inkml:annotationXML>
        <inkml:traceGroup>
          <inkml:annotationXML>
            <emma:emma xmlns:emma="http://www.w3.org/2003/04/emma" version="1.0">
              <emma:interpretation id="{5E32F4CE-8BB9-4B66-B16C-EF4EC0113A55}" emma:medium="tactile" emma:mode="ink">
                <msink:context xmlns:msink="http://schemas.microsoft.com/ink/2010/main" type="inkWord" rotatedBoundingBox="11550,6263 13518,6647 13400,7251 11432,6868"/>
              </emma:interpretation>
              <emma:one-of disjunction-type="recognition" id="oneOf32">
                <emma:interpretation id="interp160" emma:lang="id-ID" emma:confidence="0.5">
                  <emma:literal>011</emma:literal>
                </emma:interpretation>
                <emma:interpretation id="interp161" emma:lang="id-ID" emma:confidence="0">
                  <emma:literal>01,</emma:literal>
                </emma:interpretation>
                <emma:interpretation id="interp162" emma:lang="id-ID" emma:confidence="0">
                  <emma:literal>o"</emma:literal>
                </emma:interpretation>
                <emma:interpretation id="interp163" emma:lang="id-ID" emma:confidence="0">
                  <emma:literal>0"</emma:literal>
                </emma:interpretation>
                <emma:interpretation id="interp164" emma:lang="id-ID" emma:confidence="0">
                  <emma:literal>0",</emma:literal>
                </emma:interpretation>
              </emma:one-of>
            </emma:emma>
          </inkml:annotationXML>
          <inkml:trace contextRef="#ctx0" brushRef="#br0" timeOffset="32600.5327">1846 5919,'0'-48,"0"96,0 0,0 24,0-24,0 0,0 24,0-24,0-25,0 25</inkml:trace>
          <inkml:trace contextRef="#ctx0" brushRef="#br0" timeOffset="26968.8592">863 5751,'-72'0,"72"24,0 0,0 0,0 24,0 0,0 0,24-24,0 24,24-24,-24-24,24 0,0 0,-24 0,0-48,0 24,0-48,-24 24,0 0,0 0,0 0,-24 24,0-24,-144 1,144 47,0 24,0-1,0 25,0 0</inkml:trace>
          <inkml:trace contextRef="#ctx0" brushRef="#br0" timeOffset="37791.6929">2732 5871,'0'72,"-24"-24,24-24,-24 24,24 0,0 0,0 0,0 0,0-25,0 25,0-24,0 0,0 0</inkml:trace>
        </inkml:traceGroup>
        <inkml:traceGroup>
          <inkml:annotationXML>
            <emma:emma xmlns:emma="http://www.w3.org/2003/04/emma" version="1.0">
              <emma:interpretation id="{2560A06A-A569-43E2-A017-8E16304A1E83}" emma:medium="tactile" emma:mode="ink">
                <msink:context xmlns:msink="http://schemas.microsoft.com/ink/2010/main" type="inkWord" rotatedBoundingBox="15256,6612 15263,7021 15239,7021 15232,6613"/>
              </emma:interpretation>
              <emma:one-of disjunction-type="recognition" id="oneOf33">
                <emma:interpretation id="interp165" emma:lang="id-ID" emma:confidence="0.5">
                  <emma:literal>l</emma:literal>
                </emma:interpretation>
                <emma:interpretation id="interp166" emma:lang="id-ID" emma:confidence="0">
                  <emma:literal>|</emma:literal>
                </emma:interpretation>
                <emma:interpretation id="interp167" emma:lang="id-ID" emma:confidence="0">
                  <emma:literal>I</emma:literal>
                </emma:interpretation>
                <emma:interpretation id="interp168" emma:lang="id-ID" emma:confidence="0">
                  <emma:literal>1</emma:literal>
                </emma:interpretation>
                <emma:interpretation id="interp169" emma:lang="id-ID" emma:confidence="0">
                  <emma:literal>'</emma:literal>
                </emma:interpretation>
              </emma:one-of>
            </emma:emma>
          </inkml:annotationXML>
          <inkml:trace contextRef="#ctx0" brushRef="#br0" timeOffset="57897.479">4505 5871,'0'-24,"0"48,0 24,0-24,0 24,0 0,0 0,0-24,0 24,0-24,0 0,0 0,0 0,24-24</inkml:trace>
        </inkml:traceGroup>
        <inkml:traceGroup>
          <inkml:annotationXML>
            <emma:emma xmlns:emma="http://www.w3.org/2003/04/emma" version="1.0">
              <emma:interpretation id="{F0A586B2-4A82-4BD2-ABEA-846C569FF13B}" emma:medium="tactile" emma:mode="ink">
                <msink:context xmlns:msink="http://schemas.microsoft.com/ink/2010/main" type="inkWord" rotatedBoundingBox="16729,6465 18361,6496 18352,6977 16720,6945"/>
              </emma:interpretation>
              <emma:one-of disjunction-type="recognition" id="oneOf34">
                <emma:interpretation id="interp170" emma:lang="id-ID" emma:confidence="0.5">
                  <emma:literal>00</emma:literal>
                </emma:interpretation>
                <emma:interpretation id="interp171" emma:lang="id-ID" emma:confidence="0">
                  <emma:literal>0</emma:literal>
                </emma:interpretation>
                <emma:interpretation id="interp172" emma:lang="id-ID" emma:confidence="0">
                  <emma:literal>000</emma:literal>
                </emma:interpretation>
                <emma:interpretation id="interp173" emma:lang="id-ID" emma:confidence="0">
                  <emma:literal>0000</emma:literal>
                </emma:interpretation>
                <emma:interpretation id="interp174" emma:lang="id-ID" emma:confidence="0">
                  <emma:literal>Ho</emma:literal>
                </emma:interpretation>
              </emma:one-of>
            </emma:emma>
          </inkml:annotationXML>
          <inkml:trace contextRef="#ctx0" brushRef="#br0" timeOffset="59901.2078">7285 5823,'-24'0,"24"24,0 0,0 24,0-24,0 0,0 24,0-24,0 24,24-48,-24 24,24 0,24 0,-24-24,0 24,0-24,0 0,0 0,0 0,0 0,0 0,0 0,-1-24,-23 0,24 0,-24-24,0 0,0 24,0-24,0 24,0-24,0 24,0 0,0 0,-24 24,1-24,-25 0,24 24,-24 0,24-24,-24 24,0 0,24 0,-24 0,24 0,0 24,0 24</inkml:trace>
          <inkml:trace contextRef="#ctx0" brushRef="#br0" timeOffset="58819.4687">6087 5799,'-24'0,"0"0,24 24,-24 0,24 0,0 0,-24 24,24-24,0 0,0 0,24 0,0 24,0-24,0 0,0 0,24 0,-24-24,0 0,0 0,0 0,0 0,0 0,-1-48,-23 24,24-24,-24 24,0-24,0 0,0 24,0-24,-24 24,1 0,-1 0,-24 0,24 24,-24-24,24 24,0-24,0 24,0 0,24 24,0 0,0 0</inkml:trace>
        </inkml:traceGroup>
        <inkml:traceGroup>
          <inkml:annotationXML>
            <emma:emma xmlns:emma="http://www.w3.org/2003/04/emma" version="1.0">
              <emma:interpretation id="{B66F9427-12F3-4FE9-B4C6-7897A0BED3F2}" emma:medium="tactile" emma:mode="ink">
                <msink:context xmlns:msink="http://schemas.microsoft.com/ink/2010/main" type="inkWord" rotatedBoundingBox="22108,6486 22422,6495 22404,7116 22089,7106"/>
              </emma:interpretation>
              <emma:one-of disjunction-type="recognition" id="oneOf35">
                <emma:interpretation id="interp175" emma:lang="id-ID" emma:confidence="0.5">
                  <emma:literal>1</emma:literal>
                </emma:interpretation>
                <emma:interpretation id="interp176" emma:lang="id-ID" emma:confidence="0">
                  <emma:literal>+</emma:literal>
                </emma:interpretation>
                <emma:interpretation id="interp177" emma:lang="id-ID" emma:confidence="0">
                  <emma:literal>t</emma:literal>
                </emma:interpretation>
                <emma:interpretation id="interp178" emma:lang="id-ID" emma:confidence="0">
                  <emma:literal>!</emma:literal>
                </emma:interpretation>
                <emma:interpretation id="interp179" emma:lang="id-ID" emma:confidence="0">
                  <emma:literal>f</emma:literal>
                </emma:interpretation>
              </emma:one-of>
            </emma:emma>
          </inkml:annotationXML>
          <inkml:trace contextRef="#ctx0" brushRef="#br0" timeOffset="186372.8841">11598 5727,'0'24,"24"24,-24 0,0 0,0 24,24 0,-24-24,0 24,24 0,-24-25,0-23,0 0,0 0,0-48,0-24,-24 25,0-25,0 24,-24 0,24 0,0 24,-24 0,24 0,0 0,1 48,23-24,-24 0,24 23,0-23,0 0,24-24,-1 0,1 0,24 0,0 0,-24 0,0 0</inkml:trace>
          <inkml:trace contextRef="#ctx0" brushRef="#br0" timeOffset="185546.4986">10232 5919,'0'-24,"0"48,0 0,0 24,0 24,0-24,0 0,0 0,0 0,0-25,24 1,-24 0,24-24,0 0,0-24</inkml:trace>
        </inkml:traceGroup>
        <inkml:traceGroup>
          <inkml:annotationXML>
            <emma:emma xmlns:emma="http://www.w3.org/2003/04/emma" version="1.0">
              <emma:interpretation id="{126D4F5B-DBAC-40C2-8ABA-FEF7D8CC58F8}" emma:medium="tactile" emma:mode="ink">
                <msink:context xmlns:msink="http://schemas.microsoft.com/ink/2010/main" type="inkWord" rotatedBoundingBox="24589,6872 24967,6541 25180,6783 24802,7115"/>
              </emma:interpretation>
              <emma:one-of disjunction-type="recognition" id="oneOf36">
                <emma:interpretation id="interp180" emma:lang="id-ID" emma:confidence="0.5">
                  <emma:literal>+</emma:literal>
                </emma:interpretation>
                <emma:interpretation id="interp181" emma:lang="id-ID" emma:confidence="0">
                  <emma:literal>T</emma:literal>
                </emma:interpretation>
                <emma:interpretation id="interp182" emma:lang="id-ID" emma:confidence="0">
                  <emma:literal>•</emma:literal>
                </emma:interpretation>
                <emma:interpretation id="interp183" emma:lang="id-ID" emma:confidence="0">
                  <emma:literal>$</emma:literal>
                </emma:interpretation>
                <emma:interpretation id="interp184" emma:lang="id-ID" emma:confidence="0">
                  <emma:literal>J</emma:literal>
                </emma:interpretation>
              </emma:one-of>
            </emma:emma>
          </inkml:annotationXML>
          <inkml:trace contextRef="#ctx0" brushRef="#br0" timeOffset="209882.792">14234 5775,'0'24,"0"24,0 0,0 0,0 0,0 0,0-24,0 0,0 0,0 0,0-48,-24 24,0-24,0 0,24 0,-24 0,0 24,0 0,0 0,-24 0,24 0,0 24,24 0,-24 0,24 0,0 0,-23 0,23 0,23 0,1-24,24 0,-24 0,24 0,0 0,24 0,-48-24,0 24</inkml:trace>
          <inkml:trace contextRef="#ctx0" brushRef="#br0" timeOffset="210632.7449">15312 5703,'0'120,"0"-96,0 24,0 24,0-24,0 0,0 0,0 0,0-24,0 0,0 0,0 0</inkml:trace>
        </inkml:traceGroup>
        <inkml:traceGroup>
          <inkml:annotationXML>
            <emma:emma xmlns:emma="http://www.w3.org/2003/04/emma" version="1.0">
              <emma:interpretation id="{555C63F5-3396-4495-A087-3ABFFE4E9350}" emma:medium="tactile" emma:mode="ink">
                <msink:context xmlns:msink="http://schemas.microsoft.com/ink/2010/main" type="inkWord" rotatedBoundingBox="29880,6182 30241,6192 30191,7840 29830,7829"/>
              </emma:interpretation>
              <emma:one-of disjunction-type="recognition" id="oneOf37">
                <emma:interpretation id="interp185" emma:lang="id-ID" emma:confidence="0.5">
                  <emma:literal>dik</emma:literal>
                </emma:interpretation>
                <emma:interpretation id="interp186" emma:lang="id-ID" emma:confidence="0">
                  <emma:literal>dia</emma:literal>
                </emma:interpretation>
                <emma:interpretation id="interp187" emma:lang="id-ID" emma:confidence="0">
                  <emma:literal>dia,</emma:literal>
                </emma:interpretation>
                <emma:interpretation id="interp188" emma:lang="id-ID" emma:confidence="0">
                  <emma:literal>diia</emma:literal>
                </emma:interpretation>
                <emma:interpretation id="interp189" emma:lang="id-ID" emma:confidence="0">
                  <emma:literal>d.a.</emma:literal>
                </emma:interpretation>
              </emma:one-of>
            </emma:emma>
          </inkml:annotationXML>
          <inkml:trace contextRef="#ctx0" brushRef="#br0" timeOffset="239793.9186">19146 5416,'24'527</inkml:trace>
          <inkml:trace contextRef="#ctx0" brushRef="#br0" timeOffset="245036.3913">19410 6566,'0'-24,"0"72,0 24,0-24,0 24,24 0,-24-24,0-1,0 1,0-24,24 0,-288-120,264 120,0 0,0 0,24 0,0-24,24 24,-24-24,24 0,0 0,-24 0,0 0</inkml:trace>
          <inkml:trace contextRef="#ctx0" brushRef="#br0" timeOffset="238442.5829">18044 5440,'0'192,"24"-25,-24-143,0 24,0-120,-24 48,-120-72,120 72,-119 24,143 24,-24 48,119-24,-47-48,144 0,-144 0,0 0</inkml:trace>
          <inkml:trace contextRef="#ctx0" brushRef="#br0" timeOffset="243873.1336">18044 6614,'0'48,"0"-24,0 0,0 24,0 0,0-24,0 24,0-1,0 1,0-24,0 0,0 0,24-24,0 0</inkml:trace>
        </inkml:traceGroup>
      </inkml:traceGroup>
      <inkml:traceGroup>
        <inkml:annotationXML>
          <emma:emma xmlns:emma="http://www.w3.org/2003/04/emma" version="1.0">
            <emma:interpretation id="{BDDB2DC4-903F-4398-B457-5031DDD47FEB}" emma:medium="tactile" emma:mode="ink">
              <msink:context xmlns:msink="http://schemas.microsoft.com/ink/2010/main" type="line" rotatedBoundingBox="11622,7403 26145,7505 26140,8187 11617,8085"/>
            </emma:interpretation>
          </emma:emma>
        </inkml:annotationXML>
        <inkml:traceGroup>
          <inkml:annotationXML>
            <emma:emma xmlns:emma="http://www.w3.org/2003/04/emma" version="1.0">
              <emma:interpretation id="{55EACE7E-7724-48CC-A14B-F3F911136A5D}" emma:medium="tactile" emma:mode="ink">
                <msink:context xmlns:msink="http://schemas.microsoft.com/ink/2010/main" type="inkWord" rotatedBoundingBox="11622,7403 18358,7451 18353,8133 11617,8085"/>
              </emma:interpretation>
              <emma:one-of disjunction-type="recognition" id="oneOf38">
                <emma:interpretation id="interp190" emma:lang="id-ID" emma:confidence="0.5">
                  <emma:literal>100 101</emma:literal>
                </emma:interpretation>
                <emma:interpretation id="interp191" emma:lang="id-ID" emma:confidence="0">
                  <emma:literal>100 1011</emma:literal>
                </emma:interpretation>
                <emma:interpretation id="interp192" emma:lang="id-ID" emma:confidence="0">
                  <emma:literal>10010:1</emma:literal>
                </emma:interpretation>
                <emma:interpretation id="interp193" emma:lang="id-ID" emma:confidence="0">
                  <emma:literal>10011</emma:literal>
                </emma:interpretation>
                <emma:interpretation id="interp194" emma:lang="id-ID" emma:confidence="0">
                  <emma:literal>100101</emma:literal>
                </emma:interpretation>
              </emma:one-of>
            </emma:emma>
          </inkml:annotationXML>
          <inkml:trace contextRef="#ctx0" brushRef="#br0" timeOffset="62407.4226">4386 6878,'0'-24,"0"48,0 0,0 23,0 1,0 0,0 0,0-24,0 24,0-24,0 0,0 0,23-24,1 0</inkml:trace>
          <inkml:trace contextRef="#ctx0" brushRef="#br0" timeOffset="27522.5712">911 6638,'-24'168,"24"-120,0 0,0-25,0 25,0-24,0 0,0 0,0 0,0 0</inkml:trace>
          <inkml:trace contextRef="#ctx0" brushRef="#br0" timeOffset="33479.8284">1702 6925,'-24'-23,"24"46,0 25,0-24,0 24,0-24,0 0,24 0,0 0,0 0,0 0,0-24,0 0,0 0,-1 0,1 0,0-24,0 0,0 0,0 0,-24-24,0 24,0-24,0 24,0 0,0 1,-24-1,0 0,0 0,0 24,0 0,1 0,-1 0,0 24,0 0,0 0,24 23,-24-23</inkml:trace>
          <inkml:trace contextRef="#ctx0" brushRef="#br0" timeOffset="38653.3372">2636 7093,'-24'-24,"24"96,0-48,0 0,0 0,24 0,0 0,0 24,0-48,24 24,-24-24,0 0,0 0,0 0,0 0,24-24,-24 0,0 0,0-24,0 24,-24-24,0 0,0 24,0-24,0 24,0 0,-24 0,0 24,0 0,-24 0,0 0,24 24,-24 0,24 0,0 24,0-24,0 0</inkml:trace>
          <inkml:trace contextRef="#ctx0" brushRef="#br0" timeOffset="64049.0107">7620 6925,'0'48,"0"0,0 0,0 0,0 0,0 0,0-24,0 0,0 0,0 0</inkml:trace>
          <inkml:trace contextRef="#ctx0" brushRef="#br0" timeOffset="63286.0057">6350 6949,'-47'-24,"23"48,24 0,0 0,0 24,0-24,0 24,0 0,24-24,-1 24,1-24,24 0,-24 0,0 0,0-24,0 0,0 0,0-48,-24 24,24-24,-24 0,0 0,0 0,0 0,-24 24,-24-24,24 48,0-24,-24 24,24 0,0 0,0 24,24 24,0-24,0 24</inkml:trace>
        </inkml:traceGroup>
        <inkml:traceGroup>
          <inkml:annotationXML>
            <emma:emma xmlns:emma="http://www.w3.org/2003/04/emma" version="1.0">
              <emma:interpretation id="{D1A29EA5-3E52-4D3D-B10C-C0C095740382}" emma:medium="tactile" emma:mode="ink">
                <msink:context xmlns:msink="http://schemas.microsoft.com/ink/2010/main" type="inkWord" rotatedBoundingBox="20943,7736 21376,7739 21373,8099 20941,8096"/>
              </emma:interpretation>
              <emma:one-of disjunction-type="recognition" id="oneOf39">
                <emma:interpretation id="interp195" emma:lang="id-ID" emma:confidence="0.5">
                  <emma:literal>&amp;</emma:literal>
                </emma:interpretation>
                <emma:interpretation id="interp196" emma:lang="id-ID" emma:confidence="0">
                  <emma:literal>d</emma:literal>
                </emma:interpretation>
                <emma:interpretation id="interp197" emma:lang="id-ID" emma:confidence="0">
                  <emma:literal>a</emma:literal>
                </emma:interpretation>
                <emma:interpretation id="interp198" emma:lang="id-ID" emma:confidence="0">
                  <emma:literal>I</emma:literal>
                </emma:interpretation>
                <emma:interpretation id="interp199" emma:lang="id-ID" emma:confidence="0">
                  <emma:literal>*</emma:literal>
                </emma:interpretation>
              </emma:one-of>
            </emma:emma>
          </inkml:annotationXML>
          <inkml:trace contextRef="#ctx0" brushRef="#br0" timeOffset="187796.4114">10544 6997,'0'-24,"0"48,0 0,24 144,-24-120,0 0,0-24,0 0,-24-48,0-24,0 24,0-24,0 24,0 24,0-24,0 24,-24 0,24 0,0 0,0 24,0 0,0 0,24 0,0 0,0 0,0 0,24-24,24 0,0 0,0 0,24 0,-24-24,24 24,0-24</inkml:trace>
        </inkml:traceGroup>
        <inkml:traceGroup>
          <inkml:annotationXML>
            <emma:emma xmlns:emma="http://www.w3.org/2003/04/emma" version="1.0">
              <emma:interpretation id="{308F04E7-6AB5-4C48-9DFD-81ADC62DBFE3}" emma:medium="tactile" emma:mode="ink">
                <msink:context xmlns:msink="http://schemas.microsoft.com/ink/2010/main" type="inkWord" rotatedBoundingBox="22141,7762 22477,7764 22475,8148 22138,8145"/>
              </emma:interpretation>
              <emma:one-of disjunction-type="recognition" id="oneOf40">
                <emma:interpretation id="interp200" emma:lang="id-ID" emma:confidence="0.5">
                  <emma:literal>0</emma:literal>
                </emma:interpretation>
                <emma:interpretation id="interp201" emma:lang="id-ID" emma:confidence="0">
                  <emma:literal>o</emma:literal>
                </emma:interpretation>
                <emma:interpretation id="interp202" emma:lang="id-ID" emma:confidence="0">
                  <emma:literal>O</emma:literal>
                </emma:interpretation>
                <emma:interpretation id="interp203" emma:lang="id-ID" emma:confidence="0">
                  <emma:literal>•</emma:literal>
                </emma:interpretation>
                <emma:interpretation id="interp204" emma:lang="id-ID" emma:confidence="0">
                  <emma:literal>G</emma:literal>
                </emma:interpretation>
              </emma:one-of>
            </emma:emma>
          </inkml:annotationXML>
          <inkml:trace contextRef="#ctx0" brushRef="#br0" timeOffset="188426.8192">11478 6997,'-24'144,"24"-96,0-24,0 24,24 0,0-24,0 0,0 0,0-24,0 0,24 0,-24 0,0-24,0 0,-24 0,24-24,-24 0,0 24,0-24,-24 0,0 24,0 0,0 24,-24 0,24 0,-24 0,24 24,0 0,-24 24,24-24</inkml:trace>
        </inkml:traceGroup>
        <inkml:traceGroup>
          <inkml:annotationXML>
            <emma:emma xmlns:emma="http://www.w3.org/2003/04/emma" version="1.0">
              <emma:interpretation id="{98F5D092-E37D-43A3-B2F3-454A9CB89617}" emma:medium="tactile" emma:mode="ink">
                <msink:context xmlns:msink="http://schemas.microsoft.com/ink/2010/main" type="inkWord" rotatedBoundingBox="24874,7539 26145,7548 26141,7987 24871,7978"/>
              </emma:interpretation>
              <emma:one-of disjunction-type="recognition" id="oneOf41">
                <emma:interpretation id="interp205" emma:lang="id-ID" emma:confidence="0.5">
                  <emma:literal>od</emma:literal>
                </emma:interpretation>
                <emma:interpretation id="interp206" emma:lang="id-ID" emma:confidence="0">
                  <emma:literal>Old</emma:literal>
                </emma:interpretation>
                <emma:interpretation id="interp207" emma:lang="id-ID" emma:confidence="0">
                  <emma:literal>ode</emma:literal>
                </emma:interpretation>
                <emma:interpretation id="interp208" emma:lang="id-ID" emma:confidence="0">
                  <emma:literal>Ode</emma:literal>
                </emma:interpretation>
                <emma:interpretation id="interp209" emma:lang="id-ID" emma:confidence="0">
                  <emma:literal>Odm</emma:literal>
                </emma:interpretation>
              </emma:one-of>
            </emma:emma>
          </inkml:annotationXML>
          <inkml:trace contextRef="#ctx0" brushRef="#br0" timeOffset="213043.3742">14234 6997,'-72'48,"72"-24,-24 0,24 0,0 0,0 0,0 0,24 0,192-168,-240 120,0 0,0 24,0-24,0 24,24 24</inkml:trace>
          <inkml:trace contextRef="#ctx0" brushRef="#br0" timeOffset="213865.0355">15336 6782,'0'48,"24"-24,-24 24,0-1,0 25,0-24,24 0,-24-24,0 24,24-48,-24 24,0-48,-24-24,0 24,-24 0,24 0,-24 0,24 24,-23 0,-1 0,0 0,24 0,-24 24,24 0,24 0,-24 0,24 0,0 0,24 0,24-24,0 0,-24 0,24-24,0 24,-25 0,1 0</inkml:trace>
        </inkml:traceGroup>
      </inkml:traceGroup>
    </inkml:traceGroup>
    <inkml:traceGroup>
      <inkml:annotationXML>
        <emma:emma xmlns:emma="http://www.w3.org/2003/04/emma" version="1.0">
          <emma:interpretation id="{E3C2191C-A122-4489-9F84-8F174F3A70EB}" emma:medium="tactile" emma:mode="ink">
            <msink:context xmlns:msink="http://schemas.microsoft.com/ink/2010/main" type="paragraph" rotatedBoundingBox="11724,8076 30245,8459 30205,10372 11685,998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BDC317AE-1472-4258-B7E7-A3227CDAFD4D}" emma:medium="tactile" emma:mode="ink">
              <msink:context xmlns:msink="http://schemas.microsoft.com/ink/2010/main" type="line" rotatedBoundingBox="11724,8076 30245,8459 30213,9989 11693,9606"/>
            </emma:interpretation>
          </emma:emma>
        </inkml:annotationXML>
        <inkml:traceGroup>
          <inkml:annotationXML>
            <emma:emma xmlns:emma="http://www.w3.org/2003/04/emma" version="1.0">
              <emma:interpretation id="{B6E610D8-D71E-4472-8171-A17ADD0492BF}" emma:medium="tactile" emma:mode="ink">
                <msink:context xmlns:msink="http://schemas.microsoft.com/ink/2010/main" type="inkWord" rotatedBoundingBox="18403,8863 18673,8869 18663,9347 18393,9342"/>
              </emma:interpretation>
              <emma:one-of disjunction-type="recognition" id="oneOf42">
                <emma:interpretation id="interp210" emma:lang="id-ID" emma:confidence="0.5">
                  <emma:literal>101110</emma:literal>
                </emma:interpretation>
                <emma:interpretation id="interp211" emma:lang="id-ID" emma:confidence="0.5">
                  <emma:literal>1011 10</emma:literal>
                </emma:interpretation>
                <emma:interpretation id="interp212" emma:lang="id-ID" emma:confidence="0.5">
                  <emma:literal>101 110</emma:literal>
                </emma:interpretation>
                <emma:interpretation id="interp213" emma:lang="id-ID" emma:confidence="0">
                  <emma:literal>ion, 110</emma:literal>
                </emma:interpretation>
                <emma:interpretation id="interp214" emma:lang="id-ID" emma:confidence="0">
                  <emma:literal>Idi 110</emma:literal>
                </emma:interpretation>
              </emma:one-of>
            </emma:emma>
          </inkml:annotationXML>
          <inkml:trace contextRef="#ctx0" brushRef="#br0" timeOffset="71264.3497">7788 8100,'-72'0,"48"0,0 72,24-25,0-23,0 24,0-24,0 24,0-24,0 24,0-24,24 24,0-24,0 0,0-24,0 24,0-24,0 0,0 0,0 0,-24-24,24 0,-24-24,24 24,-24 0,0-24,0 24,0 0,0 0,0 0,0 0,-24 0,0 0,0 24,0-24,0 24,0 0,0 0,0 48,0-24,0 24,0 0</inkml:trace>
          <inkml:trace contextRef="#ctx0" brushRef="#br0" timeOffset="28109.0956">983 7692,'24'-48,"-24"72,0 0,0 0,0 24,0 0,0-24,0 24,0 0,0-24,0 24,0-24</inkml:trace>
          <inkml:trace contextRef="#ctx0" brushRef="#br0" timeOffset="34319.7385">1678 7908,'0'24,"0"0,0 0,0 0,0 0,0 0,0 0,24 24,0-24,0 0,0-1,0-23,0 0,0 0,23 0,-23 0,0-23,0-25,0 24,0 0,-24-24,0 24,0 0,0-24,0 0,0 0,0 24,-24-24,0 24,0 0,0 0,0 24,0 0,1 0,23 24,-24 0,0 24,0 0,24-24</inkml:trace>
          <inkml:trace contextRef="#ctx0" brushRef="#br0" timeOffset="39261.0355">2684 7836,'0'-24,"24"24,-24 24,0 0,0 24,0-24,0 24,0 0,0-24,0 24,0-24,0 0,0 0,0-1,0 1</inkml:trace>
          <inkml:trace contextRef="#ctx0" brushRef="#br0" timeOffset="69493.8431">4505 7884,'-24'0,"24"24,0 0,0 0,0 0,0 0,0 0,0 24,-24-24,24 24,0-24,0 23,-24-23,24 0,0 0,0 0,24-24</inkml:trace>
          <inkml:trace contextRef="#ctx0" brushRef="#br0" timeOffset="70251.4834">6279 8028,'0'24,"0"24,0 0,0-1,0 25,0 0,0-24,0 0,0-24,0 0,0 0,0 0,24-24</inkml:trace>
        </inkml:traceGroup>
        <inkml:traceGroup>
          <inkml:annotationXML>
            <emma:emma xmlns:emma="http://www.w3.org/2003/04/emma" version="1.0">
              <emma:interpretation id="{B21EBA43-C6C9-4470-A7E9-7156471E78D7}" emma:medium="tactile" emma:mode="ink">
                <msink:context xmlns:msink="http://schemas.microsoft.com/ink/2010/main" type="inkWord" rotatedBoundingBox="22147,8455 22532,8463 22521,9011 22135,9003"/>
              </emma:interpretation>
              <emma:one-of disjunction-type="recognition" id="oneOf43">
                <emma:interpretation id="interp215" emma:lang="id-ID" emma:confidence="0.5">
                  <emma:literal>dos</emma:literal>
                </emma:interpretation>
                <emma:interpretation id="interp216" emma:lang="id-ID" emma:confidence="0">
                  <emma:literal>doz</emma:literal>
                </emma:interpretation>
                <emma:interpretation id="interp217" emma:lang="id-ID" emma:confidence="0">
                  <emma:literal>do</emma:literal>
                </emma:interpretation>
                <emma:interpretation id="interp218" emma:lang="id-ID" emma:confidence="0">
                  <emma:literal>dot.</emma:literal>
                </emma:interpretation>
                <emma:interpretation id="interp219" emma:lang="id-ID" emma:confidence="0">
                  <emma:literal>dao</emma:literal>
                </emma:interpretation>
              </emma:one-of>
            </emma:emma>
          </inkml:annotationXML>
          <inkml:trace contextRef="#ctx0" brushRef="#br0" timeOffset="189994.4714">11550 7692,'-48'120,"48"-72,0 0,0 0,0 0,0 0,24 0,-24 0,24-24,0-1,24 1,-24 0,0-24,0 0,0 0,0-24,0-23,0-1,-24 0,0 0,0-24,-24 24,0 24,0-24,0 24,-24 24,0 0,24 0,-24 24,24 24,0 0,-48 48</inkml:trace>
          <inkml:trace contextRef="#ctx0" brushRef="#br0" timeOffset="189274.1944">10640 7860,'0'192,"24"-144,-24-24,0 0,24 0,-24-1,0 1,0-48,0 1,0-1,0-24,-24 24,0 0,0 0,0 24,-24 0,24 0,0 0,0 0,0 0,0 0,0 0,0 0,24 24,-24 0,24 0,0 0,-24 0,24 23,0-23,0 0,0 0,0 0,24-24,0 24,24-24,-24 0,24 0,0-24,0 24,0-24,0 0,0 0</inkml:trace>
        </inkml:traceGroup>
        <inkml:traceGroup>
          <inkml:annotationXML>
            <emma:emma xmlns:emma="http://www.w3.org/2003/04/emma" version="1.0">
              <emma:interpretation id="{3E353BFF-1AA6-4098-88B8-F6DEC8CC3564}" emma:medium="tactile" emma:mode="ink">
                <msink:context xmlns:msink="http://schemas.microsoft.com/ink/2010/main" type="inkWord" rotatedBoundingBox="26030,8403 26413,8411 26402,8945 26019,8937"/>
              </emma:interpretation>
              <emma:one-of disjunction-type="recognition" id="oneOf44">
                <emma:interpretation id="interp220" emma:lang="id-ID" emma:confidence="0.5">
                  <emma:literal>14</emma:literal>
                </emma:interpretation>
                <emma:interpretation id="interp221" emma:lang="id-ID" emma:confidence="0">
                  <emma:literal>k</emma:literal>
                </emma:interpretation>
                <emma:interpretation id="interp222" emma:lang="id-ID" emma:confidence="0">
                  <emma:literal>14,</emma:literal>
                </emma:interpretation>
                <emma:interpretation id="interp223" emma:lang="id-ID" emma:confidence="0">
                  <emma:literal>k,</emma:literal>
                </emma:interpretation>
                <emma:interpretation id="interp224" emma:lang="id-ID" emma:confidence="0">
                  <emma:literal>k.</emma:literal>
                </emma:interpretation>
              </emma:one-of>
            </emma:emma>
          </inkml:annotationXML>
          <inkml:trace contextRef="#ctx0" brushRef="#br0" timeOffset="218366.4532">15576 7668,'24'-24,"-24"48,24 24,-24 0,24 0,-24 24,0-24,24-24,-24 0,0 0,0 0,0-48,-24 0,0 24,0-24,-24 24,24 0,-24 0,24 0,-24 0,24 0,-24 0,24 24,24 0,-24 0,24 0,0 0,0 24,0-24,0 0,24-24,24 0,0 0,0 0,-24-24,24 0,-24 0,0 0</inkml:trace>
          <inkml:trace contextRef="#ctx0" brushRef="#br0" timeOffset="216777.0725">14330 7788,'0'-48,"0"72,0 0,0 24,0 24,0-24,0 0,0 24,0-48,0 24,0-24,24-1,-24 1</inkml:trace>
        </inkml:traceGroup>
        <inkml:traceGroup>
          <inkml:annotationXML>
            <emma:emma xmlns:emma="http://www.w3.org/2003/04/emma" version="1.0">
              <emma:interpretation id="{17E1A069-0124-4FC5-BC62-7CD7CB7EF5E0}" emma:medium="tactile" emma:mode="ink">
                <msink:context xmlns:msink="http://schemas.microsoft.com/ink/2010/main" type="inkWord" rotatedBoundingBox="28739,8474 29265,8485 29235,9969 28708,9958"/>
              </emma:interpretation>
              <emma:one-of disjunction-type="recognition" id="oneOf45">
                <emma:interpretation id="interp225" emma:lang="id-ID" emma:confidence="0.5">
                  <emma:literal>d,</emma:literal>
                </emma:interpretation>
                <emma:interpretation id="interp226" emma:lang="id-ID" emma:confidence="0">
                  <emma:literal>di,</emma:literal>
                </emma:interpretation>
                <emma:interpretation id="interp227" emma:lang="id-ID" emma:confidence="0">
                  <emma:literal>k,</emma:literal>
                </emma:interpretation>
                <emma:interpretation id="interp228" emma:lang="id-ID" emma:confidence="0">
                  <emma:literal>db,</emma:literal>
                </emma:interpretation>
                <emma:interpretation id="interp229" emma:lang="id-ID" emma:confidence="0">
                  <emma:literal>R,</emma:literal>
                </emma:interpretation>
              </emma:one-of>
            </emma:emma>
          </inkml:annotationXML>
          <inkml:trace contextRef="#ctx0" brushRef="#br0" timeOffset="246544.4863">18356 7740,'0'-24,"0"48,0 0,0 24,0 24,23 0,-23-24,0 24,0-24,0 0,0-25,-23-46,-1-1,-24 0,24-24,-24 48,24 0,-24 0,24 0,-24 0,24 0,0 48,0-24,24 0,0-1,0 1,24-24,24 0,0 0,0 0,24 0,0-24,-1 1,-23 23,0-24,0 24</inkml:trace>
          <inkml:trace contextRef="#ctx0" brushRef="#br0" timeOffset="247979.3507">18451 8747,'-24'24,"24"0,0 23,0 1,0 24,0-24,0 0,0 0,0 0,0-24,0 0,24-24</inkml:trace>
        </inkml:traceGroup>
        <inkml:traceGroup>
          <inkml:annotationXML>
            <emma:emma xmlns:emma="http://www.w3.org/2003/04/emma" version="1.0">
              <emma:interpretation id="{C49E9CFD-5458-483A-9C5A-F00333F9CE59}" emma:medium="tactile" emma:mode="ink">
                <msink:context xmlns:msink="http://schemas.microsoft.com/ink/2010/main" type="inkWord" rotatedBoundingBox="29980,8454 30245,8459 30213,9973 29949,9967"/>
              </emma:interpretation>
              <emma:one-of disjunction-type="recognition" id="oneOf46">
                <emma:interpretation id="interp230" emma:lang="id-ID" emma:confidence="0.5">
                  <emma:literal>:</emma:literal>
                </emma:interpretation>
                <emma:interpretation id="interp231" emma:lang="id-ID" emma:confidence="0">
                  <emma:literal>!</emma:literal>
                </emma:interpretation>
                <emma:interpretation id="interp232" emma:lang="id-ID" emma:confidence="0">
                  <emma:literal>1</emma:literal>
                </emma:interpretation>
                <emma:interpretation id="interp233" emma:lang="id-ID" emma:confidence="0">
                  <emma:literal>"</emma:literal>
                </emma:interpretation>
                <emma:interpretation id="interp234" emma:lang="id-ID" emma:confidence="0">
                  <emma:literal>h</emma:literal>
                </emma:interpretation>
              </emma:one-of>
            </emma:emma>
          </inkml:annotationXML>
          <inkml:trace contextRef="#ctx0" brushRef="#br0" timeOffset="248535.1665">19482 8699,'0'96,"0"-49,0 1,0 0,0 0,0 0,0-24,0 24,-264-72,264 48,0 0,0 0,0 0,0 0,24-24,0 0,24 0,0 0,-24-24,24 24,-24-24</inkml:trace>
          <inkml:trace contextRef="#ctx0" brushRef="#br0" timeOffset="247197.5136">19434 7692,'0'120,"0"-72,0-24,-24 24,24 0,0 0,-24 0,0 0,24-24,0 0,0-1,0 1,-24-24</inkml:trace>
        </inkml:traceGroup>
      </inkml:traceGroup>
      <inkml:traceGroup>
        <inkml:annotationXML>
          <emma:emma xmlns:emma="http://www.w3.org/2003/04/emma" version="1.0">
            <emma:interpretation id="{B85A5591-F5B2-4CA6-8C32-B03FA1895BFD}" emma:medium="tactile" emma:mode="ink">
              <msink:context xmlns:msink="http://schemas.microsoft.com/ink/2010/main" type="line" rotatedBoundingBox="11751,9368 26528,9532 26521,10192 11744,10028"/>
            </emma:interpretation>
          </emma:emma>
        </inkml:annotationXML>
        <inkml:traceGroup>
          <inkml:annotationXML>
            <emma:emma xmlns:emma="http://www.w3.org/2003/04/emma" version="1.0">
              <emma:interpretation id="{D328AAE2-E683-4BE5-AF9A-1985909F84ED}" emma:medium="tactile" emma:mode="ink">
                <msink:context xmlns:msink="http://schemas.microsoft.com/ink/2010/main" type="inkWord" rotatedBoundingBox="11751,9368 18649,9445 18641,10104 11744,10028"/>
              </emma:interpretation>
              <emma:one-of disjunction-type="recognition" id="oneOf47">
                <emma:interpretation id="interp235" emma:lang="id-ID" emma:confidence="0.5">
                  <emma:literal>110 111</emma:literal>
                </emma:interpretation>
                <emma:interpretation id="interp236" emma:lang="id-ID" emma:confidence="0">
                  <emma:literal>10 111</emma:literal>
                </emma:interpretation>
                <emma:interpretation id="interp237" emma:lang="id-ID" emma:confidence="0.5">
                  <emma:literal>11011 1</emma:literal>
                </emma:interpretation>
                <emma:interpretation id="interp238" emma:lang="id-ID" emma:confidence="0">
                  <emma:literal>110111</emma:literal>
                </emma:interpretation>
                <emma:interpretation id="interp239" emma:lang="id-ID" emma:confidence="0">
                  <emma:literal>10111</emma:literal>
                </emma:interpretation>
              </emma:one-of>
            </emma:emma>
          </inkml:annotationXML>
          <inkml:trace contextRef="#ctx0" brushRef="#br0" timeOffset="74218.6242">6350 8986,'48'336</inkml:trace>
          <inkml:trace contextRef="#ctx0" brushRef="#br0" timeOffset="75566.3227">7908 8866,'0'72,"0"0,0-24,0-24,0 24,0 24,0-24,0-24,0 0,0 0</inkml:trace>
          <inkml:trace contextRef="#ctx0" brushRef="#br0" timeOffset="35031.8486">1798 8699,'0'24,"0"24,0-1,0 1,0 0,0 0,0 0,0-24,-24 0,24 0,0 0</inkml:trace>
          <inkml:trace contextRef="#ctx0" brushRef="#br0" timeOffset="40063.8023">2684 8914,'-48'0,"24"0,24 24,0 0,0 0,0 0,0 0,0 24,0-24,24 0,-24 0,24 0,48 0,-48-24,0 0,0 0,-24-24,24 24,0-24,-24-24,24 24,-24 0,0 0,0-24,0 24,-24 0,0 0,-24 0,24 24,-24-24,24 24,0 0,0 0,0 0,24 24,0 0</inkml:trace>
          <inkml:trace contextRef="#ctx0" brushRef="#br0" timeOffset="28692.4442">1031 8603,'0'168,"0"-144,0-1,0 1,0 0,0 0,0 0</inkml:trace>
          <inkml:trace contextRef="#ctx0" brushRef="#br0" timeOffset="72975.2877">4505 8890,'0'-24,"0"48,24 24,-24 24,24-24,-24 120,0-96,24-72,0 0</inkml:trace>
        </inkml:traceGroup>
        <inkml:traceGroup>
          <inkml:annotationXML>
            <emma:emma xmlns:emma="http://www.w3.org/2003/04/emma" version="1.0">
              <emma:interpretation id="{E4A5F4F8-9D5C-4DB1-AC33-5805FB2EA19F}" emma:medium="tactile" emma:mode="ink">
                <msink:context xmlns:msink="http://schemas.microsoft.com/ink/2010/main" type="inkWord" rotatedBoundingBox="21161,9533 22430,9547 22425,9994 21156,9980"/>
              </emma:interpretation>
              <emma:one-of disjunction-type="recognition" id="oneOf48">
                <emma:interpretation id="interp240" emma:lang="id-ID" emma:confidence="0.5">
                  <emma:literal>do</emma:literal>
                </emma:interpretation>
                <emma:interpretation id="interp241" emma:lang="id-ID" emma:confidence="0">
                  <emma:literal>doi</emma:literal>
                </emma:interpretation>
                <emma:interpretation id="interp242" emma:lang="id-ID" emma:confidence="0">
                  <emma:literal>doz</emma:literal>
                </emma:interpretation>
                <emma:interpretation id="interp243" emma:lang="id-ID" emma:confidence="0">
                  <emma:literal>dot</emma:literal>
                </emma:interpretation>
                <emma:interpretation id="interp244" emma:lang="id-ID" emma:confidence="0">
                  <emma:literal>dop</emma:literal>
                </emma:interpretation>
              </emma:one-of>
            </emma:emma>
          </inkml:annotationXML>
          <inkml:trace contextRef="#ctx0" brushRef="#br0" timeOffset="190870.8728">10736 8771,'0'47,"0"-23,0 24,0-24,23 24,-23 0,24 0,-24 0,24 0,-24-24,24-24,-24-24,-24-24,0 24,0-24,-23 24,-1 0,0 24,24 0,-24 0,0 0,24 24,0 0,24 24,-24-24,24 0,0 0,0 0,24-24,0 24,0-24,24 0,24 0,-24 0,0-24,23 0,-23 24,0-24</inkml:trace>
          <inkml:trace contextRef="#ctx0" brushRef="#br0" timeOffset="191411.0502">11383 8890,'-48'168,"48"-144,24 24,-24-24,24 24,-1-48,1 24,0-24,0 0,24 0,-24 0,0-24,0-24,0 24,0-24,0 0,0 0,-24 0,0 24,0 0,0 0,-24 24,-24-24,0 24,0 0,24 0,-24 24,24 0,0 24,1-24,23 24</inkml:trace>
        </inkml:traceGroup>
        <inkml:traceGroup>
          <inkml:annotationXML>
            <emma:emma xmlns:emma="http://www.w3.org/2003/04/emma" version="1.0">
              <emma:interpretation id="{2CD60C52-C154-49DA-8633-969D5D4383F3}" emma:medium="tactile" emma:mode="ink">
                <msink:context xmlns:msink="http://schemas.microsoft.com/ink/2010/main" type="inkWord" rotatedBoundingBox="25092,9605 26527,9621 26522,10103 25086,10087"/>
              </emma:interpretation>
              <emma:one-of disjunction-type="recognition" id="oneOf49">
                <emma:interpretation id="interp245" emma:lang="id-ID" emma:confidence="0.5">
                  <emma:literal>do</emma:literal>
                </emma:interpretation>
                <emma:interpretation id="interp246" emma:lang="id-ID" emma:confidence="0">
                  <emma:literal>d0</emma:literal>
                </emma:interpretation>
                <emma:interpretation id="interp247" emma:lang="id-ID" emma:confidence="0">
                  <emma:literal>ao</emma:literal>
                </emma:interpretation>
                <emma:interpretation id="interp248" emma:lang="id-ID" emma:confidence="0">
                  <emma:literal>dao</emma:literal>
                </emma:interpretation>
                <emma:interpretation id="interp249" emma:lang="id-ID" emma:confidence="0">
                  <emma:literal>090</emma:literal>
                </emma:interpretation>
              </emma:one-of>
            </emma:emma>
          </inkml:annotationXML>
          <inkml:trace contextRef="#ctx0" brushRef="#br0" timeOffset="221299.8943">14593 8842,'144'240,"-144"-192,0-24,0 24,0-24,0 0,-24-24,0-24,0 0,0 24,0-24,-24 24,25 0,-25 0,24 0,0 0,0 0,0 0,0 24,0 0,24 0,0 0,0 0,24-24,0 24,24-24,-24 0,24 0,-1 0,-23 0,24 0,-24 0,0 0</inkml:trace>
          <inkml:trace contextRef="#ctx0" brushRef="#br0" timeOffset="222110.6002">15600 8914,'-72'0,"48"24,24 0,0 0,-24 24,24 0,0-24,0 24,0-24,24 0,-24 0,24 0,0-24,0 0,24 0,-24 0,0 0,24-24,-24-24,0 0,-24 0,24 0,-24 0,0 24,-24-24,0 24,0 24,-24-24,0 24,0 0,0 24,0 0,24 0,-24 24</inkml:trace>
        </inkml:traceGroup>
      </inkml:traceGroup>
    </inkml:traceGroup>
    <inkml:traceGroup>
      <inkml:annotationXML>
        <emma:emma xmlns:emma="http://www.w3.org/2003/04/emma" version="1.0">
          <emma:interpretation id="{D5042C24-BC63-49D7-A3AC-627BA857AADE}" emma:medium="tactile" emma:mode="ink">
            <msink:context xmlns:msink="http://schemas.microsoft.com/ink/2010/main" type="paragraph" rotatedBoundingBox="11744,10196 30364,10385 30357,11092 11737,1090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C6431352-AD93-4845-A9D0-ABF67585849F}" emma:medium="tactile" emma:mode="ink">
              <msink:context xmlns:msink="http://schemas.microsoft.com/ink/2010/main" type="line" rotatedBoundingBox="11744,10196 30364,10385 30357,11092 11737,10903"/>
            </emma:interpretation>
          </emma:emma>
        </inkml:annotationXML>
        <inkml:traceGroup>
          <inkml:annotationXML>
            <emma:emma xmlns:emma="http://www.w3.org/2003/04/emma" version="1.0">
              <emma:interpretation id="{65FCB2BF-EE58-48EF-9ABE-071F4510A683}" emma:medium="tactile" emma:mode="ink">
                <msink:context xmlns:msink="http://schemas.microsoft.com/ink/2010/main" type="inkWord" rotatedBoundingBox="11731,10565 11769,10323 11799,10328 11762,10570"/>
              </emma:interpretation>
              <emma:one-of disjunction-type="recognition" id="oneOf50">
                <emma:interpretation id="interp250" emma:lang="id-ID" emma:confidence="0.5">
                  <emma:literal>I</emma:literal>
                </emma:interpretation>
                <emma:interpretation id="interp251" emma:lang="id-ID" emma:confidence="0">
                  <emma:literal>l</emma:literal>
                </emma:interpretation>
                <emma:interpretation id="interp252" emma:lang="id-ID" emma:confidence="0">
                  <emma:literal>|</emma:literal>
                </emma:interpretation>
                <emma:interpretation id="interp253" emma:lang="id-ID" emma:confidence="0">
                  <emma:literal>'</emma:literal>
                </emma:interpretation>
                <emma:interpretation id="interp254" emma:lang="id-ID" emma:confidence="0">
                  <emma:literal>1</emma:literal>
                </emma:interpretation>
              </emma:one-of>
            </emma:emma>
          </inkml:annotationXML>
          <inkml:trace contextRef="#ctx0" brushRef="#br0" timeOffset="29255.6127">1031 9585,'24'-24,"-24"48,0 0,0 0,-24 24,24-24,0 0,0 24,-24-24</inkml:trace>
        </inkml:traceGroup>
        <inkml:traceGroup>
          <inkml:annotationXML>
            <emma:emma xmlns:emma="http://www.w3.org/2003/04/emma" version="1.0">
              <emma:interpretation id="{5F13BCBD-1E6E-4708-BB87-DFC861066F67}" emma:medium="tactile" emma:mode="ink">
                <msink:context xmlns:msink="http://schemas.microsoft.com/ink/2010/main" type="inkWord" rotatedBoundingBox="12566,10326 12582,10327 12580,10614 12563,10614"/>
              </emma:interpretation>
              <emma:one-of disjunction-type="recognition" id="oneOf51">
                <emma:interpretation id="interp255" emma:lang="id-ID" emma:confidence="0.5">
                  <emma:literal>1</emma:literal>
                </emma:interpretation>
                <emma:interpretation id="interp256" emma:lang="id-ID" emma:confidence="0">
                  <emma:literal>I</emma:literal>
                </emma:interpretation>
                <emma:interpretation id="interp257" emma:lang="id-ID" emma:confidence="0">
                  <emma:literal>l</emma:literal>
                </emma:interpretation>
                <emma:interpretation id="interp258" emma:lang="id-ID" emma:confidence="0">
                  <emma:literal>|</emma:literal>
                </emma:interpretation>
                <emma:interpretation id="interp259" emma:lang="id-ID" emma:confidence="0">
                  <emma:literal>'</emma:literal>
                </emma:interpretation>
              </emma:one-of>
            </emma:emma>
          </inkml:annotationXML>
          <inkml:trace contextRef="#ctx0" brushRef="#br0" timeOffset="35541.8487">1846 9561,'0'24,"0"0,0 0,0 0,0 0,0 0,0 0,0 0,0 0,0 0,0 0,0 0</inkml:trace>
        </inkml:traceGroup>
        <inkml:traceGroup>
          <inkml:annotationXML>
            <emma:emma xmlns:emma="http://www.w3.org/2003/04/emma" version="1.0">
              <emma:interpretation id="{B57C5DC2-E0C2-412B-85C8-E7E46684A6BD}" emma:medium="tactile" emma:mode="ink">
                <msink:context xmlns:msink="http://schemas.microsoft.com/ink/2010/main" type="inkWord" rotatedBoundingBox="13500,10350 13517,10351 13514,10735 13497,10734"/>
              </emma:interpretation>
              <emma:one-of disjunction-type="recognition" id="oneOf52">
                <emma:interpretation id="interp260" emma:lang="id-ID" emma:confidence="0.5">
                  <emma:literal>1</emma:literal>
                </emma:interpretation>
                <emma:interpretation id="interp261" emma:lang="id-ID" emma:confidence="0">
                  <emma:literal>I</emma:literal>
                </emma:interpretation>
                <emma:interpretation id="interp262" emma:lang="id-ID" emma:confidence="0">
                  <emma:literal>|</emma:literal>
                </emma:interpretation>
                <emma:interpretation id="interp263" emma:lang="id-ID" emma:confidence="0">
                  <emma:literal>l</emma:literal>
                </emma:interpretation>
                <emma:interpretation id="interp264" emma:lang="id-ID" emma:confidence="0">
                  <emma:literal>'</emma:literal>
                </emma:interpretation>
              </emma:one-of>
            </emma:emma>
          </inkml:annotationXML>
          <inkml:trace contextRef="#ctx0" brushRef="#br0" timeOffset="40589.717">2780 9585,'0'72,"0"-48,0 0,0 24,0-24,0 24,0-24,0 0,0 0,0 0,0 0,0 0</inkml:trace>
        </inkml:traceGroup>
        <inkml:traceGroup>
          <inkml:annotationXML>
            <emma:emma xmlns:emma="http://www.w3.org/2003/04/emma" version="1.0">
              <emma:interpretation id="{6058E963-00ED-478E-B51A-E3C3186BDFA0}" emma:medium="tactile" emma:mode="ink">
                <msink:context xmlns:msink="http://schemas.microsoft.com/ink/2010/main" type="inkWord" rotatedBoundingBox="15406,10806 15407,10447 15431,10447 15430,10807"/>
              </emma:interpretation>
              <emma:one-of disjunction-type="recognition" id="oneOf53">
                <emma:interpretation id="interp265" emma:lang="id-ID" emma:confidence="0.5">
                  <emma:literal>1</emma:literal>
                </emma:interpretation>
                <emma:interpretation id="interp266" emma:lang="id-ID" emma:confidence="0">
                  <emma:literal>I</emma:literal>
                </emma:interpretation>
                <emma:interpretation id="interp267" emma:lang="id-ID" emma:confidence="0">
                  <emma:literal>l</emma:literal>
                </emma:interpretation>
                <emma:interpretation id="interp268" emma:lang="id-ID" emma:confidence="0">
                  <emma:literal>|</emma:literal>
                </emma:interpretation>
                <emma:interpretation id="interp269" emma:lang="id-ID" emma:confidence="0">
                  <emma:literal>'</emma:literal>
                </emma:interpretation>
              </emma:one-of>
            </emma:emma>
          </inkml:annotationXML>
          <inkml:trace contextRef="#ctx0" brushRef="#br0" timeOffset="87560.2471">4697 9705,'-24'0,"24"-24,0 48,0 24,0-24,0 0,0 24,0-24,0 24,0 0,0-24,0 0,0 0,24-72</inkml:trace>
        </inkml:traceGroup>
        <inkml:traceGroup>
          <inkml:annotationXML>
            <emma:emma xmlns:emma="http://www.w3.org/2003/04/emma" version="1.0">
              <emma:interpretation id="{60BC9FAE-6957-4AEC-A5E8-AA8F885851BD}" emma:medium="tactile" emma:mode="ink">
                <msink:context xmlns:msink="http://schemas.microsoft.com/ink/2010/main" type="inkWord" rotatedBoundingBox="17300,10471 17328,10471 17323,10878 17295,10877"/>
              </emma:interpretation>
              <emma:one-of disjunction-type="recognition" id="oneOf54">
                <emma:interpretation id="interp270" emma:lang="id-ID" emma:confidence="0.5">
                  <emma:literal>1</emma:literal>
                </emma:interpretation>
                <emma:interpretation id="interp271" emma:lang="id-ID" emma:confidence="0">
                  <emma:literal>I</emma:literal>
                </emma:interpretation>
                <emma:interpretation id="interp272" emma:lang="id-ID" emma:confidence="0">
                  <emma:literal>l</emma:literal>
                </emma:interpretation>
                <emma:interpretation id="interp273" emma:lang="id-ID" emma:confidence="0">
                  <emma:literal>|</emma:literal>
                </emma:interpretation>
                <emma:interpretation id="interp274" emma:lang="id-ID" emma:confidence="0">
                  <emma:literal>'</emma:literal>
                </emma:interpretation>
              </emma:one-of>
            </emma:emma>
          </inkml:annotationXML>
          <inkml:trace contextRef="#ctx0" brushRef="#br0" timeOffset="88354.6531">6566 9705,'0'24,"0"0,0 0,0 0,0 0,0 24,0-24,0 0,0 24,0-24,0 0,0 0,0 0,0-1,0 1,24-24</inkml:trace>
        </inkml:traceGroup>
        <inkml:traceGroup>
          <inkml:annotationXML>
            <emma:emma xmlns:emma="http://www.w3.org/2003/04/emma" version="1.0">
              <emma:interpretation id="{3023E43D-B2DB-40F8-A14A-3F5445935D11}" emma:medium="tactile" emma:mode="ink">
                <msink:context xmlns:msink="http://schemas.microsoft.com/ink/2010/main" type="inkWord" rotatedBoundingBox="18690,10495 18742,10495 18737,10974 18685,10973"/>
              </emma:interpretation>
              <emma:one-of disjunction-type="recognition" id="oneOf55">
                <emma:interpretation id="interp275" emma:lang="id-ID" emma:confidence="0.5">
                  <emma:literal>1</emma:literal>
                </emma:interpretation>
                <emma:interpretation id="interp276" emma:lang="id-ID" emma:confidence="0">
                  <emma:literal>|</emma:literal>
                </emma:interpretation>
                <emma:interpretation id="interp277" emma:lang="id-ID" emma:confidence="0">
                  <emma:literal>l</emma:literal>
                </emma:interpretation>
                <emma:interpretation id="interp278" emma:lang="id-ID" emma:confidence="0">
                  <emma:literal>I</emma:literal>
                </emma:interpretation>
                <emma:interpretation id="interp279" emma:lang="id-ID" emma:confidence="0">
                  <emma:literal>'</emma:literal>
                </emma:interpretation>
              </emma:one-of>
            </emma:emma>
          </inkml:annotationXML>
          <inkml:trace contextRef="#ctx0" brushRef="#br0" timeOffset="89142.8304">7956 9729,'0'24,"0"0,24 0,-24 0,0 0,0 24,0-24,0 24,0 0,0-24,0 0,0 23,0-23,0 0,0 0,0 0,24-48,-24 0</inkml:trace>
        </inkml:traceGroup>
        <inkml:traceGroup>
          <inkml:annotationXML>
            <emma:emma xmlns:emma="http://www.w3.org/2003/04/emma" version="1.0">
              <emma:interpretation id="{57C47862-103C-4C95-9826-2D5CAC2DAB34}" emma:medium="tactile" emma:mode="ink">
                <msink:context xmlns:msink="http://schemas.microsoft.com/ink/2010/main" type="inkWord" rotatedBoundingBox="21040,10490 21520,10495 21516,10882 21036,10877"/>
              </emma:interpretation>
              <emma:one-of disjunction-type="recognition" id="oneOf56">
                <emma:interpretation id="interp280" emma:lang="id-ID" emma:confidence="0.5">
                  <emma:literal>&amp;</emma:literal>
                </emma:interpretation>
                <emma:interpretation id="interp281" emma:lang="id-ID" emma:confidence="0">
                  <emma:literal>d</emma:literal>
                </emma:interpretation>
                <emma:interpretation id="interp282" emma:lang="id-ID" emma:confidence="0">
                  <emma:literal>4</emma:literal>
                </emma:interpretation>
                <emma:interpretation id="interp283" emma:lang="id-ID" emma:confidence="0">
                  <emma:literal>a</emma:literal>
                </emma:interpretation>
                <emma:interpretation id="interp284" emma:lang="id-ID" emma:confidence="0">
                  <emma:literal>I</emma:literal>
                </emma:interpretation>
              </emma:one-of>
            </emma:emma>
          </inkml:annotationXML>
          <inkml:trace contextRef="#ctx0" brushRef="#br0" timeOffset="192250.3342">10736 9729,'-24'96,"24"-48,0 0,0 0,0 0,0 0,0-25,0 1,-24-48,24-23,-24-1,0 24,-24-24,24 24,0-24,-24 48,24-24,0 24,0 0,0 24,0 0,0 24,0-24,24 0,-24 0,24 24,0-24,0-1,24-23,0 24,0-24,24 0,0 0,24 0,-24 0,24-24,0 1,-25-1</inkml:trace>
        </inkml:traceGroup>
        <inkml:traceGroup>
          <inkml:annotationXML>
            <emma:emma xmlns:emma="http://www.w3.org/2003/04/emma" version="1.0">
              <emma:interpretation id="{8AFF5319-1386-4B97-B84A-CE17F39FF5BC}" emma:medium="tactile" emma:mode="ink">
                <msink:context xmlns:msink="http://schemas.microsoft.com/ink/2010/main" type="inkWord" rotatedBoundingBox="22404,10398 22719,10401 22713,10976 22398,10972"/>
              </emma:interpretation>
              <emma:one-of disjunction-type="recognition" id="oneOf57">
                <emma:interpretation id="interp285" emma:lang="id-ID" emma:confidence="0.5">
                  <emma:literal>0</emma:literal>
                </emma:interpretation>
                <emma:interpretation id="interp286" emma:lang="id-ID" emma:confidence="0">
                  <emma:literal>o</emma:literal>
                </emma:interpretation>
                <emma:interpretation id="interp287" emma:lang="id-ID" emma:confidence="0">
                  <emma:literal>D</emma:literal>
                </emma:interpretation>
                <emma:interpretation id="interp288" emma:lang="id-ID" emma:confidence="0">
                  <emma:literal>O</emma:literal>
                </emma:interpretation>
                <emma:interpretation id="interp289" emma:lang="id-ID" emma:confidence="0">
                  <emma:literal>•</emma:literal>
                </emma:interpretation>
              </emma:one-of>
            </emma:emma>
          </inkml:annotationXML>
          <inkml:trace contextRef="#ctx0" brushRef="#br0" timeOffset="192904.2112">11694 9633,'0'24,"-24"24,24-24,0 24,0 24,0-24,0 24,0 0,0-25,0 1,24 0,24-48,-24 24,0-24,24 0,0 0,-24-48,0 0,0-23,0 23,-24-24,0 24,0 0,0 0,0 24,-48 0,24 0,-24 0,24 24,-24 0,0 0,24 0,0 0,0 0,24 24,0 0,0 0</inkml:trace>
        </inkml:traceGroup>
        <inkml:traceGroup>
          <inkml:annotationXML>
            <emma:emma xmlns:emma="http://www.w3.org/2003/04/emma" version="1.0">
              <emma:interpretation id="{A950C7EC-B60E-433B-A85F-5661FB8FEF5C}" emma:medium="tactile" emma:mode="ink">
                <msink:context xmlns:msink="http://schemas.microsoft.com/ink/2010/main" type="inkWord" rotatedBoundingBox="30049,10588 30362,10591 30358,10951 30045,10948"/>
              </emma:interpretation>
              <emma:one-of disjunction-type="recognition" id="oneOf58">
                <emma:interpretation id="interp290" emma:lang="id-ID" emma:confidence="0.5">
                  <emma:literal>dodo</emma:literal>
                </emma:interpretation>
                <emma:interpretation id="interp291" emma:lang="id-ID" emma:confidence="0.5">
                  <emma:literal>do do</emma:literal>
                </emma:interpretation>
                <emma:interpretation id="interp292" emma:lang="id-ID" emma:confidence="0">
                  <emma:literal>do dao</emma:literal>
                </emma:interpretation>
                <emma:interpretation id="interp293" emma:lang="id-ID" emma:confidence="0">
                  <emma:literal>dolo</emma:literal>
                </emma:interpretation>
                <emma:interpretation id="interp294" emma:lang="id-ID" emma:confidence="0.5">
                  <emma:literal>d 0 do</emma:literal>
                </emma:interpretation>
              </emma:one-of>
            </emma:emma>
          </inkml:annotationXML>
          <inkml:trace contextRef="#ctx0" brushRef="#br0" timeOffset="282498.4692">19338 9873,'-24'72,"24"-24,0 0,0-24,24 23,0-23,0 0,0-24,0 24,0-24,0 0,0 0,0 0,0-24,0 24,-24-48,24 24,-24 1,24-1,-24 0,0-24,0 24,0 0,0 0,-24 0,0 0,0 0,0 24,0 0,0 0,0 0,0 0,0 0,0 0,24 24,-24 0,24 0,0 0,0 0</inkml:trace>
          <inkml:trace contextRef="#ctx0" brushRef="#br0" timeOffset="222961.7816">14689 9585,'0'120,"0"-72,0 0,24 0,-24 0,24 0,-24 0,0-24,0 0,0 0,0-48,-24-24,-24 0,24 24,0-24,0 24,-23 24,23-24,0 24,0 0,0 0,0 24,24 24,-24-24,24 0,0 24,335-48</inkml:trace>
          <inkml:trace contextRef="#ctx0" brushRef="#br0" timeOffset="223774.5651">15600 9705,'-96'72,"96"0,0-24,0 0,0 0,0 0,24-1,-24-23,24 0,0 0,0-24,0 0,0 0,0 0,0-24,0-24,24 25,-24-25,0 0,-24 0,23 0,-23 0,0 24,0 0,0 0,0 0,0 0,-23 0,-1 24,-24-24,24 24,0 0,-24 0,24 0,0 24,24 0,-24 0,24 0,0 0</inkml:trace>
          <inkml:trace contextRef="#ctx0" brushRef="#br0" timeOffset="281606.8611">18595 9657,'0'-24,"0"0,0 48,0 24,0 24,0-24,24 24,-24 0,0 0,0-1,0-47,0 24,0-24,-24-48,0 0,0 0,0 0,0 1,0-1,0 0,0 0,0 24,24-24,-24 24,1 0,-1 0,0 0,24 24,-24-24,24 24,0 0,0 0,0-1,24-23,0 0,0 0,23 0,1 0,-24 0,24 0,-24 0,0 24</inkml:trace>
        </inkml:traceGroup>
      </inkml:traceGroup>
    </inkml:traceGroup>
  </inkml:traceGroup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2:44:12.532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71491E6D-AEA6-4E2A-853F-2227ED74BF26}" emma:medium="tactile" emma:mode="ink">
          <msink:context xmlns:msink="http://schemas.microsoft.com/ink/2010/main" type="writingRegion" rotatedBoundingBox="2200,9677 3300,15504 1849,15779 749,9951"/>
        </emma:interpretation>
      </emma:emma>
    </inkml:annotationXML>
    <inkml:traceGroup>
      <inkml:annotationXML>
        <emma:emma xmlns:emma="http://www.w3.org/2003/04/emma" version="1.0">
          <emma:interpretation id="{0FBEAFAA-4402-4A3E-AE5D-45429E0323BF}" emma:medium="tactile" emma:mode="ink">
            <msink:context xmlns:msink="http://schemas.microsoft.com/ink/2010/main" type="paragraph" rotatedBoundingBox="2200,9677 3300,15504 1849,15779 749,995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E3D31E2E-50B6-4BD6-88C5-AB015E8FEF62}" emma:medium="tactile" emma:mode="ink">
              <msink:context xmlns:msink="http://schemas.microsoft.com/ink/2010/main" type="line" rotatedBoundingBox="2200,9677 3300,15504 1849,15779 749,9951"/>
            </emma:interpretation>
          </emma:emma>
        </inkml:annotationXML>
        <inkml:traceGroup>
          <inkml:annotationXML>
            <emma:emma xmlns:emma="http://www.w3.org/2003/04/emma" version="1.0">
              <emma:interpretation id="{50705B5C-65EE-4CAA-BEDB-24B7308FFC12}" emma:medium="tactile" emma:mode="ink">
                <msink:context xmlns:msink="http://schemas.microsoft.com/ink/2010/main" type="inkWord" rotatedBoundingBox="2175,9682 2325,10479 940,10740 790,9944"/>
              </emma:interpretation>
              <emma:one-of disjunction-type="recognition" id="oneOf0">
                <emma:interpretation id="interp0" emma:lang="id-ID" emma:confidence="0.5">
                  <emma:literal>f</emma:literal>
                </emma:interpretation>
                <emma:interpretation id="interp1" emma:lang="id-ID" emma:confidence="0">
                  <emma:literal>b</emma:literal>
                </emma:interpretation>
                <emma:interpretation id="interp2" emma:lang="id-ID" emma:confidence="0">
                  <emma:literal>i</emma:literal>
                </emma:interpretation>
                <emma:interpretation id="interp3" emma:lang="id-ID" emma:confidence="0">
                  <emma:literal>1</emma:literal>
                </emma:interpretation>
                <emma:interpretation id="interp4" emma:lang="id-ID" emma:confidence="0">
                  <emma:literal>A</emma:literal>
                </emma:interpretation>
              </emma:one-of>
            </emma:emma>
          </inkml:annotationXML>
          <inkml:trace contextRef="#ctx0" brushRef="#br0">0 0,'48'24,"-24"-24,24 24,0-24,24 0,-24 24,24-24,-25 0,-23 0,0 0,0 0,-24 24,24 0,0 24,-24 0,24 0,0-1,0 1,-24 0,24-24,-24 24,0-24,-24 0,0 0,-24 0,0 0,0 0,0-24,1 0,23 0,0 0,0 0,48-24</inkml:trace>
          <inkml:trace contextRef="#ctx0" brushRef="#br0" timeOffset="1438.4384">1102 96,'24'72,"-24"-24,24 0,-24 23,0-23,24 0,-24 0,0 0,0-24,24 0,-24 0</inkml:trace>
          <inkml:trace contextRef="#ctx0" brushRef="#br0" timeOffset="1897.1985">1222 359,'24'-119,"-24"143,0-1,24 25,0-24,24 24,-24-24,24 0,-24 0,0-24,0 24,0-24,0 24</inkml:trace>
          <inkml:trace contextRef="#ctx0" brushRef="#br0" timeOffset="1679.5553">1222 359,'168'-143,"-144"143,-24-24</inkml:trace>
        </inkml:traceGroup>
        <inkml:traceGroup>
          <inkml:annotationXML>
            <emma:emma xmlns:emma="http://www.w3.org/2003/04/emma" version="1.0">
              <emma:interpretation id="{46EFE78F-3A12-4663-9A18-0B6AAA013FDA}" emma:medium="tactile" emma:mode="ink">
                <msink:context xmlns:msink="http://schemas.microsoft.com/ink/2010/main" type="inkWord" rotatedBoundingBox="2953,13981 3243,15515 1849,15779 1559,14244"/>
              </emma:interpretation>
              <emma:one-of disjunction-type="recognition" id="oneOf1">
                <emma:interpretation id="interp5" emma:lang="id-ID" emma:confidence="0.5">
                  <emma:literal>f</emma:literal>
                </emma:interpretation>
                <emma:interpretation id="interp6" emma:lang="id-ID" emma:confidence="0">
                  <emma:literal>€</emma:literal>
                </emma:interpretation>
                <emma:interpretation id="interp7" emma:lang="id-ID" emma:confidence="0">
                  <emma:literal>%</emma:literal>
                </emma:interpretation>
                <emma:interpretation id="interp8" emma:lang="id-ID" emma:confidence="0">
                  <emma:literal>•</emma:literal>
                </emma:interpretation>
                <emma:interpretation id="interp9" emma:lang="id-ID" emma:confidence="0">
                  <emma:literal>F</emma:literal>
                </emma:interpretation>
              </emma:one-of>
            </emma:emma>
          </inkml:annotationXML>
          <inkml:trace contextRef="#ctx0" brushRef="#br0" timeOffset="6998.2121">959 4265,'0'120,"0"-72,0-24,0 0,0 0,0 0,0 0,0 0,0 0,24-24</inkml:trace>
          <inkml:trace contextRef="#ctx0" brushRef="#br0" timeOffset="7701.6257">2037 4361,'-48'24,"48"0,0 0,0 24,0-24,24 0,0 24,0-24,0 0,0 0,0-24,0 0,0 0,0 0,0-24,-24-24,0 0,0 24,0-24,0 24,0-24,-24 24,0 0,0 24,0-24,0 24,0 0,0 0,0 24,0 0,0 24</inkml:trace>
          <inkml:trace contextRef="#ctx0" brushRef="#br0" timeOffset="9120.3928">1007 5367,'0'-23,"0"46,0 25,0-24,0 24,23 0,-23-24,0 24,0-24,0 0,0 0</inkml:trace>
          <inkml:trace contextRef="#ctx0" brushRef="#br0" timeOffset="9679.2814">1989 5272,'0'167,"0"-143,24 24,-24 0,0-24,0 0,0 0,0 0</inkml:trace>
          <inkml:trace contextRef="#ctx0" brushRef="#br0" timeOffset="5911.738">743 3163,'-96'0,"72"24,24 0,0 0,0 24,0-24,24 24,0-24,24 24,0-25,-24-23,24 0,0 0,0 0,0-23,-1-25,-23 24,-24-24,24 0,-24 0,0 0,-24 24,0 0,-23 0,23 0,-24 24,0 0,24 0,0 24,0 0,24 0,0 0,0 0</inkml:trace>
          <inkml:trace contextRef="#ctx0" brushRef="#br0" timeOffset="6374.4496">2013 2923,'0'216,"0"-168,0 0,0 0,0 0,0-24,0 0,0 0,0 0</inkml:trace>
        </inkml:traceGroup>
      </inkml:traceGroup>
    </inkml:traceGroup>
  </inkml:traceGroup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2:44:29.122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6DA3005B-37F8-4CAA-9ED0-55C7BBF22E6E}" emma:medium="tactile" emma:mode="ink">
          <msink:context xmlns:msink="http://schemas.microsoft.com/ink/2010/main" type="writingRegion" rotatedBoundingBox="6060,11740 5675,15829 4290,15698 4674,11610"/>
        </emma:interpretation>
      </emma:emma>
    </inkml:annotationXML>
    <inkml:traceGroup>
      <inkml:annotationXML>
        <emma:emma xmlns:emma="http://www.w3.org/2003/04/emma" version="1.0">
          <emma:interpretation id="{43688406-0155-407D-90A0-486E2EC77308}" emma:medium="tactile" emma:mode="ink">
            <msink:context xmlns:msink="http://schemas.microsoft.com/ink/2010/main" type="paragraph" rotatedBoundingBox="6060,11740 5675,15829 4290,15698 4674,1161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4C7246A6-18DF-4A37-9B4E-3244DA265183}" emma:medium="tactile" emma:mode="ink">
              <msink:context xmlns:msink="http://schemas.microsoft.com/ink/2010/main" type="line" rotatedBoundingBox="6060,11740 5675,15829 4290,15698 4674,11610"/>
            </emma:interpretation>
          </emma:emma>
        </inkml:annotationXML>
        <inkml:traceGroup>
          <inkml:annotationXML>
            <emma:emma xmlns:emma="http://www.w3.org/2003/04/emma" version="1.0">
              <emma:interpretation id="{8DDC163C-2167-4D12-B4BD-F687934EC575}" emma:medium="tactile" emma:mode="ink">
                <msink:context xmlns:msink="http://schemas.microsoft.com/ink/2010/main" type="inkWord" rotatedBoundingBox="5632,11700 5474,13387 4533,13299 4691,11612"/>
              </emma:interpretation>
              <emma:one-of disjunction-type="recognition" id="oneOf0">
                <emma:interpretation id="interp0" emma:lang="id-ID" emma:confidence="0.5">
                  <emma:literal>iso</emma:literal>
                </emma:interpretation>
                <emma:interpretation id="interp1" emma:lang="id-ID" emma:confidence="0">
                  <emma:literal>to</emma:literal>
                </emma:interpretation>
                <emma:interpretation id="interp2" emma:lang="id-ID" emma:confidence="0">
                  <emma:literal>oto</emma:literal>
                </emma:interpretation>
                <emma:interpretation id="interp3" emma:lang="id-ID" emma:confidence="0">
                  <emma:literal>Bero</emma:literal>
                </emma:interpretation>
                <emma:interpretation id="interp4" emma:lang="id-ID" emma:confidence="0">
                  <emma:literal>ose</emma:literal>
                </emma:interpretation>
              </emma:one-of>
            </emma:emma>
          </inkml:annotationXML>
          <inkml:trace contextRef="#ctx0" brushRef="#br0">4625 2851,'48'168,"-48"-120,0 0,24 0,-24 0,0-24,0 0,0 0,0-48,0 0,0 0,0 0,-24 0,0 0,0 24,0 0,0 0,0 24,0 0,0 0,24 24,-24-24,24 0,0 0,0 0,0 0,0 0,24 0,0-24,0 0,24-24,-24 0,0 0,0 0,0 0</inkml:trace>
          <inkml:trace contextRef="#ctx0" brushRef="#br0" timeOffset="-893.5305">3810 2923,'24'0,"-48"0,24-24,-24 24,24 24,0 0,0 24,0-24,0 24,0 0,0 0,0 0,0 0,0-24,0 0,24-24,-24-24,0 0</inkml:trace>
          <inkml:trace contextRef="#ctx0" brushRef="#br0" timeOffset="-3330.397">4505 1725,'48'168,"-48"-96,24-24,-24 0,0-24,0 0,0 0,0 0,-48-24,0-24,24 24,0 0,0 0,0 0,0 0,0 24,24-1,-24 1,24 24,0-24,0 0,0 0,0 0,24-24,0 0,24-24,-24 0,0 0,0 0,0 0,-24 0</inkml:trace>
        </inkml:traceGroup>
        <inkml:traceGroup>
          <inkml:annotationXML>
            <emma:emma xmlns:emma="http://www.w3.org/2003/04/emma" version="1.0">
              <emma:interpretation id="{84BCDC96-6BB7-4D13-B2FB-F446F443CF6C}" emma:medium="tactile" emma:mode="ink">
                <msink:context xmlns:msink="http://schemas.microsoft.com/ink/2010/main" type="inkWord" rotatedBoundingBox="5837,14112 5675,15829 4290,15698 4451,13982"/>
              </emma:interpretation>
              <emma:one-of disjunction-type="recognition" id="oneOf1">
                <emma:interpretation id="interp5" emma:lang="id-ID" emma:confidence="0.5">
                  <emma:literal>S</emma:literal>
                </emma:interpretation>
                <emma:interpretation id="interp6" emma:lang="id-ID" emma:confidence="0">
                  <emma:literal>€</emma:literal>
                </emma:interpretation>
                <emma:interpretation id="interp7" emma:lang="id-ID" emma:confidence="0">
                  <emma:literal>Y</emma:literal>
                </emma:interpretation>
                <emma:interpretation id="interp8" emma:lang="id-ID" emma:confidence="0">
                  <emma:literal>y</emma:literal>
                </emma:interpretation>
                <emma:interpretation id="interp9" emma:lang="id-ID" emma:confidence="0">
                  <emma:literal>¥</emma:literal>
                </emma:interpretation>
              </emma:one-of>
            </emma:emma>
          </inkml:annotationXML>
          <inkml:trace contextRef="#ctx0" brushRef="#br0" timeOffset="3539.0049">3954 5176,'48'191,"-48"-143,24 0,-24 0,0 0,24-24,-24 0,0 0,-24-24,0-24,-24 0,24 0,-24 0,24 0,-24 0,24 24,0 0,0 0,0 0,0 24,0 0,24 0,0 0,-24 0,24 0,0 0,0 0,24 24,-24-24,24-24,0 24,0-24,24 0,-24 0,0 0,24-24,0 0,0 0</inkml:trace>
          <inkml:trace contextRef="#ctx0" brushRef="#br0" timeOffset="4141.4466">4601 5296,'-48'71,"48"-47,0 24,0 0,24-24,0 24,0 0,0-24,24 0,-24-24,24 0,-24 0,23 0,-23 0,0-24,0 0,-24-24,0-24,0 24,0 0,0 1,-24 23,0-24,-23 48,-97 119</inkml:trace>
          <inkml:trace contextRef="#ctx0" brushRef="#br0" timeOffset="1588.8956">3786 4050,'48'143,"-48"-95,24 0,0 24,-24-24,24 0,0 0,-24-24,0 0,-24-48,0 24,0-24,0 0,0 24,-24-24,24 24,0 0,-24 0,24 24,0 0,24 0,0 0,0 0,0 0,0 0,0 0,24-24,0 0,0 24,0-24,24 0,72-72,-96 48</inkml:trace>
          <inkml:trace contextRef="#ctx0" brushRef="#br0" timeOffset="2157.3543">4601 4145,'0'168,"0"-144,0 24,0 0,0 0,0-24,0 0,0 48</inkml:trace>
        </inkml:traceGroup>
      </inkml:traceGroup>
    </inkml:traceGroup>
  </inkml:traceGroup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2:44:16.745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30A45707-2534-407D-9983-A8F31021CBDB}" emma:medium="tactile" emma:mode="ink">
          <msink:context xmlns:msink="http://schemas.microsoft.com/ink/2010/main" type="writingRegion" rotatedBoundingBox="1270,11806 4390,11883 4380,12289 1260,12211"/>
        </emma:interpretation>
      </emma:emma>
    </inkml:annotationXML>
    <inkml:traceGroup>
      <inkml:annotationXML>
        <emma:emma xmlns:emma="http://www.w3.org/2003/04/emma" version="1.0">
          <emma:interpretation id="{7DF1A27A-F213-4C1A-8505-0E3A992C4D22}" emma:medium="tactile" emma:mode="ink">
            <msink:context xmlns:msink="http://schemas.microsoft.com/ink/2010/main" type="paragraph" rotatedBoundingBox="1270,11806 4390,11883 4380,12289 1260,1221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DC1A167D-5AAD-4055-8B06-43796EB2D423}" emma:medium="tactile" emma:mode="ink">
              <msink:context xmlns:msink="http://schemas.microsoft.com/ink/2010/main" type="line" rotatedBoundingBox="1270,11806 4390,11883 4380,12289 1260,12211"/>
            </emma:interpretation>
          </emma:emma>
        </inkml:annotationXML>
        <inkml:traceGroup>
          <inkml:annotationXML>
            <emma:emma xmlns:emma="http://www.w3.org/2003/04/emma" version="1.0">
              <emma:interpretation id="{50D141F3-015A-44B7-8271-A577415C102C}" emma:medium="tactile" emma:mode="ink">
                <msink:context xmlns:msink="http://schemas.microsoft.com/ink/2010/main" type="inkWord" rotatedBoundingBox="1270,11806 1634,11815 1626,12153 1262,12144"/>
              </emma:interpretation>
              <emma:one-of disjunction-type="recognition" id="oneOf0">
                <emma:interpretation id="interp0" emma:lang="id-ID" emma:confidence="0.5">
                  <emma:literal>o</emma:literal>
                </emma:interpretation>
                <emma:interpretation id="interp1" emma:lang="id-ID" emma:confidence="0">
                  <emma:literal>O</emma:literal>
                </emma:interpretation>
                <emma:interpretation id="interp2" emma:lang="id-ID" emma:confidence="0">
                  <emma:literal>0</emma:literal>
                </emma:interpretation>
                <emma:interpretation id="interp3" emma:lang="id-ID" emma:confidence="0">
                  <emma:literal>6</emma:literal>
                </emma:interpretation>
                <emma:interpretation id="interp4" emma:lang="id-ID" emma:confidence="0">
                  <emma:literal>.</emma:literal>
                </emma:interpretation>
              </emma:one-of>
            </emma:emma>
          </inkml:annotationXML>
          <inkml:trace contextRef="#ctx0" brushRef="#br0">599 1893,'-120'48,"120"-24,0 0,0 0,0 24,24 0,0-24,0 23,24-23,0-24,-24 0,24 0,-24 0,0 0,0-24,0 1,0-25,-24 0,0 24,0-24,0 0,-24 24,0 0,-24 0,24 24,-24 0,0 0,24 24,0 24,24 0,0-24,0 24</inkml:trace>
        </inkml:traceGroup>
        <inkml:traceGroup>
          <inkml:annotationXML>
            <emma:emma xmlns:emma="http://www.w3.org/2003/04/emma" version="1.0">
              <emma:interpretation id="{23F6D14B-D77F-4EFE-B8DF-415F757D3613}" emma:medium="tactile" emma:mode="ink">
                <msink:context xmlns:msink="http://schemas.microsoft.com/ink/2010/main" type="inkWord" rotatedBoundingBox="2399,11859 2761,11868 2751,12248 2390,12239"/>
              </emma:interpretation>
              <emma:one-of disjunction-type="recognition" id="oneOf1">
                <emma:interpretation id="interp5" emma:lang="id-ID" emma:confidence="0.5">
                  <emma:literal>0</emma:literal>
                </emma:interpretation>
                <emma:interpretation id="interp6" emma:lang="id-ID" emma:confidence="0">
                  <emma:literal>o</emma:literal>
                </emma:interpretation>
                <emma:interpretation id="interp7" emma:lang="id-ID" emma:confidence="0">
                  <emma:literal>O</emma:literal>
                </emma:interpretation>
                <emma:interpretation id="interp8" emma:lang="id-ID" emma:confidence="0">
                  <emma:literal>D</emma:literal>
                </emma:interpretation>
                <emma:interpretation id="interp9" emma:lang="id-ID" emma:confidence="0">
                  <emma:literal>G</emma:literal>
                </emma:interpretation>
              </emma:one-of>
            </emma:emma>
          </inkml:annotationXML>
          <inkml:trace contextRef="#ctx0" brushRef="#br0" timeOffset="690.6709">1677 1917,'-71'144,"71"-120,0 0,0 24,24-1,-1-23,25 0,-24 0,24 0,0-24,-24 0,24 0,-24 0,0-24,-24-24,24 0,-24 1,0-1,0 0,-48 0,24 24,0 0,-24 24,0 0,0 0,24 0,-24 48,25 0</inkml:trace>
        </inkml:traceGroup>
        <inkml:traceGroup>
          <inkml:annotationXML>
            <emma:emma xmlns:emma="http://www.w3.org/2003/04/emma" version="1.0">
              <emma:interpretation id="{9250DD6E-97D0-432A-85C1-54901EB333C3}" emma:medium="tactile" emma:mode="ink">
                <msink:context xmlns:msink="http://schemas.microsoft.com/ink/2010/main" type="inkWord" rotatedBoundingBox="4100,11879 4390,11886 4382,12222 4092,12215"/>
              </emma:interpretation>
              <emma:one-of disjunction-type="recognition" id="oneOf2">
                <emma:interpretation id="interp10" emma:lang="id-ID" emma:confidence="0.5">
                  <emma:literal>0</emma:literal>
                </emma:interpretation>
                <emma:interpretation id="interp11" emma:lang="id-ID" emma:confidence="0">
                  <emma:literal>o</emma:literal>
                </emma:interpretation>
                <emma:interpretation id="interp12" emma:lang="id-ID" emma:confidence="0">
                  <emma:literal>O</emma:literal>
                </emma:interpretation>
                <emma:interpretation id="interp13" emma:lang="id-ID" emma:confidence="0">
                  <emma:literal>a</emma:literal>
                </emma:interpretation>
                <emma:interpretation id="interp14" emma:lang="id-ID" emma:confidence="0">
                  <emma:literal>6</emma:literal>
                </emma:interpretation>
              </emma:one-of>
            </emma:emma>
          </inkml:annotationXML>
          <inkml:trace contextRef="#ctx0" brushRef="#br0" timeOffset="8384.9842">3379 1965,'-72'120,"72"-96,0 24,24-25,0 25,24-24,-24-24,24 24,-24-24,0 0,0-24,-1 0,1 0,-24-23,0-1,0 0,0 0,-24 24,24 0,-23 0,-25 24,24 0,0 0,0 24,24 0</inkml:trace>
        </inkml:traceGroup>
      </inkml:traceGroup>
    </inkml:traceGroup>
  </inkml:traceGroup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2:47:39.205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FC269DD7-3FBB-425D-9791-1A34753C50E4}" emma:medium="tactile" emma:mode="ink">
          <msink:context xmlns:msink="http://schemas.microsoft.com/ink/2010/main" type="inkDrawing" rotatedBoundingBox="1650,10185 6082,10106 6085,10279 1653,10357" semanticType="underline" shapeName="Other">
            <msink:sourceLink direction="with" ref="{9504BDF2-674E-4ADC-962A-2F11C56AC4A7}"/>
          </msink:context>
        </emma:interpretation>
      </emma:emma>
    </inkml:annotationXML>
    <inkml:trace contextRef="#ctx0" brushRef="#br0">0 221,'72'-24,"-48"0,0 24,23 0,-23 0,24 0,24-24,-24 24,0 0,0 0,0 0,24 0,-24 0,0 0,0 0,-24 0,23 0,1 0,0-24,-24 24,24 0,0-24,-24 24,24 0,0 0,-24 0,24 0,-24 0,24 0,-24 0,24 0,-24 0,0 0,23-23,-23 23,0 0,0 0,0 0,0 0,24 0,-24 0,0 0,0 0,0 0,0 0,0 0,0 0,0 0,0 0,24 0,-24 0,24 0,0 0,-24 0,23 0,1 0,0-24,0 24,0 0,0-24,0 24,0 0,0 0,-24 0,24 0,-24 0,0 0,0 0,24 0,-24 0,0 0,23 0,1-24,0 24,0 0,0 0,0 0,0 0,-24 0,24 0,-24 0,24 0,-24 0,0 0,0 0,24 0,-24 0,-1 0,25 24,-24-24,0 0,24 0,-24 0,24 0,-24 24,24-24,0 0,0 0,0 0,0 0,0 0,-24 0,24 24,-1-24,1 23,0-23,-24 24,24-24,-24 0,24 0,-24 24,24-24,-24 0,0 0,24 0,-24 0,0 0,-48 0,-24 0</inkml:trace>
  </inkml:traceGroup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2:47:41.313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98F5CFE8-363D-4834-8078-214C0A1A5A2B}" emma:medium="tactile" emma:mode="ink">
          <msink:context xmlns:msink="http://schemas.microsoft.com/ink/2010/main" type="inkDrawing" rotatedBoundingBox="1782,10444 1849,12674 1764,12676 1698,10447" semanticType="verticalRange" shapeName="Line">
            <msink:sourceLink direction="with" ref="{1DBD2EC3-8082-48B5-8ED4-48D917CB21EC}"/>
          </msink:context>
        </emma:interpretation>
      </emma:emma>
    </inkml:annotationXML>
    <inkml:trace contextRef="#ctx0" brushRef="#br0">0 0,'0'48,"0"-24,0 0,24 0,-24 0,0 0,0 0,24 24,-24-24,0 24,0-24,24 24,-24-25,0 25,24-24,-24 24,0 72,0-96,0 24,0-24,0 24,0 0,0-24,0 0,0 24,0-24,0 0,0 0,0 0,0 23,0-23,0 0,0 0,0 0,0 0,0 0,0 0,0 24,0-24,0 0,0 0,0 0,0 0,0 0,0 0,0 0,0 0,0 0,0 0,0 0,0 0,0 0,0 0,0-1,0 1,0 0,0 0,0 0,0 0,0 0,0 0,0 0,0 0,0 0,0 0,0 0,0 0,0 0,0 0,0 0,0 0,0 0,0 0,0 0,0 0,0 0,0 0</inkml:trace>
  </inkml:traceGroup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2:47:29.259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1DBD2EC3-8082-48B5-8ED4-48D917CB21EC}" emma:medium="tactile" emma:mode="ink">
          <msink:context xmlns:msink="http://schemas.microsoft.com/ink/2010/main" type="writingRegion" rotatedBoundingBox="1866,8175 1668,12315 567,12262 766,8123">
            <msink:destinationLink direction="with" ref="{98F5CFE8-363D-4834-8078-214C0A1A5A2B}"/>
          </msink:context>
        </emma:interpretation>
      </emma:emma>
    </inkml:annotationXML>
    <inkml:traceGroup>
      <inkml:annotationXML>
        <emma:emma xmlns:emma="http://www.w3.org/2003/04/emma" version="1.0">
          <emma:interpretation id="{22B2A723-C010-4228-B34A-03730AEA6462}" emma:medium="tactile" emma:mode="ink">
            <msink:context xmlns:msink="http://schemas.microsoft.com/ink/2010/main" type="paragraph" rotatedBoundingBox="1866,8175 1668,12315 567,12262 766,812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D51A5DDE-5EE6-43B6-BC6A-F86E19BA8B5B}" emma:medium="tactile" emma:mode="ink">
              <msink:context xmlns:msink="http://schemas.microsoft.com/ink/2010/main" type="line" rotatedBoundingBox="1866,8175 1668,12315 567,12262 766,8123"/>
            </emma:interpretation>
          </emma:emma>
        </inkml:annotationXML>
        <inkml:traceGroup>
          <inkml:annotationXML>
            <emma:emma xmlns:emma="http://www.w3.org/2003/04/emma" version="1.0">
              <emma:interpretation id="{D180D278-79C8-41B6-A3EE-865D59B1116C}" emma:medium="tactile" emma:mode="ink">
                <msink:context xmlns:msink="http://schemas.microsoft.com/ink/2010/main" type="inkWord" rotatedBoundingBox="1866,8175 1760,10383 660,10330 765,8123"/>
              </emma:interpretation>
              <emma:one-of disjunction-type="recognition" id="oneOf0">
                <emma:interpretation id="interp0" emma:lang="id-ID" emma:confidence="0.5">
                  <emma:literal>tar</emma:literal>
                </emma:interpretation>
                <emma:interpretation id="interp1" emma:lang="id-ID" emma:confidence="0">
                  <emma:literal>tar.</emma:literal>
                </emma:interpretation>
                <emma:interpretation id="interp2" emma:lang="id-ID" emma:confidence="0">
                  <emma:literal>sr</emma:literal>
                </emma:interpretation>
                <emma:interpretation id="interp3" emma:lang="id-ID" emma:confidence="0">
                  <emma:literal>Fia.</emma:literal>
                </emma:interpretation>
                <emma:interpretation id="interp4" emma:lang="id-ID" emma:confidence="0">
                  <emma:literal>Fia,</emma:literal>
                </emma:interpretation>
              </emma:one-of>
            </emma:emma>
          </inkml:annotationXML>
          <inkml:trace contextRef="#ctx0" brushRef="#br0">-117 1390,'0'24,"24"-24,0 24,0-24,0 24,0-24,0 0,0 0,0 0,24 0,-24-24,0 24,0 0,0 0,0 24,0 0,-24 48,23-25,1 1,0 24,-24-24,24 0,-24-24,0 0,0 24,0-24,-48 0,24-24,-47 24,23 0,0-24,0 0,24 0,0 0,48 0,0 0,48-24</inkml:trace>
          <inkml:trace contextRef="#ctx0" brushRef="#br0" timeOffset="677.0728">794 1629,'-120'24,"96"0,24 0,-24 24,24-24,0 24,0-24,0 0,24 0,0-24,0 0,0-24,0 0,-24-24,24 0,-24 24,0 0,0 0,0 72,24 0,-24 0,24 0,0-24,0 0,0-24,23 0,-23 0,-24-24</inkml:trace>
          <inkml:trace contextRef="#ctx0" brushRef="#br0" timeOffset="7758.2327">195 2684,'-48'-24,"48"48,0 0,0 0,0 0,0 0,0 24,24-1,0 1,0-24,0 24,0 0,-24-24,23 0,-23 0,24 0,-24 0,24-24,-24 24,24 24,0-24,-24 0,24 0,0 0,0 0,0 0,0 0,0 0,0 0,-24 0,24-24,-24 23,24 1,0 0,0 0,0-24,-24 24,24-24,-24 24,0 0,0-48,0 0</inkml:trace>
        </inkml:traceGroup>
        <inkml:traceGroup>
          <inkml:annotationXML>
            <emma:emma xmlns:emma="http://www.w3.org/2003/04/emma" version="1.0">
              <emma:interpretation id="{38679338-2033-447A-8D46-E0D4A818D009}" emma:medium="tactile" emma:mode="ink">
                <msink:context xmlns:msink="http://schemas.microsoft.com/ink/2010/main" type="inkWord" rotatedBoundingBox="1136,10980 1123,11242 921,11232 934,10970"/>
              </emma:interpretation>
              <emma:one-of disjunction-type="recognition" id="oneOf1">
                <emma:interpretation id="interp5" emma:lang="id-ID" emma:confidence="0.5">
                  <emma:literal>0</emma:literal>
                </emma:interpretation>
                <emma:interpretation id="interp6" emma:lang="id-ID" emma:confidence="0">
                  <emma:literal>O</emma:literal>
                </emma:interpretation>
                <emma:interpretation id="interp7" emma:lang="id-ID" emma:confidence="0">
                  <emma:literal>o</emma:literal>
                </emma:interpretation>
                <emma:interpretation id="interp8" emma:lang="id-ID" emma:confidence="0">
                  <emma:literal>•</emma:literal>
                </emma:interpretation>
                <emma:interpretation id="interp9" emma:lang="id-ID" emma:confidence="0">
                  <emma:literal>.</emma:literal>
                </emma:interpretation>
              </emma:one-of>
            </emma:emma>
          </inkml:annotationXML>
          <inkml:trace contextRef="#ctx0" brushRef="#br0" timeOffset="20456.4026">123 4241,'-48'0,"24"0,24 24,0 0,0 0,0 0,0 24,0-24,24 0,0 0,0 0,0 0,0-24,0 0,0 0,0-48,-24 24,0-72,-24 72,0 24,0-24,0 24,0 0,0 0,24 24,-24-24</inkml:trace>
        </inkml:traceGroup>
        <inkml:traceGroup>
          <inkml:annotationXML>
            <emma:emma xmlns:emma="http://www.w3.org/2003/04/emma" version="1.0">
              <emma:interpretation id="{5BF54FA8-351A-47F6-B14D-6C8FED4BBE0F}" emma:medium="tactile" emma:mode="ink">
                <msink:context xmlns:msink="http://schemas.microsoft.com/ink/2010/main" type="inkWord" rotatedBoundingBox="1189,11957 1173,12292 1150,12290 1166,11956"/>
              </emma:interpretation>
              <emma:one-of disjunction-type="recognition" id="oneOf2">
                <emma:interpretation id="interp10" emma:lang="id-ID" emma:confidence="0.5">
                  <emma:literal>_</emma:literal>
                </emma:interpretation>
                <emma:interpretation id="interp11" emma:lang="id-ID" emma:confidence="0">
                  <emma:literal>-</emma:literal>
                </emma:interpretation>
                <emma:interpretation id="interp12" emma:lang="id-ID" emma:confidence="0">
                  <emma:literal>.</emma:literal>
                </emma:interpretation>
                <emma:interpretation id="interp13" emma:lang="id-ID" emma:confidence="0">
                  <emma:literal>=</emma:literal>
                </emma:interpretation>
                <emma:interpretation id="interp14" emma:lang="id-ID" emma:confidence="0">
                  <emma:literal>•</emma:literal>
                </emma:interpretation>
              </emma:one-of>
            </emma:emma>
          </inkml:annotationXML>
          <inkml:trace contextRef="#ctx0" brushRef="#br0" timeOffset="20987.0604">290 5224,'0'144,"0"-121,0 25,0-24,0 0,0 0,0 0,0 0,0-48</inkml:trace>
        </inkml:traceGroup>
      </inkml:traceGroup>
    </inkml:traceGroup>
  </inkml:traceGroup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2:47:24.626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D12A6150-DB59-4D0A-B156-C28DFF03A33B}" emma:medium="tactile" emma:mode="ink">
          <msink:context xmlns:msink="http://schemas.microsoft.com/ink/2010/main" type="writingRegion" rotatedBoundingBox="878,6733 2992,6706 2999,7256 886,7284"/>
        </emma:interpretation>
      </emma:emma>
    </inkml:annotationXML>
    <inkml:traceGroup>
      <inkml:annotationXML>
        <emma:emma xmlns:emma="http://www.w3.org/2003/04/emma" version="1.0">
          <emma:interpretation id="{84EFC357-6097-48C2-AB69-6640D6EB3FC3}" emma:medium="tactile" emma:mode="ink">
            <msink:context xmlns:msink="http://schemas.microsoft.com/ink/2010/main" type="paragraph" rotatedBoundingBox="878,6733 2992,6706 2999,7256 886,728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FFEFBECA-FDED-43BE-8C31-342D5E0805B7}" emma:medium="tactile" emma:mode="ink">
              <msink:context xmlns:msink="http://schemas.microsoft.com/ink/2010/main" type="line" rotatedBoundingBox="878,6733 2992,6706 2999,7256 885,7284"/>
            </emma:interpretation>
          </emma:emma>
        </inkml:annotationXML>
        <inkml:traceGroup>
          <inkml:annotationXML>
            <emma:emma xmlns:emma="http://www.w3.org/2003/04/emma" version="1.0">
              <emma:interpretation id="{205DCF53-15AB-446A-A571-0BB66C663B86}" emma:medium="tactile" emma:mode="ink">
                <msink:context xmlns:msink="http://schemas.microsoft.com/ink/2010/main" type="inkWord" rotatedBoundingBox="878,6733 2992,6706 2999,7256 885,7284"/>
              </emma:interpretation>
              <emma:one-of disjunction-type="recognition" id="oneOf0">
                <emma:interpretation id="interp0" emma:lang="id-ID" emma:confidence="0.5">
                  <emma:literal>ke-map</emma:literal>
                </emma:interpretation>
                <emma:interpretation id="interp1" emma:lang="id-ID" emma:confidence="0.5">
                  <emma:literal>Ir-map r</emma:literal>
                </emma:interpretation>
                <emma:interpretation id="interp2" emma:lang="id-ID" emma:confidence="0">
                  <emma:literal>iman r</emma:literal>
                </emma:interpretation>
                <emma:interpretation id="interp3" emma:lang="id-ID" emma:confidence="0">
                  <emma:literal>Ia-map r</emma:literal>
                </emma:interpretation>
                <emma:interpretation id="interp4" emma:lang="id-ID" emma:confidence="0">
                  <emma:literal>"-map r</emma:literal>
                </emma:interpretation>
              </emma:one-of>
            </emma:emma>
          </inkml:annotationXML>
          <inkml:trace contextRef="#ctx0" brushRef="#br0">27 72,'0'-72,"0"120,0 0,0 24,0 0,0-24,0 23,0-23,-24 0,24-24,0 0,0 0,0 0</inkml:trace>
          <inkml:trace contextRef="#ctx0" brushRef="#br0" timeOffset="313.7038">123 288,'72'-72,"-24"48,-24 24,-1-24,1 24,0 0</inkml:trace>
          <inkml:trace contextRef="#ctx0" brushRef="#br0" timeOffset="569.7208">75 311,'120'144,"-96"-120,24 0,-25-24,1 24,0-24,0 0</inkml:trace>
          <inkml:trace contextRef="#ctx0" brushRef="#br0" timeOffset="1062.3416">722 288,'-24'0,"72"0,-24 0,0 0,24 0,0 0,-24-24</inkml:trace>
          <inkml:trace contextRef="#ctx0" brushRef="#br0" timeOffset="1784.3691">1201 48,'0'144,"0"-120,0 24,0-24,0-1,0 1,0-48,0 1,0-1,24-24,0 24,0-24,-24 24,24 24,0 0,-24 48,0-24,0 0,0 24,0-24,0-1,24-23,0-23,0-1,0 0,0 24,0 0,0 0,-24 24,0 0,0-1,0 1,0 0,0 0,24-24</inkml:trace>
          <inkml:trace contextRef="#ctx0" brushRef="#br0" timeOffset="2182.2113">1680 240,'-72'0,"72"24,0 0,0-1,0 1,0 0,0 0,24-24,0 0,0 0,0 0,0-48,-24 24,24-23,-24 23,0 0,0 72,24-24,-24 23,24 1,-24-24,24-24,0 0,0 0</inkml:trace>
          <inkml:trace contextRef="#ctx0" brushRef="#br0" timeOffset="2654.3861">1944 240,'48'167,"-24"-143,-24 0,0 0,0-120,0 72,0-24,0 1,0-25,0 48,24 0,0 24,0 0,0 0,-24 24,0 0,0 0,0 0,0 0,0 0,-24-1,24 1,0 0,0 0</inkml:trace>
        </inkml:traceGroup>
      </inkml:traceGroup>
    </inkml:traceGroup>
  </inkml:traceGroup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2:48:24.650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421236D1-FA56-4542-A78D-5ABA2860774E}" emma:medium="tactile" emma:mode="ink">
          <msink:context xmlns:msink="http://schemas.microsoft.com/ink/2010/main" type="inkDrawing" rotatedBoundingBox="6680,10371 6858,12666 5458,12774 5280,10479" semanticType="enclosure" shapeName="Other">
            <msink:sourceLink direction="with" ref="{84CA5BEE-F5CF-49AB-B148-CBDEAB409490}"/>
            <msink:sourceLink direction="with" ref="{FF0E3AD8-DD15-4A4A-8C82-8541E9C53752}"/>
          </msink:context>
        </emma:interpretation>
      </emma:emma>
    </inkml:annotationXML>
    <inkml:trace contextRef="#ctx0" brushRef="#br0">84 267,'0'24,"0"0,0 0,0 0,0 0,0-1,0 1,0 0,0 0,0 0,0 0,0 0,0 0,0 0,-24 0,24 0,0 0,0 0,0 0,0 0,0 0,0 0,-24 0,24 0,0 0,0 0,0 0,0 0,-24 0,24 0,0 0,0 0,0-1,0 1,0 0,0 0,0 0,0 0,0 0,0 0,0 0,0 0,0 0,0 0,0 0,0 0,0 0,0 0,0 0,0 0,24-24,-24 24,0 0,24-24,-24 24,0 0,0 0,24 0,-24 0,0 0,0-1,0 1,0 0,24 0,-24 0,0 0,0 0,0 0,24-24,-24 24,0 0,24 0,-24 0,0 0,24-24,-24 24,24 0,-24 0,24-24,-24 24,23-24,-23 24,24-24,-24 24,24 0,0-24,-24 24,24-24,0 24,0-24,0 24,0-24,0 24,0-24,0 0,0 0,0 24,0-24,0 0,0 0,0 0,0 0,0 0,0 0,0 0,0 0,0 0,0 0,0 0,-1 0,1 0,0 0,0 0,0 0,0 0,0 0,0 0,0-24,0 0,0 24,-24-24,24 24,0-24,-24 0,24 24,-24-24,24 0,-24 0,24 0,-24 0,24 0,-24 0,24 0,-24 0,0 0,0 0,24 0,-24 0,0 0,0 0,24 0,-24 0,0 0,0 0,0 1,24-1,-24 0,0 0,0 0,0 0,0 0,0 0,0-24,0 24,0-24,0 24,24 0,-24 0,0 0,0 0,0 0,0 0,0 0,0 0,0 0,0 0,0 0,0 0,0 1,0-1,0 0,0 0,0 0,0 0,-24 0,24 0,0 0,-24 0,24 0,0 0,-24 0,24 0,0 0,0 0,-24 0,24 0,-24 0,24 0,-24 0,24 0,0 0,-24 0,24 0,0 0,-24 0,24 1,-24 23,24-24,-24 24,24-24,-24 24,24-24,0 0,-24 24,24-24,-24 0,0 24,0-24,0 24,24-24,-24 24,0-24,24 0,-24 24,0-24,0 24,1 0,23-24,-24 24,0 0,0-24,0 24,0 0,0 0,0 0,0-24,0 24,0 0,0-24,0 24,0 0,0-24,0 24,0 0,0 0,0 0,0 0,0 0,0 0,0 0,24 24,-24 0,24 0,-24 0,24 0,-24 0,24 0,0 0,0 0,0 0,-23 0,23 0,-24-24,24 24,0 0</inkml:trace>
  </inkml:traceGroup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2:48:50.119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6254ABA5-E9F1-454A-B84B-7A1F5E625877}" emma:medium="tactile" emma:mode="ink">
          <msink:context xmlns:msink="http://schemas.microsoft.com/ink/2010/main" type="inkDrawing" rotatedBoundingBox="1813,16330 7259,16145 7265,16349 1819,16534" semanticType="underline" shapeName="Other">
            <msink:sourceLink direction="with" ref="{460F709B-9F79-4949-B3CA-B01B6F43D89B}"/>
          </msink:context>
        </emma:interpretation>
      </emma:emma>
    </inkml:annotationXML>
    <inkml:trace contextRef="#ctx0" brushRef="#br0">0 360,'48'-24,"-48"0,24 24,0 0,0 0,0 0,24 0,-24 0,0 0,0 0,24 0,-24 0,24-24,-24 24,24-24,0 24,0-24,0 24,-1 0,1-24,0 24,0 0,-24 0,24 0,0 0,0-24,-24 24,24 0,0 0,-24-24,24 24,-24 0,24 0,-24 0,-1 0,1 0,0 0,24 0,-24 0,0 0,0 0,0 0,24 0,-24-24,24 24,-24 0,24 0,0 0,0 0,0 0,0 0,-1 0,1 0,-24-24,24 24,192 0,-216 0,0 0,24 0,-24-24,24 24,-24 0,24 0,-24 0,23 0,1 0,-24 0,0 0,24 0,-24 0,0 0,24 0,0 0,-24 0,24 0,0-24,0 24,0 0,0 0,-24 0,23-24,1 24,0 0,-24 0,24 0,0 0,-24 0,24 0,-24 0,24 0,-24 0,24 0,-24 0,24 0,-24 0,24 0,-24 0,-1 0,1 0,24 0,-24 0,0 0,0 0,0 0,0 24,0-24,0 0,0 0,0 0,0 24,0-24,0 0,0 0,0 0,24 0,-24 0,0 0,24 0,-24 0,0 0,23 24,-23-24,0 0,24 0,-24 0,0 0,0 0,0 0,0 0,0 0,0 0,0 0,0 0,0 0,0 0,0 0,0 0,0 0,0 0,0 0,0 0,0 0,0 0,0 0,0 0,-1 0,1 0,0 0,0 0,0 0,0 0,0 0,0 0,0-24,0 24,0 0,0 0,0 0,0 0,0-24,0 24,-24-24,0 0,0 0</inkml:trace>
  </inkml:traceGroup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2:49:06.844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D385122E-75A6-47FD-A305-1178E5301C28}" emma:medium="tactile" emma:mode="ink">
          <msink:context xmlns:msink="http://schemas.microsoft.com/ink/2010/main" type="writingRegion" rotatedBoundingBox="6815,17871 2862,18018 2805,16482 6758,16335"/>
        </emma:interpretation>
      </emma:emma>
    </inkml:annotationXML>
    <inkml:traceGroup>
      <inkml:annotationXML>
        <emma:emma xmlns:emma="http://www.w3.org/2003/04/emma" version="1.0">
          <emma:interpretation id="{8E14409A-F13B-4387-BD5A-DB486D770CA9}" emma:medium="tactile" emma:mode="ink">
            <msink:context xmlns:msink="http://schemas.microsoft.com/ink/2010/main" type="paragraph" rotatedBoundingBox="6815,17871 2863,18021 2805,16484 6757,1633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D4F7BEFE-D38B-48B9-97FF-224A8B16C19C}" emma:medium="tactile" emma:mode="ink">
              <msink:context xmlns:msink="http://schemas.microsoft.com/ink/2010/main" type="inkBullet" rotatedBoundingBox="6815,17871 6499,17883 6484,17471 6800,17460"/>
            </emma:interpretation>
            <emma:one-of disjunction-type="recognition" id="oneOf0">
              <emma:interpretation id="interp0" emma:lang="id-ID" emma:confidence="0">
                <emma:literal>•</emma:literal>
              </emma:interpretation>
              <emma:interpretation id="interp1" emma:lang="id-ID" emma:confidence="0">
                <emma:literal>c</emma:literal>
              </emma:interpretation>
              <emma:interpretation id="interp2" emma:lang="id-ID" emma:confidence="0">
                <emma:literal>a</emma:literal>
              </emma:interpretation>
              <emma:interpretation id="interp3" emma:lang="id-ID" emma:confidence="0">
                <emma:literal>&amp;</emma:literal>
              </emma:interpretation>
              <emma:interpretation id="interp4" emma:lang="id-ID" emma:confidence="0">
                <emma:literal>9</emma:literal>
              </emma:interpretation>
            </emma:one-of>
          </emma:emma>
        </inkml:annotationXML>
        <inkml:trace contextRef="#ctx0" brushRef="#br0">5706 10735,'-96'48,"96"-24,0 0,0 0,0 0,0 24,0 0,24-24,0 24,0 0,24-25,-24 1,0-24,0 0,24 0,-24-47,0-1,-24 0,24 0,-24 0,0 0,-24 0,-24 24,24 0,0 24,0 0,-24 0,24 24,0 0,0 24,0-24</inkml:trace>
      </inkml:traceGroup>
      <inkml:traceGroup>
        <inkml:annotationXML>
          <emma:emma xmlns:emma="http://www.w3.org/2003/04/emma" version="1.0">
            <emma:interpretation id="{53B2B5E3-F02D-4AFD-B3BC-A09443E6221D}" emma:medium="tactile" emma:mode="ink">
              <msink:context xmlns:msink="http://schemas.microsoft.com/ink/2010/main" type="line" rotatedBoundingBox="5733,17851 2949,17953 2935,17561 5718,17458"/>
            </emma:interpretation>
          </emma:emma>
        </inkml:annotationXML>
        <inkml:traceGroup>
          <inkml:annotationXML>
            <emma:emma xmlns:emma="http://www.w3.org/2003/04/emma" version="1.0">
              <emma:interpretation id="{41C69265-5CF5-4BC2-9794-C2779E8D9C25}" emma:medium="tactile" emma:mode="ink">
                <msink:context xmlns:msink="http://schemas.microsoft.com/ink/2010/main" type="inkWord" rotatedBoundingBox="5615,17448 5791,17781 5583,17890 5407,17557"/>
              </emma:interpretation>
              <emma:one-of disjunction-type="recognition" id="oneOf1">
                <emma:interpretation id="interp5" emma:lang="id-ID" emma:confidence="0.5">
                  <emma:literal>•</emma:literal>
                </emma:interpretation>
                <emma:interpretation id="interp6" emma:lang="id-ID" emma:confidence="0">
                  <emma:literal>a</emma:literal>
                </emma:interpretation>
                <emma:interpretation id="interp7" emma:lang="id-ID" emma:confidence="0">
                  <emma:literal>c</emma:literal>
                </emma:interpretation>
                <emma:interpretation id="interp8" emma:lang="id-ID" emma:confidence="0">
                  <emma:literal>4</emma:literal>
                </emma:interpretation>
                <emma:interpretation id="interp9" emma:lang="id-ID" emma:confidence="0">
                  <emma:literal>&amp;</emma:literal>
                </emma:interpretation>
              </emma:one-of>
            </emma:emma>
          </inkml:annotationXML>
          <inkml:trace contextRef="#ctx0" brushRef="#br0" timeOffset="-2182.8153">3406 10783,'-96'0,"72"0,24 24,0 0,0 0,0 0,0 24,0 0,24 0,0-24,0 0,0-24,24 0,-24 0,-1 0,1-48,0 24,0 0,-24-24,0 24,0 0,-24 24,0-24,-23 0,23 24,0 0,0 0,24 48,0-24</inkml:trace>
        </inkml:traceGroup>
        <inkml:traceGroup>
          <inkml:annotationXML>
            <emma:emma xmlns:emma="http://www.w3.org/2003/04/emma" version="1.0">
              <emma:interpretation id="{7F207B58-B46F-438F-8F02-495CFFD33BC0}" emma:medium="tactile" emma:mode="ink">
                <msink:context xmlns:msink="http://schemas.microsoft.com/ink/2010/main" type="inkWord" rotatedBoundingBox="4438,17801 4172,17810 4161,17516 4428,17506"/>
              </emma:interpretation>
              <emma:one-of disjunction-type="recognition" id="oneOf2">
                <emma:interpretation id="interp10" emma:lang="id-ID" emma:confidence="0.5">
                  <emma:literal>•</emma:literal>
                </emma:interpretation>
                <emma:interpretation id="interp11" emma:lang="id-ID" emma:confidence="0">
                  <emma:literal>e</emma:literal>
                </emma:interpretation>
                <emma:interpretation id="interp12" emma:lang="id-ID" emma:confidence="0">
                  <emma:literal>O</emma:literal>
                </emma:interpretation>
                <emma:interpretation id="interp13" emma:lang="id-ID" emma:confidence="0">
                  <emma:literal>a</emma:literal>
                </emma:interpretation>
                <emma:interpretation id="interp14" emma:lang="id-ID" emma:confidence="0">
                  <emma:literal>S</emma:literal>
                </emma:interpretation>
              </emma:one-of>
            </emma:emma>
          </inkml:annotationXML>
          <inkml:trace contextRef="#ctx0" brushRef="#br0" timeOffset="-1403.2107">4628 10807,'-24'-24,"24"72,0-24,0 24,0-24,0 24,24-24,0 24,0-24,0 0,0-24,-1 0,1 0,0 0,0 0,0-48,-24 0,0 24,0-24,-24 0,0 24,0 0,0 0,1 24,-1 0,0 0,0 0,0 24,24 0,-24-24</inkml:trace>
        </inkml:traceGroup>
        <inkml:traceGroup>
          <inkml:annotationXML>
            <emma:emma xmlns:emma="http://www.w3.org/2003/04/emma" version="1.0">
              <emma:interpretation id="{38217B5E-EE4A-4C16-A91E-270CE11E8B0A}" emma:medium="tactile" emma:mode="ink">
                <msink:context xmlns:msink="http://schemas.microsoft.com/ink/2010/main" type="inkWord" rotatedBoundingBox="3217,17944 2949,17953 2939,17685 3207,17675"/>
              </emma:interpretation>
              <emma:one-of disjunction-type="recognition" id="oneOf3">
                <emma:interpretation id="interp15" emma:lang="id-ID" emma:confidence="0.5">
                  <emma:literal>e</emma:literal>
                </emma:interpretation>
                <emma:interpretation id="interp16" emma:lang="id-ID" emma:confidence="0">
                  <emma:literal>•</emma:literal>
                </emma:interpretation>
                <emma:interpretation id="interp17" emma:lang="id-ID" emma:confidence="0">
                  <emma:literal>O</emma:literal>
                </emma:interpretation>
                <emma:interpretation id="interp18" emma:lang="id-ID" emma:confidence="0">
                  <emma:literal>a</emma:literal>
                </emma:interpretation>
                <emma:interpretation id="interp19" emma:lang="id-ID" emma:confidence="0">
                  <emma:literal>J</emma:literal>
                </emma:interpretation>
              </emma:one-of>
            </emma:emma>
          </inkml:annotationXML>
          <inkml:trace contextRef="#ctx0" brushRef="#br0" timeOffset="-2903.2633">2255 10999,'-119'-48,"95"48,0 0,24 24,-24 24,24-24,0 24,0-1,24-23,0 0,0 0,24-24,-25 0,1 0,0 0,0-24,0 0,0-24,-24 25,0-1,0 0,0 0,0 0,-24 0,0 24,0 0,0 0,24 24,0 0,0 24</inkml:trace>
        </inkml:traceGroup>
      </inkml:traceGroup>
      <inkml:traceGroup>
        <inkml:annotationXML>
          <emma:emma xmlns:emma="http://www.w3.org/2003/04/emma" version="1.0">
            <emma:interpretation id="{460F709B-9F79-4949-B3CA-B01B6F43D89B}" emma:medium="tactile" emma:mode="ink">
              <msink:context xmlns:msink="http://schemas.microsoft.com/ink/2010/main" type="line" rotatedBoundingBox="6545,16980 2829,17120 2805,16484 6521,16343">
                <msink:destinationLink direction="with" ref="{6254ABA5-E9F1-454A-B84B-7A1F5E625877}"/>
              </msink:context>
            </emma:interpretation>
          </emma:emma>
        </inkml:annotationXML>
        <inkml:traceGroup>
          <inkml:annotationXML>
            <emma:emma xmlns:emma="http://www.w3.org/2003/04/emma" version="1.0">
              <emma:interpretation id="{57569B43-72C3-46BF-8F66-A05CC4670F80}" emma:medium="tactile" emma:mode="ink">
                <msink:context xmlns:msink="http://schemas.microsoft.com/ink/2010/main" type="inkWord" rotatedBoundingBox="6544,16958 6253,16969 6233,16446 6524,16434"/>
              </emma:interpretation>
              <emma:one-of disjunction-type="recognition" id="oneOf4">
                <emma:interpretation id="interp20" emma:lang="id-ID" emma:confidence="0.5">
                  <emma:literal>•</emma:literal>
                </emma:interpretation>
                <emma:interpretation id="interp21" emma:lang="id-ID" emma:confidence="0">
                  <emma:literal>Y</emma:literal>
                </emma:interpretation>
                <emma:interpretation id="interp22" emma:lang="id-ID" emma:confidence="0">
                  <emma:literal>p</emma:literal>
                </emma:interpretation>
                <emma:interpretation id="interp23" emma:lang="id-ID" emma:confidence="0">
                  <emma:literal>N</emma:literal>
                </emma:interpretation>
                <emma:interpretation id="interp24" emma:lang="id-ID" emma:confidence="0">
                  <emma:literal>P</emma:literal>
                </emma:interpretation>
              </emma:one-of>
            </emma:emma>
          </inkml:annotationXML>
          <inkml:trace contextRef="#ctx0" brushRef="#br0" timeOffset="-5152.2612">5562 9705,'0'24,"0"24,0 0,24-1,-24 1,24 0,-24 0,24 0,-24 0,0-24,24-24,-48-24,0 0,0 24,0-24,0 0,0 24,0 0,0 0,0 0,0 24,0-24,24 24,-24 0,24 0,0 0,0 0,0 0,0 0,24-24,24 0,-24 0,0 0,0-24,0 0,0 24</inkml:trace>
        </inkml:traceGroup>
        <inkml:traceGroup>
          <inkml:annotationXML>
            <emma:emma xmlns:emma="http://www.w3.org/2003/04/emma" version="1.0">
              <emma:interpretation id="{BB9D1B36-67C6-4422-83B1-ABADA13F946E}" emma:medium="tactile" emma:mode="ink">
                <msink:context xmlns:msink="http://schemas.microsoft.com/ink/2010/main" type="inkWord" rotatedBoundingBox="5417,16889 5151,16899 5132,16396 5398,16386"/>
              </emma:interpretation>
              <emma:one-of disjunction-type="recognition" id="oneOf5">
                <emma:interpretation id="interp25" emma:lang="id-ID" emma:confidence="0.5">
                  <emma:literal>Y</emma:literal>
                </emma:interpretation>
                <emma:interpretation id="interp26" emma:lang="id-ID" emma:confidence="0">
                  <emma:literal>•</emma:literal>
                </emma:interpretation>
                <emma:interpretation id="interp27" emma:lang="id-ID" emma:confidence="0">
                  <emma:literal>f</emma:literal>
                </emma:interpretation>
                <emma:interpretation id="interp28" emma:lang="id-ID" emma:confidence="0">
                  <emma:literal>y</emma:literal>
                </emma:interpretation>
                <emma:interpretation id="interp29" emma:lang="id-ID" emma:confidence="0">
                  <emma:literal>P</emma:literal>
                </emma:interpretation>
              </emma:one-of>
            </emma:emma>
          </inkml:annotationXML>
          <inkml:trace contextRef="#ctx0" brushRef="#br0" timeOffset="-5986.918">4412 9657,'48'144,"0"95,-72-239,0 0,0-24,-24 24,24 0,0 0,0 0,0 24,0 0,24 0,0 0,0 0,0 0,24-24,24 0,-24 0,0 0,24 0,-24-24,0 0,0 24,0-24</inkml:trace>
        </inkml:traceGroup>
        <inkml:traceGroup>
          <inkml:annotationXML>
            <emma:emma xmlns:emma="http://www.w3.org/2003/04/emma" version="1.0">
              <emma:interpretation id="{E31AF753-9C23-48E4-B814-5C09DE3F4706}" emma:medium="tactile" emma:mode="ink">
                <msink:context xmlns:msink="http://schemas.microsoft.com/ink/2010/main" type="inkWord" rotatedBoundingBox="4293,16987 3979,16999 3961,16519 4275,16507"/>
              </emma:interpretation>
              <emma:one-of disjunction-type="recognition" id="oneOf6">
                <emma:interpretation id="interp30" emma:lang="id-ID" emma:confidence="0.5">
                  <emma:literal>N</emma:literal>
                </emma:interpretation>
                <emma:interpretation id="interp31" emma:lang="id-ID" emma:confidence="0">
                  <emma:literal>.</emma:literal>
                </emma:interpretation>
                <emma:interpretation id="interp32" emma:lang="id-ID" emma:confidence="0">
                  <emma:literal>P</emma:literal>
                </emma:interpretation>
                <emma:interpretation id="interp33" emma:lang="id-ID" emma:confidence="0">
                  <emma:literal>f</emma:literal>
                </emma:interpretation>
                <emma:interpretation id="interp34" emma:lang="id-ID" emma:confidence="0">
                  <emma:literal>•</emma:literal>
                </emma:interpretation>
              </emma:one-of>
            </emma:emma>
          </inkml:annotationXML>
          <inkml:trace contextRef="#ctx0" brushRef="#br0" timeOffset="-6831.3688">3334 9777,'0'119,"0"-47,0-24,24 24,-24-24,24 0,-24-24,0 0,0 0,0-48,0-24,-24 24,0-24,-24 24,24 0,-24 24,24 0,0 0,0 0,0 0,24 24,-24 0,24 0,0 0,0 0,0 0,24-24,0 0,24 0,0 0,0-24,24 0,-24 0</inkml:trace>
        </inkml:traceGroup>
        <inkml:traceGroup>
          <inkml:annotationXML>
            <emma:emma xmlns:emma="http://www.w3.org/2003/04/emma" version="1.0">
              <emma:interpretation id="{F279126D-554A-4D7F-98FD-941F7AB702BC}" emma:medium="tactile" emma:mode="ink">
                <msink:context xmlns:msink="http://schemas.microsoft.com/ink/2010/main" type="inkWord" rotatedBoundingBox="3171,17107 2829,17120 2805,16498 3148,16485"/>
              </emma:interpretation>
              <emma:one-of disjunction-type="recognition" id="oneOf7">
                <emma:interpretation id="interp35" emma:lang="id-ID" emma:confidence="0.5">
                  <emma:literal>P</emma:literal>
                </emma:interpretation>
                <emma:interpretation id="interp36" emma:lang="id-ID" emma:confidence="0">
                  <emma:literal>p</emma:literal>
                </emma:interpretation>
                <emma:interpretation id="interp37" emma:lang="id-ID" emma:confidence="0">
                  <emma:literal>Y</emma:literal>
                </emma:interpretation>
                <emma:interpretation id="interp38" emma:lang="id-ID" emma:confidence="0">
                  <emma:literal>?</emma:literal>
                </emma:interpretation>
                <emma:interpretation id="interp39" emma:lang="id-ID" emma:confidence="0">
                  <emma:literal>N</emma:literal>
                </emma:interpretation>
              </emma:one-of>
            </emma:emma>
          </inkml:annotationXML>
          <inkml:trace contextRef="#ctx0" brushRef="#br0" timeOffset="-7762.9963">2255 9753,'0'24,"0"0,0 23,0 1,0 24,0-24,0 0,24 0,-24 0,0-24,0 0,0 0,-24-48,0 24,0-24,1 24,-25 0,24 0,0-24,0 24,0 0,0 0,0 24,0 0,24 0,-24 0,24 0,0 0,0 0,24 0,24-24,-24 24,24-24,-24 0,24 0,-1 0,-23 0,0 0,0-24</inkml:trace>
        </inkml:traceGroup>
      </inkml:traceGroup>
    </inkml:traceGroup>
  </inkml:traceGroup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2:48:43.483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D3BB3597-E1BB-4EA1-B326-BD1F42C6EDA6}" emma:medium="tactile" emma:mode="ink">
          <msink:context xmlns:msink="http://schemas.microsoft.com/ink/2010/main" type="writingRegion" rotatedBoundingBox="1666,14776 2520,18110 1715,18316 861,14982"/>
        </emma:interpretation>
      </emma:emma>
    </inkml:annotationXML>
    <inkml:traceGroup>
      <inkml:annotationXML>
        <emma:emma xmlns:emma="http://www.w3.org/2003/04/emma" version="1.0">
          <emma:interpretation id="{787F9FFF-E1ED-46AD-80D6-99C1C77EA074}" emma:medium="tactile" emma:mode="ink">
            <msink:context xmlns:msink="http://schemas.microsoft.com/ink/2010/main" type="paragraph" rotatedBoundingBox="1666,14776 2520,18110 1715,18316 861,1498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B2C556AB-CBF8-4740-8059-47C05B0721EA}" emma:medium="tactile" emma:mode="ink">
              <msink:context xmlns:msink="http://schemas.microsoft.com/ink/2010/main" type="line" rotatedBoundingBox="1666,14776 2520,18110 1715,18316 861,14982"/>
            </emma:interpretation>
          </emma:emma>
        </inkml:annotationXML>
        <inkml:traceGroup>
          <inkml:annotationXML>
            <emma:emma xmlns:emma="http://www.w3.org/2003/04/emma" version="1.0">
              <emma:interpretation id="{75CC669F-ACB2-4CD1-9ED4-2EEF3D5A639D}" emma:medium="tactile" emma:mode="ink">
                <msink:context xmlns:msink="http://schemas.microsoft.com/ink/2010/main" type="inkWord" rotatedBoundingBox="1666,14776 2520,18110 1715,18316 861,14982"/>
              </emma:interpretation>
              <emma:one-of disjunction-type="recognition" id="oneOf0">
                <emma:interpretation id="interp0" emma:lang="id-ID" emma:confidence="0.5">
                  <emma:literal>YEN</emma:literal>
                </emma:interpretation>
                <emma:interpretation id="interp1" emma:lang="id-ID" emma:confidence="0">
                  <emma:literal>YE.</emma:literal>
                </emma:interpretation>
                <emma:interpretation id="interp2" emma:lang="id-ID" emma:confidence="0">
                  <emma:literal>ibni</emma:literal>
                </emma:interpretation>
                <emma:interpretation id="interp3" emma:lang="id-ID" emma:confidence="0">
                  <emma:literal>¥8.</emma:literal>
                </emma:interpretation>
                <emma:interpretation id="interp4" emma:lang="id-ID" emma:confidence="0">
                  <emma:literal>Yetni</emma:literal>
                </emma:interpretation>
              </emma:one-of>
            </emma:emma>
          </inkml:annotationXML>
          <inkml:trace contextRef="#ctx0" brushRef="#br0">99 8219,'0'48,"0"-24,0 0,0 24,0 0,0-24,0 24,0-24,0 0,0 0,0-1,0 1,0 0,-24-24</inkml:trace>
          <inkml:trace contextRef="#ctx0" brushRef="#br0" timeOffset="381.5997">75 8411,'48'0,"-24"0,24 24,-24-24,0 0,0 0,-1 0,1 0,0 0,-24-24</inkml:trace>
          <inkml:trace contextRef="#ctx0" brushRef="#br0" timeOffset="709.6374">123 8483,'96'119,"-48"-95,-25 0,1 0,0 0,-24 0,24-24,0 0</inkml:trace>
          <inkml:trace contextRef="#ctx0" brushRef="#br0" timeOffset="1707.6995">818 8411,'-24'0,"0"0,0 0,0 0,24 24,-24-24,0 0,24 24,0 0,0 0,0 0,0 0,0-1,0 1,24-24,0 0,0 0,0 0,0 0,-24-24,24 1,-24-1,0 0,0 0,24 24,-24 24,24 0,0 0,-24-1,24-23,-24-23</inkml:trace>
          <inkml:trace contextRef="#ctx0" brushRef="#br0" timeOffset="4528.5792">410 9178,'0'23,"24"1,0 24,0-24,0 24,0 0,0 0,0 0,0-24,0 24,0-24,0 0,0 0,0 0,0 0,0 0,0 0,-24 0,24-24,-24 24,24 0,0 0,0-1,0-23,-24-23,0-1,0 0,23 24,-23 24,0 23,24-23,-24 0,0 0,24 24,-24-24,0 0,0 0,24 0,-24 0,0 0,24 0,-24 0,0 0,0 0,0 0,0 0,0 0,0 0,0 0,0 0,0 0,24-24,-24 24,0 0,0 0,0-1,0 1,0 0,0 0,0 0,0 0,0 0,0 0,0 0,0 0,0 0,0 0,0 0,0 0,0 0,0 0,0 0,0 0,0 0,0 0,0 0,0 0,0 0,0 0,0 0,0 0,0 0,0-1,0 1,0 0,0 0,0 0,0 0,0 0,0 0,0 0,0 0,0 0,0 0,0 0,0 0,0 0,0 0,0 0,0 0,0-48</inkml:trace>
        </inkml:traceGroup>
      </inkml:traceGroup>
    </inkml:traceGroup>
  </inkml:traceGroup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2:48:53.314"/>
    </inkml:context>
    <inkml:brush xml:id="br0">
      <inkml:brushProperty name="width" value="0.05833" units="cm"/>
      <inkml:brushProperty name="height" value="0.05833" units="cm"/>
      <inkml:brushProperty name="fitToCurve" value="1"/>
    </inkml:brush>
    <inkml:brush xml:id="br1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217121C6-A451-40AF-973B-58F4FC2BF729}" emma:medium="tactile" emma:mode="ink">
          <msink:context xmlns:msink="http://schemas.microsoft.com/ink/2010/main" type="writingRegion" rotatedBoundingBox="636,16007 3044,14533 3535,15336 1128,16809"/>
        </emma:interpretation>
      </emma:emma>
    </inkml:annotationXML>
    <inkml:traceGroup>
      <inkml:annotationXML>
        <emma:emma xmlns:emma="http://www.w3.org/2003/04/emma" version="1.0">
          <emma:interpretation id="{78766C18-087A-4FE4-8696-2CDFB28D7BCD}" emma:medium="tactile" emma:mode="ink">
            <msink:context xmlns:msink="http://schemas.microsoft.com/ink/2010/main" type="paragraph" rotatedBoundingBox="636,16007 3044,14533 3535,15336 1128,1680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4211328-60BB-4474-A70B-60B55E84FC01}" emma:medium="tactile" emma:mode="ink">
              <msink:context xmlns:msink="http://schemas.microsoft.com/ink/2010/main" type="line" rotatedBoundingBox="636,16007 3044,14533 3535,15336 1128,16809"/>
            </emma:interpretation>
          </emma:emma>
        </inkml:annotationXML>
        <inkml:traceGroup>
          <inkml:annotationXML>
            <emma:emma xmlns:emma="http://www.w3.org/2003/04/emma" version="1.0">
              <emma:interpretation id="{462B1B56-E3C2-4D4F-B1DA-ABA1779DF3CF}" emma:medium="tactile" emma:mode="ink">
                <msink:context xmlns:msink="http://schemas.microsoft.com/ink/2010/main" type="inkWord" rotatedBoundingBox="1390,15546 2395,14930 2886,15733 1881,16348"/>
              </emma:interpretation>
              <emma:one-of disjunction-type="recognition" id="oneOf0">
                <emma:interpretation id="interp0" emma:lang="id-ID" emma:confidence="0.5">
                  <emma:literal>Ako</emma:literal>
                </emma:interpretation>
                <emma:interpretation id="interp1" emma:lang="id-ID" emma:confidence="0">
                  <emma:literal>agio</emma:literal>
                </emma:interpretation>
                <emma:interpretation id="interp2" emma:lang="id-ID" emma:confidence="0">
                  <emma:literal>Akto</emma:literal>
                </emma:interpretation>
                <emma:interpretation id="interp3" emma:lang="id-ID" emma:confidence="0">
                  <emma:literal>Asro</emma:literal>
                </emma:interpretation>
                <emma:interpretation id="interp4" emma:lang="id-ID" emma:confidence="0">
                  <emma:literal>akeo</emma:literal>
                </emma:interpretation>
              </emma:one-of>
            </emma:emma>
          </inkml:annotationXML>
          <inkml:trace contextRef="#ctx0" brushRef="#br0">746 8962,'48'192,"-48"-145,0-23,24 24,-24-24,0 0,0-48,24 0,-24 0,24 24,0 0,0 0,-1 0,1 0,0 0,-24 24,24-24,-24 24,0 0,-24 0,0 0,0-24,1 24,23-48,0 0</inkml:trace>
          <inkml:trace contextRef="#ctx0" brushRef="#br0" timeOffset="516.8031">1369 9154,'-48'0,"48"24,-24-1,24 1,0 0,0 0,0 0,0 0,24 0,0-24,0 0,0 0,0 0,0 0</inkml:trace>
          <inkml:trace contextRef="#ctx0" brushRef="#br1" timeOffset="25021.2075">1393 8650,'287'-48,"-263"24</inkml:trace>
          <inkml:trace contextRef="#ctx0" brushRef="#br1" timeOffset="24517.3977">1321 8363,'0'-48,"24"48,0 0,0 0,0 0,24 0,-24 0,0 0,0 0,-1 0,1 0</inkml:trace>
          <inkml:trace contextRef="#ctx0" brushRef="#br0" timeOffset="-929.73">123 9513,'-24'0,"0"0,0 0,0 0,24 24,0 0,-24-24,24 24,0 0,0 0,0 0,0 0,24 0,0-24,0 0,0 0,0 0,-24-24,24 0,-24-24,0 24,0 0,0 0,0 0,0 48,0 0,24 0,-24 0,0 0,24-24,-24 24,24 0</inkml:trace>
          <inkml:trace contextRef="#ctx0" brushRef="#br1" timeOffset="26205.2913">2231 8243,'-24'0,"1"0,23 24,0 0,0 0,0 0,0 0,0 0,0 24,23-24,-23 0,24 0,0 0,0-24,0 0,0 0,0 0,0 0,0 0,-24-24,24 0,0 0,-24 0,0 0,0 0,0 0,0 0,0 0,0 0,0 0,-24 24,24-24,-24 24,24-24,-24 24,0 0,0-24,0 24,0 24,0-24,24 24,-24 0,24 0,-24-24,24 24</inkml:trace>
        </inkml:traceGroup>
      </inkml:traceGroup>
    </inkml:traceGroup>
  </inkml:traceGroup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2:49:44.254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6520560F-5069-4A60-9277-9863188D43D4}" emma:medium="tactile" emma:mode="ink">
          <msink:context xmlns:msink="http://schemas.microsoft.com/ink/2010/main" type="inkDrawing" rotatedBoundingBox="9998,8801 10528,9794 10486,9817 9955,8824" semanticType="callout" shapeName="Other">
            <msink:sourceLink direction="with" ref="{980D9710-D6D0-4E45-9D6A-B0533D2D9AB4}"/>
          </msink:context>
        </emma:interpretation>
      </emma:emma>
    </inkml:annotationXML>
    <inkml:trace contextRef="#ctx0" brushRef="#br0">24 24,'-24'-24,"24"48,24 0,0 0,-24 24,47-25,-23 25,0-24,0 24,0 0,0-24,-24 24,24-24,0 0,-24 0,24 0,0 24,-24-24,24 0,-24 24,24-24,-24 0,24 0,-24 0,0 0,24-24,-24 23,0 1,24-24,-24 24,24-24,-24 24,0 0,24-24,-24 24,0 0,24-24,0 48,0-24,-24-48</inkml:trace>
  </inkml:traceGroup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2:49:46.241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81DF6512-CE14-4C62-B74E-8555DB10991F}" emma:medium="tactile" emma:mode="ink">
          <msink:context xmlns:msink="http://schemas.microsoft.com/ink/2010/main" type="inkDrawing" rotatedBoundingBox="10541,9570 15574,9518 15575,9675 10542,9728" semanticType="underline" shapeName="Other">
            <msink:sourceLink direction="with" ref="{26EC2709-42DC-4F5D-BC5D-2BA1394AF1D6}"/>
          </msink:context>
        </emma:interpretation>
      </emma:emma>
    </inkml:annotationXML>
    <inkml:trace contextRef="#ctx0" brushRef="#br0">0 194,'48'-48,"-24"48,24 0,-24 0,23 0,-23 0,24 0,0 0,0-24,0 24,0 0,0 0,-24-24,24 24,0 0,0-24,0 24,0-24,-1 24,1 0,-24 0,24-23,0 23,-24 0,24 0,-24 0,24 0,-24 0,24 0,0 0,-24 0,24 0,0 0,-24 0,0 0,-1 0,1 0,0 0,0 0,0 0,0 0,240 0,-216 0,0 0,0 0,0 0,-1 0,1 0,-24 0,0 0,0 0,24 0,-24 0,0 0,0 0,0 0,0 0,0 0,0 0,0 0,0 0,0 0,0 0,0 0,0 0,0 0,0 0,0 0,24 0,-24 0,-1 0,25 0,0 0,0 0,-24 0,24 0,0 0,0 0,0 0,-24 0,24 0,0 0,0 0,0 0,-24 0,23 0,1 0,0 0,0 0,0 0,-24 0,24 0,-24 0,24 0,0 0,0 0,0 0,-24 0,24 0,0 0,-25 0,25 0,-24 0,24 0,-24 0,24 0,-24 0,24 0,-24 0,0 0,24 0,-24 0,24 0,-24 0,0 0,24 0,-24 0,24 23,-25-23,25 0,0 0,-24 0,24 0,0 0,-24 0,0 0,0 24,0-24,0 0,0 0,0 0,0 0,0 0,-48 0</inkml:trace>
  </inkml:traceGroup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2:50:40.889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8FBCE7FC-3966-4F1A-A7D8-DC474FE0933B}" emma:medium="tactile" emma:mode="ink">
          <msink:context xmlns:msink="http://schemas.microsoft.com/ink/2010/main" type="inkDrawing" rotatedBoundingBox="11356,14976 15742,14868 15747,15106 11362,15214" semanticType="underline" shapeName="Other"/>
        </emma:interpretation>
      </emma:emma>
    </inkml:annotationXML>
    <inkml:trace contextRef="#ctx0" brushRef="#br0">0 72,'120'24,"-96"-24,0 0,0 24,0-24,0 0,0 0,0 0,0 0,24 0,-24 24,0-24,0 0,24 24,-24-24,0 0,0 0,0 0,-24 24,24-24,-1 0,1 0,0 0,0 0,0 0,24 0,-24 0,0 24,24-24,24 0,-48 0,24 0,-24 0,0 0,0 0,0 0,0 0,0 0,0 0,0 0,0 0,-1 0,1 0,0 0,0 0,0 0,24 0,-24 0,0 0,0 0,24 0,-24 0,0 0,0 0,0 0,0 0,0 24,0-24,0 0,0 0,0 0,0 0,0 0,24 0,-24 0,23 0,-23 0,24 0,-24 0,24 0,0 0,0 0,0 0,0 0,0 0,-24 0,24 0,-24 0,0 0,0 0,24 0,-25 0,1 0,24 0,-24 0,24 0,0 0,0 0,-24 0,24 0,0 0,0-24,0 24,0 0,311-48,-311 24,-24 24,24 0,-24-24,24 24,-24 0,0 0,0 0,24 0,-24 0,0-24,23 24,-23 0,24 0,0 0,-24 0,24 0,-24 0,24-24,-24 24,0 0,0 0,0 0,0 0,0 0,0 0,0 0,0 0,0 0,0 0,-24-24,24 24,0 0,0-24,-24 0,-48 24,24 0</inkml:trace>
  </inkml:traceGroup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2:51:06.004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EAA3C96B-6461-4972-B1D2-13A146E8DEE6}" emma:medium="tactile" emma:mode="ink">
          <msink:context xmlns:msink="http://schemas.microsoft.com/ink/2010/main" type="inkDrawing" rotatedBoundingBox="12932,15184 15161,15237 15132,16457 12903,16404" semanticType="enclosure" shapeName="Other">
            <msink:sourceLink direction="with" ref="{634338BE-9D3A-4599-9AEF-A1C7666196B3}"/>
            <msink:sourceLink direction="with" ref="{1D526DFD-EA9B-41E5-B2B8-0EBB28BAD593}"/>
          </msink:context>
        </emma:interpretation>
      </emma:emma>
    </inkml:annotationXML>
    <inkml:trace contextRef="#ctx0" brushRef="#br0">336 194,'-23'-24,"-1"24,0 0,0 0,0 0,0 0,0 0,24 24,-24-24,24 24,-24-24,24 24,0 0,-24-24,24 24,0 0,-24 0,24 0,0 0,-24 0,24 0,0 0,0 0,0 0,-24 0,24 0,0 0,0 0,0 0,0 0,0 0,0 0,-24 0,24-1,0 1,0 192,24-192,-24 0,24 0,-24 0,24-24,0 24,0 0,0-24,0 0,0 24,24-24,-24 24,0-24,0 24,23-24,-23 24,0-24,0 0,0 0,0 0,0 0,0 0,0 0,0 0,0 0,0 0,0 0,0 0,0 0,0 0,0 0,0 0,0 0,0-24,0 24,0 0,0 0,0 0,0 0,-1 0,1-24,0 24,0 0,0 0,0 0,0 0,0-24,0 24,0 0,0 0,0 0,0 0,0 0,0 0,0 0,0 0,0-24,0 24,0 0,0 0,0 0,0-24,0 24,0 0,0 0,0 0,-1 0,1 0,0 0,0-24,0 24,0 0,0 0,0 0,0 0,0 0,0 0,0 0,0 0,0 0,0 0,0 0,0-24,0 24,0-24,0 24,0-24,0 24,-24-24,24 24,-24-24,24 24,-24-24,24 24,-24-24,0 0,24 24,-24-24,0 0,0 0,23 24,-23-24,0 0,0 0,0 1,0-1,0 0,0 0,0 0,0 0,0 0,0 0,0 0,0 0,0 0,0 0,0 0,0 0,0 0,0 0,-23 24,23-24,0 0,0 0,-24 0,24 0,0 0,-24 24,24-24,-24 24,0 0,24-24,-24 24,0 0,0-24,0 24,24-24,-24 24,0 0,24-23,-24 23,0 0,0 0,0-24,0 24,0 0,0 0,0 0,0 0,0 0,0-24,0 24,0 0,0 0,0 0,1 0,-1 0,0 0,0 0,0 0,0 0,0 0,0 0,0 0,0 0,0-24,0 24,0 0,0 0,0 0,0 0,0 0,0 0,0 0,0 0,0 0,0 0,0 0,0 0,0 0,0 0,0 0,1 0,-1 0,0 0,0 0,0 0,0 0,0 0,0 0,0 0,0 0,0 0,0 0,0 0,0 0,0 0,0 0,0 0,0 24,0-24,24 24,-24-24,0 0,0 0,0 0,0 0,0 0,0 24,1-1,-1-23,0 0,0 0,24 24,-24-24,0 24,0 0,24 0,0 24,0 0,0-24</inkml:trace>
  </inkml:traceGroup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2:47:53.545"/>
    </inkml:context>
    <inkml:brush xml:id="br0">
      <inkml:brushProperty name="width" value="0.05833" units="cm"/>
      <inkml:brushProperty name="height" value="0.05833" units="cm"/>
      <inkml:brushProperty name="fitToCurve" value="1"/>
    </inkml:brush>
    <inkml:brush xml:id="br1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1FE1AE1F-0A5E-4D73-ACC6-0702C8273D2E}" emma:medium="tactile" emma:mode="ink">
          <msink:context xmlns:msink="http://schemas.microsoft.com/ink/2010/main" type="writingRegion" rotatedBoundingBox="541,9281 7610,9414 7516,14422 447,14289"/>
        </emma:interpretation>
      </emma:emma>
    </inkml:annotationXML>
    <inkml:traceGroup>
      <inkml:annotationXML>
        <emma:emma xmlns:emma="http://www.w3.org/2003/04/emma" version="1.0">
          <emma:interpretation id="{3D44F36B-F919-430C-B170-055D374CB36A}" emma:medium="tactile" emma:mode="ink">
            <msink:context xmlns:msink="http://schemas.microsoft.com/ink/2010/main" type="paragraph" rotatedBoundingBox="564,9197 7627,9500 7549,11307 486,1100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32549F86-81B7-4FD9-A884-EA74F1FB67CB}" emma:medium="tactile" emma:mode="ink">
              <msink:context xmlns:msink="http://schemas.microsoft.com/ink/2010/main" type="line" rotatedBoundingBox="564,9197 7627,9500 7583,10511 520,10207"/>
            </emma:interpretation>
          </emma:emma>
        </inkml:annotationXML>
        <inkml:traceGroup>
          <inkml:annotationXML>
            <emma:emma xmlns:emma="http://www.w3.org/2003/04/emma" version="1.0">
              <emma:interpretation id="{9504BDF2-674E-4ADC-962A-2F11C56AC4A7}" emma:medium="tactile" emma:mode="ink">
                <msink:context xmlns:msink="http://schemas.microsoft.com/ink/2010/main" type="inkWord" rotatedBoundingBox="5678,9417 7627,9500 7590,10367 5640,10283">
                  <msink:destinationLink direction="with" ref="{FC269DD7-3FBB-425D-9791-1A34753C50E4}"/>
                </msink:context>
              </emma:interpretation>
              <emma:one-of disjunction-type="recognition" id="oneOf0">
                <emma:interpretation id="interp0" emma:lang="id-ID" emma:confidence="0.5">
                  <emma:literal>asoi-oa.</emma:literal>
                </emma:interpretation>
                <emma:interpretation id="interp1" emma:lang="id-ID" emma:confidence="0">
                  <emma:literal>asoi-on.</emma:literal>
                </emma:interpretation>
                <emma:interpretation id="interp2" emma:lang="id-ID" emma:confidence="0">
                  <emma:literal>asoi-onar</emma:literal>
                </emma:interpretation>
                <emma:interpretation id="interp3" emma:lang="id-ID" emma:confidence="0">
                  <emma:literal>asoi-ion.</emma:literal>
                </emma:interpretation>
                <emma:interpretation id="interp4" emma:lang="id-ID" emma:confidence="0">
                  <emma:literal>asoi-oa,</emma:literal>
                </emma:interpretation>
              </emma:one-of>
            </emma:emma>
          </inkml:annotationXML>
          <inkml:trace contextRef="#ctx0" brushRef="#br0">4795 2684,'0'72,"0"-48,0 0,0 0,0-1,0 25,0-24,0 0,0 0,24-24</inkml:trace>
          <inkml:trace contextRef="#ctx0" brushRef="#br0" timeOffset="392.805">5083 2732,'0'167,"0"-143,0 0,0 0,0 0,0 0</inkml:trace>
          <inkml:trace contextRef="#ctx0" brushRef="#br0" timeOffset="3600.359">5107 3498,'-24'0,"48"24,0-24,0 0,-24 24,24-24,0 24,0-24,0 0,24 0,-24 0,23 0,-23 0,0 0,24 0,-24 0,0 0,0 0,0 0,0 0,0 0,0 0,24 0,-24 0,24 0,0 0,-24 0,24 0,-24 0,0 0,0 0,0 0,0 0,-1 0,25 0,-24 0,0 0,24-24,-24 24,0 0,0 0,0-24,0 24,0 0,0 0,0 0,0 0,0 0,0 0,0 0,0 0,0 0,0 0,0 0,0 0,0 0,0 0,-1 0,1 0,0 0,0 0,-24-24,0 1,-24 23,0 0,0 0</inkml:trace>
          <inkml:trace contextRef="#ctx0" brushRef="#br0" timeOffset="948.0778">5682 2780,'0'48,"0"-1,0-23,0 0,0 24,0-24,0 0,0 0,0 0,0 0,0 0,24-24</inkml:trace>
          <inkml:trace contextRef="#ctx0" brushRef="#br0" timeOffset="1435.7071">6113 2875,'-24'24,"24"0,0 24,0-24,0 0,0 24,24-24,-24 0,24-24,0 24,0-24,0 0,0-24,-24 0,24-24,0 0,-24 0,0 24,0-24,0 24,-24 1,0 23,0 0,-24 0,24 0,0 0,0 23,0 1,24 0,-24 0</inkml:trace>
          <inkml:trace contextRef="#ctx0" brushRef="#br0" timeOffset="-6442.2795">-189 3211,'-96'24,"72"-24,24 24,-24 0,1 24,23-24,0 0,0 0,0 0,0 0,0 0,23-24,1 0,0 0,0 0,0-24,-24 0,24 0,-24-24,0 24,0 0,0 0,24 48,0 0,0 0,0 0,-24 0,24 0</inkml:trace>
          <inkml:trace contextRef="#ctx0" brushRef="#br0" timeOffset="-1791.3823">2399 2875,'-48'0,"24"24,24 0,0 0,0 0,0 0,0 0,0 0,24 0,-24 0,24-24,0 0,0 0,0 0,0 0,-24-24,24 0,-24 0,0-24,0 24,0 0,0 0,-24 0,0 24,0 0,0 0,24 48,-24-24,24 0</inkml:trace>
          <inkml:trace contextRef="#ctx0" brushRef="#br0" timeOffset="-1064.1421">3334 2851,'-48'72,"48"-48,0 0,0 0,0 0,24 24,0-24,0 0,24-24,-24 24,0-24,-1 0,1 0,0 0,0-24,0-24,-24 24,24-24,-24 0,0 24,0 0,-24-24,0 48,-24-23,24 23,1 0,-1 23,0-23,0 24,0-24,24 24,0 0</inkml:trace>
          <inkml:trace contextRef="#ctx0" brushRef="#br0" timeOffset="-695.901">3909 2756,'24'143,"-24"-95,0 0,0-24,0 24,24-48,-24 24</inkml:trace>
          <inkml:trace contextRef="#ctx0" brushRef="#br0" timeOffset="-5070.0073">1129 2660,'-96'0,"72"0,24 24,-24 0,24 0,0 0,0 0,0 0,24 0,0-24,0 0,0 0,0 0,0 0,0 0,-24-24,24 24</inkml:trace>
          <inkml:trace contextRef="#ctx0" brushRef="#br0" timeOffset="-5550.9196">482 2564,'0'144,"24"-96,-24 0,24-1,-24-23,24 0,-24 0,0 0,0-48,0 0,0-24,0 25,24-25,-24 24,24 24,0 0,0 0,0 0,0 24,0 0,0-24,-24 24,0-1,0 1,0 0,-24-24,0 24,0-24,-24 0,24 0,48 0,0-24</inkml:trace>
          <inkml:trace contextRef="#ctx0" brushRef="#br0" timeOffset="-2339.3665">1920 2947,'-48'0,"48"24,0 0,0 0,0 0,0 0,0 0,0 0,0 0,24-24,0 0,0 0,0 0,0 0,24-96,-48 48,0 24,0 0,-24 0,0 24,0 0,0 0,24 24</inkml:trace>
        </inkml:traceGroup>
      </inkml:traceGroup>
      <inkml:traceGroup>
        <inkml:annotationXML>
          <emma:emma xmlns:emma="http://www.w3.org/2003/04/emma" version="1.0">
            <emma:interpretation id="{EFC1F98B-53C9-47A9-B135-334EEDBE1296}" emma:medium="tactile" emma:mode="ink">
              <msink:context xmlns:msink="http://schemas.microsoft.com/ink/2010/main" type="line" rotatedBoundingBox="2947,10661 7385,10745 7376,11217 2939,11133"/>
            </emma:interpretation>
          </emma:emma>
        </inkml:annotationXML>
        <inkml:traceGroup>
          <inkml:annotationXML>
            <emma:emma xmlns:emma="http://www.w3.org/2003/04/emma" version="1.0">
              <emma:interpretation id="{1015C9EA-B159-4A2E-9F7C-CCEF17C8CAB2}" emma:medium="tactile" emma:mode="ink">
                <msink:context xmlns:msink="http://schemas.microsoft.com/ink/2010/main" type="inkWord" rotatedBoundingBox="2947,10661 3313,10668 3304,11121 2939,11114"/>
              </emma:interpretation>
              <emma:one-of disjunction-type="recognition" id="oneOf1">
                <emma:interpretation id="interp5" emma:lang="id-ID" emma:confidence="0.5">
                  <emma:literal>o</emma:literal>
                </emma:interpretation>
                <emma:interpretation id="interp6" emma:lang="id-ID" emma:confidence="0">
                  <emma:literal>0</emma:literal>
                </emma:interpretation>
                <emma:interpretation id="interp7" emma:lang="id-ID" emma:confidence="0">
                  <emma:literal>O</emma:literal>
                </emma:interpretation>
                <emma:interpretation id="interp8" emma:lang="id-ID" emma:confidence="0">
                  <emma:literal>a</emma:literal>
                </emma:interpretation>
                <emma:interpretation id="interp9" emma:lang="id-ID" emma:confidence="0">
                  <emma:literal>•</emma:literal>
                </emma:interpretation>
              </emma:one-of>
            </emma:emma>
          </inkml:annotationXML>
          <inkml:trace contextRef="#ctx0" brushRef="#br1" timeOffset="14321.5667">2231 3978,'-95'-48,"71"48,0 24,0 0,24 0,0 0,0 0,0 0,0 23,0 1,24 0,0 0,24 0,-1 0,1-24,0-24,-24 0,0 0,0 0,0-48,0 24,-24-24,0-24,0 24,0 1,-24 23,0 0,0 0,0 0,-24 24,24 0,0 0,24 24,-24 0,24 24,0-25,0 1</inkml:trace>
        </inkml:traceGroup>
        <inkml:traceGroup>
          <inkml:annotationXML>
            <emma:emma xmlns:emma="http://www.w3.org/2003/04/emma" version="1.0">
              <emma:interpretation id="{41BB6212-C4A2-478C-B7E7-C023FB21E24A}" emma:medium="tactile" emma:mode="ink">
                <msink:context xmlns:msink="http://schemas.microsoft.com/ink/2010/main" type="inkWord" rotatedBoundingBox="4528,10803 4844,10809 4838,11098 4522,11092"/>
              </emma:interpretation>
              <emma:one-of disjunction-type="recognition" id="oneOf2">
                <emma:interpretation id="interp10" emma:lang="id-ID" emma:confidence="0.5">
                  <emma:literal>o</emma:literal>
                </emma:interpretation>
                <emma:interpretation id="interp11" emma:lang="id-ID" emma:confidence="0">
                  <emma:literal>O</emma:literal>
                </emma:interpretation>
                <emma:interpretation id="interp12" emma:lang="id-ID" emma:confidence="0">
                  <emma:literal>0</emma:literal>
                </emma:interpretation>
                <emma:interpretation id="interp13" emma:lang="id-ID" emma:confidence="0">
                  <emma:literal>D</emma:literal>
                </emma:interpretation>
                <emma:interpretation id="interp14" emma:lang="id-ID" emma:confidence="0">
                  <emma:literal>.</emma:literal>
                </emma:interpretation>
              </emma:one-of>
            </emma:emma>
          </inkml:annotationXML>
          <inkml:trace contextRef="#ctx0" brushRef="#br1" timeOffset="15533.0488">3645 4074,'0'215,"24"-191,0 0,24 0,-24-24,24 0,-24 0,24 0,0-48,-24 24,-24-24,0 0,0 24,0 0,-24-23,-24 47,0-24,0 24,0 0,0 0,24 24,24-1,0 1,0 0,24 0</inkml:trace>
        </inkml:traceGroup>
        <inkml:traceGroup>
          <inkml:annotationXML>
            <emma:emma xmlns:emma="http://www.w3.org/2003/04/emma" version="1.0">
              <emma:interpretation id="{84CA5BEE-F5CF-49AB-B148-CBDEAB409490}" emma:medium="tactile" emma:mode="ink">
                <msink:context xmlns:msink="http://schemas.microsoft.com/ink/2010/main" type="inkWord" rotatedBoundingBox="5942,10735 5942,11190 5927,11190 5927,10735">
                  <msink:destinationLink direction="with" ref="{421236D1-FA56-4542-A78D-5ABA2860774E}"/>
                </msink:context>
              </emma:interpretation>
              <emma:one-of disjunction-type="recognition" id="oneOf3">
                <emma:interpretation id="interp15" emma:lang="id-ID" emma:confidence="0.5">
                  <emma:literal>1</emma:literal>
                </emma:interpretation>
                <emma:interpretation id="interp16" emma:lang="id-ID" emma:confidence="0">
                  <emma:literal>I</emma:literal>
                </emma:interpretation>
                <emma:interpretation id="interp17" emma:lang="id-ID" emma:confidence="0">
                  <emma:literal>|</emma:literal>
                </emma:interpretation>
                <emma:interpretation id="interp18" emma:lang="id-ID" emma:confidence="0">
                  <emma:literal>l</emma:literal>
                </emma:interpretation>
                <emma:interpretation id="interp19" emma:lang="id-ID" emma:confidence="0">
                  <emma:literal>'</emma:literal>
                </emma:interpretation>
              </emma:one-of>
            </emma:emma>
          </inkml:annotationXML>
          <inkml:trace contextRef="#ctx0" brushRef="#br1" timeOffset="18562.7423">5059 4002,'0'215,"0"-167,0 0,0 0,0 0,0-24,0 0</inkml:trace>
        </inkml:traceGroup>
        <inkml:traceGroup>
          <inkml:annotationXML>
            <emma:emma xmlns:emma="http://www.w3.org/2003/04/emma" version="1.0">
              <emma:interpretation id="{88008311-DDA2-4AF5-9504-AE45AA17DCA0}" emma:medium="tactile" emma:mode="ink">
                <msink:context xmlns:msink="http://schemas.microsoft.com/ink/2010/main" type="inkWord" rotatedBoundingBox="7295,10681 7447,11079 7132,11199 6980,10801"/>
              </emma:interpretation>
              <emma:one-of disjunction-type="recognition" id="oneOf4">
                <emma:interpretation id="interp20" emma:lang="id-ID" emma:confidence="0.5">
                  <emma:literal>o</emma:literal>
                </emma:interpretation>
                <emma:interpretation id="interp21" emma:lang="id-ID" emma:confidence="0">
                  <emma:literal>0</emma:literal>
                </emma:interpretation>
                <emma:interpretation id="interp22" emma:lang="id-ID" emma:confidence="0">
                  <emma:literal>O</emma:literal>
                </emma:interpretation>
                <emma:interpretation id="interp23" emma:lang="id-ID" emma:confidence="0">
                  <emma:literal>•</emma:literal>
                </emma:interpretation>
                <emma:interpretation id="interp24" emma:lang="id-ID" emma:confidence="0">
                  <emma:literal>D</emma:literal>
                </emma:interpretation>
              </emma:one-of>
            </emma:emma>
          </inkml:annotationXML>
          <inkml:trace contextRef="#ctx0" brushRef="#br1" timeOffset="17777.8904">6281 4026,'-72'0,"72"24,0 0,0 0,0 23,0-23,0 24,0 0,0 0,0-24,0 0,24 0,0-24,24 24,-24-24,0 0,24 0,-24-24,0 0,0-24,0 24,-24 0,0 0,0-24,0 24,-24-24,0 25,0-25,-24 48,0-24,24 24,-24 0,24 24,0 0,-24 23</inkml:trace>
        </inkml:traceGroup>
      </inkml:traceGroup>
    </inkml:traceGroup>
    <inkml:traceGroup>
      <inkml:annotationXML>
        <emma:emma xmlns:emma="http://www.w3.org/2003/04/emma" version="1.0">
          <emma:interpretation id="{BA5E04FA-B368-4656-87B3-61607E8245A7}" emma:medium="tactile" emma:mode="ink">
            <msink:context xmlns:msink="http://schemas.microsoft.com/ink/2010/main" type="paragraph" rotatedBoundingBox="2911,11765 7396,11690 7410,12508 2925,12583" alignmentLevel="3"/>
          </emma:interpretation>
        </emma:emma>
      </inkml:annotationXML>
      <inkml:traceGroup>
        <inkml:annotationXML>
          <emma:emma xmlns:emma="http://www.w3.org/2003/04/emma" version="1.0">
            <emma:interpretation id="{BAF2FA5D-0D21-4D59-8181-A884AB5BD4BC}" emma:medium="tactile" emma:mode="ink">
              <msink:context xmlns:msink="http://schemas.microsoft.com/ink/2010/main" type="line" rotatedBoundingBox="2911,11765 7396,11690 7410,12508 2925,12583"/>
            </emma:interpretation>
          </emma:emma>
        </inkml:annotationXML>
        <inkml:traceGroup>
          <inkml:annotationXML>
            <emma:emma xmlns:emma="http://www.w3.org/2003/04/emma" version="1.0">
              <emma:interpretation id="{0C9B0365-1309-4C38-9E03-C90060E2E0F2}" emma:medium="tactile" emma:mode="ink">
                <msink:context xmlns:msink="http://schemas.microsoft.com/ink/2010/main" type="inkWord" rotatedBoundingBox="2914,11939 3305,11932 3314,12456 2923,12463"/>
              </emma:interpretation>
              <emma:one-of disjunction-type="recognition" id="oneOf5">
                <emma:interpretation id="interp25" emma:lang="id-ID" emma:confidence="0.5">
                  <emma:literal>d</emma:literal>
                </emma:interpretation>
                <emma:interpretation id="interp26" emma:lang="id-ID" emma:confidence="0">
                  <emma:literal>{</emma:literal>
                </emma:interpretation>
                <emma:interpretation id="interp27" emma:lang="id-ID" emma:confidence="0">
                  <emma:literal>'</emma:literal>
                </emma:interpretation>
                <emma:interpretation id="interp28" emma:lang="id-ID" emma:confidence="0">
                  <emma:literal>•</emma:literal>
                </emma:interpretation>
                <emma:interpretation id="interp29" emma:lang="id-ID" emma:confidence="0">
                  <emma:literal>y</emma:literal>
                </emma:interpretation>
              </emma:one-of>
            </emma:emma>
          </inkml:annotationXML>
          <inkml:trace contextRef="#ctx0" brushRef="#br1" timeOffset="21622.8514">2423 5224,'-24'-24,"24"48,0 0,0 0,0 24,0 0,0-1,0 1,0-24,0 0,0 0,0 0,-24-24,0-24,0 24,-24 0,24 0,0 0,-23 0,23 0,0 24,0 0,0 0,0 0,24 0,0 0,-24-24,24 24,0 0,24-24,24 0,-24 0,0 0,23 0,-23 0,24-24,-24 0,24 0,-24 0</inkml:trace>
        </inkml:traceGroup>
        <inkml:traceGroup>
          <inkml:annotationXML>
            <emma:emma xmlns:emma="http://www.w3.org/2003/04/emma" version="1.0">
              <emma:interpretation id="{47BA000C-D092-45B9-B955-18712E5F69A7}" emma:medium="tactile" emma:mode="ink">
                <msink:context xmlns:msink="http://schemas.microsoft.com/ink/2010/main" type="inkWord" rotatedBoundingBox="4685,11887 4973,11882 4984,12529 4696,12533"/>
              </emma:interpretation>
              <emma:one-of disjunction-type="recognition" id="oneOf6">
                <emma:interpretation id="interp30" emma:lang="id-ID" emma:confidence="0.5">
                  <emma:literal>d</emma:literal>
                </emma:interpretation>
                <emma:interpretation id="interp31" emma:lang="id-ID" emma:confidence="0">
                  <emma:literal>}</emma:literal>
                </emma:interpretation>
                <emma:interpretation id="interp32" emma:lang="id-ID" emma:confidence="0">
                  <emma:literal>{</emma:literal>
                </emma:interpretation>
                <emma:interpretation id="interp33" emma:lang="id-ID" emma:confidence="0">
                  <emma:literal>a</emma:literal>
                </emma:interpretation>
                <emma:interpretation id="interp34" emma:lang="id-ID" emma:confidence="0">
                  <emma:literal>h</emma:literal>
                </emma:interpretation>
              </emma:one-of>
            </emma:emma>
          </inkml:annotationXML>
          <inkml:trace contextRef="#ctx0" brushRef="#br1" timeOffset="22801.7444">3933 5152,'24'144,"0"-72,0-1,-24-23,24 0,0 0,-24-24,24 0,-24 0,-24-48,-24 0,24 24,0-24,0 24,-24 0,24 0,0 0,0 24,24 0,0 24,0-24,0 0,0 0,0 0,24-24,0 24,0-24,24 0,0-24,0 0,23-24</inkml:trace>
        </inkml:traceGroup>
        <inkml:traceGroup>
          <inkml:annotationXML>
            <emma:emma xmlns:emma="http://www.w3.org/2003/04/emma" version="1.0">
              <emma:interpretation id="{FF0E3AD8-DD15-4A4A-8C82-8541E9C53752}" emma:medium="tactile" emma:mode="ink">
                <msink:context xmlns:msink="http://schemas.microsoft.com/ink/2010/main" type="inkWord" rotatedBoundingBox="5787,11889 6198,11882 6209,12528 5798,12535">
                  <msink:destinationLink direction="with" ref="{421236D1-FA56-4542-A78D-5ABA2860774E}"/>
                </msink:context>
              </emma:interpretation>
              <emma:one-of disjunction-type="recognition" id="oneOf7">
                <emma:interpretation id="interp35" emma:lang="id-ID" emma:confidence="0.5">
                  <emma:literal>d</emma:literal>
                </emma:interpretation>
                <emma:interpretation id="interp36" emma:lang="id-ID" emma:confidence="0">
                  <emma:literal>a</emma:literal>
                </emma:interpretation>
                <emma:interpretation id="interp37" emma:lang="id-ID" emma:confidence="0">
                  <emma:literal>•</emma:literal>
                </emma:interpretation>
                <emma:interpretation id="interp38" emma:lang="id-ID" emma:confidence="0">
                  <emma:literal>I</emma:literal>
                </emma:interpretation>
                <emma:interpretation id="interp39" emma:lang="id-ID" emma:confidence="0">
                  <emma:literal>'</emma:literal>
                </emma:interpretation>
              </emma:one-of>
            </emma:emma>
          </inkml:annotationXML>
          <inkml:trace contextRef="#ctx0" brushRef="#br1" timeOffset="23600.9521">5155 5152,'72'168,"-72"-97,24 1,-24-24,24 0,-24 0,24-24,-24 0,0 0,0-48,0 0,-24 0,0-24,0 24,-24 0,0 24,0 0,24 0,-24 0,24 24,0 0,0 24,24-24,-24 24,24-24,0 0,0 24,24-24,0-24,0 0,24 0,24 0,-24-48,24 0,-24 0,0 0</inkml:trace>
        </inkml:traceGroup>
        <inkml:traceGroup>
          <inkml:annotationXML>
            <emma:emma xmlns:emma="http://www.w3.org/2003/04/emma" version="1.0">
              <emma:interpretation id="{4AA7A458-9E13-4948-B795-82F6702428F3}" emma:medium="tactile" emma:mode="ink">
                <msink:context xmlns:msink="http://schemas.microsoft.com/ink/2010/main" type="inkWord" rotatedBoundingBox="6960,11698 7396,11690 7407,12384 6972,12391"/>
              </emma:interpretation>
              <emma:one-of disjunction-type="recognition" id="oneOf8">
                <emma:interpretation id="interp40" emma:lang="id-ID" emma:confidence="0.5">
                  <emma:literal>d</emma:literal>
                </emma:interpretation>
                <emma:interpretation id="interp41" emma:lang="id-ID" emma:confidence="0">
                  <emma:literal>a</emma:literal>
                </emma:interpretation>
                <emma:interpretation id="interp42" emma:lang="id-ID" emma:confidence="0">
                  <emma:literal>{</emma:literal>
                </emma:interpretation>
                <emma:interpretation id="interp43" emma:lang="id-ID" emma:confidence="0">
                  <emma:literal>'</emma:literal>
                </emma:interpretation>
                <emma:interpretation id="interp44" emma:lang="id-ID" emma:confidence="0">
                  <emma:literal>,</emma:literal>
                </emma:interpretation>
              </emma:one-of>
            </emma:emma>
          </inkml:annotationXML>
          <inkml:trace contextRef="#ctx0" brushRef="#br1" timeOffset="24398.6867">6377 4960,'96'168,"-96"-120,24 48,0 71,-24-191,-24 0,-24 1,0-1,24 24,0 0,-24 0,24 24,-24-1,24 25,-24 0,24-24,0 24,24-24,-24 0,24 0,0 0,24-24,0 0,24 0,24 0,-24 0,24-24,-24 0,-24 24,0 0,0 0</inkml:trace>
        </inkml:traceGroup>
      </inkml:traceGroup>
    </inkml:traceGroup>
    <inkml:traceGroup>
      <inkml:annotationXML>
        <emma:emma xmlns:emma="http://www.w3.org/2003/04/emma" version="1.0">
          <emma:interpretation id="{09BCEC29-D967-4116-A104-0AEE39B3042E}" emma:medium="tactile" emma:mode="ink">
            <msink:context xmlns:msink="http://schemas.microsoft.com/ink/2010/main" type="paragraph" rotatedBoundingBox="1196,13611 3904,13609 3905,14302 1197,14305" alignmentLevel="2"/>
          </emma:interpretation>
        </emma:emma>
      </inkml:annotationXML>
      <inkml:traceGroup>
        <inkml:annotationXML>
          <emma:emma xmlns:emma="http://www.w3.org/2003/04/emma" version="1.0">
            <emma:interpretation id="{53195508-1115-4AB6-908C-48EA6452166C}" emma:medium="tactile" emma:mode="ink">
              <msink:context xmlns:msink="http://schemas.microsoft.com/ink/2010/main" type="line" rotatedBoundingBox="1196,13611 3904,13609 3905,14302 1197,14305"/>
            </emma:interpretation>
          </emma:emma>
        </inkml:annotationXML>
        <inkml:traceGroup>
          <inkml:annotationXML>
            <emma:emma xmlns:emma="http://www.w3.org/2003/04/emma" version="1.0">
              <emma:interpretation id="{76A7E3FF-F14C-429A-BE52-E11E755F1F36}" emma:medium="tactile" emma:mode="ink">
                <msink:context xmlns:msink="http://schemas.microsoft.com/ink/2010/main" type="inkWord" rotatedBoundingBox="1196,13826 2371,13824 2372,14303 1197,14305"/>
              </emma:interpretation>
              <emma:one-of disjunction-type="recognition" id="oneOf9">
                <emma:interpretation id="interp45" emma:lang="id-ID" emma:confidence="0.5">
                  <emma:literal>Ja:</emma:literal>
                </emma:interpretation>
                <emma:interpretation id="interp46" emma:lang="id-ID" emma:confidence="0">
                  <emma:literal>Ja'.</emma:literal>
                </emma:interpretation>
                <emma:interpretation id="interp47" emma:lang="id-ID" emma:confidence="0">
                  <emma:literal>Ja".</emma:literal>
                </emma:interpretation>
                <emma:interpretation id="interp48" emma:lang="id-ID" emma:confidence="0">
                  <emma:literal>Ja"</emma:literal>
                </emma:interpretation>
                <emma:interpretation id="interp49" emma:lang="id-ID" emma:confidence="0">
                  <emma:literal>Ta:</emma:literal>
                </emma:interpretation>
              </emma:one-of>
            </emma:emma>
          </inkml:annotationXML>
          <inkml:trace contextRef="#ctx0" brushRef="#br1" timeOffset="34004.6061">314 7093,'24'0,"0"0,0 0,0 0,0 0,0 0,0 0,0 0,0 0,0 0,-24 24,24 0,-24 0,24 0,-24 24,0-24,0 0,24-1,-24 25,0-24,0 0,-24 0,24 0,-24 0,-24 0,24 0,0 0,0-24,0 24,0-24,0 0,24-24,0 0</inkml:trace>
          <inkml:trace contextRef="#ctx0" brushRef="#br1" timeOffset="35340.7278">1297 7117,'48'24,"-24"-24,0 0,0 0,0 0,-24 24</inkml:trace>
          <inkml:trace contextRef="#ctx0" brushRef="#br1" timeOffset="34884.2445">961 7261,'-71'0,"47"0,0 24,0-1,24 1,0 24,0 0,0-24,0 24,0-24,24-24,0-48,-24 0,24 24,-24-24,24 0,-24 25,0-1,23 24,-23 24,24-1,-24 25,24-24,0 0,0 0,-24 0,24 0,0-24,0-24</inkml:trace>
          <inkml:trace contextRef="#ctx0" brushRef="#br1" timeOffset="35535.0801">1321 7404,'96'0,"-72"0,0 0,0 0</inkml:trace>
        </inkml:traceGroup>
        <inkml:traceGroup>
          <inkml:annotationXML>
            <emma:emma xmlns:emma="http://www.w3.org/2003/04/emma" version="1.0">
              <emma:interpretation id="{34ED7C0A-7F10-49CC-AB5C-27E410B3688D}" emma:medium="tactile" emma:mode="ink">
                <msink:context xmlns:msink="http://schemas.microsoft.com/ink/2010/main" type="inkWord" rotatedBoundingBox="3018,13610 3904,13609 3905,14184 3019,14185"/>
              </emma:interpretation>
              <emma:one-of disjunction-type="recognition" id="oneOf10">
                <emma:interpretation id="interp50" emma:lang="id-ID" emma:confidence="0.5">
                  <emma:literal>ba</emma:literal>
                </emma:interpretation>
                <emma:interpretation id="interp51" emma:lang="id-ID" emma:confidence="0">
                  <emma:literal>bc</emma:literal>
                </emma:interpretation>
                <emma:interpretation id="interp52" emma:lang="id-ID" emma:confidence="0">
                  <emma:literal>ha</emma:literal>
                </emma:interpretation>
                <emma:interpretation id="interp53" emma:lang="id-ID" emma:confidence="0">
                  <emma:literal>be</emma:literal>
                </emma:interpretation>
                <emma:interpretation id="interp54" emma:lang="id-ID" emma:confidence="0">
                  <emma:literal>bam</emma:literal>
                </emma:interpretation>
              </emma:one-of>
            </emma:emma>
          </inkml:annotationXML>
          <inkml:trace contextRef="#ctx0" brushRef="#br1" timeOffset="38647.2708">2136 6877,'0'144,"0"-96,0 24,0-24,0 24,0-25,0-23,0 0,0 0,0-48,24 0,-24 0,24 1,-24-1,23 24,1 0,24 0,-24 0,0 0,0 24,0-1,-24 1,0 0,0 0,0 0,-48-24,24 24,-24 0,24-24,-23 0,23 0,48 0,23 0,-23 0</inkml:trace>
          <inkml:trace contextRef="#ctx0" brushRef="#br1" timeOffset="39218.3144">2878 7141,'-119'0,"95"0,0 0,0 24,24 167,0-167,24 0,0 0,0-24,0 0,23 0,1 0,-24-24,24 0,0 0,-24 24</inkml:trace>
        </inkml:traceGroup>
      </inkml:traceGroup>
    </inkml:traceGroup>
  </inkml:traceGroup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2:51:34.069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641EF890-EFC4-49CF-B5C8-DF60CBF07B11}" emma:medium="tactile" emma:mode="ink">
          <msink:context xmlns:msink="http://schemas.microsoft.com/ink/2010/main" type="writingRegion" rotatedBoundingBox="16413,647 17396,647 17396,1174 16413,1174"/>
        </emma:interpretation>
      </emma:emma>
    </inkml:annotationXML>
    <inkml:traceGroup>
      <inkml:annotationXML>
        <emma:emma xmlns:emma="http://www.w3.org/2003/04/emma" version="1.0">
          <emma:interpretation id="{CE70D3FE-5D1E-48A5-A2DE-D68CC686C30A}" emma:medium="tactile" emma:mode="ink">
            <msink:context xmlns:msink="http://schemas.microsoft.com/ink/2010/main" type="paragraph" rotatedBoundingBox="16413,647 17396,647 17396,1174 16413,117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5F18E9AB-3D6E-4E80-988B-87252B8C19B7}" emma:medium="tactile" emma:mode="ink">
              <msink:context xmlns:msink="http://schemas.microsoft.com/ink/2010/main" type="line" rotatedBoundingBox="16413,647 17396,647 17396,1174 16413,1174"/>
            </emma:interpretation>
          </emma:emma>
        </inkml:annotationXML>
        <inkml:traceGroup>
          <inkml:annotationXML>
            <emma:emma xmlns:emma="http://www.w3.org/2003/04/emma" version="1.0">
              <emma:interpretation id="{76B144CC-9600-41DA-B3DF-6058087A1F0F}" emma:medium="tactile" emma:mode="ink">
                <msink:context xmlns:msink="http://schemas.microsoft.com/ink/2010/main" type="inkWord" rotatedBoundingBox="16413,647 17396,647 17396,1174 16413,1174"/>
              </emma:interpretation>
              <emma:one-of disjunction-type="recognition" id="oneOf0">
                <emma:interpretation id="interp0" emma:lang="id-ID" emma:confidence="0.5">
                  <emma:literal>TC</emma:literal>
                </emma:interpretation>
                <emma:interpretation id="interp1" emma:lang="id-ID" emma:confidence="0">
                  <emma:literal>Ja</emma:literal>
                </emma:interpretation>
                <emma:interpretation id="interp2" emma:lang="id-ID" emma:confidence="0">
                  <emma:literal>Je</emma:literal>
                </emma:interpretation>
                <emma:interpretation id="interp3" emma:lang="id-ID" emma:confidence="0">
                  <emma:literal>TL</emma:literal>
                </emma:interpretation>
                <emma:interpretation id="interp4" emma:lang="id-ID" emma:confidence="0">
                  <emma:literal>k,</emma:literal>
                </emma:interpretation>
              </emma:one-of>
            </emma:emma>
          </inkml:annotationXML>
          <inkml:trace contextRef="#ctx0" brushRef="#br0">0 56,'48'0,"-24"24,24-24,-24 0,24 0,0 0,-24 0,0 0,24-24,-24 1,0-1,0 24,0 0,0 47,-24-23,24 24,-24 0,24 0,-24 0,0-24,0 24,0 0,0-24,0 0,-24 24,0-48,0 24,-24 0,0-24,0 0,24 0,-24 0,24 0,0 0,24-24,48 0</inkml:trace>
          <inkml:trace contextRef="#ctx0" brushRef="#br0" timeOffset="736.9657">935 248,'-72'-48,"48"48,0 0,0 0,0 24,24 0,-24 24,24-24,-24 24,24 0,0 0,0 0,48-48,-24 24,24-24,-24 0,24 0,-24 0,0 0,0 0</inkml:trace>
        </inkml:traceGroup>
      </inkml:traceGroup>
    </inkml:traceGroup>
  </inkml:traceGroup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2:51:38.344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5EAA41D9-4A29-4BAD-928D-68B41D9CA89E}" emma:medium="tactile" emma:mode="ink">
          <msink:context xmlns:msink="http://schemas.microsoft.com/ink/2010/main" type="inkDrawing" rotatedBoundingBox="17467,2472 21876,2467 21877,2633 17468,2638" shapeName="Other"/>
        </emma:interpretation>
      </emma:emma>
    </inkml:annotationXML>
    <inkml:trace contextRef="#ctx0" brushRef="#br0">0 48,'24'24,"0"-24,0 0,24 0,-24 0,24 0,-1 0,1 0,0 0,-24 0,24 0,0 0,-24 0,24 0,-24 0,0 0,24 0,0 0,-24 0,24 0,0 0,0 0,-25 0,25 24,0-24,-24 0,24 0,-24 0,24 0,0 0,0 0,0 0,-24 0,24 0,0 0,0 0,0 0,23 0,-23 24,0-24,0 0,0 0,0 23,-24-23,24 0,0 0,0 0,0 0,0 0,-24 0,24 0,-25 0,1 0,24 0,-24 0,0 0,0 0,0 0,24 0,-24 24,24-24,-24 0,0 0,24 0,-24 0,0 0,24 0,-24 0,24 0,-24 0,0 0,23 0,-23 0,0 0,24-24,-24 24,24 0,0 0,-24 0,24 0,-24 0,0 0,24 0,-24 0,0 0,24 0,-24-23,24 23,-24 0,23 0,1 0,0 0,-24 0,24 0,-24 0,24-24,-24 24,24 0,-24 0,0-24,24 24,0-24,-24 24,24 0,0 0,-24 0,23 0,-23 0,0 0,24 0,-24 0,0 0,0 0,0 0,0 0,0 0,24 0,-24 0,0 0,0 0,-24-24,0 0</inkml:trace>
  </inkml:traceGroup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2:52:10.517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0CF5F280-7C86-4E84-9EBB-65043CDAA651}" emma:medium="tactile" emma:mode="ink">
          <msink:context xmlns:msink="http://schemas.microsoft.com/ink/2010/main" type="writingRegion" rotatedBoundingBox="17329,2856 20947,2944 20878,5788 17260,5700"/>
        </emma:interpretation>
      </emma:emma>
    </inkml:annotationXML>
    <inkml:traceGroup>
      <inkml:annotationXML>
        <emma:emma xmlns:emma="http://www.w3.org/2003/04/emma" version="1.0">
          <emma:interpretation id="{8AC4BE9C-970E-40C6-BAEF-A0CB8ABC68C0}" emma:medium="tactile" emma:mode="ink">
            <msink:context xmlns:msink="http://schemas.microsoft.com/ink/2010/main" type="paragraph" rotatedBoundingBox="18116,2981 20885,2881 20937,4331 18169,4430" alignmentLevel="2"/>
          </emma:interpretation>
        </emma:emma>
      </inkml:annotationXML>
      <inkml:traceGroup>
        <inkml:annotationXML>
          <emma:emma xmlns:emma="http://www.w3.org/2003/04/emma" version="1.0">
            <emma:interpretation id="{DE4B641E-52C3-4F7B-BB2B-4AB854C25EF4}" emma:medium="tactile" emma:mode="ink">
              <msink:context xmlns:msink="http://schemas.microsoft.com/ink/2010/main" type="line" rotatedBoundingBox="18116,2981 20865,2882 20887,3495 18139,3594"/>
            </emma:interpretation>
          </emma:emma>
        </inkml:annotationXML>
        <inkml:traceGroup>
          <inkml:annotationXML>
            <emma:emma xmlns:emma="http://www.w3.org/2003/04/emma" version="1.0">
              <emma:interpretation id="{2A9C1194-4B5E-4433-94EA-C850E4CE1DB3}" emma:medium="tactile" emma:mode="ink">
                <msink:context xmlns:msink="http://schemas.microsoft.com/ink/2010/main" type="inkWord" rotatedBoundingBox="18117,2996 18163,2995 18184,3592 18139,3594"/>
              </emma:interpretation>
              <emma:one-of disjunction-type="recognition" id="oneOf0">
                <emma:interpretation id="interp0" emma:lang="id-ID" emma:confidence="0.5">
                  <emma:literal>1</emma:literal>
                </emma:interpretation>
                <emma:interpretation id="interp1" emma:lang="id-ID" emma:confidence="0">
                  <emma:literal>l</emma:literal>
                </emma:interpretation>
                <emma:interpretation id="interp2" emma:lang="id-ID" emma:confidence="0">
                  <emma:literal>|</emma:literal>
                </emma:interpretation>
                <emma:interpretation id="interp3" emma:lang="id-ID" emma:confidence="0">
                  <emma:literal>I</emma:literal>
                </emma:interpretation>
                <emma:interpretation id="interp4" emma:lang="id-ID" emma:confidence="0">
                  <emma:literal>'</emma:literal>
                </emma:interpretation>
              </emma:one-of>
            </emma:emma>
          </inkml:annotationXML>
          <inkml:trace contextRef="#ctx0" brushRef="#br0">-593 48,'0'48,"0"0,0 0,0 24,0-1,-24 1,24 0,0 0,0-48,0 24,0-24</inkml:trace>
        </inkml:traceGroup>
        <inkml:traceGroup>
          <inkml:annotationXML>
            <emma:emma xmlns:emma="http://www.w3.org/2003/04/emma" version="1.0">
              <emma:interpretation id="{0870B1B0-254D-4A28-A6C9-A472365D72B1}" emma:medium="tactile" emma:mode="ink">
                <msink:context xmlns:msink="http://schemas.microsoft.com/ink/2010/main" type="inkWord" rotatedBoundingBox="18749,2958 19084,2946 19099,3349 18764,3361"/>
              </emma:interpretation>
              <emma:one-of disjunction-type="recognition" id="oneOf1">
                <emma:interpretation id="interp5" emma:lang="id-ID" emma:confidence="0.5">
                  <emma:literal>d</emma:literal>
                </emma:interpretation>
                <emma:interpretation id="interp6" emma:lang="id-ID" emma:confidence="0">
                  <emma:literal>&amp;</emma:literal>
                </emma:interpretation>
                <emma:interpretation id="interp7" emma:lang="id-ID" emma:confidence="0">
                  <emma:literal>4</emma:literal>
                </emma:interpretation>
                <emma:interpretation id="interp8" emma:lang="id-ID" emma:confidence="0">
                  <emma:literal>a</emma:literal>
                </emma:interpretation>
                <emma:interpretation id="interp9" emma:lang="id-ID" emma:confidence="0">
                  <emma:literal>,</emma:literal>
                </emma:interpretation>
              </emma:one-of>
            </emma:emma>
          </inkml:annotationXML>
          <inkml:trace contextRef="#ctx0" brushRef="#br0" timeOffset="2070.7339">317 0,'0'24,"0"24,0 0,0 0,0 0,0 0,0-1,0-23,0 0,0 0,0-48,-24 0,0 0,24 0,-24 1,0-1,-23 24,23 0,0 0,-24 0,24 0,0 0,24 24,-24-1,24 1,0 0,0 0,24 0,0 0,0-24,24 0,0 0,-1 0,1-24,-24 0,24 0</inkml:trace>
        </inkml:traceGroup>
        <inkml:traceGroup>
          <inkml:annotationXML>
            <emma:emma xmlns:emma="http://www.w3.org/2003/04/emma" version="1.0">
              <emma:interpretation id="{BED7B0C9-7484-407F-95C6-633141F1D98A}" emma:medium="tactile" emma:mode="ink">
                <msink:context xmlns:msink="http://schemas.microsoft.com/ink/2010/main" type="inkWord" rotatedBoundingBox="19824,2932 20139,2920 20155,3347 19840,3359"/>
              </emma:interpretation>
              <emma:one-of disjunction-type="recognition" id="oneOf2">
                <emma:interpretation id="interp10" emma:lang="id-ID" emma:confidence="0.5">
                  <emma:literal>d</emma:literal>
                </emma:interpretation>
                <emma:interpretation id="interp11" emma:lang="id-ID" emma:confidence="0">
                  <emma:literal>'</emma:literal>
                </emma:interpretation>
                <emma:interpretation id="interp12" emma:lang="id-ID" emma:confidence="0">
                  <emma:literal>&amp;</emma:literal>
                </emma:interpretation>
                <emma:interpretation id="interp13" emma:lang="id-ID" emma:confidence="0">
                  <emma:literal>a</emma:literal>
                </emma:interpretation>
                <emma:interpretation id="interp14" emma:lang="id-ID" emma:confidence="0">
                  <emma:literal>•</emma:literal>
                </emma:interpretation>
              </emma:one-of>
            </emma:emma>
          </inkml:annotationXML>
          <inkml:trace contextRef="#ctx0" brushRef="#br0" timeOffset="6197.3807">1324-24,'0'48,"0"-24,0 24,0 0,0 0,0 0,0-24,0-1,0-46,-24-1,0 24,24-24,-24 24,0-24,0 24,0 0,0 0,0 0,0 24,24 24,-24-25,24 1,0 0,0 0,0 0,0 0,48-24,-24 0,24 0,-24 0,24-24,0 0,0 0,-24 0</inkml:trace>
        </inkml:traceGroup>
        <inkml:traceGroup>
          <inkml:annotationXML>
            <emma:emma xmlns:emma="http://www.w3.org/2003/04/emma" version="1.0">
              <emma:interpretation id="{3402C71B-4279-4504-AB35-91DD4E398642}" emma:medium="tactile" emma:mode="ink">
                <msink:context xmlns:msink="http://schemas.microsoft.com/ink/2010/main" type="inkWord" rotatedBoundingBox="20846,2995 20870,2995 20886,3449 20863,3450"/>
              </emma:interpretation>
              <emma:one-of disjunction-type="recognition" id="oneOf3">
                <emma:interpretation id="interp15" emma:lang="id-ID" emma:confidence="0.5">
                  <emma:literal>1</emma:literal>
                </emma:interpretation>
                <emma:interpretation id="interp16" emma:lang="id-ID" emma:confidence="0">
                  <emma:literal>l</emma:literal>
                </emma:interpretation>
                <emma:interpretation id="interp17" emma:lang="id-ID" emma:confidence="0">
                  <emma:literal>I</emma:literal>
                </emma:interpretation>
                <emma:interpretation id="interp18" emma:lang="id-ID" emma:confidence="0">
                  <emma:literal>|</emma:literal>
                </emma:interpretation>
                <emma:interpretation id="interp19" emma:lang="id-ID" emma:confidence="0">
                  <emma:literal>'</emma:literal>
                </emma:interpretation>
              </emma:one-of>
            </emma:emma>
          </inkml:annotationXML>
          <inkml:trace contextRef="#ctx0" brushRef="#br0" timeOffset="6714.5289">2114 72,'0'-24,"0"48,0 0,0 0,0 24,0 0,0 0,0-1,0 1,0-24,0 24,0-24,0 0,0 0</inkml:trace>
        </inkml:traceGroup>
      </inkml:traceGroup>
      <inkml:traceGroup>
        <inkml:annotationXML>
          <emma:emma xmlns:emma="http://www.w3.org/2003/04/emma" version="1.0">
            <emma:interpretation id="{C0936790-D5FC-49C2-B359-ACB348C34DC3}" emma:medium="tactile" emma:mode="ink">
              <msink:context xmlns:msink="http://schemas.microsoft.com/ink/2010/main" type="line" rotatedBoundingBox="18380,3724 20927,3786 20912,4382 18366,4321"/>
            </emma:interpretation>
          </emma:emma>
        </inkml:annotationXML>
        <inkml:traceGroup>
          <inkml:annotationXML>
            <emma:emma xmlns:emma="http://www.w3.org/2003/04/emma" version="1.0">
              <emma:interpretation id="{6BA71686-E53A-47AE-BA5E-3D1F9A607A6F}" emma:medium="tactile" emma:mode="ink">
                <msink:context xmlns:msink="http://schemas.microsoft.com/ink/2010/main" type="inkWord" rotatedBoundingBox="18378,3834 18413,3834 18402,4289 18366,4288"/>
              </emma:interpretation>
              <emma:one-of disjunction-type="recognition" id="oneOf4">
                <emma:interpretation id="interp20" emma:lang="id-ID" emma:confidence="0.5">
                  <emma:literal>1</emma:literal>
                </emma:interpretation>
                <emma:interpretation id="interp21" emma:lang="id-ID" emma:confidence="0">
                  <emma:literal>l</emma:literal>
                </emma:interpretation>
                <emma:interpretation id="interp22" emma:lang="id-ID" emma:confidence="0">
                  <emma:literal>I</emma:literal>
                </emma:interpretation>
                <emma:interpretation id="interp23" emma:lang="id-ID" emma:confidence="0">
                  <emma:literal>|</emma:literal>
                </emma:interpretation>
                <emma:interpretation id="interp24" emma:lang="id-ID" emma:confidence="0">
                  <emma:literal>'</emma:literal>
                </emma:interpretation>
              </emma:one-of>
            </emma:emma>
          </inkml:annotationXML>
          <inkml:trace contextRef="#ctx0" brushRef="#br0" timeOffset="10045.2223">-378 911,'0'-24,"0"48,24-1,-24 25,0 0,0 0,0 0,0 0,0-24,0 24,0-24,0 0,0 0,0 0</inkml:trace>
        </inkml:traceGroup>
        <inkml:traceGroup>
          <inkml:annotationXML>
            <emma:emma xmlns:emma="http://www.w3.org/2003/04/emma" version="1.0">
              <emma:interpretation id="{6FB20C31-592A-4B13-84E3-FFC844A554E8}" emma:medium="tactile" emma:mode="ink">
                <msink:context xmlns:msink="http://schemas.microsoft.com/ink/2010/main" type="inkWord" rotatedBoundingBox="18961,3755 19324,3764 19311,4320 18948,4311"/>
              </emma:interpretation>
              <emma:one-of disjunction-type="recognition" id="oneOf5">
                <emma:interpretation id="interp25" emma:lang="id-ID" emma:confidence="0.5">
                  <emma:literal>d</emma:literal>
                </emma:interpretation>
                <emma:interpretation id="interp26" emma:lang="id-ID" emma:confidence="0">
                  <emma:literal>{</emma:literal>
                </emma:interpretation>
                <emma:interpretation id="interp27" emma:lang="id-ID" emma:confidence="0">
                  <emma:literal>a</emma:literal>
                </emma:interpretation>
                <emma:interpretation id="interp28" emma:lang="id-ID" emma:confidence="0">
                  <emma:literal>h</emma:literal>
                </emma:interpretation>
                <emma:interpretation id="interp29" emma:lang="id-ID" emma:confidence="0">
                  <emma:literal>'</emma:literal>
                </emma:interpretation>
              </emma:one-of>
            </emma:emma>
          </inkml:annotationXML>
          <inkml:trace contextRef="#ctx0" brushRef="#br0" timeOffset="10831.1518">485 815,'0'215,"0"-167,0 0,0 0,0 0,0-24,0 0,-24-24,-24 0,24-24,0 0,0 0,-24 24,24-24,0 24,0 0,0 0,24 24,0 0,0 24,0-24,0 24,48-24,-24-24,24 0,0 0,24 0,-24 0,0-24,-24-24</inkml:trace>
        </inkml:traceGroup>
        <inkml:traceGroup>
          <inkml:annotationXML>
            <emma:emma xmlns:emma="http://www.w3.org/2003/04/emma" version="1.0">
              <emma:interpretation id="{11AA0EFA-B229-4D0D-93F6-152950C61EE6}" emma:medium="tactile" emma:mode="ink">
                <msink:context xmlns:msink="http://schemas.microsoft.com/ink/2010/main" type="inkWord" rotatedBoundingBox="20017,3829 20280,3835 20267,4367 20004,4360"/>
              </emma:interpretation>
              <emma:one-of disjunction-type="recognition" id="oneOf6">
                <emma:interpretation id="interp30" emma:lang="id-ID" emma:confidence="0.5">
                  <emma:literal>d</emma:literal>
                </emma:interpretation>
                <emma:interpretation id="interp31" emma:lang="id-ID" emma:confidence="0">
                  <emma:literal>'</emma:literal>
                </emma:interpretation>
                <emma:interpretation id="interp32" emma:lang="id-ID" emma:confidence="0">
                  <emma:literal>{</emma:literal>
                </emma:interpretation>
                <emma:interpretation id="interp33" emma:lang="id-ID" emma:confidence="0">
                  <emma:literal>h</emma:literal>
                </emma:interpretation>
                <emma:interpretation id="interp34" emma:lang="id-ID" emma:confidence="0">
                  <emma:literal>q</emma:literal>
                </emma:interpretation>
              </emma:one-of>
            </emma:emma>
          </inkml:annotationXML>
          <inkml:trace contextRef="#ctx0" brushRef="#br0" timeOffset="11477.7482">1467 887,'0'167,"0"-119,0 0,0 0,0 0,0-24,0 0,-23-48,23 0,-24 0,0 0,24 0,-24 0,0 24,0-24,0 24,24 48,-24-24,24 24,-24-24,24 24,0 24,0-48,24-24,0 0,24 0,0-24,0-24,-1 24,-23-24</inkml:trace>
        </inkml:traceGroup>
        <inkml:traceGroup>
          <inkml:annotationXML>
            <emma:emma xmlns:emma="http://www.w3.org/2003/04/emma" version="1.0">
              <emma:interpretation id="{A51E3D63-18E1-47D8-A08E-66092C44FD44}" emma:medium="tactile" emma:mode="ink">
                <msink:context xmlns:msink="http://schemas.microsoft.com/ink/2010/main" type="inkWord" rotatedBoundingBox="20859,3784 20927,3786 20915,4290 20847,4289"/>
              </emma:interpretation>
              <emma:one-of disjunction-type="recognition" id="oneOf7">
                <emma:interpretation id="interp35" emma:lang="id-ID" emma:confidence="0.5">
                  <emma:literal>,</emma:literal>
                </emma:interpretation>
                <emma:interpretation id="interp36" emma:lang="id-ID" emma:confidence="0">
                  <emma:literal>'</emma:literal>
                </emma:interpretation>
                <emma:interpretation id="interp37" emma:lang="id-ID" emma:confidence="0">
                  <emma:literal>)</emma:literal>
                </emma:interpretation>
                <emma:interpretation id="interp38" emma:lang="id-ID" emma:confidence="0">
                  <emma:literal>|</emma:literal>
                </emma:interpretation>
                <emma:interpretation id="interp39" emma:lang="id-ID" emma:confidence="0">
                  <emma:literal>I</emma:literal>
                </emma:interpretation>
              </emma:one-of>
            </emma:emma>
          </inkml:annotationXML>
          <inkml:trace contextRef="#ctx0" brushRef="#br0" timeOffset="11876.8668">2162 839,'0'239,"0"-191,0-24,0 24,0-24,-24 0,24 0,-24 24,1-24</inkml:trace>
        </inkml:traceGroup>
      </inkml:traceGroup>
    </inkml:traceGroup>
    <inkml:traceGroup>
      <inkml:annotationXML>
        <emma:emma xmlns:emma="http://www.w3.org/2003/04/emma" version="1.0">
          <emma:interpretation id="{F6D056BD-CE0D-4956-BA30-41B926FF16F5}" emma:medium="tactile" emma:mode="ink">
            <msink:context xmlns:msink="http://schemas.microsoft.com/ink/2010/main" type="paragraph" rotatedBoundingBox="17279,5006 19421,5153 19378,5770 17237,562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9BF774CD-C8B8-4C92-8007-D2629B3875B5}" emma:medium="tactile" emma:mode="ink">
              <msink:context xmlns:msink="http://schemas.microsoft.com/ink/2010/main" type="line" rotatedBoundingBox="17279,5006 19421,5153 19378,5770 17237,5623"/>
            </emma:interpretation>
          </emma:emma>
        </inkml:annotationXML>
        <inkml:traceGroup>
          <inkml:annotationXML>
            <emma:emma xmlns:emma="http://www.w3.org/2003/04/emma" version="1.0">
              <emma:interpretation id="{FFC28467-FB13-418C-832C-D9867E8CE3E9}" emma:medium="tactile" emma:mode="ink">
                <msink:context xmlns:msink="http://schemas.microsoft.com/ink/2010/main" type="inkWord" rotatedBoundingBox="17279,5006 19421,5153 19378,5770 17237,5623"/>
              </emma:interpretation>
              <emma:one-of disjunction-type="recognition" id="oneOf8">
                <emma:interpretation id="interp40" emma:lang="id-ID" emma:confidence="0.5">
                  <emma:literal>Jail</emma:literal>
                </emma:interpretation>
                <emma:interpretation id="interp41" emma:lang="id-ID" emma:confidence="0">
                  <emma:literal>jail</emma:literal>
                </emma:interpretation>
                <emma:interpretation id="interp42" emma:lang="id-ID" emma:confidence="0.5">
                  <emma:literal>ia ih</emma:literal>
                </emma:interpretation>
                <emma:interpretation id="interp43" emma:lang="id-ID" emma:confidence="0.5">
                  <emma:literal>Jai 1</emma:literal>
                </emma:interpretation>
                <emma:interpretation id="interp44" emma:lang="id-ID" emma:confidence="0">
                  <emma:literal>iai 1</emma:literal>
                </emma:interpretation>
              </emma:one-of>
            </emma:emma>
          </inkml:annotationXML>
          <inkml:trace contextRef="#ctx0" brushRef="#br0" timeOffset="13192.8797">-1480 2133,'0'-24,"24"48,24 0,-24 0,24-24,0 23,0-23,-24 0,0 0,0 0,-24 48,0 0,24 0,-24 24,0-24,0 0,0 0,0-24,0 0,0 0,-24 0,-24-24,24 0,-24 24,0-24,0 0,24 0,48 0,0 0,24 0,0 0</inkml:trace>
          <inkml:trace contextRef="#ctx0" brushRef="#br0" timeOffset="13643.1092">-713 2540,'-144'-48,"96"48,168 216,-48-264,0 0</inkml:trace>
          <inkml:trace contextRef="#ctx0" brushRef="#br0" timeOffset="15859.4385">-354 2636,'24'24,"0"-24,24 0,-24 24,0-24,0 0,0 0,0 0,0 0,0 0</inkml:trace>
          <inkml:trace contextRef="#ctx0" brushRef="#br0" timeOffset="15438.317">-282 2420,'24'0,"0"0,0 0,0 0,0 0,0 0,0 0</inkml:trace>
          <inkml:trace contextRef="#ctx0" brushRef="#br0" timeOffset="17006.4762">629 2228,'0'-24,"0"72,0 0,0 24,0 0,0 0,0 0,0-24,0 0,0 0,-24-24,24 0,0 0,-24-24</inkml:trace>
        </inkml:traceGroup>
      </inkml:traceGroup>
    </inkml:traceGroup>
  </inkml:traceGroup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2:51:36.926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DF5F455D-9CAF-4108-9DD5-0FCFD09A4316}" emma:medium="tactile" emma:mode="ink">
          <msink:context xmlns:msink="http://schemas.microsoft.com/ink/2010/main" type="inkDrawing" rotatedBoundingBox="17382,1564 17872,4259 17118,4396 16629,1700" shapeName="Other"/>
        </emma:interpretation>
      </emma:emma>
    </inkml:annotationXML>
    <inkml:trace contextRef="#ctx0" brushRef="#br0">240 1087,'-24'-24,"48"72,0 0,24 0,0 24,24-1,0 1,-24 0,24-24,-1 24,1-24,0-24,-24 24,24 0,-24-24,0 24,-24-24,0-24,0 24,-24 0,24-24,-24 24,0-48,-24 24,24-24,-24 24,24 24,0 0,-24 23,24-23,0 0,0 0,0 24,0-24,0 0,0 0,0 24,0-24,0 0,0 0,0 0,0 0,0 0,0 24,0 215,0-239,-24 24,24-24,0 0,0 0,0 0,0 24,0-24,0 0,0 24,0-24,0 0,0 24,0 0,0-24,0 0,0 47,0-23,0-24,0 0,0 0,0 0,0 0,0 0,0 0,0 0,-24 0,24 24,0-24,0 0,0 0,0 0,0 0,0-48,0 0,0-48,24-24</inkml:trace>
  </inkml:traceGroup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2:52:35.336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0FF2973C-714E-4127-B17C-CE1ACF3686FE}" emma:medium="tactile" emma:mode="ink">
          <msink:context xmlns:msink="http://schemas.microsoft.com/ink/2010/main" type="writingRegion" rotatedBoundingBox="17947,6780 18994,7155 18827,7622 17779,7248"/>
        </emma:interpretation>
      </emma:emma>
    </inkml:annotationXML>
    <inkml:traceGroup>
      <inkml:annotationXML>
        <emma:emma xmlns:emma="http://www.w3.org/2003/04/emma" version="1.0">
          <emma:interpretation id="{7ED3444A-9E76-4CE4-9C86-A20291A408A8}" emma:medium="tactile" emma:mode="ink">
            <msink:context xmlns:msink="http://schemas.microsoft.com/ink/2010/main" type="paragraph" rotatedBoundingBox="17947,6780 18994,7155 18827,7622 17779,724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533D6EB4-70A6-4439-84A2-F30B821909DF}" emma:medium="tactile" emma:mode="ink">
              <msink:context xmlns:msink="http://schemas.microsoft.com/ink/2010/main" type="line" rotatedBoundingBox="17947,6781 18994,7155 18827,7622 17779,7248"/>
            </emma:interpretation>
          </emma:emma>
        </inkml:annotationXML>
        <inkml:traceGroup>
          <inkml:annotationXML>
            <emma:emma xmlns:emma="http://www.w3.org/2003/04/emma" version="1.0">
              <emma:interpretation id="{1E240327-6961-4B70-873A-0397B3500B2A}" emma:medium="tactile" emma:mode="ink">
                <msink:context xmlns:msink="http://schemas.microsoft.com/ink/2010/main" type="inkWord" rotatedBoundingBox="17947,6781 18994,7155 18827,7622 17779,7248"/>
              </emma:interpretation>
              <emma:one-of disjunction-type="recognition" id="oneOf0">
                <emma:interpretation id="interp0" emma:lang="id-ID" emma:confidence="0.5">
                  <emma:literal>Ka</emma:literal>
                </emma:interpretation>
                <emma:interpretation id="interp1" emma:lang="id-ID" emma:confidence="0">
                  <emma:literal>ke</emma:literal>
                </emma:interpretation>
                <emma:interpretation id="interp2" emma:lang="id-ID" emma:confidence="0">
                  <emma:literal>k</emma:literal>
                </emma:interpretation>
                <emma:interpretation id="interp3" emma:lang="id-ID" emma:confidence="0">
                  <emma:literal>ka</emma:literal>
                </emma:interpretation>
                <emma:interpretation id="interp4" emma:lang="id-ID" emma:confidence="0">
                  <emma:literal>kg</emma:literal>
                </emma:interpretation>
              </emma:one-of>
            </emma:emma>
          </inkml:annotationXML>
          <inkml:trace contextRef="#ctx0" brushRef="#br0">-809 3882,'0'-48,"0"72,0 0,0 24,0 0,0 0,0 0,0-1,0 25,0-24,0-24,0 24,0-24,0 0</inkml:trace>
          <inkml:trace contextRef="#ctx0" brushRef="#br0" timeOffset="489.4896">-761 4097,'-24'0,"48"0,0 24,24-24,0 0,-24 0,24 0,0 0,-24 0,47 0</inkml:trace>
          <inkml:trace contextRef="#ctx0" brushRef="#br0" timeOffset="869.7316">-737 4217,'48'72,"0"-48,-24 24,0-24,0 0,0 0,0-24,-24 24,24-24,0 0</inkml:trace>
          <inkml:trace contextRef="#ctx0" brushRef="#br0" timeOffset="1807.0902">78 4193,'-72'-24,"48"24,0 0,0 0,0 24,0 0,0 0,0 0,0 0,24 24,0-24,0 0,0 0,24 0,0-24,0 24,0-24,24 0,-24 0,24 0,-24 0,24 0,-24 0,0 0</inkml:trace>
        </inkml:traceGroup>
      </inkml:traceGroup>
    </inkml:traceGroup>
  </inkml:traceGroup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2:52:39.086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9604AD80-2FB6-445A-B93E-79C353FA91F2}" emma:medium="tactile" emma:mode="ink">
          <msink:context xmlns:msink="http://schemas.microsoft.com/ink/2010/main" type="inkDrawing" rotatedBoundingBox="18417,7807 18599,10982 18126,11009 17944,7835" semanticType="verticalRange" shapeName="Other">
            <msink:sourceLink direction="with" ref="{75B49B9C-7A88-4428-A947-8D41E03062F8}"/>
            <msink:sourceLink direction="with" ref="{26EC2709-42DC-4F5D-BC5D-2BA1394AF1D6}"/>
            <msink:sourceLink direction="with" ref="{1F9645FA-71B3-4228-9F6D-64B733BEEA89}"/>
            <msink:sourceLink direction="with" ref="{0327E9B8-6AA0-44E9-90F9-26B171FDE585}"/>
          </msink:context>
        </emma:interpretation>
      </emma:emma>
    </inkml:annotationXML>
    <inkml:trace contextRef="#ctx0" brushRef="#br0">24 24,'-24'-24,"24"48,0 0,24 24,-24-24,24 24,0 0,0-24,0 24,24 0,-24 24,0-24,24-1,-24 1,0 0,0 0,0 0,-1-24,1 0,0 24,0-24,-24 0,24 0,-24 0,24 0,-24 0,0 0,24-24,-24 24,0 0,0 0,0 0,0 0,0 0,0-1,0 1,0 24,0-24,0 24,0-24,0 24,0-24,0 48,0-48,-24 0,24 0,0 0,0 24,0-24,-24 24,24-24,0 24,0-25,0 1,0 24,0-24,0 0,-24 0,24 24,0-24,0 24,0-24,-24 0,24 0,0 0,0 0,0 0,0 0,0 0,0 0,0 0,-24 0,24 0,0 24,0-24,0-1,-24 25,24-24,0 0,0 24,0-24,0 0,0 0,0 0,0 0,0 0,0 0,0 24,0-24,0 0,0 0,0 0,0 24,0-24,0 0,0 24,0-25,0 1,0 24,0-24,0 0,0 0,0-72,0-24</inkml:trace>
  </inkml:traceGroup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2:52:40.455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CF4D141F-C071-4570-8B6B-CFDFD2FF4D59}" emma:medium="tactile" emma:mode="ink">
          <msink:context xmlns:msink="http://schemas.microsoft.com/ink/2010/main" type="inkDrawing" rotatedBoundingBox="18554,8678 22646,8868 22629,9228 18537,9038" semanticType="underline" shapeName="Other"/>
        </emma:interpretation>
      </emma:emma>
    </inkml:annotationXML>
    <inkml:trace contextRef="#ctx0" brushRef="#br0">0 26,'24'-24,"0"24,0 0,0 0,24 0,0 0,0 0,0 0,0 0,0 0,23 0,-23 0,24 0,-24 0,24 24,0-24,-24 24,48-24,-24 24,-1-24,25 24,-24-1,-24-23,0 24,0-24,263 96,-287-96,24 0,-24 24,24-24,-24 0,0 0,24 0,-24 24,24-24,0 0,0 0,24 0,-24 0,24 0,-25 0,1 0,24 0,-24 0,0 0,0 0,0 0,0 0,0 0,0 0,-24 0,24 0,0 0,-1 0,1 0,24 0,-24 0,0 0,0 0,0 0,24-24,-24 24,0-24,0 24,0-24,0 24,-1-24,1 24,-24 0,24 0,-24-24,24 24,-24-24,0 24,24-24,-24 1,24 23,-24-24,24 24,-24 0,0 0,-72-48</inkml:trace>
  </inkml:traceGroup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2:52:45.926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76CB3796-605B-4653-9BA2-9F0199EF8D3D}" emma:medium="tactile" emma:mode="ink">
          <msink:context xmlns:msink="http://schemas.microsoft.com/ink/2010/main" type="writingRegion" rotatedBoundingBox="18537,8848 22977,9373 22561,12893 18120,12368"/>
        </emma:interpretation>
      </emma:emma>
    </inkml:annotationXML>
    <inkml:traceGroup>
      <inkml:annotationXML>
        <emma:emma xmlns:emma="http://www.w3.org/2003/04/emma" version="1.0">
          <emma:interpretation id="{79599799-974A-4728-9C39-0CAC30095FA0}" emma:medium="tactile" emma:mode="ink">
            <msink:context xmlns:msink="http://schemas.microsoft.com/ink/2010/main" type="paragraph" rotatedBoundingBox="18537,8848 22307,9294 22055,11418 18285,1097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3A8E18AB-1017-4337-B7C6-AC17169382CF}" emma:medium="tactile" emma:mode="ink">
              <msink:context xmlns:msink="http://schemas.microsoft.com/ink/2010/main" type="line" rotatedBoundingBox="18580,8853 22307,9294 22170,10446 18443,10006"/>
            </emma:interpretation>
          </emma:emma>
        </inkml:annotationXML>
        <inkml:traceGroup>
          <inkml:annotationXML>
            <emma:emma xmlns:emma="http://www.w3.org/2003/04/emma" version="1.0">
              <emma:interpretation id="{80CEF48A-1090-459F-A303-F5341684E3E2}" emma:medium="tactile" emma:mode="ink">
                <msink:context xmlns:msink="http://schemas.microsoft.com/ink/2010/main" type="inkWord" rotatedBoundingBox="18580,8853 22307,9294 22170,10446 18443,10006"/>
              </emma:interpretation>
              <emma:one-of disjunction-type="recognition" id="oneOf0">
                <emma:interpretation id="interp0" emma:lang="id-ID" emma:confidence="0.5">
                  <emma:literal>dai</emma:literal>
                </emma:interpretation>
                <emma:interpretation id="interp1" emma:lang="id-ID" emma:confidence="0">
                  <emma:literal>taat.</emma:literal>
                </emma:interpretation>
                <emma:interpretation id="interp2" emma:lang="id-ID" emma:confidence="0">
                  <emma:literal>dai.</emma:literal>
                </emma:interpretation>
                <emma:interpretation id="interp3" emma:lang="id-ID" emma:confidence="0">
                  <emma:literal>-Sai</emma:literal>
                </emma:interpretation>
                <emma:interpretation id="interp4" emma:lang="id-ID" emma:confidence="0">
                  <emma:literal>-Sai.</emma:literal>
                </emma:interpretation>
              </emma:one-of>
            </emma:emma>
          </inkml:annotationXML>
          <inkml:trace contextRef="#ctx0" brushRef="#br0">888-2588,'0'24,"24"24,-24 0,24 0,-24 0,0 0,0-1,0-23,0 0,0 0,0-48,-24 0,0 24,24-24,-24 24,0 0,0 0,0 0,0 0,0 0,0 0,0 0,0 24,24 0,-24 0,24 0,0 0,24 0,0-24,0 0,24 24,-24-24,0 0,24 0,-24 0,0-24,0 24,0 0</inkml:trace>
          <inkml:trace contextRef="#ctx0" brushRef="#br0" timeOffset="599.9965">1703-2372,'0'167,"0"-119,0-24,0 24,0-24,0 0,0 0,0 0</inkml:trace>
          <inkml:trace contextRef="#ctx0" brushRef="#br0" timeOffset="2190.4622">2757-2372,'-24'71,"24"-23,0 0,0 0,-24 0,24 0,0-24,-24 24,24-24,0 0,0 0,-24 0,24 0</inkml:trace>
          <inkml:trace contextRef="#ctx0" brushRef="#br0" timeOffset="1672.4054">3548-2396,'0'191,"0"-143,0-24,0 24,0-24,0 0,0-48,0 0,-24 0,0 0,0 0,0 24,0 0,0 0,0 0,0 0,0 0,0 0,0 24,24 0,-24 0,24 24,-24-24,24 0,0 0,0 0,24-24,0 0,0 0,24 0,-24-24,0 24,-24-24,24 24</inkml:trace>
          <inkml:trace contextRef="#ctx0" brushRef="#br0" timeOffset="19230.0495">217-2133,'0'24,"24"-24,-24 24,24-24,0 24,0-24,0 0,-24 24,24-24,-24 24,24-24,120 96,-120-96,0 0,-24 24,24-24,0 0,-1 0,1 0,-24 24,24-24,0 0,0 0,24 24,-24-24,0 0,0 0,0 0,0 24,0-24,0 0,0 0,0 0,0 0,0 0,0 0,0 24,0-24,0 0,0 0,0 0,0 0,0 0,0 0,-1 0,1 0,0 0,0 0,-24 24,24-24,0 0,0 0,0 0,0 0,0 0,0 0,0 0,0 24,0-24,0 0,0 0,0 0,0 0,0 0,0 0,0 0,0 0,0 0,0 0,-24 24,24-24,0 0,-1 0,1 0,0 0,-24 24,24-24,0 0,0 0,0 24,0-24,0 0,0 0,0 0,0 23,0-23,0 0,0 0,0 0,0 0,0 0,0 0,-24 24,24-24,0 0,0 0,0 0,-24 24,24-24,0 0,0 0,0 0,-1 0,1 0,0 0,0 0,0 0,0 0,0 0,0 0,0 0,0 0,0 0,0 0,0 0,0 0,0 0,0 0,0 0,0 0,0 0,0 0,0 0,0 0,0 0,0 0,0 0,0 0,-1 0,1 0,0 0,0 0,0 0,0-24,0 24,0 0,0-24,0 24,0 0,0 0,-24-23,24 23,0 0,0 0,-24-24,24 24,0 0,0-24,0 24,0 0,0 0,-24-24,24 24,0 0,0-24,0 0,0 24,0-24,-1 0,1 0,0 24,-24-24,0 0,24 24,-24-24,0 0,24 0,-24 0,0 0,0 0,0 0,0 0,0 0,0 0,0 0,-24 0,24 0,0 0,-24 24,24-24,-24 24,24-24,-24 1,1-1,23 0,-24 24,24-24,-24 0,0 0,0 24,24-24,-24 24,0-24,0 24,0-24,0 24,0-24,0 24,0-24,0 24,0 0,24-24,-24 24,0-24,0 24,0 0,0-24,0 24,0 0,0 0,24-24,-24 24,0 0,0 0,24-24,-24 24,1 0,-1 0,0 0,0 0,0 0,0 0,0 0,0 0,0 0,0 0,0 0,0 0,0 0,0 24,0-24,0 0,0 0,0 0,0 0,0 0,0 0,0 0,0 0,-24 0,24 0,1 0,-1 0,0 0,0 0,0 0,0 0,-24 0,24 0,0 0,0 0,0 0,0-24,0 24,0 0,0 0,0 0,0 0,0 0,0 0,0-24,0 24,0 0,0 0,0 0,0 0,0 0,1 0,-1 0,0 0,0 0,0 0,0 0,0 0,0 0,0 0,0 0,0 0,0 0,0 0,-24 0,24-24,0 24,-24 0,24-24,0 24,0 0,0-24,0 24,0 0,0 0,1 0,-1-24,0 24,0 0,24-24,-24 24,24-24,-24 24,0 0,24-24,-24 24,0 0,0 0,0 0,0 0,0-24,0 24,0 0,0-24,0 24,0 0,0 0,24-23,-24 23,0 0,0 0,0 0,0 0,0 0,24-24,-24 24,0 0,1 0,-1 0,0 0,0 0,0 0,0 0,0 24,0-1,0-23,0 0,24 24,-24-24,24 24,-24 0,0 0,24 0,-24-24,24 24,-24-24,24 24,0 0,0 0,0 0,0 0,0 0,-24-24,24 24,0 0,-24-24,24 24,0 0,-24-24,24 24,0 0,0 0,0 0,0 0,0 0,0 0,24 0,0 0,-24-1,24-23,0 0</inkml:trace>
        </inkml:traceGroup>
      </inkml:traceGroup>
      <inkml:traceGroup>
        <inkml:annotationXML>
          <emma:emma xmlns:emma="http://www.w3.org/2003/04/emma" version="1.0">
            <emma:interpretation id="{F98C627F-9BCE-452B-B66E-5DC351D880D8}" emma:medium="tactile" emma:mode="ink">
              <msink:context xmlns:msink="http://schemas.microsoft.com/ink/2010/main" type="line" rotatedBoundingBox="18862,8752 22233,10039 21508,11939 18137,10652"/>
            </emma:interpretation>
          </emma:emma>
        </inkml:annotationXML>
        <inkml:traceGroup>
          <inkml:annotationXML>
            <emma:emma xmlns:emma="http://www.w3.org/2003/04/emma" version="1.0">
              <emma:interpretation id="{74725649-1558-4430-AA50-31F6A6556E19}" emma:medium="tactile" emma:mode="ink">
                <msink:context xmlns:msink="http://schemas.microsoft.com/ink/2010/main" type="inkWord" rotatedBoundingBox="18862,8752 22233,10039 21508,11939 18137,10652"/>
              </emma:interpretation>
              <emma:one-of disjunction-type="recognition" id="oneOf1">
                <emma:interpretation id="interp5" emma:lang="id-ID" emma:confidence="0.5">
                  <emma:literal>Baba</emma:literal>
                </emma:interpretation>
                <emma:interpretation id="interp6" emma:lang="id-ID" emma:confidence="0">
                  <emma:literal>Banda</emma:literal>
                </emma:interpretation>
                <emma:interpretation id="interp7" emma:lang="id-ID" emma:confidence="0">
                  <emma:literal>Baok</emma:literal>
                </emma:interpretation>
                <emma:interpretation id="interp8" emma:lang="id-ID" emma:confidence="0">
                  <emma:literal>Bano,</emma:literal>
                </emma:interpretation>
                <emma:interpretation id="interp9" emma:lang="id-ID" emma:confidence="0">
                  <emma:literal>Bao,</emma:literal>
                </emma:interpretation>
              </emma:one-of>
            </emma:emma>
          </inkml:annotationXML>
          <inkml:trace contextRef="#ctx0" brushRef="#br0" timeOffset="13416.6337">505-2660,'-24'0,"0"0,24 24,-24 0,24 0,-24 0,24 0,-24 0,24 0,0 0,-24 0,24 0,0 0,-24-24,24 24,-24 0,24 0,-24-1,24 1,-24 0,24 0,-24 0,24 0,-24 0,24 0,-24-24,24 24,-24 0,24 0,-24 0,24 0,-24 0,24 0,0 0,0 0,-24 0,24 0,0 0,0 0,0 0,0 0,0 0,0 0,0 0,0 0,0-1,0 1,0 0,0 0,0 0,24-24,-24 24,0 0,24 0,-24 0,0 0,24-24,-24 24,24 0,0 0,-24 0,24-24,-24 24,24-24,-24 24,24-24,-24 24,24 0,0 0,0-24,-24 24,24-24,0 24,0 0,0 0,0 0,0-24,-24 24,24-24,0 24,0-1,0-23,0 24,-1 0,1 0,0-24,0 24,0 0,0-24,0 0,-24 24,24-24,0 0,-24 24,24-24,-24 24,24-24,0 0,0 24,0-24,0 0,0 0,-24 24,24-24,0 0,0 0,0 0,0 0,0 0,0 0,0 0,0 0,0 0,0 0,-1 0,1 0,0 0,0 0,0-24,0 24,0 0,0 0,0 0,0 0,0 0,0 0,0-24,0 24,0 0,0 0,-24-24,24 24,-24-24,24 24,0-24,0 24,-24-24,24 24,-24-24,24 0,-24 0,24 24,-24-24,0 1,0-1,24 24,-24-24,0 0,24 24,-24-24,0 0,0 0,24 24,-24-24,0 0,0 0,23 0,-23 0,0 0,0 0,24 0,-24 0,0 0,24 24,-24-24,0 0,0 0,0 0,24 24,-24-24,0 0,0 0,0 0,24 24,-24-24,0 1,0-1,0 0,0 0,24 0,-24 0,0 0,0 0,0 0,0 0,0 0,0 0,0 0,0 0,0 0,0 0,0 0,24 0,-24 0,0 0,0 0,0 0,0 0,0 0,0 0,0 0,0 0,0 1,0-1,0 0,-24 24,24-24,-24 24,24-24,-24 24,24-24,-24 0,0 0,24 0,-24 24,24-24,-23 0,-1 0,24 0,-24 24,0 0,24-24,-24 24,0 0,0-24,0 24,24-24,-24 24,0 0,0 0,0-24,0 24,24-24,-24 24,0 0,0-24,0 24,0 0,0 0,0 0,0 0,0 0,24-24,-24 24,0 0,0 0,0 0,1 0,-1 0,0-24,0 24,0 0,0 0,0 0,24-24,-24 24,0 0,0 0,0 0,0 0,0 0,0 0,0 0,0-24,0 24,0 0,0 0,0 0,0 0,0 0,0 0,0 0,0 0,0 0,24 24,-24-24,24 24,-23 0,-1-24,24 24,-24-24,0 0,24 24,-24-24,24 24,-24-24,24 24</inkml:trace>
          <inkml:trace contextRef="#ctx0" brushRef="#br0" timeOffset="3668.8234">1032-1630,'24'72,"-24"-24,0-24,0 24,0 0,0 0,0 0,0-24,0 0,-24-48,0 0,24 0,-24 0,0 24,0-24,-24 24,24 0,0 0,0 0,0 0,0 24,0 0,24 0,0 0,24 0,0 0,0-24,0 0,0 24,0-24,0 0,0 24,0-24,0 0,0 24,0-24</inkml:trace>
          <inkml:trace contextRef="#ctx0" brushRef="#br0" timeOffset="4322.623">1607-1438,'24'0,"-24"24,0 24,0 0,0 0,0 0,0 0,0 0,0-24,0 24,0-25,0 1</inkml:trace>
          <inkml:trace contextRef="#ctx0" brushRef="#br0" timeOffset="6727.6436">2733-1390,'-48'0,"24"24,24 0,-24 0,24 24,0-24,0 24,0 0,0 0,0-24,0 23,24-23,0 0,0 0,0 0,0 0,0-24,0 0,0 0,0-24,0 0,0-24,0 1,-24 23,0-24,24 0,-24 24,0 0,0 0,-24 0,0 0,0 24,0 0,0 0,0 0,0 0,0 0,24 24,-24 24,24-24</inkml:trace>
          <inkml:trace contextRef="#ctx0" brushRef="#br0" timeOffset="5804.3839">3572-1486,'0'240,"0"-192,0 48,0-48,0 23,0-23,0-24,-24-48,24 0,-24 0,24 0,-24 0,0 1,0-1,0 24,0 0,0 0,-24 0,24 0,24 24,-24-24,24 23,0 1,0 0,0 0,0 0,0 0,24-24,0 0,0 0,0-24,0 0,0 0,-24 0</inkml:trace>
        </inkml:traceGroup>
      </inkml:traceGroup>
    </inkml:traceGroup>
    <inkml:traceGroup>
      <inkml:annotationXML>
        <emma:emma xmlns:emma="http://www.w3.org/2003/04/emma" version="1.0">
          <emma:interpretation id="{F5EBD003-FB06-4AD2-ADCC-4790D50B2BDD}" emma:medium="tactile" emma:mode="ink">
            <msink:context xmlns:msink="http://schemas.microsoft.com/ink/2010/main" type="paragraph" rotatedBoundingBox="18307,11717 22644,11717 22644,12532 18307,1253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BDC9614F-22B5-4983-8ED9-102E0936C469}" emma:medium="tactile" emma:mode="ink">
              <msink:context xmlns:msink="http://schemas.microsoft.com/ink/2010/main" type="line" rotatedBoundingBox="18307,11717 22644,11717 22644,12532 18307,12532"/>
            </emma:interpretation>
          </emma:emma>
        </inkml:annotationXML>
        <inkml:traceGroup>
          <inkml:annotationXML>
            <emma:emma xmlns:emma="http://www.w3.org/2003/04/emma" version="1.0">
              <emma:interpretation id="{23F6A13C-876D-400D-958A-235EC93AC021}" emma:medium="tactile" emma:mode="ink">
                <msink:context xmlns:msink="http://schemas.microsoft.com/ink/2010/main" type="inkWord" rotatedBoundingBox="19720,11717 20894,11717 20894,12532 19720,12532"/>
              </emma:interpretation>
              <emma:one-of disjunction-type="recognition" id="oneOf2">
                <emma:interpretation id="interp10" emma:lang="id-ID" emma:confidence="0.5">
                  <emma:literal>kas-beta</emma:literal>
                </emma:interpretation>
                <emma:interpretation id="interp11" emma:lang="id-ID" emma:confidence="0">
                  <emma:literal>kaci-beta</emma:literal>
                </emma:interpretation>
                <emma:interpretation id="interp12" emma:lang="id-ID" emma:confidence="0">
                  <emma:literal>ke-Stor</emma:literal>
                </emma:interpretation>
                <emma:interpretation id="interp13" emma:lang="id-ID" emma:confidence="0">
                  <emma:literal>kaca-beta</emma:literal>
                </emma:interpretation>
                <emma:interpretation id="interp14" emma:lang="id-ID" emma:confidence="0">
                  <emma:literal>kaci-bata</emma:literal>
                </emma:interpretation>
              </emma:one-of>
            </emma:emma>
          </inkml:annotationXML>
          <inkml:trace contextRef="#ctx0" brushRef="#br0" timeOffset="25274.2011">1415 168,'216'24</inkml:trace>
          <inkml:trace contextRef="#ctx0" brushRef="#br0" timeOffset="25747.9865">1463 407,'24'0,"0"0,0 0,0 0,0 0,0 0,0 0,0 0,-24-24</inkml:trace>
          <inkml:trace contextRef="#ctx0" brushRef="#br0" timeOffset="47152.4779">1918-168,'24'0,"0"0,24 0,-24 0,24 0,0 0,0 0,24 0,-24 24,24 0,-24-24,0 24,-24-24,0 0,0 0,-1 0,1 0</inkml:trace>
          <inkml:trace contextRef="#ctx0" brushRef="#br0" timeOffset="46274.0968">2206 72,'-24'0,"24"24,0 0,0 24,0 0,24 23,-24-23,24 0,-24-24,24 24,-24-24,0 0,24-24,-24-24,24 0,24 0,-24 24,0 0,24 0,-24 0,0 0,0 0,0 0,-24 24,0 0,-24 0,24 0,-24 0,0 0,0 0,0 0,0-24,24 24,-24-24,0 0,0 0</inkml:trace>
          <inkml:trace contextRef="#ctx0" brushRef="#br0" timeOffset="22281.5882">121 0,'-24'0,"24"24,0 0,-24 72,24-72,-24 143,0-95,24-24,-23-24,23 0</inkml:trace>
          <inkml:trace contextRef="#ctx0" brushRef="#br0" timeOffset="23675.6455">121 311,'336'-95</inkml:trace>
          <inkml:trace contextRef="#ctx0" brushRef="#br0" timeOffset="23726.4989">97 335,'240'168</inkml:trace>
          <inkml:trace contextRef="#ctx0" brushRef="#br0" timeOffset="24374.4194">1008 311,'-264'120,"240"-96,24 48,24-24,24-24,24-24,0 0,-48-24</inkml:trace>
          <inkml:trace contextRef="#ctx0" brushRef="#br0" timeOffset="50025.1112">3212 311,'24'0,"24"0,-24 0,24-24,0 24,-24 0,0 0,0 0,0 0,0 0,-24 24,0 0</inkml:trace>
          <inkml:trace contextRef="#ctx0" brushRef="#br0" timeOffset="50498.988">3404 120,'24'24,"-24"0,0 24,0-25,0 1,24 0,-24 24,0-24,0 0,0 0,0 0,0 0</inkml:trace>
          <inkml:trace contextRef="#ctx0" brushRef="#br0" timeOffset="60638.3114">4267 239,'-24'-71,"0"71,0 0,0 0,0 0,0 0,0 0,0 24,0 0,0-1,24 1,0 0,-24 0,24 0,0 0,24 0,0-24,0 0,0 24,0-24,0 0,0-24,0 0,-24 0,24 0,-24 0,0-24,0 25,0-1,0 0,24 48,-24 0,0-1,24 1,-24 0,24 0,0-24,0 0</inkml:trace>
          <inkml:trace contextRef="#ctx0" brushRef="#br0" timeOffset="62492.062">4003-96,'-24'0,"24"-24,0 0,0 0,24 24,0 0,0 0,24 0,-24 0,0 0,24 0,-24 0,0 0,0 0,0 0,0 0,0 0</inkml:trace>
        </inkml:traceGroup>
      </inkml:traceGroup>
    </inkml:traceGroup>
  </inkml:traceGroup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2:49:40.984"/>
    </inkml:context>
    <inkml:brush xml:id="br0">
      <inkml:brushProperty name="width" value="0.05833" units="cm"/>
      <inkml:brushProperty name="height" value="0.05833" units="cm"/>
      <inkml:brushProperty name="fitToCurve" value="1"/>
    </inkml:brush>
    <inkml:brush xml:id="br1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4993B8F5-D2F6-4FA9-B2FC-6B264A0E2011}" emma:medium="tactile" emma:mode="ink">
          <msink:context xmlns:msink="http://schemas.microsoft.com/ink/2010/main" type="writingRegion" rotatedBoundingBox="9440,7737 15310,7828 15239,12454 9368,12363"/>
        </emma:interpretation>
      </emma:emma>
    </inkml:annotationXML>
    <inkml:traceGroup>
      <inkml:annotationXML>
        <emma:emma xmlns:emma="http://www.w3.org/2003/04/emma" version="1.0">
          <emma:interpretation id="{59077FFF-9ACA-4B62-826C-8BF243862313}" emma:medium="tactile" emma:mode="ink">
            <msink:context xmlns:msink="http://schemas.microsoft.com/ink/2010/main" type="paragraph" rotatedBoundingBox="9523,7569 10609,8106 10296,8738 9211,820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75B49B9C-7A88-4428-A947-8D41E03062F8}" emma:medium="tactile" emma:mode="ink">
              <msink:context xmlns:msink="http://schemas.microsoft.com/ink/2010/main" type="line" rotatedBoundingBox="9523,7569 10609,8106 10296,8738 9211,8201">
                <msink:destinationLink direction="with" ref="{9604AD80-2FB6-445A-B93E-79C353FA91F2}"/>
              </msink:context>
            </emma:interpretation>
          </emma:emma>
        </inkml:annotationXML>
        <inkml:traceGroup>
          <inkml:annotationXML>
            <emma:emma xmlns:emma="http://www.w3.org/2003/04/emma" version="1.0">
              <emma:interpretation id="{980D9710-D6D0-4E45-9D6A-B0533D2D9AB4}" emma:medium="tactile" emma:mode="ink">
                <msink:context xmlns:msink="http://schemas.microsoft.com/ink/2010/main" type="inkWord" rotatedBoundingBox="9523,7569 10609,8106 10296,8738 9211,8201">
                  <msink:destinationLink direction="with" ref="{6520560F-5069-4A60-9277-9863188D43D4}"/>
                </msink:context>
              </emma:interpretation>
              <emma:one-of disjunction-type="recognition" id="oneOf0">
                <emma:interpretation id="interp0" emma:lang="id-ID" emma:confidence="0.5">
                  <emma:literal>35</emma:literal>
                </emma:interpretation>
                <emma:interpretation id="interp1" emma:lang="id-ID" emma:confidence="0">
                  <emma:literal>Jab</emma:literal>
                </emma:interpretation>
                <emma:interpretation id="interp2" emma:lang="id-ID" emma:confidence="0">
                  <emma:literal>jab</emma:literal>
                </emma:interpretation>
                <emma:interpretation id="interp3" emma:lang="id-ID" emma:confidence="0">
                  <emma:literal>Jib</emma:literal>
                </emma:interpretation>
                <emma:interpretation id="interp4" emma:lang="id-ID" emma:confidence="0">
                  <emma:literal>ps</emma:literal>
                </emma:interpretation>
              </emma:one-of>
            </emma:emma>
          </inkml:annotationXML>
          <inkml:trace contextRef="#ctx0" brushRef="#br0">-8865-4146,'24'0,"0"0,0 0,24 0,0 24,0-24,0 0,-24 0,24 0,-24 0,0 0,0 0,-24 24,0 24,24 0,-24 24,24-24,0 24,0-24,-24 0,0-24,0 24,0-24,0 0,-48-1,24 1,-24 0,-24-24,24 24,0-24,0 0,24 0,48-24,0 0</inkml:trace>
          <inkml:trace contextRef="#ctx0" brushRef="#br0" timeOffset="923.0771">-8050-3954,'0'120,"0"-72,0 0,24 0,-24-24,0 0,0-48,24 0,-24 0,24 0,0 24,24 0,-24 0,0 0,0 24,0 0,-24 0,0 24,0-24,0-1,0 1,-24-24,-24 0,24 24,-24-24,24 0,0 0,0 0,72 0,-24 0</inkml:trace>
        </inkml:traceGroup>
      </inkml:traceGroup>
    </inkml:traceGroup>
    <inkml:traceGroup>
      <inkml:annotationXML>
        <emma:emma xmlns:emma="http://www.w3.org/2003/04/emma" version="1.0">
          <emma:interpretation id="{6AE404C8-EB8B-4819-A698-681E733776D1}" emma:medium="tactile" emma:mode="ink">
            <msink:context xmlns:msink="http://schemas.microsoft.com/ink/2010/main" type="paragraph" rotatedBoundingBox="11049,8863 15292,8919 15287,9369 11043,9312" alignmentLevel="3"/>
          </emma:interpretation>
        </emma:emma>
      </inkml:annotationXML>
      <inkml:traceGroup>
        <inkml:annotationXML>
          <emma:emma xmlns:emma="http://www.w3.org/2003/04/emma" version="1.0">
            <emma:interpretation id="{0E1D2A9B-26F2-4D95-B18B-6FAE079AAAC4}" emma:medium="tactile" emma:mode="ink">
              <msink:context xmlns:msink="http://schemas.microsoft.com/ink/2010/main" type="inkBullet" rotatedBoundingBox="11046,9031 11216,9033 11213,9274 11043,9272"/>
            </emma:interpretation>
            <emma:one-of disjunction-type="recognition" id="oneOf1">
              <emma:interpretation id="interp5" emma:lang="id-ID" emma:confidence="1">
                <emma:literal>o</emma:literal>
              </emma:interpretation>
              <emma:interpretation id="interp6" emma:lang="id-ID" emma:confidence="0">
                <emma:literal>0</emma:literal>
              </emma:interpretation>
              <emma:interpretation id="interp7" emma:lang="id-ID" emma:confidence="0">
                <emma:literal>O</emma:literal>
              </emma:interpretation>
              <emma:interpretation id="interp8" emma:lang="id-ID" emma:confidence="0">
                <emma:literal>6</emma:literal>
              </emma:interpretation>
              <emma:interpretation id="interp9" emma:lang="id-ID" emma:confidence="0">
                <emma:literal>•</emma:literal>
              </emma:interpretation>
            </emma:one-of>
          </emma:emma>
        </inkml:annotationXML>
        <inkml:trace contextRef="#ctx0" brushRef="#br0" timeOffset="10726.0858">-7163-2804,'-48'0,"24"0,0 24,24 0,0 0,0 0,0 0,0 0,24 0,0 0,0-24,0 0,0 0,0 0,0-24,-24-24,0 24,0-24,0 24,0 0,-24 0,24 0,-24 24,0 0,0 0,24 24,-24 0,24 24,0-24</inkml:trace>
      </inkml:traceGroup>
      <inkml:traceGroup>
        <inkml:annotationXML>
          <emma:emma xmlns:emma="http://www.w3.org/2003/04/emma" version="1.0">
            <emma:interpretation id="{26EC2709-42DC-4F5D-BC5D-2BA1394AF1D6}" emma:medium="tactile" emma:mode="ink">
              <msink:context xmlns:msink="http://schemas.microsoft.com/ink/2010/main" type="line" rotatedBoundingBox="11648,8871 15292,8919 15287,9369 11642,9320">
                <msink:destinationLink direction="with" ref="{81DF6512-CE14-4C62-B74E-8555DB10991F}"/>
                <msink:destinationLink direction="with" ref="{9604AD80-2FB6-445A-B93E-79C353FA91F2}"/>
              </msink:context>
            </emma:interpretation>
          </emma:emma>
        </inkml:annotationXML>
        <inkml:traceGroup>
          <inkml:annotationXML>
            <emma:emma xmlns:emma="http://www.w3.org/2003/04/emma" version="1.0">
              <emma:interpretation id="{DF35FCC6-78ED-4337-B0E2-6C89B329CA08}" emma:medium="tactile" emma:mode="ink">
                <msink:context xmlns:msink="http://schemas.microsoft.com/ink/2010/main" type="inkWord" rotatedBoundingBox="11648,8919 13949,8949 13944,9350 11642,9320"/>
              </emma:interpretation>
              <emma:one-of disjunction-type="recognition" id="oneOf2">
                <emma:interpretation id="interp10" emma:lang="id-ID" emma:confidence="0.5">
                  <emma:literal>000111</emma:literal>
                </emma:interpretation>
                <emma:interpretation id="interp11" emma:lang="id-ID" emma:confidence="0">
                  <emma:literal>08111</emma:literal>
                </emma:interpretation>
                <emma:interpretation id="interp12" emma:lang="id-ID" emma:confidence="0">
                  <emma:literal>0111</emma:literal>
                </emma:interpretation>
                <emma:interpretation id="interp13" emma:lang="id-ID" emma:confidence="0">
                  <emma:literal>00111</emma:literal>
                </emma:interpretation>
                <emma:interpretation id="interp14" emma:lang="id-ID" emma:confidence="0">
                  <emma:literal>080111</emma:literal>
                </emma:interpretation>
              </emma:one-of>
            </emma:emma>
          </inkml:annotationXML>
          <inkml:trace contextRef="#ctx0" brushRef="#br0" timeOffset="12679.1515">-4623-2924,'0'72,"0"-24,0 0,0 0,0 0,0-24,0 0,0 0</inkml:trace>
          <inkml:trace contextRef="#ctx0" brushRef="#br0" timeOffset="12248.0647">-5246-2947,'-48'143,"48"-119,0 24,0 0,0 0,0-24,0 0,24 0</inkml:trace>
          <inkml:trace contextRef="#ctx0" brushRef="#br0" timeOffset="11159.9757">-6612-2780,'-48'48,"48"-24,0 24,0-24,0 24,24-48,0 24,0-24,0 0,0 0,0-24,-24 0,24-24,-24 24,0 0,0-24,0 24,0 0,-24 0,-24 24,24 0,0 0,0 0,24 24,0 0,0 24,0-24</inkml:trace>
          <inkml:trace contextRef="#ctx0" brushRef="#br0" timeOffset="12997.8062">-4360-2900,'0'192,"0"-168,0 24,0-24,0 0,0 0</inkml:trace>
          <inkml:trace contextRef="#ctx0" brushRef="#br0" timeOffset="11826.9352">-5654-2924,'-24'96,"24"-72,0 24,24 0,-24-24,24 0,0 0,24-120,-48 24,0 24,0 24,-24 0,0 0,0 24,0 0,0 0,24 48,0-24,0 24,0-24</inkml:trace>
        </inkml:traceGroup>
        <inkml:traceGroup>
          <inkml:annotationXML>
            <emma:emma xmlns:emma="http://www.w3.org/2003/04/emma" version="1.0">
              <emma:interpretation id="{7B68ADB1-E2C5-4F2B-96BD-B5FECD649B54}" emma:medium="tactile" emma:mode="ink">
                <msink:context xmlns:msink="http://schemas.microsoft.com/ink/2010/main" type="inkWord" rotatedBoundingBox="14857,8913 15292,8919 15287,9369 14851,9363"/>
              </emma:interpretation>
              <emma:one-of disjunction-type="recognition" id="oneOf3">
                <emma:interpretation id="interp15" emma:lang="id-ID" emma:confidence="0.5">
                  <emma:literal>16</emma:literal>
                </emma:interpretation>
                <emma:interpretation id="interp16" emma:lang="id-ID" emma:confidence="0">
                  <emma:literal>ha</emma:literal>
                </emma:interpretation>
                <emma:interpretation id="interp17" emma:lang="id-ID" emma:confidence="0">
                  <emma:literal>Ia</emma:literal>
                </emma:interpretation>
                <emma:interpretation id="interp18" emma:lang="id-ID" emma:confidence="0">
                  <emma:literal>lad</emma:literal>
                </emma:interpretation>
                <emma:interpretation id="interp19" emma:lang="id-ID" emma:confidence="0">
                  <emma:literal>l,</emma:literal>
                </emma:interpretation>
              </emma:one-of>
            </emma:emma>
          </inkml:annotationXML>
          <inkml:trace contextRef="#ctx0" brushRef="#br0" timeOffset="13531.3413">-3425-2971,'-24'119,"24"-95,0 24,0 0,0-24,0 0,0 24,0-24,0 0</inkml:trace>
          <inkml:trace contextRef="#ctx0" brushRef="#br0" timeOffset="13875.3065">-3185-2756,'167'240,"-167"-264,0-24,0 24,0-24,-24 24,0 24,0 0,-24 0,24 0,1 48,-1-24,24 0</inkml:trace>
        </inkml:traceGroup>
      </inkml:traceGroup>
    </inkml:traceGroup>
    <inkml:traceGroup>
      <inkml:annotationXML>
        <emma:emma xmlns:emma="http://www.w3.org/2003/04/emma" version="1.0">
          <emma:interpretation id="{C9D4B5E6-CDA7-4A37-987F-0FFCD73E4B33}" emma:medium="tactile" emma:mode="ink">
            <msink:context xmlns:msink="http://schemas.microsoft.com/ink/2010/main" type="paragraph" rotatedBoundingBox="9872,9363 15276,9594 15202,11302 9799,1107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FB162EC5-6D34-4498-95AF-ABA4BA469D1F}" emma:medium="tactile" emma:mode="ink">
              <msink:context xmlns:msink="http://schemas.microsoft.com/ink/2010/main" type="inkBullet" rotatedBoundingBox="9854,9796 10592,9828 10543,10974 9805,10942"/>
            </emma:interpretation>
            <emma:one-of disjunction-type="recognition" id="oneOf4">
              <emma:interpretation id="interp20" emma:lang="id-ID" emma:confidence="0">
                <emma:literal>Pol</emma:literal>
              </emma:interpretation>
              <emma:interpretation id="interp21" emma:lang="id-ID" emma:confidence="0">
                <emma:literal>Pel</emma:literal>
              </emma:interpretation>
              <emma:interpretation id="interp22" emma:lang="id-ID" emma:confidence="0">
                <emma:literal>Pal</emma:literal>
              </emma:interpretation>
              <emma:interpretation id="interp23" emma:lang="id-ID" emma:confidence="0">
                <emma:literal>Pil</emma:literal>
              </emma:interpretation>
              <emma:interpretation id="interp24" emma:lang="id-ID" emma:confidence="0">
                <emma:literal>Pul</emma:literal>
              </emma:interpretation>
            </emma:one-of>
          </emma:emma>
        </inkml:annotationXML>
        <inkml:trace contextRef="#ctx0" brushRef="#br0" timeOffset="8189.6108">-8385-1941,'-24'0,"0"0,0 0,24 24,0 0,0 0,0 24,0-24,0 0,24-24,0 24,0-24,0 24,0-24,0 0,0 0,-24-24,24-24,-24 24,0 0,0 0,0 0,0 0,-24 0,0 24,0 0,0 24,24 0,-24 0,0 0,0 0</inkml:trace>
        <inkml:trace contextRef="#ctx0" brushRef="#br0" timeOffset="8549.7672">-8313-1438,'0'120,"0"-96,0 0,24-24</inkml:trace>
        <inkml:trace contextRef="#ctx0" brushRef="#br0" timeOffset="6412.4956">-7810-2037,'0'-24,"0"48,0 0,0 24,0-24,24 24,-24 0,0-24,0 24,0 0,0 0,0-1,24 1,-24-24,0 24,0 0,0-24,0 24,0-24,0 0,0 24,0-24,0 0,0 0,0 0,0 0,0 0,0 0,0 0,0 0,0 0,0-1,0 1,0 0,0 0,0 0,0 0</inkml:trace>
      </inkml:traceGroup>
      <inkml:traceGroup>
        <inkml:annotationXML>
          <emma:emma xmlns:emma="http://www.w3.org/2003/04/emma" version="1.0">
            <emma:interpretation id="{1F9645FA-71B3-4228-9F6D-64B733BEEA89}" emma:medium="tactile" emma:mode="ink">
              <msink:context xmlns:msink="http://schemas.microsoft.com/ink/2010/main" type="line" rotatedBoundingBox="11642,9438 15147,9589 15074,11289 11569,11138">
                <msink:destinationLink direction="with" ref="{9604AD80-2FB6-445A-B93E-79C353FA91F2}"/>
              </msink:context>
            </emma:interpretation>
          </emma:emma>
        </inkml:annotationXML>
        <inkml:traceGroup>
          <inkml:annotationXML>
            <emma:emma xmlns:emma="http://www.w3.org/2003/04/emma" version="1.0">
              <emma:interpretation id="{19C1E423-163E-479A-9933-F19FE6A56FBB}" emma:medium="tactile" emma:mode="ink">
                <msink:context xmlns:msink="http://schemas.microsoft.com/ink/2010/main" type="inkWord" rotatedBoundingBox="11642,9438 15147,9589 15074,11289 11569,11138"/>
              </emma:interpretation>
              <emma:one-of disjunction-type="recognition" id="oneOf5">
                <emma:interpretation id="interp25" emma:lang="id-ID" emma:confidence="0.5">
                  <emma:literal>Cia</emma:literal>
                </emma:interpretation>
                <emma:interpretation id="interp26" emma:lang="id-ID" emma:confidence="0">
                  <emma:literal>bina</emma:literal>
                </emma:interpretation>
                <emma:interpretation id="interp27" emma:lang="id-ID" emma:confidence="0">
                  <emma:literal>bika</emma:literal>
                </emma:interpretation>
                <emma:interpretation id="interp28" emma:lang="id-ID" emma:confidence="0">
                  <emma:literal>tona</emma:literal>
                </emma:interpretation>
                <emma:interpretation id="interp29" emma:lang="id-ID" emma:confidence="0">
                  <emma:literal>bana</emma:literal>
                </emma:interpretation>
              </emma:one-of>
            </emma:emma>
          </inkml:annotationXML>
          <inkml:trace contextRef="#ctx0" brushRef="#br1" timeOffset="20429.7398">-5366-1965,'0'48,"0"0,0-24,0 0,0 24,0-24,0 24,0-24,0-1,0 1,0-48,0 1</inkml:trace>
          <inkml:trace contextRef="#ctx0" brushRef="#br1" timeOffset="21623.7221">-4216-2061,'0'144,"0"-96,0 0,0-24,0 0,0 0,24 0,-120-96,72 72,0 0,0 0,0 0,0 0,24 24,0 0,0 0,0 0,24-24,0 0,0 0,0 0,0 0,0 0,0-24</inkml:trace>
          <inkml:trace contextRef="#ctx0" brushRef="#br1" timeOffset="22521.7276">-3209-2013,'24'0,"-24"24,0 0,0 24,0-24,0 0,0 24,0-24,0 24,0-24,0 0,0 0,0-1,0-46,0-1,0 0,0 0,-24 24,24-24,-24 24,0 0,0 0,0 0,-24 24,24 0,0 0,0 0,24-1,0 1,-24 0,24 0,24-24,24 0,-24 0,24 0,-24 0,0 0,0-24,0 24</inkml:trace>
          <inkml:trace contextRef="#ctx0" brushRef="#br1" timeOffset="37986.8635">-5654-2061,'0'24</inkml:trace>
          <inkml:trace contextRef="#ctx0" brushRef="#br1" timeOffset="37768.5441">-5654-2085,'-24'0,"0"0,24 24,-23-24,23 24,0 0,0 0,-24 0,24 0,0 0,0 0,-24 0,24 0,0 0,0 0,-24 0,24 0,0 0,0 0,-24 0,24-1,0 1,0 0,0 0,0 0,0 0,0 0,-24 0,24 0,0 0,0 0,0 0,0 0,0 0,0 0,0 0,0 0,0 0,0 0,0 0,0 0,0 0,0 0,24 0,-24 24,0-25,24 1,0 0,-24 0,24 0,0 0,-24 0,23-24,1 24,0-24,0 24,0-24,0 24,-24 0,24-24,0 24,0-24,0 0,-24 24,24-24,0 0,0 24,0-24,0 0,0 24,0-24,0 0,0 0,0 0,0 0,0 0,0 0,0 0,24 0,-24 0,-1 0,25 0,-24 24,0-24,0 0,0 0,0 0,0 0,0 0,0 0,0 0,0 0,0 0,0 0,0 0,0 0,0 0,0 0,0 0,0 0,0 0,0 0,0 0,0 0,0 0,-1 0,1 0,0 0,0 0,0 0,0 0,0 0,0 24,0-24,0 0,0 0,0 0,0 0,0 0,0 0,0 0,0 0,0 0,0 0,0 0,0 0,0 0,0 0,0 0,0 24,0-24,0 0,-1 0,1 0,-24-24,24 0,-24 0,24 0,-24 0,0 0,0 0,0 0,0 0,0 0,24 0,-24 0,0 0,0 0,0 0,0 0,0 0,0 1,0-1,0 0,0 0,0 0,0 0,0 0,0 0,-24 24,24-24,0 0,0 0,0 0,0 0,0 0,0 0,-24 24,24-24,0 0,0 0,0 0,-24 24,24-24,0 0,-24 0,24 0,0 0,0 0,0 0,0 1,-23 23,23-24,0 0,0 0,0 0,0 0,0 0,0 0,-24 0,24 0,0 0,-24 24,24-24,0 0,0 0,-24 24,24-24,0 0,-24 24,24-24,-24 0,0 0,0 0,0 0,0 24,0 0,0 0,0-24,0 24,0-24,0 24,0 0,0 0,0 0,0 0,0 0,0 0,0 0,0-24,0 24,0 0,0 0,24-24,-23 24,-1 0,0 0,0-24,0 24,0 0,0-24,0 24,0 0,0 0,0-23,0 23,0 0,0 0,24-24,-24 24,0 0,0 0,0 0,0 0,0 0,0-24,0 24,0 0,0 0,0 0,0 0,1 0,-1 0,0 0,0 24,0-24,0 0,0 0,0 0,24 24,-24-24,0 0,0 23,0-23,0 0,24 24,-24-24,0 24,0 0,24 0,-24-24,0 0,24 24,-24-24,24 24,-24-24,0 24,24 0,-24-24,24 24</inkml:trace>
          <inkml:trace contextRef="#ctx0" brushRef="#br1" timeOffset="18673.9965">-6636-1965,'0'-24,"-24"24,24 24,-24 0,24 0,0 0,0 0,0 24,0-24,24 0,0 0,0 0,0 0,0-24,24 0,-24 0,0 0,0 0,0 0,0 0,0-24,-24-24,0 24,0 0,0 0,0 0,0 0,-24 24,0 0,0-24,0 24,-24 0,24 0,0 0,24 24,0 0</inkml:trace>
        </inkml:traceGroup>
      </inkml:traceGroup>
      <inkml:traceGroup>
        <inkml:annotationXML>
          <emma:emma xmlns:emma="http://www.w3.org/2003/04/emma" version="1.0">
            <emma:interpretation id="{0327E9B8-6AA0-44E9-90F9-26B171FDE585}" emma:medium="tactile" emma:mode="ink">
              <msink:context xmlns:msink="http://schemas.microsoft.com/ink/2010/main" type="line" rotatedBoundingBox="11837,10567 15215,10567 15215,11214 11837,11214">
                <msink:destinationLink direction="with" ref="{9604AD80-2FB6-445A-B93E-79C353FA91F2}"/>
              </msink:context>
            </emma:interpretation>
          </emma:emma>
        </inkml:annotationXML>
        <inkml:traceGroup>
          <inkml:annotationXML>
            <emma:emma xmlns:emma="http://www.w3.org/2003/04/emma" version="1.0">
              <emma:interpretation id="{B1489F18-BD0E-406C-BDA2-D6DB5573B8E6}" emma:medium="tactile" emma:mode="ink">
                <msink:context xmlns:msink="http://schemas.microsoft.com/ink/2010/main" type="inkWord" rotatedBoundingBox="11837,10687 12100,10687 12100,10998 11837,10998"/>
              </emma:interpretation>
              <emma:one-of disjunction-type="recognition" id="oneOf6">
                <emma:interpretation id="interp30" emma:lang="id-ID" emma:confidence="0.5">
                  <emma:literal>o</emma:literal>
                </emma:interpretation>
                <emma:interpretation id="interp31" emma:lang="id-ID" emma:confidence="0">
                  <emma:literal>O</emma:literal>
                </emma:interpretation>
                <emma:interpretation id="interp32" emma:lang="id-ID" emma:confidence="0">
                  <emma:literal>0</emma:literal>
                </emma:interpretation>
                <emma:interpretation id="interp33" emma:lang="id-ID" emma:confidence="0">
                  <emma:literal>G</emma:literal>
                </emma:interpretation>
                <emma:interpretation id="interp34" emma:lang="id-ID" emma:confidence="0">
                  <emma:literal>•</emma:literal>
                </emma:interpretation>
              </emma:one-of>
            </emma:emma>
          </inkml:annotationXML>
          <inkml:trace contextRef="#ctx0" brushRef="#br1" timeOffset="25568.6246">-6325-1126,'0'-24,"0"0,0 0,-23 24,-1 0,0 0,0 0,24 24,-24-24,24 24,0 0,-24-24,24 24,0 24,0-25,24 1,-24 24,24-24,0 0,0-24,0 24,-1-24,1 0,0-24,0 24,-24-24,24 0,-24 0,24 0,-24 0,0 1,0-1,0 0,-24 0,0 24,0-24,0 24,0 0,1 0,23 24,0 0,0 0,0 0</inkml:trace>
        </inkml:traceGroup>
        <inkml:traceGroup>
          <inkml:annotationXML>
            <emma:emma xmlns:emma="http://www.w3.org/2003/04/emma" version="1.0">
              <emma:interpretation id="{838453C9-261C-413F-9664-34B4B99548E4}" emma:medium="tactile" emma:mode="ink">
                <msink:context xmlns:msink="http://schemas.microsoft.com/ink/2010/main" type="inkWord" rotatedBoundingBox="13107,10687 13131,10687 13131,11214 13107,11214"/>
              </emma:interpretation>
              <emma:one-of disjunction-type="recognition" id="oneOf7">
                <emma:interpretation id="interp35" emma:lang="id-ID" emma:confidence="0.5">
                  <emma:literal>1</emma:literal>
                </emma:interpretation>
                <emma:interpretation id="interp36" emma:lang="id-ID" emma:confidence="0">
                  <emma:literal>I</emma:literal>
                </emma:interpretation>
                <emma:interpretation id="interp37" emma:lang="id-ID" emma:confidence="0">
                  <emma:literal>l</emma:literal>
                </emma:interpretation>
                <emma:interpretation id="interp38" emma:lang="id-ID" emma:confidence="0">
                  <emma:literal>|</emma:literal>
                </emma:interpretation>
                <emma:interpretation id="interp39" emma:lang="id-ID" emma:confidence="0">
                  <emma:literal>'</emma:literal>
                </emma:interpretation>
              </emma:one-of>
            </emma:emma>
          </inkml:annotationXML>
          <inkml:trace contextRef="#ctx0" brushRef="#br1" timeOffset="26360.5607">-5198-1174,'0'-24,"0"48,0 24,0 0,0 23,0 1,0-24,0 24,0-24,0-24,0 0,24 0,-24 0</inkml:trace>
        </inkml:traceGroup>
        <inkml:traceGroup>
          <inkml:annotationXML>
            <emma:emma xmlns:emma="http://www.w3.org/2003/04/emma" version="1.0">
              <emma:interpretation id="{08CF9394-513B-48F9-AB91-4254AA843081}" emma:medium="tactile" emma:mode="ink">
                <msink:context xmlns:msink="http://schemas.microsoft.com/ink/2010/main" type="inkWord" rotatedBoundingBox="13993,10567 14329,10567 14329,11070 13993,11070"/>
              </emma:interpretation>
              <emma:one-of disjunction-type="recognition" id="oneOf8">
                <emma:interpretation id="interp40" emma:lang="id-ID" emma:confidence="0.5">
                  <emma:literal>d</emma:literal>
                </emma:interpretation>
                <emma:interpretation id="interp41" emma:lang="id-ID" emma:confidence="0">
                  <emma:literal>a</emma:literal>
                </emma:interpretation>
                <emma:interpretation id="interp42" emma:lang="id-ID" emma:confidence="0">
                  <emma:literal>&amp;</emma:literal>
                </emma:interpretation>
                <emma:interpretation id="interp43" emma:lang="id-ID" emma:confidence="0">
                  <emma:literal>{</emma:literal>
                </emma:interpretation>
                <emma:interpretation id="interp44" emma:lang="id-ID" emma:confidence="0">
                  <emma:literal>K</emma:literal>
                </emma:interpretation>
              </emma:one-of>
            </emma:emma>
          </inkml:annotationXML>
          <inkml:trace contextRef="#ctx0" brushRef="#br1" timeOffset="27742.23">-3976-1318,'-48'0,"48"24,0 24,0 0,0 0,0 24,0-1,0-23,0 0,0 0,0-24,0 0,-48-72,48 0,-24 24,0 24,0-24,0 24,-24-24,24 24,0 0,0 0,0 0,24 24,0 0,0 0,0 0,0 0,0 0,24-24,0 0,24 0,0 0,-24 0,24 0,0 0,-24 0</inkml:trace>
        </inkml:traceGroup>
        <inkml:traceGroup>
          <inkml:annotationXML>
            <emma:emma xmlns:emma="http://www.w3.org/2003/04/emma" version="1.0">
              <emma:interpretation id="{6157C67B-6666-4873-89B9-417D4D7821FF}" emma:medium="tactile" emma:mode="ink">
                <msink:context xmlns:msink="http://schemas.microsoft.com/ink/2010/main" type="inkWord" rotatedBoundingBox="14928,10639 15215,10639 15215,11142 14928,11142"/>
              </emma:interpretation>
              <emma:one-of disjunction-type="recognition" id="oneOf9">
                <emma:interpretation id="interp45" emma:lang="id-ID" emma:confidence="0.5">
                  <emma:literal>d</emma:literal>
                </emma:interpretation>
                <emma:interpretation id="interp46" emma:lang="id-ID" emma:confidence="0">
                  <emma:literal>a</emma:literal>
                </emma:interpretation>
                <emma:interpretation id="interp47" emma:lang="id-ID" emma:confidence="0">
                  <emma:literal>di</emma:literal>
                </emma:interpretation>
                <emma:interpretation id="interp48" emma:lang="id-ID" emma:confidence="0">
                  <emma:literal>A</emma:literal>
                </emma:interpretation>
                <emma:interpretation id="interp49" emma:lang="id-ID" emma:confidence="0">
                  <emma:literal>ah</emma:literal>
                </emma:interpretation>
              </emma:one-of>
            </emma:emma>
          </inkml:annotationXML>
          <inkml:trace contextRef="#ctx0" brushRef="#br1" timeOffset="28679.8157">-3138-1246,'0'24,"0"24,24 0,-24 0,0 23,0-23,0-24,0 24,0-24,24-24,-24-24,-24 0,0 0,0 0,1 24,-1 0,0 0,0 0,0 0,0 24,0 0,0 0,24 0,-24 0,24 0,0 0,0 0,0 0,24-24,0 0,0 0,24 0,-24 0,24 0,-25 0,-23-24,24 24</inkml:trace>
        </inkml:traceGroup>
      </inkml:traceGroup>
    </inkml:traceGroup>
    <inkml:traceGroup>
      <inkml:annotationXML>
        <emma:emma xmlns:emma="http://www.w3.org/2003/04/emma" version="1.0">
          <emma:interpretation id="{4FF75B58-7040-4A42-B1EF-A9A0FCA07D76}" emma:medium="tactile" emma:mode="ink">
            <msink:context xmlns:msink="http://schemas.microsoft.com/ink/2010/main" type="paragraph" rotatedBoundingBox="10423,11810 12656,11845 12647,12414 10414,12379" alignmentLevel="2"/>
          </emma:interpretation>
        </emma:emma>
      </inkml:annotationXML>
      <inkml:traceGroup>
        <inkml:annotationXML>
          <emma:emma xmlns:emma="http://www.w3.org/2003/04/emma" version="1.0">
            <emma:interpretation id="{12A5417C-906F-47D9-B863-267AFFFE315B}" emma:medium="tactile" emma:mode="ink">
              <msink:context xmlns:msink="http://schemas.microsoft.com/ink/2010/main" type="line" rotatedBoundingBox="10423,11810 12656,11845 12647,12414 10414,12379"/>
            </emma:interpretation>
          </emma:emma>
        </inkml:annotationXML>
        <inkml:traceGroup>
          <inkml:annotationXML>
            <emma:emma xmlns:emma="http://www.w3.org/2003/04/emma" version="1.0">
              <emma:interpretation id="{3FFBDD28-D380-4167-ABFE-C4B25047528B}" emma:medium="tactile" emma:mode="ink">
                <msink:context xmlns:msink="http://schemas.microsoft.com/ink/2010/main" type="inkWord" rotatedBoundingBox="10423,11810 12656,11845 12647,12414 10414,12379"/>
              </emma:interpretation>
              <emma:one-of disjunction-type="recognition" id="oneOf10">
                <emma:interpretation id="interp50" emma:lang="id-ID" emma:confidence="0.5">
                  <emma:literal>ya</emma:literal>
                </emma:interpretation>
                <emma:interpretation id="interp51" emma:lang="id-ID" emma:confidence="0">
                  <emma:literal>ya-Ch</emma:literal>
                </emma:interpretation>
                <emma:interpretation id="interp52" emma:lang="id-ID" emma:confidence="0">
                  <emma:literal>ya-Cu</emma:literal>
                </emma:interpretation>
                <emma:interpretation id="interp53" emma:lang="id-ID" emma:confidence="0">
                  <emma:literal>ya-Ci</emma:literal>
                </emma:interpretation>
                <emma:interpretation id="interp54" emma:lang="id-ID" emma:confidence="0">
                  <emma:literal>ya-Ct</emma:literal>
                </emma:interpretation>
              </emma:one-of>
            </emma:emma>
          </inkml:annotationXML>
          <inkml:trace contextRef="#ctx0" brushRef="#br1" timeOffset="41758.9618">-7882-48,'72'48,"-48"-48,0 0,0 0,-24-24,0 0,0 0,24 24,0 24,-24 0,24 24,0-24,-24 24,24-24,-24 24,23 0,-23-25,0 1,0 24,0-24,-23 0,-1 0,0-24,0 0,0 0,0 0,0 0,0 0,0-24,24 0,-24 24,24-24</inkml:trace>
          <inkml:trace contextRef="#ctx0" brushRef="#br1" timeOffset="42441.6156">-7355-24,'0'192,"0"-144,0-1,0 1,0 0,0-24,24 0,0-168,0 144,0 0,0 0,24 0,-24 0,0 24,0 0,-24 0,24 0,-24 0,0 0,0 0,-24 0,0 0,0-24,-24 24,24-24,-24 0,0 0,24 0,48-24</inkml:trace>
          <inkml:trace contextRef="#ctx0" brushRef="#br1" timeOffset="42923.8383">-6708 168,'24'0,"0"0,0 24,24-24,-24 0,0 0,24 0,-24 0,-24 24</inkml:trace>
          <inkml:trace contextRef="#ctx0" brushRef="#br1" timeOffset="43134.1101">-6636 359,'144'0,"-120"0,0 0,0 0</inkml:trace>
          <inkml:trace contextRef="#ctx0" brushRef="#br1" timeOffset="44494.6053">-5725 72,'-72'-24,"48"24,0 0,0 0,0 24,-24-24,24 48,0-24,24 24,-24-1,24 1,0-24,0 0,0 0,24 0,24-24,-24 0,24 0,0 0,0 0,0-24,-1 0,-23 0</inkml:trace>
        </inkml:traceGroup>
      </inkml:traceGroup>
    </inkml:traceGroup>
  </inkml:traceGroup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2:50:34.047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5B91BE43-D226-4A0B-B32D-63CACB4372C6}" emma:medium="tactile" emma:mode="ink">
          <msink:context xmlns:msink="http://schemas.microsoft.com/ink/2010/main" type="writingRegion" rotatedBoundingBox="10848,13104 11936,16304 11040,16609 9952,13409"/>
        </emma:interpretation>
      </emma:emma>
    </inkml:annotationXML>
    <inkml:traceGroup>
      <inkml:annotationXML>
        <emma:emma xmlns:emma="http://www.w3.org/2003/04/emma" version="1.0">
          <emma:interpretation id="{598D728B-DBD6-469A-9AE0-5DA7AB9D0179}" emma:medium="tactile" emma:mode="ink">
            <msink:context xmlns:msink="http://schemas.microsoft.com/ink/2010/main" type="paragraph" rotatedBoundingBox="10848,13104 11936,16304 11040,16609 9952,1340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BDB518F6-3FC7-4064-9C4F-FB1D7A0ACB08}" emma:medium="tactile" emma:mode="ink">
              <msink:context xmlns:msink="http://schemas.microsoft.com/ink/2010/main" type="line" rotatedBoundingBox="10848,13104 11936,16304 11040,16609 9952,13409"/>
            </emma:interpretation>
          </emma:emma>
        </inkml:annotationXML>
        <inkml:traceGroup>
          <inkml:annotationXML>
            <emma:emma xmlns:emma="http://www.w3.org/2003/04/emma" version="1.0">
              <emma:interpretation id="{427F8903-798B-4C27-B86F-45F68C3803FA}" emma:medium="tactile" emma:mode="ink">
                <msink:context xmlns:msink="http://schemas.microsoft.com/ink/2010/main" type="inkWord" rotatedBoundingBox="10848,13104 11936,16304 11040,16609 9952,13409"/>
              </emma:interpretation>
              <emma:one-of disjunction-type="recognition" id="oneOf0">
                <emma:interpretation id="interp0" emma:lang="id-ID" emma:confidence="0.5">
                  <emma:literal>Eni</emma:literal>
                </emma:interpretation>
                <emma:interpretation id="interp1" emma:lang="id-ID" emma:confidence="0">
                  <emma:literal>Eni.</emma:literal>
                </emma:interpretation>
                <emma:interpretation id="interp2" emma:lang="id-ID" emma:confidence="0">
                  <emma:literal>Emi</emma:literal>
                </emma:interpretation>
                <emma:interpretation id="interp3" emma:lang="id-ID" emma:confidence="0">
                  <emma:literal>Emi.</emma:literal>
                </emma:interpretation>
                <emma:interpretation id="interp4" emma:lang="id-ID" emma:confidence="0">
                  <emma:literal>Eni,</emma:literal>
                </emma:interpretation>
              </emma:one-of>
            </emma:emma>
          </inkml:annotationXML>
          <inkml:trace contextRef="#ctx0" brushRef="#br0">-8170 1486,'0'-24,"0"48,0 23,0 1,0 24,0 0,0 0,0 0,0 0,24-24,-24 0,0 0,0-24,0 0</inkml:trace>
          <inkml:trace contextRef="#ctx0" brushRef="#br0" timeOffset="552.57">-8050 1869,'0'-24,"168"168,-168-120,24-24,0 24</inkml:trace>
          <inkml:trace contextRef="#ctx0" brushRef="#br0" timeOffset="321.1506">-8050 1869,'120'-96,"-96"96</inkml:trace>
          <inkml:trace contextRef="#ctx0" brushRef="#br0" timeOffset="2781.0183">-7595 1342,'0'-24,"0"48,0 24,0-24,0 48,0-25,0 25,0-24,0 24,0-24,0 0,0-24,0 24,24-24,-24 0,0 24,0-24,0 0,0 0,0 0,0 0,0 0,24-48,-24 0,0-24,0 24,0 0,0 0,72-72,-48 96,0 0,24 0,-24 0,0 0,0 0,0 24,0-24,0 24,0 0,-24 0,0 0,0 0,0 0,0 0,0 0,0 0,-24 0,0-1,0-23,0 0,0 24,-24-24,24 0,0 0,0 0,0 0,24-24,0 1,24 23</inkml:trace>
          <inkml:trace contextRef="#ctx0" brushRef="#br0" timeOffset="1190.9322">-7571 1605,'72'240,"96"0,-192-240,0 0,-24 0,24 0,0 0,0 0,72 0</inkml:trace>
          <inkml:trace contextRef="#ctx0" brushRef="#br0" timeOffset="5248.0732">-7642 2564,'0'24,"24"0,-1 0,25 0,-24 24,0-24,24 23,0-23,0 24,24 0,-24 0,0-24,0 24,-24 0,24-24,-24 24,0-24,0-24,-1 24,-23 0,24-24,0 0,-24 168,0-144,0-1,0 1,0 0,0 0,0 0,0 0,0 0,0 0,0 0,0 0,0 0,0 0,0 0,0 0,0 0,0 0,0 0,0 0,0 0,-24-24,24 24,0 0,0 0,0 0,0 95,-24 169,24-264,0 0,0 0,0 0,0 0,0 0,0 0,0 0,0 24,0-24,0-72,0 0,24-24</inkml:trace>
        </inkml:traceGroup>
      </inkml:traceGroup>
    </inkml:traceGroup>
  </inkml:traceGroup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2:50:42.047"/>
    </inkml:context>
    <inkml:brush xml:id="br0">
      <inkml:brushProperty name="width" value="0.05833" units="cm"/>
      <inkml:brushProperty name="height" value="0.05833" units="cm"/>
      <inkml:brushProperty name="fitToCurve" value="1"/>
    </inkml:brush>
    <inkml:brush xml:id="br1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D662E774-12B2-4535-9A81-940A3F20BF4F}" emma:medium="tactile" emma:mode="ink">
          <msink:context xmlns:msink="http://schemas.microsoft.com/ink/2010/main" type="writingRegion" rotatedBoundingBox="10514,14368 15972,14405 15946,18158 10489,18121"/>
        </emma:interpretation>
      </emma:emma>
    </inkml:annotationXML>
    <inkml:traceGroup>
      <inkml:annotationXML>
        <emma:emma xmlns:emma="http://www.w3.org/2003/04/emma" version="1.0">
          <emma:interpretation id="{EA8D09B4-531B-4CD4-8C10-091B872826C0}" emma:medium="tactile" emma:mode="ink">
            <msink:context xmlns:msink="http://schemas.microsoft.com/ink/2010/main" type="paragraph" rotatedBoundingBox="12021,14500 15836,14385 15847,14760 12032,14875" alignmentLevel="2"/>
          </emma:interpretation>
        </emma:emma>
      </inkml:annotationXML>
      <inkml:traceGroup>
        <inkml:annotationXML>
          <emma:emma xmlns:emma="http://www.w3.org/2003/04/emma" version="1.0">
            <emma:interpretation id="{CA9B5835-FFC8-4FFA-8970-2A5F50CCC11F}" emma:medium="tactile" emma:mode="ink">
              <msink:context xmlns:msink="http://schemas.microsoft.com/ink/2010/main" type="inkBullet" rotatedBoundingBox="12023,14569 12171,14564 12176,14759 12029,14763"/>
            </emma:interpretation>
            <emma:one-of disjunction-type="recognition" id="oneOf0">
              <emma:interpretation id="interp0" emma:lang="id-ID" emma:confidence="0">
                <emma:literal>0</emma:literal>
              </emma:interpretation>
              <emma:interpretation id="interp1" emma:lang="id-ID" emma:confidence="0">
                <emma:literal>o</emma:literal>
              </emma:interpretation>
              <emma:interpretation id="interp2" emma:lang="id-ID" emma:confidence="0">
                <emma:literal>O</emma:literal>
              </emma:interpretation>
              <emma:interpretation id="interp3" emma:lang="id-ID" emma:confidence="0">
                <emma:literal>a</emma:literal>
              </emma:interpretation>
              <emma:interpretation id="interp4" emma:lang="id-ID" emma:confidence="0">
                <emma:literal>8</emma:literal>
              </emma:interpretation>
            </emma:one-of>
          </emma:emma>
        </inkml:annotationXML>
        <inkml:trace contextRef="#ctx0" brushRef="#br0">-6229 2684,'-48'0,"48"24,0 24,0-25,0 1,0 0,24 0,0 0,0-24,0 0,0 0,0-24,-24 0,0 0,0 0,0 1,0-1,0 0,-24 24,24-24,-24 24,0 0,0 0,24 24,0 0</inkml:trace>
      </inkml:traceGroup>
      <inkml:traceGroup>
        <inkml:annotationXML>
          <emma:emma xmlns:emma="http://www.w3.org/2003/04/emma" version="1.0">
            <emma:interpretation id="{13B54108-2B4A-4BAC-B3D0-1A9BFE422413}" emma:medium="tactile" emma:mode="ink">
              <msink:context xmlns:msink="http://schemas.microsoft.com/ink/2010/main" type="line" rotatedBoundingBox="12379,14489 15836,14385 15847,14760 12390,14864"/>
            </emma:interpretation>
          </emma:emma>
        </inkml:annotationXML>
        <inkml:traceGroup>
          <inkml:annotationXML>
            <emma:emma xmlns:emma="http://www.w3.org/2003/04/emma" version="1.0">
              <emma:interpretation id="{C9581A22-7537-4B10-B48C-3EA6B5D9008E}" emma:medium="tactile" emma:mode="ink">
                <msink:context xmlns:msink="http://schemas.microsoft.com/ink/2010/main" type="inkWord" rotatedBoundingBox="12382,14594 12482,14591 12488,14783 12388,14786"/>
              </emma:interpretation>
              <emma:one-of disjunction-type="recognition" id="oneOf1">
                <emma:interpretation id="interp5" emma:lang="id-ID" emma:confidence="0.5">
                  <emma:literal>0</emma:literal>
                </emma:interpretation>
                <emma:interpretation id="interp6" emma:lang="id-ID" emma:confidence="0">
                  <emma:literal>o</emma:literal>
                </emma:interpretation>
                <emma:interpretation id="interp7" emma:lang="id-ID" emma:confidence="0">
                  <emma:literal>O</emma:literal>
                </emma:interpretation>
                <emma:interpretation id="interp8" emma:lang="id-ID" emma:confidence="0">
                  <emma:literal>6</emma:literal>
                </emma:interpretation>
                <emma:interpretation id="interp9" emma:lang="id-ID" emma:confidence="0">
                  <emma:literal>D</emma:literal>
                </emma:interpretation>
              </emma:one-of>
            </emma:emma>
          </inkml:annotationXML>
          <inkml:trace contextRef="#ctx0" brushRef="#br0" timeOffset="515.5786">-5893 2779,'-24'-23,"24"46,0 1,0 0,0 0,0 0,0 0,24-24,0 0,0 0,0-24,-24 0,0 0,0 0,0 0,0 1,-24-1,24 0,-24 24,0 48</inkml:trace>
        </inkml:traceGroup>
        <inkml:traceGroup>
          <inkml:annotationXML>
            <emma:emma xmlns:emma="http://www.w3.org/2003/04/emma" version="1.0">
              <emma:interpretation id="{E0040C22-F813-4534-901D-97E775C3A83E}" emma:medium="tactile" emma:mode="ink">
                <msink:context xmlns:msink="http://schemas.microsoft.com/ink/2010/main" type="inkWord" rotatedBoundingBox="13293,14462 15836,14385 15847,14760 13304,14836"/>
              </emma:interpretation>
              <emma:one-of disjunction-type="recognition" id="oneOf2">
                <emma:interpretation id="interp10" emma:lang="id-ID" emma:confidence="0.5">
                  <emma:literal>01 1110</emma:literal>
                </emma:interpretation>
                <emma:interpretation id="interp11" emma:lang="id-ID" emma:confidence="0.5">
                  <emma:literal>01 1110</emma:literal>
                </emma:interpretation>
                <emma:interpretation id="interp12" emma:lang="id-ID" emma:confidence="0">
                  <emma:literal>61 1110</emma:literal>
                </emma:interpretation>
                <emma:interpretation id="interp13" emma:lang="id-ID" emma:confidence="0">
                  <emma:literal>OI 1110</emma:literal>
                </emma:interpretation>
                <emma:interpretation id="interp14" emma:lang="id-ID" emma:confidence="0">
                  <emma:literal>Ol 1110</emma:literal>
                </emma:interpretation>
              </emma:one-of>
            </emma:emma>
          </inkml:annotationXML>
          <inkml:trace contextRef="#ctx0" brushRef="#br0" timeOffset="1186.1466">-4935 2684,'-72'48,"216"167,-120-215,0-24,-24-24,0 24,0 0,0 0,-24 0,0 24,0-23,0 23,0 0,0 0,0 0,24 23</inkml:trace>
          <inkml:trace contextRef="#ctx0" brushRef="#br0" timeOffset="1561.112">-4551 2684,'0'119,"0"-95,0 0,0 0,24 0,-24 0,0-48</inkml:trace>
          <inkml:trace contextRef="#ctx0" brushRef="#br0" timeOffset="2101.7051">-3808 2636,'23'48,"-23"-24,0 0,0 0,0-1,0 1,0 0,24 0,-24 0,0 0</inkml:trace>
          <inkml:trace contextRef="#ctx0" brushRef="#br0" timeOffset="2530.857">-3521 2588,'0'24,"24"24,-24-24,0 0,0 0,0 0,0-1,0 1,48-24</inkml:trace>
          <inkml:trace contextRef="#ctx0" brushRef="#br0" timeOffset="2912.2771">-2970 2516,'0'72,"0"-48,0 24,0-24,0 0,0 0,24 0,-24-1,24 1,0-24</inkml:trace>
          <inkml:trace contextRef="#ctx0" brushRef="#br0" timeOffset="3360.2708">-2682 2612,'0'24,"0"0,0 24,24-24,-24 0,24 23,0-23,0 0,0 0,0-24,-1 0,1-24,-24-24,24 1,-24-1,0 0,0 24,0-24,0 24,-24 0,0 24,1 0,-25 0,24 0,0 0,0 0,-24 0,24 24</inkml:trace>
        </inkml:traceGroup>
      </inkml:traceGroup>
    </inkml:traceGroup>
    <inkml:traceGroup>
      <inkml:annotationXML>
        <emma:emma xmlns:emma="http://www.w3.org/2003/04/emma" version="1.0">
          <emma:interpretation id="{0A489ADB-0D70-44A5-A525-223E4B26F671}" emma:medium="tactile" emma:mode="ink">
            <msink:context xmlns:msink="http://schemas.microsoft.com/ink/2010/main" type="paragraph" rotatedBoundingBox="10758,15357 15965,15393 15954,16982 10747,1694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DB32F4A4-1E02-491B-BB44-333328C25F24}" emma:medium="tactile" emma:mode="ink">
              <msink:context xmlns:msink="http://schemas.microsoft.com/ink/2010/main" type="inkBullet" rotatedBoundingBox="10758,15357 10999,15359 10997,15599 10756,15598"/>
            </emma:interpretation>
            <emma:one-of disjunction-type="recognition" id="oneOf3">
              <emma:interpretation id="interp15" emma:lang="id-ID" emma:confidence="0">
                <emma:literal>0</emma:literal>
              </emma:interpretation>
              <emma:interpretation id="interp16" emma:lang="id-ID" emma:confidence="0">
                <emma:literal>O</emma:literal>
              </emma:interpretation>
              <emma:interpretation id="interp17" emma:lang="id-ID" emma:confidence="0">
                <emma:literal>o</emma:literal>
              </emma:interpretation>
              <emma:interpretation id="interp18" emma:lang="id-ID" emma:confidence="0">
                <emma:literal>6</emma:literal>
              </emma:interpretation>
              <emma:interpretation id="interp19" emma:lang="id-ID" emma:confidence="0">
                <emma:literal>.</emma:literal>
              </emma:interpretation>
            </emma:one-of>
          </emma:emma>
        </inkml:annotationXML>
        <inkml:trace contextRef="#ctx0" brushRef="#br0" timeOffset="4254.9468">-7547 3546,'48'120,"-24"-120,0 24,0 0,0-24,0 0,0 0,0 0,0-24,-24-24,0 24,0 0,0 0,0 0,-24 0,0 0,0 0,-24 24,24 0,0 0,0 0,24 24,0 0,0 0,0 0</inkml:trace>
      </inkml:traceGroup>
      <inkml:traceGroup>
        <inkml:annotationXML>
          <emma:emma xmlns:emma="http://www.w3.org/2003/04/emma" version="1.0">
            <emma:interpretation id="{9E1300F8-6955-488C-ADC9-48EA60C81E49}" emma:medium="tactile" emma:mode="ink">
              <msink:context xmlns:msink="http://schemas.microsoft.com/ink/2010/main" type="line" rotatedBoundingBox="10989,15374 15745,15406 15738,16446 10982,16413"/>
            </emma:interpretation>
          </emma:emma>
        </inkml:annotationXML>
        <inkml:traceGroup>
          <inkml:annotationXML>
            <emma:emma xmlns:emma="http://www.w3.org/2003/04/emma" version="1.0">
              <emma:interpretation id="{8BD37A37-4D79-4216-A102-CB91F6970BAB}" emma:medium="tactile" emma:mode="ink">
                <msink:context xmlns:msink="http://schemas.microsoft.com/ink/2010/main" type="inkWord" rotatedBoundingBox="10983,16125 10999,16126 10998,16414 10982,16413"/>
              </emma:interpretation>
              <emma:one-of disjunction-type="recognition" id="oneOf4">
                <emma:interpretation id="interp20" emma:lang="id-ID" emma:confidence="0.5">
                  <emma:literal>1</emma:literal>
                </emma:interpretation>
                <emma:interpretation id="interp21" emma:lang="id-ID" emma:confidence="0">
                  <emma:literal>I</emma:literal>
                </emma:interpretation>
                <emma:interpretation id="interp22" emma:lang="id-ID" emma:confidence="0">
                  <emma:literal>|</emma:literal>
                </emma:interpretation>
                <emma:interpretation id="interp23" emma:lang="id-ID" emma:confidence="0">
                  <emma:literal>l</emma:literal>
                </emma:interpretation>
                <emma:interpretation id="interp24" emma:lang="id-ID" emma:confidence="0">
                  <emma:literal>'</emma:literal>
                </emma:interpretation>
              </emma:one-of>
            </emma:emma>
          </inkml:annotationXML>
          <inkml:trace contextRef="#ctx0" brushRef="#br0" timeOffset="4720.12">-7307 4241,'0'168,"0"-144,0 0,0 0,0 0,0 0</inkml:trace>
        </inkml:traceGroup>
        <inkml:traceGroup>
          <inkml:annotationXML>
            <emma:emma xmlns:emma="http://www.w3.org/2003/04/emma" version="1.0">
              <emma:interpretation id="{634338BE-9D3A-4599-9AEF-A1C7666196B3}" emma:medium="tactile" emma:mode="ink">
                <msink:context xmlns:msink="http://schemas.microsoft.com/ink/2010/main" type="inkWord" rotatedBoundingBox="12125,15381 13566,15391 13561,16151 12120,16141">
                  <msink:destinationLink direction="with" ref="{EAA3C96B-6461-4972-B1D2-13A146E8DEE6}"/>
                </msink:context>
              </emma:interpretation>
              <emma:one-of disjunction-type="recognition" id="oneOf5">
                <emma:interpretation id="interp25" emma:lang="id-ID" emma:confidence="0.5">
                  <emma:literal>di</emma:literal>
                </emma:interpretation>
                <emma:interpretation id="interp26" emma:lang="id-ID" emma:confidence="0">
                  <emma:literal>d?</emma:literal>
                </emma:interpretation>
                <emma:interpretation id="interp27" emma:lang="id-ID" emma:confidence="0">
                  <emma:literal>d,</emma:literal>
                </emma:interpretation>
                <emma:interpretation id="interp28" emma:lang="id-ID" emma:confidence="0">
                  <emma:literal>dai</emma:literal>
                </emma:interpretation>
                <emma:interpretation id="interp29" emma:lang="id-ID" emma:confidence="0">
                  <emma:literal>dd</emma:literal>
                </emma:interpretation>
              </emma:one-of>
            </emma:emma>
          </inkml:annotationXML>
          <inkml:trace contextRef="#ctx0" brushRef="#br1" timeOffset="12781.7578">-4839 3642,'0'24,"0"0,0 0,0 0,0 0,0 24,0 0,0 0,0 24,0-24,0-25,0 25,0-24,0 0,-48-24,24-24,0 24,0 0,0 0,0 0,0 0,0 0,24 24,0 0,0 0,0 0,24 0,24 0,-24-24,24 0,-24 0,24 0,0-24,0 0</inkml:trace>
          <inkml:trace contextRef="#ctx0" brushRef="#br1" timeOffset="11057.8598">-6013 3498,'0'24,"0"24,24 0,-24 0,0 0,0 0,0-24,0 24,0-24,0-48,0 0,-24 0,0 0,0 24,0-24,0 24,0 0,0 0,0 0,24 24,0 0,0 0,0 0,0 0,0 0,24-24,0 24,0-24,0 0,0 0,0-24,0-24</inkml:trace>
        </inkml:traceGroup>
        <inkml:traceGroup>
          <inkml:annotationXML>
            <emma:emma xmlns:emma="http://www.w3.org/2003/04/emma" version="1.0">
              <emma:interpretation id="{1D526DFD-EA9B-41E5-B2B8-0EBB28BAD593}" emma:medium="tactile" emma:mode="ink">
                <msink:context xmlns:msink="http://schemas.microsoft.com/ink/2010/main" type="inkWord" rotatedBoundingBox="14722,15454 15744,15461 15741,15988 14719,15981">
                  <msink:destinationLink direction="with" ref="{EAA3C96B-6461-4972-B1D2-13A146E8DEE6}"/>
                </msink:context>
              </emma:interpretation>
              <emma:one-of disjunction-type="recognition" id="oneOf6">
                <emma:interpretation id="interp30" emma:lang="id-ID" emma:confidence="0.5">
                  <emma:literal>10</emma:literal>
                </emma:interpretation>
                <emma:interpretation id="interp31" emma:lang="id-ID" emma:confidence="0">
                  <emma:literal>10.</emma:literal>
                </emma:interpretation>
                <emma:interpretation id="interp32" emma:lang="id-ID" emma:confidence="0">
                  <emma:literal>10:</emma:literal>
                </emma:interpretation>
                <emma:interpretation id="interp33" emma:lang="id-ID" emma:confidence="0">
                  <emma:literal>18</emma:literal>
                </emma:interpretation>
                <emma:interpretation id="interp34" emma:lang="id-ID" emma:confidence="0">
                  <emma:literal>19.</emma:literal>
                </emma:interpretation>
              </emma:one-of>
            </emma:emma>
          </inkml:annotationXML>
          <inkml:trace contextRef="#ctx0" brushRef="#br1" timeOffset="14544.1927">-2634 3666,'-24'-72,"0"72,0 0,24 24,-24-24,24 48,0 0,0-24,0 24,0 0,0 0,0-24,0 24,0-24,24-24,0 0,0 0,0 0,0-24,0-24,0 0,-24 24,0-24,0 0,0 24,0 0,0 0,-24 0,-24 0,24 24,0 0,-24 0,24 24,0 0,-24 0</inkml:trace>
          <inkml:trace contextRef="#ctx0" brushRef="#br1" timeOffset="15122.9084">-3569 3570,'0'144,"0"-96,0 24,0-24,0 0,0 0,0 0,0-25,0 1,0 0</inkml:trace>
        </inkml:traceGroup>
      </inkml:traceGroup>
      <inkml:traceGroup>
        <inkml:annotationXML>
          <emma:emma xmlns:emma="http://www.w3.org/2003/04/emma" version="1.0">
            <emma:interpretation id="{3897BC82-FE98-4EDD-B0C9-98B11ACEC496}" emma:medium="tactile" emma:mode="ink">
              <msink:context xmlns:msink="http://schemas.microsoft.com/ink/2010/main" type="line" rotatedBoundingBox="12025,16307 15938,16059 15986,16809 12073,17058"/>
            </emma:interpretation>
          </emma:emma>
        </inkml:annotationXML>
        <inkml:traceGroup>
          <inkml:annotationXML>
            <emma:emma xmlns:emma="http://www.w3.org/2003/04/emma" version="1.0">
              <emma:interpretation id="{81C06198-9750-4D0C-8A42-D2848669A132}" emma:medium="tactile" emma:mode="ink">
                <msink:context xmlns:msink="http://schemas.microsoft.com/ink/2010/main" type="inkWord" rotatedBoundingBox="12025,16307 12310,16289 12340,16749 12054,16767"/>
              </emma:interpretation>
              <emma:one-of disjunction-type="recognition" id="oneOf7">
                <emma:interpretation id="interp35" emma:lang="id-ID" emma:confidence="0.5">
                  <emma:literal>d</emma:literal>
                </emma:interpretation>
                <emma:interpretation id="interp36" emma:lang="id-ID" emma:confidence="0">
                  <emma:literal>a</emma:literal>
                </emma:interpretation>
                <emma:interpretation id="interp37" emma:lang="id-ID" emma:confidence="0">
                  <emma:literal>&amp;</emma:literal>
                </emma:interpretation>
                <emma:interpretation id="interp38" emma:lang="id-ID" emma:confidence="0">
                  <emma:literal>k</emma:literal>
                </emma:interpretation>
                <emma:interpretation id="interp39" emma:lang="id-ID" emma:confidence="0">
                  <emma:literal>K</emma:literal>
                </emma:interpretation>
              </emma:one-of>
            </emma:emma>
          </inkml:annotationXML>
          <inkml:trace contextRef="#ctx0" brushRef="#br1" timeOffset="17657.6037">-6061 4457,'0'-48,"0"96,24 0,-24 0,24 24,-24-1,24-23,-24 24,0-48,0 0,24-24,-48-24,0 0,0 0,0 0,0 24,0-24,0 24,0 0,0-24,0 24,0 0,0 24,24 0,0 0,0 0,0 0,24 0,0-24,0 0,24 0,0-24,-24 24,24-24,-24 24</inkml:trace>
        </inkml:traceGroup>
        <inkml:traceGroup>
          <inkml:annotationXML>
            <emma:emma xmlns:emma="http://www.w3.org/2003/04/emma" version="1.0">
              <emma:interpretation id="{E1A70BBC-30F8-4B0B-9C8E-0001A078E2A1}" emma:medium="tactile" emma:mode="ink">
                <msink:context xmlns:msink="http://schemas.microsoft.com/ink/2010/main" type="inkWord" rotatedBoundingBox="13337,16455 13654,16435 13687,16955 13370,16975"/>
              </emma:interpretation>
              <emma:one-of disjunction-type="recognition" id="oneOf8">
                <emma:interpretation id="interp40" emma:lang="id-ID" emma:confidence="0.5">
                  <emma:literal>d</emma:literal>
                </emma:interpretation>
                <emma:interpretation id="interp41" emma:lang="id-ID" emma:confidence="0">
                  <emma:literal>a</emma:literal>
                </emma:interpretation>
                <emma:interpretation id="interp42" emma:lang="id-ID" emma:confidence="0">
                  <emma:literal>'</emma:literal>
                </emma:interpretation>
                <emma:interpretation id="interp43" emma:lang="id-ID" emma:confidence="0">
                  <emma:literal>{</emma:literal>
                </emma:interpretation>
                <emma:interpretation id="interp44" emma:lang="id-ID" emma:confidence="0">
                  <emma:literal>,</emma:literal>
                </emma:interpretation>
              </emma:one-of>
            </emma:emma>
          </inkml:annotationXML>
          <inkml:trace contextRef="#ctx0" brushRef="#br1" timeOffset="18564.8578">-4695 4553,'0'24,"0"24,24 0,-24-1,0 1,0 0,0 0,0-24,0 0,0 0,0 0,0-48,0 0,-24 0,0 0,0 24,0-24,0 24,-24 0,24 0,0 0,24 24,-24 0,0 24,24-24,0 24,0-24,0 0,0 0,24-24,0 0,24 0,0 0,-24 0,0-24,24 0,-24 0,0 0,0 24</inkml:trace>
        </inkml:traceGroup>
        <inkml:traceGroup>
          <inkml:annotationXML>
            <emma:emma xmlns:emma="http://www.w3.org/2003/04/emma" version="1.0">
              <emma:interpretation id="{9C18883E-729F-45AE-8D82-2834F297757F}" emma:medium="tactile" emma:mode="ink">
                <msink:context xmlns:msink="http://schemas.microsoft.com/ink/2010/main" type="inkWord" rotatedBoundingBox="14782,16303 15949,16229 15977,16669 14810,16743"/>
              </emma:interpretation>
              <emma:one-of disjunction-type="recognition" id="oneOf9">
                <emma:interpretation id="interp45" emma:lang="id-ID" emma:confidence="0.5">
                  <emma:literal>00</emma:literal>
                </emma:interpretation>
                <emma:interpretation id="interp46" emma:lang="id-ID" emma:confidence="0">
                  <emma:literal>000</emma:literal>
                </emma:interpretation>
                <emma:interpretation id="interp47" emma:lang="id-ID" emma:confidence="0">
                  <emma:literal>0</emma:literal>
                </emma:interpretation>
                <emma:interpretation id="interp48" emma:lang="id-ID" emma:confidence="0">
                  <emma:literal>0000</emma:literal>
                </emma:interpretation>
                <emma:interpretation id="interp49" emma:lang="id-ID" emma:confidence="0">
                  <emma:literal>800</emma:literal>
                </emma:interpretation>
              </emma:one-of>
            </emma:emma>
          </inkml:annotationXML>
          <inkml:trace contextRef="#ctx0" brushRef="#br1" timeOffset="19292.3173">-3449 4529,'-48'72,"48"-24,0-1,0-23,0 24,0 0,216-263,-240 191,0 24,0-24,0 24,-24 0,24 24,0 0,0-24,24 24,0 0</inkml:trace>
          <inkml:trace contextRef="#ctx0" brushRef="#br1" timeOffset="19922.9348">-2610 4433,'-48'96,"48"-48,0-24,0 24,24-1,-24-23,24 0,24 0,-24 0,-1-24,25 0,-24 0,0-48,0 24,0-23,0-1,-24 24,0-24,0 0,0 24,-24-24,0 24,-24 0,24 24,-24-24,25 24,-25 0,24 0,-24 24</inkml:trace>
        </inkml:traceGroup>
      </inkml:traceGroup>
    </inkml:traceGroup>
    <inkml:traceGroup>
      <inkml:annotationXML>
        <emma:emma xmlns:emma="http://www.w3.org/2003/04/emma" version="1.0">
          <emma:interpretation id="{8F6BFAAC-6E0A-4A2F-9570-4267A814E8F9}" emma:medium="tactile" emma:mode="ink">
            <msink:context xmlns:msink="http://schemas.microsoft.com/ink/2010/main" type="paragraph" rotatedBoundingBox="10495,17252 13987,17522 13934,18208 10441,1793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707E0CA2-B1B2-49ED-A032-65DF38DDA3F8}" emma:medium="tactile" emma:mode="ink">
              <msink:context xmlns:msink="http://schemas.microsoft.com/ink/2010/main" type="line" rotatedBoundingBox="10495,17252 13987,17522 13934,18208 10441,17938"/>
            </emma:interpretation>
          </emma:emma>
        </inkml:annotationXML>
        <inkml:traceGroup>
          <inkml:annotationXML>
            <emma:emma xmlns:emma="http://www.w3.org/2003/04/emma" version="1.0">
              <emma:interpretation id="{424B0413-62A4-4260-A195-621F1C275A01}" emma:medium="tactile" emma:mode="ink">
                <msink:context xmlns:msink="http://schemas.microsoft.com/ink/2010/main" type="inkWord" rotatedBoundingBox="10495,17252 12334,17410 12279,18048 10440,17890"/>
              </emma:interpretation>
              <emma:one-of disjunction-type="recognition" id="oneOf10">
                <emma:interpretation id="interp50" emma:lang="id-ID" emma:confidence="0.5">
                  <emma:literal>KE</emma:literal>
                </emma:interpretation>
                <emma:interpretation id="interp51" emma:lang="id-ID" emma:confidence="0">
                  <emma:literal>KOE</emma:literal>
                </emma:interpretation>
                <emma:interpretation id="interp52" emma:lang="id-ID" emma:confidence="0">
                  <emma:literal>KIE</emma:literal>
                </emma:interpretation>
                <emma:interpretation id="interp53" emma:lang="id-ID" emma:confidence="0">
                  <emma:literal>kst</emma:literal>
                </emma:interpretation>
                <emma:interpretation id="interp54" emma:lang="id-ID" emma:confidence="0">
                  <emma:literal>KAE</emma:literal>
                </emma:interpretation>
              </emma:one-of>
            </emma:emma>
          </inkml:annotationXML>
          <inkml:trace contextRef="#ctx0" brushRef="#br1" timeOffset="26025.0062">-7810 5391,'0'-24,"0"72,0-24,0 48,0 0,0 0,0 0,24 0,-24-24,0 0,24-24,-24 0,0-1,0 1,0 0</inkml:trace>
          <inkml:trace contextRef="#ctx0" brushRef="#br1" timeOffset="26557.7868">-7786 5751,'-24'-48,"48"48,0-24,24 24,-24 0,0-24,191-24</inkml:trace>
          <inkml:trace contextRef="#ctx0" brushRef="#br1" timeOffset="26941.1232">-7738 5751,'143'120,"-95"-96,0 0,-24 0,0-1,0 1</inkml:trace>
          <inkml:trace contextRef="#ctx0" brushRef="#br1" timeOffset="27810.8692">-7211 5703,'24'120,"-24"-96,0 0,0 0,0 24,0-25,263-70,-239 94,-24-23,0 0,0 0,-24 0,0-24,0 0,1 0,-1 0,0 0,0 0,0 0,0 0,24-24,0 0</inkml:trace>
          <inkml:trace contextRef="#ctx0" brushRef="#br1" timeOffset="30767.7158">-6468 5799,'-24'0,"48"0,0 0,24 0,-24 0,23 0,1 0,0 0,-24 24,0-24,0 0,-48 0,0 0</inkml:trace>
          <inkml:trace contextRef="#ctx0" brushRef="#br1" timeOffset="28396.2421">-6444 5703,'48'0,"-24"0,0 0,-1 0,1 24,0-24,0 0,0 24</inkml:trace>
          <inkml:trace contextRef="#ctx0" brushRef="#br1" timeOffset="28651.9152">-6444 5703,'96'216,"-73"-216,1 24,24-24,-24 0,0 0,0 0</inkml:trace>
          <inkml:trace contextRef="#ctx0" brushRef="#br1" timeOffset="31395.5371">-6396 5943,'24'0,"0"0,-1 0,1 0,0 23,24-23,-24 0,0 24,24-24,-24 0,0 0,0 0,0 0,0 0,-24 24,0-48,-24 24</inkml:trace>
        </inkml:traceGroup>
        <inkml:traceGroup>
          <inkml:annotationXML>
            <emma:emma xmlns:emma="http://www.w3.org/2003/04/emma" version="1.0">
              <emma:interpretation id="{504B62A5-7568-4C2B-92EF-A4BF47E5F9A2}" emma:medium="tactile" emma:mode="ink">
                <msink:context xmlns:msink="http://schemas.microsoft.com/ink/2010/main" type="inkWord" rotatedBoundingBox="12843,17611 13973,17699 13934,18208 12803,18121"/>
              </emma:interpretation>
              <emma:one-of disjunction-type="recognition" id="oneOf11">
                <emma:interpretation id="interp55" emma:lang="id-ID" emma:confidence="0.5">
                  <emma:literal>%</emma:literal>
                </emma:interpretation>
                <emma:interpretation id="interp56" emma:lang="id-ID" emma:confidence="0">
                  <emma:literal>&amp;</emma:literal>
                </emma:interpretation>
                <emma:interpretation id="interp57" emma:lang="id-ID" emma:confidence="0">
                  <emma:literal>£</emma:literal>
                </emma:interpretation>
                <emma:interpretation id="interp58" emma:lang="id-ID" emma:confidence="0">
                  <emma:literal>@</emma:literal>
                </emma:interpretation>
                <emma:interpretation id="interp59" emma:lang="id-ID" emma:confidence="0">
                  <emma:literal>*</emma:literal>
                </emma:interpretation>
              </emma:one-of>
            </emma:emma>
          </inkml:annotationXML>
          <inkml:trace contextRef="#ctx0" brushRef="#br1" timeOffset="36993.4685">-5462 5727,'72'24,"-48"-24,24 24,-24-24,0 0,24 0,-24 0,0 0,0 0,0 0,0 0</inkml:trace>
          <inkml:trace contextRef="#ctx0" brushRef="#br1" timeOffset="36408.4026">-5031 5990,'-47'-47,"23"47,0 0,0-24,0 24,0 0,0 0,0 0,0 0,24 24,-24-1,0 1,0 24,24-24,-24 0,24 0,0 0,0 0,24 24,0-24,0-24,0 24,0-24,24 0,-24-24,0 0,0-24,0 0,0 24,-24-24,0 24,0-24,0 25,23 23,-23 23,0 1,24 0,-24 24,24-24,-24 0,24 0,-24 0,24-24,0 0,-24-24</inkml:trace>
          <inkml:trace contextRef="#ctx0" brushRef="#br1" timeOffset="40851.6878">-4455 5847,'-24'-24,"0"24,0 0,0 0,0 0,0 0,24 24,-24 0,24 0,-24 0,24 0,0-1,0 25,0-24,0 0,24 0,0 0,0 0,0 0,0 0,24-24,-24 0,-1 0,1 0,0 0,0 0</inkml:trace>
        </inkml:traceGroup>
      </inkml:traceGroup>
    </inkml:traceGroup>
  </inkml:traceGroup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2:58:31.323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EF424F05-EB19-4153-99F8-2C3F6C96412C}" emma:medium="tactile" emma:mode="ink">
          <msink:context xmlns:msink="http://schemas.microsoft.com/ink/2010/main" type="inkDrawing" rotatedBoundingBox="5579,10119 6217,5425 8763,5771 8125,10465" semanticType="callout" shapeName="Other">
            <msink:sourceLink direction="with" ref="{3D51B6E3-DCFD-4183-8416-C76A32C0D16F}"/>
            <msink:sourceLink direction="with" ref="{166F0806-8B64-4B2D-94D4-675358E5B602}"/>
          </msink:context>
        </emma:interpretation>
      </emma:emma>
    </inkml:annotationXML>
    <inkml:trace contextRef="#ctx0" brushRef="#br0">197 0,'0'192,"0"-121,0 1,0-24,0 24,0 0,0 0,0 0,0 0,-24 0,24 0,0-1,0-23,0 24,-24 0,24 0,0-24,0 24,0-24,-24 0,24 0,0-1,0 1,-24 0,24 0,0 0,-24 0,24 0,0 0,0 0,0 0,0 0,-24-24,24 24,0-24,0 0,0 0,0-1,0 25,0-24,0 24,0 0,-24-24,24 0,0 0,0 0,-24 0,24 0,0 0,0 0,0 0,0 0,0 0,0 0,0 0,0 0,24-24,-24-24,24-24</inkml:trace>
    <inkml:trace contextRef="#ctx0" brushRef="#br0" timeOffset="1941.4685">221 96,'143'48,"-119"-48,24 0,0 0,0 0,0 0,0 0,24 0,-24 0,0 0,0 0,23 0,-23 0,-24 0,24 0,0 0,0 0,0 24,-24-24,24 0,-24 0,0 24,24-24,-24 0,24 0,-24 0,0 0,0 24,-1-24,1 0,24 0,-24 0,0 24,0-24,0 0,0 0,0 0,0 0,0 23,0-23,0 0,0 0,0 0,0 0,0 24,0-24,0 0,0 0,72 0,-72 0,0 0,-1 0,1 0,0 0,0 0,0 0,-24-24,24 24,0 0,0-23,0 23,0-24,0 24,0 0,-24 24,0-1,0 1,0 0,0 0,0 0,0 24,0-24,0 0,0 24,0-24,0 0,0 24,0 0,0-24,0 24,0-24,0 24,0 0,0-24,0 23,0 1,0-24,-24 24,24 0,0 0,0 0,0 0,0 0,0 0,0 0,0 0,0-24,0 24,0-24,0 23,0-23,0 24,0-24,0 0,0 24,0-24,0 24,0-24,0 0,0 0,0 24,0-24,0 0,0 0,0 0,0 0,0 0,0 24,0-24,0 0,0-1,0 25,0-24,0 0,0 0,0 0,0 0,0 0,0 0,0 0,0 0,0 0,0 0,0 0,0 0,0-48,0 0</inkml:trace>
    <inkml:trace contextRef="#ctx0" brushRef="#br0" timeOffset="3246.2756">5 2684,'-24'0,"24"24,24-24,-24 24,24-24,0 24,24-24,-24 24,24-24,0 0,-1 23,1-23,24 0,-24 0,0 24,24-24,-24 0,24 0,-24 0,0 0,0 0,0 0,-1 0,1 0,0 0,-24 0,24 0,-24 0,24 0,-24 0,24-24,-24 24,0 0,0-23,24 23,-24 0,0 0,0-24,24 24,-24 0,-1 0,1-24,0 24,0 0,0 0,0 0,24 0,24 0,-48 0,0 0,0 0,24 0,-24 0,0 0,0 0,0-24,0 24,0 0,0 0,0 0,0 0,0 0,0 0,-1-24,1 24,0 0,0 0,0 0,0 0,0 0,0 0,0 0,0 0,0 0,0 0,-48 0,0 0</inkml:trace>
    <inkml:trace contextRef="#ctx0" brushRef="#br0" timeOffset="175696.5526">1227 2803,'0'-23,"0"46,0 1,0 0,0 0,0 0,0 0,0 0,0 0,0 0,0 0,0 0,0 0,24 0,-24 0,0 0,0 0,0 0,0 0,0 0,0 0,0 0,0 0,0 0,0 0,0 0,0 0,0 0,0-1,0 1,0 0,0 0,0 0,0 0,0 0,0 0,0 0,0 0,0 0,0 0,0 0,0 0,0 0,0 0,0 0,0 0,0 0,0 0,0 0,0 0,0 0,0 0,0 0,0 0,0-1,0 1,0 0,0 0,0 0,0 0,0 0,0 0,0 0,0 0,0 0,0 0,0 0,0 0,0 0,0 0,0 0,0 0,0 0,0 0,0 0,0 0,0 0,0 0,0 0,0 0,0 0,0-1,0 1,0 0,24-24,-24 24,0 0,0 0,0-48</inkml:trace>
  </inkml:traceGroup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2:59:18.084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  <inkml:brush xml:id="br1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28F3CE96-F724-439D-B6F3-51C399CBBD69}" emma:medium="tactile" emma:mode="ink">
          <msink:context xmlns:msink="http://schemas.microsoft.com/ink/2010/main" type="writingRegion" rotatedBoundingBox="8025,8039 5497,8138 5471,7492 7999,7392">
            <msink:destinationLink direction="with" ref="{85870957-7C56-4AAE-AC72-8B2D2F250822}"/>
          </msink:context>
        </emma:interpretation>
      </emma:emma>
    </inkml:annotationXML>
    <inkml:traceGroup>
      <inkml:annotationXML>
        <emma:emma xmlns:emma="http://www.w3.org/2003/04/emma" version="1.0">
          <emma:interpretation id="{40CDD5EC-F24D-42DE-84F6-5D6196ED6C0C}" emma:medium="tactile" emma:mode="ink">
            <msink:context xmlns:msink="http://schemas.microsoft.com/ink/2010/main" type="paragraph" rotatedBoundingBox="8025,8039 5497,8138 5471,7492 7999,739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53ABB3EE-6FAC-4A0F-8490-0A629D41BDEB}" emma:medium="tactile" emma:mode="ink">
              <msink:context xmlns:msink="http://schemas.microsoft.com/ink/2010/main" type="line" rotatedBoundingBox="8025,8039 5497,8138 5471,7492 7999,7392"/>
            </emma:interpretation>
          </emma:emma>
        </inkml:annotationXML>
        <inkml:traceGroup>
          <inkml:annotationXML>
            <emma:emma xmlns:emma="http://www.w3.org/2003/04/emma" version="1.0">
              <emma:interpretation id="{3D51B6E3-DCFD-4183-8416-C76A32C0D16F}" emma:medium="tactile" emma:mode="ink">
                <msink:context xmlns:msink="http://schemas.microsoft.com/ink/2010/main" type="inkWord" rotatedBoundingBox="5471,7492 7999,7392 8025,8039 5497,8138">
                  <msink:destinationLink direction="with" ref="{EF424F05-EB19-4153-99F8-2C3F6C96412C}"/>
                  <msink:destinationLink direction="with" ref="{375A259C-461B-4096-A290-907EAA322F6C}"/>
                </msink:context>
              </emma:interpretation>
              <emma:one-of disjunction-type="recognition" id="oneOf0">
                <emma:interpretation id="interp0" emma:lang="id-ID" emma:confidence="0.5">
                  <emma:literal>pese</emma:literal>
                </emma:interpretation>
                <emma:interpretation id="interp1" emma:lang="id-ID" emma:confidence="0">
                  <emma:literal>pere</emma:literal>
                </emma:interpretation>
                <emma:interpretation id="interp2" emma:lang="id-ID" emma:confidence="0">
                  <emma:literal>"Tia</emma:literal>
                </emma:interpretation>
                <emma:interpretation id="interp3" emma:lang="id-ID" emma:confidence="0">
                  <emma:literal>pese.</emma:literal>
                </emma:interpretation>
                <emma:interpretation id="interp4" emma:lang="id-ID" emma:confidence="0">
                  <emma:literal>pere.</emma:literal>
                </emma:interpretation>
              </emma:one-of>
            </emma:emma>
          </inkml:annotationXML>
          <inkml:trace contextRef="#ctx0" brushRef="#br0">815 407,'0'24,"0"0,0 0,0 0,0 0,0 0,0 0,0 0</inkml:trace>
          <inkml:trace contextRef="#ctx0" brushRef="#br0" timeOffset="963.4021">767 407,'240'120</inkml:trace>
          <inkml:trace contextRef="#ctx0" brushRef="#br0" timeOffset="3645.8836">839 455,'-24'0,"24"-24,0 0,0 0,0 0,24 24,-24-24,24 24,-24-24,24 24,0-24,0 24,0 0,0 0,0 0,-24 24,0 0,0 0,-24-24,24 24,-24-24,0 24,24 0,-24-24,24 24,24-24,-24 24,24-24,-24 24,24-24,0 0,-24 24,24-24,-24 24</inkml:trace>
          <inkml:trace contextRef="#ctx0" brushRef="#br0" timeOffset="-33757.9813">1414-72,'48'24,"-24"-24,0 0,24 24,-24-24,0 0,0 24,0-24,0 0,0 0</inkml:trace>
          <inkml:trace contextRef="#ctx0" brushRef="#br0" timeOffset="-34282.699">1582 96,'-48'0,"24"0,24 24,-24-24,24 24,-24-24,24 24,0 0,-24-1,24 1,0 0,0 0,0 0,0 0,24-24,0 0,0 0,0 0,0-24,-24-24,24 24,-24 0,24 1,-24-1,0 0,0 72,48 119,-24-143,0-24,-24-24,0 0</inkml:trace>
          <inkml:trace contextRef="#ctx0" brushRef="#br1" timeOffset="300799.8466">24 96,'-24'-48,"24"72,-24 0,24 0,0 0,0 0,-24 0,24-1,0 1,0 0,-23-24,23 24,0 0,0 0,0 0,0 0,0 0,0 0,0 0,0 0,0 0,-24-24,24 24,0 0,-24-24,24-24</inkml:trace>
          <inkml:trace contextRef="#ctx0" brushRef="#br1" timeOffset="296176.0628">-742 287,'-24'0,"24"-24,-24 24,0 0,24 24,0 0,0 0,0 0,0 0,0 0,24 0,0-24,0 24,0 0,0-24,-1 0,1 0,0 0,0 0,-24-24,24 24,-24-24,0 0,0 0,0 0,24 24,-24-24,0 0,0 0,0 0,0 0,-24 0,0 1,24-1,-24 24,0 0,0 0,1 0,-1 0,24 24,-24-24,24 23,-24-23,24 24,-24-24,24 24,-24-24,24 24,0 0</inkml:trace>
          <inkml:trace contextRef="#ctx0" brushRef="#br1" timeOffset="301616.329">-48 335,'-23'0,"46"0,1 0,0 0,0 0,0 0,0 0,-24-24,24 24,-24-24,24 24,-24-24,24 24,0 0,0 0,0 0</inkml:trace>
          <inkml:trace contextRef="#ctx0" brushRef="#br1" timeOffset="302256.479">0 335,'0'24,"0"0,0 0,24-24,-24 24,24 0,0 0,-24 0,24-24,0 24,0-24,-24 24,24-24,-24 24</inkml:trace>
        </inkml:traceGroup>
      </inkml:traceGroup>
    </inkml:traceGroup>
  </inkml:traceGroup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2:59:06.723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E4AAB976-6B26-4987-88A8-8D927F1CC86D}" emma:medium="tactile" emma:mode="ink">
          <msink:context xmlns:msink="http://schemas.microsoft.com/ink/2010/main" type="inkDrawing" rotatedBoundingBox="15453,6410 18467,3888 20774,6644 17759,9167" semanticType="enclosure" shapeName="Other">
            <msink:sourceLink direction="with" ref="{5BA8BCA1-BEA6-44C3-9B2B-0EF49F429FF3}"/>
            <msink:sourceLink direction="with" ref="{98657CA7-0E85-4BB3-9377-C50728A85C21}"/>
            <msink:destinationLink direction="from" ref="{82594461-A913-45FE-BD00-53C804CAD769}"/>
            <msink:destinationLink direction="with" ref="{B9491B95-376F-449E-9E8D-9BA23C1A7123}"/>
            <msink:destinationLink direction="with" ref="{631E3927-0278-4860-8000-DD03C2671E4D}"/>
          </msink:context>
        </emma:interpretation>
      </emma:emma>
    </inkml:annotationXML>
    <inkml:trace contextRef="#ctx0" brushRef="#br0">25 0,'0'24,"0"0,24 0,-24 0,0 0,0 24,0-24,0 24,24 0,-24 0,0 23,0-23,0 24,24-24,-24 24,0-24,0 24,0-24,24 0,-24 24,0 0,0-1,0 1,0 0,0 0,0-24,0 24,0-24,0 0,0 0,-24 0,24 0,0-1,0 25,0-24,-24 0,24 0,0 0,-24-24,24 24,0 0,-24-24,24 0,0 0,0 24,0-24,0 24,0-24,0 23,-24-23,24 0,0 0,0 0,0-48,0 0,0-48</inkml:trace>
    <inkml:trace contextRef="#ctx0" brushRef="#br0" timeOffset="1979.9934">73-24,'120'-24,"-72"24,0 0,-24 0,24 0,-1 0,25 0,-24 0,0 0,0 0,24 0,0 0,0 0,0 0,-24 0,23 0,1 0,-24 0,0 0,0 0,0 0,-24 0,0 0,24 0,-24 0,0 0,0 0,24 0,-24 0,24 0,-24 0,23 0,-23 0,24 0,-24 0,0 0,24 0,-24 0,24 0,0-24,0 24,0 0,-24 0,24-24,-24 24,24 0,119-48,-119 48,-24 0,0 0,0 0,0-24,0 24,0 0,0 0,0 0,0 0,0 0,0 0,-24-24,24 24,0 0,0 0,-24-24,24 24,0 0,0-23,0 23,-24 23,0 1,0 0,0 0,0 0,0 0,0 0,0 0,0 0,-24 0,24 24,0-24,0 0,-24 24,24-24,0 24,0 0,0-24,0 24,0 0,0-1,0-23,0 24,0-24,-24 24,24 0,0-24,0 24,0 0,0-24,0 24,0-24,0 24,0-24,0 24,0 0,0 23,0-23,-24 0,24 0,0 0,0 0,0 0,0 0,0-24,0 24,0-24,0 24,0 0,0-24,0 23,0 1,0-24,0 24,0-24,0 0,0 24,0-24,0 0,0 24,0-24,0 0,0 24,0-24,0 0,0 0,0 0,0 0,0 0,0 0,0 0,0 0,0-1,0 1,0 0,0 0,0 0,-24-24,0 0,-24 0</inkml:trace>
    <inkml:trace contextRef="#ctx0" brushRef="#br0" timeOffset="3284.2495">-71 2420,'168'0,"-120"0,-24 0,24 0,-24 0,0 0,0 0,24 0,-24 0,23 0,1 0,0 0,0 0,-24 0,24 0,0 0,-24 0,24 0,0 0,0 0,-24 0,0 0,0 0,24 0,-24 0,-1 24,1-24,0 0,24 0,-24 0,24 0,-24 0,24 0,-24 0,0 0,24 0,-24 0,24 0,-24 0,24 0,-24 0,24 0,-24 0,24 0,-1-24,1 24,0-24,-24 24,0 0,24-24,-24 24,0 0,0 0,0 0,24 0,-24 0,0 0,0 0,0 0,120-24,-121 24,25 0,-24 0,0 0,24-24,-24 24,0 0,0 0,0 0,0-23,0 23,0-24,0 24,0 0,0 0,0 0,0 0,0 0,0 0,0 0</inkml:trace>
  </inkml:traceGroup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2:59:12.332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0ED98B5B-395B-4F0C-947C-3D147E2A3B21}" emma:medium="tactile" emma:mode="ink">
          <msink:context xmlns:msink="http://schemas.microsoft.com/ink/2010/main" type="writingRegion" rotatedBoundingBox="1172,6005 3841,6257 3761,7102 1093,6850"/>
        </emma:interpretation>
      </emma:emma>
    </inkml:annotationXML>
    <inkml:traceGroup>
      <inkml:annotationXML>
        <emma:emma xmlns:emma="http://www.w3.org/2003/04/emma" version="1.0">
          <emma:interpretation id="{8015EC61-3991-4B72-A01B-2C94E9F79BD9}" emma:medium="tactile" emma:mode="ink">
            <msink:context xmlns:msink="http://schemas.microsoft.com/ink/2010/main" type="paragraph" rotatedBoundingBox="1172,6005 3841,6257 3761,7102 1093,685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A180E046-2BDB-49A3-9292-1BE8D5D892C1}" emma:medium="tactile" emma:mode="ink">
              <msink:context xmlns:msink="http://schemas.microsoft.com/ink/2010/main" type="line" rotatedBoundingBox="1172,6005 3841,6257 3761,7102 1093,6850"/>
            </emma:interpretation>
          </emma:emma>
        </inkml:annotationXML>
        <inkml:traceGroup>
          <inkml:annotationXML>
            <emma:emma xmlns:emma="http://www.w3.org/2003/04/emma" version="1.0">
              <emma:interpretation id="{7CC02511-D65C-449E-863F-8697485CB1EE}" emma:medium="tactile" emma:mode="ink">
                <msink:context xmlns:msink="http://schemas.microsoft.com/ink/2010/main" type="inkWord" rotatedBoundingBox="1172,6005 3841,6257 3761,7102 1093,6850">
                  <msink:destinationLink direction="with" ref="{EDE874D6-126C-4D7B-A657-BC9F5141FA86}"/>
                  <msink:destinationLink direction="to" ref="{939BA449-F13F-4615-8107-7436B32DB2A9}"/>
                </msink:context>
              </emma:interpretation>
              <emma:one-of disjunction-type="recognition" id="oneOf0">
                <emma:interpretation id="interp0" emma:lang="id-ID" emma:confidence="0.5">
                  <emma:literal>dikur</emma:literal>
                </emma:interpretation>
                <emma:interpretation id="interp1" emma:lang="id-ID" emma:confidence="0">
                  <emma:literal>duku</emma:literal>
                </emma:interpretation>
                <emma:interpretation id="interp2" emma:lang="id-ID" emma:confidence="0">
                  <emma:literal>dinar</emma:literal>
                </emma:interpretation>
                <emma:interpretation id="interp3" emma:lang="id-ID" emma:confidence="0">
                  <emma:literal>diar</emma:literal>
                </emma:interpretation>
                <emma:interpretation id="interp4" emma:lang="id-ID" emma:confidence="0">
                  <emma:literal>dukai</emma:literal>
                </emma:interpretation>
              </emma:one-of>
            </emma:emma>
          </inkml:annotationXML>
          <inkml:trace contextRef="#ctx0" brushRef="#br0">0 0,'24'0,"-24"24,24 0,0 0,0 0,0 0,-24 0,24 0,-24 0,24-24,-24 24,24-24,-24 24,24-24,-24 24,24-24,0 0,-24-24,0 0,23 0,-23 0,0 0,24 0,-24 0,0 0,24 0,-24 0</inkml:trace>
          <inkml:trace contextRef="#ctx0" brushRef="#br0" timeOffset="-98986.4806">-1006 312,'-48'0,"72"24,0-24,23 24,1-24,0 24,0-24,24 24,-24-24,0 0,-24 24,24-24,-24 0,0 24,0-24,-24-24,0 0,0 0,0-24,0 24,0-24,0 0,0-24,24 24,-24 0,0-24,0 25,0-1,0 0,24-24,-24 48,0-24,0 24,0 0,0 0,24 24,0 0,0 0,23 24,25-24,0 24,-24 0,24-24,0 24,-24-24,0 24,0-24,-24 0,0 0,0 0,-24 24,-24-24,24 24,-24 0,24 24,0-24,0 48,0-25,0 49,0-24,0 0,0 0,0 0,0-24,0-24,0 0,0 0,24-48,0 24,0-24,23 24,1 0,-24 0,48 0,-24 0,0 0,0 0,-24 0,0 0,0 0,0 0,-24-24,0 0,0 0,0 0,0-24,0 0,24 0,-24 0,0-24,0 24,0 0,0 1,0-1,0 24,0 0,0 0,0 0,-24 0,48 24,0 24,24-24,-24 24,0-24,24 24,0-24,-1 0,1 0,-24 0,0 0,0 0,0 0,0 0,-24 24,0 0,0 24,0-1,0 1,0 24,0 0,24 0,-24-24,0 24,0-24,0 0,0-24,0 0,0 0,24-24,-24-24,24 24,0-24,0 24,24-24,-24 24,0-24,24 24,0 0,-24-24,24 24,-24-24,-1 24,1 0,0 0,0 0,-48 0,0 24</inkml:trace>
          <inkml:trace contextRef="#ctx0" brushRef="#br0" timeOffset="1418.6192">1030 120,'0'24,"24"0,-24 0,24 24,-24-24,0 0,24 0,-24 0,0 0,24-24,-24-24,24 0,-24 0,24 24,-24-24,24 0,0 0,-24 0,24 0,-24 0,24 24,-24-24,24 24</inkml:trace>
        </inkml:traceGroup>
      </inkml:traceGroup>
    </inkml:traceGroup>
  </inkml:traceGroup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2:59:30.047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5BA8BCA1-BEA6-44C3-9B2B-0EF49F429FF3}" emma:medium="tactile" emma:mode="ink">
          <msink:context xmlns:msink="http://schemas.microsoft.com/ink/2010/main" type="writingRegion" rotatedBoundingBox="17324,5574 17408,7591 16874,7613 16790,5597">
            <msink:destinationLink direction="with" ref="{E4AAB976-6B26-4987-88A8-8D927F1CC86D}"/>
            <msink:destinationLink direction="with" ref="{19447B18-EEC4-41D2-A2FB-AC1C3684A885}"/>
          </msink:context>
        </emma:interpretation>
      </emma:emma>
    </inkml:annotationXML>
    <inkml:traceGroup>
      <inkml:annotationXML>
        <emma:emma xmlns:emma="http://www.w3.org/2003/04/emma" version="1.0">
          <emma:interpretation id="{854BCC12-A013-4669-A14E-48A25D65EE9E}" emma:medium="tactile" emma:mode="ink">
            <msink:context xmlns:msink="http://schemas.microsoft.com/ink/2010/main" type="paragraph" rotatedBoundingBox="17324,5574 17408,7591 16874,7613 16790,559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917507FA-ABD1-49CA-BC80-2A8020BE4C53}" emma:medium="tactile" emma:mode="ink">
              <msink:context xmlns:msink="http://schemas.microsoft.com/ink/2010/main" type="line" rotatedBoundingBox="17324,5574 17408,7591 16874,7613 16790,5597"/>
            </emma:interpretation>
          </emma:emma>
        </inkml:annotationXML>
        <inkml:traceGroup>
          <inkml:annotationXML>
            <emma:emma xmlns:emma="http://www.w3.org/2003/04/emma" version="1.0">
              <emma:interpretation id="{A4EE12C6-6E28-47E6-A22D-D90A17097EC8}" emma:medium="tactile" emma:mode="ink">
                <msink:context xmlns:msink="http://schemas.microsoft.com/ink/2010/main" type="inkWord" rotatedBoundingBox="17324,5574 17408,7591 16874,7613 16790,5597"/>
              </emma:interpretation>
              <emma:one-of disjunction-type="recognition" id="oneOf0">
                <emma:interpretation id="interp0" emma:lang="id-ID" emma:confidence="0.5">
                  <emma:literal>rit</emma:literal>
                </emma:interpretation>
                <emma:interpretation id="interp1" emma:lang="id-ID" emma:confidence="0">
                  <emma:literal>sit</emma:literal>
                </emma:interpretation>
                <emma:interpretation id="interp2" emma:lang="id-ID" emma:confidence="0">
                  <emma:literal>Sit</emma:literal>
                </emma:interpretation>
                <emma:interpretation id="interp3" emma:lang="id-ID" emma:confidence="0.5">
                  <emma:literal>M int</emma:literal>
                </emma:interpretation>
                <emma:interpretation id="interp4" emma:lang="id-ID" emma:confidence="0">
                  <emma:literal>-rit</emma:literal>
                </emma:interpretation>
              </emma:one-of>
            </emma:emma>
          </inkml:annotationXML>
          <inkml:trace contextRef="#ctx0" brushRef="#br0">48 0,'24'24,"-24"0,24 0,0-1,0 1,0 24,0-24,-1 24,1-24,0 24,24-24,-48 0,24 0,-24 0,24-24,-48 0,0 0,0 0,0 0,0 0,0 24,1 0,-1-24,0 24,-24 0,24 0,0 0,0-24,0 24,48 0,0-24,0 0</inkml:trace>
          <inkml:trace contextRef="#ctx0" brushRef="#br0" timeOffset="18284.682">287 910,'0'24,"0"0,0 0,0 0,0 0,24 24,-24-24,0 0,0 0,0 0,0 0,0 0</inkml:trace>
          <inkml:trace contextRef="#ctx0" brushRef="#br0" timeOffset="18873.0605">335 1054,'24'0,"0"0,0 0,-24-24,24 24,0 0,-24-24,24 24,0-24,0 0,0 24</inkml:trace>
          <inkml:trace contextRef="#ctx0" brushRef="#br0" timeOffset="19211.3168">335 1054,'0'24,"0"0,24 0,0 0,0 0,0 0,0 0,-24 0,0 0</inkml:trace>
          <inkml:trace contextRef="#ctx0" brushRef="#br0" timeOffset="12878.9535">192-647,'47'-48,"-23"48,-24-24,24 0,0 24,0 0,-24 24,24 0,-24 24,0-24,0 24,0-25,0 1,0 0,0 0,0 0,0 0,-24-24,0 24,0-24,0 0</inkml:trace>
        </inkml:traceGroup>
      </inkml:traceGroup>
    </inkml:traceGroup>
  </inkml:traceGroup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2:59:55.787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98657CA7-0E85-4BB3-9377-C50728A85C21}" emma:medium="tactile" emma:mode="ink">
          <msink:context xmlns:msink="http://schemas.microsoft.com/ink/2010/main" type="writingRegion" rotatedBoundingBox="19741,6005 18615,8015 17850,7586 18976,5576">
            <msink:destinationLink direction="with" ref="{E4AAB976-6B26-4987-88A8-8D927F1CC86D}"/>
          </msink:context>
        </emma:interpretation>
      </emma:emma>
    </inkml:annotationXML>
    <inkml:traceGroup>
      <inkml:annotationXML>
        <emma:emma xmlns:emma="http://www.w3.org/2003/04/emma" version="1.0">
          <emma:interpretation id="{2E4C9F7F-7785-4B6C-978D-2BCD3A9E872D}" emma:medium="tactile" emma:mode="ink">
            <msink:context xmlns:msink="http://schemas.microsoft.com/ink/2010/main" type="paragraph" rotatedBoundingBox="19741,6005 18615,8015 17850,7586 18976,557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5497E2C-400C-411E-80FC-A38340DA17BA}" emma:medium="tactile" emma:mode="ink">
              <msink:context xmlns:msink="http://schemas.microsoft.com/ink/2010/main" type="line" rotatedBoundingBox="19741,6005 18615,8015 17850,7586 18976,5576"/>
            </emma:interpretation>
          </emma:emma>
        </inkml:annotationXML>
        <inkml:traceGroup>
          <inkml:annotationXML>
            <emma:emma xmlns:emma="http://www.w3.org/2003/04/emma" version="1.0">
              <emma:interpretation id="{6961A2DF-4365-4F50-89F4-856CB24E6B5A}" emma:medium="tactile" emma:mode="ink">
                <msink:context xmlns:msink="http://schemas.microsoft.com/ink/2010/main" type="inkWord" rotatedBoundingBox="19228,6920 18615,8015 17856,7590 18469,6495"/>
              </emma:interpretation>
              <emma:one-of disjunction-type="recognition" id="oneOf0">
                <emma:interpretation id="interp0" emma:lang="id-ID" emma:confidence="0.5">
                  <emma:literal>urus.</emma:literal>
                </emma:interpretation>
                <emma:interpretation id="interp1" emma:lang="id-ID" emma:confidence="0">
                  <emma:literal>urus,</emma:literal>
                </emma:interpretation>
                <emma:interpretation id="interp2" emma:lang="id-ID" emma:confidence="0.5">
                  <emma:literal>u nus.</emma:literal>
                </emma:interpretation>
                <emma:interpretation id="interp3" emma:lang="id-ID" emma:confidence="0">
                  <emma:literal>utus.</emma:literal>
                </emma:interpretation>
                <emma:interpretation id="interp4" emma:lang="id-ID" emma:confidence="0">
                  <emma:literal>u u.</emma:literal>
                </emma:interpretation>
              </emma:one-of>
            </emma:emma>
          </inkml:annotationXML>
          <inkml:trace contextRef="#ctx0" brushRef="#br0">125 1415,'-24'-23,"0"23,1 0,-1 0,0 23,0 1,0 0,24 0,-24 0,24 0,0 0,0 0,0 0,0 0,24 0,0-24,0 0,0 0,0 0,-1 0,1 0,0 0,0 0</inkml:trace>
          <inkml:trace contextRef="#ctx0" brushRef="#br0" timeOffset="6794.1674">-90 1320,'-24'0,"0"0,24-24,24 24,0 0,0-24,24 24,-24 0,24 0,-25 0,1 0,24 0,-24 0,0 0,0 0,0 0,0 0,0 0,0 0</inkml:trace>
          <inkml:trace contextRef="#ctx0" brushRef="#br0" timeOffset="-1739.4313">-929 1823,'72'-96,"-72"72,24 0,0 24,0 0,0 0,0 0,-24 24,-24-24,0 24,0 0,0 0,0-24,24 24,0 0,-24 0,24 0,0 0,0 0,24-24,-24 24,24-24,0 24,0-24,0 0,0 0</inkml:trace>
          <inkml:trace contextRef="#ctx0" brushRef="#br0" timeOffset="-2257.1667">-929 1823,'0'-24,"24"48,-24 0,0 24,0-24,0 0,0 0,0 0,24 0,-24 0</inkml:trace>
          <inkml:trace contextRef="#ctx0" brushRef="#br0" timeOffset="-4731.0406">245 74,'-24'-48,"0"48,24-24,-24 24,0 0,0 0,0 0,0 24,1 0,-1 0,24 0,-24 0,24 23,0-23,0 0,0 0,0 0,24 0,0 0,-1-24,1 0,0 24,0-24,24 0,-24 0,0 0</inkml:trace>
        </inkml:traceGroup>
      </inkml:traceGroup>
    </inkml:traceGroup>
  </inkml:traceGroup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01:09.416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D3ABF8B8-69A2-481E-BC8C-35FC26704D73}" emma:medium="tactile" emma:mode="ink">
          <msink:context xmlns:msink="http://schemas.microsoft.com/ink/2010/main" type="inkDrawing" rotatedBoundingBox="3618,6898 6086,7038 6081,7127 3613,6987" shapeName="Other"/>
        </emma:interpretation>
      </emma:emma>
    </inkml:annotationXML>
    <inkml:trace contextRef="#ctx0" brushRef="#br0">48 0,'-48'0,"48"24,24 0,0-24,0 0,-1 0,1 0,0 0,0 0,0 0,0 0,0 0,0 0,0 0,0 0,0 0,0 0,0 0,0 0,0 0,0 0,0 0,0 0,0 0,24 0,-24 0,0 0,0 0,0 0,0 24,0-24,-1 0,1 0,0 0,0 0,24 0,-24 0,0 24,0-24,0 0,0 0,0 0,0 0,0 0,0 0,0 0,0 24,0-24,24 0,-24 0,0 0,0 0,0 23,0-23,0 0,-1 0,1 0,0 24,0-24,0 0,0 0,24 0,-24 0,0 0,0 0,0 0,0 0,0 0,0 0,0 0,0 0,0 0,0 0,0 0,0 0,0 0,0 0,0 0,-24-24,24 24,0 0,0 0,-1 0,1 0,0 0,0 0,0 0,0 0,0 0,0 0,0 0,0 0,0 0,0 0,0 0,0 0,0 0,0 0,0 0,0 0,0 0,0 0,-48 0,0 0,0 0</inkml:trace>
  </inkml:traceGroup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01:39.576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E4331A27-799F-4976-AA1D-E5375A2D2569}" emma:medium="tactile" emma:mode="ink">
          <msink:context xmlns:msink="http://schemas.microsoft.com/ink/2010/main" type="inkDrawing" rotatedBoundingBox="4263,10343 7233,10222 7236,10279 4266,10400" shapeName="Other">
            <msink:destinationLink direction="with" ref="{855CD3D5-0BC3-4943-8978-706435D63ECF}"/>
            <msink:destinationLink direction="with" ref="{F8D6B65A-C02A-4055-9521-7B1FB277DA75}"/>
          </msink:context>
        </emma:interpretation>
      </emma:emma>
    </inkml:annotationXML>
    <inkml:trace contextRef="#ctx0" brushRef="#br0">2971 15,'-24'0,"0"0,0 0,0 0,0 0,0 0,0 0,0 0,0 0,0 0,0 0,0 0,0 0,0 0,1 0,-25 0,24 0,0 0,0 0,0 0,0 0,0 0,0 0,0 0,0 0,0 0,0 0,0 0,0 0,0 0,0 0,-24 0,24 0,0 0,0 0,0 0,0 0,0 0,-23 0,23 0,0 0,0 0,0 0,-24 0,24 0,0 0,0 0,0 0,0 0,0 0,-24 0,24 0,0 0,0 24,0-24,0 0,0 0,0 0,0 0,0 0,0 0,0 0,1 0,-1 0,0 0,0 0,0 0,0 0,0 0,0 24,0-24,0 0,0 0,0 0,0 0,0 0,0 0,0 0,0 0,0 0,0 0,0 0,0 0,0 24,0-24,0 0,0 0,0 0,0 0,1 0,-1 0,0 0,0 0,0 0,0 24,0-24,0 0,0 0,0 0,0 0,0 0,0 0,0 0,0 0,0 0,0 0,0 0,0 0,0 0,0 0,0 0,0 0,0 0,0 0,0 0,1 0,-1 0,0 0,0 0</inkml:trace>
  </inkml:traceGroup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03:35.492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8955362E-CA5F-4483-A781-5F705064CCFD}" emma:medium="tactile" emma:mode="ink">
          <msink:context xmlns:msink="http://schemas.microsoft.com/ink/2010/main" type="inkDrawing" rotatedBoundingBox="9712,3093 14772,4575 14357,5990 9298,4508" semanticType="callout" shapeName="Other">
            <msink:sourceLink direction="with" ref="{6A9AC7D1-12A5-4DF4-977D-59C6B4E91F47}"/>
          </msink:context>
        </emma:interpretation>
      </emma:emma>
    </inkml:annotationXML>
    <inkml:trace contextRef="#ctx0" brushRef="#br0">0 0,'216'0,"-168"24,-24-24,0 0,0 24,0-24,24 0,-24 24,24-24,-24 0,24 0,0 0,-1 0,1 0,0 0,0 24,0-24,-24 0,24 0,-24 0,24 0,0 0,0 24,0-24,0 0,24 0,-25 24,1-24,0 0,0 0,0 0,-24 0,24 0,0 0,-24 0,24 0,0 0,0 0,0 0,-24 0,23 0,1 0,0 0,0 0,-24 0,24 0,0 0,0 0,0 0,0 0,-24 0,24 0,0 0,0 0,-24 24,23-24,1 0,-24 0,0 24,24-24,-24 0,0 0,0 0,0 0,0 0,24 24,-24-24,0 0,0 0,0 0,0 24,0-24,24 0,-24 0,24 0,-24 0,23 0,1 0,0 0,0 0,0 0,0 0,0 0,0 0,-24 0,24 0,-24 0,0 24,24-24,-24 0,0 0,0 0,23 0,-23 0,0 0,24 0,-24 0,0 0,24 0,-24 0,0 0,0 0,0 0,0 0,0 0,0 0,0 0,0 24,0-24,24 0,-24 24,0-24,0 0,0 0,0 0,-1 0,1 0,0 0,0 0,0 24,0-24,0 0,0 0,0 24,0-24,0 24,0-24,0 0,-24 24,24-24,-24 24,24 0,-24-1,24 1,-24 0,24 0,-24 0,0 0,24 0,-24 0,0 0,24 0,-24 0,0 0,24 0,-24 0,24 24,-24-24,0 0,24 0,-24 0,0 0,24 0,-24 0,0 0,0 0,24 0,-24 0,0-1,0 1,0 0,0 0,0 0,0 0,0 0,0 0,0 0,0 0,0 0,0 0,0 0,0 0,24 0,-24 0,0 0,0 0,0 0,0 0,0 0,0 0,0 0,-24 0,24 0,0 0,-24-24,24 23,-24-23,0 0,24 24,-24-24,0 24,0-24,0 24,0-24,0 0,0 0,0 0,0 0,0 0,0 0,0 0,0 24,0-24,0 0,0 0,0 0</inkml:trace>
  </inkml:traceGroup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2:59:00.894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026FD1F9-A5F2-4B40-B39B-D42E00FAFF59}" emma:medium="tactile" emma:mode="ink">
          <msink:context xmlns:msink="http://schemas.microsoft.com/ink/2010/main" type="writingRegion" rotatedBoundingBox="11645,5774 12028,5774 12028,7739 11645,7739">
            <msink:destinationLink direction="with" ref="{94C26B8F-7D38-4FA8-8FB9-4EEA8EED9F87}"/>
            <msink:destinationLink direction="with" ref="{958DEA85-23F9-419C-B31B-95E8DBF04D46}"/>
          </msink:context>
        </emma:interpretation>
      </emma:emma>
    </inkml:annotationXML>
    <inkml:traceGroup>
      <inkml:annotationXML>
        <emma:emma xmlns:emma="http://www.w3.org/2003/04/emma" version="1.0">
          <emma:interpretation id="{C9D6664A-1A09-46F0-BB64-5E5857E6BFEB}" emma:medium="tactile" emma:mode="ink">
            <msink:context xmlns:msink="http://schemas.microsoft.com/ink/2010/main" type="paragraph" rotatedBoundingBox="11645,5774 12028,5774 12028,7739 11645,773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16AE31AF-27C1-4AD2-9D08-C552BF0E547E}" emma:medium="tactile" emma:mode="ink">
              <msink:context xmlns:msink="http://schemas.microsoft.com/ink/2010/main" type="line" rotatedBoundingBox="11645,5774 12028,5774 12028,7739 11645,7739"/>
            </emma:interpretation>
          </emma:emma>
        </inkml:annotationXML>
        <inkml:traceGroup>
          <inkml:annotationXML>
            <emma:emma xmlns:emma="http://www.w3.org/2003/04/emma" version="1.0">
              <emma:interpretation id="{CCC3489B-F6A5-431C-AA91-858B351BF6F6}" emma:medium="tactile" emma:mode="ink">
                <msink:context xmlns:msink="http://schemas.microsoft.com/ink/2010/main" type="inkWord" rotatedBoundingBox="11645,5774 12028,5774 12028,7739 11645,7739">
                  <msink:destinationLink direction="with" ref="{4DB3642F-DF3D-47FD-A63B-EA22E190E8AD}"/>
                  <msink:destinationLink direction="with" ref="{F8D6B65A-C02A-4055-9521-7B1FB277DA75}"/>
                </msink:context>
              </emma:interpretation>
              <emma:one-of disjunction-type="recognition" id="oneOf0">
                <emma:interpretation id="interp0" emma:lang="id-ID" emma:confidence="0.5">
                  <emma:literal>Pet</emma:literal>
                </emma:interpretation>
                <emma:interpretation id="interp1" emma:lang="id-ID" emma:confidence="0">
                  <emma:literal>"f</emma:literal>
                </emma:interpretation>
                <emma:interpretation id="interp2" emma:lang="id-ID" emma:confidence="0">
                  <emma:literal>PA.</emma:literal>
                </emma:interpretation>
                <emma:interpretation id="interp3" emma:lang="id-ID" emma:confidence="0">
                  <emma:literal>"1:</emma:literal>
                </emma:interpretation>
                <emma:interpretation id="interp4" emma:lang="id-ID" emma:confidence="0">
                  <emma:literal>'1:</emma:literal>
                </emma:interpretation>
              </emma:one-of>
            </emma:emma>
          </inkml:annotationXML>
          <inkml:trace contextRef="#ctx0" brushRef="#br0">512 1845,'0'24,"0"0,0 24,0-24,0 24,0 0,0 0,0-24,0 0,0 0,0 0</inkml:trace>
          <inkml:trace contextRef="#ctx0" brushRef="#br0" timeOffset="892.4007">512 2061,'48'96,"-24"-72,-24 0,24-24,-24 23,24 1,-1-24,1 24,0-24</inkml:trace>
          <inkml:trace contextRef="#ctx0" brushRef="#br0" timeOffset="488.4695">512 2061,'0'24,"24"-24,0 0,24 0,-24 0,-1 0,1 0,0 0</inkml:trace>
          <inkml:trace contextRef="#ctx0" brushRef="#br0" timeOffset="-8497.7387">320 311,'24'0,"24"0,-24 24,0-24,0 0,24 0,-24 0,0 0,0 0,-24-24,24 24,-24 24,0 0,24 0,-24 0,0 0,23 24,-23-24,0 24,0 0,0-24,0 0,-23 0,-1 0,0 0,0-24,0 0,0 24,0-24,0 0</inkml:trace>
        </inkml:traceGroup>
      </inkml:traceGroup>
    </inkml:traceGroup>
  </inkml:traceGroup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2:54:38.210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257E315A-FDB7-4291-A700-3753ADC44431}" emma:medium="tactile" emma:mode="ink">
          <msink:context xmlns:msink="http://schemas.microsoft.com/ink/2010/main" type="writingRegion" rotatedBoundingBox="5439,551 14750,262 14804,1990 5492,2278"/>
        </emma:interpretation>
      </emma:emma>
    </inkml:annotationXML>
    <inkml:traceGroup>
      <inkml:annotationXML>
        <emma:emma xmlns:emma="http://www.w3.org/2003/04/emma" version="1.0">
          <emma:interpretation id="{CCE48CEA-77BE-46AE-A7D3-07C56D6B43E7}" emma:medium="tactile" emma:mode="ink">
            <msink:context xmlns:msink="http://schemas.microsoft.com/ink/2010/main" type="paragraph" rotatedBoundingBox="5439,551 13151,306 13166,768 5453,101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2A761E0-FC20-4C2F-943E-94D91B8F6068}" emma:medium="tactile" emma:mode="ink">
              <msink:context xmlns:msink="http://schemas.microsoft.com/ink/2010/main" type="line" rotatedBoundingBox="5439,551 13151,306 13166,768 5453,1012"/>
            </emma:interpretation>
          </emma:emma>
        </inkml:annotationXML>
        <inkml:traceGroup>
          <inkml:annotationXML>
            <emma:emma xmlns:emma="http://www.w3.org/2003/04/emma" version="1.0">
              <emma:interpretation id="{D2945975-1511-4A64-B9B7-A84DBE471397}" emma:medium="tactile" emma:mode="ink">
                <msink:context xmlns:msink="http://schemas.microsoft.com/ink/2010/main" type="inkWord" rotatedBoundingBox="5439,551 7968,470 7983,932 5453,1012"/>
              </emma:interpretation>
              <emma:one-of disjunction-type="recognition" id="oneOf0">
                <emma:interpretation id="interp0" emma:lang="id-ID" emma:confidence="0.5">
                  <emma:literal>35:2</emma:literal>
                </emma:interpretation>
                <emma:interpretation id="interp1" emma:lang="id-ID" emma:confidence="0">
                  <emma:literal>352-2</emma:literal>
                </emma:interpretation>
                <emma:interpretation id="interp2" emma:lang="id-ID" emma:confidence="0.5">
                  <emma:literal>3 LC</emma:literal>
                </emma:interpretation>
                <emma:interpretation id="interp3" emma:lang="id-ID" emma:confidence="0">
                  <emma:literal>35-2-2</emma:literal>
                </emma:interpretation>
                <emma:interpretation id="interp4" emma:lang="id-ID" emma:confidence="0">
                  <emma:literal>35-2:2</emma:literal>
                </emma:interpretation>
              </emma:one-of>
            </emma:emma>
          </inkml:annotationXML>
          <inkml:trace contextRef="#ctx0" brushRef="#br0">6278-119,'-23'0,"46"0,1 0,0 0,24 0,-24 24,0-24,0 0,0 0,0 0</inkml:trace>
          <inkml:trace contextRef="#ctx0" brushRef="#br0" timeOffset="215.8282">6302 96,'144'0,"-120"24,0-24</inkml:trace>
          <inkml:trace contextRef="#ctx0" brushRef="#br0" timeOffset="-1320.1603">4817-167,'48'0,"-24"0,24 0,-24 24,0-24,-1 0,1 0,0 0,-24 24,0 0,24 24,-24-25,24 25,0 0,-24-24,0 0,0 0,0 0,0 0,0 0,-24 0,0 0,0-24,0 24,0-24,1 0,-1 0</inkml:trace>
          <inkml:trace contextRef="#ctx0" brushRef="#br0" timeOffset="-525.2987">5320-119,'0'143,"0"-119,0 0,0 0,24 0,-24 0,24-24,0-24,0 24,0 0,0-24,0 24,0 0,0 0,0 0,-24 24,24 0,-24 0,0 0,0 0,-24-24,0 24,0-24,0 0,-48 24,48-24,0 0,0 0,24-24,24 24,0-24</inkml:trace>
          <inkml:trace contextRef="#ctx0" brushRef="#br0" timeOffset="8290.1427">7309-119,'-72'-48,"48"48,0 0,0 24,0 0,24 0,-24 0,24 0,0-1,0 1,0 0,0 0,24-24,0 24,0 0,24-24,-24 0,24 0,-24 0,0-24</inkml:trace>
        </inkml:traceGroup>
        <inkml:traceGroup>
          <inkml:annotationXML>
            <emma:emma xmlns:emma="http://www.w3.org/2003/04/emma" version="1.0">
              <emma:interpretation id="{29C35CAF-886F-4768-94AA-183775E04B15}" emma:medium="tactile" emma:mode="ink">
                <msink:context xmlns:msink="http://schemas.microsoft.com/ink/2010/main" type="inkWord" rotatedBoundingBox="10614,431 11466,404 11477,763 10625,790"/>
              </emma:interpretation>
              <emma:one-of disjunction-type="recognition" id="oneOf1">
                <emma:interpretation id="interp5" emma:lang="id-ID" emma:confidence="0.5">
                  <emma:literal>32</emma:literal>
                </emma:interpretation>
                <emma:interpretation id="interp6" emma:lang="id-ID" emma:confidence="0">
                  <emma:literal>3,</emma:literal>
                </emma:interpretation>
                <emma:interpretation id="interp7" emma:lang="id-ID" emma:confidence="0">
                  <emma:literal>3.</emma:literal>
                </emma:interpretation>
                <emma:interpretation id="interp8" emma:lang="id-ID" emma:confidence="0">
                  <emma:literal>1,</emma:literal>
                </emma:interpretation>
                <emma:interpretation id="interp9" emma:lang="id-ID" emma:confidence="0">
                  <emma:literal>TC</emma:literal>
                </emma:interpretation>
              </emma:one-of>
            </emma:emma>
          </inkml:annotationXML>
          <inkml:trace contextRef="#ctx0" brushRef="#br0" timeOffset="20210.8058">9993-263,'0'-24,"24"24,24 0,-25 0,25 0,0 0,-24 0,24 0,-24 0,0 0,-24 24,0 0,0 0,0 24,0-24,0 24,0-24,0 23,0-23,0 0,-24-24,-24 24,24-24,0 0,-24 0,24 0,0 0</inkml:trace>
          <inkml:trace contextRef="#ctx0" brushRef="#br0" timeOffset="20939.2676">10735-143,'-71'-24,"47"48,24 0,0 0,0 24,0-25,0 1,0 0,0 0,24-24,0 0,23 0,-23 0,0 0,24-24,-24 24</inkml:trace>
        </inkml:traceGroup>
        <inkml:traceGroup>
          <inkml:annotationXML>
            <emma:emma xmlns:emma="http://www.w3.org/2003/04/emma" version="1.0">
              <emma:interpretation id="{9EB6DB5F-106A-42D6-8856-30CE3AE70DF0}" emma:medium="tactile" emma:mode="ink">
                <msink:context xmlns:msink="http://schemas.microsoft.com/ink/2010/main" type="inkWord" rotatedBoundingBox="12196,455 12427,447 12436,718 12204,725"/>
              </emma:interpretation>
              <emma:one-of disjunction-type="recognition" id="oneOf2">
                <emma:interpretation id="interp10" emma:lang="id-ID" emma:confidence="0.5">
                  <emma:literal>=</emma:literal>
                </emma:interpretation>
                <emma:interpretation id="interp11" emma:lang="id-ID" emma:confidence="0">
                  <emma:literal>[</emma:literal>
                </emma:interpretation>
                <emma:interpretation id="interp12" emma:lang="id-ID" emma:confidence="0">
                  <emma:literal>I</emma:literal>
                </emma:interpretation>
                <emma:interpretation id="interp13" emma:lang="id-ID" emma:confidence="0">
                  <emma:literal>:</emma:literal>
                </emma:interpretation>
                <emma:interpretation id="interp14" emma:lang="id-ID" emma:confidence="0">
                  <emma:literal>C</emma:literal>
                </emma:interpretation>
              </emma:one-of>
            </emma:emma>
          </inkml:annotationXML>
          <inkml:trace contextRef="#ctx0" brushRef="#br0" timeOffset="23715.1271">11574-263,'24'0,"0"0,0 0,72 24,-96 0</inkml:trace>
          <inkml:trace contextRef="#ctx0" brushRef="#br0" timeOffset="23976.3984">11598-47,'0'23,"24"-23,0 0,24 0,-24 24,0-24,0 0,0 0,0 0</inkml:trace>
        </inkml:traceGroup>
        <inkml:traceGroup>
          <inkml:annotationXML>
            <emma:emma xmlns:emma="http://www.w3.org/2003/04/emma" version="1.0">
              <emma:interpretation id="{CB2BA442-FE2F-4789-9C1E-9D3914FC2BE0}" emma:medium="tactile" emma:mode="ink">
                <msink:context xmlns:msink="http://schemas.microsoft.com/ink/2010/main" type="inkWord" rotatedBoundingBox="13119,383 13154,382 13165,740 13130,742"/>
              </emma:interpretation>
              <emma:one-of disjunction-type="recognition" id="oneOf3">
                <emma:interpretation id="interp15" emma:lang="id-ID" emma:confidence="0.5">
                  <emma:literal>1</emma:literal>
                </emma:interpretation>
                <emma:interpretation id="interp16" emma:lang="id-ID" emma:confidence="0">
                  <emma:literal>I</emma:literal>
                </emma:interpretation>
                <emma:interpretation id="interp17" emma:lang="id-ID" emma:confidence="0">
                  <emma:literal>l</emma:literal>
                </emma:interpretation>
                <emma:interpretation id="interp18" emma:lang="id-ID" emma:confidence="0">
                  <emma:literal>|</emma:literal>
                </emma:interpretation>
                <emma:interpretation id="interp19" emma:lang="id-ID" emma:confidence="0">
                  <emma:literal>'</emma:literal>
                </emma:interpretation>
              </emma:one-of>
            </emma:emma>
          </inkml:annotationXML>
          <inkml:trace contextRef="#ctx0" brushRef="#br0" timeOffset="25355.0068">12533-311,'-24'-24,"24"48,0 0,0 24,0 0,0 0,0 0,0 0,0-25,0 1,0 0</inkml:trace>
        </inkml:traceGroup>
      </inkml:traceGroup>
    </inkml:traceGroup>
    <inkml:traceGroup>
      <inkml:annotationXML>
        <emma:emma xmlns:emma="http://www.w3.org/2003/04/emma" version="1.0">
          <emma:interpretation id="{CA6E63E9-809F-4CF8-B0B7-199502025F03}" emma:medium="tactile" emma:mode="ink">
            <msink:context xmlns:msink="http://schemas.microsoft.com/ink/2010/main" type="paragraph" rotatedBoundingBox="5513,1472 14779,1186 14804,1990 5538,227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0BB3E316-2907-45D8-9836-916AAB0A4692}" emma:medium="tactile" emma:mode="ink">
              <msink:context xmlns:msink="http://schemas.microsoft.com/ink/2010/main" type="line" rotatedBoundingBox="5513,1472 14779,1186 14804,1990 5538,2276"/>
            </emma:interpretation>
          </emma:emma>
        </inkml:annotationXML>
        <inkml:traceGroup>
          <inkml:annotationXML>
            <emma:emma xmlns:emma="http://www.w3.org/2003/04/emma" version="1.0">
              <emma:interpretation id="{E07FB830-8CC4-42F0-BA7A-C57BEA919380}" emma:medium="tactile" emma:mode="ink">
                <msink:context xmlns:msink="http://schemas.microsoft.com/ink/2010/main" type="inkWord" rotatedBoundingBox="5518,1629 6432,1601 6449,2151 5535,2179"/>
              </emma:interpretation>
              <emma:one-of disjunction-type="recognition" id="oneOf4">
                <emma:interpretation id="interp20" emma:lang="id-ID" emma:confidence="0.5">
                  <emma:literal>kb</emma:literal>
                </emma:interpretation>
                <emma:interpretation id="interp21" emma:lang="id-ID" emma:confidence="0">
                  <emma:literal>Kb</emma:literal>
                </emma:interpretation>
                <emma:interpretation id="interp22" emma:lang="id-ID" emma:confidence="0">
                  <emma:literal>Tib</emma:literal>
                </emma:interpretation>
                <emma:interpretation id="interp23" emma:lang="id-ID" emma:confidence="0">
                  <emma:literal>tib</emma:literal>
                </emma:interpretation>
                <emma:interpretation id="interp24" emma:lang="id-ID" emma:confidence="0">
                  <emma:literal>Feb</emma:literal>
                </emma:interpretation>
              </emma:one-of>
            </emma:emma>
          </inkml:annotationXML>
          <inkml:trace contextRef="#ctx0" brushRef="#br0" timeOffset="9883.566">4937 911,'-24'0,"24"24,0 0,0 24,0-24,0 48,0-24,0 0,0 23,0-47,0 24,0-24,0 0,0 0,0 0</inkml:trace>
          <inkml:trace contextRef="#ctx0" brushRef="#br0" timeOffset="10200.0482">5008 1127,'24'-24,"0"24,0 0,0 0,0-24,0 24</inkml:trace>
          <inkml:trace contextRef="#ctx0" brushRef="#br0" timeOffset="10461.6738">5008 1127,'-47'96,"47"-73,24-23,-1 24,1 0,0 0,0 0,0 0,0-24,0 24,0-24,-24 24,24-24</inkml:trace>
          <inkml:trace contextRef="#ctx0" brushRef="#br0" timeOffset="11160.6046">5488 1055,'0'191,"0"-167,0 0,24-24,0 0,0-24,0 24,-24-24,24 24,-1 0,1-23,24 23,-24 0,0 0,0 23,0 1,0 0,-24 0,0 0,0 0,0 0,-24-24,0 24,0-24,-24 0,24 24,-24-24,25 0,-1 0,0 0,48-24,0 24,-1-24,1 0</inkml:trace>
        </inkml:traceGroup>
        <inkml:traceGroup>
          <inkml:annotationXML>
            <emma:emma xmlns:emma="http://www.w3.org/2003/04/emma" version="1.0">
              <emma:interpretation id="{95B16403-CF67-4A61-BC40-F1694A153E11}" emma:medium="tactile" emma:mode="ink">
                <msink:context xmlns:msink="http://schemas.microsoft.com/ink/2010/main" type="inkWord" rotatedBoundingBox="7123,1463 8705,1414 8722,1958 7140,2007"/>
              </emma:interpretation>
              <emma:one-of disjunction-type="recognition" id="oneOf5">
                <emma:interpretation id="interp25" emma:lang="id-ID" emma:confidence="0.5">
                  <emma:literal>Eat</emma:literal>
                </emma:interpretation>
                <emma:interpretation id="interp26" emma:lang="id-ID" emma:confidence="0">
                  <emma:literal>Eric</emma:literal>
                </emma:interpretation>
                <emma:interpretation id="interp27" emma:lang="id-ID" emma:confidence="0.5">
                  <emma:literal>E 5</emma:literal>
                </emma:interpretation>
                <emma:interpretation id="interp28" emma:lang="id-ID" emma:confidence="0">
                  <emma:literal>E t</emma:literal>
                </emma:interpretation>
                <emma:interpretation id="interp29" emma:lang="id-ID" emma:confidence="0">
                  <emma:literal>E K</emma:literal>
                </emma:interpretation>
              </emma:one-of>
            </emma:emma>
          </inkml:annotationXML>
          <inkml:trace contextRef="#ctx0" brushRef="#br0" timeOffset="13508.8181">6518 1270,'144'0,"-120"0,0 0,24 0,-24 0,0 0</inkml:trace>
          <inkml:trace contextRef="#ctx0" brushRef="#br0" timeOffset="13147.7974">6518 1055,'24'0,"0"0,0 0,0 0,0 0,0 0,0 0,0 0,-24 24,24-24</inkml:trace>
          <inkml:trace contextRef="#ctx0" brushRef="#br0" timeOffset="11893.168">6518 1055,'96'215,"-72"-215,24 0,-24 0,24 0,-24-24,24 24</inkml:trace>
          <inkml:trace contextRef="#ctx0" brushRef="#br0" timeOffset="11723.2031">6518 1055,'24'0,"0"0,24 0,-24 0,0 0,0 0</inkml:trace>
          <inkml:trace contextRef="#ctx0" brushRef="#br0" timeOffset="14925.7709">7548 959,'-95'0,"71"0,0 0,24 24,-24-24,24 24,0 0,-24 0,24 0,0 0,0 0,0 0,24-24,-24 24,24-24,0 24,0-24,0 0,-24-24,24 0,-24 0,0 0,0 0,0 0,24 24,-1 24,-23 0,0 0,24-24,-24 24,0 0,24-24,0 0</inkml:trace>
          <inkml:trace contextRef="#ctx0" brushRef="#br0" timeOffset="15981.864">7357 743,'0'-24,"24"24,24 0,-24 0,0 0,24 0,-25 24,1-24,0 0,0 0,0 0</inkml:trace>
          <inkml:trace contextRef="#ctx0" brushRef="#br0" timeOffset="16859.4849">8004 887,'-96'0,"72"0,0 24,0 0,0 0,24 0,-24 0,24 0,0 0,0 0,0 0,0 0,0 0,0 0,24-24,0 24,0 0,24-24,-24 0,24 0,72 0</inkml:trace>
        </inkml:traceGroup>
        <inkml:traceGroup>
          <inkml:annotationXML>
            <emma:emma xmlns:emma="http://www.w3.org/2003/04/emma" version="1.0">
              <emma:interpretation id="{3D143B9B-D158-4D39-876B-8281708AAC7F}" emma:medium="tactile" emma:mode="ink">
                <msink:context xmlns:msink="http://schemas.microsoft.com/ink/2010/main" type="inkWord" rotatedBoundingBox="10623,1314 14779,1186 14804,1990 10648,2118"/>
              </emma:interpretation>
              <emma:one-of disjunction-type="recognition" id="oneOf6">
                <emma:interpretation id="interp30" emma:lang="id-ID" emma:confidence="0.5">
                  <emma:literal>Pelebaya</emma:literal>
                </emma:interpretation>
                <emma:interpretation id="interp31" emma:lang="id-ID" emma:confidence="0">
                  <emma:literal>Ele-baya</emma:literal>
                </emma:interpretation>
                <emma:interpretation id="interp32" emma:lang="id-ID" emma:confidence="0">
                  <emma:literal>Ece-iba</emma:literal>
                </emma:interpretation>
                <emma:interpretation id="interp33" emma:lang="id-ID" emma:confidence="0">
                  <emma:literal>Ele-iba</emma:literal>
                </emma:interpretation>
                <emma:interpretation id="interp34" emma:lang="id-ID" emma:confidence="0">
                  <emma:literal>Peace-iba</emma:literal>
                </emma:interpretation>
              </emma:one-of>
            </emma:emma>
          </inkml:annotationXML>
          <inkml:trace contextRef="#ctx0" brushRef="#br0" timeOffset="21690.0053">10017 839,'0'120,"0"-72,0 0,0 0,24 0,-24-24,0 24,0-25,0 1,24-24,-1-24</inkml:trace>
          <inkml:trace contextRef="#ctx0" brushRef="#br0" timeOffset="22033.3307">10065 1007,'47'0,"-23"0,0 0,24-24,-24 24,0 0,0 0,-24-24,24 24</inkml:trace>
          <inkml:trace contextRef="#ctx0" brushRef="#br0" timeOffset="22372.4051">10088 1079,'120'96,"-96"-72,0 0,24-1,-24 1,0 0</inkml:trace>
          <inkml:trace contextRef="#ctx0" brushRef="#br0" timeOffset="22950.7163">10831 911,'-48'0,"48"24,-24 0,24 0,0 0,-24 0,24 0,0 0,0 0,0 0,0 0,48 0,-24-24,0 0,24 0,-24 0,24 0,-24-24,0 0</inkml:trace>
          <inkml:trace contextRef="#ctx0" brushRef="#br0" timeOffset="26248.3501">11646 1007,'168'0,"-144"0,0 0,0 0,0 0</inkml:trace>
          <inkml:trace contextRef="#ctx0" brushRef="#br0" timeOffset="26495.8422">11694 1223,'144'71,"-120"-71</inkml:trace>
          <inkml:trace contextRef="#ctx0" brushRef="#br0" timeOffset="57515.3142">12485 671,'-24'-24,"24"48,0 24,0 24,24 0,-24 0,0 0,0 0,0-24,0-24,0 0,0 0,0-48,0 0,24 24,-24-24,48 24,-24 0,0 0,23 0,-23 0,0 24,0 0,0 0,-24 0,0-1,0 1,-24 0,0 0,0-24,-24 0,25 0,-25 0,0 0,24 0,0-24,24 0,-24 24,48 0,0-24</inkml:trace>
          <inkml:trace contextRef="#ctx0" brushRef="#br0" timeOffset="58782.2243">12221 552,'0'-24,"48"24,0 0,0 0,0 0,-24 0,24 0,0 0,0 0,-24 0,-1 0,1 0,0 0,0 0,-24 24,0 24,0-25</inkml:trace>
          <inkml:trace contextRef="#ctx0" brushRef="#br0" timeOffset="59414.2629">13108 983,'96'0,"-49"0,1 0,0 0,0 0,-24 0,0 0,0 24,0-24</inkml:trace>
          <inkml:trace contextRef="#ctx0" brushRef="#br0" timeOffset="59775.4323">13347 767,'0'120,"0"-96,0 0,0 24,0-24,0 0,0 0,0 24,0-24,-24 0,24 0,0 0</inkml:trace>
          <inkml:trace contextRef="#ctx0" brushRef="#br0" timeOffset="61426.3851">13731 576,'167'0,"-119"0,0 0,0 24,-24-24,24 0,-24 0,-24 23,24-23,-24 24,0 0</inkml:trace>
          <inkml:trace contextRef="#ctx0" brushRef="#br0" timeOffset="60958.072">13994 887,'-72'0,"48"0,1 0,-1 0,0 48,24-24,-24 0,24 24,0-24,0 24,0-24,24 0,0-24,0 0,-1 0,25 0,-24 0,0-48,-24 24,24 0,-24 0,0 0,0 0,24 24,-24 24,0 0,24 0,-24 0,24-24,-24 24,24-24</inkml:trace>
        </inkml:traceGroup>
      </inkml:traceGroup>
    </inkml:traceGroup>
  </inkml:traceGroup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2:54:21.535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5B0A2E74-5FC5-43A1-BFA2-17DF7DAFAF8D}" emma:medium="tactile" emma:mode="ink">
          <msink:context xmlns:msink="http://schemas.microsoft.com/ink/2010/main" type="writingRegion" rotatedBoundingBox="626,547 3267,614 3225,2259 584,2192"/>
        </emma:interpretation>
      </emma:emma>
    </inkml:annotationXML>
    <inkml:traceGroup>
      <inkml:annotationXML>
        <emma:emma xmlns:emma="http://www.w3.org/2003/04/emma" version="1.0">
          <emma:interpretation id="{A6A4E42C-EE54-4E7A-BA89-6F73D787FEF2}" emma:medium="tactile" emma:mode="ink">
            <msink:context xmlns:msink="http://schemas.microsoft.com/ink/2010/main" type="paragraph" rotatedBoundingBox="626,547 3222,613 3207,1214 611,114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72AB619C-45E1-4D2A-8D3E-F4137B0E1C2B}" emma:medium="tactile" emma:mode="ink">
              <msink:context xmlns:msink="http://schemas.microsoft.com/ink/2010/main" type="line" rotatedBoundingBox="626,547 3222,613 3207,1214 611,1148"/>
            </emma:interpretation>
          </emma:emma>
        </inkml:annotationXML>
        <inkml:traceGroup>
          <inkml:annotationXML>
            <emma:emma xmlns:emma="http://www.w3.org/2003/04/emma" version="1.0">
              <emma:interpretation id="{0ADBD0A4-3EEA-494A-B4C5-534F12F61BB2}" emma:medium="tactile" emma:mode="ink">
                <msink:context xmlns:msink="http://schemas.microsoft.com/ink/2010/main" type="inkWord" rotatedBoundingBox="620,718 2021,658 2039,1096 639,1156"/>
              </emma:interpretation>
              <emma:one-of disjunction-type="recognition" id="oneOf0">
                <emma:interpretation id="interp0" emma:lang="id-ID" emma:confidence="0.5">
                  <emma:literal>Ja:</emma:literal>
                </emma:interpretation>
                <emma:interpretation id="interp1" emma:lang="id-ID" emma:confidence="0">
                  <emma:literal>Jas</emma:literal>
                </emma:interpretation>
                <emma:interpretation id="interp2" emma:lang="id-ID" emma:confidence="0">
                  <emma:literal>Jatu</emma:literal>
                </emma:interpretation>
                <emma:interpretation id="interp3" emma:lang="id-ID" emma:confidence="0">
                  <emma:literal>jas</emma:literal>
                </emma:interpretation>
                <emma:interpretation id="interp4" emma:lang="id-ID" emma:confidence="0">
                  <emma:literal>jasa</emma:literal>
                </emma:interpretation>
              </emma:one-of>
            </emma:emma>
          </inkml:annotationXML>
          <inkml:trace contextRef="#ctx0" brushRef="#br0">1103 96,'-24'-24,"48"24,24 0,-24 0,-1 0,25 0,-24 0,0 0,0 0,0 0</inkml:trace>
          <inkml:trace contextRef="#ctx0" brushRef="#br0" timeOffset="437.7686">1151 288,'119'0,"-95"0,24 0,-24 0,0 0,0 0</inkml:trace>
          <inkml:trace contextRef="#ctx0" brushRef="#br0" timeOffset="-6313.034">0 0,'0'24,"24"-24,0 0,24 24,-24-24,0 0,0 0,0 0,0 0,-24 24,0 0,24 0,-24 0,0 24,0-24,0 0,0 24,0-24,0 0,-24 0,24 0,-24 0,0 0,0-24,0 0,0 0,0 0,0 0</inkml:trace>
          <inkml:trace contextRef="#ctx0" brushRef="#br0" timeOffset="-5137.5541">575 192,'-47'0,"23"0,0 0,0 0,0 0,0 24,24 0,0 0,-24-24,24 24,0 0,0 0,24 0,0-24,0 0,0 0,0 0,0 0,-1-24,1 0,-24 0,24 24,-24-24,24 48,-24 0,24 0,0-24,-24 24,24-24,0 0</inkml:trace>
        </inkml:traceGroup>
        <inkml:traceGroup>
          <inkml:annotationXML>
            <emma:emma xmlns:emma="http://www.w3.org/2003/04/emma" version="1.0">
              <emma:interpretation id="{65E91EFF-1DB9-42E1-B713-C0D4ECCA43E0}" emma:medium="tactile" emma:mode="ink">
                <msink:context xmlns:msink="http://schemas.microsoft.com/ink/2010/main" type="inkWord" rotatedBoundingBox="2659,599 3222,613 3209,1140 2645,1125"/>
              </emma:interpretation>
              <emma:one-of disjunction-type="recognition" id="oneOf1">
                <emma:interpretation id="interp5" emma:lang="id-ID" emma:confidence="0.5">
                  <emma:literal>be</emma:literal>
                </emma:interpretation>
                <emma:interpretation id="interp6" emma:lang="id-ID" emma:confidence="0">
                  <emma:literal>bc</emma:literal>
                </emma:interpretation>
                <emma:interpretation id="interp7" emma:lang="id-ID" emma:confidence="0">
                  <emma:literal>bel</emma:literal>
                </emma:interpretation>
                <emma:interpretation id="interp8" emma:lang="id-ID" emma:confidence="0">
                  <emma:literal>bur</emma:literal>
                </emma:interpretation>
                <emma:interpretation id="interp9" emma:lang="id-ID" emma:confidence="0">
                  <emma:literal>b'</emma:literal>
                </emma:interpretation>
              </emma:one-of>
            </emma:emma>
          </inkml:annotationXML>
          <inkml:trace contextRef="#ctx0" brushRef="#br0" timeOffset="6526.0526">2037-119,'0'191,"0"-143,0 0,0 0,0-24,0 24,0-24,0-48,0 0,24 24,-24-24,24 24,0 0,0 0,0 0,0 0,-24 24,0 0,0 0,0 0,-24 0,0-24,0 24,24 0,-24-24,0 0,0 0,24-24</inkml:trace>
          <inkml:trace contextRef="#ctx0" brushRef="#br0" timeOffset="7149.6945">2492 192,'-47'-24,"23"24,0 24,24 0,0 0,0 0,0 0,0 24,0-24,24 0,0 0,23-24,-23 0,0 0,0 0,0-24,-24 0</inkml:trace>
        </inkml:traceGroup>
      </inkml:traceGroup>
    </inkml:traceGroup>
    <inkml:traceGroup>
      <inkml:annotationXML>
        <emma:emma xmlns:emma="http://www.w3.org/2003/04/emma" version="1.0">
          <emma:interpretation id="{718B8B5A-71A3-453E-AE72-13EDEBE066CE}" emma:medium="tactile" emma:mode="ink">
            <msink:context xmlns:msink="http://schemas.microsoft.com/ink/2010/main" type="paragraph" rotatedBoundingBox="729,1729 3215,1525 3258,2044 771,224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5A2E538C-6AFB-42F4-8A65-7862CE4DDB05}" emma:medium="tactile" emma:mode="ink">
              <msink:context xmlns:msink="http://schemas.microsoft.com/ink/2010/main" type="inkBullet" rotatedBoundingBox="729,1729 1578,1660 1620,2178 771,2248"/>
            </emma:interpretation>
            <emma:one-of disjunction-type="recognition" id="oneOf2">
              <emma:interpretation id="interp10" emma:lang="id-ID" emma:confidence="0">
                <emma:literal>↳</emma:literal>
              </emma:interpretation>
            </emma:one-of>
          </emma:emma>
        </inkml:annotationXML>
        <inkml:trace contextRef="#ctx0" brushRef="#br0" timeOffset="9075.3627">168 1031,'0'-24,"0"48,0 0,-24 0,24 24,0-24,0 24,0-1,0 1,0 0,0 0,0-24,0 0,0 0,24-72,0 24,0 0,0-24,24 0,-24 24,-24 1,24-1</inkml:trace>
        <inkml:trace contextRef="#ctx0" brushRef="#br0" timeOffset="9331.1046">288 1342,'48'96,"-24"-96,0 24,0 0,0-24</inkml:trace>
        <inkml:trace contextRef="#ctx0" brushRef="#br0" timeOffset="9992.5958">719 1223,'-72'0,"72"23,-24 1,24 0,0 0,0 0,0 0,24 24,0-24,0-24,0 24,0-24,0 0,0 0,0-24,0 0,-24 0,24 0,-24 0,0 0,0 0,0 0,0 0,0 72,0-24,0 0,0 0,0 0,24 0,0 0,0 0,0-24,0 0</inkml:trace>
        <inkml:trace contextRef="#ctx0" brushRef="#br0" timeOffset="10785.4738">767 1223,'-24'0,"72"23,-24-23,24 24,-24-24,24 0,-24 0,0 0</inkml:trace>
      </inkml:traceGroup>
      <inkml:traceGroup>
        <inkml:annotationXML>
          <emma:emma xmlns:emma="http://www.w3.org/2003/04/emma" version="1.0">
            <emma:interpretation id="{AF0EA6B5-3D48-4AC7-B075-F75AEE5492E5}" emma:medium="tactile" emma:mode="ink">
              <msink:context xmlns:msink="http://schemas.microsoft.com/ink/2010/main" type="line" rotatedBoundingBox="2082,1775 3228,1681 3257,2031 2111,2125"/>
            </emma:interpretation>
          </emma:emma>
        </inkml:annotationXML>
        <inkml:traceGroup>
          <inkml:annotationXML>
            <emma:emma xmlns:emma="http://www.w3.org/2003/04/emma" version="1.0">
              <emma:interpretation id="{E970DC34-4C80-4A11-BC56-52D9874EC105}" emma:medium="tactile" emma:mode="ink">
                <msink:context xmlns:msink="http://schemas.microsoft.com/ink/2010/main" type="inkWord" rotatedBoundingBox="2248,1736 2342,2103 2127,2158 2032,1792"/>
              </emma:interpretation>
              <emma:one-of disjunction-type="recognition" id="oneOf3">
                <emma:interpretation id="interp11" emma:lang="id-ID" emma:confidence="0.5">
                  <emma:literal>=</emma:literal>
                </emma:interpretation>
                <emma:interpretation id="interp12" emma:lang="id-ID" emma:confidence="0">
                  <emma:literal>[</emma:literal>
                </emma:interpretation>
                <emma:interpretation id="interp13" emma:lang="id-ID" emma:confidence="0">
                  <emma:literal>¥</emma:literal>
                </emma:interpretation>
                <emma:interpretation id="interp14" emma:lang="id-ID" emma:confidence="0">
                  <emma:literal>:</emma:literal>
                </emma:interpretation>
                <emma:interpretation id="interp15" emma:lang="id-ID" emma:confidence="0">
                  <emma:literal>C</emma:literal>
                </emma:interpretation>
              </emma:one-of>
            </emma:emma>
          </inkml:annotationXML>
          <inkml:trace contextRef="#ctx0" brushRef="#br0" timeOffset="11273.9194">1486 1055,'48'24,"-24"0,24-24,-24 24,0-24</inkml:trace>
          <inkml:trace contextRef="#ctx0" brushRef="#br0" timeOffset="11492.7567">1486 1366,'168'24,"-120"-24</inkml:trace>
        </inkml:traceGroup>
        <inkml:traceGroup>
          <inkml:annotationXML>
            <emma:emma xmlns:emma="http://www.w3.org/2003/04/emma" version="1.0">
              <emma:interpretation id="{C18D881B-7D13-4D27-A6E6-B716E0F07C04}" emma:medium="tactile" emma:mode="ink">
                <msink:context xmlns:msink="http://schemas.microsoft.com/ink/2010/main" type="inkWord" rotatedBoundingBox="2928,1736 3230,1711 3256,2028 2954,2053"/>
              </emma:interpretation>
              <emma:one-of disjunction-type="recognition" id="oneOf4">
                <emma:interpretation id="interp16" emma:lang="id-ID" emma:confidence="0.5">
                  <emma:literal>o</emma:literal>
                </emma:interpretation>
                <emma:interpretation id="interp17" emma:lang="id-ID" emma:confidence="0">
                  <emma:literal>O</emma:literal>
                </emma:interpretation>
                <emma:interpretation id="interp18" emma:lang="id-ID" emma:confidence="0">
                  <emma:literal>0</emma:literal>
                </emma:interpretation>
                <emma:interpretation id="interp19" emma:lang="id-ID" emma:confidence="0">
                  <emma:literal>9</emma:literal>
                </emma:interpretation>
                <emma:interpretation id="interp20" emma:lang="id-ID" emma:confidence="0">
                  <emma:literal>a</emma:literal>
                </emma:interpretation>
              </emma:one-of>
            </emma:emma>
          </inkml:annotationXML>
          <inkml:trace contextRef="#ctx0" brushRef="#br0" timeOffset="14110.6248">2421 1079,'0'-24,"-24"24,0 0,0 0,24 24,-24 0,24 24,0-24,0 24,0-25,24 1,0 0,24 0,-24-24,23 0,-23 0,0 0,0-24,0-24,0 1,-24 23,0-24,0 0,0 24,0 0,-24 0,-24 24,24 0,0 0,-23 0,23 24,24 0,-24 0,24 0</inkml:trace>
        </inkml:traceGroup>
      </inkml:traceGroup>
    </inkml:traceGroup>
  </inkml:traceGroup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03:30.121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82594461-A913-45FE-BD00-53C804CAD769}" emma:medium="tactile" emma:mode="ink">
          <msink:context xmlns:msink="http://schemas.microsoft.com/ink/2010/main" type="inkDrawing" rotatedBoundingBox="7221,3780 18767,446 21068,8415 9521,11748" semanticType="callout" shapeName="Other">
            <msink:sourceLink direction="from" ref="{E4AAB976-6B26-4987-88A8-8D927F1CC86D}"/>
            <msink:sourceLink direction="to" ref="{94C26B8F-7D38-4FA8-8FB9-4EEA8EED9F87}"/>
          </msink:context>
        </emma:interpretation>
      </emma:emma>
    </inkml:annotationXML>
    <inkml:trace contextRef="#ctx0" brushRef="#br0">28 48,'0'-24,"0"0,-24 24,24 24,0 24,0 0,0-24,0 24,0 0,0 0,0-24,0 24,0-25,24 25,-24-24,0 24,0-24,0 0,0 0,0 0,0 0,0 0,0 0,0 0,0 0,0 0,0 0,0 0,0 0,0 0,24-24,-24-24,24 0,-24 0</inkml:trace>
    <inkml:trace contextRef="#ctx0" brushRef="#br0" timeOffset="8903.7191">4 168,'-24'-24,"215"0,-119 0,-24 24,24 0,-24 0,0 0,0 0,0 0,24 0,-24 0,24 0,-25 0,25 0,0 0,0 24,0-24,0 0,0 0,0 0,0 0,-1 0,1-24,0 24,-24-24,24 24,-24-24,24 24,-24 0,0 0,0 0,23 0,-23 0,24 0,-24 0,24 0,-24 0,24 0,-24 0,24 0,-24 0,0 0,0 0,-1 0,1 0,0 0,0 0,24 0,-48 24,48-24,-24 24,0-24,24 0,0 0,-1 0,1 0,0 0,0-24,0 24,-24 0,24 0,0 0,-24 0,24 0,-25 24,1 0,0-24,-24 0,24 24,0-24,0 0,0 0,0 0,0 0,24 0,-24 24,0-24,-1 0,1 24,0-24,0 0,0 0,-24 0,24 0,-24 0,24 0,0 0,0 0,0 0,0 0,0 0,-1 0,1 0,0 0,0 0,0 0,0 0,24 0,-24 0,24 0,-24 0,24 0,-1 0,25 0,-24 0,0 0,0 0,-24 0,24 24,-24-24,24 24,-24-24,-1 0,-23 24,24-24,0 24,-24-24,0 0,24 24,-24-24,24 0,-24 0,24 0,-24 24,24-24,0 0,-24 0,24 0,0 0,-1 24,1-24,-24 0,24 0,0 23,-24-23,24 0,0 24,0-24,0 24,0-24,0 0,0 24,0-24,-1 0,1 0,-24 0,24 0,-24 0,0 0,0 0,0 0,0 0,0 0,24 0,-24 24,0-24,0 0,0 0,0 0,24 0,-24 24,0-24,0 0,0 0,0 0,-1 0,25 0,-24 0,0 0,24 0,0 0,-24 0,24 0,0 0,0 0,24 0,-24 0,0 0,24 0,-25 0,1 0,-24 0,24 0,-24 0,0 0,0 24,0-24,0 0,0 0,24 0,-24 0,0 0,0 24,0-24,0 0,0 0,0 0,0 24,0-24,24 0,-24 24,-1-24,1 0,24 0,-24 0,24 24,-24-24,24 0,0 0,0 24,-24-24,24 0,0 24,-24-24,0 0,0 24,0-24,0 0,0 0,0 24,0-24,-1 0,-23 24,24-24,0 24,0 0,0-24,-24 24,24 0,0-24,-24 24,24-24,0 24,0 0,0-24,0 24,0-24,0 24,-24 0,24 23,-24-23,24 0,-24 0,0 0,0 0,24 0,-24 0,0 0,24 0,-24 0,0 24,0-24,0 0,24 24,-24-24,0 0,0 0,0 0,0 0,0 0,0 0,0 0,0 0,0 23,0-23,0 0,0 0,0 0,0 0,0 0,0 0,0 0,0 0,0 0,0 0,0 0,-24 24,24-24,0 0,0 24,0-24,0 0,-24 0,24 0,0 0,-24 0,24-1,-24 1,24 0,-24 0,0-24,0 0,0-24,0 24,0-24,0 24,0-24,0 24,0 0,0 0,0-23,0 23,0 0,1 0,-1 0,0 0</inkml:trace>
    <inkml:trace contextRef="#ctx0" brushRef="#br0" timeOffset="132824.2073">483 120,'0'24,"0"-48,-24 48,24 0,0 0,0 24,0-24,0 0,0 0,0 0,0 0,0-1,24 1,-24 0,0 0,0 0,0 0,0 0,24 0,-24 0,0 0,0 0,0 0,0 0,0 0,0 0,0 0,0 0,0 0,0 0,0 0,0 0,0 0,0 0,0 0,0 0,0 0,0-1,0 1,0 0,0 0,0 0,0 0,24-24,-24 24,0 0,0 0,0 0,0 0,0 0,0 0,0 0,0 0,0 0,0 0,0 0,0 0,0 0,0 0,0 0,0 0,24-24,-24 24,0 0,0 0,0 0,0-1,0 1,0 0,0 0,0 0,0 0,0 0,0 0,0 0,0 0,0 0,0 0,0 0,0 0,0 0,0 0,0 0,0 0,0 0,-24 0,24 0,0 0,-24 0,24 0,0 0,0 0,-24-1,24 1,0 0,-24 0,24 0,-24 0,24 0,-24 0,24 0,0 0,0 0,-24-24,24 24,0 0,-24 0,24 0,0 0,-24 0,24 0,0 0,0 0,0 0,0 0,-24-24,24 24,0 0,0 0,0 0,0 0,0-1,0 1,0 0,0 0,-24 0,24 0,0 0,0 0,0 0,0 0,0 0,0 0,0 0,0 0,0 0,0 0,0 0,0 0,0 0,0 0,0 0,0 0,0 0,0 0,0 0,0 0,0-1,0 1,0 0,0 0,0 0,0 0,0 0,0 0,0 0,0 0,0 0,0 0,0 0,0 0,0 0,0 0,0 0,0 0,0 0,0 0,0 0,0 0,0 0,0 0,0 0,0 0,0 0,0-1,0 1,0 0,0 0,0 0,0 0,0 0,0 0,0 0,0 0,0 0,0 0,0 0,0 0,0 0,0 0,0 0,0 0,0 0,0 0,0 0,0 0,0 0,0 0,0 0,0 0,0-1,0 1,0 0,0 0,0 0,0 0,0 0,0 0,0 0,0 0,0 0,0 0,0 0,0 24,0-24,0 0,0 0,0 0,0 0,0 0,0 0,0 24,0-24,0 0,0 0,0-1,0 1,0 0,0 0,0 0,-24 0,24 0,0 0,0 24,0-24,0 0,0 0,0 0,-24 0,24 24,0-24,0 0,0 0,0 24,0-24,0 0,0 0,0 0,0-1,0 1,0 0,0 0,0 0,0 0,0 0,-24 0,24 0,0 0,0 0,0 0,0 0,0 0,0 0,0 0,0 0,0 0,0 0,0 0,0 0,0 0,0 0,0 0,0 0,0 0,0 0,0-1,0 1,0 0,0 0,0 0,0 0,0 0,0 0,0 0,0 0,0 0,0 0,0 0,0 0,0 0,0 0,0 0,0 0,0 0,0 0,0 0,0 0,0 0,0 0,0 0,0 0,0-1,0 1,0 0,0 0,0 0,0 0,0 0,0 0,0 0,0 0,0 0,-24 0,24 0,0 0,0 0,0 0,0 0,-24 0,24 0,0 0,0 0,0 0,0 0,0 0,0 0,0 0,0 0,0-1,0 1,0 0,24-24,-24 24,24-24,-24 24,24-24,-24 24,24-24,-24 24,24-24,-24 24,24-24,-24 24,24-24,-24 24,-24-24</inkml:trace>
    <inkml:trace contextRef="#ctx0" brushRef="#br0" timeOffset="1890.6638">52 0,'0'-48,"0"24,-24 24,0-24,0 24,0 0,24-24,-24 24,0 0,-48-24,-72 24,120 0,0 0,0 0,0 0,0 0,0 0,0 0,0 0,1 0,-1 0,0 0,0 0,0 24,0-24,24 24,-24-24,0 0,0 24,0-24,24 24,-24-24,0 0,0 24,0-24,0 24,0-24,0 24,0-24,24 24,-24 0,0 0,24 0,-24-24,24 24,-24 0,24 0,-24 0,24 0,0 0,-24 0,24 0,0 0,0 0,0-1,0 1,24 0,0 0,0 0,0 0,0-24,0 24,0 0,0 0,0 0,0 0,0 0,24-24,-24 24,0-24,24 0,-24 24,0-24,0 0,24 0,-24 0,-1 0,1 0,0 24,24-24,-24 24,0-24,0 0,0 24,0-24,0 24,0-24,0 0,0 0,0 0,0 0,0 0,0 0,0 0,0 0,0 0,0 0,0 0,0 0,0 0,0 0</inkml:trace>
  </inkml:traceGroup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01:47.881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EDE874D6-126C-4D7B-A657-BC9F5141FA86}" emma:medium="tactile" emma:mode="ink">
          <msink:context xmlns:msink="http://schemas.microsoft.com/ink/2010/main" type="inkDrawing" rotatedBoundingBox="3509,9846 3560,10253 3522,10257 3471,9851" semanticType="callout" shapeName="Other">
            <msink:sourceLink direction="with" ref="{7CC02511-D65C-449E-863F-8697485CB1EE}"/>
          </msink:context>
        </emma:interpretation>
      </emma:emma>
    </inkml:annotationXML>
    <inkml:trace contextRef="#ctx0" brushRef="#br0">0 72,'0'-72,"0"96,0 0,0 24,24 0,-24 0,0 0,24 0,-24-24,0 24,0-25,0 1,-24-24</inkml:trace>
  </inkml:traceGroup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01:48.796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939BA449-F13F-4615-8107-7436B32DB2A9}" emma:medium="tactile" emma:mode="ink">
          <msink:context xmlns:msink="http://schemas.microsoft.com/ink/2010/main" type="inkDrawing" rotatedBoundingBox="3516,11045 3522,10659 3741,10663 3735,11049" semanticType="callout" shapeName="Other">
            <msink:sourceLink direction="to" ref="{7CC02511-D65C-449E-863F-8697485CB1EE}"/>
          </msink:context>
        </emma:interpretation>
      </emma:emma>
    </inkml:annotationXML>
    <inkml:trace contextRef="#ctx0" brushRef="#br0">72 815,'-24'0,"0"24,24 0,0 0,0 24,0 0,0-1,0 1,0 0,0-24,24 0,-24 0,24-24,0 0,0 0,0 0,0 0,0 0,-24-24,23 0,-23 0,24 0,-24-24,0 0,0 1,0 23,0 0,0 0,0 0,0 0,-24 0,1 24,-1 0,0 0,0 0,0 0,0 0,0 24</inkml:trace>
  </inkml:traceGroup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04:24.396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B9491B95-376F-449E-9E8D-9BA23C1A7123}" emma:medium="tactile" emma:mode="ink">
          <msink:context xmlns:msink="http://schemas.microsoft.com/ink/2010/main" type="inkDrawing" rotatedBoundingBox="16436,5606 16452,6037 16405,6039 16389,5607" semanticType="callout" shapeName="Other">
            <msink:sourceLink direction="with" ref="{E4AAB976-6B26-4987-88A8-8D927F1CC86D}"/>
          </msink:context>
        </emma:interpretation>
      </emma:emma>
    </inkml:annotationXML>
    <inkml:trace contextRef="#ctx0" brushRef="#br0">0 24,'23'-24,"1"48,-24 0,0 0,0 0,0 0,0 0,0-1,0 1,0 0,0 0,0 0,0 0,0 0,0 0,0 0,0 0,0 0,0 0</inkml:trace>
  </inkml:traceGroup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04:58.899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4DB3642F-DF3D-47FD-A63B-EA22E190E8AD}" emma:medium="tactile" emma:mode="ink">
          <msink:context xmlns:msink="http://schemas.microsoft.com/ink/2010/main" type="inkDrawing" rotatedBoundingBox="10820,3561 11429,5655 10764,5848 10155,3754" semanticType="callout" shapeName="Other">
            <msink:sourceLink direction="with" ref="{CCC3489B-F6A5-431C-AA91-858B351BF6F6}"/>
          </msink:context>
        </emma:interpretation>
      </emma:emma>
    </inkml:annotationXML>
    <inkml:trace contextRef="#ctx0" brushRef="#br0">24 96,'-24'0,"24"-24,0 0,0 0,0 0,0 48,0 0,0 0,0 0,0 0,0 0,0 0,0 0,0 0,0-1,0 1,0 0,0 0,0 0,0 0,0 0,0 0,0 24,0-24,0 0,0 0,0 0,0 0,0 0,0 0,0 0,0 0,0 0,0 0,24-24,-24 24,0 0,0 0,0 0,0 0,0-1,0 1,0 0,0 0,0 0,0 0,0 0,0 0,0 0,0 0,0 0,0 0,0 0,0 0,0 0,0 0,24 0,-24 0,0 0,0 0,0 0,24 0,-24 0,0 0,0 0,0 0,24 0,-24-1,0 1,0 0,0 0,0 0,0 0,0 0,24 0,-24 0,0 0,24 0,-24 24,0-24,0 0,0 0,0 0,0 0,0 0,23 0,-23 0,0 0,24-24,0 0,0 0,0 0,0 0,0 0,0 0,0 0,0 0,0 0,0 0,0 0,0 0,0 0,0 0,0 0,0 0,0 0,0 0,0 0,0 0,0 0,0 0,0 0,0 0,-1 0,1 0,0 0,0 0,0 0,-48 0,24-24,-24 24,0 0</inkml:trace>
  </inkml:traceGroup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01:33.085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855CD3D5-0BC3-4943-8978-706435D63ECF}" emma:medium="tactile" emma:mode="ink">
          <msink:context xmlns:msink="http://schemas.microsoft.com/ink/2010/main" type="inkDrawing" rotatedBoundingBox="6901,9202 12549,7951 12918,9613 7269,10864" semanticType="callout" shapeName="Other">
            <msink:sourceLink direction="with" ref="{E4331A27-799F-4976-AA1D-E5375A2D2569}"/>
            <msink:sourceLink direction="with" ref="{6A9AC7D1-12A5-4DF4-977D-59C6B4E91F47}"/>
          </msink:context>
        </emma:interpretation>
      </emma:emma>
    </inkml:annotationXML>
    <inkml:trace contextRef="#ctx0" brushRef="#br0">1207 2492,'24'24,"-24"0,0 0,0 0,0 0,0 0,0 0,0 24,0-24,0 24,0-24,0 23,0-23,0 24,0-24,0 0,0 0,0 0,0 0,24 0,-24 0,0 0,0 24,0-24,0 0,0 24,0-24,0 0,0 0,0 0,0 0,0 24,0-24,0 0,0 23,0-23,-24 0,24 24,0-24,0 0,0 0,0 24,0-24,0 0,0 0,0 0,-24 24,24-24,0 0,0 0,0 0,0 0,0 0,-24 0,24 0,0 0,0-1,0 1,0 0,0 0,0 0,0 0,-24-24,0 0,0 0,0 0,0 0,0 0,0 0,0 0,0 0,0 0,0 0,0 0,0 0,0 0,0 0,0 0,0 0,0 0,0 0,0 0,-24 0,25 0,-1 0,0 0,0 0,0 0,0 0,0 0,0 0,0 0,0 0,0 24,-24-24,24 0,0 0,0 0,0 0,-24 24,24-24,0 0,0 0,0 0,-24 24,24-24,0 0,-23 24,23-24,-24 0,24 0,-24 24,0-24,0 0,24 0,-24 24,24-24,-24 0,24 0,0 0,0 24,-24-24,24 0,0 0,0 0,1 0,-1 0,0 0,0 24,-24-24,24 0,0 0,-24 0,24 24,0-24,0 0,-24 0,24 0,0 0,0 0,0 0,0 0,0 0,-24 0,24 0,-24 24,24-24,-23 0,23 0,-24 24,24-24,0 0,0 0,0 0,0 0,0 0,0 0,-24 0,24 0,-24 0,24 0,-24 0,24 0,-24 0,24 0,0 0,0 0,1 0,-1 0,0 0,0 0,0 0,-24 0,24 0,0 0,0 0,0 0,-24 0,24 0,0 0,0 0,-24 0,24 0,0 0,-24 0,24 0,0 0,0 0,0 0,0 0,1 0,-1 0,0-24,0 24,0 0,0 0,0 0,-24 0,24 0,0 0,0 0,0 0,0 0,0 0,0 0,0 0,0 0,0 0,0 24,0-24,-24 0,24 24,0-24,0 24,1-24,-1 0,0 0,0 0,0 0,0 0,24 24,-24-24,-24 24,24 0,0-24,0 24,0-24,0 0,0 0,0 0,0 0,24 24,-24-24,0 0,0 0,0 24,0-24,0 0,0 0,0 0,0 0,24 24,-24-24,1 0,-1 0,0 0,0 0,0 0,0 0,0 0,0 0,0 0,0 0,0 0,24 24,-24-24,0 0,0 23,0 1,0 0,96-24,0-48</inkml:trace>
  </inkml:traceGroup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03:42.752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B0BCB4EE-63CD-4A31-9C08-BFC415CF32B6}" emma:medium="tactile" emma:mode="ink">
          <msink:context xmlns:msink="http://schemas.microsoft.com/ink/2010/main" type="writingRegion" rotatedBoundingBox="5415,3834 8266,3834 8266,6230 5415,6230"/>
        </emma:interpretation>
      </emma:emma>
    </inkml:annotationXML>
    <inkml:traceGroup>
      <inkml:annotationXML>
        <emma:emma xmlns:emma="http://www.w3.org/2003/04/emma" version="1.0">
          <emma:interpretation id="{1DD4BCAD-E588-470E-8049-CD924E0C1F25}" emma:medium="tactile" emma:mode="ink">
            <msink:context xmlns:msink="http://schemas.microsoft.com/ink/2010/main" type="paragraph" rotatedBoundingBox="5415,3834 8266,3834 8266,6230 5415,623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D3945AD-2893-4BDC-A0E8-C6B0FBE1BC73}" emma:medium="tactile" emma:mode="ink">
              <msink:context xmlns:msink="http://schemas.microsoft.com/ink/2010/main" type="line" rotatedBoundingBox="5415,3834 8266,3834 8266,6230 5415,6230"/>
            </emma:interpretation>
          </emma:emma>
        </inkml:annotationXML>
        <inkml:traceGroup>
          <inkml:annotationXML>
            <emma:emma xmlns:emma="http://www.w3.org/2003/04/emma" version="1.0">
              <emma:interpretation id="{4885FC58-6483-4F3A-9955-B5383C11DF12}" emma:medium="tactile" emma:mode="ink">
                <msink:context xmlns:msink="http://schemas.microsoft.com/ink/2010/main" type="inkWord" rotatedBoundingBox="5415,3834 8266,3834 8266,6230 5415,6230"/>
              </emma:interpretation>
              <emma:one-of disjunction-type="recognition" id="oneOf0">
                <emma:interpretation id="interp0" emma:lang="id-ID" emma:confidence="0.5">
                  <emma:literal>s</emma:literal>
                </emma:interpretation>
                <emma:interpretation id="interp1" emma:lang="id-ID" emma:confidence="0">
                  <emma:literal>•</emma:literal>
                </emma:interpretation>
                <emma:interpretation id="interp2" emma:lang="id-ID" emma:confidence="0">
                  <emma:literal>S</emma:literal>
                </emma:interpretation>
                <emma:interpretation id="interp3" emma:lang="id-ID" emma:confidence="0">
                  <emma:literal>5</emma:literal>
                </emma:interpretation>
                <emma:interpretation id="interp4" emma:lang="id-ID" emma:confidence="0">
                  <emma:literal>{</emma:literal>
                </emma:interpretation>
              </emma:one-of>
            </emma:emma>
          </inkml:annotationXML>
          <inkml:trace contextRef="#ctx0" brushRef="#br0">2856 164,'0'-24,"0"0,-24 24,0-24,0 0,0 24,1 0,-1-23,0 23,0 0,24-24,-24 24,0 0,0 0,0 0,0 0,0 0,0 0,0 0,0 0,0 0,0 0,0 0,0 0,0 0,0 0,0 0,0 0,0 0,0 0,0 0,0 0,0 0,0 0,1 0,-1 0,-24 0,24 0,0 0,0 0,0 0,0 0,0 0,0 0,0 0,0 0,0 24,0-24,0 0,0 23,0-23,-24 24,24-24,0 0,0 0,0 0,0 0,0 0,1 24,-1-24,0 0,0 0,24 24,-24-24,-24 0,24 24,0-24,0 0,0 0,0 0,0 0,0 0,0 0,0 0,0 24,0-24,0 0,-24 0,24 0,0 0,0 24,-24-24,24 0,-23 0,-1 0,24 24,-24-24,24 0,0 0,0 0,0 0,0 0,0 0,0 0,0 0,0 0,0 0,0 24,0-24,0 0,0 0,0 0,0 0,0 0,0 0,0 0,1 0,-1 0,0 24,0-24,0 24,0-24,24 24,-24-24,24 24,-24-24,24 24,-24 0,24 0,0 0,0 0,0 0,0 0,0 0,0 0,0 0,0 0,0 0,0 0,0-1,0 1,24 0,-24 0,0 0,0 0,24 0,-24 0,0 0,24-24,-24 24,0 0,0 0,24 0,-24 0,24 0,-24 0,0 0,24 0,-24 0,0 0,0 0,0 0,0 0,0 0,0 0,24 0,-24 0,0-1,0 1,0 0,0 0,0 0,24 0,-24 0,0 0,0 0,0 0,0 0,0 0,0 0,0 0,0 0,23 0,-23 0,0 0,0 0,0 0,0 0,24 0,-24 0,24 0,-24 0,24 0,-24-1,24 1,-24 0,24 0,-24 0,0 0,0 0,24-24,-24 24,0 0,0 0,0 0,24 0,-24 0,0 0,0 0,0 0,24-24,0 24,0-24,0 0,0 0,0 0,0 24,0-24,0 0,0 24,0-24,0 0,0 0,0 0,0 0,0 0,-24 24</inkml:trace>
        </inkml:traceGroup>
      </inkml:traceGroup>
    </inkml:traceGroup>
  </inkml:traceGroup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05:31.156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94C26B8F-7D38-4FA8-8FB9-4EEA8EED9F87}" emma:medium="tactile" emma:mode="ink">
          <msink:context xmlns:msink="http://schemas.microsoft.com/ink/2010/main" type="inkDrawing" rotatedBoundingBox="9250,7561 9682,11956 8810,12042 8379,7647" semanticType="verticalRange" shapeName="Other">
            <msink:sourceLink direction="with" ref="{026FD1F9-A5F2-4B40-B39B-D42E00FAFF59}"/>
            <msink:destinationLink direction="to" ref="{82594461-A913-45FE-BD00-53C804CAD769}"/>
            <msink:destinationLink direction="with" ref="{E483A872-C22C-458A-988C-2396CE71B719}"/>
            <msink:destinationLink direction="with" ref="{188C00F3-D8FB-42AD-8EBD-DB828CC4E392}"/>
          </msink:context>
        </emma:interpretation>
      </emma:emma>
    </inkml:annotationXML>
    <inkml:trace contextRef="#ctx0" brushRef="#br0">0 79,'0'-24,"0"1,24 23,-24-24,24 24,0 0,0 0,0 0,0 0,0 0,0 0,0 0,0 0,0 0,0 0,0 0,0 24,-24-1,0 1,24 0,-24 0,0 0,0 0,24 0,-24 0,0 0,0 0,0 0,0 0,0 0,0 0,0 0,0 0,0 0,0 0,0 0,0 0,0 0,0 0,0 0,0 0,0 0,0 0,0-1,0 1,0 0,0 0,0 0,0 0,0 0,0 0,0 0,0 0,0 0,0 0,0 0,0 0,0 0,0 0,0 24,0-24,0 24,0-24,0 0,0 24,0-24,0 0,0-1,0 1,0 0,0 0,0 0,0 0,0 0,0 24,0 0,0-24,0 24,0-24,0 24,-24-24,24 24,0-24,0 24,0-24,0 24,0-25,0 1,0 0,0 24,0-24,0 0,0 24,0-24,0 0,0 0,0 24,0-24,0 24,-24-24,24 24,0-24,0 0,0 0,0 0,0 0,0 0,0 0,0-1,0 25,0-24,0 0,0 24,0-24,0 0,0 0,0 0,0 0,0 0,0 0,0 0,0 0,0 0,0 0,0 0,0 0,0 0,0 0,0 0,0 0,0 0,24 0,-24-1,0 1,0 0,0 0,0 24,0-24,0 0,0 0,0 0,0 0,0 0,24 0,-24 0,0 0,0 0,0 0,0 0,0 0,0 0,0 0,23-24,-23 24,0 0,0 0,0 0,0 0,0 0,0-1,0 1,24-24,-24 24,0 0,0 0,0 0,0 0,0 0,0 0,24-24,-24 24,0 0,0 0,0 0,24 0,-24 0,0 0,24 0,-24 0,24-24,-24 24,24-24,-24 24,24-24,0 0,0 0,-24 24,24-24,0 0,0 0,0 0,0 0,0 0,0 0,0 0,0 0,0 0,0 0,0 0,0 0,-24-24,24 24,0 0,0 0,0 0,-1 0,1 0,0 0,0 0,0 0,0 0,0 0,0 0,0 0,0 0,0 0,-24-24</inkml:trace>
  </inkml:traceGroup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2:58:37.729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9F23B7DC-E9B3-4459-B9C8-11AF63E9C13D}" emma:medium="tactile" emma:mode="ink">
          <msink:context xmlns:msink="http://schemas.microsoft.com/ink/2010/main" type="writingRegion" rotatedBoundingBox="6684,6078 6468,7933 6010,7880 6226,6025"/>
        </emma:interpretation>
      </emma:emma>
    </inkml:annotationXML>
    <inkml:traceGroup>
      <inkml:annotationXML>
        <emma:emma xmlns:emma="http://www.w3.org/2003/04/emma" version="1.0">
          <emma:interpretation id="{8210C8E3-D896-4F63-968E-2F6EDE2EBA84}" emma:medium="tactile" emma:mode="ink">
            <msink:context xmlns:msink="http://schemas.microsoft.com/ink/2010/main" type="paragraph" rotatedBoundingBox="6684,6078 6468,7933 6010,7880 6226,602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EA7F3672-F97C-4839-B4E9-04C168BD9F28}" emma:medium="tactile" emma:mode="ink">
              <msink:context xmlns:msink="http://schemas.microsoft.com/ink/2010/main" type="line" rotatedBoundingBox="6684,6078 6468,7933 6010,7880 6226,6025"/>
            </emma:interpretation>
          </emma:emma>
        </inkml:annotationXML>
        <inkml:traceGroup>
          <inkml:annotationXML>
            <emma:emma xmlns:emma="http://www.w3.org/2003/04/emma" version="1.0">
              <emma:interpretation id="{166F0806-8B64-4B2D-94D4-675358E5B602}" emma:medium="tactile" emma:mode="ink">
                <msink:context xmlns:msink="http://schemas.microsoft.com/ink/2010/main" type="inkWord" rotatedBoundingBox="6621,6071 6584,6390 6364,6364 6401,6045">
                  <msink:destinationLink direction="with" ref="{EF424F05-EB19-4153-99F8-2C3F6C96412C}"/>
                </msink:context>
              </emma:interpretation>
              <emma:one-of disjunction-type="recognition" id="oneOf0">
                <emma:interpretation id="interp0" emma:lang="id-ID" emma:confidence="0.5">
                  <emma:literal>n</emma:literal>
                </emma:interpretation>
                <emma:interpretation id="interp1" emma:lang="id-ID" emma:confidence="0">
                  <emma:literal>M</emma:literal>
                </emma:interpretation>
                <emma:interpretation id="interp2" emma:lang="id-ID" emma:confidence="0">
                  <emma:literal>^</emma:literal>
                </emma:interpretation>
                <emma:interpretation id="interp3" emma:lang="id-ID" emma:confidence="0">
                  <emma:literal>r</emma:literal>
                </emma:interpretation>
                <emma:interpretation id="interp4" emma:lang="id-ID" emma:confidence="0">
                  <emma:literal>m</emma:literal>
                </emma:interpretation>
              </emma:one-of>
            </emma:emma>
          </inkml:annotationXML>
          <inkml:trace contextRef="#ctx0" brushRef="#br0">96-1366,'0'-24,"24"24,0 0,0 0,0 0,-24-24,24 24,0 0,-24 24,24-24,-24 24,0 0,24-24,-24 24,0 0,0 0,0 0,0 0,0 0,0 0,0 0,0 0,-24-24,0 24,0-24,0 0,0 0,0 0</inkml:trace>
        </inkml:traceGroup>
        <inkml:traceGroup>
          <inkml:annotationXML>
            <emma:emma xmlns:emma="http://www.w3.org/2003/04/emma" version="1.0">
              <emma:interpretation id="{19FA2EAE-4805-41F6-BC0E-C499EFD4B187}" emma:medium="tactile" emma:mode="ink">
                <msink:context xmlns:msink="http://schemas.microsoft.com/ink/2010/main" type="inkWord" rotatedBoundingBox="6600,6797 6468,7933 6010,7880 6143,6744"/>
              </emma:interpretation>
              <emma:one-of disjunction-type="recognition" id="oneOf1">
                <emma:interpretation id="interp5" emma:lang="id-ID" emma:confidence="0.5">
                  <emma:literal>net</emma:literal>
                </emma:interpretation>
                <emma:interpretation id="interp6" emma:lang="id-ID" emma:confidence="0">
                  <emma:literal>ret</emma:literal>
                </emma:interpretation>
                <emma:interpretation id="interp7" emma:lang="id-ID" emma:confidence="0">
                  <emma:literal>Taf</emma:literal>
                </emma:interpretation>
                <emma:interpretation id="interp8" emma:lang="id-ID" emma:confidence="0">
                  <emma:literal>-t</emma:literal>
                </emma:interpretation>
                <emma:interpretation id="interp9" emma:lang="id-ID" emma:confidence="0">
                  <emma:literal>-068</emma:literal>
                </emma:interpretation>
              </emma:one-of>
            </emma:emma>
          </inkml:annotationXML>
          <inkml:trace contextRef="#ctx0" brushRef="#br0" timeOffset="50643.03">-119-719,'24'0,"0"0,-1 0,-23 24,24 0,0 0,0 0,0 0,-24 0,24 0,-24 0,0 0,0 0,0 0,-24-24,0 23,0-23,24 24,-24-24,0 24,1 0,-1 0,0 24,-24-48,24 24,24 0,-24-24,24 24,48-24,-24 0</inkml:trace>
          <inkml:trace contextRef="#ctx0" brushRef="#br0" timeOffset="905.1399">0 0,'0'72,"0"-48,0 0,0 24,0-24,0 23,0-23,0 0,0 0,0 0</inkml:trace>
          <inkml:trace contextRef="#ctx0" brushRef="#br0" timeOffset="1334.4243">-48 192,'24'23,"0"1,0-24,0 0,0 0,0 0,0 0,0 0,0 0</inkml:trace>
          <inkml:trace contextRef="#ctx0" brushRef="#br0" timeOffset="1691.8813">-48 192,'96'95,"-96"-71,0 0,24 0,0 0,0 0,-24 0,24 0,0-24,-24-24</inkml:trace>
        </inkml:traceGroup>
      </inkml:traceGroup>
    </inkml:traceGroup>
  </inkml:traceGroup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2:59:24.227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3C4421A2-1A91-4B95-AA09-7B83372E19C1}" emma:medium="tactile" emma:mode="ink">
          <msink:context xmlns:msink="http://schemas.microsoft.com/ink/2010/main" type="writingRegion" rotatedBoundingBox="11310,6589 12675,6589 12675,7859 11310,7859">
            <msink:destinationLink direction="with" ref="{958DEA85-23F9-419C-B31B-95E8DBF04D46}"/>
          </msink:context>
        </emma:interpretation>
      </emma:emma>
    </inkml:annotationXML>
    <inkml:traceGroup>
      <inkml:annotationXML>
        <emma:emma xmlns:emma="http://www.w3.org/2003/04/emma" version="1.0">
          <emma:interpretation id="{6E91FADE-B875-4DE0-A73A-1B9AA8044071}" emma:medium="tactile" emma:mode="ink">
            <msink:context xmlns:msink="http://schemas.microsoft.com/ink/2010/main" type="paragraph" rotatedBoundingBox="11310,6589 12675,6589 12675,7859 11310,785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60634DCB-3E0B-49F0-9075-839F0FDFF2A7}" emma:medium="tactile" emma:mode="ink">
              <msink:context xmlns:msink="http://schemas.microsoft.com/ink/2010/main" type="line" rotatedBoundingBox="11310,6589 12675,6589 12675,7859 11310,7859"/>
            </emma:interpretation>
          </emma:emma>
        </inkml:annotationXML>
        <inkml:traceGroup>
          <inkml:annotationXML>
            <emma:emma xmlns:emma="http://www.w3.org/2003/04/emma" version="1.0">
              <emma:interpretation id="{6A9AC7D1-12A5-4DF4-977D-59C6B4E91F47}" emma:medium="tactile" emma:mode="ink">
                <msink:context xmlns:msink="http://schemas.microsoft.com/ink/2010/main" type="inkWord" rotatedBoundingBox="11310,6589 12675,6589 12675,7859 11310,7859">
                  <msink:destinationLink direction="with" ref="{855CD3D5-0BC3-4943-8978-706435D63ECF}"/>
                  <msink:destinationLink direction="with" ref="{8955362E-CA5F-4483-A781-5F705064CCFD}"/>
                  <msink:destinationLink direction="with" ref="{631E3927-0278-4860-8000-DD03C2671E4D}"/>
                  <msink:destinationLink direction="with" ref="{188C00F3-D8FB-42AD-8EBD-DB828CC4E392}"/>
                  <msink:destinationLink direction="with" ref="{30EB5655-4E5D-467F-8505-8569792B46A8}"/>
                </msink:context>
              </emma:interpretation>
              <emma:one-of disjunction-type="recognition" id="oneOf0">
                <emma:interpretation id="interp0" emma:lang="id-ID" emma:confidence="0.5">
                  <emma:literal>ia</emma:literal>
                </emma:interpretation>
                <emma:interpretation id="interp1" emma:lang="id-ID" emma:confidence="0">
                  <emma:literal>"1.</emma:literal>
                </emma:interpretation>
                <emma:interpretation id="interp2" emma:lang="id-ID" emma:confidence="0">
                  <emma:literal>"R</emma:literal>
                </emma:interpretation>
                <emma:interpretation id="interp3" emma:lang="id-ID" emma:confidence="0">
                  <emma:literal>"1</emma:literal>
                </emma:interpretation>
                <emma:interpretation id="interp4" emma:lang="id-ID" emma:confidence="0">
                  <emma:literal>11</emma:literal>
                </emma:interpretation>
              </emma:one-of>
            </emma:emma>
          </inkml:annotationXML>
          <inkml:trace contextRef="#ctx0" brushRef="#br0">1135 2109,'0'-24,"24"24,0 0,-24-24,24 24,0 0,-24 24,0 0,0 0,0 0,24-24,-24 24,-24-24,24 24,-24-24,24 23,0 1,24 0,0 0,-1 0,1 0,0-24,0 0</inkml:trace>
          <inkml:trace contextRef="#ctx0" brushRef="#br0" timeOffset="-748.0889">1111 2157,'0'24,"0"0,0-1,0 1,0 0,0 0,0 0,0 0,0 0,0 0,0-48</inkml:trace>
          <inkml:trace contextRef="#ctx0" brushRef="#br0" timeOffset="2593.2691">32 1126,'24'0,"-24"24,24 0,0-24,24 24,-24 0,0 0,0 0,0 0,0-24,-24 24,24-24,0 0,-24 24,24-24,-24 24,-24 0,0-24,0 48,0-24,0 0,0 0,-24 0,24 0,0-1,0-23,0 24,0-24,0 24,1-24,23 24,0 0</inkml:trace>
        </inkml:traceGroup>
      </inkml:traceGroup>
    </inkml:traceGroup>
  </inkml:traceGroup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05:57.287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85870957-7C56-4AAE-AC72-8B2D2F250822}" emma:medium="tactile" emma:mode="ink">
          <msink:context xmlns:msink="http://schemas.microsoft.com/ink/2010/main" type="inkDrawing" rotatedBoundingBox="10231,12101 10482,7634 11573,7696 11321,12162" semanticType="verticalRange" shapeName="Other">
            <msink:sourceLink direction="with" ref="{28F3CE96-F724-439D-B6F3-51C399CBBD69}"/>
          </msink:context>
        </emma:interpretation>
      </emma:emma>
    </inkml:annotationXML>
    <inkml:trace contextRef="#ctx0" brushRef="#br0">0 4415,'24'0,"0"0,0 0,0 0,0 0,0 0,0 0,0 0,0 0,0 0,0 0,0 0,0 0,0 0,0 0,0 0,0 0,0 0,0 0,-1 0,1 0,0 0,0 0,-24-24,24 24,0 0,0 0,0 0,0 0,0 0,-24-24,24 24,0 0,0 0,0 0,0 0,0 0,0 0,0 0,0 0,0 0,0 0,0 0,0 0,0 0,0 0,-24-24,24 24,-24-24,0 0,23 0,-23 0,0 0,0 0,0 0,0 0,0 0,0 0,0 0,0 0,0 0,0 0,0-24,0 24,0 0,0 0,0-24,0 24,0 1,0-1,0 0,0 0,0 0,0 0,0 0,0 0,0 0,0 0,24 0,-24 0,0 0,0-24,0 24,0 0,0 0,0 0,0 0,0 0,0 0,0 0,0 0,0 0,0 0,0-23,0 23,0 0,0 0,0 0,0 0,0 0,-24 0,24 0,0 0,0 0,0 0,0 0,0 0,0 0,0 0,0 0,0 0,0 0,0 0,0 0,0 0,0 0,0 0,0 0,0 0,0 1,0-1,-23-24,23 24,0 0,0 0,0 0,0 0,0 0,0 0,0 0,0 0,0 0,0 0,0 0,0 0,0 0,0 0,0 0,0 0,0 0,0 0,-24 0,24 0,0 0,0 0,0 1,0-1,0 0,0 0,-24 24,24-24,0 0,0 0,0 0,0 0,0 0,0 0,0 0,0 0,0 0,-24 24,24-24,0 0,0 0,0 0,0 0,0 0,0 0,0 0,-24 0,24 0,0 0,0 0,0 1,0-1,0 0,-24 0,24 0,0 0,0 0,0 0,0 0,0 0,0 0,0 0,0 0,-24 0,24 0,0 0,0 0,0 0,-24 0,24 0,0 0,0 0,0 0,0 0,-24 0,24 0,0 0,0 1,0-1,0 0,0 0,-24 0,24 0,0 0,0 0,-24 0,24 0,0 0,0 0,0 0,0 0,0 0,0 0,24 24,-24-24,0 0,24 24,-24-24,0 0,24 0,0 0,0 0,0 24,-24-24,24 0,0 24,0-24,0 24,-1 0,1 0,0 0,0 0,0 0,0 0,0 0,-24 24</inkml:trace>
  </inkml:traceGroup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2:58:47.221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F8D6B65A-C02A-4055-9521-7B1FB277DA75}" emma:medium="tactile" emma:mode="ink">
          <msink:context xmlns:msink="http://schemas.microsoft.com/ink/2010/main" type="inkDrawing" rotatedBoundingBox="4049,7248 13631,4424 14625,7795 5043,10619" semanticType="callout" shapeName="Other">
            <msink:sourceLink direction="with" ref="{E4331A27-799F-4976-AA1D-E5375A2D2569}"/>
            <msink:sourceLink direction="with" ref="{CCC3489B-F6A5-431C-AA91-858B351BF6F6}"/>
          </msink:context>
        </emma:interpretation>
      </emma:emma>
    </inkml:annotationXML>
    <inkml:trace contextRef="#ctx0" brushRef="#br0">80 0,'-24'0,"24"24,0 0,0 0,0 24,0-24,0 24,0 0,0 0,0-25,0 25,0 0,0 0,0 0,0 0,0 0,0-24,0 24,-24 0,24 0,0 0,0 0,0 0,0-1,0 1,0-24,0 24,0-24,0 24,0 0,0 0,0-24,0 24,0 0,0 0,0 0,0 0,0 0,0-25,0 1,0 0,0 0,0 0,0 0,0 0,0 0,0 0,0 24,0-24,24 0,-24 0,0 0,24 0,-24 0,0 0,24 0,-24 0,0 0,0 0,24 0,-24 0,0 0,0 0,0 0,0-1,0 1,0 0,0 0,0 0,0 0,0 0,0 0,0 0,0 0,24-24,-24 24,0 0,0 0,0 0,24-24</inkml:trace>
    <inkml:trace contextRef="#ctx0" brushRef="#br0" timeOffset="2677.5675">248-72,'-48'0,"72"0,0 0,24 24,0-24,0 0,0 24,24-24,-24 0,24 0,-25 0,1 0,0 0,0 0,0 24,0-24,0 0,0 24,0-24,0 0,119 24,-119-24,-24 0,0 0,24 0,-24 0,0 0,24 0,-24 0,0 0,24 0,-24 0,0 0,0 0,24 0,-24 0,0 0,0 0,24 0,-24 0,0 0,-1 0,1 0,0 0,0 24,0-24,0 0,0 0,0 0,0 0,0 0,0 0,0 0,0-24,0 24,0 0,0 0,0 0,0 0,0 0,0 0,0 0,0 0,0 0,0 0,0 0,0 0,-1-24,1 24,0 0,0 0,-24 24,0 0,-24 0,24 0,0 0,0 0,-24 0,24 24,0-24,0 23,0-23,-24 24,24-24,0 24,-23-24,23 24,0-24,-24 0,24 24,-24-24,24 24,-24 0,24-24,-24 24,24 0,-24-24,24 24,0-25,-24 25,24 0,-24-24,24 24,0 0,-24 0,24 0,0-24,-24 24,24 0,-24 0,24-24,0 24,0-24,-24 0,24-1,0 1,0 0,0 24,0-24,-24 24,24-24,0 0,-24 24,24-24,0 0,-24 0,24 0,0 0,0 0,0 0,0 0,0 0,0 0,0 0,0 0,0 0,0 0,0 0,0-1,0 1,0 0,-24 0,24 0,0 0,0 0,0 0,0 0,0 0,0 0,0 0,0 0,-24-24,0-24,24 0</inkml:trace>
    <inkml:trace contextRef="#ctx0" brushRef="#br0" timeOffset="3861.5492">296 2612,'168'0,"-144"0,24 0,-24 0,0 0,24-24,-25 24,25 0,0 0,-24-24,24 24,-24 0,24 0,-24-24,0 24,24 0,-24 0,24 0,-24 0,24 0,-24 0,0 0,0 0,0 0,0 0,-1 0,1-24,0 24,0 0,0 0,24 0,-24 0,0 0,24 0,-24 0,0 0,0 0,0 0,0 0,0 0,0 0,0 0,0 0,0 0,24 0,-24 0,0 0,0 0,0 0,-1 0,1 0,0 0,0 0,0 0,72 0,-72 0,0 0,0 0,0 0,0 0,0 0,0 0,-48 0</inkml:trace>
    <inkml:trace contextRef="#ctx0" brushRef="#br0" timeOffset="149184.3638">-6581 1629,'0'-24,"0"0,0 48,0 0,24 0,-24 0,0 0,0 0,0 0,0 0,0 0,0 0,24 0,-24 0,0 0,0 0,0 0,24 0,-24 0,0 0,0 0,0 0,0 0,0 0,0 0,0 0,0 0,0 0,0-1,0 1,0 24,0-24,0 0,0 0,0 0,0 0,0 0,0 0,0 0,0 0,0 0,0 0,0 0,0 0,0 0,0 0,0 0,0 24,0-24,0 0,0 24,0-25,0 1,0 0,0 0,0 0,0 24,0-24,0 0,0 24,0-24,0 0,0 24,0-24,0 0,0 0,-24 0,24 0,0 0,0 0,0 0,0 0,0 24,0-24,-24-1,24 1,0 0,0 0,0 0,0 0,0 0,-24 0,24 24,0-24,0 0,0 0,0 0,-24 0,24 0,0 0,0 0,0 0,-24 0,24 0,24-24,0 0,0 0,0 0,0 0,0 0,24 0,-24-24,0 24,0 0,-1 0,1 0,0 0,0 0,0 0,24 0,-24 0,0 0,0 0,0 0,0 0,0 0,0 0,0 0,0 0,24 0,-24 0,0 0,0 0,0 0,0-24,0 24,0 0,0 0,23 0,-23 0,0 0,24 0,-24 0,24 0,-24 0,0 0,24 0,-24 0,0 0,0 0,0 0,0 0,0 0,24 0,-24 0,0 0,0 0,0 0,0 0,23 0,-23 0,0 0,24 0,-24 0,0 0,0 0,0 0,0 0,0 0,24 0,-24 0,0-24,0 24,24 0,-24 0,0-24,0 24,24 0,-24 0,0 0,0 0,0 0,-1 0,25 0,-24 0,0 0,0 0,24-24,0 24,-24 0,0 0,0 0,0 0,24 0,0 0,-24-24,0 24,24-24,0 24,0-24,23 0,-23 24,24-24,0 24,-24-24,0 24,0-24,0 24,0 0,0 0,-24 0,0 0,0 0,0 0,-1 0,1 0,0 0,0 0,0 0,0 0,0 0,0 0,24 0,-24 0,0 0,0 0,0 0,0 0,0 24,0-24,0 0,0 0,0 0,0 0,0 0,0 0,0 0,0 0,23 0,1 0,-24 0,24 0,0 0,0 0,-24 0,24 0,0 0,0-24,-24 24,24 0,-24-24,24 24,-24 0,0 0,0 0,0 0,-1 0,1 0,0 0,0 0,0 0,0 0,0 0,0 0,0 0,0 0,0-24,0 24,0 0,0 0,0 0,0 0,0 0,0 0,0 0,0 0,0 0,0 0,0 0,0 0,0 0,0 0,-1 0,1 0,0 0,0 0,0 0,0 0,-24-24,24 24,-24-24,0 0,0 0,0 0,0 0,0 1,0-1,0 0,0 0,0 0,0 0,-24 0,24 0,0 0,-24-24,24 24,0 0,0-24,0 24,-24-24,24 24,0-24,0 24,0 0,0-24,0 24,-24 0,24 1,0-1,0-24,-24 24,24-24,0 24,-24 0,24-24,0 24,0 0,0 0,-23 0,23 0,0 0,-24 0,24 0,0 0,0-24,0 24,-24 0,24 0,0 0,0 1,0-1,0-24,0 24,0 0,-24 0,24 0,0 0,0 0,0 0,0 0,0 0,0 0,0 0,0 0,0 0,0 0,0 0,0 0,0 0,-24 24,24-24,0 0,0 0,0 0,0 0,24 24,-24-24,24 24,0 0,0 0,-1 0,1 0,0 0,0 0,0 0,0 0,0 0,0 0,0 0,0 0,0 0,0 0,0 0,0 0,0 0,0 0,0 0,0 0,0 0,0 0,0 0,0 0,0 0,0 0,0 0,0 0,0 0,-1 0,1 0,0 0,0 0,0 0,0 0,0 0,0 0,0 0,0-23,0 23,0 0,0 0,0 0,0 0,0 0,0-24,0 24,0-24,0 24,0 0,0 0,0 0,0 0,0 0,0 0,-1 0,1 0,-48 0</inkml:trace>
    <inkml:trace contextRef="#ctx0" brushRef="#br0" timeOffset="17296.8908">1782 431,'0'120,"24"-72,-24 24,0-24,24 0,-24 0,0 0,0-24,0 0,0-48,0-24,0 24,24 0,-24 0,24 24,0-24,-1 24,1 0,0 0,24 24,-24 0,0 0,-24 0,0 0,0 0,-24 0,0 0,0-24,0 0,-24 0,25 0,-1 0,24 23</inkml:trace>
  </inkml:traceGroup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2:58:42.730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375A259C-461B-4096-A290-907EAA322F6C}" emma:medium="tactile" emma:mode="ink">
          <msink:context xmlns:msink="http://schemas.microsoft.com/ink/2010/main" type="inkDrawing" rotatedBoundingBox="7857,6206 8113,6373 7986,6567 7730,6400" semanticType="callout" shapeName="Other">
            <msink:sourceLink direction="with" ref="{3D51B6E3-DCFD-4183-8416-C76A32C0D16F}"/>
          </msink:context>
        </emma:interpretation>
      </emma:emma>
    </inkml:annotationXML>
    <inkml:trace contextRef="#ctx0" brushRef="#br0">1630-1198,'0'-24,"-24"24,0 0,0 0,0 0,0 24,24 0,0 0,0 0,0 0,0 0,0-1,0 1,24-24,-24 24,24-24,0 0,0 0,0-24,-24 0,0 1,24-1,-24 0,0 0,24 24,-24-24,24 48,-24 0,0 0,24 0,-24-1,0 1,0 0,24-24</inkml:trace>
  </inkml:traceGroup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2:59:02.913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F659B8B1-B86E-4959-BA55-062132839D5F}" emma:medium="tactile" emma:mode="ink">
          <msink:context xmlns:msink="http://schemas.microsoft.com/ink/2010/main" type="writingRegion" rotatedBoundingBox="12819,7212 13107,7212 13107,7715 12819,7715">
            <msink:destinationLink direction="with" ref="{958DEA85-23F9-419C-B31B-95E8DBF04D46}"/>
          </msink:context>
        </emma:interpretation>
      </emma:emma>
    </inkml:annotationXML>
    <inkml:traceGroup>
      <inkml:annotationXML>
        <emma:emma xmlns:emma="http://www.w3.org/2003/04/emma" version="1.0">
          <emma:interpretation id="{BFAEAC26-EDC0-45BA-A6C6-0B9FAD3D9EB1}" emma:medium="tactile" emma:mode="ink">
            <msink:context xmlns:msink="http://schemas.microsoft.com/ink/2010/main" type="paragraph" rotatedBoundingBox="12819,7212 13107,7212 13107,7715 12819,771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533DDC4F-742B-4BAC-A0D8-902D7DA90D67}" emma:medium="tactile" emma:mode="ink">
              <msink:context xmlns:msink="http://schemas.microsoft.com/ink/2010/main" type="line" rotatedBoundingBox="12819,7212 13107,7212 13107,7715 12819,7715"/>
            </emma:interpretation>
          </emma:emma>
        </inkml:annotationXML>
        <inkml:traceGroup>
          <inkml:annotationXML>
            <emma:emma xmlns:emma="http://www.w3.org/2003/04/emma" version="1.0">
              <emma:interpretation id="{F0ACFB2B-0D30-44D8-B621-BB71E5862228}" emma:medium="tactile" emma:mode="ink">
                <msink:context xmlns:msink="http://schemas.microsoft.com/ink/2010/main" type="inkWord" rotatedBoundingBox="12819,7212 13107,7212 13107,7715 12819,7715"/>
              </emma:interpretation>
              <emma:one-of disjunction-type="recognition" id="oneOf0">
                <emma:interpretation id="interp0" emma:lang="id-ID" emma:confidence="0.5">
                  <emma:literal>5</emma:literal>
                </emma:interpretation>
                <emma:interpretation id="interp1" emma:lang="id-ID" emma:confidence="0.5">
                  <emma:literal>b _</emma:literal>
                </emma:interpretation>
                <emma:interpretation id="interp2" emma:lang="id-ID" emma:confidence="0">
                  <emma:literal>} _</emma:literal>
                </emma:interpretation>
                <emma:interpretation id="interp3" emma:lang="id-ID" emma:confidence="0">
                  <emma:literal>b -</emma:literal>
                </emma:interpretation>
                <emma:interpretation id="interp4" emma:lang="id-ID" emma:confidence="0">
                  <emma:literal>} -</emma:literal>
                </emma:interpretation>
              </emma:one-of>
            </emma:emma>
          </inkml:annotationXML>
          <inkml:trace contextRef="#ctx0" brushRef="#br0">1566 1893,'0'24,"24"0,0 24,-24-24,0 24,0-24,0 24,0-24,0-48,24 0,-24 0,24 24,-24-24,24 24,0 0,0 0,-24 24,24-24,-24 24,0 0,0 0,0 0,0 0,0-1,-24-23,0 24,0-24,0 0,0 0,0 0,0-24,24 1</inkml:trace>
          <inkml:trace contextRef="#ctx0" brushRef="#br0" timeOffset="508.1148">1494 1749,'24'0,"72"0,-72 0,24 0,-24 24,0-24,0 0,0 0</inkml:trace>
        </inkml:traceGroup>
      </inkml:traceGroup>
    </inkml:traceGroup>
  </inkml:traceGroup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01:20.434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631E3927-0278-4860-8000-DD03C2671E4D}" emma:medium="tactile" emma:mode="ink">
          <msink:context xmlns:msink="http://schemas.microsoft.com/ink/2010/main" type="inkDrawing" rotatedBoundingBox="9948,7713 17723,6319 18328,9692 10554,11087" semanticType="callout" shapeName="Other">
            <msink:sourceLink direction="with" ref="{E4AAB976-6B26-4987-88A8-8D927F1CC86D}"/>
            <msink:sourceLink direction="with" ref="{6A9AC7D1-12A5-4DF4-977D-59C6B4E91F47}"/>
          </msink:context>
        </emma:interpretation>
      </emma:emma>
    </inkml:annotationXML>
    <inkml:trace contextRef="#ctx0" brushRef="#br0">-6469 3786,'24'0,"0"-24,0 24,0 0,24 0,-24 0,24 0,-24 0,24 0,-24 0,24 0,-24 0,24-24,-24 24,23-24,1 24,0-24,0 24,0 0,0-24,24 24,-24 0,0-24,0 24,0 0,-24 0,24-24,-1 24,-23 0,24 0,0-24,0 24,-24 0,24 0,0-23,-24 23,24 0,0 0,-24 0,24-24,-24 24,24 0,0 0,-24 0,23-24,1 24,0 0,0 0,0 0,0 0,-24 0,24 0,-24 0,24 0,-24 0,0 0,24 0,0 0,-24 0,23 0,-23 0,24 0,0 0,-24 24,24-24,-24 0,24 0,-24 0,24 24,-24-24,24 0,-24 0,24 0,-24 0,24 0,-24 0,24 0,-1 23,-23-23,24 0,0 0,0 0,-24 0,24 24,0-24,-24 0,24 24,-24-24,24 0,-24 0,24 0,-24 0,24 24,-25-24,1 0,0 0,24 0,-24 0,0 0,0 0,24 0,-24 0,0 0,24 0,-24 0,24 0,-24 0,24 24,-24-24,0 0,24 0,-24 0,0 0,0 0,-1 0,1 0,24 0,-24 0,0 24,24-24,-24 0,0 0,0 24,24-24,-24 0,0 0,0 0,0 0,24 0,-24 0,0 0,24 0,-24 0,24 0,-25 0,25 0,-24 0,0 0,24 0,-24 0,0 0,0 0,0 0,0 0,0 0,0 0,0 0,0 0,-24-24,0 0,24 0,-24 0,0 0,0 0,0-23,0 23,0 0,0-24,0 24,0 0,0-24,0 24,0-24,0 24,0-24,0 0,0 0,0 0,0 0,0 0,0 1,0-1,0 24,0 0,0 0,0-24,0 24,0-24,0 0,24 0,-24 24,0-24,0 0,0 24,0 0,0 0,0 0,0 0,0 0,0 1,0-1,0 0,0 0,0 0,0 0,-24 0,24 0,0 0,0 0,0 0,-24 0,24 0,0 0,0 0,0 0,0 0,0 0,0 0,0 0,0 0,0 0,-24 0,24 0,0 0,0 0,0 0,0 1,0-1,0 0,0 0,0 0,0 0,0 0,0 0,0 0,0 0,0 0,0 0,0 0,24 24,0 0,0-24,0 24,0 0,0 0,0 0,0 0,0 0,0 0,0 0,0 0,-1 0,1 0,0 0,0 0,0 0,0 0,0 0,0 0,0 0,0 0,0 0,0 0,0 0,0 0,0 0,0 0,0 0,0 0,0 0,0 0,0 0,0 0,0 0,0 0,0 0,0 0,-1 0,1 0,-24-24,24 24,0 0,0 0,0 0,0-24,0 24,0 0,0-24,0 24,0 0,0 0,0 0,-24-24,24 24,0 0,0 0,0 0,0 0,-24-24,24 24,0 0,-48 0,0 24</inkml:trace>
    <inkml:trace contextRef="#ctx0" brushRef="#br0" timeOffset="16069.0607">1295 2492,'24'0,"-24"-24,0 48,0 24,0-24,0 0,0 0,0 24,0-24,0 24,-24-24,24 24,0-24,0 24,0 0,0-1,-24 1,24 0,0 0,0 0,0-24,-24 0,24 0,0 24,0-24,0 0,0 0,0 24,0-24,0 24,0 0,0 23,-24-23,24 0,-24 0,24 0,0-24,0 0,-24 0,24 0,0 0,0 0,0 24,0-24,0 24,0-24,0 0,0 24,0-24,-24 0,24-1,-24 1,24 0,0 0,0 0,-24-24,24 24,0 0,-24-24,24 24,0 0,-24-24,24 24,-24-24,0 0,1 0,-1 0,0 0,-24 0,24 0,-24 0,24 0,-48 0,24 0,0 24,0-24,24 0,-24 24,0-24,0 0,1 0,23 0,-24 0,0 0,24 0,-24 0,0 0,0 0,0 0,24 0,-24 0,0 0,24 0,-24 0,24 0,0 0,0 0,0 0,1 0,-1 0,0 0,-24 0,24 0,0-24,0 24,-24 0,24 0,0 0,0-24,0 24,0 0,0 0,-24 0,24 0,0 0,-24 0,24 0,-24-24,24 24,1 0,-1-24,-24 24,24-24,0 24,0 0,0 0,0 0,0 0,0 0,-24 0,24 0,0 0,24-24,-24 24,0 0,0 0,0 0,0 0,0 0,0 0,-24 0,24 0,-24 0,25 0,-1 0,0 0,0 0,24-24,-24 24,0 0,0 0,0 0,0 0,0 0,0 0,0 0,0 0,-24 0,24 0,0 0,0 0,0 0,0 0,0 0,0 0,0 0,0 0,0 0,-23 0,23 0,0 0,-24 0,0 0,24 0,-24 0,0 0,0 0,0 0,0 0,24 0,-24 0,0 0,24 0,0 0,0 0,0 0,1 0,-1 0,0 0,-24 0,24 0,-24 0,24 0,0 0,-24 0,24 0,-24 0,24 0,0 0,-24 0,24 0,0 0,-24 0,24 0,0 0,0 0,1 0,-1 0,0 0,0 0,0 0,0 0,0 0,0 0,0 0,0 0,0 0,0 0,0 0,0 0,0 0,0 0,0 0,0 0,0 0,0 0,0 0,0 0,0 24,0-24,0 0,0 0,0 0,1 0,-1 0,0 0,0 0,0 24,0-24,0 0,0 0,0 24,0-24,48 0,24 0,-24 0</inkml:trace>
  </inkml:traceGroup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06:13.948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185EDA3E-2C6E-4502-873C-43BBCCEAC996}" emma:medium="tactile" emma:mode="ink">
          <msink:context xmlns:msink="http://schemas.microsoft.com/ink/2010/main" type="inkDrawing" rotatedBoundingBox="14207,11909 15426,12024 15330,13042 14111,12927" semanticType="enclosure" shapeName="Other">
            <msink:destinationLink direction="with" ref="{E483A872-C22C-458A-988C-2396CE71B719}"/>
          </msink:context>
        </emma:interpretation>
      </emma:emma>
    </inkml:annotationXML>
    <inkml:trace contextRef="#ctx0" brushRef="#br0">28 194,'-24'-24,"24"1,0-1,0 0,24 0,0 0,24 24,-24-24,0 24,0 0,24 0,-25 0,1-24,0 24,48 0,-24 0,-24 0,0 24,0-24,24 24,-24-24,0 24,24 0,-24 0,0 0,0-1,0-23,0 24,0 0,0-24,-24 24,24-24,0 24,-1 0,1 0,0-24,-24 24,24-24,0 24,0 0,0-24,-24 24,24-24,-24 24,0 0,24-24,-24 24,24-24,-24 24,24 0,-24-48,0 0,-24 0</inkml:trace>
    <inkml:trace contextRef="#ctx0" brushRef="#br0" timeOffset="-2289.0396">-44 242,'-24'-48,"0"48,48 0,0 0,0 0,0 0,0 0,0 0,0 0,0 24,-24 0,24-24,-24 24,24-24,-24 24,24 0,-24 0,24 0,-24 0,24-24,-24 24,0 0,23 0,-23 0,0 0,0 0,24 0,-24 0,0 0,0 0,0 0,0 0,0 0,0 0,0 0,0 0,0 0,0-1,-24 1,24 0,-23-24,23 24,-24-24,0 0,0 24,0-24,0 24,0-24,0 24,0-24,0 24,0-24,0 0</inkml:trace>
    <inkml:trace contextRef="#ctx0" brushRef="#br0" timeOffset="1499.3652">4 913,'24'0,"0"24,0-24,0 24,0-24,0 24,0-24,0 0,0 0,-1 0,1 0,0 0,0-24,0 24,0-24,0 24,0 0,0 0,0-24,0 24,0 0,0 0,0 0,0 0,0 0,0 0,0 0,0 0,0 0,-24-24,24 24,0 0,0 0,-24-24,24 24,0 0,0-24,-1 0,1 24,-24-23,24 23,-24-24,24 24,-24-24,120-144,-120 144,24 24,-24-24,0 0,24 24,-48 0</inkml:trace>
  </inkml:traceGroup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06:20.539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E483A872-C22C-458A-988C-2396CE71B719}" emma:medium="tactile" emma:mode="ink">
          <msink:context xmlns:msink="http://schemas.microsoft.com/ink/2010/main" type="inkDrawing" rotatedBoundingBox="9080,12053 14493,12022 14497,12817 9085,12847" semanticType="callout" shapeName="Other">
            <msink:sourceLink direction="with" ref="{185EDA3E-2C6E-4502-873C-43BBCCEAC996}"/>
            <msink:sourceLink direction="with" ref="{94C26B8F-7D38-4FA8-8FB9-4EEA8EED9F87}"/>
          </msink:context>
        </emma:interpretation>
      </emma:emma>
    </inkml:annotationXML>
    <inkml:trace contextRef="#ctx0" brushRef="#br0">0 0,'0'24,"0"0,0-1,24 1,-24 0,0 24,24-24,-24 0,0 0,24 0,-24 0,0 24,24-24,-24 0,0 0,24 0,-24 0,0 0,0 0,0 0,0 0,0 0,0 0,0 0,0 0,0 0,0 0,24-24,-24 23,0 1,0 0,0 0,24-24,0 0,0 0,24 0,-24 0,24 0,-25 0,25 0,-24 0,24 0,0 0,-24 0,24 0,-24 0,0 0,24 0,0 0,-24 0,0 0,24 0,-24-24,0 24,0 0,0-24,23 24,-23 0,0-24,24 24,-24 0,24 0,-24 0,0 0,0 0,0 0,24 0,-24-23,24 23,0-24,-24 0,24 24,0-24,0 24,-1-24,1 24,0 0,-24 0,0 0,24-24,-24 24,0 0,0 0,0-24,0 24,0 0,24 0,-48-24,24 24,0 0,0-24,0 24,0 0,0 0,0 0,0 0,0 0,-1 0,1 0,-24-24,24 24,0 0,0 0,0 0,0 0,0-24,0 24,0 0,24 0,-24-24,0 24,0 0,0 0,0 0,0 0,0 0,0-24,0 24,0 0,0 0,0 0,0 0,0 0,0 0,-1 0,1 0,0 0,0 24,0-24,0 0,0 0,0 0,0 0,0 0,0 24,0-24,0 0,0 24,0-24,0 0,0 0,0 24,0-24,0 0,0 0,0 0,0 0,0 0,0 0,0 0,-1 0,1 0,0 0,0 0,0 0,0 0,0 0,0 0,0 0,0 0,0 0,0 0,0 0,0 0,0 0,0 0,0 0,0 0,0 0,0 0,0 0,0 24,0-24,0 0,0 0,0 0,0 0,-1 0,1 0,0 0,0 0,0 0,0 0,0 0,0 0,0 0,0 0,0 0,0 0,0 0,0 0,0 0,0 24,0-24,0 0,0 0,0 0,0 0,0 0,0 0,0 0,0 0,0 0,-1 0,1 0,0 0,0 0,0 0,0 0,0 0,0 0,0 0,0 0,0 0,0 0,-24 24,24-24,0 0,0 0,0 0,0 24,0-24,0 0,0 0,0 0,-24 24,24-24,0 0,0 0,0 0,0 0,-24 24,24-24,-24-24</inkml:trace>
  </inkml:traceGroup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06:59.056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19447B18-EEC4-41D2-A2FB-AC1C3684A885}" emma:medium="tactile" emma:mode="ink">
          <msink:context xmlns:msink="http://schemas.microsoft.com/ink/2010/main" type="inkDrawing" rotatedBoundingBox="14433,7537 14520,12387 13545,12405 13458,7554" semanticType="verticalRange" shapeName="Other">
            <msink:sourceLink direction="with" ref="{5BA8BCA1-BEA6-44C3-9B2B-0EF49F429FF3}"/>
          </msink:context>
        </emma:interpretation>
      </emma:emma>
    </inkml:annotationXML>
    <inkml:trace contextRef="#ctx0" brushRef="#br0">0 121,'0'-24,"0"0,0 0,24 24,0 0,0 0,0 0,0 0,0 0,0-24,0 24,0 0,0 0,0 0,0 0,0-24,0 24,-1 0,1 0,0 0,0 0,-24 24,0 0,0 0,0 0,0 0,0-1,0 1,0 0,0 0,0 24,-24-24,24 0,0 0,0 0,0 0,0 0,0 0,0 0,-24 0,24 24,0-24,0 0,0 24,0-24,-24 0,24 0,0 24,0-25,0 1,-23 24,23-24,0 0,0 0,0 24,0-24,0 0,0 24,0-24,0 0,-24 24,24-24,0 24,-24-24,24 0,0 24,-24-24,24 24,0-25,-24 25,24-24,0 24,0-24,-24 24,24-24,0 0,0 24,-24-24,24 0,0 0,0 0,0 0,0 0,0 0,-24 0,24 24,0-24,0 0,0 0,0 23,-24-23,24 0,0 0,0 0,0 0,0 0,0 0,0 0,0 0,0 0,0 0,0 0,-24 0,24 24,0-24,0 24,0 0,0-24,0 0,0 24,0-24,0-1,0 1,0 0,0 0,0 0,0 0,-24 0,24 24,0-24,0 0,0 0,-24 0,24 0,0 0,0 0,0 0,0 0,0 0,0 0,-24 0,24 0,0 24,0-24,0 0,0-1,0 1,0 24,0-24,0 0,-24 0,24 0,0 0,0 0,0 0,0 0,0 0,0 0,0 0,0 0,0 0,0 0,0 0,0 0,0 0,0 0,0 0,0 0,0 0,0 0,0 0,0-1,0 1,0 0,0 0,0 0,0 0,0 0,0 0,0 0,0 0,0 0,0 0,0 0,0 0,0 0,0 0,0 0,0 0,0 0,0 0,0 0,24-24,-24 24,24-24,0 24,0 0,0-24,-24 24,24-24,-24 24,24-24,0 23,0 1,0-24,0 0,-24 24,24-24,-24 24,24-24,-1 0,1 24,0-24,0 24,0-24,0 0,-24 24,24-24,0 0,0 0,-24 24,24-24,0 0,0 0,-24 24,24-24,0 0,0 0,0 0,-24 24,24-24,0 0,0 0,0 0,0 0,0 0,0 0,0 0,0 0,-24 24,24-24,0 0,-24 24,23-24,-23-24,0 0</inkml:trace>
  </inkml:traceGroup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05:24.849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188C00F3-D8FB-42AD-8EBD-DB828CC4E392}" emma:medium="tactile" emma:mode="ink">
          <msink:context xmlns:msink="http://schemas.microsoft.com/ink/2010/main" type="inkDrawing" rotatedBoundingBox="9641,11500 9699,12194 9675,12196 9618,11502" semanticType="callout" shapeName="Other">
            <msink:sourceLink direction="with" ref="{6A9AC7D1-12A5-4DF4-977D-59C6B4E91F47}"/>
            <msink:sourceLink direction="with" ref="{94C26B8F-7D38-4FA8-8FB9-4EEA8EED9F87}"/>
          </msink:context>
        </emma:interpretation>
      </emma:emma>
    </inkml:annotationXML>
    <inkml:trace contextRef="#ctx0" brushRef="#br0">0 0,'0'24,"0"0,0 24,0 24,24 0,-24 0,0 0,24 0,-24 0,0 0,0-49,0 25,0-24</inkml:trace>
  </inkml:traceGroup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05:25.914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30EB5655-4E5D-467F-8505-8569792B46A8}" emma:medium="tactile" emma:mode="ink">
          <msink:context xmlns:msink="http://schemas.microsoft.com/ink/2010/main" type="inkDrawing" rotatedBoundingBox="10044,11407 10308,12230 9844,12379 9580,11556" semanticType="callout" shapeName="Other">
            <msink:sourceLink direction="with" ref="{6A9AC7D1-12A5-4DF4-977D-59C6B4E91F47}"/>
          </msink:context>
        </emma:interpretation>
      </emma:emma>
    </inkml:annotationXML>
    <inkml:trace contextRef="#ctx0" brushRef="#br0">120 24,'0'-24,"24"24,0 0,0 0,0 0,0 24,0 0,0-24,0 24,0-24,0 24,0 0,0-24,-1 24,1 0,0-24,-24 24,24 0,-24 0,0 0,24-24,-24 24,0 0,0 0,24 0,-24 0,0 24,24-24,-24 0,0 0,24 0,-24 0,0 0,0 0,0-1,-24 1,0 0,0 0,24 0,-24 0,0 0,0 0,0-24,1 24,-1-24,-24 24,-96-48</inkml:trace>
  </inkml:traceGroup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07:01.956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958DEA85-23F9-419C-B31B-95E8DBF04D46}" emma:medium="tactile" emma:mode="ink">
          <msink:context xmlns:msink="http://schemas.microsoft.com/ink/2010/main" type="inkDrawing" rotatedBoundingBox="15422,12560 15704,7372 16848,7434 16566,12622" semanticType="verticalRange" shapeName="Other">
            <msink:sourceLink direction="with" ref="{F659B8B1-B86E-4959-BA55-062132839D5F}"/>
            <msink:sourceLink direction="with" ref="{3C4421A2-1A91-4B95-AA09-7B83372E19C1}"/>
            <msink:sourceLink direction="with" ref="{026FD1F9-A5F2-4B40-B39B-D42E00FAFF59}"/>
          </msink:context>
        </emma:interpretation>
      </emma:emma>
    </inkml:annotationXML>
    <inkml:trace contextRef="#ctx0" brushRef="#br0">0 4988,'0'24,"24"0,0-24,0 24,0-24,24 0,-24 24,24-24,-24 24,0-24,24 0,-24 24,-1-24,49 0,240 24,-288-24,0 0,-24 24,24-24,0 0,0 0,0 0,0 0,0 0,0 0,-24-24,0 0,23 0,-23 0,0 0,0-24,24 24,-24 0,24-24,-24 24,0 0,24 0,-24 0,0 0,0-24,0 24,0 0,0-23,24 23,-24 0,0-24,0 24,24 0,-24-24,0 24,0 0,0 0,24-24,-24 24,0 0,0-24,0 24,24-24,-24 24,0-24,24 24,-24-23,0 23,0-24,0 24,24 0,-24-24,0 24,0 0,0-24,0 24,0-24,0 24,0 0,0-24,0 24,0-24,0 0,0 24,0-23,24-1,-24 0,0 24,0-24,0 24,24-24,-24 24,0-24,0 24,0 0,0 0,0 0,0-24,0 24,0-24,0 0,0 24,0-23,0-1,0 24,0 0,0-24,0 24,0 0,0-24,0 24,0-24,0 24,0-24,0 24,0-24,0 0,0 24,0 0,0-24,0 25,0-1,0-24,0 24,0-24,0 24,0-24,-24 24,24-24,0 24,0-24,-24 24,24 0,0-24,-24 24,24 0,0 0,-24 0,24-24,0 25,-24-1,24 0,0 0,-24 0,24 0,0-24,0 24,0 0,-24 0,24 0,0 0,0-24,-24 24,24 0,0 0,0-24,-24 24,24 0,0 0,0 0,-24 0,24-24,0 25,-24-1,24 0,0 0,0 0,0 0,0 0,0 0,0 0,0 0,0 0,-23 0,23 0,0 0,0 0,0 0,-24 0,24 0,0 0,0 0,0 0,0 0,0 0,0 0,0 0,0 0,0 1,0-1,0 0,0 0,0 0,0 0,24 24,-24-24,23 0,1 24,0-24,0 0,0 24,0-24,0 24,0 0,0 0,0 0,0 0,0 0,0 0,0 0,-24 24,24-24,0 0,0 0,-24 24,-24 0</inkml:trace>
  </inkml:traceGroup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31:16.387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6A8C3C38-109A-465E-A22F-0E7B3ED50F9A}" emma:medium="tactile" emma:mode="ink">
          <msink:context xmlns:msink="http://schemas.microsoft.com/ink/2010/main" type="writingRegion" rotatedBoundingBox="13618,1399 14048,9956 11216,10098 10786,1542"/>
        </emma:interpretation>
      </emma:emma>
    </inkml:annotationXML>
    <inkml:traceGroup>
      <inkml:annotationXML>
        <emma:emma xmlns:emma="http://www.w3.org/2003/04/emma" version="1.0">
          <emma:interpretation id="{196B2ACB-B122-452E-A44A-1A972993D5F0}" emma:medium="tactile" emma:mode="ink">
            <msink:context xmlns:msink="http://schemas.microsoft.com/ink/2010/main" type="paragraph" rotatedBoundingBox="13664,1483 14046,9957 13498,9981 13116,150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30C4BC1A-90E2-4CCA-BD4F-6A6BA92FFCAA}" emma:medium="tactile" emma:mode="ink">
              <msink:context xmlns:msink="http://schemas.microsoft.com/ink/2010/main" type="line" rotatedBoundingBox="13664,1483 14046,9957 13498,9981 13116,1508"/>
            </emma:interpretation>
          </emma:emma>
        </inkml:annotationXML>
        <inkml:traceGroup>
          <inkml:annotationXML>
            <emma:emma xmlns:emma="http://www.w3.org/2003/04/emma" version="1.0">
              <emma:interpretation id="{459EA476-0F49-49DC-AFA3-0C893C02C9CE}" emma:medium="tactile" emma:mode="ink">
                <msink:context xmlns:msink="http://schemas.microsoft.com/ink/2010/main" type="inkWord" rotatedBoundingBox="13563,1487 13617,2701 13421,2710 13366,1496"/>
              </emma:interpretation>
              <emma:one-of disjunction-type="recognition" id="oneOf0">
                <emma:interpretation id="interp0" emma:lang="id-ID" emma:confidence="0.5">
                  <emma:literal>u.</emma:literal>
                </emma:interpretation>
                <emma:interpretation id="interp1" emma:lang="id-ID" emma:confidence="0">
                  <emma:literal>u,</emma:literal>
                </emma:interpretation>
                <emma:interpretation id="interp2" emma:lang="id-ID" emma:confidence="0">
                  <emma:literal>Un</emma:literal>
                </emma:interpretation>
                <emma:interpretation id="interp3" emma:lang="id-ID" emma:confidence="0">
                  <emma:literal>-e,</emma:literal>
                </emma:interpretation>
                <emma:interpretation id="interp4" emma:lang="id-ID" emma:confidence="0">
                  <emma:literal>-r,</emma:literal>
                </emma:interpretation>
              </emma:one-of>
            </emma:emma>
          </inkml:annotationXML>
          <inkml:trace contextRef="#ctx0" brushRef="#br0">11980-776,'-84'-29,"84"58,-29-1,29 0,0 0,0 1,0-1,0 0,0 0,29 0,-1-28,0 29,0-29,0 0,1 0,-1-29</inkml:trace>
          <inkml:trace contextRef="#ctx0" brushRef="#br0" timeOffset="53819.1196">11896-43,'0'-56,"0"112,0-27,28-1,-28 28,0 1,0-29,0 0,0 29,0-29,0 0,0 0,0 1,0-1,0 0,28-28</inkml:trace>
        </inkml:traceGroup>
        <inkml:traceGroup>
          <inkml:annotationXML>
            <emma:emma xmlns:emma="http://www.w3.org/2003/04/emma" version="1.0">
              <emma:interpretation id="{0E0B18FF-3969-4161-847E-73E01E6FB342}" emma:medium="tactile" emma:mode="ink">
                <msink:context xmlns:msink="http://schemas.microsoft.com/ink/2010/main" type="inkWord" rotatedBoundingBox="13682,3487 13704,3974 13302,3992 13280,3505"/>
              </emma:interpretation>
              <emma:one-of disjunction-type="recognition" id="oneOf1">
                <emma:interpretation id="interp5" emma:lang="id-ID" emma:confidence="0.5">
                  <emma:literal>•</emma:literal>
                </emma:interpretation>
                <emma:interpretation id="interp6" emma:lang="id-ID" emma:confidence="0">
                  <emma:literal>O</emma:literal>
                </emma:interpretation>
                <emma:interpretation id="interp7" emma:lang="id-ID" emma:confidence="0">
                  <emma:literal>0</emma:literal>
                </emma:interpretation>
                <emma:interpretation id="interp8" emma:lang="id-ID" emma:confidence="0">
                  <emma:literal>e</emma:literal>
                </emma:interpretation>
                <emma:interpretation id="interp9" emma:lang="id-ID" emma:confidence="0">
                  <emma:literal>o</emma:literal>
                </emma:interpretation>
              </emma:one-of>
            </emma:emma>
          </inkml:annotationXML>
          <inkml:trace contextRef="#ctx0" brushRef="#br0" timeOffset="56646.8797">11839 1256,'-56'-29,"56"58,0 27,0-28,0 29,0-29,0 28,28-27,0 27,-28-28,28 1,1-1,-1-28,0 28,0-28,0 0,1 0,-1 0,0 0,0-28,-28 0,29-1,-29-27,28 28,-28-29,0 29,0-28,0 27,0 1,-28 0,-1-29,1 57,0-28,-29 28,29 0,0 0,0 0,28 28,-28 1,28 27,-29-28</inkml:trace>
        </inkml:traceGroup>
        <inkml:traceGroup>
          <inkml:annotationXML>
            <emma:emma xmlns:emma="http://www.w3.org/2003/04/emma" version="1.0">
              <emma:interpretation id="{D173F9BD-9B3F-41D4-A6E9-7AFA1C57AAC5}" emma:medium="tactile" emma:mode="ink">
                <msink:context xmlns:msink="http://schemas.microsoft.com/ink/2010/main" type="inkWord" rotatedBoundingBox="13687,4730 13756,6261 13357,6279 13288,4748"/>
              </emma:interpretation>
              <emma:one-of disjunction-type="recognition" id="oneOf2">
                <emma:interpretation id="interp10" emma:lang="id-ID" emma:confidence="0.5">
                  <emma:literal>-e</emma:literal>
                </emma:interpretation>
                <emma:interpretation id="interp11" emma:lang="id-ID" emma:confidence="0">
                  <emma:literal>-8</emma:literal>
                </emma:interpretation>
                <emma:interpretation id="interp12" emma:lang="id-ID" emma:confidence="0">
                  <emma:literal>-0</emma:literal>
                </emma:interpretation>
                <emma:interpretation id="interp13" emma:lang="id-ID" emma:confidence="0">
                  <emma:literal>-4</emma:literal>
                </emma:interpretation>
                <emma:interpretation id="interp14" emma:lang="id-ID" emma:confidence="0">
                  <emma:literal>-o</emma:literal>
                </emma:interpretation>
              </emma:one-of>
            </emma:emma>
          </inkml:annotationXML>
          <inkml:trace contextRef="#ctx0" brushRef="#br0" timeOffset="57967.1338">11952 2441,'28'339,"-28"-311,0 0,0 0,0 1,0-1,0 0,0 0</inkml:trace>
          <inkml:trace contextRef="#ctx0" brushRef="#br0" timeOffset="60292.8462">11867 3626,'0'-28,"-28"28,28 28,0 1,0-1,0 0,0 0,0 0,0 1,28 27,1-28,-1 1,0-1,0-28,0 28,1-28,-1 0,0 0,0 0,1 0,-1 0,0-28,-28 0,28-1,-28 1,0-28,0 27,0-27,0 28,-28-29,0 29,0 0,-1 0,1-1,0 29,-29 0,29 0,0 0,0 29,28-1,-28 0,28 29,-29-29</inkml:trace>
        </inkml:traceGroup>
        <inkml:traceGroup>
          <inkml:annotationXML>
            <emma:emma xmlns:emma="http://www.w3.org/2003/04/emma" version="1.0">
              <emma:interpretation id="{C3EEA973-E7A6-4CE9-9255-9828A912FF96}" emma:medium="tactile" emma:mode="ink">
                <msink:context xmlns:msink="http://schemas.microsoft.com/ink/2010/main" type="inkWord" rotatedBoundingBox="13582,6969 13604,7449 13561,7451 13539,6971"/>
              </emma:interpretation>
              <emma:one-of disjunction-type="recognition" id="oneOf3">
                <emma:interpretation id="interp15" emma:lang="id-ID" emma:confidence="0.5">
                  <emma:literal>_</emma:literal>
                </emma:interpretation>
                <emma:interpretation id="interp16" emma:lang="id-ID" emma:confidence="0">
                  <emma:literal>-</emma:literal>
                </emma:interpretation>
                <emma:interpretation id="interp17" emma:lang="id-ID" emma:confidence="0">
                  <emma:literal>~</emma:literal>
                </emma:interpretation>
                <emma:interpretation id="interp18" emma:lang="id-ID" emma:confidence="0">
                  <emma:literal>.</emma:literal>
                </emma:interpretation>
                <emma:interpretation id="interp19" emma:lang="id-ID" emma:confidence="0">
                  <emma:literal>=</emma:literal>
                </emma:interpretation>
              </emma:one-of>
            </emma:emma>
          </inkml:annotationXML>
          <inkml:trace contextRef="#ctx0" brushRef="#br0" timeOffset="61681.5553">12037 4699,'0'-28,"0"56,0 0,0 28,0 1,28-29,-28 29,0-1,0-28,28 85,-28-85</inkml:trace>
        </inkml:traceGroup>
        <inkml:traceGroup>
          <inkml:annotationXML>
            <emma:emma xmlns:emma="http://www.w3.org/2003/04/emma" version="1.0">
              <emma:interpretation id="{1BC08337-F3E9-4F0E-8E98-2E2CB827163E}" emma:medium="tactile" emma:mode="ink">
                <msink:context xmlns:msink="http://schemas.microsoft.com/ink/2010/main" type="inkWord" rotatedBoundingBox="13964,8137 14046,9957 13498,9981 13416,8161"/>
              </emma:interpretation>
              <emma:one-of disjunction-type="recognition" id="oneOf4">
                <emma:interpretation id="interp20" emma:lang="id-ID" emma:confidence="0.5">
                  <emma:literal>-e</emma:literal>
                </emma:interpretation>
                <emma:interpretation id="interp21" emma:lang="id-ID" emma:confidence="0">
                  <emma:literal>Le</emma:literal>
                </emma:interpretation>
                <emma:interpretation id="interp22" emma:lang="id-ID" emma:confidence="0">
                  <emma:literal>oe</emma:literal>
                </emma:interpretation>
                <emma:interpretation id="interp23" emma:lang="id-ID" emma:confidence="0">
                  <emma:literal>He</emma:literal>
                </emma:interpretation>
                <emma:interpretation id="interp24" emma:lang="id-ID" emma:confidence="0">
                  <emma:literal>Se</emma:literal>
                </emma:interpretation>
              </emma:one-of>
            </emma:emma>
          </inkml:annotationXML>
          <inkml:trace contextRef="#ctx0" brushRef="#br0" timeOffset="63793.5287">12008 6053,'-28'-28,"0"28,0 0,28 28,0 1,0-1,0 0,0 0,0 1,0-1,0 0,28 0,-28 0,28 1,-28-1,28-28,1 28,-1-28,0 0,0 0,1 0,-1 0,0 0,0 0,-28-28,28 28,-28-28,29-1,-29 1,0 0,0 0,0-29,0 29,0-198,-29 226,29-28,-28 28,0-28,0 28,0 0,-1 0,1 0,0 0,0 0,-1 28,1 29,0-29,28 0,0 0,0 0,0 1,0-1</inkml:trace>
          <inkml:trace contextRef="#ctx0" brushRef="#br0" timeOffset="66028.636">12178 7436,'0'-56,"0"28,0-1,0 1,-28 56,28 1,0-1,0 28,0-27,0-1,28 0,-28 0,28 0,0 1,0-29,1 28,-1-28,0 28,0-28,1 0,-1 0,0-28,0 28,-28-28,28-1,-28 1,0 0,0-28,0 27,0-27,0 28,0-29,0 29,0 0,0 0,-28-29,0 29,28 0,-28-1,0 1,-1 0,1 28,0 0,0 0,-1 0,1 0,0 28,0 0,0 1,28 27,0-28,-29 1,29-1,0 0</inkml:trace>
        </inkml:traceGroup>
      </inkml:traceGroup>
    </inkml:traceGroup>
    <inkml:traceGroup>
      <inkml:annotationXML>
        <emma:emma xmlns:emma="http://www.w3.org/2003/04/emma" version="1.0">
          <emma:interpretation id="{4F6D2F31-82A6-4A58-A689-8A749FFEE972}" emma:medium="tactile" emma:mode="ink">
            <msink:context xmlns:msink="http://schemas.microsoft.com/ink/2010/main" type="paragraph" rotatedBoundingBox="11336,1514 11764,10038 11215,10066 10786,154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FCAE815C-E451-4606-A247-A16EDDB2595A}" emma:medium="tactile" emma:mode="ink">
              <msink:context xmlns:msink="http://schemas.microsoft.com/ink/2010/main" type="inkBullet" rotatedBoundingBox="11341,3455 11366,3947 10987,3966 10962,3474"/>
            </emma:interpretation>
            <emma:one-of disjunction-type="recognition" id="oneOf5">
              <emma:interpretation id="interp25" emma:lang="id-ID" emma:confidence="0">
                <emma:literal>o</emma:literal>
              </emma:interpretation>
              <emma:interpretation id="interp26" emma:lang="id-ID" emma:confidence="0">
                <emma:literal>O</emma:literal>
              </emma:interpretation>
              <emma:interpretation id="interp27" emma:lang="id-ID" emma:confidence="0">
                <emma:literal>0</emma:literal>
              </emma:interpretation>
              <emma:interpretation id="interp28" emma:lang="id-ID" emma:confidence="0">
                <emma:literal>•</emma:literal>
              </emma:interpretation>
              <emma:interpretation id="interp29" emma:lang="id-ID" emma:confidence="0">
                <emma:literal>.</emma:literal>
              </emma:interpretation>
            </emma:one-of>
          </emma:emma>
        </inkml:annotationXML>
        <inkml:trace contextRef="#ctx0" brushRef="#br0" timeOffset="34379.9693">9581 1171,'-28'0,"0"0,0 28,28 0,0 1,-29-1,29 28,0 1,0-29,0 28,29-27,-29 27,28-28,0 1,0-29,1 28,-1-28,0 0,0 0,0 0,1 0,-1 0,0-28,-28-1,28 1,-28 0,0-29,0 1,0 28,0-29,0 1,0 28,0-1,-28 1,0 28,0 0,-1 0,1 0,0 0,0 0</inkml:trace>
      </inkml:traceGroup>
      <inkml:traceGroup>
        <inkml:annotationXML>
          <emma:emma xmlns:emma="http://www.w3.org/2003/04/emma" version="1.0">
            <emma:interpretation id="{9BFEBCCB-5E74-496A-A671-1D0CCD7C63EF}" emma:medium="tactile" emma:mode="ink">
              <msink:context xmlns:msink="http://schemas.microsoft.com/ink/2010/main" type="line" rotatedBoundingBox="11336,1514 11764,10038 11215,10066 10786,1542"/>
            </emma:interpretation>
          </emma:emma>
        </inkml:annotationXML>
        <inkml:traceGroup>
          <inkml:annotationXML>
            <emma:emma xmlns:emma="http://www.w3.org/2003/04/emma" version="1.0">
              <emma:interpretation id="{F6952F10-E6A4-411C-BF52-BF659302D81E}" emma:medium="tactile" emma:mode="ink">
                <msink:context xmlns:msink="http://schemas.microsoft.com/ink/2010/main" type="inkWord" rotatedBoundingBox="11336,1514 11396,2725 10847,2753 10786,1542"/>
              </emma:interpretation>
              <emma:one-of disjunction-type="recognition" id="oneOf6">
                <emma:interpretation id="interp30" emma:lang="id-ID" emma:confidence="0.5">
                  <emma:literal>Z</emma:literal>
                </emma:interpretation>
                <emma:interpretation id="interp31" emma:lang="id-ID" emma:confidence="0">
                  <emma:literal>w</emma:literal>
                </emma:interpretation>
                <emma:interpretation id="interp32" emma:lang="id-ID" emma:confidence="0">
                  <emma:literal>s</emma:literal>
                </emma:interpretation>
                <emma:interpretation id="interp33" emma:lang="id-ID" emma:confidence="0">
                  <emma:literal>4</emma:literal>
                </emma:interpretation>
                <emma:interpretation id="interp34" emma:lang="id-ID" emma:confidence="0">
                  <emma:literal>~</emma:literal>
                </emma:interpretation>
              </emma:one-of>
            </emma:emma>
          </inkml:annotationXML>
          <inkml:trace contextRef="#ctx0" brushRef="#br0" timeOffset="36358.4886">9666 2441,'0'28,"0"29,28-29,-28 57,28-29,-28 0,0-27,0 27,0-28,0 1,0-1,0 0,0 0,29-28</inkml:trace>
          <inkml:trace contextRef="#ctx0" brushRef="#br0" timeOffset="38368.4492">9638 3485,'0'-56,"28"112,-28-28,28 29,-28-1,28 1,-28-1,0-28,0 1,0-1,29 0,-29 0,0 1,0-1,0 28,0-28</inkml:trace>
        </inkml:traceGroup>
        <inkml:traceGroup>
          <inkml:annotationXML>
            <emma:emma xmlns:emma="http://www.w3.org/2003/04/emma" version="1.0">
              <emma:interpretation id="{F15D2E9A-0C5E-4983-9E37-C1806051CDC4}" emma:medium="tactile" emma:mode="ink">
                <msink:context xmlns:msink="http://schemas.microsoft.com/ink/2010/main" type="inkWord" rotatedBoundingBox="11398,4729 11533,7416 11182,7434 11047,4747"/>
              </emma:interpretation>
              <emma:one-of disjunction-type="recognition" id="oneOf7">
                <emma:interpretation id="interp35" emma:lang="id-ID" emma:confidence="0.5">
                  <emma:literal>-e</emma:literal>
                </emma:interpretation>
                <emma:interpretation id="interp36" emma:lang="id-ID" emma:confidence="0">
                  <emma:literal>--8</emma:literal>
                </emma:interpretation>
                <emma:interpretation id="interp37" emma:lang="id-ID" emma:confidence="0">
                  <emma:literal>--0</emma:literal>
                </emma:interpretation>
                <emma:interpretation id="interp38" emma:lang="id-ID" emma:confidence="0">
                  <emma:literal>-Le</emma:literal>
                </emma:interpretation>
                <emma:interpretation id="interp39" emma:lang="id-ID" emma:confidence="0">
                  <emma:literal>=0</emma:literal>
                </emma:interpretation>
              </emma:one-of>
            </emma:emma>
          </inkml:annotationXML>
          <inkml:trace contextRef="#ctx0" brushRef="#br0" timeOffset="40342.0544">9722 4812,'-28'0,"28"28,-28 0,28 0,0 1,0-1,0 0,0 0,28 0,-28 1,28-1,1-28,-29 28,28-28,0 0,0 0,1 0,-1 0,0 0,0-28,0 28,-28-28,29-1,-29-27,0 28,0-29,0 29,0-28,0 27,0 1,-29 0,1 0,0 28,0-28,0 28,-1 0,1 0,0 28,28 28,-28-28,28 29</inkml:trace>
          <inkml:trace contextRef="#ctx0" brushRef="#br0" timeOffset="42358.854">9807 6082,'-56'0,"27"0,29 28,0 0,-28 0,28 1,0-1,0 28,0-28,0 29,0-29,28 29,1-29,-1 0,0 0,0 0,29 1,-29-29,0 0,29 0,-29 0,0 0,0 0,1-29,-1 1,-28 0,28 0,-28-29,0 29,0-28,0-1,0 29,0-28,-28-1,-29 29,29 0,0-1,0 29,-29 0,29 0,0 0,0 0,-1 57,29-29,-28 29,0-29</inkml:trace>
          <inkml:trace contextRef="#ctx0" brushRef="#br0" timeOffset="50737.5563">10005 7069,'0'-28,"0"85,28-1,-28 1,0-1,28 29,-28-29,0 1,28-1,-28 0,0-27,0-1,0 0,0 0,0 1,0-1</inkml:trace>
        </inkml:traceGroup>
        <inkml:traceGroup>
          <inkml:annotationXML>
            <emma:emma xmlns:emma="http://www.w3.org/2003/04/emma" version="1.0">
              <emma:interpretation id="{F967006B-FE0E-452B-AA44-7FA2B28B75CF}" emma:medium="tactile" emma:mode="ink">
                <msink:context xmlns:msink="http://schemas.microsoft.com/ink/2010/main" type="inkWord" rotatedBoundingBox="11676,8337 11761,10038 11272,10063 11187,8362"/>
              </emma:interpretation>
              <emma:one-of disjunction-type="recognition" id="oneOf8">
                <emma:interpretation id="interp40" emma:lang="id-ID" emma:confidence="0.5">
                  <emma:literal>0-</emma:literal>
                </emma:interpretation>
                <emma:interpretation id="interp41" emma:lang="id-ID" emma:confidence="0">
                  <emma:literal>o-</emma:literal>
                </emma:interpretation>
                <emma:interpretation id="interp42" emma:lang="id-ID" emma:confidence="0">
                  <emma:literal>O-</emma:literal>
                </emma:interpretation>
                <emma:interpretation id="interp43" emma:lang="id-ID" emma:confidence="0">
                  <emma:literal>om</emma:literal>
                </emma:interpretation>
                <emma:interpretation id="interp44" emma:lang="id-ID" emma:confidence="0">
                  <emma:literal>oh</emma:literal>
                </emma:interpretation>
              </emma:one-of>
            </emma:emma>
          </inkml:annotationXML>
          <inkml:trace contextRef="#ctx0" brushRef="#br0" timeOffset="-1681.1255">9638-776,'0'141,"28"-113,-28 0,0-56,28 28,-28-28,28 28,1 0,-1 0,0 0,0 28,-28 0,0 0,0 1,0-1,0 0,-28-28,0 0,0 0,-1 0,29-28,29 28</inkml:trace>
          <inkml:trace contextRef="#ctx0" brushRef="#br0" timeOffset="29938.3544">9412 14,'-28'-57,"0"57,28 29,-29-1,29 0,0 29,0-29,0 0,0 28,0-27,29 27,-1 1,28-29,-28 0,1 0,27-28,-28 0,1 0,-1 0,0 0,0-28,0 0,-28-29,29 29,-29-28,0 27,0-27,0 28,0-29,0 29,-29 0,1 0,-28 28,28-29,-1 29,1 0,-28 0,27 57,29-1,-28-27</inkml:trace>
        </inkml:traceGroup>
      </inkml:traceGroup>
    </inkml:traceGroup>
  </inkml:traceGroup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31:27.171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0AC123EC-5B54-4DEC-8FF2-EC962B6C06B3}" emma:medium="tactile" emma:mode="ink">
          <msink:context xmlns:msink="http://schemas.microsoft.com/ink/2010/main" type="writingRegion" rotatedBoundingBox="9126,2296 9599,10139 9146,10166 8673,2323"/>
        </emma:interpretation>
      </emma:emma>
    </inkml:annotationXML>
    <inkml:traceGroup>
      <inkml:annotationXML>
        <emma:emma xmlns:emma="http://www.w3.org/2003/04/emma" version="1.0">
          <emma:interpretation id="{391C3812-6334-4512-9C9C-A6758C33492E}" emma:medium="tactile" emma:mode="ink">
            <msink:context xmlns:msink="http://schemas.microsoft.com/ink/2010/main" type="paragraph" rotatedBoundingBox="9126,2296 9599,10139 9146,10166 8673,232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8BCA0DF4-F21A-4698-92C3-D0B751B9F393}" emma:medium="tactile" emma:mode="ink">
              <msink:context xmlns:msink="http://schemas.microsoft.com/ink/2010/main" type="line" rotatedBoundingBox="9126,2296 9599,10139 9146,10166 8673,2323"/>
            </emma:interpretation>
          </emma:emma>
        </inkml:annotationXML>
        <inkml:traceGroup>
          <inkml:annotationXML>
            <emma:emma xmlns:emma="http://www.w3.org/2003/04/emma" version="1.0">
              <emma:interpretation id="{2D8F6499-304C-4DCA-AC36-EFB1665507C8}" emma:medium="tactile" emma:mode="ink">
                <msink:context xmlns:msink="http://schemas.microsoft.com/ink/2010/main" type="inkWord" rotatedBoundingBox="9126,2296 9599,10139 9146,10166 8673,2323"/>
              </emma:interpretation>
              <emma:one-of disjunction-type="recognition" id="oneOf0">
                <emma:interpretation id="interp0" emma:lang="id-ID" emma:confidence="0.5">
                  <emma:literal>--880 872.</emma:literal>
                </emma:interpretation>
                <emma:interpretation id="interp1" emma:lang="id-ID" emma:confidence="0">
                  <emma:literal>--880872.</emma:literal>
                </emma:interpretation>
                <emma:interpretation id="interp2" emma:lang="id-ID" emma:confidence="0">
                  <emma:literal>--88-8720</emma:literal>
                </emma:interpretation>
                <emma:interpretation id="interp3" emma:lang="id-ID" emma:confidence="0">
                  <emma:literal>--8808720</emma:literal>
                </emma:interpretation>
                <emma:interpretation id="interp4" emma:lang="id-ID" emma:confidence="0">
                  <emma:literal>--8-808720</emma:literal>
                </emma:interpretation>
              </emma:one-of>
            </emma:emma>
          </inkml:annotationXML>
          <inkml:trace contextRef="#ctx0" brushRef="#br0">7324 14,'0'28,"0"0,0 1,28 27,-28-28,0 0,28 1,-28-1,0 0,0 0,28 1,-28-1,0 0,28-28</inkml:trace>
          <inkml:trace contextRef="#ctx0" brushRef="#br0" timeOffset="3067.4659">7267 1086,'0'-28,"0"56,28 1,1 27,-1 0,0 1,0-1,0-27,1-1,-29 0,0 0,0 0,0 1,0-1,28-28</inkml:trace>
          <inkml:trace contextRef="#ctx0" brushRef="#br0" timeOffset="6630.7578">7352 2441,'0'-28,"-28"28,28 28,0 0,0 0,0 1,0-1,0 0,0 0,28 1,0-1,-28 0,28 0,29 0,-29-28,0 0,0 0,1 0,-1 0,0 0,0 0,0 0,-28-28,29 28,-29-28,0 0,0 0,0-1,0 1,0 0,0 0,0-1,-29 1,29 0,-28 0,0 0,28-1,-28 29,0 0,-1 0,1 0,0 0,-29 0,29 0,0 29,0-1,28 0</inkml:trace>
          <inkml:trace contextRef="#ctx0" brushRef="#br0" timeOffset="8415.7747">7521 3485,'-28'-28,"0"28,-1 28,29 0,-28 1,28-1,0 28,0-27,0 27,0-28,28 29,1-29,-1 0,-28 0,28-28,0 29,1-29,-1 0,28 0,-28 0,1 0,-1 0,0 0,0-29,-28 1,29 0,-29 0,0-29,0 29,0-28,0 27,0 1,0 0,-29 0,29-1,-28 1,0 0,0 28,28-28,-29 28,1 0,0 0,0 0,28 56</inkml:trace>
          <inkml:trace contextRef="#ctx0" brushRef="#br0" timeOffset="10164.2888">7606 4812,'-57'-29,"29"58,28-1,-28 0,28 29,0-29,0 0,0 0,0 0,0 1,0-1,28 0,0 0,29 1,-29-29,0 0,0 0,1 0,-1 0,0 0,0-29,1 1,-1 0,-28 0,0-1,28 1,-28 0,0 0,0-29,0 29,0 0,0 0,-28 28,0-29,-1 29,1-28,0 28,0 0,-29 0,29 0,0 0,0 28</inkml:trace>
          <inkml:trace contextRef="#ctx0" brushRef="#br0" timeOffset="11686.9055">7549 6053,'0'29,"0"112,0 56,29-140,-1-29,0 0,28 0,-27 1,-1-29,0 0,0 0,1 0,-1 0,0 0,0 0,0-29,-28 1,29-28,-29-1,0 1,0-1,0-27,0 27,0 29,-29-28,29 27,-28 1,-28 28,28 0,-1 0,-27 0,-1 28,29 1,0-1,0 0,28 0</inkml:trace>
          <inkml:trace contextRef="#ctx0" brushRef="#br0" timeOffset="13914.8435">7719 7380,'0'-57,"0"29,0 0,-29 0,29 56,0 0,0 29,29-1,-29 1,0-1,0 0,0-27,28 27,-28-28,0 1,0-1,0 0,0 0,0 0,0 1</inkml:trace>
        </inkml:traceGroup>
      </inkml:traceGroup>
    </inkml:traceGroup>
  </inkml:traceGroup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31:04.889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85C63C62-8D7A-4F00-9442-A412ECF63D9D}" emma:medium="tactile" emma:mode="ink">
          <msink:context xmlns:msink="http://schemas.microsoft.com/ink/2010/main" type="writingRegion" rotatedBoundingBox="1093,1363 6685,1264 6838,9965 1246,10063"/>
        </emma:interpretation>
      </emma:emma>
    </inkml:annotationXML>
    <inkml:traceGroup>
      <inkml:annotationXML>
        <emma:emma xmlns:emma="http://www.w3.org/2003/04/emma" version="1.0">
          <emma:interpretation id="{879FF98C-D155-4FE8-82D7-47B2CD9DCF90}" emma:medium="tactile" emma:mode="ink">
            <msink:context xmlns:msink="http://schemas.microsoft.com/ink/2010/main" type="paragraph" rotatedBoundingBox="1089,1413 5545,1274 5560,1748 1104,188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C29585FC-92FB-45B1-B13A-BB077612F6D5}" emma:medium="tactile" emma:mode="ink">
              <msink:context xmlns:msink="http://schemas.microsoft.com/ink/2010/main" type="line" rotatedBoundingBox="1089,1413 5545,1274 5560,1749 1104,1887"/>
            </emma:interpretation>
          </emma:emma>
        </inkml:annotationXML>
        <inkml:traceGroup>
          <inkml:annotationXML>
            <emma:emma xmlns:emma="http://www.w3.org/2003/04/emma" version="1.0">
              <emma:interpretation id="{01CC6965-E9C9-4171-824D-11D498C407B1}" emma:medium="tactile" emma:mode="ink">
                <msink:context xmlns:msink="http://schemas.microsoft.com/ink/2010/main" type="inkWord" rotatedBoundingBox="1078,1454 2103,1382 2130,1771 1105,1843"/>
              </emma:interpretation>
              <emma:one-of disjunction-type="recognition" id="oneOf0">
                <emma:interpretation id="interp0" emma:lang="id-ID" emma:confidence="0.5">
                  <emma:literal>aba</emma:literal>
                </emma:interpretation>
                <emma:interpretation id="interp1" emma:lang="id-ID" emma:confidence="0">
                  <emma:literal>abu</emma:literal>
                </emma:interpretation>
                <emma:interpretation id="interp2" emma:lang="id-ID" emma:confidence="0">
                  <emma:literal>Ab</emma:literal>
                </emma:interpretation>
                <emma:interpretation id="interp3" emma:lang="id-ID" emma:confidence="0">
                  <emma:literal>ah</emma:literal>
                </emma:interpretation>
                <emma:interpretation id="interp4" emma:lang="id-ID" emma:confidence="0">
                  <emma:literal>as</emma:literal>
                </emma:interpretation>
              </emma:one-of>
            </emma:emma>
          </inkml:annotationXML>
          <inkml:trace contextRef="#ctx0" brushRef="#br0">-184-720,'-56'-56,"28"56,0 0,-1 0,1 28,28 0,-28 0,28 1,-28-1,28 0,0 28,0-27,28-1,0-28,0 28,1-28,-1 0,0-28,0-29,-28 29,0 0,0-28,0 27,0 1,28 56,-28 1,29-1,-1 0,0 0,-28 0,28 1,1-29</inkml:trace>
          <inkml:trace contextRef="#ctx0" brushRef="#br0" timeOffset="779.4422">183-889,'141'197,"-141"-168,29-29,-29-29,0 1,28 28,0-28,0 28,1 0,-1 0,0 0,0 0,0 28,1-28,-29 28,0 1,0-1,0 0,-29 0,1-28,0 0,0 0,28-28,28 28</inkml:trace>
        </inkml:traceGroup>
        <inkml:traceGroup>
          <inkml:annotationXML>
            <emma:emma xmlns:emma="http://www.w3.org/2003/04/emma" version="1.0">
              <emma:interpretation id="{66B0AFBE-BEDF-4270-B176-5B1ABF5F345A}" emma:medium="tactile" emma:mode="ink">
                <msink:context xmlns:msink="http://schemas.microsoft.com/ink/2010/main" type="inkWord" rotatedBoundingBox="2694,1394 2854,1644 2674,1759 2514,1509"/>
              </emma:interpretation>
              <emma:one-of disjunction-type="recognition" id="oneOf1">
                <emma:interpretation id="interp5" emma:lang="id-ID" emma:confidence="0.5">
                  <emma:literal>C</emma:literal>
                </emma:interpretation>
                <emma:interpretation id="interp6" emma:lang="id-ID" emma:confidence="0">
                  <emma:literal>c</emma:literal>
                </emma:interpretation>
                <emma:interpretation id="interp7" emma:lang="id-ID" emma:confidence="0">
                  <emma:literal>[</emma:literal>
                </emma:interpretation>
                <emma:interpretation id="interp8" emma:lang="id-ID" emma:confidence="0">
                  <emma:literal>{</emma:literal>
                </emma:interpretation>
                <emma:interpretation id="interp9" emma:lang="id-ID" emma:confidence="0">
                  <emma:literal>(</emma:literal>
                </emma:interpretation>
              </emma:one-of>
            </emma:emma>
          </inkml:annotationXML>
          <inkml:trace contextRef="#ctx0" brushRef="#br0" timeOffset="1335.6073">1199-833,'0'-28,"-28"28,0 0,0 0,-1 28,29 0,0 1,0-1,0 0,0 0,0 1,29-29,-1 28,0-28,29 0,-29 0,28 0,-28-28</inkml:trace>
        </inkml:traceGroup>
        <inkml:traceGroup>
          <inkml:annotationXML>
            <emma:emma xmlns:emma="http://www.w3.org/2003/04/emma" version="1.0">
              <emma:interpretation id="{747BA2F3-F289-42A8-8DA2-5F6188825EAB}" emma:medium="tactile" emma:mode="ink">
                <msink:context xmlns:msink="http://schemas.microsoft.com/ink/2010/main" type="inkWord" rotatedBoundingBox="4001,1322 5545,1274 5560,1749 4016,1797"/>
              </emma:interpretation>
              <emma:one-of disjunction-type="recognition" id="oneOf2">
                <emma:interpretation id="interp10" emma:lang="id-ID" emma:confidence="0.5">
                  <emma:literal>aba</emma:literal>
                </emma:interpretation>
                <emma:interpretation id="interp11" emma:lang="id-ID" emma:confidence="0">
                  <emma:literal>abu</emma:literal>
                </emma:interpretation>
                <emma:interpretation id="interp12" emma:lang="id-ID" emma:confidence="0.5">
                  <emma:literal>a bl</emma:literal>
                </emma:interpretation>
                <emma:interpretation id="interp13" emma:lang="id-ID" emma:confidence="0">
                  <emma:literal>a be</emma:literal>
                </emma:interpretation>
                <emma:interpretation id="interp14" emma:lang="id-ID" emma:confidence="0">
                  <emma:literal>a b.</emma:literal>
                </emma:interpretation>
              </emma:one-of>
            </emma:emma>
          </inkml:annotationXML>
          <inkml:trace contextRef="#ctx0" brushRef="#br0" timeOffset="2310.0972">2639-833,'-57'-113,"29"113,0 0,28 29,-28-1,28 0,0 0,0 29,28-29,0 0,0-28,-28 28,28-28,1 0,-1 0,0-28,-28 0,0-29,0 29,0 0,0 0,0 0,0 56,28 28,-28-28,29 1,-1-1,-28 0,28-28</inkml:trace>
          <inkml:trace contextRef="#ctx0" brushRef="#br0" timeOffset="3773.3041">3288-1002,'-28'85,"28"-57,28 0,-28 0,0 0,0 1,0-1,0-56,28 28,-28-29,28 29,0 0,1 0,-1 0,0 29,0-1,-28 0,0 0,-28-28,-28 0,27 0,1 0,0 0,56 0</inkml:trace>
          <inkml:trace contextRef="#ctx0" brushRef="#br0" timeOffset="4207.4182">3852-833,'0'-28,"-28"28,0 0,0 0,28 28,0 29,0-29,0 28,0-27,28 55,0-84,0 28,29-28,-29 0,0 0,29 0,-29 0</inkml:trace>
        </inkml:traceGroup>
      </inkml:traceGroup>
    </inkml:traceGroup>
    <inkml:traceGroup>
      <inkml:annotationXML>
        <emma:emma xmlns:emma="http://www.w3.org/2003/04/emma" version="1.0">
          <emma:interpretation id="{D327DCC7-A856-402F-B8E4-098EFF1260B8}" emma:medium="tactile" emma:mode="ink">
            <msink:context xmlns:msink="http://schemas.microsoft.com/ink/2010/main" type="paragraph" rotatedBoundingBox="1508,2224 5457,2154 5467,2688 1518,2757" alignmentLevel="2"/>
          </emma:interpretation>
        </emma:emma>
      </inkml:annotationXML>
      <inkml:traceGroup>
        <inkml:annotationXML>
          <emma:emma xmlns:emma="http://www.w3.org/2003/04/emma" version="1.0">
            <emma:interpretation id="{1B0C372C-8C83-477D-A40A-75D0A85BDB5E}" emma:medium="tactile" emma:mode="ink">
              <msink:context xmlns:msink="http://schemas.microsoft.com/ink/2010/main" type="line" rotatedBoundingBox="1508,2224 5457,2154 5467,2688 1518,2757"/>
            </emma:interpretation>
          </emma:emma>
        </inkml:annotationXML>
        <inkml:traceGroup>
          <inkml:annotationXML>
            <emma:emma xmlns:emma="http://www.w3.org/2003/04/emma" version="1.0">
              <emma:interpretation id="{92DE3C30-67B0-494E-B2CA-308BB8061183}" emma:medium="tactile" emma:mode="ink">
                <msink:context xmlns:msink="http://schemas.microsoft.com/ink/2010/main" type="inkWord" rotatedBoundingBox="1509,2249 2874,2225 2883,2732 1518,2756"/>
              </emma:interpretation>
              <emma:one-of disjunction-type="recognition" id="oneOf3">
                <emma:interpretation id="interp15" emma:lang="id-ID" emma:confidence="0.5">
                  <emma:literal>110</emma:literal>
                </emma:interpretation>
                <emma:interpretation id="interp16" emma:lang="id-ID" emma:confidence="0">
                  <emma:literal>1/0</emma:literal>
                </emma:interpretation>
                <emma:interpretation id="interp17" emma:lang="id-ID" emma:confidence="0">
                  <emma:literal>I/O</emma:literal>
                </emma:interpretation>
                <emma:interpretation id="interp18" emma:lang="id-ID" emma:confidence="0">
                  <emma:literal>11O</emma:literal>
                </emma:interpretation>
                <emma:interpretation id="interp19" emma:lang="id-ID" emma:confidence="0">
                  <emma:literal>I10</emma:literal>
                </emma:interpretation>
              </emma:one-of>
            </emma:emma>
          </inkml:annotationXML>
          <inkml:trace contextRef="#ctx0" brushRef="#br0" timeOffset="-92261.4198">0 0,'24'72,"-24"-48,24 0,-24 24,24-24,-24 24,0-24,0 23,0-23,24 0,-24 0,0 0,0 0,24 0</inkml:trace>
          <inkml:trace contextRef="#ctx0" brushRef="#br0" timeOffset="-84295.587">647 24,'0'-24,"0"0,-24 24,24-24,0 48,0 0,0 24,24-24,-24 24,24 0,-24 0,24 0,-24-24,0 23,24-23,-24 0,0 0,0 0,0-48</inkml:trace>
          <inkml:trace contextRef="#ctx0" brushRef="#br0" timeOffset="-83538.3046">1174 24,'-48'0,"48"48,0-24,0 24,0 0,24 0,0-24,24 23,-24-23,0 0,0 0,0-24,0 0,0-24,-24-24,0 25,0-25,0 0,0 0,0 0,0 0,0 24,0 0,-24 0,24 0,-24 0,0 24,-24 0,24 0,0 24,0 0,0 0,0 0</inkml:trace>
        </inkml:traceGroup>
        <inkml:traceGroup>
          <inkml:annotationXML>
            <emma:emma xmlns:emma="http://www.w3.org/2003/04/emma" version="1.0">
              <emma:interpretation id="{2AE9BB55-BD7A-4C4A-814E-3E386C651866}" emma:medium="tactile" emma:mode="ink">
                <msink:context xmlns:msink="http://schemas.microsoft.com/ink/2010/main" type="inkWord" rotatedBoundingBox="4337,2174 5457,2154 5467,2688 4346,2708"/>
              </emma:interpretation>
              <emma:one-of disjunction-type="recognition" id="oneOf4">
                <emma:interpretation id="interp20" emma:lang="id-ID" emma:confidence="0.5">
                  <emma:literal>101</emma:literal>
                </emma:interpretation>
                <emma:interpretation id="interp21" emma:lang="id-ID" emma:confidence="0">
                  <emma:literal>10/</emma:literal>
                </emma:interpretation>
                <emma:interpretation id="interp22" emma:lang="id-ID" emma:confidence="0">
                  <emma:literal>Wol</emma:literal>
                </emma:interpretation>
                <emma:interpretation id="interp23" emma:lang="id-ID" emma:confidence="0">
                  <emma:literal>Nol</emma:literal>
                </emma:interpretation>
                <emma:interpretation id="interp24" emma:lang="id-ID" emma:confidence="0">
                  <emma:literal>wol</emma:literal>
                </emma:interpretation>
              </emma:one-of>
            </emma:emma>
          </inkml:annotationXML>
          <inkml:trace contextRef="#ctx0" brushRef="#br0" timeOffset="-63249.3497">2851 0,'0'-48,"0"24,0 0,0 0,-23 24,23 24,0 0,23 0,-23 24,24 0,-24 0,24 0,-24 0,0 0,0-24,0 0,0-1,0 1,0 0,0 0,0 0</inkml:trace>
          <inkml:trace contextRef="#ctx0" brushRef="#br0" timeOffset="-62523.7982">3379 0,'-72'-24,"72"48,0 0,0 120,24-96,24-24,-24 0,0 0,0-1,-1-23,1 0,0 0,0 0,0-23,-24-1,24 0,-24 0,0 0,0-24,0 24,0 0,0 0,0 0,0 0,-24 0,0 0,0 24,0-24,0 24,1 0,-1 0,24 24,0 0</inkml:trace>
          <inkml:trace contextRef="#ctx0" brushRef="#br0" timeOffset="-62040.1727">3882-144,'24'168,"0"-120,-24 0,0 0,0-24,24 0,-24 0,0 0,0 0,0-1,0 1</inkml:trace>
        </inkml:traceGroup>
      </inkml:traceGroup>
    </inkml:traceGroup>
    <inkml:traceGroup>
      <inkml:annotationXML>
        <emma:emma xmlns:emma="http://www.w3.org/2003/04/emma" version="1.0">
          <emma:interpretation id="{40C18723-2008-4D4E-AF63-A7D62826C997}" emma:medium="tactile" emma:mode="ink">
            <msink:context xmlns:msink="http://schemas.microsoft.com/ink/2010/main" type="paragraph" rotatedBoundingBox="1771,3495 5741,3342 5760,3850 1790,4003" alignmentLevel="3"/>
          </emma:interpretation>
        </emma:emma>
      </inkml:annotationXML>
      <inkml:traceGroup>
        <inkml:annotationXML>
          <emma:emma xmlns:emma="http://www.w3.org/2003/04/emma" version="1.0">
            <emma:interpretation id="{6AB36A61-35F6-4B22-8E2E-509B5097EE3E}" emma:medium="tactile" emma:mode="ink">
              <msink:context xmlns:msink="http://schemas.microsoft.com/ink/2010/main" type="line" rotatedBoundingBox="1771,3495 5741,3342 5760,3850 1790,4003"/>
            </emma:interpretation>
          </emma:emma>
        </inkml:annotationXML>
        <inkml:traceGroup>
          <inkml:annotationXML>
            <emma:emma xmlns:emma="http://www.w3.org/2003/04/emma" version="1.0">
              <emma:interpretation id="{B345296D-34A0-4307-8CC5-200B6D0AFDC5}" emma:medium="tactile" emma:mode="ink">
                <msink:context xmlns:msink="http://schemas.microsoft.com/ink/2010/main" type="inkWord" rotatedBoundingBox="1771,3495 3007,3447 3027,3955 1790,4003"/>
              </emma:interpretation>
              <emma:one-of disjunction-type="recognition" id="oneOf5">
                <emma:interpretation id="interp25" emma:lang="id-ID" emma:confidence="0.5">
                  <emma:literal>101</emma:literal>
                </emma:interpretation>
                <emma:interpretation id="interp26" emma:lang="id-ID" emma:confidence="0">
                  <emma:literal>10/</emma:literal>
                </emma:interpretation>
                <emma:interpretation id="interp27" emma:lang="id-ID" emma:confidence="0">
                  <emma:literal>10)</emma:literal>
                </emma:interpretation>
                <emma:interpretation id="interp28" emma:lang="id-ID" emma:confidence="0">
                  <emma:literal>1o1</emma:literal>
                </emma:interpretation>
                <emma:interpretation id="interp29" emma:lang="id-ID" emma:confidence="0">
                  <emma:literal>10!</emma:literal>
                </emma:interpretation>
              </emma:one-of>
            </emma:emma>
          </inkml:annotationXML>
          <inkml:trace contextRef="#ctx0" brushRef="#br0" timeOffset="-80851.9907">264 1198,'0'24,"0"0,0 0,24 0,-24 24,0 0,23 0,-23 0,0-24,24 24,-24-25,0 1,0 0,0 24,0-24</inkml:trace>
          <inkml:trace contextRef="#ctx0" brushRef="#br0" timeOffset="-79533.1606">839 1294,'0'24,"0"0,0 24,0-24,0 24,0 0,24-24,0 23,0-23,-1 0,1 0,0-24,0 0,0-24,-24 0,0-23,0 23,0-24,0 24,0-24,0 24,0 0,-24 0,24 0,-24 0,-24 24,25-24,-1 24,0 0,0 0,24 48,-24-24,24 24</inkml:trace>
          <inkml:trace contextRef="#ctx0" brushRef="#br0" timeOffset="-78939.4721">1438 1150,'48'144,"-48"-96,0 0,0-24,24 24,-24-24,0 0,0 0,0 0,0-1</inkml:trace>
        </inkml:traceGroup>
        <inkml:traceGroup>
          <inkml:annotationXML>
            <emma:emma xmlns:emma="http://www.w3.org/2003/04/emma" version="1.0">
              <emma:interpretation id="{867D7820-0542-498C-9A66-BBEF657D2F93}" emma:medium="tactile" emma:mode="ink">
                <msink:context xmlns:msink="http://schemas.microsoft.com/ink/2010/main" type="inkWord" rotatedBoundingBox="4480,3401 5741,3353 5760,3832 4499,3881"/>
              </emma:interpretation>
              <emma:one-of disjunction-type="recognition" id="oneOf6">
                <emma:interpretation id="interp30" emma:lang="id-ID" emma:confidence="0.5">
                  <emma:literal>100</emma:literal>
                </emma:interpretation>
                <emma:interpretation id="interp31" emma:lang="id-ID" emma:confidence="0">
                  <emma:literal>18</emma:literal>
                </emma:interpretation>
                <emma:interpretation id="interp32" emma:lang="id-ID" emma:confidence="0">
                  <emma:literal>10°</emma:literal>
                </emma:interpretation>
                <emma:interpretation id="interp33" emma:lang="id-ID" emma:confidence="0">
                  <emma:literal>I00</emma:literal>
                </emma:interpretation>
                <emma:interpretation id="interp34" emma:lang="id-ID" emma:confidence="0">
                  <emma:literal>#00</emma:literal>
                </emma:interpretation>
              </emma:one-of>
            </emma:emma>
          </inkml:annotationXML>
          <inkml:trace contextRef="#ctx0" brushRef="#br0" timeOffset="-57625.3529">2971 1102,'24'0,"-24"24,0 0,0 24,0 0,0 0,0 0,0 0,0-24,0 24,0-24,0 0,0 0,0 0</inkml:trace>
          <inkml:trace contextRef="#ctx0" brushRef="#br0" timeOffset="-56447.0732">4050 1150,'-48'120,"167"144,-95-264,0 0,0 0,0 0,0-24,-24-24,0 0,0 24,0-24,0 0,-24 0,0 0,0 24,0 0,0 24,1 0,-1 0,0 24,0 24,0 0</inkml:trace>
          <inkml:trace contextRef="#ctx0" brushRef="#br0" timeOffset="-57002.7986">3546 1222,'-72'0,"72"24,0 24,0-24,0 24,24 0,0 0,24-24,-24 0,0 0,72-24,-72-24,-24 0,24 0,-24-24,0 0,0 0,0 24,-24-24,0 24,0 0,0 0,24 0,-24 24,0 0,0 0,0 0,24 24,-24 0</inkml:trace>
        </inkml:traceGroup>
      </inkml:traceGroup>
    </inkml:traceGroup>
    <inkml:traceGroup>
      <inkml:annotationXML>
        <emma:emma xmlns:emma="http://www.w3.org/2003/04/emma" version="1.0">
          <emma:interpretation id="{83A63055-9610-49E4-859A-272D1FCA6093}" emma:medium="tactile" emma:mode="ink">
            <msink:context xmlns:msink="http://schemas.microsoft.com/ink/2010/main" type="paragraph" rotatedBoundingBox="1868,4578 5750,4575 5751,5127 1869,5130" alignmentLevel="3"/>
          </emma:interpretation>
        </emma:emma>
      </inkml:annotationXML>
      <inkml:traceGroup>
        <inkml:annotationXML>
          <emma:emma xmlns:emma="http://www.w3.org/2003/04/emma" version="1.0">
            <emma:interpretation id="{6046CDFE-2DF5-4846-BE69-4C131123E6C5}" emma:medium="tactile" emma:mode="ink">
              <msink:context xmlns:msink="http://schemas.microsoft.com/ink/2010/main" type="line" rotatedBoundingBox="1868,4578 5750,4575 5751,5127 1869,5130"/>
            </emma:interpretation>
          </emma:emma>
        </inkml:annotationXML>
        <inkml:traceGroup>
          <inkml:annotationXML>
            <emma:emma xmlns:emma="http://www.w3.org/2003/04/emma" version="1.0">
              <emma:interpretation id="{60D9F815-579D-43FD-863F-A901B51B1D94}" emma:medium="tactile" emma:mode="ink">
                <msink:context xmlns:msink="http://schemas.microsoft.com/ink/2010/main" type="inkWord" rotatedBoundingBox="1868,4672 3330,4671 3331,5103 1869,5104"/>
              </emma:interpretation>
              <emma:one-of disjunction-type="recognition" id="oneOf7">
                <emma:interpretation id="interp35" emma:lang="id-ID" emma:confidence="0.5">
                  <emma:literal>100</emma:literal>
                </emma:interpretation>
                <emma:interpretation id="interp36" emma:lang="id-ID" emma:confidence="0">
                  <emma:literal>10°</emma:literal>
                </emma:interpretation>
                <emma:interpretation id="interp37" emma:lang="id-ID" emma:confidence="0">
                  <emma:literal>10o</emma:literal>
                </emma:interpretation>
                <emma:interpretation id="interp38" emma:lang="id-ID" emma:confidence="0">
                  <emma:literal>I00</emma:literal>
                </emma:interpretation>
                <emma:interpretation id="interp39" emma:lang="id-ID" emma:confidence="0">
                  <emma:literal>1O0</emma:literal>
                </emma:interpretation>
              </emma:one-of>
            </emma:emma>
          </inkml:annotationXML>
          <inkml:trace contextRef="#ctx0" brushRef="#br0" timeOffset="-77973.2361">383 2396,'-24'-24,"24"48,0 24,24-24,-24 24,0 0,24-24,-24 24,0-24,0 24,24-24,-24 0,0 0,0 0</inkml:trace>
          <inkml:trace contextRef="#ctx0" brushRef="#br0" timeOffset="-77280.9374">1030 2492,'-72'-48,"72"96,0-24,0 24,24 0,0-24,0 24,0 0,-24-24,24 0,0-24,0 24,0-24,0 0,0 0,-24-48,24 24,-24-24,0 0,0 0,0 0,0 24,0-24,0 24,-24 24,0-24,0 24,0 0,0 0,0 0,0 0,0 0,24 24,-24 0,24 0,0 0</inkml:trace>
          <inkml:trace contextRef="#ctx0" brushRef="#br0" timeOffset="-76646.0622">1629 2444,'-24'120,"24"-72,24 0,-24 0,24-24,0 24,0-24,0-24,0 0,0 0,0 0,-24-24,24-24,-24 24,0 0,0 0,0-24,0 24,-24 0,0 24,0-24,0 0,-24 24,24 0,0 0,0 0,0 0,1 24</inkml:trace>
        </inkml:traceGroup>
        <inkml:traceGroup>
          <inkml:annotationXML>
            <emma:emma xmlns:emma="http://www.w3.org/2003/04/emma" version="1.0">
              <emma:interpretation id="{87E78EC3-92CF-4E7E-88BF-9215AB9F632F}" emma:medium="tactile" emma:mode="ink">
                <msink:context xmlns:msink="http://schemas.microsoft.com/ink/2010/main" type="inkWord" rotatedBoundingBox="4528,4576 5750,4575 5751,5127 4529,5128"/>
              </emma:interpretation>
              <emma:one-of disjunction-type="recognition" id="oneOf8">
                <emma:interpretation id="interp40" emma:lang="id-ID" emma:confidence="0.5">
                  <emma:literal>011</emma:literal>
                </emma:interpretation>
                <emma:interpretation id="interp41" emma:lang="id-ID" emma:confidence="0.5">
                  <emma:literal>OI 1</emma:literal>
                </emma:interpretation>
                <emma:interpretation id="interp42" emma:lang="id-ID" emma:confidence="0">
                  <emma:literal>OI l</emma:literal>
                </emma:interpretation>
                <emma:interpretation id="interp43" emma:lang="id-ID" emma:confidence="0">
                  <emma:literal>OI I</emma:literal>
                </emma:interpretation>
                <emma:interpretation id="interp44" emma:lang="id-ID" emma:confidence="0">
                  <emma:literal>Oil</emma:literal>
                </emma:interpretation>
              </emma:one-of>
            </emma:emma>
          </inkml:annotationXML>
          <inkml:trace contextRef="#ctx0" brushRef="#br0" timeOffset="-55598.6898">3091 2540,'-48'-48,"24"48,24 24,0 0,0 24,0 0,24 0,0-24,24 24,-24-24,24 0,-24-24,24 0,-24 0,0 0,0 0,0-48,0 24,-24-24,0 0,0 24,0-24,-24 0,0 24,0 0,-24 0,0 24,24 0,-24 0,24 0,0 24,24 0,0 24</inkml:trace>
          <inkml:trace contextRef="#ctx0" brushRef="#br0" timeOffset="-54615.3989">4169 2276,'24'24,"-24"24,24 0,-24 0,0 0,24 0,-24 0,0 0,0 0,0 0,0 24,0-48</inkml:trace>
          <inkml:trace contextRef="#ctx0" brushRef="#br0" timeOffset="-55118.5877">3666 2396,'0'48,"24"-24,-24 24,0-24,0 24,24-24,-24 24,0-24,0 0,0 0,0 0</inkml:trace>
        </inkml:traceGroup>
      </inkml:traceGroup>
    </inkml:traceGroup>
    <inkml:traceGroup>
      <inkml:annotationXML>
        <emma:emma xmlns:emma="http://www.w3.org/2003/04/emma" version="1.0">
          <emma:interpretation id="{5CF05062-590A-446D-B981-75FC6C044D48}" emma:medium="tactile" emma:mode="ink">
            <msink:context xmlns:msink="http://schemas.microsoft.com/ink/2010/main" type="paragraph" rotatedBoundingBox="1914,5713 6085,5672 6090,6181 1919,6223" alignmentLevel="3"/>
          </emma:interpretation>
        </emma:emma>
      </inkml:annotationXML>
      <inkml:traceGroup>
        <inkml:annotationXML>
          <emma:emma xmlns:emma="http://www.w3.org/2003/04/emma" version="1.0">
            <emma:interpretation id="{87951018-5B91-4D37-9BC7-0460CBD74860}" emma:medium="tactile" emma:mode="ink">
              <msink:context xmlns:msink="http://schemas.microsoft.com/ink/2010/main" type="line" rotatedBoundingBox="1914,5713 6085,5672 6090,6181 1919,6223"/>
            </emma:interpretation>
          </emma:emma>
        </inkml:annotationXML>
        <inkml:traceGroup>
          <inkml:annotationXML>
            <emma:emma xmlns:emma="http://www.w3.org/2003/04/emma" version="1.0">
              <emma:interpretation id="{5491F273-1EA1-46B6-B3E7-62905BB408D2}" emma:medium="tactile" emma:mode="ink">
                <msink:context xmlns:msink="http://schemas.microsoft.com/ink/2010/main" type="inkWord" rotatedBoundingBox="1914,5715 3279,5702 3284,6157 1919,6171"/>
              </emma:interpretation>
              <emma:one-of disjunction-type="recognition" id="oneOf9">
                <emma:interpretation id="interp45" emma:lang="id-ID" emma:confidence="0.5">
                  <emma:literal>on</emma:literal>
                </emma:interpretation>
                <emma:interpretation id="interp46" emma:lang="id-ID" emma:confidence="0">
                  <emma:literal>011</emma:literal>
                </emma:interpretation>
                <emma:interpretation id="interp47" emma:lang="id-ID" emma:confidence="0">
                  <emma:literal>on.</emma:literal>
                </emma:interpretation>
                <emma:interpretation id="interp48" emma:lang="id-ID" emma:confidence="0">
                  <emma:literal>Ot</emma:literal>
                </emma:interpretation>
                <emma:interpretation id="interp49" emma:lang="id-ID" emma:confidence="0">
                  <emma:literal>on)</emma:literal>
                </emma:interpretation>
              </emma:one-of>
            </emma:emma>
          </inkml:annotationXML>
          <inkml:trace contextRef="#ctx0" brushRef="#br0" timeOffset="-75349.0647">455 3474,'-48'48,"48"-24,0 24,0-24,0 24,24-24,0 24,0 0,0-24,0 0,24 0,-24-24,24 0,-24 0,0 0,0-24,0 0,0-24,-24 24,0-24,0 0,0 0,0 24,-24-24,0 24,0 0,0 24,-24 0,24 0,0 0,0 0,0 24,0 0,24 0,0 24</inkml:trace>
          <inkml:trace contextRef="#ctx0" brushRef="#br0" timeOffset="-74371.3857">1677 3403,'72'191,"-72"-143,0 0,24 0,-24-24,0 24,0-24,0 0</inkml:trace>
          <inkml:trace contextRef="#ctx0" brushRef="#br0" timeOffset="-74889.9727">1198 3474,'0'192,"0"-168,0 24,0-24,0 0,0 0,0 0,0 0</inkml:trace>
        </inkml:traceGroup>
        <inkml:traceGroup>
          <inkml:annotationXML>
            <emma:emma xmlns:emma="http://www.w3.org/2003/04/emma" version="1.0">
              <emma:interpretation id="{EB332C1C-B0F4-4DC8-AB7A-A721E9B07455}" emma:medium="tactile" emma:mode="ink">
                <msink:context xmlns:msink="http://schemas.microsoft.com/ink/2010/main" type="inkWord" rotatedBoundingBox="4670,5686 6085,5672 6090,6181 4675,6195"/>
              </emma:interpretation>
              <emma:one-of disjunction-type="recognition" id="oneOf10">
                <emma:interpretation id="interp50" emma:lang="id-ID" emma:confidence="0.5">
                  <emma:literal>010</emma:literal>
                </emma:interpretation>
                <emma:interpretation id="interp51" emma:lang="id-ID" emma:confidence="0">
                  <emma:literal>110</emma:literal>
                </emma:interpretation>
                <emma:interpretation id="interp52" emma:lang="id-ID" emma:confidence="0">
                  <emma:literal>00</emma:literal>
                </emma:interpretation>
                <emma:interpretation id="interp53" emma:lang="id-ID" emma:confidence="0">
                  <emma:literal>000</emma:literal>
                </emma:interpretation>
                <emma:interpretation id="interp54" emma:lang="id-ID" emma:confidence="0">
                  <emma:literal>oto</emma:literal>
                </emma:interpretation>
              </emma:one-of>
            </emma:emma>
          </inkml:annotationXML>
          <inkml:trace contextRef="#ctx0" brushRef="#br0" timeOffset="-52734.8032">3882 3379,'24'143,"-24"-95,0 0,0 0,0 0,0-24,24 0,-24 0,0 0</inkml:trace>
          <inkml:trace contextRef="#ctx0" brushRef="#br0" timeOffset="-53126.1006">3187 3474,'0'-23,"-24"46,24 1,0 0,0 0,0 24,0 0,24-24,0 24,0-24,24 0,0 0,-24 0,24-24,-24 0,0 0,-1-24,1 0,0-24,-24 0,0 24,0-24,0 24,0-24,0 24,-48 0,25 1,-1-1,-24 24,24 0,0 0,0 0,0 0,24 24,0 47,0-47</inkml:trace>
          <inkml:trace contextRef="#ctx0" brushRef="#br0" timeOffset="-52142.5061">4361 3403,'-48'143,"48"-95,0 24,0-24,24 0,24-24,-24 24,0-24,24 0,-24-24,0 0,0 0,0 0,-24-48,0-24,0 24,0-24,0 0,0 24,0 24,-24-23,24 23,-24 24,0 0,0 0,-24 0,24 0,-24 24,-24 23</inkml:trace>
        </inkml:traceGroup>
      </inkml:traceGroup>
    </inkml:traceGroup>
    <inkml:traceGroup>
      <inkml:annotationXML>
        <emma:emma xmlns:emma="http://www.w3.org/2003/04/emma" version="1.0">
          <emma:interpretation id="{2BDC2F96-E726-4CFC-92A7-6FF6DE5519AF}" emma:medium="tactile" emma:mode="ink">
            <msink:context xmlns:msink="http://schemas.microsoft.com/ink/2010/main" type="paragraph" rotatedBoundingBox="2014,6871 6164,6905 6159,7548 2009,7513" alignmentLevel="3"/>
          </emma:interpretation>
        </emma:emma>
      </inkml:annotationXML>
      <inkml:traceGroup>
        <inkml:annotationXML>
          <emma:emma xmlns:emma="http://www.w3.org/2003/04/emma" version="1.0">
            <emma:interpretation id="{94E93EA3-62D1-40DB-A10C-65790852109A}" emma:medium="tactile" emma:mode="ink">
              <msink:context xmlns:msink="http://schemas.microsoft.com/ink/2010/main" type="line" rotatedBoundingBox="2014,6871 6164,6905 6159,7548 2009,7513"/>
            </emma:interpretation>
          </emma:emma>
        </inkml:annotationXML>
        <inkml:traceGroup>
          <inkml:annotationXML>
            <emma:emma xmlns:emma="http://www.w3.org/2003/04/emma" version="1.0">
              <emma:interpretation id="{69C32D8D-2CFD-495B-B0A5-33FA0C20DE56}" emma:medium="tactile" emma:mode="ink">
                <msink:context xmlns:msink="http://schemas.microsoft.com/ink/2010/main" type="inkWord" rotatedBoundingBox="2014,6871 3598,6884 3593,7434 2009,7421"/>
              </emma:interpretation>
              <emma:one-of disjunction-type="recognition" id="oneOf11">
                <emma:interpretation id="interp55" emma:lang="id-ID" emma:confidence="0.5">
                  <emma:literal>010</emma:literal>
                </emma:interpretation>
                <emma:interpretation id="interp56" emma:lang="id-ID" emma:confidence="0">
                  <emma:literal>Olo</emma:literal>
                </emma:interpretation>
                <emma:interpretation id="interp57" emma:lang="id-ID" emma:confidence="0">
                  <emma:literal>old</emma:literal>
                </emma:interpretation>
                <emma:interpretation id="interp58" emma:lang="id-ID" emma:confidence="0">
                  <emma:literal>olok</emma:literal>
                </emma:interpretation>
                <emma:interpretation id="interp59" emma:lang="id-ID" emma:confidence="0">
                  <emma:literal>oto</emma:literal>
                </emma:interpretation>
              </emma:one-of>
            </emma:emma>
          </inkml:annotationXML>
          <inkml:trace contextRef="#ctx0" brushRef="#br0" timeOffset="-72836.7344">1222 4577,'-24'144,"24"-97,0 1,24 0,-24 0,0 0,24 0,-24-24,0 24,0-24,24 0,0-24</inkml:trace>
          <inkml:trace contextRef="#ctx0" brushRef="#br0" timeOffset="-73457.8615">647 4697,'-72'0,"48"0,0 0,24 24,-24-1,24 1,0 0,0 24,0-24,0 24,24-24,0 24,0-24,24 0,-24-24,24 24,-24-24,0 0,0 0,0-24,0-24,-24 24,0 0,0-24,0 0,0 24,0-24,-24 24,0-23,0 47,-24 0,24-24,0 24,0 0,24 24,-24 0,24-1,0 1</inkml:trace>
          <inkml:trace contextRef="#ctx0" brushRef="#br0" timeOffset="-72197.7967">1797 4744,'-48'-23,"48"46,0 1,0 0,0 0,0 24,24 0,0-24,0 24,0-24,0 0,24-24,-24 0,24 0,-24 0,0 0,0-24,0-24,-24 24,0-24,0 0,0 24,-24-24,0 24,-24 1,0 23,24 0,-24 0,0 0,24 0,0 47,0 1,0 0</inkml:trace>
        </inkml:traceGroup>
        <inkml:traceGroup>
          <inkml:annotationXML>
            <emma:emma xmlns:emma="http://www.w3.org/2003/04/emma" version="1.0">
              <emma:interpretation id="{66132F98-4541-4F3C-93A8-D870F651DCCC}" emma:medium="tactile" emma:mode="ink">
                <msink:context xmlns:msink="http://schemas.microsoft.com/ink/2010/main" type="inkWord" rotatedBoundingBox="4865,6943 6163,6954 6159,7548 4860,7537"/>
              </emma:interpretation>
              <emma:one-of disjunction-type="recognition" id="oneOf12">
                <emma:interpretation id="interp60" emma:lang="id-ID" emma:confidence="0.5">
                  <emma:literal>001</emma:literal>
                </emma:interpretation>
                <emma:interpretation id="interp61" emma:lang="id-ID" emma:confidence="0">
                  <emma:literal>0001</emma:literal>
                </emma:interpretation>
                <emma:interpretation id="interp62" emma:lang="id-ID" emma:confidence="0">
                  <emma:literal>01</emma:literal>
                </emma:interpretation>
                <emma:interpretation id="interp63" emma:lang="id-ID" emma:confidence="0">
                  <emma:literal>ool</emma:literal>
                </emma:interpretation>
                <emma:interpretation id="interp64" emma:lang="id-ID" emma:confidence="0">
                  <emma:literal>Wol</emma:literal>
                </emma:interpretation>
              </emma:one-of>
            </emma:emma>
          </inkml:annotationXML>
          <inkml:trace contextRef="#ctx0" brushRef="#br0" timeOffset="-49053.4946">3403 4673,'-24'-24,"0"48,24 0,0 0,0 23,0 1,0 0,24 0,0 0,0-24,0 24,-1-24,1 0,0-24,0 0,0 0,0 0,0-24,0 0,-24-24,24 0,-24 0,0 0,0 24,0-24,0 24,-24 1,0-1,0 0,-24 24,24 0,-24 0,25 0,-1 24,0 23,0-23,24 0,0 0,0 0,0 0</inkml:trace>
          <inkml:trace contextRef="#ctx0" brushRef="#br0" timeOffset="-48458.6329">4050 4649,'-72'48,"72"-24,0 23,0 1,0 0,0 0,0 0,24-24,0 24,24-24,-24-24,23 24,-23-24,0 0,0 0,0-24,0-144,-24 120,0 24,0-24,-24 24,0 1,0 23,0 0,0 0,0 0,1 0,23 23,-24 25,24-24,0 0</inkml:trace>
          <inkml:trace contextRef="#ctx0" brushRef="#br0" timeOffset="-48046.5243">4649 4697,'-24'143,"24"-95,24 168,-24-168,0 0,0 0</inkml:trace>
        </inkml:traceGroup>
      </inkml:traceGroup>
    </inkml:traceGroup>
    <inkml:traceGroup>
      <inkml:annotationXML>
        <emma:emma xmlns:emma="http://www.w3.org/2003/04/emma" version="1.0">
          <emma:interpretation id="{05176AA0-77D8-4D41-8E20-A8ECD0E5BE15}" emma:medium="tactile" emma:mode="ink">
            <msink:context xmlns:msink="http://schemas.microsoft.com/ink/2010/main" type="paragraph" rotatedBoundingBox="2089,8091 6600,8214 6585,8778 2074,8655" alignmentLevel="3"/>
          </emma:interpretation>
        </emma:emma>
      </inkml:annotationXML>
      <inkml:traceGroup>
        <inkml:annotationXML>
          <emma:emma xmlns:emma="http://www.w3.org/2003/04/emma" version="1.0">
            <emma:interpretation id="{28E95ED9-B7E3-4906-8E44-114B3BD61CEA}" emma:medium="tactile" emma:mode="ink">
              <msink:context xmlns:msink="http://schemas.microsoft.com/ink/2010/main" type="line" rotatedBoundingBox="2089,8091 6600,8214 6585,8778 2074,8655"/>
            </emma:interpretation>
          </emma:emma>
        </inkml:annotationXML>
        <inkml:traceGroup>
          <inkml:annotationXML>
            <emma:emma xmlns:emma="http://www.w3.org/2003/04/emma" version="1.0">
              <emma:interpretation id="{B2995AA4-C84E-4728-AB11-E536B691BA8B}" emma:medium="tactile" emma:mode="ink">
                <msink:context xmlns:msink="http://schemas.microsoft.com/ink/2010/main" type="inkWord" rotatedBoundingBox="2089,8091 3634,8133 3619,8698 2074,8655"/>
              </emma:interpretation>
              <emma:one-of disjunction-type="recognition" id="oneOf13">
                <emma:interpretation id="interp65" emma:lang="id-ID" emma:confidence="0.5">
                  <emma:literal>001</emma:literal>
                </emma:interpretation>
                <emma:interpretation id="interp66" emma:lang="id-ID" emma:confidence="0">
                  <emma:literal>ool</emma:literal>
                </emma:interpretation>
                <emma:interpretation id="interp67" emma:lang="id-ID" emma:confidence="0">
                  <emma:literal>oa</emma:literal>
                </emma:interpretation>
                <emma:interpretation id="interp68" emma:lang="id-ID" emma:confidence="0">
                  <emma:literal>O01</emma:literal>
                </emma:interpretation>
                <emma:interpretation id="interp69" emma:lang="id-ID" emma:confidence="0">
                  <emma:literal>oo1</emma:literal>
                </emma:interpretation>
              </emma:one-of>
            </emma:emma>
          </inkml:annotationXML>
          <inkml:trace contextRef="#ctx0" brushRef="#br0" timeOffset="-71198.6339">767 5823,'-120'0,"96"0,24 48,-24-24,24 0,-24 24,24-1,0 1,0 0,24 0,0-24,0 24,0-24,24-24,-24 0,24 0,-24 0,24 0,-24-24,0-24,-1 0,1 0,-24-24,0 25,0-1,-24 0,1 24,-1 0,0 0,0 24,0 0,0 24,0 0,0 0,24 0,0 0,0 0</inkml:trace>
          <inkml:trace contextRef="#ctx0" brushRef="#br0" timeOffset="-68678.9594">1414 6038,'0'-24,"-24"24,0 24,24 0,0 0,0 0,0 0,0 24,0-24,24 24,0-24,0 0,0 0,0 0,0-24,0 0,0 0,-1 0,-23-24,24 0,-24-24,0 0,0 24,0-24,0 24,0 0,0 0,-24 0,1 24,-1-24,0 24,0 0,0 0,0 0,24 24,-24 0,24 0,0 0,0 0</inkml:trace>
          <inkml:trace contextRef="#ctx0" brushRef="#br0" timeOffset="-68198.7328">2037 5871,'24'191,"-24"-143,24 24,-24-24,0 0,24-24,-24 48,0-48</inkml:trace>
        </inkml:traceGroup>
        <inkml:traceGroup>
          <inkml:annotationXML>
            <emma:emma xmlns:emma="http://www.w3.org/2003/04/emma" version="1.0">
              <emma:interpretation id="{DA8DCE0F-AED6-4D14-81DE-1855CB505053}" emma:medium="tactile" emma:mode="ink">
                <msink:context xmlns:msink="http://schemas.microsoft.com/ink/2010/main" type="inkWord" rotatedBoundingBox="4964,8203 6599,8247 6585,8767 4949,8722"/>
              </emma:interpretation>
              <emma:one-of disjunction-type="recognition" id="oneOf14">
                <emma:interpretation id="interp70" emma:lang="id-ID" emma:confidence="0.5">
                  <emma:literal>000</emma:literal>
                </emma:interpretation>
                <emma:interpretation id="interp71" emma:lang="id-ID" emma:confidence="0">
                  <emma:literal>O00</emma:literal>
                </emma:interpretation>
                <emma:interpretation id="interp72" emma:lang="id-ID" emma:confidence="0">
                  <emma:literal>oo0</emma:literal>
                </emma:interpretation>
                <emma:interpretation id="interp73" emma:lang="id-ID" emma:confidence="0">
                  <emma:literal>ooo</emma:literal>
                </emma:interpretation>
                <emma:interpretation id="interp74" emma:lang="id-ID" emma:confidence="0">
                  <emma:literal>o00</emma:literal>
                </emma:interpretation>
              </emma:one-of>
            </emma:emma>
          </inkml:annotationXML>
          <inkml:trace contextRef="#ctx0" brushRef="#br0" timeOffset="-46907.4969">3546 5967,'-24'0,"0"0,0 0,24 24,-23-1,23 1,0 0,0 24,0 0,23 0,-23 0,24 0,0-24,96 24,-96-48,24-24,-24 0,0 0,-24-24,24 0,-24 24,0-24,0 0,0 24,-24-24,-24 25,24 23,-24 0,0 0,24 0,0 0,24 23,0 25,0-24</inkml:trace>
          <inkml:trace contextRef="#ctx0" brushRef="#br0" timeOffset="-46374.263">4169 6014,'-48'0,"48"24,0 24,0 0,0 0,96 168,-72-192,24 0,-24-24,24 0,-24-24,0 0,0-24,0 0,-24 0,0 0,0-24,-24 24,0 24,-24-24,0 25,24 23,0 0,-24 0,24 0,24 23,-24 25,24-24,0 24,0-24</inkml:trace>
          <inkml:trace contextRef="#ctx0" brushRef="#br0" timeOffset="-45818.4529">4768 5991,'-24'23,"24"1,0 24,0 0,0 0,0-24,0 24,24 0,0-24,24 0,-24 0,0-24,24 0,-24 0,24 0,-24 0,0-24,-24 0,24 0,-24-24,0 0,0 0,-24 0,0 0,0 24,-24-23,24 23,0 0,-24 24,24 0,0 0,24 48,-24-1,0 1,0 0</inkml:trace>
        </inkml:traceGroup>
      </inkml:traceGroup>
    </inkml:traceGroup>
    <inkml:traceGroup>
      <inkml:annotationXML>
        <emma:emma xmlns:emma="http://www.w3.org/2003/04/emma" version="1.0">
          <emma:interpretation id="{64CE9372-F305-494F-87CC-A5C59E5F2098}" emma:medium="tactile" emma:mode="ink">
            <msink:context xmlns:msink="http://schemas.microsoft.com/ink/2010/main" type="paragraph" rotatedBoundingBox="2072,9477 6823,9307 6845,9912 2094,10082" alignmentLevel="3"/>
          </emma:interpretation>
        </emma:emma>
      </inkml:annotationXML>
      <inkml:traceGroup>
        <inkml:annotationXML>
          <emma:emma xmlns:emma="http://www.w3.org/2003/04/emma" version="1.0">
            <emma:interpretation id="{AB630744-27DF-408B-9689-5916609818F2}" emma:medium="tactile" emma:mode="ink">
              <msink:context xmlns:msink="http://schemas.microsoft.com/ink/2010/main" type="line" rotatedBoundingBox="2072,9477 6823,9307 6845,9912 2094,10082"/>
            </emma:interpretation>
          </emma:emma>
        </inkml:annotationXML>
        <inkml:traceGroup>
          <inkml:annotationXML>
            <emma:emma xmlns:emma="http://www.w3.org/2003/04/emma" version="1.0">
              <emma:interpretation id="{B4D20A0F-05B9-4A33-B7B5-294E63082133}" emma:medium="tactile" emma:mode="ink">
                <msink:context xmlns:msink="http://schemas.microsoft.com/ink/2010/main" type="inkWord" rotatedBoundingBox="2072,9477 6823,9307 6845,9912 2094,10082"/>
              </emma:interpretation>
              <emma:one-of disjunction-type="recognition" id="oneOf15">
                <emma:interpretation id="interp75" emma:lang="id-ID" emma:confidence="0.5">
                  <emma:literal>000110</emma:literal>
                </emma:interpretation>
                <emma:interpretation id="interp76" emma:lang="id-ID" emma:confidence="0.5">
                  <emma:literal>000 11 0</emma:literal>
                </emma:interpretation>
                <emma:interpretation id="interp77" emma:lang="id-ID" emma:confidence="0.5">
                  <emma:literal>00011 0</emma:literal>
                </emma:interpretation>
                <emma:interpretation id="interp78" emma:lang="id-ID" emma:confidence="0.5">
                  <emma:literal>000 1 10</emma:literal>
                </emma:interpretation>
                <emma:interpretation id="interp79" emma:lang="id-ID" emma:confidence="0.5">
                  <emma:literal>000 110</emma:literal>
                </emma:interpretation>
              </emma:one-of>
            </emma:emma>
          </inkml:annotationXML>
          <inkml:trace contextRef="#ctx0" brushRef="#br0" timeOffset="-67167.394">719 7261,'-24'0,"0"0,0 0,0 0,0 0,24 23,-24 1,24 0,0 0,0 24,0 0,0-24,0 24,24-24,0 24,0-24,24-24,-24 24,0-24,24 0,-24 0,0-48,0 24,0 0,-24-24,24 0,-24 0,0 24,0-24,0 24,-24 0,0 24,-24-23,24 23,-24 0,24 23,0 1,0 0,24 0,0 0,0 0,0 0</inkml:trace>
          <inkml:trace contextRef="#ctx0" brushRef="#br0" timeOffset="-66468.2582">1581 7261,'-119'47,"119"-23,0 0,0 0,0 24,0-24,0 24,24-24,24 0,-24 0,-1 0,1 0,0-24,0 0,0 0,0 0,0 0,-24-24,0 0,0-24,0 24,0-24,0 0,0 24,0 0,0 0,-24 24,0-24,0 24,0 0,24 24,0 0,0 0,0 0</inkml:trace>
          <inkml:trace contextRef="#ctx0" brushRef="#br0" timeOffset="-65881.5871">2204 7237,'-47'143,"47"-119,0 24,0 0,0-24,24 24,-1 0,25-24,-24 0,0 24,24-48,-24 0,24 0,-24 0,-24-24,24 0,0-24,-24 0,0 0,0 0,0 0,-24 0,0 24,0 0,0 0,0 0,0 24,0-23,0 23,0 0,24 23,0 1</inkml:trace>
          <inkml:trace contextRef="#ctx0" brushRef="#br0" timeOffset="-44256.864">3546 7165,'24'48,"-24"-24,24 23,-24-23,24 24,-24 0,24-24,-24 24,0 0,24-24,-24 0,0 0,0 0</inkml:trace>
          <inkml:trace contextRef="#ctx0" brushRef="#br0" timeOffset="-43689.3448">4265 7045,'24'0,"0"24,-24 0,24 215,-24-191,24-24,-24 0,0 0,0 0,0 0,24-24</inkml:trace>
          <inkml:trace contextRef="#ctx0" brushRef="#br0" timeOffset="-42953.817">4984 7045,'-96'72,"96"-24,0 0,0 47,24-71,-24 24,48 0,-24 0,24-24,-24 0,24-24,-24 24,0-24,0 0,24 0,-24-24,0-24,0 24,-24-24,24 0,-24 0,0 1,0-1,0 24,-24-24,-24 0,0 24,0 0,0 24,0-24,24 24,0 0,0 0,0 0,24 24,0 0,0 24</inkml:trace>
        </inkml:traceGroup>
      </inkml:traceGroup>
    </inkml:traceGroup>
  </inkml:traceGroup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35:29.395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D91A6A20-9219-4CA2-B132-B2EC5913DE1A}" emma:medium="tactile" emma:mode="ink">
          <msink:context xmlns:msink="http://schemas.microsoft.com/ink/2010/main" type="inkDrawing" rotatedBoundingBox="16606,1677 21828,1659 21831,2332 16608,2350" semanticType="10" shapeName="Other">
            <msink:sourceLink direction="with" ref="{63CBA6DE-E95D-472C-B105-14AC3F805F86}"/>
            <msink:sourceLink direction="with" ref="{1ACFFE47-81D9-45CD-9D5C-FA22B497E0D3}"/>
          </msink:context>
        </emma:interpretation>
      </emma:emma>
    </inkml:annotationXML>
    <inkml:trace contextRef="#ctx0" brushRef="#br0">15096-623,'24'24,"0"-24,0 24,0 24,0-24,24 0,0 24,-24 0,24 23,0-23,0 0,0 0,-1 0,-23 0,24-24,-24 0,-24 0,24 0,0-24,-24 24,24-24,0 0,0 0,-24-24,24 24,0-24,0 24,0 0,0-24,0 24,0 0,0 0,0 0,0 0,0-24,0 24,0 0,0-24,0 24,-1 0,1-24,0 24,0 0,0-24,0 24,0 0,0-24,0 24,0 0,0 0,24 0,-24 0,0 0,24 0,0 0,0 0,24 0,-24-24,-1 0,1 24,0 0,0-24,0 24,-24-24,24 24,-24 0,24 0,-24-24,24 24,0 0,-24 0,24 0,0 0,-1 0,-23 0,24 0,0 0,-24 0,24 0,-24 0,24 0,-24 24,24-24,-24 0,24 0,-24 0,0 0,0 0,0 24,0-24,0 0,0 0,0 0,0 0,-1 0,25 0,-24 0,24 0,-24 24,0-24,24 0,-24 0,24 0,-24 0,24 0,0 24,0-24,-24 0,24 0,0 0,-24 0,23 0,-23 0,24 0,0 0,0 0,-24 0,24 0,-24 0,0 0,24 0,0 0,-24 0,24 0,-24 0,0 0,0 24,0-24,0 0,0 0,-1 0,1 0,0 0,0 0,24 0,-24 0,24 0,0 0,24 0,-24 0,0 0,-24 0,24 0,0 0,0 0,-1 0,-23 0,24-24,-24 24,0-24,0 0,24 24,-24 0,-24-24,24 24,0 0,-24-24,24 24,0 0,-24-24,24 24,-48 0</inkml:trace>
  </inkml:traceGroup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35:30.977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F2AA39AA-2678-431C-9A09-59A56348AE42}" emma:medium="tactile" emma:mode="ink">
          <msink:context xmlns:msink="http://schemas.microsoft.com/ink/2010/main" type="inkDrawing" rotatedBoundingBox="17228,2300 17371,3759 17308,3765 17164,2306" semanticType="verticalRange" shapeName="Other">
            <msink:sourceLink direction="with" ref="{276F0C93-CEFE-4523-AD35-E6432B6E2B34}"/>
          </msink:context>
        </emma:interpretation>
      </emma:emma>
    </inkml:annotationXML>
    <inkml:trace contextRef="#ctx0" brushRef="#br0">623 623,'0'48,"0"-24,0 0,0 0,0 24,0-24,0 0,0 24,0-24,0 23,0-23,0 240,0-240,24 0,-24 0,0 0,0 0,0 0,24 0,-24 0,0 0,0 0,0 0,0 0,0-1,24-23,-24 24,0 0,0 0,0 0,0 0,0 0,0 0,0 0,0 0,24-24,-24 24,0 0,0 0,0 0,24 0,-24 0,0 0,0 0,0 0,0 0,0 0,0 0,0 0,0-48,0 0,0 0</inkml:trace>
  </inkml:traceGroup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31:15.891"/>
    </inkml:context>
    <inkml:brush xml:id="br0">
      <inkml:brushProperty name="width" value="0.05833" units="cm"/>
      <inkml:brushProperty name="height" value="0.05833" units="cm"/>
      <inkml:brushProperty name="fitToCurve" value="1"/>
    </inkml:brush>
    <inkml:brush xml:id="br1">
      <inkml:brushProperty name="width" value="0.05833" units="cm"/>
      <inkml:brushProperty name="height" value="0.05833" units="cm"/>
      <inkml:brushProperty name="color" value="#ED1C24"/>
      <inkml:brushProperty name="fitToCurve" value="1"/>
    </inkml:brush>
    <inkml:brush xml:id="br2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2C6DDE8F-C3CF-4C58-B710-424369EBDA94}" emma:medium="tactile" emma:mode="ink">
          <msink:context xmlns:msink="http://schemas.microsoft.com/ink/2010/main" type="writingRegion" rotatedBoundingBox="12831,898 32274,318 32367,3470 12925,4049"/>
        </emma:interpretation>
      </emma:emma>
    </inkml:annotationXML>
    <inkml:traceGroup>
      <inkml:annotationXML>
        <emma:emma xmlns:emma="http://www.w3.org/2003/04/emma" version="1.0">
          <emma:interpretation id="{14D9E453-8FF4-4D44-A9A2-2443CEDE8B14}" emma:medium="tactile" emma:mode="ink">
            <msink:context xmlns:msink="http://schemas.microsoft.com/ink/2010/main" type="paragraph" rotatedBoundingBox="12831,898 32274,318 32318,1815 12876,239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9BE144E8-0F5F-413E-B3DD-4952CE135C02}" emma:medium="tactile" emma:mode="ink">
              <msink:context xmlns:msink="http://schemas.microsoft.com/ink/2010/main" type="inkBullet" rotatedBoundingBox="12841,1213 13173,1203 13189,1742 12857,1752"/>
            </emma:interpretation>
            <emma:one-of disjunction-type="recognition" id="oneOf0">
              <emma:interpretation id="interp0" emma:lang="id-ID" emma:confidence="0">
                <emma:literal>x</emma:literal>
              </emma:interpretation>
              <emma:interpretation id="interp1" emma:lang="id-ID" emma:confidence="0">
                <emma:literal>*</emma:literal>
              </emma:interpretation>
              <emma:interpretation id="interp2" emma:lang="id-ID" emma:confidence="0">
                <emma:literal>X</emma:literal>
              </emma:interpretation>
              <emma:interpretation id="interp3" emma:lang="id-ID" emma:confidence="0">
                <emma:literal>4</emma:literal>
              </emma:interpretation>
              <emma:interpretation id="interp4" emma:lang="id-ID" emma:confidence="0">
                <emma:literal>a</emma:literal>
              </emma:interpretation>
            </emma:one-of>
          </emma:emma>
        </inkml:annotationXML>
        <inkml:trace contextRef="#ctx0" brushRef="#br0">-5538-1255,'339'198,"-339"-170,0 28,0-27,0 27,-28-28,-1 1,1-1,0-28,0 28</inkml:trace>
        <inkml:trace contextRef="#ctx0" brushRef="#br0" timeOffset="-352.8654">-5481-1142,'-29'-28,"29"0,0 56,0 0,29 29,-29-1,28 0,-28 1,28-29,-28 29,0-29,0 0,28 0,-28 0</inkml:trace>
      </inkml:traceGroup>
      <inkml:traceGroup>
        <inkml:annotationXML>
          <emma:emma xmlns:emma="http://www.w3.org/2003/04/emma" version="1.0">
            <emma:interpretation id="{EFA1CE01-7791-4F4E-B612-7D359B53E64A}" emma:medium="tactile" emma:mode="ink">
              <msink:context xmlns:msink="http://schemas.microsoft.com/ink/2010/main" type="line" rotatedBoundingBox="15915,806 32274,318 32318,1815 15959,2302"/>
            </emma:interpretation>
          </emma:emma>
        </inkml:annotationXML>
        <inkml:traceGroup>
          <inkml:annotationXML>
            <emma:emma xmlns:emma="http://www.w3.org/2003/04/emma" version="1.0">
              <emma:interpretation id="{BDFA2D08-483B-455D-A2EE-2089EE0E1FC1}" emma:medium="tactile" emma:mode="ink">
                <msink:context xmlns:msink="http://schemas.microsoft.com/ink/2010/main" type="inkWord" rotatedBoundingBox="15926,801 18600,743 18633,2243 15959,2302"/>
              </emma:interpretation>
              <emma:one-of disjunction-type="recognition" id="oneOf1">
                <emma:interpretation id="interp5" emma:lang="id-ID" emma:confidence="0.5">
                  <emma:literal>aco</emma:literal>
                </emma:interpretation>
                <emma:interpretation id="interp6" emma:lang="id-ID" emma:confidence="0">
                  <emma:literal>agon</emma:literal>
                </emma:interpretation>
                <emma:interpretation id="interp7" emma:lang="id-ID" emma:confidence="0">
                  <emma:literal>alabio</emma:literal>
                </emma:interpretation>
                <emma:interpretation id="interp8" emma:lang="id-ID" emma:confidence="0">
                  <emma:literal>agok</emma:literal>
                </emma:interpretation>
                <emma:interpretation id="interp9" emma:lang="id-ID" emma:confidence="0">
                  <emma:literal>adagio</emma:literal>
                </emma:interpretation>
              </emma:one-of>
            </emma:emma>
          </inkml:annotationXML>
          <inkml:trace contextRef="#ctx0" brushRef="#br1" timeOffset="95484.1845">-1988-1606,'23'0,"-23"24,0 24,0-24,24 24,-24 0,24 0,-24 0,0 0,0-24,0 0,24-24</inkml:trace>
          <inkml:trace contextRef="#ctx0" brushRef="#br1" timeOffset="95874.7989">-1917-1678,'192'0,"-168"24,24 24,-24-24,-24 24,24-24,-24 24,0-24,0 24,-24-24,0 24,0-24,-24 0,24 0,0-24,0 24,0-24,24 24,-24-24</inkml:trace>
          <inkml:trace contextRef="#ctx0" brushRef="#br1" timeOffset="96511.2001">-1318-1414,'-95'-72,"71"72,24 24,-24 0,24 24,0 0,0-24,0 24,24-24,0 0,0-24,0 0,0 0,-1 0,1-48,0 24,0 0,-24-24,0 24,0 48,0 24,0 0,72 24</inkml:trace>
          <inkml:trace contextRef="#ctx0" brushRef="#br1" timeOffset="256429.3758">-2156-480,'-144'-24,"120"24,0 24,0 0,0 0,24 24,-24-24,24 24,0-24,0 24,0-24,0 0,24 0,0-24,0 0,0 0,-24-24,24-24,0 24,0-24,-24 0,24 24,-24 0,0 0,24 24,-24 24,0 0,24 0,-24 24,24-24,-24 0,24 0,-24 0,24-24,0 0</inkml:trace>
          <inkml:trace contextRef="#ctx0" brushRef="#br1" timeOffset="257389.4432">-1389-959,'0'48,"24"0,-24-24,0 24,24 0,-24-24,0 0,23-24,-23-24,0-24,0 24,0 0,24 24,0-24,0 24,0 24,0-24,0 24,-24 0,24-24,-24 24,0 0,0 0,-24 0,0-24,0 24,0-24,0 0</inkml:trace>
          <inkml:trace contextRef="#ctx0" brushRef="#br1" timeOffset="257863.9133">-886-815,'-96'-48,"96"72,-24 0,24 0,0 0,0 0,0 0,0 0,0 0,24-24,0 0,0 0,0 0,0 0,0 0,-24-24</inkml:trace>
          <inkml:trace contextRef="#ctx0" brushRef="#br1" timeOffset="260036.817">-263-911,'-72'24,"48"-24,24 24,-24 0,24 0,0 0,0 0,0 0,0 0,24 0,0 0,0-24,-24 24,24-24,0 0,0 0,0 0,0-24,-24 0,24 24,-24-24,0 0,0 0,0 0,-24 24,0 0,0 0,0 0</inkml:trace>
          <inkml:trace contextRef="#ctx0" brushRef="#br1" timeOffset="260754.6595">168-935,'-96'0,"48"144,48-120,24 0,0-24,0 0,0 0,0 0,0 0,0 0,0 0,-24-24,24 24,-24-24,0 0,0 0,0 0,0 0,-24 0,0 24,0 0,0 0,0 0,0 0,24 24,0 0</inkml:trace>
          <inkml:trace contextRef="#ctx0" brushRef="#br1" timeOffset="259092.8426">-215-815,'-96'-48,"72"48,0 0,0 0,-24 0,72 168,0-144,0-24,0 0,24 0,-24 0,24 0,-24 0,0-24</inkml:trace>
        </inkml:traceGroup>
        <inkml:traceGroup>
          <inkml:annotationXML>
            <emma:emma xmlns:emma="http://www.w3.org/2003/04/emma" version="1.0">
              <emma:interpretation id="{1225A1EB-1FBF-448E-9BF8-5C0F1290209C}" emma:medium="tactile" emma:mode="ink">
                <msink:context xmlns:msink="http://schemas.microsoft.com/ink/2010/main" type="inkWord" rotatedBoundingBox="19358,1421 19767,1498 19704,1836 19295,1760"/>
              </emma:interpretation>
              <emma:one-of disjunction-type="recognition" id="oneOf2">
                <emma:interpretation id="interp10" emma:lang="id-ID" emma:confidence="0.5">
                  <emma:literal>01</emma:literal>
                </emma:interpretation>
                <emma:interpretation id="interp11" emma:lang="id-ID" emma:confidence="0">
                  <emma:literal>0,</emma:literal>
                </emma:interpretation>
                <emma:interpretation id="interp12" emma:lang="id-ID" emma:confidence="0">
                  <emma:literal>o,</emma:literal>
                </emma:interpretation>
                <emma:interpretation id="interp13" emma:lang="id-ID" emma:confidence="0">
                  <emma:literal>0</emma:literal>
                </emma:interpretation>
                <emma:interpretation id="interp14" emma:lang="id-ID" emma:confidence="0">
                  <emma:literal>10</emma:literal>
                </emma:interpretation>
              </emma:one-of>
            </emma:emma>
          </inkml:annotationXML>
          <inkml:trace contextRef="#ctx0" brushRef="#br1" timeOffset="261544.7688">1007-935,'-48'0,"48"24,0 0,0 0,0 24,0-24,0 0,0 0,24 0,-24 0,24-24,0 0,0 0,0 0,-24-24,0 0,24 0,-24 0,0 0,0 0,0 0,0 0,0 0,-24 24,0-24,0 24,0 0,0 0,24 24,0 0,-24-24,24 24</inkml:trace>
          <inkml:trace contextRef="#ctx0" brushRef="#br1" timeOffset="262002.1467">1318-983,'0'144,"0"-120,0 24,24-24,-24 0</inkml:trace>
        </inkml:traceGroup>
        <inkml:traceGroup>
          <inkml:annotationXML>
            <emma:emma xmlns:emma="http://www.w3.org/2003/04/emma" version="1.0">
              <emma:interpretation id="{A9A95002-5658-486C-85FE-B5C4E8BB8D31}" emma:medium="tactile" emma:mode="ink">
                <msink:context xmlns:msink="http://schemas.microsoft.com/ink/2010/main" type="inkWord" rotatedBoundingBox="20462,1500 21967,1293 22024,1704 20519,1912"/>
              </emma:interpretation>
              <emma:one-of disjunction-type="recognition" id="oneOf3">
                <emma:interpretation id="interp15" emma:lang="id-ID" emma:confidence="0.5">
                  <emma:literal>"10</emma:literal>
                </emma:interpretation>
                <emma:interpretation id="interp16" emma:lang="id-ID" emma:confidence="0">
                  <emma:literal>1110</emma:literal>
                </emma:interpretation>
                <emma:interpretation id="interp17" emma:lang="id-ID" emma:confidence="0">
                  <emma:literal>1/10</emma:literal>
                </emma:interpretation>
                <emma:interpretation id="interp18" emma:lang="id-ID" emma:confidence="0">
                  <emma:literal>1:10</emma:literal>
                </emma:interpretation>
                <emma:interpretation id="interp19" emma:lang="id-ID" emma:confidence="0">
                  <emma:literal>"110</emma:literal>
                </emma:interpretation>
              </emma:one-of>
            </emma:emma>
          </inkml:annotationXML>
          <inkml:trace contextRef="#ctx0" brushRef="#br1" timeOffset="262654.1339">2085-959,'24'72,"0"-48,-24 24,0-24,24 0,-24 0,0 0,0 0,24-24,-24-24</inkml:trace>
          <inkml:trace contextRef="#ctx0" brushRef="#br1" timeOffset="263116.3776">2445-1007,'71'264,"-71"-240</inkml:trace>
          <inkml:trace contextRef="#ctx0" brushRef="#br1" timeOffset="263643.8088">3068-1103,'0'72,"0"-48,24 24,-24-24,0 0,0 24,0-24,0 0,0 0,23-24</inkml:trace>
          <inkml:trace contextRef="#ctx0" brushRef="#br1" timeOffset="264109.7967">3379-1031,'-24'48,"24"-24,0 24,0-24,0 24,0-24,24 0,0 0,0 0,0-24,0 0,0 0,0-24,0-24,0 0,-24 0,24 0,-24 0,0 0,0 0,0 24,-48 1,24 23,0 0,0 0,0 0,0 23,0 1,-24 0,24 0</inkml:trace>
        </inkml:traceGroup>
        <inkml:traceGroup>
          <inkml:annotationXML>
            <emma:emma xmlns:emma="http://www.w3.org/2003/04/emma" version="1.0">
              <emma:interpretation id="{27C35771-C4D8-45A0-83FF-FC5068187ECD}" emma:medium="tactile" emma:mode="ink">
                <msink:context xmlns:msink="http://schemas.microsoft.com/ink/2010/main" type="inkWord" rotatedBoundingBox="23466,1442 25063,1394 25079,1940 23483,1988"/>
              </emma:interpretation>
              <emma:one-of disjunction-type="recognition" id="oneOf4">
                <emma:interpretation id="interp20" emma:lang="id-ID" emma:confidence="0.5">
                  <emma:literal>Date</emma:literal>
                </emma:interpretation>
                <emma:interpretation id="interp21" emma:lang="id-ID" emma:confidence="0">
                  <emma:literal>Da-E</emma:literal>
                </emma:interpretation>
                <emma:interpretation id="interp22" emma:lang="id-ID" emma:confidence="0">
                  <emma:literal>Dase</emma:literal>
                </emma:interpretation>
                <emma:interpretation id="interp23" emma:lang="id-ID" emma:confidence="0">
                  <emma:literal>Dale</emma:literal>
                </emma:interpretation>
                <emma:interpretation id="interp24" emma:lang="id-ID" emma:confidence="0">
                  <emma:literal>Dae</emma:literal>
                </emma:interpretation>
              </emma:one-of>
            </emma:emma>
          </inkml:annotationXML>
          <inkml:trace contextRef="#ctx0" brushRef="#br2" timeOffset="400297.1443">5128-935,'-24'168,"24"-120,0 0,0 0,0-24,0 0,0 24,0-25,0 1</inkml:trace>
          <inkml:trace contextRef="#ctx0" brushRef="#br2" timeOffset="400788.7862">5176-983,'96'-48,"-72"48,0 0,0 0,24 0,0 48,-24-24,24 24,-24-24,0 24,0-24,-24 24,0-24,0 0,-24 24,0-24,0 0,-48 0,24 0,0-24,0 0,24 0,-24 0,24-24,48 24,0 0</inkml:trace>
          <inkml:trace contextRef="#ctx0" brushRef="#br2" timeOffset="401445.908">5991-743,'-24'-48,"0"48,0 0,0 0,0 0,0 0,0 24,0 0,0 0,24 0,0 24,216-192,-216 192,0-24,24 24,0-24,0 0,0 0,0 0</inkml:trace>
          <inkml:trace contextRef="#ctx0" brushRef="#br2" timeOffset="402456.4501">6470-1007,'-24'192,"48"-192,0 0,24 0,-24 24,0-24,0 0,0 0</inkml:trace>
          <inkml:trace contextRef="#ctx0" brushRef="#br2" timeOffset="402187.1345">6470-1007,'24'0,"0"0,0 0,24 0,-24 0,0 0,0 0,0 0</inkml:trace>
          <inkml:trace contextRef="#ctx0" brushRef="#br2" timeOffset="404309.8488">6326-1007,'24'0,"0"0,0 0,0 0,0 0,24 0,-24 0,0 0,0 0,0 0,0 0</inkml:trace>
          <inkml:trace contextRef="#ctx0" brushRef="#br2" timeOffset="404895.8217">6422-743,'0'-24,"24"24,120 24,-120-24,0 0,0 24,0-24</inkml:trace>
        </inkml:traceGroup>
        <inkml:traceGroup>
          <inkml:annotationXML>
            <emma:emma xmlns:emma="http://www.w3.org/2003/04/emma" version="1.0">
              <emma:interpretation id="{4E386890-594F-4EFC-9A1C-5A95141E6CCB}" emma:medium="tactile" emma:mode="ink">
                <msink:context xmlns:msink="http://schemas.microsoft.com/ink/2010/main" type="inkWord" rotatedBoundingBox="26090,736 28098,637 28138,1454 26130,1553"/>
              </emma:interpretation>
              <emma:one-of disjunction-type="recognition" id="oneOf5">
                <emma:interpretation id="interp25" emma:lang="id-ID" emma:confidence="0.5">
                  <emma:literal>arab</emma:literal>
                </emma:interpretation>
                <emma:interpretation id="interp26" emma:lang="id-ID" emma:confidence="0">
                  <emma:literal>asabatan,</emma:literal>
                </emma:interpretation>
                <emma:interpretation id="interp27" emma:lang="id-ID" emma:confidence="0">
                  <emma:literal>antaralah</emma:literal>
                </emma:interpretation>
                <emma:interpretation id="interp28" emma:lang="id-ID" emma:confidence="0">
                  <emma:literal>aksaralah</emma:literal>
                </emma:interpretation>
                <emma:interpretation id="interp29" emma:lang="id-ID" emma:confidence="0">
                  <emma:literal>apsaralah</emma:literal>
                </emma:interpretation>
              </emma:one-of>
            </emma:emma>
          </inkml:annotationXML>
          <inkml:trace contextRef="#ctx0" brushRef="#br2" timeOffset="410362.9687">8627-1558,'-24'0,"48"48,0 0,0 0,-24 0,0 0,24 0,-24-24,0 0,0 0,0-48,0-24,0 24,24 0,24 24,-24 0,0 0,23 24,-23 0,0 0,0 0,0 24,-24-24,0-1,0 1,0 0,0 0,0 0,0 0,-24-24,-24 0,24 0,-23 0,23 0,-24 0,24-24,24 0,-24 0,24 0,0 0</inkml:trace>
          <inkml:trace contextRef="#ctx0" brushRef="#br2" timeOffset="410909.6776">8579-1774,'24'0,"24"0,-24 0,24 0,-24 0,24 0,-24 0,-1 0,1 24,0-24,0 0</inkml:trace>
          <inkml:trace contextRef="#ctx0" brushRef="#br2" timeOffset="411756.5265">9633-1318,'-24'-48,"0"48,0 0,0 0,0 0,0 24,0-24,1 24,-1 0,24 0,0 24,0-24,0 24,0-25,0 1,24 0,-1 0,1 0,0 0,0-24,24 0,-24 0,0 0,0-24,0 0,0 24</inkml:trace>
          <inkml:trace contextRef="#ctx0" brushRef="#br2" timeOffset="412597.9831">9274-1678,'120'0,"-96"0,23 24,1-24,-24 0,24 0,-24 24,24-24,-24 0,0 0,0 0</inkml:trace>
          <inkml:trace contextRef="#ctx0" brushRef="#br2" timeOffset="409380.9401">7716-1630,'0'-24,"24"24,24 0,0 0,0 0,0 0,0 0,0 0,0 0,-24 24,0-24,0 0,0 0</inkml:trace>
          <inkml:trace contextRef="#ctx0" brushRef="#br2" timeOffset="408741.787">8076-1222,'-24'-72,"0"72,0 0,0 0,0 0,0 0,0 0,0 0,0 24,0 0,0-24,0 48,24-24,0 0,0 23,0-23,0 0,0 0,24 0,-24 0,24-24,0 24,24-24,-24 0,0 0,0-24,0 0,0 0,0-24,-24 24,0-23,0 23,0-24,24 24,-24 48,24 0,-24 0,0 0,24 23,-24-23,0 0,0 0,24 0,-24 0,24 0,-1-24</inkml:trace>
          <inkml:trace contextRef="#ctx0" brushRef="#br2" timeOffset="417323.6779">10304-1150,'-24'-48,"0"24,24 0,48 24,-24 0,24 0,-24-24,24 24,-24 0,24 0,-24 0,0 0</inkml:trace>
          <inkml:trace contextRef="#ctx0" brushRef="#br2" timeOffset="417750.3237">10448-1534,'0'-24,"24"48,-24 0,0 24,0-24,24 24,-24 0,0-24,0 24,0-24,0 24,0-24,0 0,0-1,24-23</inkml:trace>
          <inkml:trace contextRef="#ctx0" brushRef="#br2" timeOffset="420374.3343">11167-1414,'-120'24,"96"0,0 0,0 0,0-24,24 24,-24 0,0 24,24-24,0 0,0 0,0 23,24-23,0-24,24 0,-24 0,0 0,0-24,24 0,-24 1,0-1,0 0,0 0,-24 0,24 0,-24 0,0 0,0 0,0 0,0 0,0 48,0 0,0 24,0-24,24 24,-24-24,0 0,24 0,-24-1,0 1,24-24</inkml:trace>
          <inkml:trace contextRef="#ctx0" brushRef="#br2" timeOffset="423804.6856">11838-1414,'-72'-48,"48"48,0 0,0 0,0 0,0 0,0 24,0 0,24 0,-24 24,24-24,0 24,0-24,0 24,0-24,24 23,0-23,24-24,-24 24,24-24,-24 0,24 0,-24 0,24 0,-24-24</inkml:trace>
          <inkml:trace contextRef="#ctx0" brushRef="#br2" timeOffset="426300.3894">12365-1294,'24'0,"24"0,-24 0,0 0,24 0,-24 0,0 0,0 0,0 0,-24 24</inkml:trace>
          <inkml:trace contextRef="#ctx0" brushRef="#br2" timeOffset="426782.1209">12557-1510,'0'24,"-24"0,24 0,0 0,0 24,0 0,0-24,0 0,0 24,0-24,0 0,0 0,0-1,0 1</inkml:trace>
          <inkml:trace contextRef="#ctx0" brushRef="#br2" timeOffset="429787.9481">13252-1414,'0'-24,"-24"24,0 0,0 0,0 0,24 24,-24-24,24 24,-24-24,0 24,24 0,-24 0,24 0,0 0,0 0,0 0,0 0,0 0,0 0,24-24,0 23,0-23,0 0,0-23,0-1,0 0,0 0,-24 0,23-24,-23 24,0 0,0 0,0 0,0 48,0 0,24-24,-24 24,0 24,24-24,-24 0,24 24,-24-24,24-24,-24 23,0 1,24-24,0 0</inkml:trace>
          <inkml:trace contextRef="#ctx0" brushRef="#br2" timeOffset="432127.9472">13731-1582,'-24'0,"24"48,0 0,0 0,0 0,0 24,0-24,0 24,0-48,0 23,0-23,0-48,0 1,0-25,0 24,0 0,0 0,0 0,24 24,0 0,0 0,0 0,0 0,0 0,0 0,0 24,-24 0,23-24,-23 24,0 0,0 0,0 0,-23-1,-1 1,24 0,-24 0,0 0,0 0,0-24,24 24,-24-24,0 0,0 0,0 0</inkml:trace>
          <inkml:trace contextRef="#ctx0" brushRef="#br2" timeOffset="433395.6617">13707-1222,'-24'0,"24"24,0 0,0 0,0 23,0-23,0 0,0 0,0 0,0 0,-24-24</inkml:trace>
        </inkml:traceGroup>
      </inkml:traceGroup>
    </inkml:traceGroup>
    <inkml:traceGroup>
      <inkml:annotationXML>
        <emma:emma xmlns:emma="http://www.w3.org/2003/04/emma" version="1.0">
          <emma:interpretation id="{B45CF0FC-CCEC-4C06-B4EA-B93918174A3D}" emma:medium="tactile" emma:mode="ink">
            <msink:context xmlns:msink="http://schemas.microsoft.com/ink/2010/main" type="paragraph" rotatedBoundingBox="18378,2468 22044,2420 22049,2846 18384,2893" alignmentLevel="2"/>
          </emma:interpretation>
        </emma:emma>
      </inkml:annotationXML>
      <inkml:traceGroup>
        <inkml:annotationXML>
          <emma:emma xmlns:emma="http://www.w3.org/2003/04/emma" version="1.0">
            <emma:interpretation id="{276F0C93-CEFE-4523-AD35-E6432B6E2B34}" emma:medium="tactile" emma:mode="ink">
              <msink:context xmlns:msink="http://schemas.microsoft.com/ink/2010/main" type="line" rotatedBoundingBox="18378,2468 22044,2420 22049,2846 18384,2893">
                <msink:destinationLink direction="with" ref="{F2AA39AA-2678-431C-9A09-59A56348AE42}"/>
              </msink:context>
            </emma:interpretation>
          </emma:emma>
        </inkml:annotationXML>
        <inkml:traceGroup>
          <inkml:annotationXML>
            <emma:emma xmlns:emma="http://www.w3.org/2003/04/emma" version="1.0">
              <emma:interpretation id="{4E51B047-EE78-497D-A8F9-ABABE420CFC4}" emma:medium="tactile" emma:mode="ink">
                <msink:context xmlns:msink="http://schemas.microsoft.com/ink/2010/main" type="inkWord" rotatedBoundingBox="18378,2468 18470,2466 18475,2802 18383,2803">
                  <msink:destinationLink direction="with" ref="{63CBA6DE-E95D-472C-B105-14AC3F805F86}"/>
                </msink:context>
              </emma:interpretation>
              <emma:one-of disjunction-type="recognition" id="oneOf6">
                <emma:interpretation id="interp30" emma:lang="id-ID" emma:confidence="0.5">
                  <emma:literal>I</emma:literal>
                </emma:interpretation>
                <emma:interpretation id="interp31" emma:lang="id-ID" emma:confidence="0">
                  <emma:literal>1</emma:literal>
                </emma:interpretation>
                <emma:interpretation id="interp32" emma:lang="id-ID" emma:confidence="0">
                  <emma:literal>|</emma:literal>
                </emma:interpretation>
                <emma:interpretation id="interp33" emma:lang="id-ID" emma:confidence="0">
                  <emma:literal>l</emma:literal>
                </emma:interpretation>
                <emma:interpretation id="interp34" emma:lang="id-ID" emma:confidence="0">
                  <emma:literal>Y</emma:literal>
                </emma:interpretation>
              </emma:one-of>
            </emma:emma>
          </inkml:annotationXML>
          <inkml:trace contextRef="#ctx0" brushRef="#br1" timeOffset="279362.9966">0 24,'0'-24,"24"24,-24 24,0 0,24 24,-24-24,0 23,0-23,0 0,0 24,0-24,0 0,24 0,0-48</inkml:trace>
        </inkml:traceGroup>
        <inkml:traceGroup>
          <inkml:annotationXML>
            <emma:emma xmlns:emma="http://www.w3.org/2003/04/emma" version="1.0">
              <emma:interpretation id="{A88598FA-B876-4886-AE12-32A55432036B}" emma:medium="tactile" emma:mode="ink">
                <msink:context xmlns:msink="http://schemas.microsoft.com/ink/2010/main" type="inkWord" rotatedBoundingBox="19527,2565 19912,2560 19916,2873 19531,2878"/>
              </emma:interpretation>
              <emma:one-of disjunction-type="recognition" id="oneOf7">
                <emma:interpretation id="interp35" emma:lang="id-ID" emma:confidence="0.5">
                  <emma:literal>0</emma:literal>
                </emma:interpretation>
                <emma:interpretation id="interp36" emma:lang="id-ID" emma:confidence="0">
                  <emma:literal>o</emma:literal>
                </emma:interpretation>
                <emma:interpretation id="interp37" emma:lang="id-ID" emma:confidence="0">
                  <emma:literal>O</emma:literal>
                </emma:interpretation>
                <emma:interpretation id="interp38" emma:lang="id-ID" emma:confidence="0">
                  <emma:literal>a</emma:literal>
                </emma:interpretation>
                <emma:interpretation id="interp39" emma:lang="id-ID" emma:confidence="0">
                  <emma:literal>.</emma:literal>
                </emma:interpretation>
              </emma:one-of>
            </emma:emma>
          </inkml:annotationXML>
          <inkml:trace contextRef="#ctx0" brushRef="#br1" timeOffset="281345.1476">1199 191,'-24'-24,"0"24,24 24,0 0,0 0,0 0,0 0,0 0,24 0,0 0,23 0,-23 0,24-24,-24 0,24 0,-24 0,0 0,0-24,0 0,0-24,-24 24,24 0,-24-24,0 24,0 0,0 0,-24 1,0 23,-24 0,0-24,24 24,-24 0,24 0,24 24,-24-1</inkml:trace>
        </inkml:traceGroup>
        <inkml:traceGroup>
          <inkml:annotationXML>
            <emma:emma xmlns:emma="http://www.w3.org/2003/04/emma" version="1.0">
              <emma:interpretation id="{7216456D-F7A0-475F-82C9-2FB1DD47B9FD}" emma:medium="tactile" emma:mode="ink">
                <msink:context xmlns:msink="http://schemas.microsoft.com/ink/2010/main" type="inkWord" rotatedBoundingBox="20606,2541 20894,2537 20897,2802 20609,2806"/>
              </emma:interpretation>
              <emma:one-of disjunction-type="recognition" id="oneOf8">
                <emma:interpretation id="interp40" emma:lang="id-ID" emma:confidence="0.5">
                  <emma:literal>o</emma:literal>
                </emma:interpretation>
                <emma:interpretation id="interp41" emma:lang="id-ID" emma:confidence="0">
                  <emma:literal>0</emma:literal>
                </emma:interpretation>
                <emma:interpretation id="interp42" emma:lang="id-ID" emma:confidence="0">
                  <emma:literal>O</emma:literal>
                </emma:interpretation>
                <emma:interpretation id="interp43" emma:lang="id-ID" emma:confidence="0">
                  <emma:literal>@</emma:literal>
                </emma:interpretation>
                <emma:interpretation id="interp44" emma:lang="id-ID" emma:confidence="0">
                  <emma:literal>.</emma:literal>
                </emma:interpretation>
              </emma:one-of>
            </emma:emma>
          </inkml:annotationXML>
          <inkml:trace contextRef="#ctx0" brushRef="#br1" timeOffset="282222.5">2325 96,'-96'0,"96"47,0-23,0 0,24 24,0-24,0 0,24 0,-24 0,0-24,0 0,0 0,0 0,-1-24,-23 0,24 0,-24 0,0-24,0 24,0 0,0 1,-47-1,23 0,0 24,0 0,0 0,0 0,0 24,24 0,0-1</inkml:trace>
        </inkml:traceGroup>
        <inkml:traceGroup>
          <inkml:annotationXML>
            <emma:emma xmlns:emma="http://www.w3.org/2003/04/emma" version="1.0">
              <emma:interpretation id="{02FE3745-65CE-4FCB-996A-04B341EAC147}" emma:medium="tactile" emma:mode="ink">
                <msink:context xmlns:msink="http://schemas.microsoft.com/ink/2010/main" type="inkWord" rotatedBoundingBox="21733,2492 22045,2488 22048,2778 21736,2782"/>
              </emma:interpretation>
              <emma:one-of disjunction-type="recognition" id="oneOf9">
                <emma:interpretation id="interp45" emma:lang="id-ID" emma:confidence="0.5">
                  <emma:literal>o</emma:literal>
                </emma:interpretation>
                <emma:interpretation id="interp46" emma:lang="id-ID" emma:confidence="0">
                  <emma:literal>O</emma:literal>
                </emma:interpretation>
                <emma:interpretation id="interp47" emma:lang="id-ID" emma:confidence="0">
                  <emma:literal>0</emma:literal>
                </emma:interpretation>
                <emma:interpretation id="interp48" emma:lang="id-ID" emma:confidence="0">
                  <emma:literal>@</emma:literal>
                </emma:interpretation>
                <emma:interpretation id="interp49" emma:lang="id-ID" emma:confidence="0">
                  <emma:literal>.</emma:literal>
                </emma:interpretation>
              </emma:one-of>
            </emma:emma>
          </inkml:annotationXML>
          <inkml:trace contextRef="#ctx0" brushRef="#br1" timeOffset="282926.395">3499 72,'-48'-48,"24"48,24 24,-24 0,24 0,0 0,0 23,0-23,0 24,24-24,0 0,-24 0,24-24,0 0,0 0,0 0,0 0,0 0,0 0,0-24,-24 0,24-24,-24 24,0 0,0-23,0 23,-24 0,0 0,-24 0,24 24,0 0,-24 0,24 0,0 24,0 0,-24 0</inkml:trace>
        </inkml:traceGroup>
      </inkml:traceGroup>
    </inkml:traceGroup>
    <inkml:traceGroup>
      <inkml:annotationXML>
        <emma:emma xmlns:emma="http://www.w3.org/2003/04/emma" version="1.0">
          <emma:interpretation id="{A54FED27-C184-492A-9B1E-EECE762891F8}" emma:medium="tactile" emma:mode="ink">
            <msink:context xmlns:msink="http://schemas.microsoft.com/ink/2010/main" type="paragraph" rotatedBoundingBox="18318,3347 21970,3233 21987,3775 18334,3889" alignmentLevel="2"/>
          </emma:interpretation>
        </emma:emma>
      </inkml:annotationXML>
      <inkml:traceGroup>
        <inkml:annotationXML>
          <emma:emma xmlns:emma="http://www.w3.org/2003/04/emma" version="1.0">
            <emma:interpretation id="{B3B71345-74DF-4EAA-899F-06F7FED40C82}" emma:medium="tactile" emma:mode="ink">
              <msink:context xmlns:msink="http://schemas.microsoft.com/ink/2010/main" type="line" rotatedBoundingBox="18318,3347 21970,3233 21987,3775 18334,3889"/>
            </emma:interpretation>
          </emma:emma>
        </inkml:annotationXML>
        <inkml:traceGroup>
          <inkml:annotationXML>
            <emma:emma xmlns:emma="http://www.w3.org/2003/04/emma" version="1.0">
              <emma:interpretation id="{EE706592-CECB-4EE7-9196-97D0D91FC8E1}" emma:medium="tactile" emma:mode="ink">
                <msink:context xmlns:msink="http://schemas.microsoft.com/ink/2010/main" type="inkWord" rotatedBoundingBox="18322,3498 18664,3487 18676,3878 18334,3889"/>
              </emma:interpretation>
              <emma:one-of disjunction-type="recognition" id="oneOf10">
                <emma:interpretation id="interp50" emma:lang="id-ID" emma:confidence="0.5">
                  <emma:literal>0</emma:literal>
                </emma:interpretation>
                <emma:interpretation id="interp51" emma:lang="id-ID" emma:confidence="0">
                  <emma:literal>o</emma:literal>
                </emma:interpretation>
                <emma:interpretation id="interp52" emma:lang="id-ID" emma:confidence="0">
                  <emma:literal>O</emma:literal>
                </emma:interpretation>
                <emma:interpretation id="interp53" emma:lang="id-ID" emma:confidence="0">
                  <emma:literal>a</emma:literal>
                </emma:interpretation>
                <emma:interpretation id="interp54" emma:lang="id-ID" emma:confidence="0">
                  <emma:literal>•</emma:literal>
                </emma:interpretation>
              </emma:one-of>
            </emma:emma>
          </inkml:annotationXML>
          <inkml:trace contextRef="#ctx0" brushRef="#br1" timeOffset="286204.5902">24 1030,'-48'0,"24"0,24 24,0 0,0 0,0 0,0 24,0 0,0 0,0-24,24 24,24-24,-24 0,0-1,24-23,-24 0,0 0,0 0,0 0,0-23,0-25,0 0,-24 24,0-24,0 0,0 24,0-24,-24 24,0 24,0-24,-24 24,24 0,-24 0,24 0,0 0,24 24</inkml:trace>
        </inkml:traceGroup>
        <inkml:traceGroup>
          <inkml:annotationXML>
            <emma:emma xmlns:emma="http://www.w3.org/2003/04/emma" version="1.0">
              <emma:interpretation id="{5A7D539A-85EA-4ACA-8E9A-C463D909F4AF}" emma:medium="tactile" emma:mode="ink">
                <msink:context xmlns:msink="http://schemas.microsoft.com/ink/2010/main" type="inkWord" rotatedBoundingBox="19956,3405 21948,3138 22018,3659 20026,3926">
                  <msink:destinationLink direction="with" ref="{1ACFFE47-81D9-45CD-9D5C-FA22B497E0D3}"/>
                </msink:context>
              </emma:interpretation>
              <emma:one-of disjunction-type="recognition" id="oneOf11">
                <emma:interpretation id="interp55" emma:lang="id-ID" emma:confidence="0.5">
                  <emma:literal>Idi</emma:literal>
                </emma:interpretation>
                <emma:interpretation id="interp56" emma:lang="id-ID" emma:confidence="0.5">
                  <emma:literal>1 di</emma:literal>
                </emma:interpretation>
                <emma:interpretation id="interp57" emma:lang="id-ID" emma:confidence="0.5">
                  <emma:literal>1 d 1</emma:literal>
                </emma:interpretation>
                <emma:interpretation id="interp58" emma:lang="id-ID" emma:confidence="0">
                  <emma:literal>I di</emma:literal>
                </emma:interpretation>
                <emma:interpretation id="interp59" emma:lang="id-ID" emma:confidence="0">
                  <emma:literal>I d 1</emma:literal>
                </emma:interpretation>
              </emma:one-of>
            </emma:emma>
          </inkml:annotationXML>
          <inkml:trace contextRef="#ctx0" brushRef="#br1" timeOffset="287286.7953">1606 934,'0'144,"0"-120,0 24,24-24,-24 0,0 0,0 0,0 0,0 0</inkml:trace>
          <inkml:trace contextRef="#ctx0" brushRef="#br1" timeOffset="288199.3466">3571 766,'0'24,"0"24,24-24,-24 24,0 0,0 0,0 0,0 72</inkml:trace>
          <inkml:trace contextRef="#ctx0" brushRef="#br1" timeOffset="289188.1866">2564 838,'0'48,"0"0,24 0,-24 0,0 0,24 0,0 0,-24 0,0-24,0 0,24 0,-48-48,0-24,24 24,-24 0,0 24,0-24,0 24,0 0,1 0,-1 0,0 24,24 0,-24-24,24 24,0 0,0 0,0 0,0 0,0 0,24-24,0 0,0 0,-1 0,1 0,0-24,0 0,0 24,-24-24,24 24,0 0</inkml:trace>
        </inkml:traceGroup>
      </inkml:traceGroup>
    </inkml:traceGroup>
  </inkml:traceGroup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35:41.334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27FE7A83-8205-4ACA-881B-49A04BFFC0C6}" emma:medium="tactile" emma:mode="ink">
          <msink:context xmlns:msink="http://schemas.microsoft.com/ink/2010/main" type="writingRegion" rotatedBoundingBox="16486,2899 16870,2899 16870,4025 16486,4025"/>
        </emma:interpretation>
      </emma:emma>
    </inkml:annotationXML>
    <inkml:traceGroup>
      <inkml:annotationXML>
        <emma:emma xmlns:emma="http://www.w3.org/2003/04/emma" version="1.0">
          <emma:interpretation id="{AEFC9C35-10D5-47B2-9B20-77D7F9BCBB0D}" emma:medium="tactile" emma:mode="ink">
            <msink:context xmlns:msink="http://schemas.microsoft.com/ink/2010/main" type="paragraph" rotatedBoundingBox="16486,2899 16870,2899 16870,4025 16486,402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009D64CB-75A2-4760-9756-A79AEE1E3669}" emma:medium="tactile" emma:mode="ink">
              <msink:context xmlns:msink="http://schemas.microsoft.com/ink/2010/main" type="line" rotatedBoundingBox="16486,2899 16870,2899 16870,4025 16486,4025"/>
            </emma:interpretation>
          </emma:emma>
        </inkml:annotationXML>
        <inkml:traceGroup>
          <inkml:annotationXML>
            <emma:emma xmlns:emma="http://www.w3.org/2003/04/emma" version="1.0">
              <emma:interpretation id="{B0E0FEBA-7EA2-468E-9206-C633ED789E3E}" emma:medium="tactile" emma:mode="ink">
                <msink:context xmlns:msink="http://schemas.microsoft.com/ink/2010/main" type="inkWord" rotatedBoundingBox="16486,2899 16870,2899 16870,4025 16486,4025"/>
              </emma:interpretation>
              <emma:one-of disjunction-type="recognition" id="oneOf0">
                <emma:interpretation id="interp0" emma:lang="id-ID" emma:confidence="0.5">
                  <emma:literal>f</emma:literal>
                </emma:interpretation>
                <emma:interpretation id="interp1" emma:lang="id-ID" emma:confidence="0">
                  <emma:literal>Y</emma:literal>
                </emma:interpretation>
                <emma:interpretation id="interp2" emma:lang="id-ID" emma:confidence="0">
                  <emma:literal>6</emma:literal>
                </emma:interpretation>
                <emma:interpretation id="interp3" emma:lang="id-ID" emma:confidence="0">
                  <emma:literal>}</emma:literal>
                </emma:interpretation>
                <emma:interpretation id="interp4" emma:lang="id-ID" emma:confidence="0">
                  <emma:literal>t</emma:literal>
                </emma:interpretation>
              </emma:one-of>
            </emma:emma>
          </inkml:annotationXML>
          <inkml:trace contextRef="#ctx0" brushRef="#br0">-360-2551,'-96'24,"72"-24,24 24,-24 0,24 0,0 0,0 0,0 0,0 0,24 0,0 0,0-24,0 0,24 24,-24-24,0 0,0 0,0-24,0 24,-24-24,24 0,-24 0,0 0,0 0,0 0,0 0,0 0,-24 0,0 0,0 24,0 0,0 0,0 24,24 0,-24 0</inkml:trace>
          <inkml:trace contextRef="#ctx0" brushRef="#br0" timeOffset="559.8">-216-1904,'24'96,"-24"-24,0-24,0 24,0-25,0 1,24-24,-24 0,0 0,24 0,0-24</inkml:trace>
        </inkml:traceGroup>
      </inkml:traceGroup>
    </inkml:traceGroup>
  </inkml:traceGroup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36:15.799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EBD9A18F-F239-4BFB-BFDA-5EE15DF4A1D6}" emma:medium="tactile" emma:mode="ink">
          <msink:context xmlns:msink="http://schemas.microsoft.com/ink/2010/main" type="inkDrawing" rotatedBoundingBox="17829,6733 18062,9448 17509,9496 17276,6781" semanticType="callout" shapeName="Other">
            <msink:sourceLink direction="with" ref="{370E536C-377C-44BC-AF8E-EC444A97FCFE}"/>
            <msink:sourceLink direction="with" ref="{471AE1EC-0F13-4D0F-AFFF-80479E8B6814}"/>
          </msink:context>
        </emma:interpretation>
      </emma:emma>
    </inkml:annotationXML>
    <inkml:trace contextRef="#ctx0" brushRef="#br0">-647-375,'72'72,"-48"-24,0 0,72 47,239 337,-311-432,0 24,-24 0,0 0,24-24,-24 24,0 0,0 0,0 0,0 0,0 23,0 1,0 0,0 0,0 0,0 0,0-24,0 24,-24 0,24 0,0-24,0 24,0 0,0 0,0-1,-24 1,24 0,0 0,0 24,0-24,0 0,0 0,0-24,0 24,0 0,0 0,0 0,0-1,0 1,0 0,0 0,0 0,0 0,0-24,0 0,0 0,0 0,0 0,0 0,0 0,24 0,-24 0,0 0,0 0,0-72,0 0,0-24</inkml:trace>
  </inkml:traceGroup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36:40.030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FD0D79DC-88EE-441B-81E6-6BB60BBE2C2C}" emma:medium="tactile" emma:mode="ink">
          <msink:context xmlns:msink="http://schemas.microsoft.com/ink/2010/main" type="inkDrawing" rotatedBoundingBox="18353,12722 22786,12528 22787,12532 18354,12725" shapeName="Other"/>
        </emma:interpretation>
      </emma:emma>
    </inkml:annotationXML>
    <inkml:trace contextRef="#ctx0" brushRef="#br0">0 192,'4362'-192,"-4338"192,-1 0,1 0</inkml:trace>
  </inkml:traceGroup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36:39.745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55F5B0FF-F847-4A56-8C02-B09C4AD174C3}" emma:medium="tactile" emma:mode="ink">
          <msink:context xmlns:msink="http://schemas.microsoft.com/ink/2010/main" type="inkDrawing" rotatedBoundingBox="18285,12770 18359,14951 18354,14952 18280,12771" semanticType="callout" shapeName="Line">
            <msink:destinationLink direction="with" ref="{44ED585D-522C-415D-B525-E12236016077}"/>
          </msink:context>
        </emma:interpretation>
      </emma:emma>
    </inkml:annotationXML>
    <inkml:trace contextRef="#ctx0" brushRef="#br0">0 0,'71'2013,"-71"-1989,0 0,0 72,0-72,0-144</inkml:trace>
  </inkml:traceGroup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36:33.784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F7FE175E-3D7B-4C0B-A1CB-29CA09797829}" emma:medium="tactile" emma:mode="ink">
          <msink:context xmlns:msink="http://schemas.microsoft.com/ink/2010/main" type="writingRegion" rotatedBoundingBox="17192,10526 17911,11223 17513,11633 16794,10936"/>
        </emma:interpretation>
      </emma:emma>
    </inkml:annotationXML>
    <inkml:traceGroup>
      <inkml:annotationXML>
        <emma:emma xmlns:emma="http://www.w3.org/2003/04/emma" version="1.0">
          <emma:interpretation id="{13A59A81-0A1D-4BC2-89D3-E97C000E0155}" emma:medium="tactile" emma:mode="ink">
            <msink:context xmlns:msink="http://schemas.microsoft.com/ink/2010/main" type="paragraph" rotatedBoundingBox="17192,10526 17911,11223 17513,11633 16794,1093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0D08B5B4-2C82-432E-9720-68DBBE32755E}" emma:medium="tactile" emma:mode="ink">
              <msink:context xmlns:msink="http://schemas.microsoft.com/ink/2010/main" type="line" rotatedBoundingBox="17192,10526 17911,11223 17513,11633 16794,10936"/>
            </emma:interpretation>
          </emma:emma>
        </inkml:annotationXML>
        <inkml:traceGroup>
          <inkml:annotationXML>
            <emma:emma xmlns:emma="http://www.w3.org/2003/04/emma" version="1.0">
              <emma:interpretation id="{4476B50E-128D-4245-8BB9-82C3FD179C2E}" emma:medium="tactile" emma:mode="ink">
                <msink:context xmlns:msink="http://schemas.microsoft.com/ink/2010/main" type="inkWord" rotatedBoundingBox="17192,10526 17911,11223 17513,11633 16794,10936">
                  <msink:destinationLink direction="with" ref="{44ED585D-522C-415D-B525-E12236016077}"/>
                </msink:context>
              </emma:interpretation>
              <emma:one-of disjunction-type="recognition" id="oneOf0">
                <emma:interpretation id="interp0" emma:lang="id-ID" emma:confidence="0.5">
                  <emma:literal>Da</emma:literal>
                </emma:interpretation>
                <emma:interpretation id="interp1" emma:lang="id-ID" emma:confidence="0">
                  <emma:literal>ju</emma:literal>
                </emma:interpretation>
                <emma:interpretation id="interp2" emma:lang="id-ID" emma:confidence="0">
                  <emma:literal>Bu</emma:literal>
                </emma:interpretation>
                <emma:interpretation id="interp3" emma:lang="id-ID" emma:confidence="0">
                  <emma:literal>Ru</emma:literal>
                </emma:interpretation>
                <emma:interpretation id="interp4" emma:lang="id-ID" emma:confidence="0.5">
                  <emma:literal>x u</emma:literal>
                </emma:interpretation>
              </emma:one-of>
            </emma:emma>
          </inkml:annotationXML>
          <inkml:trace contextRef="#ctx0" brushRef="#br0">-1678 2948,'48'-72,"-24"72,24 0,-24 0,24 0,-24 24,0 0,24 24,-24 0,0 0,0-1,-24 1,24-24,-24 24,0 0,0 0,0 0,-48-24,24 24,0-24,-24-24,24 24,-24-24,48 24,-24-24,24-24</inkml:trace>
          <inkml:trace contextRef="#ctx0" brushRef="#br0" timeOffset="-450.7512">-1702 2900,'0'96,"0"-72,0 24,24-1,-24 25,24-24,-24 0,24 24,0-24,-24 0,0-24,24 0,-24 0,0 0</inkml:trace>
          <inkml:trace contextRef="#ctx0" brushRef="#br0" timeOffset="480.0568">-959 3355,'-96'-24,"72"24,1 0,-1 24,24 0,-24 0,24 0,0 0,0 24,0-24,0 0,24 0,0-24,-1 0,1 0,0 0,0 0,0 0,24-24,-24 0</inkml:trace>
        </inkml:traceGroup>
      </inkml:traceGroup>
    </inkml:traceGroup>
  </inkml:traceGroup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36:59.855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4C8A9D23-03E8-48B1-88C0-751447DC6148}" emma:medium="tactile" emma:mode="ink">
          <msink:context xmlns:msink="http://schemas.microsoft.com/ink/2010/main" type="writingRegion" rotatedBoundingBox="22308,13730 22811,13730 22811,14784 22308,14784">
            <msink:destinationLink direction="with" ref="{A50FF783-9ED5-472D-958C-B750635763D7}"/>
          </msink:context>
        </emma:interpretation>
      </emma:emma>
    </inkml:annotationXML>
    <inkml:traceGroup>
      <inkml:annotationXML>
        <emma:emma xmlns:emma="http://www.w3.org/2003/04/emma" version="1.0">
          <emma:interpretation id="{DD15D062-5313-4D4E-AA92-2265F5A8686B}" emma:medium="tactile" emma:mode="ink">
            <msink:context xmlns:msink="http://schemas.microsoft.com/ink/2010/main" type="paragraph" rotatedBoundingBox="22308,13730 22811,13730 22811,14784 22308,1478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978D3DEB-D980-469A-8AA8-20EDABDD2585}" emma:medium="tactile" emma:mode="ink">
              <msink:context xmlns:msink="http://schemas.microsoft.com/ink/2010/main" type="line" rotatedBoundingBox="22308,13730 22811,13730 22811,14784 22308,14784"/>
            </emma:interpretation>
          </emma:emma>
        </inkml:annotationXML>
        <inkml:traceGroup>
          <inkml:annotationXML>
            <emma:emma xmlns:emma="http://www.w3.org/2003/04/emma" version="1.0">
              <emma:interpretation id="{AADFF5AD-79AB-4763-9439-A3469CADDF75}" emma:medium="tactile" emma:mode="ink">
                <msink:context xmlns:msink="http://schemas.microsoft.com/ink/2010/main" type="inkWord" rotatedBoundingBox="22308,13730 22811,13730 22811,14784 22308,14784"/>
              </emma:interpretation>
              <emma:one-of disjunction-type="recognition" id="oneOf0">
                <emma:interpretation id="interp0" emma:lang="id-ID" emma:confidence="0.5">
                  <emma:literal>(</emma:literal>
                </emma:interpretation>
                <emma:interpretation id="interp1" emma:lang="id-ID" emma:confidence="0">
                  <emma:literal>[</emma:literal>
                </emma:interpretation>
                <emma:interpretation id="interp2" emma:lang="id-ID" emma:confidence="0">
                  <emma:literal>{</emma:literal>
                </emma:interpretation>
                <emma:interpretation id="interp3" emma:lang="id-ID" emma:confidence="0">
                  <emma:literal>C</emma:literal>
                </emma:interpretation>
                <emma:interpretation id="interp4" emma:lang="id-ID" emma:confidence="0">
                  <emma:literal>c</emma:literal>
                </emma:interpretation>
              </emma:one-of>
            </emma:emma>
          </inkml:annotationXML>
          <inkml:trace contextRef="#ctx0" brushRef="#br0">4049 5991,'-95'-24,"71"24,0 0,0 0,0 0,0 0,0 0,24 24,-24-24,0 0,0 24,24 0,-24-24,0 24,24 0,-24 0,24 0,-24 0,24 24,-24-24,24 0,0-1,-24 1,24 0,0 24,-24-24,24 0,-24 0,24 0,0 24,0-24,0 0,0 24,0-24,0 0,0 0,0 0,0 0,0 0,0 0,0 0,0 0,24-24,0 24,0 0,0-1,0 1,0-24,0 24,0 0,0-24,0 24,0-24,0 24,0-24,0 0,0 0,0 0,0 0,0 0,-24-24,23 24,-23-24,24 0</inkml:trace>
        </inkml:traceGroup>
      </inkml:traceGroup>
    </inkml:traceGroup>
  </inkml:traceGroup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36:17.192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370E536C-377C-44BC-AF8E-EC444A97FCFE}" emma:medium="tactile" emma:mode="ink">
          <msink:context xmlns:msink="http://schemas.microsoft.com/ink/2010/main" type="inkDrawing" rotatedBoundingBox="17930,7101 22601,7233 22594,7487 17923,7356" semanticType="10" shapeName="Other">
            <msink:sourceLink direction="with" ref="{67517E90-A3E5-417D-BAF2-D700D8AA5E62}"/>
            <msink:sourceLink direction="with" ref="{D7A580E2-BB78-4C7A-A3D4-C4048E92773B}"/>
            <msink:destinationLink direction="with" ref="{EBD9A18F-F239-4BFB-BFDA-5EE15DF4A1D6}"/>
          </msink:context>
        </emma:interpretation>
      </emma:emma>
    </inkml:annotationXML>
    <inkml:trace contextRef="#ctx0" brushRef="#br0">-395-191,'96'0,"-72"0,24 0,-24 0,24 0,0 0,0 0,0 0,-1 0,1 0,0 0,0 0,24-24,-24 24,24 0,24 0,0-24,23 0,-23 0,-24 24,24-24,-24 0,24 24,-24-24,-24 24,23-24,-23 24,0 0,24 0,-24 0,24 0,0 0,-24 0,24 0,-24 0,0 24,23-24,-23 0,-24 0,24 0,0 24,-24-24,0 0,0 0,0 0,0 0,0 0,0 24,24-24,-24 0,0 0,24 0,-24 24,24-24,-1 0,1 0,24 0,-24 0,0 24,24-24,-24 24,479 24,-503-48,24 24,-24-24,0 0,0 0,0 0,0 0,0 0,0 0,0 0,0 0,0 0,0 0,0 0,0 0,-1 24,1-24,0 0,0 0,0 0,0 0,0 0,0 0,0 24,0-24,0 0,0 0,0 0,0 0,0 0,0 0,0 0,0 0,0 0,0 0,-24-24,-24 0,-24 24</inkml:trace>
  </inkml:traceGroup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36:35.999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44ED585D-522C-415D-B525-E12236016077}" emma:medium="tactile" emma:mode="ink">
          <msink:context xmlns:msink="http://schemas.microsoft.com/ink/2010/main" type="inkDrawing" rotatedBoundingBox="17594,11975 18330,12771 18317,12782 17581,11986" semanticType="callout" shapeName="Other">
            <msink:sourceLink direction="with" ref="{55F5B0FF-F847-4A56-8C02-B09C4AD174C3}"/>
            <msink:sourceLink direction="with" ref="{4476B50E-128D-4245-8BB9-82C3FD179C2E}"/>
          </msink:context>
        </emma:interpretation>
      </emma:emma>
    </inkml:annotationXML>
    <inkml:trace contextRef="#ctx0" brushRef="#br0">-1174 4218,'742'790,"-765"-790</inkml:trace>
  </inkml:traceGroup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37:07.660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67517E90-A3E5-417D-BAF2-D700D8AA5E62}" emma:medium="tactile" emma:mode="ink">
          <msink:context xmlns:msink="http://schemas.microsoft.com/ink/2010/main" type="inkDrawing" rotatedBoundingBox="21548,7431 21898,9462 20815,9649 20464,7618" hotPoints="21282,9528 20660,8576 21121,7536 21743,8488" semanticType="enclosure" shapeName="Ellipse">
            <msink:sourceLink direction="with" ref="{71397FAF-82AF-4833-B17E-FE3804CCB88A}"/>
            <msink:destinationLink direction="with" ref="{370E536C-377C-44BC-AF8E-EC444A97FCFE}"/>
          </msink:context>
        </emma:interpretation>
      </emma:emma>
    </inkml:annotationXML>
    <inkml:trace contextRef="#ctx0" brushRef="#br0">112 97,'-48'95,"48"-71,0 24,-24-24,24 24,0 0,0 0,-24 24,24-24,0 24,0 0,0-24,0 23,0 1,0-24,0 24,0 0,0-24,0 24,24-24,-24 0,0-24,24 24,-24 0,0-25,24 25,-24-24,24 24,72 120,167 96,-263-240,24-24,0 0,0 24,0-24,0 0,0 0,0 0,0 0,0 0,0-24,0 0,0 0,0 24,-24-24,24 0,0 0,-1 0,-23 0,24 24,-24-24,24 0,0-48,0 48,-24-24,24 24,-24 0,0-24,24 24,-24 0,0 0,24 0,-24 0,0 1,0-25,0 24,24-24,-24 24,0-24,0 24,0-24,24 24,-24-24,0 24,0-24,0 0,0 24,0-24,0 0,-24 24,24 0,0-23,-24 23,24 0,-24 0,24 0,-24-24,0 24,24 0,-24-24,24 24,-24 0,24 0,-24 0,0 0,24 0,-23 0,-1 0,0 0,0 0,0 0,24 0,-24 0,0 0,0 1,0-1,0 0,0 24,0-24,0 0,0 24,24-24,-24 24,24-24,-24 24,0 0,0 0,0 0,0 0,0 24,0-24,0 24,0 0,24 0,0 0,-24 0,24-1,0 1</inkml:trace>
  </inkml:traceGroup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37:15.386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63CBA6DE-E95D-472C-B105-14AC3F805F86}" emma:medium="tactile" emma:mode="ink">
          <msink:context xmlns:msink="http://schemas.microsoft.com/ink/2010/main" type="inkDrawing" rotatedBoundingBox="17808,2141 18976,2343 18825,3213 17657,3010" hotPoints="18833,2651 18300,3184 17767,2651 18300,2118" semanticType="enclosure" shapeName="Circle">
            <msink:sourceLink direction="with" ref="{4E51B047-EE78-497D-A8F9-ABABE420CFC4}"/>
            <msink:destinationLink direction="with" ref="{D91A6A20-9219-4CA2-B132-B2EC5913DE1A}"/>
          </msink:context>
        </emma:interpretation>
      </emma:emma>
    </inkml:annotationXML>
    <inkml:trace contextRef="#ctx0" brushRef="#br0">148 222,'-48'-24,"24"24,0 24,24 0,-24 0,24 0,0 0,0 0,-24 0,24-1,0 1,0 24,0-24,0 0,24 0,0 0,-24 0,24 0,0 0,0 0,-24 0,24 0,0-24,0 24,0 0,0 0,0 0,0-24,0 24,24 0,-24-24,0 24,24-24,-24 0,0 0,0 24,24-24,-25 0,1 0,0 0,0 0,0 0,0 0,0 0,0 0,0 0,0 0,0 0,0 0,0-24,0 24,0-24,0 0,0 24,-24-24,24 24,0-24,-24 0,24 24,-24-24,0 0,24 24,-24-24,0 0,24 0,-24 0,24 0,-24 0,24 24,-24-24,0 0,24 0,-24 0,0 0,0 0,24 0,-24 1,0-1,0 0,0 0,-24 24,24-24,-24 0,0 0,0 0,0 0,0 24,0-24,0 0,0 24,0-24,0 24,0-24,0 24,0 0,0 0,0-24,-24 24,24 0,-24-24,0 24,24 0,-23-24,23 24,-24 0,0 0,24 0,-24 0,0 0,0 24,24-24,-24 24,24 0,0-24,0 0,0 24,24 0,0 0,0 24,0-24</inkml:trace>
  </inkml:traceGroup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36:12.922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4734294A-5701-4204-866D-66B85BD7487C}" emma:medium="tactile" emma:mode="ink">
          <msink:context xmlns:msink="http://schemas.microsoft.com/ink/2010/main" type="writingRegion" rotatedBoundingBox="16990,5463 17876,5463 17876,6062 16990,6062"/>
        </emma:interpretation>
      </emma:emma>
    </inkml:annotationXML>
    <inkml:traceGroup>
      <inkml:annotationXML>
        <emma:emma xmlns:emma="http://www.w3.org/2003/04/emma" version="1.0">
          <emma:interpretation id="{A6836879-CCAB-4C17-B5F6-532CDF232D9B}" emma:medium="tactile" emma:mode="ink">
            <msink:context xmlns:msink="http://schemas.microsoft.com/ink/2010/main" type="paragraph" rotatedBoundingBox="16990,5463 17876,5463 17876,6062 16990,606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DCDC39B3-D313-4715-B086-EE82C3C644DC}" emma:medium="tactile" emma:mode="ink">
              <msink:context xmlns:msink="http://schemas.microsoft.com/ink/2010/main" type="line" rotatedBoundingBox="16990,5463 17876,5463 17876,6062 16990,6062"/>
            </emma:interpretation>
          </emma:emma>
        </inkml:annotationXML>
        <inkml:traceGroup>
          <inkml:annotationXML>
            <emma:emma xmlns:emma="http://www.w3.org/2003/04/emma" version="1.0">
              <emma:interpretation id="{471AE1EC-0F13-4D0F-AFFF-80479E8B6814}" emma:medium="tactile" emma:mode="ink">
                <msink:context xmlns:msink="http://schemas.microsoft.com/ink/2010/main" type="inkWord" rotatedBoundingBox="16990,5463 17876,5463 17876,6062 16990,6062">
                  <msink:destinationLink direction="with" ref="{EBD9A18F-F239-4BFB-BFDA-5EE15DF4A1D6}"/>
                </msink:context>
              </emma:interpretation>
              <emma:one-of disjunction-type="recognition" id="oneOf0">
                <emma:interpretation id="interp0" emma:lang="id-ID" emma:confidence="0.5">
                  <emma:literal>jib</emma:literal>
                </emma:interpretation>
                <emma:interpretation id="interp1" emma:lang="id-ID" emma:confidence="0">
                  <emma:literal>Db</emma:literal>
                </emma:interpretation>
                <emma:interpretation id="interp2" emma:lang="id-ID" emma:confidence="0">
                  <emma:literal>Dab</emma:literal>
                </emma:interpretation>
                <emma:interpretation id="interp3" emma:lang="id-ID" emma:confidence="0">
                  <emma:literal>Dis</emma:literal>
                </emma:interpretation>
                <emma:interpretation id="interp4" emma:lang="id-ID" emma:confidence="0">
                  <emma:literal>Jib</emma:literal>
                </emma:interpretation>
              </emma:one-of>
            </emma:emma>
          </inkml:annotationXML>
          <inkml:trace contextRef="#ctx0" brushRef="#br0">0 13,'311'0,"-287"24,0 0,0 0,0 24,-24-24,0 24,0-24,0 24,-24-1,0 1,0 0,-24 0,24-24,-24-24,0 24,24-24,0 0,0 0</inkml:trace>
          <inkml:trace contextRef="#ctx0" brushRef="#br0" timeOffset="-541.6728">24 37,'0'168,"0"-120,0 0,0 47,0-47,0 0,0-24,0 24</inkml:trace>
          <inkml:trace contextRef="#ctx0" brushRef="#br0" timeOffset="1076.3796">671 157,'0'24,"0"24,0 0,0-1,0 1,0 0,0-24,0 0,0 0,0-48,23 0,-23 0,24 0,0 24,0 0,24 0,-24 0,0 0,-24 24,24-24,-24 24,0 0,0 0,0 0,0 0,-24 0,0 0,0-24,0 24,0-24,0 0,24-24</inkml:trace>
        </inkml:traceGroup>
      </inkml:traceGroup>
    </inkml:traceGroup>
  </inkml:traceGroup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30:25.504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75CA7FCE-6723-4B6D-B265-A2B16E426F4A}" emma:medium="tactile" emma:mode="ink">
          <msink:context xmlns:msink="http://schemas.microsoft.com/ink/2010/main" type="writingRegion" rotatedBoundingBox="8117,1315 10886,1232 10903,1813 8134,1896"/>
        </emma:interpretation>
      </emma:emma>
    </inkml:annotationXML>
    <inkml:traceGroup>
      <inkml:annotationXML>
        <emma:emma xmlns:emma="http://www.w3.org/2003/04/emma" version="1.0">
          <emma:interpretation id="{E858FB50-CBC5-47BD-931A-321612BFA84B}" emma:medium="tactile" emma:mode="ink">
            <msink:context xmlns:msink="http://schemas.microsoft.com/ink/2010/main" type="paragraph" rotatedBoundingBox="8117,1315 10886,1232 10903,1813 8134,189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317EF774-F72F-4371-B4C8-068C927CF386}" emma:medium="tactile" emma:mode="ink">
              <msink:context xmlns:msink="http://schemas.microsoft.com/ink/2010/main" type="line" rotatedBoundingBox="8117,1315 10886,1232 10903,1813 8134,1896"/>
            </emma:interpretation>
          </emma:emma>
        </inkml:annotationXML>
        <inkml:traceGroup>
          <inkml:annotationXML>
            <emma:emma xmlns:emma="http://www.w3.org/2003/04/emma" version="1.0">
              <emma:interpretation id="{1E4FC750-CA88-42CE-AB18-6552DC4DFFB3}" emma:medium="tactile" emma:mode="ink">
                <msink:context xmlns:msink="http://schemas.microsoft.com/ink/2010/main" type="inkWord" rotatedBoundingBox="8117,1318 9071,1289 9089,1867 8134,1896"/>
              </emma:interpretation>
              <emma:one-of disjunction-type="recognition" id="oneOf0">
                <emma:interpretation id="interp0" emma:lang="id-ID" emma:confidence="0.5">
                  <emma:literal>Bea</emma:literal>
                </emma:interpretation>
                <emma:interpretation id="interp1" emma:lang="id-ID" emma:confidence="0">
                  <emma:literal>Irza</emma:literal>
                </emma:interpretation>
                <emma:interpretation id="interp2" emma:lang="id-ID" emma:confidence="0">
                  <emma:literal>ita</emma:literal>
                </emma:interpretation>
                <emma:interpretation id="interp3" emma:lang="id-ID" emma:confidence="0">
                  <emma:literal>Bra</emma:literal>
                </emma:interpretation>
                <emma:interpretation id="interp4" emma:lang="id-ID" emma:confidence="0">
                  <emma:literal>Bita</emma:literal>
                </emma:interpretation>
              </emma:one-of>
            </emma:emma>
          </inkml:annotationXML>
          <inkml:trace contextRef="#ctx0" brushRef="#br0">-10208-959,'-23'0,"46"48,-23-24,24 24,-24 24,24-24,-24-24,0 24,0-24,24 0,-24 0</inkml:trace>
          <inkml:trace contextRef="#ctx0" brushRef="#br0" timeOffset="1453.3133">-10231-1127,'0'-23,"-24"23,24 23,0 1,0 0,0 24,0-24,0 24,0-24,24 24,-24-24,0 24,0-24,0 0,0 0,0 0,23-24</inkml:trace>
          <inkml:trace contextRef="#ctx0" brushRef="#br0" timeOffset="468.1858">-10160-1103,'192'0,"-144"24,24 0,-48 24,0 0,0 0,0-24,-24 24,0 0,0-24,-24 24,-24-24,24 0,-24-24,0 24,0 0</inkml:trace>
          <inkml:trace contextRef="#ctx0" brushRef="#br0" timeOffset="1912.1712">-10136-599,'192'-24,"-168"24,0 0</inkml:trace>
          <inkml:trace contextRef="#ctx0" brushRef="#br0" timeOffset="46780.6645">-9574-831,'-84'0,"55"0,29 28,0 0,0 0,0 0,0 1,0-1,0 0,29-28,-1 28,0-28,0-28,-28 0,29 0,-29-29,0 29,0 0,28 28,0 56,0-28,0 1,1-1,-1-28,0 28,0-28,1 0</inkml:trace>
        </inkml:traceGroup>
        <inkml:traceGroup>
          <inkml:annotationXML>
            <emma:emma xmlns:emma="http://www.w3.org/2003/04/emma" version="1.0">
              <emma:interpretation id="{DA0EB217-71B4-4CF8-91A3-4268DC07253B}" emma:medium="tactile" emma:mode="ink">
                <msink:context xmlns:msink="http://schemas.microsoft.com/ink/2010/main" type="inkWord" rotatedBoundingBox="10495,1244 10886,1232 10902,1771 10511,1782"/>
              </emma:interpretation>
              <emma:one-of disjunction-type="recognition" id="oneOf1">
                <emma:interpretation id="interp5" emma:lang="id-ID" emma:confidence="0.5">
                  <emma:literal>1)</emma:literal>
                </emma:interpretation>
                <emma:interpretation id="interp6" emma:lang="id-ID" emma:confidence="0">
                  <emma:literal>D</emma:literal>
                </emma:interpretation>
                <emma:interpretation id="interp7" emma:lang="id-ID" emma:confidence="0">
                  <emma:literal>P)</emma:literal>
                </emma:interpretation>
                <emma:interpretation id="interp8" emma:lang="id-ID" emma:confidence="0">
                  <emma:literal>D)</emma:literal>
                </emma:interpretation>
                <emma:interpretation id="interp9" emma:lang="id-ID" emma:confidence="0">
                  <emma:literal>d)</emma:literal>
                </emma:interpretation>
              </emma:one-of>
            </emma:emma>
          </inkml:annotationXML>
          <inkml:trace contextRef="#ctx0" brushRef="#br0" timeOffset="48220.8232">-7880-1170,'0'56,"28"1,-28-1,28 1,0 27,1-27,-29-29,28 28,-28-27,28-29,-28-29</inkml:trace>
          <inkml:trace contextRef="#ctx0" brushRef="#br0" timeOffset="48543.2232">-7767-1227,'197'142,"-169"-114,1 0,-29 0,28 0,-28 1,0-1,0 0,-28 0,-1 1,1-1,0-28,28 28,-28-28</inkml:trace>
        </inkml:traceGroup>
      </inkml:traceGroup>
    </inkml:traceGroup>
  </inkml:traceGroup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37:19.976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1ACFFE47-81D9-45CD-9D5C-FA22B497E0D3}" emma:medium="tactile" emma:mode="ink">
          <msink:context xmlns:msink="http://schemas.microsoft.com/ink/2010/main" type="inkDrawing" rotatedBoundingBox="19418,2842 22511,3001 22440,4375 19348,4216" hotPoints="22974,3619 21212,4241 19431,3676 21193,3055" semanticType="enclosure" shapeName="Ellipse">
            <msink:sourceLink direction="with" ref="{5A7D539A-85EA-4ACA-8E9A-C463D909F4AF}"/>
            <msink:destinationLink direction="with" ref="{D91A6A20-9219-4CA2-B132-B2EC5913DE1A}"/>
          </msink:context>
        </emma:interpretation>
      </emma:emma>
    </inkml:annotationXML>
    <inkml:trace contextRef="#ctx0" brushRef="#br0">767 100,'-144'-24,"120"0,0 24,0 0,0 0,0 0,0 24,0-24,0 0,0 0,24 24,-24-24,0 0,0 24,0-24,0 24,0-24,0 0,24 23,-24-23,1 24,-1-24,0 24,24 0,-24-24,0 24,24 0,-24-24,0 24,24 0,-24 0,24 0,0 0,-24 0,24 0,0 0,0 0,0 0,0 0,0 0,0 0,0 0,24 0,-24 0,0 0,24 0,0 0,-24 0,24 0,0-1,0 1,0 0,0 0,-1 0,1 0,24 0,-24-24,24 24,0 0,0-24,-24 24,24-24,0 24,-24 0,24-24,-24 24,24 0,-24-24,24 24,-24 0,-1-24,25 0,-24 24,0-24,24 0,0 0,-24 0,24 0,0 0,-24 0,24 0,0 0,-24 0,0 0,0 0,0 0,0 0,0 0,0-24,0 24,-1 0,1 0,0 0,0-24,0 24,0 0,0-24,0 24,0-24,0 0,0 0,0 24,0-24,0 0,0 24,-24-24,24 24,0-24,0 0,-24 0,24 0,0 0,-24 0,0 0,24 24,-24-23,0-1,24 0,-24 0,0 0,0 0,0 0,0 0,0 0,0 0,0 0,0 0,0 0,0 0,-24 0,0 0,24 0,-24 0,0 0,24 0,-24 24,24-24,-24 24,24-24,-24 0,0 24,0-24,-24 0,24 0,-24 24,24 0,0-24,-24 24,24 0,-24-23,25 23,-1 0,-24-24,24 24,0 0,-24 0,24-24,-24 24,0 0,0 0,0-24,0 24,24 0,-24 0,24 0,-24-24,24 24,0 0,1-24,-1 24,0 0,0 0,0 0,0-24,0 24,-24 0,24 0,0 0,0 0,0 0,0 0,0 0,0 0,24 24,0 0,-24 0,24 0,0 0</inkml:trace>
    <inkml:trace contextRef="#ctx0" brushRef="#br0" timeOffset="2308.5681">2180-44,'-119'-72,"95"72,0 0,0 0,0 0,-24 0,24 0,0 0,0 0,0 0,0 0,0 0,0 0,-24 0,24 0,0 0,0 0,-24 24,24-24,0 24,0-24,0 24,1-24,-1 24,0-24,0 0,0 24,0 0,0 0,24 0,-24 0,0 0,24 0,-24-1,-24 97,72 312,0-408,-24 0,24 0,-24-1,24 1,0 0,0 0,0 0,0 0,0 0,0-24,0 24,23 0,-23-24,24 0,0 24,-24-24,24 0,-24 0,0 24,0-24,24 0,-24 24,24-24,-24 24,24-24,0 0,-24 0,24 24,-1-24,-23 0,0 0,0 0,0 0,0 0,24 0,-24 0,0 0,0 0,0 0,0-24,0 24,0 0,0 0,0 0,0 0,0 0,0-24,0 24,0 0,0-24,0 24,0 0,0 0,-1 0,1-24,0 24,0 0,-24-24,24 24,0-24,0 0,0 24,0-24,-24 0,24 24,-24-24,24 0,0 0,-24 0,24 1,-24-1,0 0,24 0,-24 0,0 0,0 0,24 0,-24 0,0 0,0 0,0 0,0 0,0 0,0 0,0 0,0 0,0 0,-24 0,24 0,0 0,-24 0,24 0,-24 24,24-24,-24 24,0-24,24 0,-24 24,24-24,-24 24,0-23,0 23,24-24,-24 24,0-24,0 24,0 0,0-24,1 24,-1 0,0 0,0-24,0 24,0 0,0-24,0 24,0 0,0 0,0-24,0 24,0 0,0 0,-24-24,24 24,0 0,0 0,-24-24,24 24,0 0,-24 0,24 0,0 0,1 0,-1 0,0 0,0 0,0 0,0 0,24 24,-24 0,24 24</inkml:trace>
  </inkml:traceGroup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37:05.726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D7A580E2-BB78-4C7A-A3D4-C4048E92773B}" emma:medium="tactile" emma:mode="ink">
          <msink:context xmlns:msink="http://schemas.microsoft.com/ink/2010/main" type="inkDrawing" rotatedBoundingBox="19291,7515 19391,9495 18369,9547 18269,7566" hotPoints="18907,9688 18385,8638 18872,7572 19395,8622" semanticType="enclosure" shapeName="Ellipse">
            <msink:sourceLink direction="with" ref="{17CBF003-FEC5-440B-97E8-0D5E4B5D1C45}"/>
            <msink:destinationLink direction="with" ref="{370E536C-377C-44BC-AF8E-EC444A97FCFE}"/>
          </msink:context>
        </emma:interpretation>
      </emma:emma>
    </inkml:annotationXML>
    <inkml:trace contextRef="#ctx0" brushRef="#br0">84 336,'-24'-24,"24"48,-24 0,24 0,0 0,0 24,0-24,0 24,-24 0,24-24,0 24,0-24,0 24,0-1,0-23,0 24,0 0,0 0,0-24,0 24,0 0,0 0,0 0,0-24,0 24,24-24,-24 24,0-24,0 0,24 0,-24 0,24-1,-24 1,0 0,24 0,-24 0,24 24,-24-24,24 0,-24 0,0 0,24 0,-24 0,0 0,24 0,0 0,-24 0,24 0,0 0,0 0,0-24,0 24,0 0,0-24,0 0,0 24,0-24,24 0,-24 0,0 0,0 24,0-24,-1 0,1 0,0 0,0 0,0 0,0-24,0 24,0-24,0 24,0-24,-24 0,24 24,-24-24,24 0,-24 0,24 0,-24 0,0 0,24-24,-24 24,24 0,-24-24,0 24,24-24,-24 24,0 0,0 0,0-23,0 23,0-24,0 0,24 24,-24-24,0 24,0 0,0-24,0 24,0 0,0-24,0 0,0 24,0-24,0 24,-24-24,24 24,0-23,0 23,-24 0,24 0,0-24,0 24,0 0,0-24,-24 24,24 0,0 0,-24 0,24 0,0 0,-24 0,24 0,-24 0,24 0,-24 0,24 0,0 0,-24 0,0 0,24 0,-24 24,24-23,-24 23,24-24,-24 24,0-24,0 24,0 0,0 0,1-24,-1 24,0 0,0-24,0 24,0 0,24-24,-24 24,0 0,0 0,0 0,0 0,0 0,0 0,24 24,-24 0,0 0,0 0,0 0,0 23,0 1,24-24,-24 24,0-24,24 0,0 0,0 24,0-24</inkml:trace>
  </inkml:traceGroup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38:33.037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  <inkml:brush xml:id="br1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70A49558-FCA7-4274-8860-FDA1D79585BC}" emma:medium="tactile" emma:mode="ink">
          <msink:context xmlns:msink="http://schemas.microsoft.com/ink/2010/main" type="writingRegion" rotatedBoundingBox="18778,5942 33085,6074 33054,9524 18746,9391"/>
        </emma:interpretation>
      </emma:emma>
    </inkml:annotationXML>
    <inkml:traceGroup>
      <inkml:annotationXML>
        <emma:emma xmlns:emma="http://www.w3.org/2003/04/emma" version="1.0">
          <emma:interpretation id="{752012C0-88BB-4C13-B5D6-8334C6C38143}" emma:medium="tactile" emma:mode="ink">
            <msink:context xmlns:msink="http://schemas.microsoft.com/ink/2010/main" type="paragraph" rotatedBoundingBox="23663,5912 29953,6133 29916,7193 23626,6973" alignmentLevel="2"/>
          </emma:interpretation>
        </emma:emma>
      </inkml:annotationXML>
      <inkml:traceGroup>
        <inkml:annotationXML>
          <emma:emma xmlns:emma="http://www.w3.org/2003/04/emma" version="1.0">
            <emma:interpretation id="{10AC8598-8C64-4E0B-91C0-0904EA5C6D43}" emma:medium="tactile" emma:mode="ink">
              <msink:context xmlns:msink="http://schemas.microsoft.com/ink/2010/main" type="line" rotatedBoundingBox="23663,5912 29953,6133 29916,7193 23626,6973"/>
            </emma:interpretation>
          </emma:emma>
        </inkml:annotationXML>
        <inkml:traceGroup>
          <inkml:annotationXML>
            <emma:emma xmlns:emma="http://www.w3.org/2003/04/emma" version="1.0">
              <emma:interpretation id="{7029789C-2BF4-4208-8EC5-6F18907CCBBC}" emma:medium="tactile" emma:mode="ink">
                <msink:context xmlns:msink="http://schemas.microsoft.com/ink/2010/main" type="inkWord" rotatedBoundingBox="23657,6099 24655,6134 24628,6908 23629,6873"/>
              </emma:interpretation>
              <emma:one-of disjunction-type="recognition" id="oneOf0">
                <emma:interpretation id="interp0" emma:lang="id-ID" emma:confidence="0.5">
                  <emma:literal>Pb</emma:literal>
                </emma:interpretation>
                <emma:interpretation id="interp1" emma:lang="id-ID" emma:confidence="0">
                  <emma:literal>DP</emma:literal>
                </emma:interpretation>
                <emma:interpretation id="interp2" emma:lang="id-ID" emma:confidence="0">
                  <emma:literal>PP</emma:literal>
                </emma:interpretation>
                <emma:interpretation id="interp3" emma:lang="id-ID" emma:confidence="0">
                  <emma:literal>DD</emma:literal>
                </emma:interpretation>
                <emma:interpretation id="interp4" emma:lang="id-ID" emma:confidence="0">
                  <emma:literal>Dab</emma:literal>
                </emma:interpretation>
              </emma:one-of>
            </emma:emma>
          </inkml:annotationXML>
          <inkml:trace contextRef="#ctx0" brushRef="#br0">0 0,'0'24,"24"0,-24 0,0 23,0 1,0 0,0 0,24 0,-24 0,0 0,0 0,24-24,-24 0,0 0,0 0,0 0</inkml:trace>
          <inkml:trace contextRef="#ctx0" brushRef="#br0" timeOffset="794.1638">48-96,'48'-72,"-24"48,0 24,0 0,0 0,24 0,-24 0,24 0,0 24,-1 0,-23 24,24-24,-24 24,0 0,0 0,0-1,-24-23,0 24,0 0,0-24,0 0,-24 24,0-24,0 0,-24 0,0-24,1 24,-1-24,-24 0,48 0,0 0,0 0,0 0</inkml:trace>
          <inkml:trace contextRef="#ctx0" brushRef="#br0" timeOffset="9224.354">863 72,'-24'-96,"24"120,0 0,0 48,0-25,0 25,0 0,0-24,0 0,0 0,0-24,0-48,0 0,0 0,0 0,24 24,0-24,0 24,0 0,0 0,0 0,-24 24,0 0,0 0,0 0,0 0,0 0,-24-24,0 24,0-24,0 24,0-24,0 0,0 0,0 0,0 0,24-24</inkml:trace>
        </inkml:traceGroup>
        <inkml:traceGroup>
          <inkml:annotationXML>
            <emma:emma xmlns:emma="http://www.w3.org/2003/04/emma" version="1.0">
              <emma:interpretation id="{27E3E2A6-D0C1-45DF-A787-E1DB5DB91151}" emma:medium="tactile" emma:mode="ink">
                <msink:context xmlns:msink="http://schemas.microsoft.com/ink/2010/main" type="inkWord" rotatedBoundingBox="25145,6292 25433,6302 25422,6622 25134,6612"/>
              </emma:interpretation>
              <emma:one-of disjunction-type="recognition" id="oneOf1">
                <emma:interpretation id="interp5" emma:lang="id-ID" emma:confidence="0.5">
                  <emma:literal>I</emma:literal>
                </emma:interpretation>
                <emma:interpretation id="interp6" emma:lang="id-ID" emma:confidence="0">
                  <emma:literal>S</emma:literal>
                </emma:interpretation>
                <emma:interpretation id="interp7" emma:lang="id-ID" emma:confidence="0">
                  <emma:literal>5</emma:literal>
                </emma:interpretation>
                <emma:interpretation id="interp8" emma:lang="id-ID" emma:confidence="0">
                  <emma:literal>s</emma:literal>
                </emma:interpretation>
                <emma:interpretation id="interp9" emma:lang="id-ID" emma:confidence="0">
                  <emma:literal>f</emma:literal>
                </emma:interpretation>
              </emma:one-of>
            </emma:emma>
          </inkml:annotationXML>
          <inkml:trace contextRef="#ctx0" brushRef="#br0" timeOffset="12187.89">1510 311,'0'-24,"-24"24,24-24,24 24,0 0,0 0,0 0,0 0,0 0,23 0,-23 0,0 24,0 0,0-24</inkml:trace>
          <inkml:trace contextRef="#ctx0" brushRef="#br0" timeOffset="10530.9468">1558 24,'72'143,"71"-71</inkml:trace>
          <inkml:trace contextRef="#ctx0" brushRef="#br0" timeOffset="10340.7437">1558 24,'0'-24,"24"24,0 0,0 0,-1 0,1 0,0 0,0 0,0 0,0 0,-24 24</inkml:trace>
        </inkml:traceGroup>
        <inkml:traceGroup>
          <inkml:annotationXML>
            <emma:emma xmlns:emma="http://www.w3.org/2003/04/emma" version="1.0">
              <emma:interpretation id="{6329DF1B-B233-460A-BF16-D280E4A571C5}" emma:medium="tactile" emma:mode="ink">
                <msink:context xmlns:msink="http://schemas.microsoft.com/ink/2010/main" type="inkWord" rotatedBoundingBox="26096,5998 27276,6039 27239,7099 26059,7058">
                  <msink:destinationLink direction="with" ref="{F275C4EF-661A-4355-885B-94AB2EACF680}"/>
                </msink:context>
              </emma:interpretation>
              <emma:one-of disjunction-type="recognition" id="oneOf2">
                <emma:interpretation id="interp10" emma:lang="id-ID" emma:confidence="0.5">
                  <emma:literal>&amp;</emma:literal>
                </emma:interpretation>
                <emma:interpretation id="interp11" emma:lang="id-ID" emma:confidence="0">
                  <emma:literal>S</emma:literal>
                </emma:interpretation>
                <emma:interpretation id="interp12" emma:lang="id-ID" emma:confidence="0">
                  <emma:literal>¥</emma:literal>
                </emma:interpretation>
                <emma:interpretation id="interp13" emma:lang="id-ID" emma:confidence="0">
                  <emma:literal>=</emma:literal>
                </emma:interpretation>
                <emma:interpretation id="interp14" emma:lang="id-ID" emma:confidence="0">
                  <emma:literal>G</emma:literal>
                </emma:interpretation>
              </emma:one-of>
            </emma:emma>
          </inkml:annotationXML>
          <inkml:trace contextRef="#ctx0" brushRef="#br0" timeOffset="18920.968">2660 311,'0'72,"0"-96,0 0,0 0,0 0,0 0,0 0,0 0,0 0,0 0,-24 24,24 24,0 0,-24 0,24 0,0 0,0 0,0 0,0 24,0-24,0 24,0 0,0-24,24 24,-24-24,0 0,0 0,0 0,0-48,0 0,0 0,0 0,0 0,0 0,24 24,-24-24,24 24,0 0,24 0,-24 0,24 0,-24 0,0 0,23 24,-23 0,0 0,-24 0,0 0,0 0,0 0,0 0,-24 0,0-1,1-23,-1 24,-24-24,24 0,0 0,-24 0,24 0,0 0,0-24,24 1,24-1,0 24</inkml:trace>
          <inkml:trace contextRef="#ctx0" brushRef="#br0" timeOffset="20205.7558">2468-192,'-24'-48,"48"48,24-24,-24 24,24 0,0 0,0 0,0 0,0 0,-24 0,24-24,-24 24,0 0</inkml:trace>
          <inkml:trace contextRef="#ctx0" brushRef="#br0" timeOffset="19576.2506">3403 503,'-72'-48,"48"48,0 0,0 24,0 0,24 0,-24 0,24 24,0-24,0 0,0 0,0 0,24-24,0 24,24-24,-24 0,24 0,0 0,0 0,-24-24,0 24,-24-24</inkml:trace>
          <inkml:trace contextRef="#ctx0" brushRef="#br0" timeOffset="20760.6798">3283-24,'-24'-24,"48"24,24 0,-24 0,24 0,-24 0,24 24,-24-24,0 0,0 0,-1 0,1 0,0 0</inkml:trace>
        </inkml:traceGroup>
        <inkml:traceGroup>
          <inkml:annotationXML>
            <emma:emma xmlns:emma="http://www.w3.org/2003/04/emma" version="1.0">
              <emma:interpretation id="{62CE656E-D0A7-4330-94D9-1E079C1392C2}" emma:medium="tactile" emma:mode="ink">
                <msink:context xmlns:msink="http://schemas.microsoft.com/ink/2010/main" type="inkWord" rotatedBoundingBox="28898,6254 29947,6290 29925,6933 28875,6896">
                  <msink:destinationLink direction="with" ref="{F275C4EF-661A-4355-885B-94AB2EACF680}"/>
                </msink:context>
              </emma:interpretation>
              <emma:one-of disjunction-type="recognition" id="oneOf3">
                <emma:interpretation id="interp15" emma:lang="id-ID" emma:confidence="0.5">
                  <emma:literal>tiba</emma:literal>
                </emma:interpretation>
                <emma:interpretation id="interp16" emma:lang="id-ID" emma:confidence="0">
                  <emma:literal>+bc</emma:literal>
                </emma:interpretation>
                <emma:interpretation id="interp17" emma:lang="id-ID" emma:confidence="0">
                  <emma:literal>tib,</emma:literal>
                </emma:interpretation>
                <emma:interpretation id="interp18" emma:lang="id-ID" emma:confidence="0">
                  <emma:literal>+ba</emma:literal>
                </emma:interpretation>
                <emma:interpretation id="interp19" emma:lang="id-ID" emma:confidence="0">
                  <emma:literal>+be</emma:literal>
                </emma:interpretation>
              </emma:one-of>
            </emma:emma>
          </inkml:annotationXML>
          <inkml:trace contextRef="#ctx0" brushRef="#br0" timeOffset="23926.5467">5248-48,'96'623</inkml:trace>
          <inkml:trace contextRef="#ctx0" brushRef="#br0" timeOffset="25193.011">5344 311,'24'0,"-24"-24,24 24,0 0,-24-24,24 24,-1 0,1 0,0 0,0 0,0 0,0 0,0 0,0 0,0 0,0 0,0 24,0 24,-168 216,120-264,0 0,-24 0,24 0,1 0,-1 0,0 0,0 0,0 0,24-24,24 24,0 0</inkml:trace>
          <inkml:trace contextRef="#ctx0" brushRef="#br0" timeOffset="26505.1344">6206 239,'0'-24,"0"0,-24 24,0 0,0 0,0 0,1 0,23 24,-24-24,0 24,24 0,-24 0,24 0,-24 0,24 0,0 0,72 168,-48-192,-1 24,1-24,0 0,0 0,0 0,0-24,0 24,0-24</inkml:trace>
          <inkml:trace contextRef="#ctx0" brushRef="#br0" timeOffset="21844.3457">4265 479,'360'0,"-288"24,-72 0</inkml:trace>
          <inkml:trace contextRef="#ctx0" brushRef="#br0" timeOffset="22195.7141">4529 239,'-24'24,"24"120,0-96,0 144,24-120,-24-49,0 1</inkml:trace>
        </inkml:traceGroup>
      </inkml:traceGroup>
    </inkml:traceGroup>
    <inkml:traceGroup>
      <inkml:annotationXML>
        <emma:emma xmlns:emma="http://www.w3.org/2003/04/emma" version="1.0">
          <emma:interpretation id="{B59B2BEF-F390-450A-9D1F-1617525465D4}" emma:medium="tactile" emma:mode="ink">
            <msink:context xmlns:msink="http://schemas.microsoft.com/ink/2010/main" type="paragraph" rotatedBoundingBox="18764,7454 33071,7587 33054,9524 18746,939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58F0B641-3698-4222-B7F3-1E55493E53DE}" emma:medium="tactile" emma:mode="ink">
              <msink:context xmlns:msink="http://schemas.microsoft.com/ink/2010/main" type="line" rotatedBoundingBox="18764,7454 33071,7587 33060,8852 18753,8719"/>
            </emma:interpretation>
          </emma:emma>
        </inkml:annotationXML>
        <inkml:traceGroup>
          <inkml:annotationXML>
            <emma:emma xmlns:emma="http://www.w3.org/2003/04/emma" version="1.0">
              <emma:interpretation id="{AA41C19B-C2E4-4F39-A8C1-0EDF34ABA623}" emma:medium="tactile" emma:mode="ink">
                <msink:context xmlns:msink="http://schemas.microsoft.com/ink/2010/main" type="inkWord" rotatedBoundingBox="18762,7759 22524,7771 22523,8199 18760,8187"/>
              </emma:interpretation>
              <emma:one-of disjunction-type="recognition" id="oneOf4">
                <emma:interpretation id="interp20" emma:lang="id-ID" emma:confidence="0.5">
                  <emma:literal>100</emma:literal>
                </emma:interpretation>
                <emma:interpretation id="interp21" emma:lang="id-ID" emma:confidence="0">
                  <emma:literal>1010</emma:literal>
                </emma:interpretation>
                <emma:interpretation id="interp22" emma:lang="id-ID" emma:confidence="0.5">
                  <emma:literal>101 o</emma:literal>
                </emma:interpretation>
                <emma:interpretation id="interp23" emma:lang="id-ID" emma:confidence="0">
                  <emma:literal>1810</emma:literal>
                </emma:interpretation>
                <emma:interpretation id="interp24" emma:lang="id-ID" emma:confidence="0">
                  <emma:literal>7010</emma:literal>
                </emma:interpretation>
              </emma:one-of>
            </emma:emma>
          </inkml:annotationXML>
          <inkml:trace contextRef="#ctx0" brushRef="#br1" timeOffset="-130955.5366">-3954 1533,'-24'-24,"0"24,0 0,24 24,-24-24,24 24,0 0,0 0,0 0,0 0,0 0,0 0,0 0,24 0,-24 0,24 0,0-24,0 24,24-24,-24 0,0 0,0 0,0 0,0-24,0 0,-24 0,0 0,24 0,-24-24,0 24,0 0,0-24,0 24,0 0,-24 24,-24-24,24 24,0-24,0 24,0 0,0 0,0 24</inkml:trace>
          <inkml:trace contextRef="#ctx0" brushRef="#br1" timeOffset="-132566.2899">-4888 1461,'0'24,"0"0,0 0,24 0,-24 24,0 0,0-24,0 24,0-24,0 0,0 0,0 0,24-24</inkml:trace>
          <inkml:trace contextRef="#ctx0" brushRef="#br1" timeOffset="-128111.8235">-1390 1557,'0'-48,"-24"48,24 24,0 0,0 0,0 0,0 24,0-24,24 0,0 0,0 0,-24 0,24-24,0 24,0-24,0 0,0 0,0 0,0-24,0 0,-24 0,0 0,24 0,-24 0,0 0,0 0,0 0,-48 0,24 24,-24-24,0 24,24 0,-24 0,24 0,-24 24,24 0,0-24,24 24</inkml:trace>
          <inkml:trace contextRef="#ctx0" brushRef="#br1" timeOffset="-127212.7236">-2540 1533,'0'24,"24"0,-24 24,24-24,0 24,-24-24,24 24,-24-24,0 24,0-24,0 0</inkml:trace>
        </inkml:traceGroup>
        <inkml:traceGroup>
          <inkml:annotationXML>
            <emma:emma xmlns:emma="http://www.w3.org/2003/04/emma" version="1.0">
              <emma:interpretation id="{2B3A1ED2-04BC-4E94-AF40-2BFD095EECFB}" emma:medium="tactile" emma:mode="ink">
                <msink:context xmlns:msink="http://schemas.microsoft.com/ink/2010/main" type="inkWord" rotatedBoundingBox="25591,8096 25713,8608 25382,8687 25260,8175"/>
              </emma:interpretation>
              <emma:one-of disjunction-type="recognition" id="oneOf5">
                <emma:interpretation id="interp25" emma:lang="id-ID" emma:confidence="0.5">
                  <emma:literal>IS</emma:literal>
                </emma:interpretation>
                <emma:interpretation id="interp26" emma:lang="id-ID" emma:confidence="0">
                  <emma:literal>53</emma:literal>
                </emma:interpretation>
                <emma:interpretation id="interp27" emma:lang="id-ID" emma:confidence="0">
                  <emma:literal>173</emma:literal>
                </emma:interpretation>
                <emma:interpretation id="interp28" emma:lang="id-ID" emma:confidence="0">
                  <emma:literal>Ib</emma:literal>
                </emma:interpretation>
                <emma:interpretation id="interp29" emma:lang="id-ID" emma:confidence="0">
                  <emma:literal>573</emma:literal>
                </emma:interpretation>
              </emma:one-of>
            </emma:emma>
          </inkml:annotationXML>
          <inkml:trace contextRef="#ctx0" brushRef="#br0" timeOffset="57988.3659">1701 1917,'-71'-48,"94"48,25 0,0 0,0 24,0-24,-24 0,0 0,0 0,0 0,0 0</inkml:trace>
          <inkml:trace contextRef="#ctx0" brushRef="#br0" timeOffset="58356.6638">1701 2252,'24'0,"0"24,24-24,0 0,-24 24,24-24,-24 0,0 0,0 0,-24 24</inkml:trace>
          <inkml:trace contextRef="#ctx0" brushRef="#br0" timeOffset="107771.6409">3019 1893,'0'-24,"0"48,0 0,-24 24,24-1,0 1,0 0,0 0,0 0,0 0,0-24,0 0,0 24,0-72,24 0,24 0,-24 24,24 0,24 0,-24 0,0 0,-24 24,0-24,0 24,-24 0,0 0,0 0,-24 0,0 0,-24 0,24-24,-24 24,0-24,24 0,-24-24,24 24,0-24,24 0,48 24,-24 0</inkml:trace>
        </inkml:traceGroup>
        <inkml:traceGroup>
          <inkml:annotationXML>
            <emma:emma xmlns:emma="http://www.w3.org/2003/04/emma" version="1.0">
              <emma:interpretation id="{7575F4CD-568C-47D5-B315-BE6B1CA12D6B}" emma:medium="tactile" emma:mode="ink">
                <msink:context xmlns:msink="http://schemas.microsoft.com/ink/2010/main" type="inkWord" rotatedBoundingBox="27485,7929 28951,7942 28943,8732 27478,8718"/>
              </emma:interpretation>
              <emma:one-of disjunction-type="recognition" id="oneOf6">
                <emma:interpretation id="interp30" emma:lang="id-ID" emma:confidence="0.5">
                  <emma:literal>to.</emma:literal>
                </emma:interpretation>
                <emma:interpretation id="interp31" emma:lang="id-ID" emma:confidence="0">
                  <emma:literal>to</emma:literal>
                </emma:interpretation>
                <emma:interpretation id="interp32" emma:lang="id-ID" emma:confidence="0">
                  <emma:literal>toe,</emma:literal>
                </emma:interpretation>
                <emma:interpretation id="interp33" emma:lang="id-ID" emma:confidence="0">
                  <emma:literal>to,</emma:literal>
                </emma:interpretation>
                <emma:interpretation id="interp34" emma:lang="id-ID" emma:confidence="0">
                  <emma:literal>+0C</emma:literal>
                </emma:interpretation>
              </emma:one-of>
            </emma:emma>
          </inkml:annotationXML>
          <inkml:trace contextRef="#ctx0" brushRef="#br0" timeOffset="111440.9512">4050 1629,'-96'0,"72"24,24 0,-24-24,24 24,-24 0,0 0,24 0,-24 0,24 0,0 24,0-24,0 24,0 0,0-1,0-23,0 24,24-24,-24 24,24-24,0 0,0 0,0 0,0 0,0 0,0 0,24 0,-24 0,0-24,24 24,-1-24,-23 0,24 0,0 0,0 0,-24 0,24-24,-24 24,0-24,0 0,0 0,24 24,-48-24,24 0,0 24,0-24,-24 0,24 24,-24-24,0 0,0-24,0 24,0 0,0 0,0 0,0-71,-575-145,575 264,-24 24,0-24,0-24,24 24</inkml:trace>
          <inkml:trace contextRef="#ctx0" brushRef="#br0" timeOffset="110014.3282">4002 1941,'24'0,"0"0,0 0,0 24,24-24,-24 24,23-24,-23 0,24 0,-24 0,0 0,0 0</inkml:trace>
          <inkml:trace contextRef="#ctx0" brushRef="#br0" timeOffset="110390.5822">4193 1773,'0'48,"0"-24,0 0,0 0,0 0,0 24,0-24,0-1,0 1,0 0,-23 0,-1-24</inkml:trace>
          <inkml:trace contextRef="#ctx0" brushRef="#br0" timeOffset="112380.7643">5200 1893,'0'-72,"0"48,-24 24,0 0,0 0,0 24,0 0,0 0,0 0,0-24,24 48,-24-24,0 0,24-1,0 25,0-24,0 0,0 0,0 0,0 0,24-24,0 24,0-24,0 24,0-24,0 0,0 0,0 0,0 0,0 0,0 0,0 0,0 0,0-24</inkml:trace>
        </inkml:traceGroup>
        <inkml:traceGroup>
          <inkml:annotationXML>
            <emma:emma xmlns:emma="http://www.w3.org/2003/04/emma" version="1.0">
              <emma:interpretation id="{AEDC052B-C214-450B-8E31-B376E296634F}" emma:medium="tactile" emma:mode="ink">
                <msink:context xmlns:msink="http://schemas.microsoft.com/ink/2010/main" type="inkWord" rotatedBoundingBox="30531,7563 33071,7587 33062,8569 30521,8546"/>
              </emma:interpretation>
              <emma:one-of disjunction-type="recognition" id="oneOf7">
                <emma:interpretation id="interp35" emma:lang="id-ID" emma:confidence="0.5">
                  <emma:literal>Anom</emma:literal>
                </emma:interpretation>
                <emma:interpretation id="interp36" emma:lang="id-ID" emma:confidence="0">
                  <emma:literal>Ayom</emma:literal>
                </emma:interpretation>
                <emma:interpretation id="interp37" emma:lang="id-ID" emma:confidence="0">
                  <emma:literal>ayom</emma:literal>
                </emma:interpretation>
                <emma:interpretation id="interp38" emma:lang="id-ID" emma:confidence="0">
                  <emma:literal>Iko.</emma:literal>
                </emma:interpretation>
                <emma:interpretation id="interp39" emma:lang="id-ID" emma:confidence="0">
                  <emma:literal>Iko-</emma:literal>
                </emma:interpretation>
              </emma:one-of>
            </emma:emma>
          </inkml:annotationXML>
          <inkml:trace contextRef="#ctx0" brushRef="#br0" timeOffset="219909.2679">6925 1701,'-48'0,"96"0,-24 24,0-24,24 0,-24 0,24 0,0 0,-24 0,0 0,0 0,0-24,0 24,-24 24,0 0</inkml:trace>
          <inkml:trace contextRef="#ctx0" brushRef="#br0" timeOffset="220428.2876">6997 1965,'24'0,"0"0,0-24,0 24,24 0,-24 0,144 0,-168-24</inkml:trace>
          <inkml:trace contextRef="#ctx0" brushRef="#br0" timeOffset="222498.9261">7165 1461,'-24'-24,"48"72,0-24,0 24,0-24,24 24,-24-24,-24 0,24 0,-24 0,24 24,-96 335,48-383,24 24</inkml:trace>
          <inkml:trace contextRef="#ctx0" brushRef="#br0" timeOffset="223156.9755">7404 1366,'240'599,"-240"-528,0-47,-24 24,24 0,-24-24,0 0,0-24,0 24,0-24,0 0</inkml:trace>
          <inkml:trace contextRef="#ctx0" brushRef="#br0" timeOffset="224170.3507">7500 1318,'0'-24,"24"24,0-24,0 24,0 0,0 0,0 0,0 0,0 0,0 0,0 0,24 0,-24 24,0-24,0 24,0-24,24 0,-48 24,24-24,0 24,-1-24,1 0,0 23,0-23,-24 24,24 0,0-24,0 24,0 0,0-24,-24 24,24 0,0 0,0 0,-24 0,24-24,0 24,-24 0,24 0,-24 0,24-24,0 24,0 0,0-24,-48 0</inkml:trace>
          <inkml:trace contextRef="#ctx0" brushRef="#br0" timeOffset="225226.3522">7620 2180,'0'24,"0"0,24-24,0 0,0 24,0-24,24 0,-24 0,0 0,0 0,0 0,0 0,0 0,143-72,-119 24,-24 24,0 0,0 0,0 24,-24-24,24 24,-24-24,24 24,-24-23,24-1,-24 0,0 0,0 0,0 0,0 0,0 0</inkml:trace>
          <inkml:trace contextRef="#ctx0" brushRef="#br0" timeOffset="226098.512">8435 1701,'-24'-24,"0"24,24-24,-24 24,0 0,24 24,0 0,-24 0,24 0,0 0,0 0,0 0,0 0,0 0,0 0,0 0,24 0,0-24,0 0,0 0,0 0,0 0,0-24,-24 0,24 0,-24 0,0 0,0 0,0 0,0 0,0 0,-24 24,24-24,-24 24,0 0</inkml:trace>
          <inkml:trace contextRef="#ctx0" brushRef="#br0" timeOffset="226886.6175">8674 1773,'-24'0,"48"0,0 0,0 0,0 0,24 0,-24 0,24 0,0 0,0 0,0 0,0 0,0 24,-24-24,24 0,0 0,-24 24,-1-24,1 0,0 0,0 0,0 0,0 0,0 0</inkml:trace>
        </inkml:traceGroup>
      </inkml:traceGroup>
      <inkml:traceGroup>
        <inkml:annotationXML>
          <emma:emma xmlns:emma="http://www.w3.org/2003/04/emma" version="1.0">
            <emma:interpretation id="{60E43AAB-D23C-4767-832A-C96DE1C86A8F}" emma:medium="tactile" emma:mode="ink">
              <msink:context xmlns:msink="http://schemas.microsoft.com/ink/2010/main" type="line" rotatedBoundingBox="18794,8917 22441,8601 22492,9189 18845,9505"/>
            </emma:interpretation>
          </emma:emma>
        </inkml:annotationXML>
        <inkml:traceGroup>
          <inkml:annotationXML>
            <emma:emma xmlns:emma="http://www.w3.org/2003/04/emma" version="1.0">
              <emma:interpretation id="{17CBF003-FEC5-440B-97E8-0D5E4B5D1C45}" emma:medium="tactile" emma:mode="ink">
                <msink:context xmlns:msink="http://schemas.microsoft.com/ink/2010/main" type="inkWord" rotatedBoundingBox="18794,8917 18840,8913 18882,9393 18836,9396">
                  <msink:destinationLink direction="with" ref="{D7A580E2-BB78-4C7A-A3D4-C4048E92773B}"/>
                </msink:context>
              </emma:interpretation>
              <emma:one-of disjunction-type="recognition" id="oneOf8">
                <emma:interpretation id="interp40" emma:lang="id-ID" emma:confidence="0.5">
                  <emma:literal>1</emma:literal>
                </emma:interpretation>
                <emma:interpretation id="interp41" emma:lang="id-ID" emma:confidence="0">
                  <emma:literal>I</emma:literal>
                </emma:interpretation>
                <emma:interpretation id="interp42" emma:lang="id-ID" emma:confidence="0">
                  <emma:literal>l</emma:literal>
                </emma:interpretation>
                <emma:interpretation id="interp43" emma:lang="id-ID" emma:confidence="0">
                  <emma:literal>|</emma:literal>
                </emma:interpretation>
                <emma:interpretation id="interp44" emma:lang="id-ID" emma:confidence="0">
                  <emma:literal>'</emma:literal>
                </emma:interpretation>
              </emma:one-of>
            </emma:emma>
          </inkml:annotationXML>
          <inkml:trace contextRef="#ctx0" brushRef="#br1" timeOffset="-124556.5835">-4816 2636,'0'-24,"0"48,0 23,0 1,0 0,0 0,0 0,0 0,0 0,0-24,0 0,0 0,0 0,24-24,-24 24,24-24</inkml:trace>
        </inkml:traceGroup>
        <inkml:traceGroup>
          <inkml:annotationXML>
            <emma:emma xmlns:emma="http://www.w3.org/2003/04/emma" version="1.0">
              <emma:interpretation id="{D5A3AB9F-356C-4B29-B87F-DE5D1627B290}" emma:medium="tactile" emma:mode="ink">
                <msink:context xmlns:msink="http://schemas.microsoft.com/ink/2010/main" type="inkWord" rotatedBoundingBox="19655,8988 19953,8962 19988,9362 19690,9388"/>
              </emma:interpretation>
              <emma:one-of disjunction-type="recognition" id="oneOf9">
                <emma:interpretation id="interp45" emma:lang="id-ID" emma:confidence="0.5">
                  <emma:literal>0</emma:literal>
                </emma:interpretation>
                <emma:interpretation id="interp46" emma:lang="id-ID" emma:confidence="0">
                  <emma:literal>o</emma:literal>
                </emma:interpretation>
                <emma:interpretation id="interp47" emma:lang="id-ID" emma:confidence="0">
                  <emma:literal>O</emma:literal>
                </emma:interpretation>
                <emma:interpretation id="interp48" emma:lang="id-ID" emma:confidence="0">
                  <emma:literal>8</emma:literal>
                </emma:interpretation>
                <emma:interpretation id="interp49" emma:lang="id-ID" emma:confidence="0">
                  <emma:literal>B</emma:literal>
                </emma:interpretation>
              </emma:one-of>
            </emma:emma>
          </inkml:annotationXML>
          <inkml:trace contextRef="#ctx0" brushRef="#br1" timeOffset="-123707.9814">-3954 2683,'-24'72,"24"-24,0 24,24-24,24 0,-24 0,0-24,24 0,-24-24,0 0,0 0,-24-24,24 0,0-48,-24 24,0-24,0 24,0 0,-24 24,-24 0,0 24,24 0,0 0,0 24,0 24,24-24</inkml:trace>
        </inkml:traceGroup>
        <inkml:traceGroup>
          <inkml:annotationXML>
            <emma:emma xmlns:emma="http://www.w3.org/2003/04/emma" version="1.0">
              <emma:interpretation id="{71397FAF-82AF-4833-B17E-FE3804CCB88A}" emma:medium="tactile" emma:mode="ink">
                <msink:context xmlns:msink="http://schemas.microsoft.com/ink/2010/main" type="inkWord" rotatedBoundingBox="21096,8719 21396,8693 21435,9135 21134,9161">
                  <msink:destinationLink direction="with" ref="{67517E90-A3E5-417D-BAF2-D700D8AA5E62}"/>
                </msink:context>
              </emma:interpretation>
              <emma:one-of disjunction-type="recognition" id="oneOf10">
                <emma:interpretation id="interp50" emma:lang="id-ID" emma:confidence="0.5">
                  <emma:literal>d</emma:literal>
                </emma:interpretation>
                <emma:interpretation id="interp51" emma:lang="id-ID" emma:confidence="0">
                  <emma:literal>a</emma:literal>
                </emma:interpretation>
                <emma:interpretation id="interp52" emma:lang="id-ID" emma:confidence="0">
                  <emma:literal>,</emma:literal>
                </emma:interpretation>
                <emma:interpretation id="interp53" emma:lang="id-ID" emma:confidence="0">
                  <emma:literal>4</emma:literal>
                </emma:interpretation>
                <emma:interpretation id="interp54" emma:lang="id-ID" emma:confidence="0">
                  <emma:literal>di</emma:literal>
                </emma:interpretation>
              </emma:one-of>
            </emma:emma>
          </inkml:annotationXML>
          <inkml:trace contextRef="#ctx0" brushRef="#br1" timeOffset="-121907.3649">-2300 2396,'48'144,"-48"-96,0 0,24-1,-24-23,0 0,0 0,0 0,0-48,-24 0,0-24,0 24,0 24,-120 0,120 24,24 0,-24 0,24 0,0 0,0 0,0 0,0 0,24-24,0 0,0 0,0 0,24-24,-24 24,0-24,0 24,0 0,0 0</inkml:trace>
        </inkml:traceGroup>
        <inkml:traceGroup>
          <inkml:annotationXML>
            <emma:emma xmlns:emma="http://www.w3.org/2003/04/emma" version="1.0">
              <emma:interpretation id="{332E93A6-2AFB-4D78-A7B6-68012ECF9FC8}" emma:medium="tactile" emma:mode="ink">
                <msink:context xmlns:msink="http://schemas.microsoft.com/ink/2010/main" type="inkWord" rotatedBoundingBox="22132,8674 22445,8647 22492,9189 22179,9216"/>
              </emma:interpretation>
              <emma:one-of disjunction-type="recognition" id="oneOf11">
                <emma:interpretation id="interp55" emma:lang="id-ID" emma:confidence="0.5">
                  <emma:literal>0</emma:literal>
                </emma:interpretation>
                <emma:interpretation id="interp56" emma:lang="id-ID" emma:confidence="0">
                  <emma:literal>o</emma:literal>
                </emma:interpretation>
                <emma:interpretation id="interp57" emma:lang="id-ID" emma:confidence="0">
                  <emma:literal>O</emma:literal>
                </emma:interpretation>
                <emma:interpretation id="interp58" emma:lang="id-ID" emma:confidence="0">
                  <emma:literal>B</emma:literal>
                </emma:interpretation>
                <emma:interpretation id="interp59" emma:lang="id-ID" emma:confidence="0">
                  <emma:literal>D</emma:literal>
                </emma:interpretation>
              </emma:one-of>
            </emma:emma>
          </inkml:annotationXML>
          <inkml:trace contextRef="#ctx0" brushRef="#br1" timeOffset="-122703.149">-1486 2492,'0'-24,"0"48,0 0,0 24,0-24,0 24,0-1,0 1,24 0,0 0,-24-24,48 0,-24 0,0-24,0 0,0 0,24-24,-48-24,24 0,0 0,-24-24,0 25,0-25,0 24,0 0,0 24,-24 0,0 0,-24 24,24 0,-24 0,0 0,24 0,-24 0,24 0</inkml:trace>
        </inkml:traceGroup>
      </inkml:traceGroup>
    </inkml:traceGroup>
  </inkml:traceGroup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39:09.031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B3A0A687-799E-45C1-8A89-F160EA5769EA}" emma:medium="tactile" emma:mode="ink">
          <msink:context xmlns:msink="http://schemas.microsoft.com/ink/2010/main" type="writingRegion" rotatedBoundingBox="24154,11562 30521,11112 30733,14110 24366,14560"/>
        </emma:interpretation>
      </emma:emma>
    </inkml:annotationXML>
    <inkml:traceGroup>
      <inkml:annotationXML>
        <emma:emma xmlns:emma="http://www.w3.org/2003/04/emma" version="1.0">
          <emma:interpretation id="{64386F15-8F6A-48B9-96A0-BDE1CDDBFDB1}" emma:medium="tactile" emma:mode="ink">
            <msink:context xmlns:msink="http://schemas.microsoft.com/ink/2010/main" type="paragraph" rotatedBoundingBox="24154,11562 30521,11112 30587,12048 24220,1249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70833CDC-9BFA-4284-84F4-91756F040D03}" emma:medium="tactile" emma:mode="ink">
              <msink:context xmlns:msink="http://schemas.microsoft.com/ink/2010/main" type="line" rotatedBoundingBox="24154,11562 30521,11112 30587,12048 24220,12498"/>
            </emma:interpretation>
          </emma:emma>
        </inkml:annotationXML>
        <inkml:traceGroup>
          <inkml:annotationXML>
            <emma:emma xmlns:emma="http://www.w3.org/2003/04/emma" version="1.0">
              <emma:interpretation id="{172812A0-F564-41F8-8734-6AF8B0E38B94}" emma:medium="tactile" emma:mode="ink">
                <msink:context xmlns:msink="http://schemas.microsoft.com/ink/2010/main" type="inkWord" rotatedBoundingBox="24154,11562 30521,11112 30587,12048 24220,12498"/>
              </emma:interpretation>
              <emma:one-of disjunction-type="recognition" id="oneOf0">
                <emma:interpretation id="interp0" emma:lang="id-ID" emma:confidence="0.5">
                  <emma:literal>Buas-aci-bah</emma:literal>
                </emma:interpretation>
                <emma:interpretation id="interp1" emma:lang="id-ID" emma:confidence="0">
                  <emma:literal>buat-aci-bah</emma:literal>
                </emma:interpretation>
                <emma:interpretation id="interp2" emma:lang="id-ID" emma:confidence="0">
                  <emma:literal>Buas-aci-bet</emma:literal>
                </emma:interpretation>
                <emma:interpretation id="interp3" emma:lang="id-ID" emma:confidence="0">
                  <emma:literal>buat-aci-bet</emma:literal>
                </emma:interpretation>
                <emma:interpretation id="interp4" emma:lang="id-ID" emma:confidence="0">
                  <emma:literal>buas-aci-bet</emma:literal>
                </emma:interpretation>
              </emma:one-of>
            </emma:emma>
          </inkml:annotationXML>
          <inkml:trace contextRef="#ctx0" brushRef="#br0">3043 0,'-167'0,"143"24,24 0,-24-24,0 24,24 0,-24 0,24 0,0 24,0-24,0 0,24 0,0 0,24 0,-24 0,24-24,-24 0,24 0,-25 0,1-24,-24 0,24 0,-24 0,0-24,0 0,0 24,0-24,0 24,0 0,0 0,0 48,0 24,0 0,24-24,0 24,0 0,0-24,0 0,0-24,-24 24,24-24</inkml:trace>
          <inkml:trace contextRef="#ctx0" brushRef="#br0" timeOffset="6228.2422">3259-335,'72'-48,"-48"24,24 24,-24 0,24 0,-24 0,24-24,-24 24,24 0,-24 0,-1 0,1 0</inkml:trace>
          <inkml:trace contextRef="#ctx0" brushRef="#br0" timeOffset="5638.0336">3643 48,'-96'0,"72"0,0 0,0 0,24 24,-24 0,0-24,24 24,-24 0,0 24,24-24,0 0,0 0,0 24,0-24,24 0,0-24,0 0,24 23,-24-23,24 0,-24 0,0 0,0-23,-1 23,1-24,0 24</inkml:trace>
          <inkml:trace contextRef="#ctx0" brushRef="#br0" timeOffset="-7456.7615">0 0,'0'120,"0"-96,24 24,-24 0,0 0,24-24,-24 24,0-1,24-23,-24 24,0-24,24-24,-24 24,0-48</inkml:trace>
          <inkml:trace contextRef="#ctx0" brushRef="#br0" timeOffset="-6886.1391">48 96,'24'-48,"0"48,0 0,0 0,24 0,-24 0,0 0,0 24,72 407,-120-407,-24-24,24 24,0-24,0 0,0 0,0 0,48 0,0 0,0-24</inkml:trace>
          <inkml:trace contextRef="#ctx0" brushRef="#br0" timeOffset="-6299.4502">743 312,'-24'0,"0"0,0 0,0 0,0 24,24 0,-24-1,24 1,-24 0,24 0,0 0,0 0,0 0,24 0,0-24,-24 24,24-24,0 0,0 0,0 0,0 0,0-24,0 24,0 0</inkml:trace>
          <inkml:trace contextRef="#ctx0" brushRef="#br0" timeOffset="-5657.6689">1678 48,'72'0,"-49"0,25 0,-24 0,0 0,0 0,0 0,-24 24</inkml:trace>
          <inkml:trace contextRef="#ctx0" brushRef="#br0" timeOffset="-5417.4146">1678 48,'24'216,"0"-216,0 0,-1 0,25 0,-24 0,0 0,0 0,0 0,0 0,0 0</inkml:trace>
          <inkml:trace contextRef="#ctx0" brushRef="#br0" timeOffset="7185.8721">4409 216,'-48'-96,"96"96,-24 0,0 0,24 0,-24 0,24 0,-24 0,0 0,0 0,0 0,0 0,0 0,0 0</inkml:trace>
          <inkml:trace contextRef="#ctx0" brushRef="#br0" timeOffset="7694.5857">4529-144,'-24'96,"24"-72,0 24,0-24,0 24,0-24,0 216,0-217,0 1</inkml:trace>
          <inkml:trace contextRef="#ctx0" brushRef="#br0" timeOffset="10452.4717">5320-335,'0'-24,"0"48,0 24,0-1,0 1,0 24,0-24,0 0,0 0,0-24,0 24,24-24,-24 0,0-48,0 0,0 0,0 0,0 0,24 0,0 0,0 24,0 0,0 0,0 0,24 0,-24 0,-1 24,1 0,0 0,0 0,-24 0,0 0,0 0,0 0,0 0,-24-24,0 24,0-24,-23 0,23 0,0 0,0 0,0 0,0 0,0 0,24-24,0 0,24 24,0 0</inkml:trace>
          <inkml:trace contextRef="#ctx0" brushRef="#br0" timeOffset="11226.3292">6350-72,'-48'-48,"24"48,0 0,0 24,0-24,1 24,-1 0,0 0,0 0,0 0,24 0,-24 0,24 24,0-24,0 0,0 24,24-24,24 0,-24 0,23-24,-23 24,24-24,-24 0,0 0,0 0,-24-24,24 24</inkml:trace>
          <inkml:trace contextRef="#ctx0" brushRef="#br0" timeOffset="12193.6189">5895-575,'-24'0,"72"0,-24 0,24 24,0-24,0 0,0 0,0 0,-1 0,-23 0,24 0,-24 0,0 0</inkml:trace>
        </inkml:traceGroup>
      </inkml:traceGroup>
    </inkml:traceGroup>
    <inkml:traceGroup>
      <inkml:annotationXML>
        <emma:emma xmlns:emma="http://www.w3.org/2003/04/emma" version="1.0">
          <emma:interpretation id="{2A6A6969-FAEA-4079-80CC-E665F4BB3B00}" emma:medium="tactile" emma:mode="ink">
            <msink:context xmlns:msink="http://schemas.microsoft.com/ink/2010/main" type="paragraph" rotatedBoundingBox="25906,12900 30554,12916 30550,14145 25901,14129" alignmentLevel="2"/>
          </emma:interpretation>
        </emma:emma>
      </inkml:annotationXML>
      <inkml:traceGroup>
        <inkml:annotationXML>
          <emma:emma xmlns:emma="http://www.w3.org/2003/04/emma" version="1.0">
            <emma:interpretation id="{8EB43FCE-DD1A-4F60-923F-C04CFBEDFDC6}" emma:medium="tactile" emma:mode="ink">
              <msink:context xmlns:msink="http://schemas.microsoft.com/ink/2010/main" type="line" rotatedBoundingBox="25906,12900 30554,12916 30550,14145 25901,14129"/>
            </emma:interpretation>
          </emma:emma>
        </inkml:annotationXML>
        <inkml:traceGroup>
          <inkml:annotationXML>
            <emma:emma xmlns:emma="http://www.w3.org/2003/04/emma" version="1.0">
              <emma:interpretation id="{89DEE91B-3208-40A2-87D9-4B3CBED2900D}" emma:medium="tactile" emma:mode="ink">
                <msink:context xmlns:msink="http://schemas.microsoft.com/ink/2010/main" type="inkWord" rotatedBoundingBox="25906,12900 30554,12916 30550,14145 25901,14129"/>
              </emma:interpretation>
              <emma:one-of disjunction-type="recognition" id="oneOf1">
                <emma:interpretation id="interp5" emma:lang="id-ID" emma:confidence="0.5">
                  <emma:literal>Irab)</emma:literal>
                </emma:interpretation>
                <emma:interpretation id="interp6" emma:lang="id-ID" emma:confidence="0">
                  <emma:literal>tayib)</emma:literal>
                </emma:interpretation>
                <emma:interpretation id="interp7" emma:lang="id-ID" emma:confidence="0.5">
                  <emma:literal>= (aib)</emma:literal>
                </emma:interpretation>
                <emma:interpretation id="interp8" emma:lang="id-ID" emma:confidence="0">
                  <emma:literal>*cab)</emma:literal>
                </emma:interpretation>
                <emma:interpretation id="interp9" emma:lang="id-ID" emma:confidence="0">
                  <emma:literal>*Taib)</emma:literal>
                </emma:interpretation>
              </emma:one-of>
            </emma:emma>
          </inkml:annotationXML>
          <inkml:trace contextRef="#ctx0" brushRef="#br0" timeOffset="91916.5732">4002 1294,'-48'0,"24"0,0 24,24 0,-24 0,0 24,0-24,24 24,-24 0,0 0,0 0,0-1,0 1,0 24,0-24,1 0,23 0,0 0,0-24,0 24,0 0,0 0,0-24,0 24,0-24,23 0,1-1,0 25,24-48,-24 24,0 0,0-24,0 0,24 0,-24 0,0 0,0 0,24 0,-24 0,0 0,0-24</inkml:trace>
          <inkml:trace contextRef="#ctx0" brushRef="#br0" timeOffset="93059.2727">4697 1821,'-24'-72,"0"72,0 0,0 0,0 0,0 24,0 0,0 0,0 0,24 0,-24 24,24-24,0 0,0 24,0-24,24 0,0-24,0 0,0 0,0 0,24 0,-24 0,-24-24,24 0,0 0,-24 0,24 0,-24 0,0 0,0 0,0 0,0 0,24 48,-24 0,24 24,-24-24,0 24,24 0,72 0</inkml:trace>
          <inkml:trace contextRef="#ctx0" brushRef="#br0" timeOffset="93551.4221">5128 1869,'96'0,"-48"0,-24 0,0 0,24 0,-24 0,0 24,0-24</inkml:trace>
          <inkml:trace contextRef="#ctx0" brushRef="#br0" timeOffset="93945.3147">5296 1677,'0'192,"0"-144,0-24,0 24,0-24,0 0,0 0,0 0,0 0,24-24</inkml:trace>
          <inkml:trace contextRef="#ctx0" brushRef="#br0" timeOffset="94772.8464">5560 1510,'0'167,"23"-119,-23 0,24-24,-24 24,0-24,0 0,0 0,0 0,48-120,-24 72,0 24,-24-24,24 24,0 0,0 0,0 0,0 24,0 24,0-24,0 0,-24 0,0 0,24 24,-24-24,0 0,-24 0,0-24,0 24,-24-24,24 0,-24 0,24 0,0 0,0 0,24-24,0 0,24 0</inkml:trace>
          <inkml:trace contextRef="#ctx0" brushRef="#br0" timeOffset="95628.8419">5943 1174,'96'24,"-72"-24,0 0,0 24,0 0,0 0,0 24,-1-24,1 24,0 0,0 24,-24-24,24 0,0 23,-24 1,24-24,-24 0,0 0,0 0,24 0,-24 0,0 0,0-24,0 24,0-24,0 0,0 0,-24 0,0 0,24-1,-24 1,0-24,0 0,24 24,-24-24,0 0,24 24,-23-24,23 24</inkml:trace>
          <inkml:trace contextRef="#ctx0" brushRef="#br0" timeOffset="81188.1778">1750 1701,'23'-71,"1"71,0 0,0 23,0 1,0-24,0 24,0-24,0 24,0-24</inkml:trace>
          <inkml:trace contextRef="#ctx0" brushRef="#br0" timeOffset="81575.4972">1726 2085,'71'24,"-47"-24,0 0,0 0,0 0,0 0,0 0,0 0,-24 24</inkml:trace>
          <inkml:trace contextRef="#ctx0" brushRef="#br0" timeOffset="89973.9307">3139 1797,'-72'0,"48"0,1 24,-1-24,0 24,0 0,0-24,0 24,0 0,24 0,-24 0,0 0,24 0,0 24,-24 0,24-24,0 24,0 0,24-24,0 0,0-1,0 1,24 0,-24-24,24 0,-25 0,25 0,-24 0,0 0</inkml:trace>
          <inkml:trace contextRef="#ctx0" brushRef="#br0" timeOffset="90671.3021">2804 1534,'-72'-72,"96"72,0 0,0 0,0 0,24 0,0 0,-24 0,24 0,-24 0,23 0,-23 0,24 0,-24 0,-24 24</inkml:trace>
        </inkml:traceGroup>
      </inkml:traceGroup>
    </inkml:traceGroup>
  </inkml:traceGroup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36:49.459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8A304611-AE15-4109-ABE0-E76CAC91B454}" emma:medium="tactile" emma:mode="ink">
          <msink:context xmlns:msink="http://schemas.microsoft.com/ink/2010/main" type="writingRegion" rotatedBoundingBox="19001,12877 22549,12891 22547,13613 18999,13599"/>
        </emma:interpretation>
      </emma:emma>
    </inkml:annotationXML>
    <inkml:traceGroup>
      <inkml:annotationXML>
        <emma:emma xmlns:emma="http://www.w3.org/2003/04/emma" version="1.0">
          <emma:interpretation id="{84DB5169-DDDE-40DB-97CB-035C0D09C5DB}" emma:medium="tactile" emma:mode="ink">
            <msink:context xmlns:msink="http://schemas.microsoft.com/ink/2010/main" type="paragraph" rotatedBoundingBox="19001,12877 22549,12891 22547,13613 18999,1359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9854A178-3DAB-400F-8E1B-BEF56F1DF662}" emma:medium="tactile" emma:mode="ink">
              <msink:context xmlns:msink="http://schemas.microsoft.com/ink/2010/main" type="line" rotatedBoundingBox="19001,12877 22549,12891 22547,13613 18999,13599"/>
            </emma:interpretation>
          </emma:emma>
        </inkml:annotationXML>
        <inkml:traceGroup>
          <inkml:annotationXML>
            <emma:emma xmlns:emma="http://www.w3.org/2003/04/emma" version="1.0">
              <emma:interpretation id="{C721BABA-E9A6-4AB3-982C-2B30B476AD57}" emma:medium="tactile" emma:mode="ink">
                <msink:context xmlns:msink="http://schemas.microsoft.com/ink/2010/main" type="inkWord" rotatedBoundingBox="19001,12877 22549,12891 22547,13613 18999,13599"/>
              </emma:interpretation>
              <emma:one-of disjunction-type="recognition" id="oneOf0">
                <emma:interpretation id="interp0" emma:lang="id-ID" emma:confidence="0.5">
                  <emma:literal>0001</emma:literal>
                </emma:interpretation>
                <emma:interpretation id="interp1" emma:lang="id-ID" emma:confidence="0">
                  <emma:literal>001</emma:literal>
                </emma:interpretation>
                <emma:interpretation id="interp2" emma:lang="id-ID" emma:confidence="0">
                  <emma:literal>00001</emma:literal>
                </emma:interpretation>
                <emma:interpretation id="interp3" emma:lang="id-ID" emma:confidence="0">
                  <emma:literal>000001</emma:literal>
                </emma:interpretation>
                <emma:interpretation id="interp4" emma:lang="id-ID" emma:confidence="0.5">
                  <emma:literal>0 0 ok</emma:literal>
                </emma:interpretation>
              </emma:one-of>
            </emma:emma>
          </inkml:annotationXML>
          <inkml:trace contextRef="#ctx0" brushRef="#br0">2779 5392,'-24'0,"0"0,24 24,0 0,0 0,0 0,0 24,0-24,0 24,24 23,0-23,24 0,-24-24,0 0,24-24,-24 24,0-24,24 0,-24-24,0 0,0 0,-24-24,24 0,-24 0,0 25,0-25,0 0,0 24,0 0,-24 0,0 0,-24 0,24 24,-24 0,24 0,-24 0,24 0,0 0,0 48,0-24</inkml:trace>
          <inkml:trace contextRef="#ctx0" brushRef="#br0" timeOffset="-847.233">3714 5152,'0'-24,"0"48,24 24,-24 0,0 0,24 0,-24 0,0 24,24-48,-24 24,0-24,0 0,0 0</inkml:trace>
          <inkml:trace contextRef="#ctx0" brushRef="#br0" timeOffset="-3016.265">287 5320,'-24'0,"0"24,24 0,0 24,0 0,0-24,24 24,0 0,0-24,0-1,0-23,0 0,24 0,-24 0,0 0,0 0,0-23,0-1,-24 0,24-24,-24 24,0 0,0-24,0 24,0 0,-24 24,0-24,-24 24,24 0,0 0,0 0,0 0,0 0,24 24,0 0</inkml:trace>
          <inkml:trace contextRef="#ctx0" brushRef="#br0" timeOffset="-1977.5873">1461 5392,'-71'24,"47"0,24 0,0 24,0-24,0 24,0-1,24 1,0 0,0 0,23-24,1 0,0-24,0 0,-24 0,24 0,-24-24,0-24,-24 0,0 0,0-23,0 23,0 0,-48 0,24 24,0 0,-24 24,24 0,-72 72</inkml:trace>
        </inkml:traceGroup>
      </inkml:traceGroup>
    </inkml:traceGroup>
  </inkml:traceGroup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37:02.102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A50FF783-9ED5-472D-958C-B750635763D7}" emma:medium="tactile" emma:mode="ink">
          <msink:context xmlns:msink="http://schemas.microsoft.com/ink/2010/main" type="inkDrawing" rotatedBoundingBox="22801,12750 23190,14778 22278,14953 21890,12925" hotPoints="22652,14987 22115,14013 22507,12972 23044,13946" semanticType="enclosure" shapeName="Ellipse">
            <msink:sourceLink direction="with" ref="{4C8A9D23-03E8-48B1-88C0-751447DC6148}"/>
            <msink:sourceLink direction="with" ref="{691E5EEF-69B1-4AB3-9AD0-250A939A35A9}"/>
          </msink:context>
        </emma:interpretation>
      </emma:emma>
    </inkml:annotationXML>
    <inkml:trace contextRef="#ctx0" brushRef="#br0">3307 5128,'0'24,"0"0,0 24,0-24,0 24,0 0,0 0,24 0,-24 0,0 0,0-24,0 24,0-1,0-23,0 24,0-24,0 24,24 0,-24 0,0-24,0 24,0 0,0-24,0 24,0 0,0-24,47 311,-47-311,0 24,0-24,24 24,-24-24,0 0,0 0,24-24,-24 24,24 0,-24 24,24-24,0 0,-24 0,24-1,0 25,0-24,-24 0,24-24,0 24,-24 0,24-24,0 0,-24 24,24-24,0 0,0 0,0 24,0-24,0 0,0 0,0 0,0 0,0 0,0 0,0 0,-1 0,1 0,0-24,0 0,-24 0,24 24,-24-24,24 0,-24 0,24 0,-24 0,24 1,-24-1,0 0,24 24,-24-48,0 24,0 0,24 0,-24 0,0 0,0-24,0 24,24 0,-24 0,0 0,0 0,0-24,0 24,0-24,0 24,0-24,0 1,0 23,0-24,0 24,0 0,0 0,0-24,0 24,-24 0,24 0,0-24,-24 24,24 0,0-24,-24 24,24 0,0 0,-24 0,24 0,-24 0,24 0,0 0,-24 0,24 1,-24-1,24 0,0 0,-24 0,24 0,-24 0,24 0,0 0,-24 0,1 0,-1 0,0 0,0 0,0 0,0 24,0-24,0 24,0-24,0 24,0-24,0 24,0 0,0-24,0 24,0 0,0 0,0 0,0 0,0 0,0 0,0 0,0-24,0 24,0 0,0 0,24 24,-23 0,23 0,0 0,0 0,0 0,0 0</inkml:trace>
  </inkml:traceGroup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40:27.108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F275C4EF-661A-4355-885B-94AB2EACF680}" emma:medium="tactile" emma:mode="ink">
          <msink:context xmlns:msink="http://schemas.microsoft.com/ink/2010/main" type="inkDrawing" rotatedBoundingBox="26070,7685 29473,7701 29472,7802 26069,7786" semanticType="underline" shapeName="Other">
            <msink:sourceLink direction="with" ref="{6329DF1B-B233-460A-BF16-D280E4A571C5}"/>
            <msink:sourceLink direction="with" ref="{62CE656E-D0A7-4330-94D9-1E079C1392C2}"/>
          </msink:context>
        </emma:interpretation>
      </emma:emma>
    </inkml:annotationXML>
    <inkml:trace contextRef="#ctx0" brushRef="#br0">120 103,'-96'-24,"96"0,-24 24,24-24,24 0,0 24,24 0,0 0,72 0,671 0,-743 0,-24 0,23 24,-23-24,24 0,0 0,-24 0,24 0,0 0,-24 24,24-24,-24 0,24 0,-24 24,0-24,0 0,24 0,-24 0,0 0,23 0,-23 0,24 0,-24 0,24 0,-24 0,24 0,-24 0,24 0,-24 0,24 0,-24 0,24 0,-24 0,0 0,24 0,-24 0,0 0,0 0,0 0,-1 0,1 0,0 0,0 0,0 0,0 0,24 0,-24 0,0 0,0 0,0 0,0 0,0 0,0-24,0 24,0 0,0 0,24 0,-24 0,24 0,-24 0,0 0,0 0,-1 0,1 0,0 0,0 0,0 0,0 0,0-24,24 24,-24 0,0 0,0 0,0 0,0 0,0 0,0 0,-48 0,-24 0,0 0</inkml:trace>
  </inkml:traceGroup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36:50.908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663D4310-532B-4112-BFDC-50F1203B7938}" emma:medium="tactile" emma:mode="ink">
          <msink:context xmlns:msink="http://schemas.microsoft.com/ink/2010/main" type="writingRegion" rotatedBoundingBox="18809,14067 22784,13947 22810,14829 18836,14949"/>
        </emma:interpretation>
      </emma:emma>
    </inkml:annotationXML>
    <inkml:traceGroup>
      <inkml:annotationXML>
        <emma:emma xmlns:emma="http://www.w3.org/2003/04/emma" version="1.0">
          <emma:interpretation id="{C04273DB-332E-4EBF-B777-1FFA387E229D}" emma:medium="tactile" emma:mode="ink">
            <msink:context xmlns:msink="http://schemas.microsoft.com/ink/2010/main" type="paragraph" rotatedBoundingBox="18809,14067 22784,13947 22810,14829 18836,1494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F08E1F0A-0214-440F-A58A-387DC1394561}" emma:medium="tactile" emma:mode="ink">
              <msink:context xmlns:msink="http://schemas.microsoft.com/ink/2010/main" type="line" rotatedBoundingBox="18809,14067 22784,13947 22810,14829 18836,14949"/>
            </emma:interpretation>
          </emma:emma>
        </inkml:annotationXML>
        <inkml:traceGroup>
          <inkml:annotationXML>
            <emma:emma xmlns:emma="http://www.w3.org/2003/04/emma" version="1.0">
              <emma:interpretation id="{A5C951F8-9AD9-423D-947D-C3D78770FA81}" emma:medium="tactile" emma:mode="ink">
                <msink:context xmlns:msink="http://schemas.microsoft.com/ink/2010/main" type="inkWord" rotatedBoundingBox="18809,14067 20710,14010 20736,14892 18836,14949"/>
              </emma:interpretation>
              <emma:one-of disjunction-type="recognition" id="oneOf0">
                <emma:interpretation id="interp0" emma:lang="id-ID" emma:confidence="0.5">
                  <emma:literal>Beo</emma:literal>
                </emma:interpretation>
                <emma:interpretation id="interp1" emma:lang="id-ID" emma:confidence="0">
                  <emma:literal>poo</emma:literal>
                </emma:interpretation>
                <emma:interpretation id="interp2" emma:lang="id-ID" emma:confidence="0">
                  <emma:literal>beo</emma:literal>
                </emma:interpretation>
                <emma:interpretation id="interp3" emma:lang="id-ID" emma:confidence="0">
                  <emma:literal>bao</emma:literal>
                </emma:interpretation>
                <emma:interpretation id="interp4" emma:lang="id-ID" emma:confidence="0">
                  <emma:literal>Pino</emma:literal>
                </emma:interpretation>
              </emma:one-of>
            </emma:emma>
          </inkml:annotationXML>
          <inkml:trace contextRef="#ctx0" brushRef="#br0">527 6662,'0'24,"0"0,0 24,24-24,-24 24,0 0,0-1,24-23,-24 24,0-24,0 0,0 0,0 0</inkml:trace>
          <inkml:trace contextRef="#ctx0" brushRef="#br0" timeOffset="1077.5711">1557 6662,'24'-24,"-24"0,24 24,-48 24,24 0,0 0,0 24,0-24,24 24,0-24,0 0,0 0,0-1,24 1,-24-24,24 0,-24 0,0 0,0-24,0 1,0-1,0-24,-312-192,288 264</inkml:trace>
          <inkml:trace contextRef="#ctx0" brushRef="#br0" timeOffset="7000.3483">48 6326,'96'-24,"-72"24,-1 0,1 0,24 0,-24 0,24 0,0 0,0 0,0 24,-24-24,24 0,-24 24,0-24,24 24,-24-24,24 0,-24 0,24 0,-24 24,-1-24,1 24,0 0,-24 0,24 0,0 0,-24 0,24 0,-24 0,24 0,0 0,-24 0,0 0,24 0,-24 0,24 0,-24 24,0-24,0 24,0-25,0 1,0 0,0 0,0 0,0 0,-24-24,0 24,0 0,0 0,0 0,-24-24,24 24,-23-24,23 24,-24-24,24 0,-24 0,0 0,0-24,0 24,0 0,0 0,0 0,0 0,0 0,24 0,0 0,24-24,24 0</inkml:trace>
        </inkml:traceGroup>
        <inkml:traceGroup>
          <inkml:annotationXML>
            <emma:emma xmlns:emma="http://www.w3.org/2003/04/emma" version="1.0">
              <emma:interpretation id="{691E5EEF-69B1-4AB3-9AD0-250A939A35A9}" emma:medium="tactile" emma:mode="ink">
                <msink:context xmlns:msink="http://schemas.microsoft.com/ink/2010/main" type="inkWord" rotatedBoundingBox="21763,14071 22787,14041 22804,14635 21781,14666">
                  <msink:destinationLink direction="with" ref="{A50FF783-9ED5-472D-958C-B750635763D7}"/>
                </msink:context>
              </emma:interpretation>
              <emma:one-of disjunction-type="recognition" id="oneOf1">
                <emma:interpretation id="interp5" emma:lang="id-ID" emma:confidence="0.5">
                  <emma:literal>di</emma:literal>
                </emma:interpretation>
                <emma:interpretation id="interp6" emma:lang="id-ID" emma:confidence="0">
                  <emma:literal>d,</emma:literal>
                </emma:interpretation>
                <emma:interpretation id="interp7" emma:lang="id-ID" emma:confidence="0">
                  <emma:literal>d</emma:literal>
                </emma:interpretation>
                <emma:interpretation id="interp8" emma:lang="id-ID" emma:confidence="0">
                  <emma:literal>d!</emma:literal>
                </emma:interpretation>
                <emma:interpretation id="interp9" emma:lang="id-ID" emma:confidence="0">
                  <emma:literal>d1</emma:literal>
                </emma:interpretation>
              </emma:one-of>
            </emma:emma>
          </inkml:annotationXML>
          <inkml:trace contextRef="#ctx0" brushRef="#br0" timeOffset="3522.8323">3259 6422,'0'-24,"0"48,0 0,0 0,0 24,24 0,-24 0,0 0,0-24,24 0,-24 0,0 0,0 0,-24-48,0 0,0 24,0-24,0 24,0 0,0 0,0 0,0 0,0 0,0 24,24 0,-24 0,24 0,0 0,0 0,0 0,0-1,24-23,0 0,0 0,0 0,0-23,0-1,0 0,0 24,-24-24,24 24</inkml:trace>
          <inkml:trace contextRef="#ctx0" brushRef="#br0" timeOffset="1849.8358">4025 6278,'0'48,"0"0,0-24,0 24,0 0,0 0,0 0,0 0,-24 0,24-24,0 0,0 0,-23-24</inkml:trace>
        </inkml:traceGroup>
      </inkml:traceGroup>
    </inkml:traceGroup>
  </inkml:traceGroup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40:47.231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0FC62835-C631-497F-8D88-83FC1DD415E1}" emma:medium="tactile" emma:mode="ink">
          <msink:context xmlns:msink="http://schemas.microsoft.com/ink/2010/main" type="writingRegion" rotatedBoundingBox="25193,2307 32580,1912 32632,2888 25245,3282"/>
        </emma:interpretation>
      </emma:emma>
    </inkml:annotationXML>
    <inkml:traceGroup>
      <inkml:annotationXML>
        <emma:emma xmlns:emma="http://www.w3.org/2003/04/emma" version="1.0">
          <emma:interpretation id="{ABE04E42-970B-4AA4-8A4B-12CF077F1BBD}" emma:medium="tactile" emma:mode="ink">
            <msink:context xmlns:msink="http://schemas.microsoft.com/ink/2010/main" type="paragraph" rotatedBoundingBox="25193,2307 32580,1912 32632,2888 25245,328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B3BEC62-1988-4E04-89A9-9E9F43F16499}" emma:medium="tactile" emma:mode="ink">
              <msink:context xmlns:msink="http://schemas.microsoft.com/ink/2010/main" type="line" rotatedBoundingBox="25193,2307 32580,1912 32632,2888 25245,3282"/>
            </emma:interpretation>
          </emma:emma>
        </inkml:annotationXML>
        <inkml:traceGroup>
          <inkml:annotationXML>
            <emma:emma xmlns:emma="http://www.w3.org/2003/04/emma" version="1.0">
              <emma:interpretation id="{C0470914-729F-4169-880E-3C209449C8BE}" emma:medium="tactile" emma:mode="ink">
                <msink:context xmlns:msink="http://schemas.microsoft.com/ink/2010/main" type="inkWord" rotatedBoundingBox="25228,2962 25694,2937 25712,3258 25245,3282"/>
              </emma:interpretation>
              <emma:one-of disjunction-type="recognition" id="oneOf0">
                <emma:interpretation id="interp0" emma:lang="id-ID" emma:confidence="0.5">
                  <emma:literal>--</emma:literal>
                </emma:interpretation>
                <emma:interpretation id="interp1" emma:lang="id-ID" emma:confidence="0">
                  <emma:literal>=</emma:literal>
                </emma:interpretation>
                <emma:interpretation id="interp2" emma:lang="id-ID" emma:confidence="0">
                  <emma:literal>t</emma:literal>
                </emma:interpretation>
                <emma:interpretation id="interp3" emma:lang="id-ID" emma:confidence="0">
                  <emma:literal>5</emma:literal>
                </emma:interpretation>
                <emma:interpretation id="interp4" emma:lang="id-ID" emma:confidence="0">
                  <emma:literal>1</emma:literal>
                </emma:interpretation>
              </emma:one-of>
            </emma:emma>
          </inkml:annotationXML>
          <inkml:trace contextRef="#ctx0" brushRef="#br0">6878 575,'-24'0,"24"-24,0 0,24 24,0 0,23 0,1 0,-24 0,24-24,-24 24,0 0,0 0,-24-24,24 24</inkml:trace>
          <inkml:trace contextRef="#ctx0" brushRef="#br0" timeOffset="407.5888">6997 743,'72'0,"-24"0,-24 0,0 0,0 0,0 23,0-23,24 0,-24 24,0-24</inkml:trace>
        </inkml:traceGroup>
        <inkml:traceGroup>
          <inkml:annotationXML>
            <emma:emma xmlns:emma="http://www.w3.org/2003/04/emma" version="1.0">
              <emma:interpretation id="{E4AAB137-FE72-4A41-BB61-58923098285A}" emma:medium="tactile" emma:mode="ink">
                <msink:context xmlns:msink="http://schemas.microsoft.com/ink/2010/main" type="inkWord" rotatedBoundingBox="26431,2467 26881,2443 26909,2971 26459,2995"/>
              </emma:interpretation>
              <emma:one-of disjunction-type="recognition" id="oneOf1">
                <emma:interpretation id="interp5" emma:lang="id-ID" emma:confidence="0.5">
                  <emma:literal>E</emma:literal>
                </emma:interpretation>
                <emma:interpretation id="interp6" emma:lang="id-ID" emma:confidence="0">
                  <emma:literal>5</emma:literal>
                </emma:interpretation>
                <emma:interpretation id="interp7" emma:lang="id-ID" emma:confidence="0">
                  <emma:literal>I</emma:literal>
                </emma:interpretation>
                <emma:interpretation id="interp8" emma:lang="id-ID" emma:confidence="0">
                  <emma:literal>a</emma:literal>
                </emma:interpretation>
                <emma:interpretation id="interp9" emma:lang="id-ID" emma:confidence="0">
                  <emma:literal>€</emma:literal>
                </emma:interpretation>
              </emma:one-of>
            </emma:emma>
          </inkml:annotationXML>
          <inkml:trace contextRef="#ctx0" brushRef="#br0" timeOffset="13126.3204">8076 0,'-24'0,"72"0,-24 0,24 0,-1 0,1 0,-24 0,0 0,0 0,0 0</inkml:trace>
          <inkml:trace contextRef="#ctx0" brushRef="#br0" timeOffset="9520.8247">8339 191,'-144'48,"121"-24,-1 0,24 0,-24 0,24 0,0 0,0 0,0 0,0 0,24-24,0 0,-1 0,-23 24,24-24,0 0,0 0,0 0,0 0,0 0,0-24,-24 0,24 0,-24 0,0 0,0 0,0 0,0 0,0 0,0 0,0 48,24 24,-24-24,24 24,0-24,-24 0,24 0,-24 0,24-24,-24 24,24-24</inkml:trace>
        </inkml:traceGroup>
        <inkml:traceGroup>
          <inkml:annotationXML>
            <emma:emma xmlns:emma="http://www.w3.org/2003/04/emma" version="1.0">
              <emma:interpretation id="{4FF830F1-BE48-470E-923A-6BEBF2EB3D0B}" emma:medium="tactile" emma:mode="ink">
                <msink:context xmlns:msink="http://schemas.microsoft.com/ink/2010/main" type="inkWord" rotatedBoundingBox="27126,2203 30218,2038 30256,2752 27164,2918"/>
              </emma:interpretation>
              <emma:one-of disjunction-type="recognition" id="oneOf2">
                <emma:interpretation id="interp10" emma:lang="id-ID" emma:confidence="0.5">
                  <emma:literal>bata</emma:literal>
                </emma:interpretation>
                <emma:interpretation id="interp11" emma:lang="id-ID" emma:confidence="0">
                  <emma:literal>+54</emma:literal>
                </emma:interpretation>
                <emma:interpretation id="interp12" emma:lang="id-ID" emma:confidence="0">
                  <emma:literal>Bata</emma:literal>
                </emma:interpretation>
                <emma:interpretation id="interp13" emma:lang="id-ID" emma:confidence="0">
                  <emma:literal>Bara</emma:literal>
                </emma:interpretation>
                <emma:interpretation id="interp14" emma:lang="id-ID" emma:confidence="0">
                  <emma:literal>Baya</emma:literal>
                </emma:interpretation>
              </emma:one-of>
            </emma:emma>
          </inkml:annotationXML>
          <inkml:trace contextRef="#ctx0" brushRef="#br0" timeOffset="18564.3219">11574-48,'0'-24,"-24"0,-72 287,120-263,0 0,0 0,0 0,0-24,0 1,0-1,0 0,0 24,-24-24,24 0,-24 0,0 0,0 48,0 0,0 24,24-24,-24 23,24-23,0 24,-24-24,24 0,-24 0,24-24,0 0</inkml:trace>
          <inkml:trace contextRef="#ctx0" brushRef="#br0" timeOffset="24130.6794">11550-24,'24'0,"0"0,0 0,0 0,0 0,0 0,0-24,0 24,0 0,0 0,0 0,0 24,0 0</inkml:trace>
          <inkml:trace contextRef="#ctx0" brushRef="#br0" timeOffset="16906.2058">10352 72,'0'-24,"24"24,0 0,0 0,0 0,24 0,-24 0,24 0,-24 0,0 0,0 0,0 0,0 0</inkml:trace>
          <inkml:trace contextRef="#ctx0" brushRef="#br0" timeOffset="17267.1884">10568-144,'0'168,"24"-120,-24 0,24-1,-24-23,0 0,0 0,0 0,24-24</inkml:trace>
          <inkml:trace contextRef="#ctx0" brushRef="#br0" timeOffset="13936.4887">8819-120,'47'120,"-23"-72,-24 0,0-1,0-23,0 0,24 0,-24 0,24-72,0 24,0 0,0 24,0 0,0 0,0 0,0 0,0 24,0 0,0-24,-24 24,0 0,0 0,0 0,0 0,0 0,0 0,-24 0,0-24,0 0,0 0,0 0,0 0,48-24</inkml:trace>
          <inkml:trace contextRef="#ctx0" brushRef="#br0" timeOffset="14805.7344">8771-264,'-24'0,"48"0,24 0,-1 0,1 0,0 24,-24-24,24 0,-48 24,24-24</inkml:trace>
          <inkml:trace contextRef="#ctx0" brushRef="#br0" timeOffset="15391.7215">9801 0,'24'-24,"-24"0,-24 24,0 0,0 0,0 0,0 24,0 0,0 0,0 0,24 24,-24-24,24-1,0 1,0 0,0 0,24-24,0 24,0-24,24 24,-24-24,24 0,-24 0,0 0,0 0,0-24,0 24</inkml:trace>
          <inkml:trace contextRef="#ctx0" brushRef="#br0" timeOffset="15824.7418">9465-264,'120'0,"-72"0,0 0,0 0,0 0,0 0,-24 0,24 0,-24 0,0 24</inkml:trace>
        </inkml:traceGroup>
        <inkml:traceGroup>
          <inkml:annotationXML>
            <emma:emma xmlns:emma="http://www.w3.org/2003/04/emma" version="1.0">
              <emma:interpretation id="{52D6E1C0-BB47-4028-B37B-9E016607C6FC}" emma:medium="tactile" emma:mode="ink">
                <msink:context xmlns:msink="http://schemas.microsoft.com/ink/2010/main" type="inkWord" rotatedBoundingBox="30592,2092 32584,1985 32630,2842 30638,2948"/>
              </emma:interpretation>
              <emma:one-of disjunction-type="recognition" id="oneOf3">
                <emma:interpretation id="interp15" emma:lang="id-ID" emma:confidence="0.5">
                  <emma:literal>(aib)</emma:literal>
                </emma:interpretation>
                <emma:interpretation id="interp16" emma:lang="id-ID" emma:confidence="0">
                  <emma:literal>katib)</emma:literal>
                </emma:interpretation>
                <emma:interpretation id="interp17" emma:lang="id-ID" emma:confidence="0">
                  <emma:literal>Fatib)</emma:literal>
                </emma:interpretation>
                <emma:interpretation id="interp18" emma:lang="id-ID" emma:confidence="0">
                  <emma:literal>Katib)</emma:literal>
                </emma:interpretation>
                <emma:interpretation id="interp19" emma:lang="id-ID" emma:confidence="0">
                  <emma:literal>(Sub)</emma:literal>
                </emma:interpretation>
              </emma:one-of>
            </emma:emma>
          </inkml:annotationXML>
          <inkml:trace contextRef="#ctx0" brushRef="#br0" timeOffset="19672.4655">12413-384,'-48'0,"24"24,0 0,24 0,-24 24,0 0,24-24,-24 24,24 0,0 0,0 0,0-24,0 48,0-48,0 23,0 1,24-24,-24 24,24-24,0 0,0 0,0 0,0-24,0 24,0-24,0 0,0 0,0 0,0-24</inkml:trace>
          <inkml:trace contextRef="#ctx0" brushRef="#br0" timeOffset="20384.8207">12940-144,'-72'0,"48"0,0 24,24 0,-24 0,24 0,-24 0,24 0,0 0,0 0,0 0,0 0,0 0,24-1,0-23,0 0,24 0,-24 0,0 0,24 0,-24 0,-24-23,24 23</inkml:trace>
          <inkml:trace contextRef="#ctx0" brushRef="#br0" timeOffset="20859.6416">13204-72,'95'0,"-71"0,0 0,0 0,0 0,0 0,0 0</inkml:trace>
          <inkml:trace contextRef="#ctx0" brushRef="#br0" timeOffset="21224.6911">13347-240,'-24'144,"24"-96,24-24,-24 24,0 0,0-24,0 0,24-1,-24 1</inkml:trace>
          <inkml:trace contextRef="#ctx0" brushRef="#br0" timeOffset="22224.1344">13611-264,'0'24,"0"0,0 24,0 0,0 0,0 0,0 0,0-24,0 0,0 0,0 0,0-48,24 0,0 0,-24 0,24 24,-24-24,24 24,-24-24,24 24,0 0,0 0,0 0,0 24,0 0,-24 0,24 0,-24 0,0 0,0-1,0 1,-24-24,0 24,0-24,-24 0,0 0,24 0,0 0,0 0,24-24</inkml:trace>
          <inkml:trace contextRef="#ctx0" brushRef="#br0" timeOffset="22914.0088">13946-432,'72'0,"-48"24,0 0,0 0,0 0,-24 24,24-24,0 24,-24 0,24 0,0 0,-24-24,0 24,24 0,-24 0,0-24,0 23,0-23,0 24,-24-24,0 0,0 0,24 0,-24 0,0-24,0 24,0-24,0 0</inkml:trace>
        </inkml:traceGroup>
      </inkml:traceGroup>
    </inkml:traceGroup>
  </inkml:traceGroup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43:24.558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4310B9A3-B3AD-41CE-BDA7-5A017F158A8C}" emma:medium="tactile" emma:mode="ink">
          <msink:context xmlns:msink="http://schemas.microsoft.com/ink/2010/main" type="inkDrawing" rotatedBoundingBox="12003,375 14638,274 14640,324 12005,425" shapeName="Other"/>
        </emma:interpretation>
      </emma:emma>
    </inkml:annotationXML>
    <inkml:trace contextRef="#ctx0" brushRef="#br0">0 94,'-24'0,"48"0,0 0,0 0,24 0,-24 0,48 0,-48 0,48 0,-24 0,0 0,0 0,0 0,0 0,-1 0,1 0,24 0,-24 0,0 0,0 0,-24 0,24 0,-24 0,0 0,24 0,-24 0,24 0,-24-24,0 24,24 0,47 0,-47 0,-24 0,24 0,-24 0,0 0,0 0,0 0,0 0,0-24,0 24,0 0,0 0,0 0,0-24,0 24,0 0,0 0,0 0,0 0,0 0,0 0,-1 0,1 0,0 0,0 0,0 0,0 0,0 0,24 0,-24 0,0 0,0 0,24 0,-24 0,0 0,24 0,0 0,-24 0,0 0,0 0,0 0,0 0,0 0,0 0,-1 0,1 0,24 0,-24 0,0 0</inkml:trace>
  </inkml:traceGroup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44:42.792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D64A955A-A86E-4D4A-9FEF-478A5DC68B3C}" emma:medium="tactile" emma:mode="ink">
          <msink:context xmlns:msink="http://schemas.microsoft.com/ink/2010/main" type="inkDrawing" rotatedBoundingBox="2232,2487 4368,2369 4412,3171 2276,3289" semanticType="callout" shapeName="Other">
            <msink:sourceLink direction="with" ref="{09BDE433-F8F0-46A7-B5F7-52A58E8FD593}"/>
          </msink:context>
        </emma:interpretation>
      </emma:emma>
    </inkml:annotationXML>
    <inkml:trace contextRef="#ctx0" brushRef="#br0">0 191,'24'-24,"0"24,0 0,0 0,0 0,0 0,-1 0,1-24,0 24,24 0,-24 0,24 0,-24-23,24 23,0 0,-24 0,0 0,24 0,-24 0,0 0,0 0,0 0,0 0,0 0,0 0,0 0,24 0,-25 0,1 0,0 0,0 0,0 0,0 0,0 0,0 0,144 0,-120 0,-24 0,24 0,0 0,-24 0,0 0,0 0,0 0,-1-24,1 24,0 0,24-24,-24 24,0 0,0 0,0 0,0 0,0 0,0 0,0 0,24 0,-24 0,0 0,0 0,0 0,0 0,0 0,0-24,0 24,0 0,0 0,0 0,0-24,-1 24,1-24,0 24,-72 0</inkml:trace>
    <inkml:trace contextRef="#ctx0" brushRef="#br0" timeOffset="-2146.6275">743-527,'0'-48,"0"72,0 0,24 0,-24 23,0-23,47 96,-47-72,0-24,0 0,0 0,24-24,-24 24,0 0,0 24,0-24,0 0,0 0,0 24,0-24,0 0,24-24,-24 24,0-48</inkml:trace>
    <inkml:trace contextRef="#ctx0" brushRef="#br0" timeOffset="-1290.8522">1174-647,'0'-24,"24"24,-24 24,0 0,0 0,24 24,-24-24,24 0,-24 23,0-23,24 0,-24 24,0-24,24 0,-24 0,0 0,24 0,-24 0,0 0,0 0,0 0,24 0,-24 0,0 0,24 0,-24 0</inkml:trace>
  </inkml:traceGroup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44:56.635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C4AF176A-1063-4784-8A13-82D15DA7128E}" emma:medium="tactile" emma:mode="ink">
          <msink:context xmlns:msink="http://schemas.microsoft.com/ink/2010/main" type="writingRegion" rotatedBoundingBox="6840,2148 6790,4296 5501,4266 5551,2118"/>
        </emma:interpretation>
      </emma:emma>
    </inkml:annotationXML>
    <inkml:traceGroup>
      <inkml:annotationXML>
        <emma:emma xmlns:emma="http://www.w3.org/2003/04/emma" version="1.0">
          <emma:interpretation id="{B3E513A8-5F4F-42E6-B182-5BBD62114F04}" emma:medium="tactile" emma:mode="ink">
            <msink:context xmlns:msink="http://schemas.microsoft.com/ink/2010/main" type="paragraph" rotatedBoundingBox="6840,2148 6790,4296 5501,4266 5551,211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6EE62E85-E3DA-4266-B0EA-70EC610EA5D9}" emma:medium="tactile" emma:mode="ink">
              <msink:context xmlns:msink="http://schemas.microsoft.com/ink/2010/main" type="line" rotatedBoundingBox="6840,2148 6790,4296 5501,4266 5551,2118"/>
            </emma:interpretation>
          </emma:emma>
        </inkml:annotationXML>
        <inkml:traceGroup>
          <inkml:annotationXML>
            <emma:emma xmlns:emma="http://www.w3.org/2003/04/emma" version="1.0">
              <emma:interpretation id="{1B96DA8E-3495-4B49-B84F-E5E8FAF5C9E1}" emma:medium="tactile" emma:mode="ink">
                <msink:context xmlns:msink="http://schemas.microsoft.com/ink/2010/main" type="inkWord" rotatedBoundingBox="6840,2148 6790,4296 5501,4266 5551,2118">
                  <msink:destinationLink direction="with" ref="{76CEFE30-5C6E-4E74-8FCD-2B32BBE3D515}"/>
                </msink:context>
              </emma:interpretation>
              <emma:one-of disjunction-type="recognition" id="oneOf0">
                <emma:interpretation id="interp0" emma:lang="id-ID" emma:confidence="0.5">
                  <emma:literal>¥</emma:literal>
                </emma:interpretation>
                <emma:interpretation id="interp1" emma:lang="id-ID" emma:confidence="0">
                  <emma:literal>H</emma:literal>
                </emma:interpretation>
                <emma:interpretation id="interp2" emma:lang="id-ID" emma:confidence="0">
                  <emma:literal>#</emma:literal>
                </emma:interpretation>
                <emma:interpretation id="interp3" emma:lang="id-ID" emma:confidence="0">
                  <emma:literal>E</emma:literal>
                </emma:interpretation>
                <emma:interpretation id="interp4" emma:lang="id-ID" emma:confidence="0.5">
                  <emma:literal>V =</emma:literal>
                </emma:interpretation>
              </emma:one-of>
            </emma:emma>
          </inkml:annotationXML>
          <inkml:trace contextRef="#ctx0" brushRef="#br0">5248 1270,'0'48,"0"-24,0 24,0 0,24 0,0 0,0 24,-24-48,24 24,-24 0,23-25,-23 1,0 0</inkml:trace>
          <inkml:trace contextRef="#ctx0" brushRef="#br0" timeOffset="-502.1522">4960 1366,'0'24,"0"0,0 0,24 24,-24-24,0 24,24 0,-24 0,24 0,-24-24,0-1,24 1,-24 0,0 0,0 0,24-24,-24 24,0 0,0 0,24-24</inkml:trace>
          <inkml:trace contextRef="#ctx0" brushRef="#br0" timeOffset="2236.7705">4744 1797,'0'24,"0"0,0 0,0 0,0 0,0 24,0-24,0 0,0 0,24 0,-24 0,24 0,0 0,0 0,0-24,0 24,0 0,0-24,-24 24,24-24,0 24,0-24,0 24,0-24,0 24,0-24,0 0,0 24,0-24,0 0,0 0,0 0,0 0,0 0,0 0,0 0,-1 0,1 0,0 0,0 0,0 0,0 0,0 0,0 0,-24-24,24 24,0-24,0 0,0 24,-24-24,24 0,0 0,0 0,0 24,0-24,-24 0,24 0,-24 0,24 0,0 0,-24 0,24 0,-24 0,0 0,24 0,0 0,-24 0,24 0,-24 0,24 0,-24 0,0 1,-24 23,-24 23,24 1</inkml:trace>
          <inkml:trace contextRef="#ctx0" brushRef="#br0" timeOffset="7148.2649">5367 1749,'-23'0,"23"24,0 0,0 0,0 0,0 0,23 24,1 0,0-24,-24 24,24 0,0-24,0 24,-24-24,24 24,0-24,-24 0,24 0,-24 0,0 0</inkml:trace>
          <inkml:trace contextRef="#ctx0" brushRef="#br0" timeOffset="6428.4716">5104 1845,'-24'-24,"24"48,0 0,0 0,0 0,0 0,0 24,0-24,0 24,0 0,0-24,0 24,0-24,0 0,0 0,0 0,24-24,0-24,0-24</inkml:trace>
          <inkml:trace contextRef="#ctx0" brushRef="#br0" timeOffset="3377.9827">4721 1821,'-24'24,"24"0,-24 0,24 0,0 0,-24 0,24 24,0-24,0 0,0 0,0 0,0 24,0-24,0 0,0 0,0 0,0 0,0 0,0 0,0 0,0-1,0 1,24 0,-24 0,0 0,24 0,-24 0,0 0,24 0,-24 0,0 0,23 0,-23 0,0 0,24 0,-24 0,24 0,0 0,-24 0,24 0,0 0,0 0,-24 0,24 0,0 0,0 0,-24 0,24-1,0-23,0 24,48 24,-48-24,0 0,0-24,-24 24,24-24,0 24,0-24,-24 24,24-24,0 24,0-24,0 0,-24-24,0 0</inkml:trace>
          <inkml:trace contextRef="#ctx0" brushRef="#br0" timeOffset="1043.5906">4744 2061</inkml:trace>
          <inkml:trace contextRef="#ctx0" brushRef="#br0" timeOffset="5410.9564">5391 3283,'-24'0,"24"24,0 0,24-24,0 24,0-24,0 0,0 24,0-24,0 24,0-24,0 24</inkml:trace>
        </inkml:traceGroup>
      </inkml:traceGroup>
    </inkml:traceGroup>
  </inkml:traceGroup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44:44.961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1594CF0A-6432-4C56-B466-EA55AA760F1A}" emma:medium="tactile" emma:mode="ink">
          <msink:context xmlns:msink="http://schemas.microsoft.com/ink/2010/main" type="inkDrawing" rotatedBoundingBox="2146,3308 4434,3002 4630,4462 2341,4769" semanticType="callout" shapeName="Other">
            <msink:sourceLink direction="with" ref="{09BDE433-F8F0-46A7-B5F7-52A58E8FD593}"/>
            <msink:sourceLink direction="with" ref="{67DD1BFA-3915-4A2B-B61F-7AF5AA9E1202}"/>
          </msink:context>
        </emma:interpretation>
      </emma:emma>
    </inkml:annotationXML>
    <inkml:trace contextRef="#ctx0" brushRef="#br0">1534 2420,'-72'0,"72"24,-24 0,24 0,-24 0,24 0,-24 0,24 0,0 0,0 0,0 0,0 0,0 24,0-24,0 0,0 24,0-24,0 24,0-24,0 0,0 0,0 0,0-1,0 1,-24 0,24 0,0 0,0 0,0 0,0 0,0 0,0 0,24-24,-24 24,24 0,-24 0,0 0,24-24,-24 24,24 0,-24 0,24 0,-24 0,24-24,-24 24,24 0,-1 0,-23 0,24-24,24 72,-24-72,0 23,0 1,0-24,0 24,0-24,0 24,0-24,0 0,0 0,0 24,0-24,0 0,0 0,0 24,0-24,0 0,0 0,0 0,0 0,0 0,24 0,-25 0,1 0,0 0,0 0,0 0,0 0,0 0,0 0,0 0,0 0,0 0,24 0,-24 0,0 0,0-24,0 24,0 0,0 0,0-24,0 24,0 0,0 0,0-24,0 0,0 24,-1 0,1-24,0 24,0-23,0-1,0 0,0 24,0-24,0 0,0 0,0 24,-24-24,24 24,-24-24,24 24,0-24,-24 0,24 24,-24-24,24 0,0 24,-24-24,24 0,-24 0,24 0,-24 0,24 0,0 0,-24 0,24 0,0 0,-24 0,24 0,-24 0,0 0,24 24,-24-23,0-1,24 0,-24 0,24 0,-24 0,23 24,-23-24,0 0,0 0,24 0,-24 0,0 0,24 24,-24-24,0 0,0 0,24-24,-24 24,0 0,0 0,0 0,24 0,-24 0,0 0,0 0,0 0,0 0,0 1,0-1,0 0</inkml:trace>
  </inkml:traceGroup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45:11.726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7A130539-4D96-4397-823F-6DB32EC7B405}" emma:medium="tactile" emma:mode="ink">
          <msink:context xmlns:msink="http://schemas.microsoft.com/ink/2010/main" type="inkDrawing" rotatedBoundingBox="6099,4216 7684,4574 7359,6014 5773,5656" hotPoints="5996,4837 5894,4976 7522,4796 7400,5814 6858,5994 6054,5592" semanticType="enclosure" shapeName="Hexagon">
            <msink:destinationLink direction="to" ref="{E5E3306A-1FE9-44E4-9609-0D5E721DF594}"/>
          </msink:context>
        </emma:interpretation>
      </emma:emma>
    </inkml:annotationXML>
    <inkml:trace contextRef="#ctx0" brushRef="#br0">5056 4074,'0'-24,"24"24,0 0,0 0,0-24,0 24,0 0,72 0,-72 0,0 0,-1 0,25 0,0 0,-24 0,0 0,24 0,-24 0,0 0,24 0,0 0,0 0,0 0,0-24,0 24,0 0,-24 0,23 0,1 0,-24 0,0 0,24 0,-24 0,24-24,-24 24,0 0,24 0,-24-24,0 24,0 0,0 0,24 0,-24 0,0-24,0 24,0 0,0 0,0 0,-1 0,1 0,0 0,0 0,-24-24,24 24,-48 0,0 0</inkml:trace>
    <inkml:trace contextRef="#ctx0" brushRef="#br0" timeOffset="-1469.6796">5559 3451,'-24'0,"24"-24,-24 24,24 24,-24-24,24 24,0 0,0 0,0 0,0 0,0 0,0 0,0 47,0-47,0 24,0-24,0 0,0 24,0 24,0-24,0-24,0-48</inkml:trace>
    <inkml:trace contextRef="#ctx0" brushRef="#br0" timeOffset="1650.7701">5248 4002,'-48'24,"48"0,-24-24,24 24,0 0,-24 0,24 0,0 0,-24 0,24 0,0 0,0 23,0-23,0 0,0 0,0 0,0 0,0 0,0 0,0 0,0 0,24-24,-24 24,24 0,-24 0,0 0,0 0,24-24,-24 24,0 0,24 0,-24 0,24-24,0 24,-24 0,24-24,0 24,0 0,-1-24,-23 24,24-24,0 24,0 0,0-24,0 23,0-23,0 24,24-24,-24 0,24 24,-24-24,24 24,-24-24,0 0,48 24,95-24,-143 0,0 0,0 0,0 0,0 0,0 0,0 0,0 0,0 0,0-24,0 24,0-24,0 24,0-24,0 24,-24-24,24 24,0 0,-24-23,24 23,0-24,-24 0,24 24,-24-24,24 0,-24 0,24 0,-24 0,0 0,24 0,-24 0,24 0,-24 0,0 0,0 0,24 0,-24 0,0 0,0 0,0 0,0 0,0 0,0 0,0 0,0 0,0 0,0 1,0-1,0 0,0 0,0 0,0 0,0 0,0 0,-24 24</inkml:trace>
  </inkml:traceGroup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45:01.213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76CEFE30-5C6E-4E74-8FCD-2B32BBE3D515}" emma:medium="tactile" emma:mode="ink">
          <msink:context xmlns:msink="http://schemas.microsoft.com/ink/2010/main" type="inkDrawing" rotatedBoundingBox="6397,4313 6887,2577 7174,2658 6684,4394" semanticType="callout" shapeName="Other">
            <msink:sourceLink direction="with" ref="{1B96DA8E-3495-4B49-B84F-E5E8FAF5C9E1}"/>
          </msink:context>
        </emma:interpretation>
      </emma:emma>
    </inkml:annotationXML>
    <inkml:trace contextRef="#ctx0" brushRef="#br0">6062 1749,'-24'-23,"0"23,24 23,0 1,0 0,0 0,24 24,-24-24,24 0,-24 24,0-24,24 24,-24 0,0-24,0 24,0 0,0-24,0 0,0 24,0-24,0 0,-24 191,24-191,-24 0,24 24,0-24,-24 0,24 0,-23 24,23-24,-24 0,0 24,24-24,-24 0,24 24,-24-24,24-1,-24 25,0-24,24 24,-24-24,0 0,24 0,-24-24,24 24,-24 0,0 0,0-24,0 24,0 0,0-24,24 24,-24-24,0 24,24 0,-24-24,24 24,-24-24,24 24,-24-24,48-24</inkml:trace>
  </inkml:traceGroup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45:15.546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1EC70793-EABB-404C-BCF5-239E4431691B}" emma:medium="tactile" emma:mode="ink">
          <msink:context xmlns:msink="http://schemas.microsoft.com/ink/2010/main" type="writingRegion" rotatedBoundingBox="6978,4689 7811,2996 8226,3200 7393,4893"/>
        </emma:interpretation>
      </emma:emma>
    </inkml:annotationXML>
    <inkml:traceGroup>
      <inkml:annotationXML>
        <emma:emma xmlns:emma="http://www.w3.org/2003/04/emma" version="1.0">
          <emma:interpretation id="{10C4555B-0628-4F4B-ACDD-FF06B3644C41}" emma:medium="tactile" emma:mode="ink">
            <msink:context xmlns:msink="http://schemas.microsoft.com/ink/2010/main" type="paragraph" rotatedBoundingBox="6978,4689 7811,2996 8226,3200 7393,489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F511C973-078E-44F5-817F-52F72AB644ED}" emma:medium="tactile" emma:mode="ink">
              <msink:context xmlns:msink="http://schemas.microsoft.com/ink/2010/main" type="line" rotatedBoundingBox="6978,4689 7811,2996 8226,3200 7393,4893"/>
            </emma:interpretation>
          </emma:emma>
        </inkml:annotationXML>
        <inkml:traceGroup>
          <inkml:annotationXML>
            <emma:emma xmlns:emma="http://www.w3.org/2003/04/emma" version="1.0">
              <emma:interpretation id="{9BAA75C0-8DFF-470D-A773-091491CFCA09}" emma:medium="tactile" emma:mode="ink">
                <msink:context xmlns:msink="http://schemas.microsoft.com/ink/2010/main" type="inkWord" rotatedBoundingBox="6978,4689 7484,3660 7899,3864 7393,4893"/>
              </emma:interpretation>
              <emma:one-of disjunction-type="recognition" id="oneOf0">
                <emma:interpretation id="interp0" emma:lang="id-ID" emma:confidence="0.5">
                  <emma:literal>~</emma:literal>
                </emma:interpretation>
                <emma:interpretation id="interp1" emma:lang="id-ID" emma:confidence="0">
                  <emma:literal>m</emma:literal>
                </emma:interpretation>
                <emma:interpretation id="interp2" emma:lang="id-ID" emma:confidence="0">
                  <emma:literal>M</emma:literal>
                </emma:interpretation>
                <emma:interpretation id="interp3" emma:lang="id-ID" emma:confidence="0">
                  <emma:literal>s</emma:literal>
                </emma:interpretation>
                <emma:interpretation id="interp4" emma:lang="id-ID" emma:confidence="0">
                  <emma:literal>v</emma:literal>
                </emma:interpretation>
              </emma:one-of>
            </emma:emma>
          </inkml:annotationXML>
          <inkml:trace contextRef="#ctx0" brushRef="#br0">6374 3954,'-24'0,"24"-24,0 0,-24 24,24-24,0 0,-24 0,24 0,0 0,0 0,-24 0,24 0,0 0,0 0,0 0,0 1,-24-1,24 0,0 0,0 0,0 0,24 24,0 0,0-24,0 24,0 0,0 0,0 0,0 0,0 0,0 0,0 0,24 0,-24 0,0 0,-1 0,1 0,0 0,0 0,0 0,-24-24,24 24,0 0,-24-24,24 24,-24-24,0 0,0 0,0 0,0 0,0-24,0 24,0 0,0 0,0-24,0 24,0-24,0 24,0 0,0 1,0-1,0 0,0 0,0 0,-24 24</inkml:trace>
        </inkml:traceGroup>
        <inkml:traceGroup>
          <inkml:annotationXML>
            <emma:emma xmlns:emma="http://www.w3.org/2003/04/emma" version="1.0">
              <emma:interpretation id="{91C33A5A-F45C-42A9-B1B9-A7D3C70840DD}" emma:medium="tactile" emma:mode="ink">
                <msink:context xmlns:msink="http://schemas.microsoft.com/ink/2010/main" type="inkWord" rotatedBoundingBox="7740,3283 7867,3023 8175,3175 8047,3434"/>
              </emma:interpretation>
              <emma:one-of disjunction-type="recognition" id="oneOf1">
                <emma:interpretation id="interp5" emma:lang="id-ID" emma:confidence="0.5">
                  <emma:literal>a</emma:literal>
                </emma:interpretation>
                <emma:interpretation id="interp6" emma:lang="id-ID" emma:confidence="0">
                  <emma:literal>9</emma:literal>
                </emma:interpretation>
                <emma:interpretation id="interp7" emma:lang="id-ID" emma:confidence="0">
                  <emma:literal>q</emma:literal>
                </emma:interpretation>
                <emma:interpretation id="interp8" emma:lang="id-ID" emma:confidence="0">
                  <emma:literal>s</emma:literal>
                </emma:interpretation>
                <emma:interpretation id="interp9" emma:lang="id-ID" emma:confidence="0">
                  <emma:literal>A</emma:literal>
                </emma:interpretation>
              </emma:one-of>
            </emma:emma>
          </inkml:annotationXML>
          <inkml:trace contextRef="#ctx0" brushRef="#br0" timeOffset="1573.6562">7069 2205,'-48'0,"24"0,0 24,0 0,24 0,-24-24,24 24,0 0,-24 0,24-1,0 1,0 0,24 0,0 0,0-24,0 0,0 0,0-24,-24 0,24 0,0 0,-24 1,0-1,0 0,0 0,0 0,0 48,24 0,-24 0,24 0,-24-1,0 1,24 0,0 0,0-24,-24 24</inkml:trace>
        </inkml:traceGroup>
      </inkml:traceGroup>
    </inkml:traceGroup>
  </inkml:traceGroup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45:57.031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2285C0C6-82F1-438E-9A3D-F5061DC5225F}" emma:medium="tactile" emma:mode="ink">
          <msink:context xmlns:msink="http://schemas.microsoft.com/ink/2010/main" type="writingRegion" rotatedBoundingBox="13944,3926 14135,5826 12674,5973 12483,4073"/>
        </emma:interpretation>
      </emma:emma>
    </inkml:annotationXML>
    <inkml:traceGroup>
      <inkml:annotationXML>
        <emma:emma xmlns:emma="http://www.w3.org/2003/04/emma" version="1.0">
          <emma:interpretation id="{6CB247F8-AFD4-4248-B13B-6E8489E17AC5}" emma:medium="tactile" emma:mode="ink">
            <msink:context xmlns:msink="http://schemas.microsoft.com/ink/2010/main" type="paragraph" rotatedBoundingBox="13944,3926 14135,5826 12674,5973 12483,407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E5ECCFCE-2115-4808-8B38-98FD610F0AF5}" emma:medium="tactile" emma:mode="ink">
              <msink:context xmlns:msink="http://schemas.microsoft.com/ink/2010/main" type="line" rotatedBoundingBox="13944,3926 14135,5826 12674,5973 12483,4073"/>
            </emma:interpretation>
          </emma:emma>
        </inkml:annotationXML>
        <inkml:traceGroup>
          <inkml:annotationXML>
            <emma:emma xmlns:emma="http://www.w3.org/2003/04/emma" version="1.0">
              <emma:interpretation id="{FB0EAE72-44BC-45BF-A867-6DA584B8301F}" emma:medium="tactile" emma:mode="ink">
                <msink:context xmlns:msink="http://schemas.microsoft.com/ink/2010/main" type="inkWord" rotatedBoundingBox="13944,3926 14135,5826 12674,5973 12483,4073">
                  <msink:destinationLink direction="with" ref="{70A59A07-F6FB-41B5-9BD7-F1E263DC485E}"/>
                  <msink:destinationLink direction="with" ref="{63291C11-7AF5-4F89-9BAC-07C797EB0E8C}"/>
                  <msink:destinationLink direction="with" ref="{E8C45343-4A1E-4444-AA7E-5310BB747F26}"/>
                </msink:context>
              </emma:interpretation>
              <emma:one-of disjunction-type="recognition" id="oneOf0">
                <emma:interpretation id="interp0" emma:lang="id-ID" emma:confidence="0.5">
                  <emma:literal>fel</emma:literal>
                </emma:interpretation>
                <emma:interpretation id="interp1" emma:lang="id-ID" emma:confidence="0">
                  <emma:literal>fe</emma:literal>
                </emma:interpretation>
                <emma:interpretation id="interp2" emma:lang="id-ID" emma:confidence="0.5">
                  <emma:literal>% Z</emma:literal>
                </emma:interpretation>
                <emma:interpretation id="interp3" emma:lang="id-ID" emma:confidence="0">
                  <emma:literal>c Z</emma:literal>
                </emma:interpretation>
                <emma:interpretation id="interp4" emma:lang="id-ID" emma:confidence="0">
                  <emma:literal>Ife</emma:literal>
                </emma:interpretation>
              </emma:one-of>
            </emma:emma>
          </inkml:annotationXML>
          <inkml:trace contextRef="#ctx0" brushRef="#br0">575 0,'48'0,"-48"24,24 24,-24-24,24 24,-24 0,0-1,0 1,0 0,0-24,0 24,0 0,0 0,0 0,-24-24,-95 287,95-263,0-24,0 24,0-24,0 0,0 0,0 0,0 0,0 0,0 0,0 0,0 0,-24 0,24 0,0-24,-24 24,24 0,0-24,0 24,0-24</inkml:trace>
          <inkml:trace contextRef="#ctx0" brushRef="#br0" timeOffset="854.3527">-24 1414,'-48'-24,"48"48,0 0,0 0,0 0,24-1,0 25,0-24,0 0,0 0,0-24,0 0,0 0,0 0,0-24,-24-24,0 24,24 0,-24-23,0 23,0 0,0 0,0 0,0 0,-24 24,0 0,-24 0,24 0,-24 24,24 0,24 0,-24 0,24 0,0 0</inkml:trace>
          <inkml:trace contextRef="#ctx0" brushRef="#br0" timeOffset="-1866.9796">-719 24,'-23'0,"23"24,23-24,1 24,0 0,0 0,0 0,0 0,0-24,0 24,0 0,24-24,-24 23,24-23,-24 24,24-24,0 24,-24-24,24 0,-24 0,24 0,-24 0,23 0,-23 0,24 0,0 0,-24 0,24 0,-24-24,24 24,-24 0,0-24,24 24,-24-23,0 23,0-24,0 0,0 24,-24-24,24 24,0-24,0 24,-24-24,24 24,0-24,-1 0,-23 0,24 0,0 24</inkml:trace>
          <inkml:trace contextRef="#ctx0" brushRef="#br0" timeOffset="-3021.1218">-575-216,'-24'0,"24"24,0 0,24 0,-24 0,24 0,0 0,0-24,0 24,0 0,0 0,0-24,24 24,-24 0,0-24,24 24,-24-24,24 0,-24 0,24 24,-24-24,23 0,-23 0,0 0,24 0,-24 0,0 0,0 0,0-24,0 24,-24-24,24 24,0-24,0 0,0 0,0 24,-24-24,24 0,0 0,0 24,0-24,-24 0,24 24,0-24,0 0,-48 48</inkml:trace>
          <inkml:trace contextRef="#ctx0" brushRef="#br0" timeOffset="-870.522">-719 120,'-23'0,"-1"119,24-95,0 0,0 24,0-24,0 0,0 24,0-24,0 24,0-24,24 24,-24 0,23 0,1-24,-24 24,120 191,-96-215,0 24,0-24,0 0,0 0,0 0,0 0,0 0,24 0,-24-24,24 24,0-24,-24 24,24-24,0 24,-1-24,-23 0,24 24,-24-24,0 0,0 0,0 0,-24-24,0 0</inkml:trace>
        </inkml:traceGroup>
      </inkml:traceGroup>
    </inkml:traceGroup>
  </inkml:traceGroup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46:02.815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5373649B-12CB-44CE-B77A-8363FD40CEEF}" emma:medium="tactile" emma:mode="ink">
          <msink:context xmlns:msink="http://schemas.microsoft.com/ink/2010/main" type="writingRegion" rotatedBoundingBox="12466,2305 13781,2140 13851,2691 12535,2856"/>
        </emma:interpretation>
      </emma:emma>
    </inkml:annotationXML>
    <inkml:traceGroup>
      <inkml:annotationXML>
        <emma:emma xmlns:emma="http://www.w3.org/2003/04/emma" version="1.0">
          <emma:interpretation id="{17EB1E21-5594-4643-AE9D-118A0B2C0260}" emma:medium="tactile" emma:mode="ink">
            <msink:context xmlns:msink="http://schemas.microsoft.com/ink/2010/main" type="paragraph" rotatedBoundingBox="12466,2305 13781,2140 13851,2691 12535,285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07677096-BF11-4043-BA46-B1E54B7854CF}" emma:medium="tactile" emma:mode="ink">
              <msink:context xmlns:msink="http://schemas.microsoft.com/ink/2010/main" type="line" rotatedBoundingBox="12466,2305 13781,2140 13851,2691 12535,2856"/>
            </emma:interpretation>
          </emma:emma>
        </inkml:annotationXML>
        <inkml:traceGroup>
          <inkml:annotationXML>
            <emma:emma xmlns:emma="http://www.w3.org/2003/04/emma" version="1.0">
              <emma:interpretation id="{51919C6E-5B09-4C5B-9A92-FE7EA272AA75}" emma:medium="tactile" emma:mode="ink">
                <msink:context xmlns:msink="http://schemas.microsoft.com/ink/2010/main" type="inkWord" rotatedBoundingBox="12466,2305 12749,2269 12814,2788 12531,2823"/>
              </emma:interpretation>
              <emma:one-of disjunction-type="recognition" id="oneOf0">
                <emma:interpretation id="interp0" emma:lang="id-ID" emma:confidence="0.5">
                  <emma:literal>b</emma:literal>
                </emma:interpretation>
                <emma:interpretation id="interp1" emma:lang="id-ID" emma:confidence="0">
                  <emma:literal>Is</emma:literal>
                </emma:interpretation>
                <emma:interpretation id="interp2" emma:lang="id-ID" emma:confidence="0">
                  <emma:literal>Lo</emma:literal>
                </emma:interpretation>
                <emma:interpretation id="interp3" emma:lang="id-ID" emma:confidence="0">
                  <emma:literal>Hs</emma:literal>
                </emma:interpretation>
                <emma:interpretation id="interp4" emma:lang="id-ID" emma:confidence="0">
                  <emma:literal>Ts</emma:literal>
                </emma:interpretation>
              </emma:one-of>
            </emma:emma>
          </inkml:annotationXML>
          <inkml:trace contextRef="#ctx0" brushRef="#br0">0 0,'0'24,"0"0,0 0,0 24,0 0,0 24,0-24,0-1,24 1,-24 0,0-24,0 0,24-48,-24 0,0 0,24 0,-24 0,23 0,1 24,-24-24,48 24,-24 0,0 0,0 0,0 0,0 24,-24 0,0 0,0 0,-24 0,24 0,-24-24,24 24,-24-24,0 24,0-24,0 0,0 0,24-24,-24 0,24 0</inkml:trace>
        </inkml:traceGroup>
        <inkml:traceGroup>
          <inkml:annotationXML>
            <emma:emma xmlns:emma="http://www.w3.org/2003/04/emma" version="1.0">
              <emma:interpretation id="{DB83A3BC-171B-45FE-A72F-23B046F2D968}" emma:medium="tactile" emma:mode="ink">
                <msink:context xmlns:msink="http://schemas.microsoft.com/ink/2010/main" type="inkWord" rotatedBoundingBox="13497,2314 13798,2276 13851,2691 13549,2729"/>
              </emma:interpretation>
              <emma:one-of disjunction-type="recognition" id="oneOf1">
                <emma:interpretation id="interp5" emma:lang="id-ID" emma:confidence="0.5">
                  <emma:literal>C</emma:literal>
                </emma:interpretation>
                <emma:interpretation id="interp6" emma:lang="id-ID" emma:confidence="0">
                  <emma:literal>c</emma:literal>
                </emma:interpretation>
                <emma:interpretation id="interp7" emma:lang="id-ID" emma:confidence="0">
                  <emma:literal>[</emma:literal>
                </emma:interpretation>
                <emma:interpretation id="interp8" emma:lang="id-ID" emma:confidence="0">
                  <emma:literal>•</emma:literal>
                </emma:interpretation>
                <emma:interpretation id="interp9" emma:lang="id-ID" emma:confidence="0">
                  <emma:literal>(</emma:literal>
                </emma:interpretation>
              </emma:one-of>
            </emma:emma>
          </inkml:annotationXML>
          <inkml:trace contextRef="#ctx0" brushRef="#br0" timeOffset="952.1266">1246 48,'0'-48,"-24"48,0 0,0 0,0 0,0 0,0 0,0 24,24 0,-24 0,24 0,-24 0,24 0,0 0,0 0,0 24,0-24,0 0,0-1,0 1,24 0,0 0,0 0,0-24,0 0,0 0,0 0,0 0,24-24,-24 24,0 0,0 0</inkml:trace>
        </inkml:traceGroup>
      </inkml:traceGroup>
    </inkml:traceGroup>
  </inkml:traceGroup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46:23.536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96A52A91-2E52-44CE-BAD0-B7536617C6B6}" emma:medium="tactile" emma:mode="ink">
          <msink:context xmlns:msink="http://schemas.microsoft.com/ink/2010/main" type="writingRegion" rotatedBoundingBox="21563,2216 19480,6999 16991,5915 19074,1131"/>
        </emma:interpretation>
      </emma:emma>
    </inkml:annotationXML>
    <inkml:traceGroup>
      <inkml:annotationXML>
        <emma:emma xmlns:emma="http://www.w3.org/2003/04/emma" version="1.0">
          <emma:interpretation id="{D2A619C9-9409-4A3C-A9E9-E132FEA595FA}" emma:medium="tactile" emma:mode="ink">
            <msink:context xmlns:msink="http://schemas.microsoft.com/ink/2010/main" type="paragraph" rotatedBoundingBox="21563,2216 19480,6999 17941,6328 20024,154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826DBA6B-C222-4833-A580-D0B3A7810EE7}" emma:medium="tactile" emma:mode="ink">
              <msink:context xmlns:msink="http://schemas.microsoft.com/ink/2010/main" type="inkBullet" rotatedBoundingBox="20806,1886 20618,2319 20082,2086 20271,1653"/>
            </emma:interpretation>
            <emma:one-of disjunction-type="recognition" id="oneOf0">
              <emma:interpretation id="interp0" emma:lang="id-ID" emma:confidence="0">
                <emma:literal>•</emma:literal>
              </emma:interpretation>
              <emma:interpretation id="interp1" emma:lang="id-ID" emma:confidence="0">
                <emma:literal>s</emma:literal>
              </emma:interpretation>
              <emma:interpretation id="interp2" emma:lang="id-ID" emma:confidence="0">
                <emma:literal>r</emma:literal>
              </emma:interpretation>
              <emma:interpretation id="interp3" emma:lang="id-ID" emma:confidence="0">
                <emma:literal>S</emma:literal>
              </emma:interpretation>
              <emma:interpretation id="interp4" emma:lang="id-ID" emma:confidence="0">
                <emma:literal>G</emma:literal>
              </emma:interpretation>
            </emma:one-of>
          </emma:emma>
        </inkml:annotationXML>
        <inkml:trace contextRef="#ctx0" brushRef="#br0">455-1799,'48'168,"-24"-96,-24-24,24-1,-24 1,0 0,0-24,24-24,0-48,0 24,-24 0,24 24,0-24,0 24,0 0,24 0,-24 0,0 24,0 0,0 0,-24 0,0 0,0 48,-24-48,0 0,0 0,0-24,0 0,0 0,0 0,0 0,0 0,24-24</inkml:trace>
      </inkml:traceGroup>
      <inkml:traceGroup>
        <inkml:annotationXML>
          <emma:emma xmlns:emma="http://www.w3.org/2003/04/emma" version="1.0">
            <emma:interpretation id="{13C155A7-B461-46C7-8F9F-BE3FD166BCFD}" emma:medium="tactile" emma:mode="ink">
              <msink:context xmlns:msink="http://schemas.microsoft.com/ink/2010/main" type="line" rotatedBoundingBox="21167,3127 19480,6999 17941,6328 19627,2456"/>
            </emma:interpretation>
          </emma:emma>
        </inkml:annotationXML>
        <inkml:traceGroup>
          <inkml:annotationXML>
            <emma:emma xmlns:emma="http://www.w3.org/2003/04/emma" version="1.0">
              <emma:interpretation id="{43D8A23A-A999-485F-92D0-DD0AED10D2F9}" emma:medium="tactile" emma:mode="ink">
                <msink:context xmlns:msink="http://schemas.microsoft.com/ink/2010/main" type="inkWord" rotatedBoundingBox="21167,3127 19480,6999 17941,6328 19627,2456">
                  <msink:destinationLink direction="with" ref="{C967DEBF-F79A-4C4F-98BD-C065D6EAC0BA}"/>
                </msink:context>
              </emma:interpretation>
              <emma:one-of disjunction-type="recognition" id="oneOf1">
                <emma:interpretation id="interp5" emma:lang="id-ID" emma:confidence="0.5">
                  <emma:literal>oreol,</emma:literal>
                </emma:interpretation>
                <emma:interpretation id="interp6" emma:lang="id-ID" emma:confidence="0">
                  <emma:literal>*oreol.</emma:literal>
                </emma:interpretation>
                <emma:interpretation id="interp7" emma:lang="id-ID" emma:confidence="0">
                  <emma:literal>*over,</emma:literal>
                </emma:interpretation>
                <emma:interpretation id="interp8" emma:lang="id-ID" emma:confidence="0">
                  <emma:literal>*oreol,</emma:literal>
                </emma:interpretation>
                <emma:interpretation id="interp9" emma:lang="id-ID" emma:confidence="0">
                  <emma:literal>*omel,</emma:literal>
                </emma:interpretation>
              </emma:one-of>
            </emma:emma>
          </inkml:annotationXML>
          <inkml:trace contextRef="#ctx0" brushRef="#br0" timeOffset="-7501.9881">-1390 2179,'-48'143,"48"-119,0 0,0 0,24 0,-24 0,0 0,24 0,-24 0,24 24,0-24,0 0,-24 0,24 0,0 0,0 0,24 0,-24 0,0-24,0 24,24-24,-24 24,24-24,-24 0,24 0,0 24,-1-24,-23 0,24 0,0 0,0 0,-24 24,24-24,-24 0,24 0,-24 0,0 0,0 0,0 0,0 0,-24-24,24 0,0 0,0 0,0 0,0 0,0 24,-24-24,24 24,-24-24,23 0,-23 0,24 0,-24 0,0-24,24 24,-24 0,0 0,48-191,-48 191,-72 48</inkml:trace>
          <inkml:trace contextRef="#ctx0" brushRef="#br0" timeOffset="-8597.7487">-1390 2179,'48'0,"0"24,0-24,24 0,0 0,0 0,0 0,23 0,-23 0,0 0,0-24,0 24,-24-24,0 24,-24 0,24 0,-24 0,0 0,0 0</inkml:trace>
          <inkml:trace contextRef="#ctx0" brushRef="#br0" timeOffset="-5887.07">-647 2131,'0'-96,"0"72,0 0,0 0,0 0,0 0,0 0,0 0,0 0,0 0,0 0,0 0,24 24,-24-24,24 24,0 0,0 0,0 0,0 0,24 0,-24 0,0 0,24 0,-24 0,215 0,-215 0,0 0,0 0,0 0,0 0,0 0,0 0,0 0,0 0,0 0,0 0,0 24,0-24,0 0,-24-24,24 24,-24-24,0 0,24 24,0-95,-24 71,0 0,0 0,0 0,0 0,0 0,0 0,0 48</inkml:trace>
          <inkml:trace contextRef="#ctx0" brushRef="#br0" timeOffset="-11011.5628">695 22,'72'-24,"-48"24,0 0,0 0,-24 24,24 0,0 24,-24 0,0 0,0 0,24 0,-24 0,0 0,0-1,0 1,0 0,0 0,0 0,0 0,-24-24,24 24,-24 0,0 0,0 0,0 0,0 0,0 0,0-1,0 1,-24 0,24 0,0 0,-24 0,24-24,0 24,24-24,-48 0,48-48</inkml:trace>
          <inkml:trace contextRef="#ctx0" brushRef="#br0" timeOffset="-11791.5575">0 46,'-48'0,"48"24,0 0,0 0,-24 0,24 24,0 359,24-359,-24 0,24 0,0 0,0 24,0-24,0 0,0 0,0-1,0 1,24-24,-24 24,0-24,0 0,0 0,0 0,0-24,0 24,0-24,-1 24,1-24,0 0,0 0,-24-24,24 24,0-24</inkml:trace>
          <inkml:trace contextRef="#ctx0" brushRef="#br0" timeOffset="-12550.1633">24 70,'-24'-72,"24"96,0 0,24 0,-24 0,24 0,0 0,-24 0,24 0,-24 0,0 0,24-24,-24 24,24 0,0 0,0 0,0-24,0 24,0-24,0 24,0-24,0 0,-24 24,24-24,0 0,-1 0,1 23,0-23,0 0,0 0,0 0,0 0,0-23,0-1,0 24,0 0,-24-24,24 24,0-24,-24 0,24 0,-24 0,24 24,-24-24,0 0,24 0,-24 0,0 0,0 0,0 0,0 0,0 0,-24 24,0 0</inkml:trace>
          <inkml:trace contextRef="#ctx0" brushRef="#br0" timeOffset="-1958.6343">575 310,'0'-24,"0"-24,0 24,0-24,0 0,0 0,0 0,-24-48,24-383,0 455,0 0,0 0,0 0,0 0</inkml:trace>
          <inkml:trace contextRef="#ctx0" brushRef="#br0" timeOffset="-2708.7814">96 382,'0'-120,"0"96,0-24,0 24,0-24,0 0,0 0,0-24,0 24,0 0,0-24,0 25,0-1,0-24,0 0,0 24,0 0,0 0,0 0,0 24,0 0,0 0,0 0,0 0,0 0</inkml:trace>
          <inkml:trace contextRef="#ctx0" brushRef="#br0" timeOffset="1179.5475">-695 2874,'0'-24,"0"48,0 0,0 0,0 23,0 1,0 0,0 24,24-24,-24 0,0 0,0-24,0 0,0 0,0 0,0 0</inkml:trace>
          <inkml:trace contextRef="#ctx0" brushRef="#br0" timeOffset="-4928.0941">-1126 2227,'0'-72,"0"48,0 0,0 0,-24 0,24 0,0 0,0-24,0 24,0-24,0 0,0 24,0-239,0 239,0 0,0 0,0 0,0 0,0 0,0-24,0 24,0 0,0 0,-24 24,24-24</inkml:trace>
        </inkml:traceGroup>
      </inkml:traceGroup>
    </inkml:traceGroup>
    <inkml:traceGroup>
      <inkml:annotationXML>
        <emma:emma xmlns:emma="http://www.w3.org/2003/04/emma" version="1.0">
          <emma:interpretation id="{EB683123-712B-4FCD-AA81-17BCA2A656BA}" emma:medium="tactile" emma:mode="ink">
            <msink:context xmlns:msink="http://schemas.microsoft.com/ink/2010/main" type="paragraph" rotatedBoundingBox="20125,2081 18327,4431 17733,3976 19531,162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7BE2C1DD-3185-4A93-9996-BA106FFC8F87}" emma:medium="tactile" emma:mode="ink">
              <msink:context xmlns:msink="http://schemas.microsoft.com/ink/2010/main" type="line" rotatedBoundingBox="20125,2081 18327,4431 17733,3976 19531,1627"/>
            </emma:interpretation>
          </emma:emma>
        </inkml:annotationXML>
        <inkml:traceGroup>
          <inkml:annotationXML>
            <emma:emma xmlns:emma="http://www.w3.org/2003/04/emma" version="1.0">
              <emma:interpretation id="{B07D9C44-7FE1-432D-A9B3-00F8B74934B4}" emma:medium="tactile" emma:mode="ink">
                <msink:context xmlns:msink="http://schemas.microsoft.com/ink/2010/main" type="inkWord" rotatedBoundingBox="19707,1737 20104,2131 19912,2323 19516,1929"/>
              </emma:interpretation>
              <emma:one-of disjunction-type="recognition" id="oneOf2">
                <emma:interpretation id="interp10" emma:lang="id-ID" emma:confidence="0.5">
                  <emma:literal>•</emma:literal>
                </emma:interpretation>
                <emma:interpretation id="interp11" emma:lang="id-ID" emma:confidence="0">
                  <emma:literal>d</emma:literal>
                </emma:interpretation>
                <emma:interpretation id="interp12" emma:lang="id-ID" emma:confidence="0">
                  <emma:literal>b</emma:literal>
                </emma:interpretation>
                <emma:interpretation id="interp13" emma:lang="id-ID" emma:confidence="0">
                  <emma:literal>a</emma:literal>
                </emma:interpretation>
                <emma:interpretation id="interp14" emma:lang="id-ID" emma:confidence="0">
                  <emma:literal>B</emma:literal>
                </emma:interpretation>
              </emma:one-of>
            </emma:emma>
          </inkml:annotationXML>
          <inkml:trace contextRef="#ctx0" brushRef="#br0" timeOffset="-767.025">0-1607,'-72'-48,"48"48,0 0,-24 24,24-24,24 24,-24 0,24 0,0 0,0 23,0-23,24 24,0-24,0 0,0 0,0-24,0 0,0 0,0 0,-24-24,24 0,-24-24,24 24,-24 0,0 1,0-1,0 0,0 0,0 48,0 24,0-25,24 25,0 0,0-24,0 24,-24-24,24 0,0-24,-24 24,24-24,0 0</inkml:trace>
        </inkml:traceGroup>
        <inkml:traceGroup>
          <inkml:annotationXML>
            <emma:emma xmlns:emma="http://www.w3.org/2003/04/emma" version="1.0">
              <emma:interpretation id="{060D4AD0-71DE-4E76-8A77-7D7B388D7796}" emma:medium="tactile" emma:mode="ink">
                <msink:context xmlns:msink="http://schemas.microsoft.com/ink/2010/main" type="inkWord" rotatedBoundingBox="18358,3577 18489,4320 18098,4389 17967,3646"/>
              </emma:interpretation>
              <emma:one-of disjunction-type="recognition" id="oneOf3">
                <emma:interpretation id="interp15" emma:lang="id-ID" emma:confidence="0.5">
                  <emma:literal>li.</emma:literal>
                </emma:interpretation>
                <emma:interpretation id="interp16" emma:lang="id-ID" emma:confidence="0">
                  <emma:literal>10.</emma:literal>
                </emma:interpretation>
                <emma:interpretation id="interp17" emma:lang="id-ID" emma:confidence="0">
                  <emma:literal>..</emma:literal>
                </emma:interpretation>
                <emma:interpretation id="interp18" emma:lang="id-ID" emma:confidence="0">
                  <emma:literal>u</emma:literal>
                </emma:interpretation>
                <emma:interpretation id="interp19" emma:lang="id-ID" emma:confidence="0">
                  <emma:literal>no.</emma:literal>
                </emma:interpretation>
              </emma:one-of>
            </emma:emma>
          </inkml:annotationXML>
          <inkml:trace contextRef="#ctx0" brushRef="#br0" timeOffset="-3517.5887">-1821 190,'-24'24,"48"-24,0 0,287 24,-263-24</inkml:trace>
          <inkml:trace contextRef="#ctx0" brushRef="#br0" timeOffset="-4077.5707">-1438 549,'-48'0,"25"0,-1 0,0 0,0 0,0 24,24 0,-24 0,0 0,24 0,-24-24,24 24,0 0,0 0,0 24,0-24,24 0,0 0,0 0,0 0,0-24,167-96</inkml:trace>
        </inkml:traceGroup>
      </inkml:traceGroup>
    </inkml:traceGroup>
  </inkml:traceGroup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43:26.060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CC958853-8253-4875-9CE0-F0B9C98A8C16}" emma:medium="tactile" emma:mode="ink">
          <msink:context xmlns:msink="http://schemas.microsoft.com/ink/2010/main" type="writingRegion" rotatedBoundingBox="17254,225 22749,313 22737,1032 17242,944"/>
        </emma:interpretation>
      </emma:emma>
    </inkml:annotationXML>
    <inkml:traceGroup>
      <inkml:annotationXML>
        <emma:emma xmlns:emma="http://www.w3.org/2003/04/emma" version="1.0">
          <emma:interpretation id="{1B2A5161-5630-4760-933B-2EFFFBDD2136}" emma:medium="tactile" emma:mode="ink">
            <msink:context xmlns:msink="http://schemas.microsoft.com/ink/2010/main" type="paragraph" rotatedBoundingBox="17254,225 22749,313 22737,1032 17242,94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F814FC2E-2827-4B8E-BAC8-0677B189E735}" emma:medium="tactile" emma:mode="ink">
              <msink:context xmlns:msink="http://schemas.microsoft.com/ink/2010/main" type="line" rotatedBoundingBox="17254,225 22749,313 22737,1032 17242,944"/>
            </emma:interpretation>
          </emma:emma>
        </inkml:annotationXML>
        <inkml:traceGroup>
          <inkml:annotationXML>
            <emma:emma xmlns:emma="http://www.w3.org/2003/04/emma" version="1.0">
              <emma:interpretation id="{BAC3AD3B-AC27-4561-852C-B0FDA2263A61}" emma:medium="tactile" emma:mode="ink">
                <msink:context xmlns:msink="http://schemas.microsoft.com/ink/2010/main" type="inkWord" rotatedBoundingBox="17252,330 18146,344 18138,889 17243,874"/>
              </emma:interpretation>
              <emma:one-of disjunction-type="recognition" id="oneOf0">
                <emma:interpretation id="interp0" emma:lang="id-ID" emma:confidence="0.5">
                  <emma:literal>ia</emma:literal>
                </emma:interpretation>
                <emma:interpretation id="interp1" emma:lang="id-ID" emma:confidence="0">
                  <emma:literal>DC</emma:literal>
                </emma:interpretation>
                <emma:interpretation id="interp2" emma:lang="id-ID" emma:confidence="0">
                  <emma:literal>Da</emma:literal>
                </emma:interpretation>
                <emma:interpretation id="interp3" emma:lang="id-ID" emma:confidence="0">
                  <emma:literal>DE</emma:literal>
                </emma:interpretation>
                <emma:interpretation id="interp4" emma:lang="id-ID" emma:confidence="0">
                  <emma:literal>Pa</emma:literal>
                </emma:interpretation>
              </emma:one-of>
            </emma:emma>
          </inkml:annotationXML>
          <inkml:trace contextRef="#ctx0" brushRef="#br0">16366-479,'0'-24,"0"48,0 24,24 0,-24 0,24-24,-24 24,0 0,24-24,-24-1,0 1,0 0,0 0,24-24</inkml:trace>
          <inkml:trace contextRef="#ctx0" brushRef="#br0" timeOffset="536.4041">16462-503,'120'-24,"-96"24,0 0,0 0,0 24,0 0,0-24,-24 24,24 24,-24-24,24 24,-24-24,0 24,23-24,-23 24,0-25,0 25,0-24,-23 0,-1 0,0 0,0-24,-24 0,24 0,0 0,0 0,0 0,48-24</inkml:trace>
          <inkml:trace contextRef="#ctx0" brushRef="#br0" timeOffset="1604.5312">17157-239,'-72'-24,"48"24,0 0,24 24,-24 0,24 0,-24-24,24 23,-24 1,24 0,0 0,0 0,0 0,0 0,24-24,0 24,0-24,0 24,0-24,0 0,0 0,24 0,-24-24,0 0,0 24</inkml:trace>
        </inkml:traceGroup>
        <inkml:traceGroup>
          <inkml:annotationXML>
            <emma:emma xmlns:emma="http://www.w3.org/2003/04/emma" version="1.0">
              <emma:interpretation id="{C21D71C4-6CF3-4FC4-98CC-6C4051D4E4FE}" emma:medium="tactile" emma:mode="ink">
                <msink:context xmlns:msink="http://schemas.microsoft.com/ink/2010/main" type="inkWord" rotatedBoundingBox="18953,405 19173,408 19168,671 18948,668"/>
              </emma:interpretation>
              <emma:one-of disjunction-type="recognition" id="oneOf1">
                <emma:interpretation id="interp5" emma:lang="id-ID" emma:confidence="0.5">
                  <emma:literal>=</emma:literal>
                </emma:interpretation>
                <emma:interpretation id="interp6" emma:lang="id-ID" emma:confidence="0">
                  <emma:literal>[</emma:literal>
                </emma:interpretation>
                <emma:interpretation id="interp7" emma:lang="id-ID" emma:confidence="0">
                  <emma:literal>:</emma:literal>
                </emma:interpretation>
                <emma:interpretation id="interp8" emma:lang="id-ID" emma:confidence="0">
                  <emma:literal>_</emma:literal>
                </emma:interpretation>
                <emma:interpretation id="interp9" emma:lang="id-ID" emma:confidence="0">
                  <emma:literal>i</emma:literal>
                </emma:interpretation>
              </emma:one-of>
            </emma:emma>
          </inkml:annotationXML>
          <inkml:trace contextRef="#ctx0" brushRef="#br0" timeOffset="2627.2519">18067-455,'24'0,"0"0,0 0,0 0,0 24,0-24,0 0,0 0,0 0</inkml:trace>
          <inkml:trace contextRef="#ctx0" brushRef="#br0" timeOffset="2866.4706">18091-239,'24'24,"0"-24,0 0,24 0,-24 24,0-24,0 0</inkml:trace>
        </inkml:traceGroup>
        <inkml:traceGroup>
          <inkml:annotationXML>
            <emma:emma xmlns:emma="http://www.w3.org/2003/04/emma" version="1.0">
              <emma:interpretation id="{885B8978-F963-45B7-A0FA-9763A615A33F}" emma:medium="tactile" emma:mode="ink">
                <msink:context xmlns:msink="http://schemas.microsoft.com/ink/2010/main" type="inkWord" rotatedBoundingBox="20706,281 22749,313 22737,1032 20694,999"/>
              </emma:interpretation>
              <emma:one-of disjunction-type="recognition" id="oneOf2">
                <emma:interpretation id="interp10" emma:lang="id-ID" emma:confidence="0.5">
                  <emma:literal>katib)</emma:literal>
                </emma:interpretation>
                <emma:interpretation id="interp11" emma:lang="id-ID" emma:confidence="0">
                  <emma:literal>kab)</emma:literal>
                </emma:interpretation>
                <emma:interpretation id="interp12" emma:lang="id-ID" emma:confidence="0">
                  <emma:literal>kasab)</emma:literal>
                </emma:interpretation>
                <emma:interpretation id="interp13" emma:lang="id-ID" emma:confidence="0">
                  <emma:literal>katoba)</emma:literal>
                </emma:interpretation>
                <emma:interpretation id="interp14" emma:lang="id-ID" emma:confidence="0">
                  <emma:literal>katib))</emma:literal>
                </emma:interpretation>
              </emma:one-of>
            </emma:emma>
          </inkml:annotationXML>
          <inkml:trace contextRef="#ctx0" brushRef="#br0" timeOffset="9076.2045">20032-551,'-95'24,"71"-24,0 24,24 0,-24 0,0 24,0-24,24 24,0 0,0 0,0 0,0-1,0-23,0 0,0 24,0-24,0 0,0 0,24 0,0 0,0 0,0 0,24-24,-25 0,1 0,24 0</inkml:trace>
          <inkml:trace contextRef="#ctx0" brushRef="#br0" timeOffset="9922.9687">20512-287,'-120'0,"96"0,0 0,0 0,24 24,-24-24,24 24,0 0,0 0,0-1,0 1,0 0,24 0,-24 0,24-24,0 24,0-24,0 0,24 0,24-72,-72 48,24 0,-24 1,0-1,0 0,0 0,0 48,0 0,0 0,0-1,24 1,-24 0,23 0,1 0,0 0,0-24,0 0</inkml:trace>
          <inkml:trace contextRef="#ctx0" brushRef="#br0" timeOffset="10394.7778">20847-239,'72'0,"-48"0,24 0,-24 0,0 0,0 24,0-24,0 0</inkml:trace>
          <inkml:trace contextRef="#ctx0" brushRef="#br0" timeOffset="10777.1027">21015-431,'0'263,"0"-239,0 0,0 0,0 0,0 0,24-24,0 0</inkml:trace>
          <inkml:trace contextRef="#ctx0" brushRef="#br0" timeOffset="11513.0136">21254-431,'0'120,"0"-96,0 0,24 24,-24-24,0-1,0 1,0 0,24-24,-24-24,24 0,-24 1,24 23,-24-24,24 24,0-24,0 24,0 0,0 24,0 0,-24-1,24 1,-24 0,0 0,0 0,0 0,0 0,-24-24,0 24,0-24,0 0,-24 0,24 0,0 0,24-24,24 0</inkml:trace>
          <inkml:trace contextRef="#ctx0" brushRef="#br0" timeOffset="12061.3102">21638-551,'24'0,"0"0,0 24,0 0,0 24,-24-24,24 24,0 0,0 0,-24 0,24 0,-24-1,0-23,0 24,0-24,0 24,0-24,-24 0,0 0,0-24,24 24,-24 0,0-24,24 24,-24-24,24 24</inkml:trace>
          <inkml:trace contextRef="#ctx0" brushRef="#br0" timeOffset="7230.6045">19457-263,'-24'-24,"0"24,0 0,0 0,0 0,1 24,-1-24,0 24,24 0,-24 0,0-1,24 1,0 0,0 0,0 0,24 0,0-24,24 24,-25 0,1-24,0 0,24 0,-24 0,0 0,0 0</inkml:trace>
          <inkml:trace contextRef="#ctx0" brushRef="#br0" timeOffset="7739.3145">19170-431,'-24'-24,"48"24,0 0,0 24,119 0,-119-24,0 0,0 0,0 0</inkml:trace>
        </inkml:traceGroup>
      </inkml:traceGroup>
    </inkml:traceGroup>
  </inkml:traceGroup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42:43.431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  <inkml:brush xml:id="br1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EDDC7352-73CC-4394-90D5-A3B5B57D7CE8}" emma:medium="tactile" emma:mode="ink">
          <msink:context xmlns:msink="http://schemas.microsoft.com/ink/2010/main" type="writingRegion" rotatedBoundingBox="879,307 14203,190 14219,2097 896,2214"/>
        </emma:interpretation>
      </emma:emma>
    </inkml:annotationXML>
    <inkml:traceGroup>
      <inkml:annotationXML>
        <emma:emma xmlns:emma="http://www.w3.org/2003/04/emma" version="1.0">
          <emma:interpretation id="{1C206C5C-2E9D-427C-8A0E-8A007F34A921}" emma:medium="tactile" emma:mode="ink">
            <msink:context xmlns:msink="http://schemas.microsoft.com/ink/2010/main" type="paragraph" rotatedBoundingBox="879,307 14203,190 14219,2097 896,221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9FBFB3E2-77BA-40EF-9394-0702DA7A0D95}" emma:medium="tactile" emma:mode="ink">
              <msink:context xmlns:msink="http://schemas.microsoft.com/ink/2010/main" type="line" rotatedBoundingBox="879,307 14203,190 14211,1127 888,1245"/>
            </emma:interpretation>
          </emma:emma>
        </inkml:annotationXML>
        <inkml:traceGroup>
          <inkml:annotationXML>
            <emma:emma xmlns:emma="http://www.w3.org/2003/04/emma" version="1.0">
              <emma:interpretation id="{31EE7838-2BB4-4A22-8EAB-C4A4124BE229}" emma:medium="tactile" emma:mode="ink">
                <msink:context xmlns:msink="http://schemas.microsoft.com/ink/2010/main" type="inkWord" rotatedBoundingBox="879,307 3540,284 3548,1198 887,1222"/>
              </emma:interpretation>
              <emma:one-of disjunction-type="recognition" id="oneOf0">
                <emma:interpretation id="interp0" emma:lang="id-ID" emma:confidence="0.5">
                  <emma:literal>Patas</emma:literal>
                </emma:interpretation>
                <emma:interpretation id="interp1" emma:lang="id-ID" emma:confidence="0">
                  <emma:literal>Paras</emma:literal>
                </emma:interpretation>
                <emma:interpretation id="interp2" emma:lang="id-ID" emma:confidence="0">
                  <emma:literal>patas</emma:literal>
                </emma:interpretation>
                <emma:interpretation id="interp3" emma:lang="id-ID" emma:confidence="0">
                  <emma:literal>Patas.</emma:literal>
                </emma:interpretation>
                <emma:interpretation id="interp4" emma:lang="id-ID" emma:confidence="0">
                  <emma:literal>Daras</emma:literal>
                </emma:interpretation>
              </emma:one-of>
            </emma:emma>
          </inkml:annotationXML>
          <inkml:trace contextRef="#ctx0" brushRef="#br0">0 48,'0'-48,"0"72,0 0,0 0,0 24,0-24,24 24,-24-24,0 24,0-24,0 0,0 0,24 0</inkml:trace>
          <inkml:trace contextRef="#ctx0" brushRef="#br0" timeOffset="539.6701">48-24,'0'-72,"24"48,0 24,0 0,0 0,0 0,0 0,0 24,-24 0,24 0,-24 0,0 0,0 24,0-24,0 0,-24 0,24 0,-24 0,0 0,24 0,-24 0,0 0,24 0,-24-24</inkml:trace>
          <inkml:trace contextRef="#ctx0" brushRef="#br0" timeOffset="1618.2541">575 72,'-48'-24,"24"24,0 0,0 0,0 0,0 24,0-24,24 24,-24 0,24 0,0 0,0 0,24 0,0-24,0 0,0 0,0 0,0 0,0-24,0 24,-24-24,0 0,24 24,-24-24,0 0,0 0,0 0,24 48,-24 0,24 0,-24 0,24 0,0-24</inkml:trace>
          <inkml:trace contextRef="#ctx0" brushRef="#br0" timeOffset="4155.2337">1126 0,'24'168,"0"-168,-24 24,24-24,0 0,0 0,0 0,0 0</inkml:trace>
          <inkml:trace contextRef="#ctx0" brushRef="#br0" timeOffset="3897.3901">1126 0,'24'0,"0"0,0 0,0 0,0 24,0-24,-24 24</inkml:trace>
          <inkml:trace contextRef="#ctx0" brushRef="#br0" timeOffset="6673.3496">2133-120,'-24'24,"0"-24,24 24,-24-24,24 24,-24 0,0 0,0 0,0 0,24 0,0 0,0 0,0 0,0 0,0 0,24-24,0 0,0 0,0 0,0 0,-24-24,24 0,0 0,-24 0,24 0,-24 0,0 0,24 24,-24-24,0 0,0 0,0 0,0 48,0 0,23 0,-23 24,24-48,-24 24,0 0,24 0,-24 0,0 0,24-24</inkml:trace>
          <inkml:trace contextRef="#ctx0" brushRef="#br0" timeOffset="7462.4258">2492-239,'0'119,"0"-95,0 24,0-24,0 0,0 0,0 0,0-48,24 0,0 24,0 0,0 0,0 0,0 0,0 0,-24 24,0 0,0 0,0 0,0 0,-24-24,24 24,-24-24,0 24,0-24,0 0,24-24,0 0</inkml:trace>
          <inkml:trace contextRef="#ctx0" brushRef="#br0" timeOffset="8918.167">1941-335,'-24'-24,"24"0,24 24,0 0,0 0,24-24,-24 24,0 0,0 0</inkml:trace>
          <inkml:trace contextRef="#ctx0" brushRef="#br0" timeOffset="9358.6463">2348-575,'24'24,"0"-24,0 0,0 0,0 0,0 0,0 0,0 0,0 0</inkml:trace>
        </inkml:traceGroup>
        <inkml:traceGroup>
          <inkml:annotationXML>
            <emma:emma xmlns:emma="http://www.w3.org/2003/04/emma" version="1.0">
              <emma:interpretation id="{5DCF1788-58EA-4093-8738-A6E723405118}" emma:medium="tactile" emma:mode="ink">
                <msink:context xmlns:msink="http://schemas.microsoft.com/ink/2010/main" type="inkWord" rotatedBoundingBox="3852,479 5531,465 5536,968 3857,983"/>
              </emma:interpretation>
              <emma:one-of disjunction-type="recognition" id="oneOf1">
                <emma:interpretation id="interp5" emma:lang="id-ID" emma:confidence="0.5">
                  <emma:literal>Cha</emma:literal>
                </emma:interpretation>
                <emma:interpretation id="interp6" emma:lang="id-ID" emma:confidence="0">
                  <emma:literal>Cia</emma:literal>
                </emma:interpretation>
                <emma:interpretation id="interp7" emma:lang="id-ID" emma:confidence="0">
                  <emma:literal>Ca</emma:literal>
                </emma:interpretation>
                <emma:interpretation id="interp8" emma:lang="id-ID" emma:confidence="0">
                  <emma:literal>Gra</emma:literal>
                </emma:interpretation>
                <emma:interpretation id="interp9" emma:lang="id-ID" emma:confidence="0">
                  <emma:literal>Cua</emma:literal>
                </emma:interpretation>
              </emma:one-of>
            </emma:emma>
          </inkml:annotationXML>
          <inkml:trace contextRef="#ctx0" brushRef="#br0" timeOffset="8094.3293">3163-96,'-24'-24,"0"24,0 0,0 0,0 24,0 0,24 0,-24-24,24 24,-24 0,24 0,0 0,0 0,24 0,0 0,0-24,0 0,0 0,0 0,0 0,0 0,24-24,-24 0</inkml:trace>
          <inkml:trace contextRef="#ctx0" brushRef="#br0" timeOffset="9877.5037">3067-383,'0'24,"24"-24,0 0,0 0,0 0,24 24,-24-24,0 0,0 0</inkml:trace>
          <inkml:trace contextRef="#ctx0" brushRef="#br0" timeOffset="19229.5596">3786-48,'24'0,"0"0,0 0,24 0,-24 0,0 0,24 0,-24 0,0 0</inkml:trace>
          <inkml:trace contextRef="#ctx0" brushRef="#br0" timeOffset="19684.4991">3858-191,'24'23,"-24"1,24 0,-24 0,24 0,-24 0,0 0,0 0,24 24,-24-24,0 0</inkml:trace>
          <inkml:trace contextRef="#ctx0" brushRef="#br0" timeOffset="20554.8021">4577-191,'-24'-24,"0"24,0 0,0 0,0 0,24 24,-24-24,24 23,0 1,-24 0,24 0,0 0,0 0,0 0,0 0,24-24,-24 24,24-24,0 0,0 0,0 0,-24-24,24 0,-24 0,0 0,24 0,-24 0,0 0,0 0,0 48,24-24,-24 24,24 0,-24 0,0 0,24-24</inkml:trace>
        </inkml:traceGroup>
        <inkml:traceGroup>
          <inkml:annotationXML>
            <emma:emma xmlns:emma="http://www.w3.org/2003/04/emma" version="1.0">
              <emma:interpretation id="{E03890E7-24F4-43FF-ADB3-E87805FB850B}" emma:medium="tactile" emma:mode="ink">
                <msink:context xmlns:msink="http://schemas.microsoft.com/ink/2010/main" type="inkWord" rotatedBoundingBox="5887,328 8095,308 8103,1181 5895,1200"/>
              </emma:interpretation>
              <emma:one-of disjunction-type="recognition" id="oneOf2">
                <emma:interpretation id="interp10" emma:lang="id-ID" emma:confidence="0.5">
                  <emma:literal>(311)</emma:literal>
                </emma:interpretation>
                <emma:interpretation id="interp11" emma:lang="id-ID" emma:confidence="0">
                  <emma:literal>(312)</emma:literal>
                </emma:interpretation>
                <emma:interpretation id="interp12" emma:lang="id-ID" emma:confidence="0">
                  <emma:literal>(313)</emma:literal>
                </emma:interpretation>
                <emma:interpretation id="interp13" emma:lang="id-ID" emma:confidence="0">
                  <emma:literal>(31-2)</emma:literal>
                </emma:interpretation>
                <emma:interpretation id="interp14" emma:lang="id-ID" emma:confidence="0">
                  <emma:literal>(31-3)</emma:literal>
                </emma:interpretation>
              </emma:one-of>
            </emma:emma>
          </inkml:annotationXML>
          <inkml:trace contextRef="#ctx0" brushRef="#br0" timeOffset="26393.9981">6949-551,'48'0,"-24"0,0 0,0 0,0 24,0 24,0-24,-24 24,24 0,0 0,-24 0,0 0,0-1,24-23,-24 24,0-24,0 24,0-24,0 0,0 0,-24 0,0 0,0 0,0 0,24 0</inkml:trace>
          <inkml:trace contextRef="#ctx0" brushRef="#br0" timeOffset="25116.3933">6230-215,'96'-120,"-96"144,0 0,24 24,-24-24,0 0,0-1,24 1,-24 0,0 0</inkml:trace>
          <inkml:trace contextRef="#ctx0" brushRef="#br0" timeOffset="24718.5523">6230-215,'24'0,"0"0,24 0,-24 0,0 0,0 0</inkml:trace>
          <inkml:trace contextRef="#ctx0" brushRef="#br0" timeOffset="25715.1698">6733-287,'0'-24,"-24"24,24 24,-24 0,24 0,0 0,0 0,0-1,0 1,0 0,0 0,0 0,24-24,0 0,0 0,0 0,0 0,0 0,0 0,0 0</inkml:trace>
          <inkml:trace contextRef="#ctx0" brushRef="#br0" timeOffset="22671.1048">5272-335,'-96'0,"72"0,0 24,0 0,24 0,-24 0,0 0,0 23,24-23,-24 24,24-24,0 24,0 0,0 0,0 0,0 0,24-24,0 24,0-24,0 0,24 0,-24-24,0 0,24 24,-24-24,24 0,-24 0</inkml:trace>
          <inkml:trace contextRef="#ctx0" brushRef="#br0" timeOffset="24028.3354">5679-311,'-24'0,"24"24,0 0,24 24,-24-24,0 23,24-23,-24 0,0 0,0-48,24 24,-24-24,24 24,0 0,0 0,0 0,24 0,-24 0,0 24,-24 0,0 0,0 0,-24-24,0 24,0-24,0 0,0 0,0 0,0 0,0 0,24-24</inkml:trace>
        </inkml:traceGroup>
        <inkml:traceGroup>
          <inkml:annotationXML>
            <emma:emma xmlns:emma="http://www.w3.org/2003/04/emma" version="1.0">
              <emma:interpretation id="{DFBA70E9-BBA0-4142-B47A-16392982F9A1}" emma:medium="tactile" emma:mode="ink">
                <msink:context xmlns:msink="http://schemas.microsoft.com/ink/2010/main" type="inkWord" rotatedBoundingBox="9799,408 11352,394 11357,927 9804,940"/>
              </emma:interpretation>
              <emma:one-of disjunction-type="recognition" id="oneOf3">
                <emma:interpretation id="interp15" emma:lang="id-ID" emma:confidence="0.5">
                  <emma:literal>1355</emma:literal>
                </emma:interpretation>
                <emma:interpretation id="interp16" emma:lang="id-ID" emma:confidence="0">
                  <emma:literal>1335</emma:literal>
                </emma:interpretation>
                <emma:interpretation id="interp17" emma:lang="id-ID" emma:confidence="0">
                  <emma:literal>1335.</emma:literal>
                </emma:interpretation>
                <emma:interpretation id="interp18" emma:lang="id-ID" emma:confidence="0">
                  <emma:literal>DPE</emma:literal>
                </emma:interpretation>
                <emma:interpretation id="interp19" emma:lang="id-ID" emma:confidence="0">
                  <emma:literal>133C.</emma:literal>
                </emma:interpretation>
              </emma:one-of>
            </emma:emma>
          </inkml:annotationXML>
          <inkml:trace contextRef="#ctx0" brushRef="#br0" timeOffset="30306.6143">8914-407,'0'24,"24"24,-24-24,0 24,0 0,0-1,0 1,0-24,0 24,0-24,0 0</inkml:trace>
          <inkml:trace contextRef="#ctx0" brushRef="#br0" timeOffset="30951.4831">9010-407,'72'-48,"-48"48,0 0,0 0,71 96,-95-48,24-24,-24 24,0-24,0 23,0-23,0 0,0 24,0-24,-24 0,0 0,-24 0,25 0,-1-24,0 0,0 0,0 0</inkml:trace>
          <inkml:trace contextRef="#ctx0" brushRef="#br0" timeOffset="31876.2505">9537-287,'0'24,"0"0,0 24,0-25,0 25,0-24,0 0,0 0,0 0,0-48,24 24,-24-24,24 24,0 0,0 0,0 0,0 0,24 0,-24 0,-24 24,24 0,-24 0,0 0,-24 0,0-24,0 24,0-24,-24 0,24 0,0 0,48 0,0-24</inkml:trace>
          <inkml:trace contextRef="#ctx0" brushRef="#br0" timeOffset="32653.3584">10256-191,'48'167,"-48"-143,24-24,0 0,0 0,0 0,0 0,-1 0,1 0</inkml:trace>
          <inkml:trace contextRef="#ctx0" brushRef="#br0" timeOffset="32404.7921">10256-191,'24'0,"0"0,0 0,0 0,0 0,0 0,0 0,-1 0</inkml:trace>
        </inkml:traceGroup>
        <inkml:traceGroup>
          <inkml:annotationXML>
            <emma:emma xmlns:emma="http://www.w3.org/2003/04/emma" version="1.0">
              <emma:interpretation id="{890606A3-1BAA-47B4-902F-F739421FD1B1}" emma:medium="tactile" emma:mode="ink">
                <msink:context xmlns:msink="http://schemas.microsoft.com/ink/2010/main" type="inkWord" rotatedBoundingBox="12388,454 14205,438 14211,1119 12394,1135"/>
              </emma:interpretation>
              <emma:one-of disjunction-type="recognition" id="oneOf4">
                <emma:interpretation id="interp20" emma:lang="id-ID" emma:confidence="0.5">
                  <emma:literal>betek</emma:literal>
                </emma:interpretation>
                <emma:interpretation id="interp21" emma:lang="id-ID" emma:confidence="0">
                  <emma:literal>betak</emma:literal>
                </emma:interpretation>
                <emma:interpretation id="interp22" emma:lang="id-ID" emma:confidence="0">
                  <emma:literal>beti.</emma:literal>
                </emma:interpretation>
                <emma:interpretation id="interp23" emma:lang="id-ID" emma:confidence="0">
                  <emma:literal>botak</emma:literal>
                </emma:interpretation>
                <emma:interpretation id="interp24" emma:lang="id-ID" emma:confidence="0">
                  <emma:literal>boyak</emma:literal>
                </emma:interpretation>
              </emma:one-of>
            </emma:emma>
          </inkml:annotationXML>
          <inkml:trace contextRef="#ctx0" brushRef="#br0" timeOffset="36685.2409">11502-407,'24'96,"-24"-48,0-24,0 24,0-25,0 25,0-24,0 0,0 0,0 0,0-48,0 0,24 0,0 0,0 24,0 0,0 0,0 0,0 0,-24 24,23 0,-23 0,24-24,-24 24,0 0,0 0,0 0,-24 0,1-24,-25 24,24-24,0 0,0 0,0 0,24-24,24 24,0 0,24-24</inkml:trace>
          <inkml:trace contextRef="#ctx0" brushRef="#br0" timeOffset="39004.8556">12293-359,'-48'72,"24"-72,24 24,0 0,0 0,-24 0,24-1,0 1,0 24,0-24,0 0,0 0,0 0,0 0,0 0,24 0,-24 0,24 0,-24 0,24-24,0 24,0 0,-24 0,24-24,-1 24,1-24,0 24,0-24,0 0,0 0,0 0,0 0,0 0,0 0,0-24,0 0,0 0,-24 0,24 0,-24 0,24 24,-24-24,0 0,0 0,24 24,-24-24,0 0,0 0,0 0,0 0,0 0,0 0,0 0,0 0,-24 1,24-1,-24 0,0 0,0 0,0 24,0-24,0 24,0 0,0 0,-24-24,24 24,0 0,0 0,0 0,1 0,-1 0,0 24,24 0,0 0</inkml:trace>
          <inkml:trace contextRef="#ctx0" brushRef="#br0" timeOffset="37618.4465">12317-144,'24'24,"23"-24,-23 0,0 0,24 24,-24-24,0 0,0 0,0 0</inkml:trace>
          <inkml:trace contextRef="#ctx0" brushRef="#br0" timeOffset="37972.6785">12460-239,'0'95,"0"-47,0-24,0 24,0-24,0 0,0 0,0 0</inkml:trace>
          <inkml:trace contextRef="#ctx0" brushRef="#br0" timeOffset="39757.4185">13227-263,'0'-24,"-24"24,0 0,0 0,0 24,0 0,0 0,24 0,-24-24,24 23,0 1,-24 0,24 0,0 0,24 48,0-72,0 0,0 24,24-24,-24 0,0 0,24 0,-24-24,0 24</inkml:trace>
        </inkml:traceGroup>
      </inkml:traceGroup>
      <inkml:traceGroup>
        <inkml:annotationXML>
          <emma:emma xmlns:emma="http://www.w3.org/2003/04/emma" version="1.0">
            <emma:interpretation id="{21C48E94-56F6-46CB-9D0D-E72AE84FDB67}" emma:medium="tactile" emma:mode="ink">
              <msink:context xmlns:msink="http://schemas.microsoft.com/ink/2010/main" type="line" rotatedBoundingBox="1792,1737 6612,1468 6640,1983 1821,2252"/>
            </emma:interpretation>
          </emma:emma>
        </inkml:annotationXML>
        <inkml:traceGroup>
          <inkml:annotationXML>
            <emma:emma xmlns:emma="http://www.w3.org/2003/04/emma" version="1.0">
              <emma:interpretation id="{09BDE433-F8F0-46A7-B5F7-52A58E8FD593}" emma:medium="tactile" emma:mode="ink">
                <msink:context xmlns:msink="http://schemas.microsoft.com/ink/2010/main" type="inkWord" rotatedBoundingBox="1796,1821 2254,1795 2276,2195 1819,2221">
                  <msink:destinationLink direction="with" ref="{1594CF0A-6432-4C56-B466-EA55AA760F1A}"/>
                  <msink:destinationLink direction="with" ref="{D64A955A-A86E-4D4A-9FEF-478A5DC68B3C}"/>
                </msink:context>
              </emma:interpretation>
              <emma:one-of disjunction-type="recognition" id="oneOf5">
                <emma:interpretation id="interp25" emma:lang="id-ID" emma:confidence="0.5">
                  <emma:literal>z</emma:literal>
                </emma:interpretation>
                <emma:interpretation id="interp26" emma:lang="id-ID" emma:confidence="0">
                  <emma:literal>Z</emma:literal>
                </emma:interpretation>
                <emma:interpretation id="interp27" emma:lang="id-ID" emma:confidence="0">
                  <emma:literal>}</emma:literal>
                </emma:interpretation>
                <emma:interpretation id="interp28" emma:lang="id-ID" emma:confidence="0">
                  <emma:literal>E</emma:literal>
                </emma:interpretation>
                <emma:interpretation id="interp29" emma:lang="id-ID" emma:confidence="0">
                  <emma:literal>8</emma:literal>
                </emma:interpretation>
              </emma:one-of>
            </emma:emma>
          </inkml:annotationXML>
          <inkml:trace contextRef="#ctx0" brushRef="#br1" timeOffset="166302.8051">1270 1102,'-72'0,"48"0,0 0,24 24,-24 0,0-24,24 24,0 0,0 0,0 0,0 0,0 0,0 0,0 0,24-24,0 0,0 0,0 0,0 0,0 0,0-24,-24 0,0 0,24 0,-24 0,0 0,0 0,0 0,24 48,-24 0,0 0,24 0,-24 0,24-24,-24 24,0 0,24-24</inkml:trace>
          <inkml:trace contextRef="#ctx0" brushRef="#br1" timeOffset="166844.4053">911 959,'71'0,"-23"24,0-24,-24 0,0 0,0 0,0 0,0 0,0 0,0 0</inkml:trace>
        </inkml:traceGroup>
        <inkml:traceGroup>
          <inkml:annotationXML>
            <emma:emma xmlns:emma="http://www.w3.org/2003/04/emma" version="1.0">
              <emma:interpretation id="{67DD1BFA-3915-4A2B-B61F-7AF5AA9E1202}" emma:medium="tactile" emma:mode="ink">
                <msink:context xmlns:msink="http://schemas.microsoft.com/ink/2010/main" type="inkWord" rotatedBoundingBox="2875,1677 3997,1614 4026,2129 2903,2191">
                  <msink:destinationLink direction="with" ref="{1594CF0A-6432-4C56-B466-EA55AA760F1A}"/>
                </msink:context>
              </emma:interpretation>
              <emma:one-of disjunction-type="recognition" id="oneOf6">
                <emma:interpretation id="interp30" emma:lang="id-ID" emma:confidence="0.5">
                  <emma:literal>5C</emma:literal>
                </emma:interpretation>
                <emma:interpretation id="interp31" emma:lang="id-ID" emma:confidence="0">
                  <emma:literal>bet</emma:literal>
                </emma:interpretation>
                <emma:interpretation id="interp32" emma:lang="id-ID" emma:confidence="0">
                  <emma:literal>5C.</emma:literal>
                </emma:interpretation>
                <emma:interpretation id="interp33" emma:lang="id-ID" emma:confidence="0">
                  <emma:literal>5</emma:literal>
                </emma:interpretation>
                <emma:interpretation id="interp34" emma:lang="id-ID" emma:confidence="0">
                  <emma:literal>5C'</emma:literal>
                </emma:interpretation>
              </emma:one-of>
            </emma:emma>
          </inkml:annotationXML>
          <inkml:trace contextRef="#ctx0" brushRef="#br1" timeOffset="168427.5004">1989 815,'72'0,"-48"0,0 0,24 0,-24 24,-1-24,1 0,0 0,0 0</inkml:trace>
          <inkml:trace contextRef="#ctx0" brushRef="#br1" timeOffset="168029.6686">2013 935,'24'167,"-24"-143,0 24,0-24,0 0,0 0,24-24,72-72,-72 72,-1 0,1 0,0 0,0 0,-24 24,0 0,0 0,0 0,-24 0,0 0,0-24,1 0,-1 0,0 0,24-24,0 0</inkml:trace>
          <inkml:trace contextRef="#ctx0" brushRef="#br1" timeOffset="169070.8723">2971 959,'-48'0,"24"24,24 0,-24 0,0 0,24 0,-24-1,24 1,0 0,0 0,0 0,0 0,24 0,-24 0,24-24,0 0,0 0,0 0,0 0,-24-24</inkml:trace>
          <inkml:trace contextRef="#ctx0" brushRef="#br1" timeOffset="169648.4377">2780 791,'95'0,"-71"0,24 24,-24-24,24 0,-24 0,0 0,0 0,0 0</inkml:trace>
        </inkml:traceGroup>
        <inkml:traceGroup>
          <inkml:annotationXML>
            <emma:emma xmlns:emma="http://www.w3.org/2003/04/emma" version="1.0">
              <emma:interpretation id="{4745AEC3-73FA-452B-A978-63CF6C54CEAD}" emma:medium="tactile" emma:mode="ink">
                <msink:context xmlns:msink="http://schemas.microsoft.com/ink/2010/main" type="inkWord" rotatedBoundingBox="5319,1629 6616,1556 6638,1936 5340,2009"/>
              </emma:interpretation>
              <emma:one-of disjunction-type="recognition" id="oneOf7">
                <emma:interpretation id="interp35" emma:lang="id-ID" emma:confidence="0.5">
                  <emma:literal>ha</emma:literal>
                </emma:interpretation>
                <emma:interpretation id="interp36" emma:lang="id-ID" emma:confidence="0">
                  <emma:literal>hoc</emma:literal>
                </emma:interpretation>
                <emma:interpretation id="interp37" emma:lang="id-ID" emma:confidence="0">
                  <emma:literal>hai</emma:literal>
                </emma:interpretation>
                <emma:interpretation id="interp38" emma:lang="id-ID" emma:confidence="0">
                  <emma:literal>hak</emma:literal>
                </emma:interpretation>
                <emma:interpretation id="interp39" emma:lang="id-ID" emma:confidence="0">
                  <emma:literal>aac</emma:literal>
                </emma:interpretation>
              </emma:one-of>
            </emma:emma>
          </inkml:annotationXML>
          <inkml:trace contextRef="#ctx0" brushRef="#br1" timeOffset="164100.0265">5607 767,'-24'0,"0"0,0 0,0 0,0 0,0 24,0 0,0 0,24 0,-24-24,24 24,0 0,0 0,0 0,0 0,0 0,24 0,-24 0,24-24,0 0,0 24,0-24,24 0,-24 0,0 0,0 0,24 0,-24-24,0 24,0 0</inkml:trace>
          <inkml:trace contextRef="#ctx0" brushRef="#br1" timeOffset="155481.9918">4433 767,'24'0,"-24"24,0 0,48 96,-48-72,48 48,-48-73,0-94,0 23,72-24,-48 72,95 24,-119 0,-24 24,1-24,-25 0,48-48,0 0,24 0</inkml:trace>
        </inkml:traceGroup>
      </inkml:traceGroup>
    </inkml:traceGroup>
  </inkml:traceGroup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46:35.529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B66FEE27-B443-4B90-9C97-141ED34CD757}" emma:medium="tactile" emma:mode="ink">
          <msink:context xmlns:msink="http://schemas.microsoft.com/ink/2010/main" type="inkDrawing" rotatedBoundingBox="7774,10760 8424,14365 5582,14877 4932,11272" hotPoints="7813,11029 8117,14486 5594,14708 5289,11251" semanticType="9" shapeName="Rectangle">
            <msink:sourceLink direction="with" ref="{C6AE6988-BEC2-421D-A022-FB56B7764128}"/>
            <msink:sourceLink direction="with" ref="{07705963-8355-40C9-ABE9-2453785D9B6B}"/>
            <msink:sourceLink direction="with" ref="{A4E4647E-62EA-494B-9A59-C0F2923714DD}"/>
            <msink:destinationLink direction="with" ref="{F06E5D8A-CE12-4E5F-B190-DAF3D509161A}"/>
            <msink:destinationLink direction="with" ref="{16205D55-65E8-4EBB-88D8-4BCCCF25C5CC}"/>
          </msink:context>
        </emma:interpretation>
      </emma:emma>
    </inkml:annotationXML>
    <inkml:trace contextRef="#ctx0" brushRef="#br0">0 0,'0'72,"0"-48,24 0,-24 0,0 23,24 1,-24 24,24-24,-24 48,0-24,0 24,0-24,24 0,-24-1,24 1,-24 0,0-24,24 24,-24-24,0 24,0-24,0 24,0-24,0 23,0 1,0-24,24 24,-24-24,0 0,24 0,-24-24,24 24,-24 0,0 0,24 24,-24-25,0 25,24-24,-24 0,0 0,0 0,0 0,0-24,0 24,0-24,0 24,0-24,0 24,0 0,0 95,0 145,0-264,0 0,0 0,0 0,0 0,0 0,0 0,0 0,24-24,0 0,23 24,-23-24,24 0,24 23,-24-23,24 0,0 24,0-24,-24 0,24 0,-24 0,23 0,-23 0,24 0,-24 0,0-24,0 24,24 0,-24-23,0 23,0-24,0 24,0-24,-1 24,1 0,0-24,0 24,0 0,-24 0,24-24,0 24,-24 0,24 0,-24 0,0 0,0 0,0 0,24 0,-24-24,0 24,23 0,-23 0,24-24,-24 24,24-24,-24 24,24 0,-24-24,0 24,0-24,0 24,-24-24,24 24,0 0,0 0,24 0,-24 0,0 0,0 0,0 0,0 0,0 0,0 0,0 0,-24-24,23 24,-23-24,0 0,-23 24</inkml:trace>
    <inkml:trace contextRef="#ctx0" brushRef="#br0" timeOffset="-1731.543">48-72,'0'-24,"24"0,0 24,0-24,0 24,24 0,-24 0,24-24,0 24,-1 0,1 0,0 0,0 0,24 0,-24 0,0 0,0-24,0 24,0 0,0 0,0 0,-24 0,47 0,-23 0,0 0,0 0,0 0,0 0,24 0,-24 0,0 0,0 0,0-24,0 24,0 0,23 0,-23 0,0 0,0 0,-24 0,24 0,-24 0,24 0,-24 0,0 0,0 0,0 0,0 0,0 0,0 0,0 0,0 0,0 0,0 0,-1 0,1 0,0 0,0 0,0 0,0 0,0 0,-24 24,0 0,-24 24,-24-24</inkml:trace>
    <inkml:trace contextRef="#ctx0" brushRef="#br0" timeOffset="1041.2953">2564-240,'-24'-72,"0"72,24 24,0 0,0 24,0 0,0 0,0 24,24 24,-24-24,24 23,0-23,-24 24,24 0,0 0,-24 0,0-24,24 23,-24 1,0-24,24 24,-24-24,24 0,-24 24,24-24,-24-1,24 1,-24 0,0-24,0 24,0 0,0-24,24 24,-24 0,0-25,0 1,0 0,0 0,0 0,0 0,0 0,0 0,0-24,0 24,0 0,0-24,24 24,-24-24,0 24,0-24,0 23,0-23,0 24,0-24,0 0,0 0,0 0</inkml:trace>
  </inkml:traceGroup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46:29.451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E4C30626-1B60-40E2-87B5-2C5632D769AF}" emma:medium="tactile" emma:mode="ink">
          <msink:context xmlns:msink="http://schemas.microsoft.com/ink/2010/main" type="inkDrawing" rotatedBoundingBox="13394,6709 13444,7882 13401,7884 13350,6710" shapeName="Line">
            <msink:destinationLink direction="with" ref="{E8C45343-4A1E-4444-AA7E-5310BB747F26}"/>
          </msink:context>
        </emma:interpretation>
      </emma:emma>
    </inkml:annotationXML>
    <inkml:trace contextRef="#ctx0" brushRef="#br0">72 2444,'-24'24,"24"24,0-24,0 24,0 0,0 24,0-24,24-25,-24 25,0 0,0-24,0 24,0-24,0 24,0-24,0 24,0-24,0 0,0 0,0 0,0 0,0 0,0 0,0 0,0 0,0 0,0 0,0 0,0 0,0-1,0 1,24-24,-24 24,0 0,0 0,0 0,0 0,0 0,24-24,-24 24,0-48</inkml:trace>
  </inkml:traceGroup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46:38.139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82C8CA44-921E-47AF-85A9-7F67B25E2435}" emma:medium="tactile" emma:mode="ink">
          <msink:context xmlns:msink="http://schemas.microsoft.com/ink/2010/main" type="inkDrawing" rotatedBoundingBox="14066,9248 17356,11576 15120,14736 11830,12408" hotPoints="15705,10414 15959,13230 13144,13485 12889,10669" semanticType="9" shapeName="Square">
            <msink:sourceLink direction="with" ref="{0F879641-EFB2-418C-A0D0-6837C600A464}"/>
            <msink:sourceLink direction="with" ref="{92DBA348-67D2-44F4-8C62-7F5427474F15}"/>
            <msink:destinationLink direction="with" ref="{F06E5D8A-CE12-4E5F-B190-DAF3D509161A}"/>
            <msink:destinationLink direction="with" ref="{574233CB-E6CB-4096-BBB8-56AB1C0D96B3}"/>
          </msink:context>
        </emma:interpretation>
      </emma:emma>
    </inkml:annotationXML>
    <inkml:trace contextRef="#ctx0" brushRef="#br0">72 24,'-72'-24,"72"48,0 0,0 0,0 24,0 0,0 23,0 25,0 0,0 0,24 0,-24 0,24-24,-24 23,24 1,-24-24,24 24,-24 0,24-24,0 0,-1 0,-23-25,24 25,0 0,0-24,-24 24,24-24,-24 0,24 0,-24 24,0-24,24 0,-24-1,24 1,-24 0,24-24,0 24,-24 0,24-24,-24 24,24-24,-24 0,0 24,24-24,-24 0,0 0,0 0,24 24,-24-24,0 0,0 0,0-1,0 1,0 0,0 0,24 0,-24 0,0 0,0 0,24-48</inkml:trace>
    <inkml:trace contextRef="#ctx0" brushRef="#br0" timeOffset="1620.2109">24-24,'24'-24,"24"0,0 24,-1-24,25 0,-24 24,24-24,0 24,-24 0,24-24,120 24,622 24,-742-24,24 24,-48-24,0 0,0 0,-24 0,24 0,0 24,-24-24,-1 0,25 0,-24 0,0 0,24 0,-24 0,24 0,-24 0,24 0,0 0,-24 0,24 0,-24 0,24 0,-24 0,24 0,-24-24,0 24,0 0,-1 0,1 0,0 0,0 0,-24 24,0 0,0 0,0 24,0-24,0 0,0 0,0 0,0 24,0-24,0 23,0 1,0 0,0 24,0-24,0 24,0-24,0 0,0 24,0-24,0 0,0 0,0-1,0 1,0 0,0 0,0 0,0 0,0 0,0 0,0 0,0 24,0-24,0 0,0 0,0-1,0 1,0 0,-24 0,24-24,0 24,0 0,0-24,0 24,0 0,0 0,0 0,0-24,0 24,0-24,0 23,0-23,0 0,0 24,0-24,0 0,0 24,-24-24,24 24,0-24,0 24,0-24,0 24,0-24,0 0,0 0,0 0,0 0,0 0,0 0,0 0,-24-1,1 1,-1-24</inkml:trace>
    <inkml:trace contextRef="#ctx0" brushRef="#br0" timeOffset="2578.896">479 2995,'168'48,"-96"-48,-24 0,23 24,25-24,-24 0,24 0,0 0,-24 0,24-24,-25 24,1-24,0 24,0-24,-24 24,0 0,0-24,0 24,-24 0,24-24,-24 24,24 0,-24-24,23 24,1 0,-24 0,24-24,-24 24,0 0,24-24,-24 24,0 0,0 0,0 0,0-24,0 24,0 0,0-24,0 24,0 0,24-24,-24 24,24-24,-24 24,23 0,-23 0,0 0,0 0,0 0,0 0,0 0,0 0,24 0,0 0</inkml:trace>
    <inkml:trace contextRef="#ctx0" brushRef="#br0" timeOffset="41445.8474">72 1294,'0'-72,"0"48,0 0,0 0,0 0,24 24,-24-24,24 24,0 0,-1 0,1 0,0 0,0 0,0 24,0-24,0 24,0 0,24 0,-24-24,0 24,0 0,0-24,0 24,0-24,-24 24,24-24,0 0,0 24,0-24,0 0,-24 24,24-24,0 0,0 0,-24 24,-24-24,24 24,-24-24,0 24,0 0,-24 0,24-1,0 25,0-24,0 0,0 0,24 0,-24 0,0 0,24 0,-24-24,24 24,-24-24,24 24,-24-24,48 0</inkml:trace>
  </inkml:traceGroup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46:43.965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9FD31C1D-76EB-4EB0-ABB0-AC9773B09344}" emma:medium="tactile" emma:mode="ink">
          <msink:context xmlns:msink="http://schemas.microsoft.com/ink/2010/main" type="inkDrawing" rotatedBoundingBox="20677,13462 20703,10115 23578,10138 23552,13485" hotPoints="23328,10096 23498,13000 20594,13171 20424,10267" semanticType="9" shapeName="Square">
            <msink:sourceLink direction="with" ref="{FC434318-AB37-489C-BC8C-BC01B1B7A9E1}"/>
            <msink:destinationLink direction="with" ref="{574233CB-E6CB-4096-BBB8-56AB1C0D96B3}"/>
            <msink:destinationLink direction="with" ref="{C967DEBF-F79A-4C4F-98BD-C065D6EAC0BA}"/>
          </msink:context>
        </emma:interpretation>
      </emma:emma>
    </inkml:annotationXML>
    <inkml:trace contextRef="#ctx0" brushRef="#br0">0 102,'167'-23,"-119"23,24 0,0-24,0 24,0 0,0 0,0 0,24 0,-25 0,1 0,0 24,-24-24,24 23,0-23,-24 24,24-24,-24 0,24 0,23 0,25-24,0-23,0 23,0 0,-25 24,-23 0,0 0,0 0,-24 0,0 0,-24 0,0 0,0 0,0 0,0 0,0 0,0 0,0 0,0 0,0 0,-24 24,24 0,-24 0,0 23,0-23,0 0,0 24,24 0,-24 0,0 0,0 0,0 0,0 0,0 0,0 0,0 0,0 23,0-23,0 0,0 24,0-24,0 0,0 0,0 0,0 0,24-24,-24 24,0 0,23 24,-23-25,0 25,24-24,-24 24,0-24,0 24,0-24,0 0,0 0,24 0,-24 0,0 0,0-25,0 1,0 24,0-24,0 0,0 24,0-24,0 24,0-24,0 24,0 0,0-24,0 24,0-24,24 0,-24 0,0 24,0-24,0 0,0 23,0-23,0 24,0-24,0 24,0 0,0-24,24 0,-24 0,0 0,24 0,-48-24</inkml:trace>
    <inkml:trace contextRef="#ctx0" brushRef="#br0" timeOffset="-1644.4093">24 342,'-24'-72,"24"96,0 0,0 24,0 0,0 24,0-24,0 48,0-24,0 23,0 1,24-24,-24 24,0 0,0-24,24 24,-24-1,0-23,24 24,-24 0,0-24,0 0,24 0,-24 0,0-25,0 25,0-24,0 0,24 0,-24 0,0 0,24 0,-24 0,0 24,23-24,-23 0,0-1,0 1,0-24,0 24,0-24,0 0,0 0,0 0,24 0,-24 0,0 24,0-24,0 0,24 24,-24-24,0 24,0-24,0 0,0 0,0 0,0 0,0-1,24-23</inkml:trace>
    <inkml:trace contextRef="#ctx0" brushRef="#br0" timeOffset="1184.8155">455 3337,'168'-24,"-120"0,0 24,0 0,-1 0,1-24,0 24,0 0,24 0,-24 0,0-23,24 23,-24 0,0 0,0 0,0 0,-1 0,1 0,-24 0,0 0,24 0,-24 0,0-24,24 24,-24 0,24-24,-24 24,0 0,0 0,-24-24,24 24,0 0,24 0,-24 0,24 0,0 0,-1 0,1 0,-24 0,24 0,0 0,0 0,0 0,-24 0,0 0,0 0,0 0,0 0,0 0,0 0,0-24,167 24,-167 0,0 0,-24-24,24 24,0 0,0 0</inkml:trace>
    <inkml:trace contextRef="#ctx0" brushRef="#br0" timeOffset="76946.1739">72 1349,'-24'-48,"48"72,0-24,-24 24,24-1,0-23,23 24,-23 0,0 0,24 24,-24-24,0 24,0-24,0 0,-24 0,24 0,0 0,0 0,0-24,0 0,-24 24,24 0,-24 0,0 0,-24 0,24 0,-24-24,0 24,0 0,0 0,-24 0,-167 167,238-191,-23-24,24 24</inkml:trace>
  </inkml:traceGroup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45:42.294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E5E3306A-1FE9-44E4-9609-0D5E721DF594}" emma:medium="tactile" emma:mode="ink">
          <msink:context xmlns:msink="http://schemas.microsoft.com/ink/2010/main" type="inkDrawing" rotatedBoundingBox="5148,6397 6709,5685 7048,6427 5486,7140" semanticType="callout" shapeName="Other">
            <msink:sourceLink direction="to" ref="{7A130539-4D96-4397-823F-6DB32EC7B405}"/>
          </msink:context>
        </emma:interpretation>
      </emma:emma>
    </inkml:annotationXML>
    <inkml:trace contextRef="#ctx0" brushRef="#br0">2420 2492,'0'-24,"0"0,0 0,0 0,0 1,0-25,0 24,0-24,0 0,0 0,0 24,0-24,0 0,0 24,0-24,0 24,0-24,0 24,0-24,-24-71,24 23,24 96,0 0,0 0,24 0,-24 0,-1-24,25 24,-24 0,24 0,-24 0,0 0,24 0,-24 0,0 0,24 0,-24 0,0 0,24 0,-24 0,0 0,0 0,0 0,0 0,0 0,0 0,23 0,-23 0,0 0,0 0,0 0,0 0,0 0,0 0,0 0,0 0,0 0,0 0,0 0,0 0,0 0,0 24,0-24,0 0,0 0,0 0,0 0,0 0,0 0,0 0,0-24,-24 0,0 0,0 0,0 0,0 0,0 0,0 0,0 0,0 0,0 0,0 0,-24 0,24 0,0 0,0 72</inkml:trace>
  </inkml:traceGroup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44:39.439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A233843C-C549-4A91-B010-06ED241B54C6}" emma:medium="tactile" emma:mode="ink">
          <msink:context xmlns:msink="http://schemas.microsoft.com/ink/2010/main" type="inkDrawing" rotatedBoundingBox="2634,2586 2670,3162 2641,3164 2605,2588" semanticType="callout" shapeName="Other"/>
        </emma:interpretation>
      </emma:emma>
    </inkml:annotationXML>
    <inkml:trace contextRef="#ctx0" brushRef="#br0">1749 1797,'0'-48,"0"25,-24 23,24 23,0 1,0 0,0 0,24 24,-24-24,0 0,0 0,0 0,0 0,0 0,0 0,0 0,0 0,0 0,0 0,0 0,0 0,0 0,24-24,-24 24,0 0,0 0,0 0,0-48</inkml:trace>
  </inkml:traceGroup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45:45.115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384BB294-46F2-41B4-BC45-F8FFC2F42A4A}" emma:medium="tactile" emma:mode="ink">
          <msink:context xmlns:msink="http://schemas.microsoft.com/ink/2010/main" type="inkDrawing" rotatedBoundingBox="3095,4626 5496,6141 4912,7067 2511,5553" semanticType="callout" shapeName="Other"/>
        </emma:interpretation>
      </emma:emma>
    </inkml:annotationXML>
    <inkml:trace contextRef="#ctx0" brushRef="#br0">2228 3834,'-24'-48,"1"72,23 0,0 0,0 0,0 24,0-24,0 0,0 24,23-24,-23 24,0 0,0 0,0 0,0-1,24 1,-24 0,0 0,0-24,0 24,0-24,24 24,-24-24,0 0,0 24,24 0,-24-24,0 24,0-24,0 24,0-24,0-1,0 1,24 0,-24 0,0 0,0 0,0 0,24 0,-24 0,0 0,24-24,0 0,0-24,0 24,24-24,-24 24,24 0,0 0,0-24,0 24,0 0,0 0,-1 0,-23 0,24 0,0-24,0 24,0 0,0 0,-24 0,24-24,-24 24,24-24,-24 24,24-24,0 0,-24 24,24-24,-1 24,-23 0,24 0,-24 0,0-23,0 23,0 0,0 0,0 0,0 0,0 0,0 0,0-24,0 24,0 0,0 0,0 0,0 0,0 0,0 0,-24 24,24-24,-24 23,0 1,0 0,0 0,0 0,0 0,0 0,24 0,-24 0,0 0,0 24,0-24,0 0,0 0,0 0,0 0,0 0,0 0,0 0,0 0,0 0,0 0,0 0,0 0,0 0,0 0,0-1,0 1,0 0,0 0,0 0,0 0,0 0,24 0,-24 0,0 0,0 0,0 0,0 0,0 0,0 0,0 0,0 0,0 0,0 0,0 0,0 0,0 0,0 0,0 0,0 0,0 0,0-1,0 1</inkml:trace>
  </inkml:traceGroup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45:39.092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64D83A91-ED9C-4CF4-B9DC-0FB620964DDC}" emma:medium="tactile" emma:mode="ink">
          <msink:context xmlns:msink="http://schemas.microsoft.com/ink/2010/main" type="inkDrawing" rotatedBoundingBox="5354,8632 5799,6536 6141,6608 5696,8704" semanticType="verticalRange" shapeName="Other">
            <msink:sourceLink direction="with" ref="{DA32393F-5E68-483C-865F-6099E58FF3E2}"/>
            <msink:destinationLink direction="with" ref="{24535F3E-3E1E-4D10-B730-3A0621C99D23}"/>
            <msink:destinationLink direction="with" ref="{4F7E11D4-A541-412D-9159-9A8AA44247DB}"/>
          </msink:context>
        </emma:interpretation>
      </emma:emma>
    </inkml:annotationXML>
    <inkml:trace contextRef="#ctx0" brushRef="#br0">4912 5679,'24'0,"0"24,0 24,-24 0,24 0,-24 0,0 0,24 24,-24-24,0 0,0 23,0-23,24 0,-24 24,0-24,0 24,0-24,0 24,0-24,0 0,-24-24,24 24,-24 0,24-1,-24-23,0 24,24 0,-24 0,24-24,-24 24,0 0,24-24,-24 24,24-24,-24 24,0-24,24 0,-24 24,0-24,0 0,24 23,-23-23,-1 0,24 0,-24 0,24 0,-24 0,24 0,-24 0,24 0,-24 0,0 0,24 0,0 0,-24-24,24-24</inkml:trace>
  </inkml:traceGroup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45:39.926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24535F3E-3E1E-4D10-B730-3A0621C99D23}" emma:medium="tactile" emma:mode="ink">
          <msink:context xmlns:msink="http://schemas.microsoft.com/ink/2010/main" type="inkDrawing" rotatedBoundingBox="5462,8481 5487,9104 5455,9105 5431,8482" semanticType="callout" shapeName="Other">
            <msink:sourceLink direction="with" ref="{64D83A91-ED9C-4CF4-B9DC-0FB620964DDC}"/>
            <msink:sourceLink direction="with" ref="{16205D55-65E8-4EBB-88D8-4BCCCF25C5CC}"/>
          </msink:context>
        </emma:interpretation>
      </emma:emma>
    </inkml:annotationXML>
    <inkml:trace contextRef="#ctx0" brushRef="#br0">4577 7620,'-24'0,"24"24,0 24,0-24,0 24,0 0,24 24,-24-24,0 24,0-24,0-1,0 1,0-24,0 0,0 0,0 0</inkml:trace>
  </inkml:traceGroup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47:10.473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C6AE6988-BEC2-421D-A022-FB56B7764128}" emma:medium="tactile" emma:mode="ink">
          <msink:context xmlns:msink="http://schemas.microsoft.com/ink/2010/main" type="writingRegion" rotatedBoundingBox="6814,11667 5660,12299 5483,11976 6638,11344">
            <msink:destinationLink direction="with" ref="{B66FEE27-B443-4B90-9C97-141ED34CD757}"/>
          </msink:context>
        </emma:interpretation>
      </emma:emma>
    </inkml:annotationXML>
    <inkml:traceGroup>
      <inkml:annotationXML>
        <emma:emma xmlns:emma="http://www.w3.org/2003/04/emma" version="1.0">
          <emma:interpretation id="{47A30E07-8819-4A55-AC6D-5DE377DDB24D}" emma:medium="tactile" emma:mode="ink">
            <msink:context xmlns:msink="http://schemas.microsoft.com/ink/2010/main" type="paragraph" rotatedBoundingBox="6814,11667 5660,12299 5483,11976 6638,1134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6EF4DE45-4701-4C6E-AECE-0204ECC1B148}" emma:medium="tactile" emma:mode="ink">
              <msink:context xmlns:msink="http://schemas.microsoft.com/ink/2010/main" type="line" rotatedBoundingBox="6814,11667 5660,12299 5483,11976 6638,11344"/>
            </emma:interpretation>
          </emma:emma>
        </inkml:annotationXML>
        <inkml:traceGroup>
          <inkml:annotationXML>
            <emma:emma xmlns:emma="http://www.w3.org/2003/04/emma" version="1.0">
              <emma:interpretation id="{1668A554-865C-473E-BEA1-478F582D14CA}" emma:medium="tactile" emma:mode="ink">
                <msink:context xmlns:msink="http://schemas.microsoft.com/ink/2010/main" type="inkWord" rotatedBoundingBox="6814,11667 6608,11780 6440,11472 6646,11359"/>
              </emma:interpretation>
              <emma:one-of disjunction-type="recognition" id="oneOf0">
                <emma:interpretation id="interp0" emma:lang="id-ID" emma:confidence="0.5">
                  <emma:literal>r</emma:literal>
                </emma:interpretation>
                <emma:interpretation id="interp1" emma:lang="id-ID" emma:confidence="0">
                  <emma:literal>S</emma:literal>
                </emma:interpretation>
                <emma:interpretation id="interp2" emma:lang="id-ID" emma:confidence="0">
                  <emma:literal>c</emma:literal>
                </emma:interpretation>
                <emma:interpretation id="interp3" emma:lang="id-ID" emma:confidence="0">
                  <emma:literal>B</emma:literal>
                </emma:interpretation>
                <emma:interpretation id="interp4" emma:lang="id-ID" emma:confidence="0">
                  <emma:literal>V</emma:literal>
                </emma:interpretation>
              </emma:one-of>
            </emma:emma>
          </inkml:annotationXML>
          <inkml:trace contextRef="#ctx0" brushRef="#br0">1031-431,'0'-24,"-24"24,0 0,0 0,0 0,0 0,0 0,0 0,0 24,24 0,-24-24,24 47,216 25,-216-48,24-24,-24 24,0 0,0 0,-24 0,0 0,0-24,24 24</inkml:trace>
        </inkml:traceGroup>
        <inkml:traceGroup>
          <inkml:annotationXML>
            <emma:emma xmlns:emma="http://www.w3.org/2003/04/emma" version="1.0">
              <emma:interpretation id="{E7DCF5E0-EEC8-4064-AF54-8B94AF07530C}" emma:medium="tactile" emma:mode="ink">
                <msink:context xmlns:msink="http://schemas.microsoft.com/ink/2010/main" type="inkWord" rotatedBoundingBox="5935,12140 5656,12292 5483,11976 5762,11824"/>
              </emma:interpretation>
              <emma:one-of disjunction-type="recognition" id="oneOf1">
                <emma:interpretation id="interp5" emma:lang="id-ID" emma:confidence="0.5">
                  <emma:literal>@</emma:literal>
                </emma:interpretation>
                <emma:interpretation id="interp6" emma:lang="id-ID" emma:confidence="0">
                  <emma:literal>•</emma:literal>
                </emma:interpretation>
                <emma:interpretation id="interp7" emma:lang="id-ID" emma:confidence="0">
                  <emma:literal>*</emma:literal>
                </emma:interpretation>
                <emma:interpretation id="interp8" emma:lang="id-ID" emma:confidence="0">
                  <emma:literal>%</emma:literal>
                </emma:interpretation>
                <emma:interpretation id="interp9" emma:lang="id-ID" emma:confidence="0">
                  <emma:literal>&amp;</emma:literal>
                </emma:interpretation>
              </emma:one-of>
            </emma:emma>
          </inkml:annotationXML>
          <inkml:trace contextRef="#ctx0" brushRef="#br0" timeOffset="-1470.8298">-24 72,'0'-24,"0"0,-23 24,23 24,0 0,0 24,0 0,0-24,0 23,23 1,-23-24,0 0,0 0,24-24</inkml:trace>
          <inkml:trace contextRef="#ctx0" brushRef="#br0" timeOffset="-938.1187">0 48,'0'-48,"24"48,0 0,0 0,0 0,0 24,0-24,0 24,-24 0,0 24,0-24,0 24,0-1,-24 1,0-24,0 0,0 0,0 0</inkml:trace>
        </inkml:traceGroup>
      </inkml:traceGroup>
    </inkml:traceGroup>
  </inkml:traceGroup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47:52.012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C49DE30D-D6A7-4502-B001-2E48DFA82749}" emma:medium="tactile" emma:mode="ink">
          <msink:context xmlns:msink="http://schemas.microsoft.com/ink/2010/main" type="inkDrawing" rotatedBoundingBox="4073,16462 4213,12927 5348,12972 5208,16507" semanticType="verticalRange" shapeName="Other">
            <msink:sourceLink direction="with" ref="{07705963-8355-40C9-ABE9-2453785D9B6B}"/>
            <msink:sourceLink direction="with" ref="{450F5D74-2A16-4928-9CB2-68D184AEEDEA}"/>
          </msink:context>
        </emma:interpretation>
      </emma:emma>
    </inkml:annotationXML>
    <inkml:trace contextRef="#ctx0" brushRef="#br0">0 3502,'-24'0,"48"0,0 0,0 0,0 0,24 0,-24 0,0 0,24 0,-24 0,-1 0,1 0,0 0,24 0,-24 0,0 0,24 0,-24 0,0 0,0 0,0 0,0 0,0 0,0 0,-24-24,0 0,0 0,0 0,0 0,0 0,24 0,-24 0,0 0,0 0,0-24,0 0,0 0,0 0,0 0,0-23,0 23,-24 0,24 0,0 0,0 0,0 24,0-24,0 0,0 0,0 0,0 0,0 0,0 0,0 1,0 23,0-24,0 0,0 24,-24 0,24 0,0 0,0 0,-24 0,24 0,0-24,-24 24,24-24,0 24,-24 0,24 0,0 0,0 0,0 0,0 0,-24 0,24 1,0-1,0 0,0 0,0-24,-24 24,24 0,0 0,-24 0,24 0,-24 0,24 0,-24-24,24 24,-24 0,0-24,24 24,-24 0,24 0,-24 0,24 0,0-24,0 25,0-1,-24 0,24 0,0-24,0 24,0 0,-24 0,24 0,0 0,0 0,0 0,0 0,0 0,0 0,-23 0,23 0,0 0,0 0,0 0,0 0,0 0,0 0,0 0,0 0,0 0,0 1,0-1,0 0,0 0,0 0,0 0,0 0,0 0,0 0,0 0,23 24,-23-24,0 0,24 24,-24-24,24 24,0-24,0 24,24 0,-24 0,0-24,24 24,-24 0,0 0,24 0,-24-24,0 24,24-24,-24 24,24 0,-24-24,0 24,24 0,-25 0,1 0,0 0,24 0,-24 0,0 24,24-24,-24 0,0 0,0 0,0 24,0-24,0 0,0 0,-24 24,0 0,0 24</inkml:trace>
  </inkml:traceGroup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48:14.623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FC434318-AB37-489C-BC8C-BC01B1B7A9E1}" emma:medium="tactile" emma:mode="ink">
          <msink:context xmlns:msink="http://schemas.microsoft.com/ink/2010/main" type="writingRegion" rotatedBoundingBox="23505,11246 22731,13255 20382,12349 21156,10340">
            <msink:destinationLink direction="with" ref="{9FD31C1D-76EB-4EB0-ABB0-AC9773B09344}"/>
          </msink:context>
        </emma:interpretation>
      </emma:emma>
    </inkml:annotationXML>
    <inkml:traceGroup>
      <inkml:annotationXML>
        <emma:emma xmlns:emma="http://www.w3.org/2003/04/emma" version="1.0">
          <emma:interpretation id="{290ABAA1-F94A-44B5-B8A1-F010A8ECFE7C}" emma:medium="tactile" emma:mode="ink">
            <msink:context xmlns:msink="http://schemas.microsoft.com/ink/2010/main" type="paragraph" rotatedBoundingBox="23491,11284 22731,13255 21834,12909 22594,1093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E72D015D-3D7B-4D43-A0A1-8D44934EC58D}" emma:medium="tactile" emma:mode="ink">
              <msink:context xmlns:msink="http://schemas.microsoft.com/ink/2010/main" type="inkBullet" rotatedBoundingBox="23156,11155 23028,11487 22590,11318 22718,10986"/>
            </emma:interpretation>
            <emma:one-of disjunction-type="recognition" id="oneOf0">
              <emma:interpretation id="interp0" emma:lang="id-ID" emma:confidence="0">
                <emma:literal>↳</emma:literal>
              </emma:interpretation>
            </emma:one-of>
          </emma:emma>
        </inkml:annotationXML>
        <inkml:trace contextRef="#ctx0" brushRef="#br0">2108 893,'-95'24,"95"0,-24 0,0 0,24 0,0 0,-24 0,24 0,0 0,0 24,0-24,24-24,-24 24,24 0,0-24,0 0,-1 0,1 0,0-24,-24-24,24 24,-24-24,0 24,0 0,0 0,0 0,0 48,24 24,-24 0,24-24,0 24,0-24,0 0,0 0,0-24,-24 24,24-24,0 0,-24 24</inkml:trace>
      </inkml:traceGroup>
      <inkml:traceGroup>
        <inkml:annotationXML>
          <emma:emma xmlns:emma="http://www.w3.org/2003/04/emma" version="1.0">
            <emma:interpretation id="{70060E96-4EB2-4E90-A474-38FBE7F8ADF2}" emma:medium="tactile" emma:mode="ink">
              <msink:context xmlns:msink="http://schemas.microsoft.com/ink/2010/main" type="line" rotatedBoundingBox="23202,12033 22731,13255 21834,12909 22305,11688"/>
            </emma:interpretation>
          </emma:emma>
        </inkml:annotationXML>
        <inkml:traceGroup>
          <inkml:annotationXML>
            <emma:emma xmlns:emma="http://www.w3.org/2003/04/emma" version="1.0">
              <emma:interpretation id="{AAE12A78-EE31-4C72-A8C4-BC77873ADC17}" emma:medium="tactile" emma:mode="ink">
                <msink:context xmlns:msink="http://schemas.microsoft.com/ink/2010/main" type="inkWord" rotatedBoundingBox="21756,12653 22919,11838 23231,12282 22067,13097"/>
              </emma:interpretation>
              <emma:one-of disjunction-type="recognition" id="oneOf1">
                <emma:interpretation id="interp1" emma:lang="id-ID" emma:confidence="0.5">
                  <emma:literal>18,</emma:literal>
                </emma:interpretation>
                <emma:interpretation id="interp2" emma:lang="id-ID" emma:confidence="0">
                  <emma:literal>-8,</emma:literal>
                </emma:interpretation>
                <emma:interpretation id="interp3" emma:lang="id-ID" emma:confidence="0">
                  <emma:literal>18.</emma:literal>
                </emma:interpretation>
                <emma:interpretation id="interp4" emma:lang="id-ID" emma:confidence="0">
                  <emma:literal>-8.</emma:literal>
                </emma:interpretation>
                <emma:interpretation id="interp5" emma:lang="id-ID" emma:confidence="0.5">
                  <emma:literal>1 •</emma:literal>
                </emma:interpretation>
              </emma:one-of>
            </emma:emma>
          </inkml:annotationXML>
          <inkml:trace contextRef="#ctx0" brushRef="#br0" timeOffset="1626.874">2013 1852,'119'-24,"-95"24,0 0,24 0,-24 0,0 0,0 0</inkml:trace>
          <inkml:trace contextRef="#ctx0" brushRef="#br0" timeOffset="1205.6256">2204 2067,'-72'-24,"48"24,0 24,0 0,24 0,0 0,0 0,0 0,0 0,0 0,24-24,0 24,0-24,0 0,0 0,0 0,0-24,-24 0,24-24,-24 24,0 0,0 0,0 0,0 0,0 48,0 0,0 0,24 24,-24-24,24 0,0-24,-24 24,24-24,0 0,-24-24</inkml:trace>
          <inkml:trace contextRef="#ctx0" brushRef="#br0" timeOffset="-2694.9633">1222 2547,'96'-48,"-72"48,0 0,-24 24,24 263,0-287,23 0,-23 24,0-24,0 0,0 0</inkml:trace>
          <inkml:trace contextRef="#ctx0" brushRef="#br0" timeOffset="-3165.5584">1270 2499,'0'24,"0"0,0 0,0 24,0-1,0 1,0-24,0 24,0-24,0 0</inkml:trace>
        </inkml:traceGroup>
      </inkml:traceGroup>
    </inkml:traceGroup>
    <inkml:traceGroup>
      <inkml:annotationXML>
        <emma:emma xmlns:emma="http://www.w3.org/2003/04/emma" version="1.0">
          <emma:interpretation id="{A377F257-E81A-48A9-9E45-73FCE9A97A90}" emma:medium="tactile" emma:mode="ink">
            <msink:context xmlns:msink="http://schemas.microsoft.com/ink/2010/main" type="paragraph" rotatedBoundingBox="22160,11098 21001,11057 21016,10652 22174,1069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AA5239C1-E396-4B1E-924E-B6284EE3AC9E}" emma:medium="tactile" emma:mode="ink">
              <msink:context xmlns:msink="http://schemas.microsoft.com/ink/2010/main" type="line" rotatedBoundingBox="22160,11098 21001,11057 21016,10652 22174,10692"/>
            </emma:interpretation>
          </emma:emma>
        </inkml:annotationXML>
        <inkml:traceGroup>
          <inkml:annotationXML>
            <emma:emma xmlns:emma="http://www.w3.org/2003/04/emma" version="1.0">
              <emma:interpretation id="{E83E6082-1F1B-46D7-978C-25DAF637A51B}" emma:medium="tactile" emma:mode="ink">
                <msink:context xmlns:msink="http://schemas.microsoft.com/ink/2010/main" type="inkWord" rotatedBoundingBox="21342,11055 21002,11043 21016,10652 21356,10664"/>
              </emma:interpretation>
              <emma:one-of disjunction-type="recognition" id="oneOf2">
                <emma:interpretation id="interp6" emma:lang="id-ID" emma:confidence="0.5">
                  <emma:literal>ebi</emma:literal>
                </emma:interpretation>
                <emma:interpretation id="interp7" emma:lang="id-ID" emma:confidence="0.5">
                  <emma:literal>5 •</emma:literal>
                </emma:interpretation>
                <emma:interpretation id="interp8" emma:lang="id-ID" emma:confidence="0">
                  <emma:literal>5 |</emma:literal>
                </emma:interpretation>
                <emma:interpretation id="interp9" emma:lang="id-ID" emma:confidence="0">
                  <emma:literal>eru</emma:literal>
                </emma:interpretation>
                <emma:interpretation id="interp10" emma:lang="id-ID" emma:confidence="0">
                  <emma:literal>5 I</emma:literal>
                </emma:interpretation>
              </emma:one-of>
            </emma:emma>
          </inkml:annotationXML>
          <inkml:trace contextRef="#ctx0" brushRef="#br0" timeOffset="-5160.1376">407 582,'120'-48,"-72"48,-24 0,0 0,0 24,-24 0,0 0,0 24,0-24,0 23,-24 1,0-24,0 24,0-24,0-24,0 24</inkml:trace>
          <inkml:trace contextRef="#ctx0" brushRef="#br0" timeOffset="-5534.8309">311 582,'0'24,"0"24,24-24,-24 23,0-23,0 24,0-24,0 0,24 0,-24 0,0 0</inkml:trace>
          <inkml:trace contextRef="#ctx0" brushRef="#br0" timeOffset="-4184.552">1437 606,'-23'-24,"-1"24,0 0,0 0,0 0,0 0,0 0,0 24,0 0,24 0,0 0,0 0,0-1,24-23,120 24,-120-24,-1 24,1-24,-24 24,0 0,0 0,0 0,-24 0,24 0,-23-24,-1 24,0-24,24 24,-24-24</inkml:trace>
        </inkml:traceGroup>
      </inkml:traceGroup>
    </inkml:traceGroup>
  </inkml:traceGroup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48:43.362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F06E5D8A-CE12-4E5F-B190-DAF3D509161A}" emma:medium="tactile" emma:mode="ink">
          <msink:context xmlns:msink="http://schemas.microsoft.com/ink/2010/main" type="inkDrawing" rotatedBoundingBox="7888,13072 12924,11143 13322,12182 8286,14111" semanticType="10" shapeName="Other">
            <msink:sourceLink direction="with" ref="{B66FEE27-B443-4B90-9C97-141ED34CD757}"/>
            <msink:sourceLink direction="with" ref="{82C8CA44-921E-47AF-85A9-7F67B25E2435}"/>
          </msink:context>
        </emma:interpretation>
      </emma:emma>
    </inkml:annotationXML>
    <inkml:trace contextRef="#ctx0" brushRef="#br0">0 1465,'24'0,"0"0,0 0,0 0,0 23,23-23,1 0,0 0,24 0,24 0,-24 0,0 0,0 0,0 24,-1-24,1 0,0 0,-24 0,48 0,-24-24,0 24,24 0,-24-23,-1 23,-23 0,0 0,0 0,0 0,-24 0,0 0,0 0,0 0,0 0,0 0,0 0,0 0,24 0,0 0,-24 0,24 23,-1-23,-23 0,0 0,0 0,0 0,-24-23,0-1,0 0,0 0,24 0,-24-24,0 0,0 24,0-24,0 0,0 0,24 0,-24 0,0 0,0 0,0 0,0 1,0-1,0 0,0 0,0 24,0-24,0 24,0-24,0 24,0 0,0 0,0 0,0 0,24-24,-24 24,0 0,0 0,24 0,0 24,0-24,0 24,0 0,0 0,24 0,-24 0,0 0,0 0,0 0,24 0,-24 0,24 0,0-24,23 1,1 23,24-48,24 48,-24-24,0 0,-1 24,1 0,0 0,-24-24,0 24,24 0,-48 0,24 0,-24 0,23-24,-23 24,24 0,0-24,0 24,-24 0,0 0,0 0,0 0,0 0,0-24,-24 24,23 0,-23 0,24 0,-24 0,0 0,24 0,-24 0,0 0,24 0,-24 0,0 0,0 0,0 0,0 0,0 0,0 0,0 24,0-24,0 0,0 0,0 0,0 0,0 0,-24 24,0 0,-24 24</inkml:trace>
  </inkml:traceGroup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48:45.566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574233CB-E6CB-4096-BBB8-56AB1C0D96B3}" emma:medium="tactile" emma:mode="ink">
          <msink:context xmlns:msink="http://schemas.microsoft.com/ink/2010/main" type="inkDrawing" rotatedBoundingBox="15712,12485 20692,11460 20813,12050 15834,13074" semanticType="10" shapeName="Other">
            <msink:sourceLink direction="with" ref="{82C8CA44-921E-47AF-85A9-7F67B25E2435}"/>
            <msink:sourceLink direction="with" ref="{9FD31C1D-76EB-4EB0-ABB0-AC9773B09344}"/>
          </msink:context>
        </emma:interpretation>
      </emma:emma>
    </inkml:annotationXML>
    <inkml:trace contextRef="#ctx0" brushRef="#br0">0 897,'23'0,"-23"23,24-23,24 24,0-24,24 0,24 24,-24-24,0 0,0 0,0-24,23 24,-23-24,0 24,0-23,0 23,0 0,0 0,0 0,0 0,23 0,1 0,216-24,-1-264,-311 216,0 48,24 0,-24 0,0-24,24 24,-24 0,24 0,0 0,-24 0,24 1,0-1,-24 0,24 0,0 24,0-24,0 24,0 0,0 0,0-24,0 24,0 0,0 0,24 0,-24 0,-1 0,25 0,0 0,0 0,-24 0,24 0,0 0,0 0,-24 0,24 0,-24 0,24 0,-24 0,24 24,-24-24,0 0,23 0,-23 0,24 0,0 0,-24 0,24 0,24 0,-24 0,0 0,24 0,-24 0,0-24,0 24,23 0,-23 0,0-24,0 24,-24 0,24 0,-24 0,0 0,0 0,0 0,0 0,0 0,24 0,-24 0,0-24,24 24,-24 0,24-24,-24 24,23-24,-23 24,0-24,0 24,0 0,0 0,0 0,0 0,0 0,0 0,0 0,0 0,0 0,0 0,0 0,0 0,0 0,0 0,0 0,0 0,0 0,0 0,0 0,-24 24</inkml:trace>
  </inkml:traceGroup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45:37.113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DA32393F-5E68-483C-865F-6099E58FF3E2}" emma:medium="tactile" emma:mode="ink">
          <msink:context xmlns:msink="http://schemas.microsoft.com/ink/2010/main" type="writingRegion" rotatedBoundingBox="4408,6469 5870,6469 5870,7236 4408,7236">
            <msink:destinationLink direction="with" ref="{64D83A91-ED9C-4CF4-B9DC-0FB620964DDC}"/>
          </msink:context>
        </emma:interpretation>
      </emma:emma>
    </inkml:annotationXML>
    <inkml:traceGroup>
      <inkml:annotationXML>
        <emma:emma xmlns:emma="http://www.w3.org/2003/04/emma" version="1.0">
          <emma:interpretation id="{E009DF0A-D5A6-4B47-88FD-9D694B47EB06}" emma:medium="tactile" emma:mode="ink">
            <msink:context xmlns:msink="http://schemas.microsoft.com/ink/2010/main" type="paragraph" rotatedBoundingBox="4408,6469 5870,6469 5870,7236 4408,723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4199749C-B921-40FB-A0B3-CD202F5E173A}" emma:medium="tactile" emma:mode="ink">
              <msink:context xmlns:msink="http://schemas.microsoft.com/ink/2010/main" type="inkBullet" rotatedBoundingBox="4408,6469 5870,6469 5870,7236 4408,7236"/>
            </emma:interpretation>
            <emma:one-of disjunction-type="recognition" id="oneOf0">
              <emma:interpretation id="interp0" emma:lang="id-ID" emma:confidence="1">
                <emma:literal>u</emma:literal>
              </emma:interpretation>
              <emma:interpretation id="interp1" emma:lang="id-ID" emma:confidence="0">
                <emma:literal>v</emma:literal>
              </emma:interpretation>
              <emma:interpretation id="interp2" emma:lang="id-ID" emma:confidence="0">
                <emma:literal>w</emma:literal>
              </emma:interpretation>
              <emma:interpretation id="interp3" emma:lang="id-ID" emma:confidence="0">
                <emma:literal>V</emma:literal>
              </emma:interpretation>
              <emma:interpretation id="interp4" emma:lang="id-ID" emma:confidence="0">
                <emma:literal>U</emma:literal>
              </emma:interpretation>
            </emma:one-of>
          </emma:emma>
        </inkml:annotationXML>
        <inkml:trace contextRef="#ctx0" brushRef="#br0">3570 5751,'-24'-24,"0"24,24 24,0 0,0 0,0 0,0 0,24 0,-24 0,24 0,-24 0,24 24,0 0,0-48,-24 24,24 0,0 0,0 0,-24 0,24-1,0 1,0-24,-24 24,24 0,0 0,0-24,0 24,24 0,-24-24,0 24,0-24,0 24,24-24,-25 0,1 0,0 0,0 0,0 0,0 0,24 0,-24 0,0 0,0 0,24-24,-24 24,0-24,0 24,0-24,0 24,0-24,0 24,-24-24,24 0,0 24,0-24,0 0,0 24,0-23,0 23,-1-24,1 0,-24 0,24 0,0 0,0 0,-24-24,24 24,-24 0,24 0,-24-24,24 24,-24 0,0 0,24 0,-24 0,0 0,24 24,-24-24,0 0,0 0,24 24,-24-24,-24 24,0 0</inkml:trace>
      </inkml:traceGroup>
    </inkml:traceGroup>
  </inkml:traceGroup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48:48.539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16205D55-65E8-4EBB-88D8-4BCCCF25C5CC}" emma:medium="tactile" emma:mode="ink">
          <msink:context xmlns:msink="http://schemas.microsoft.com/ink/2010/main" type="inkDrawing" rotatedBoundingBox="4623,11941 4776,9044 5519,9083 5367,11981" semanticType="callout" shapeName="Other">
            <msink:sourceLink direction="with" ref="{B66FEE27-B443-4B90-9C97-141ED34CD757}"/>
            <msink:destinationLink direction="with" ref="{24535F3E-3E1E-4D10-B730-3A0621C99D23}"/>
          </msink:context>
        </emma:interpretation>
      </emma:emma>
    </inkml:annotationXML>
    <inkml:trace contextRef="#ctx0" brushRef="#br0">743 0,'-24'0,"0"0,0 0,24 24,-24 0,24 0,0 0,-24 0,24 0,0 0,0 0,0 0,-24-24,24 24,-24-24,24 24,0 0,-24-24,24 24,-24 0,0 0,24 0,-24 0,0 0,0 24,-24-1,24-23,0 24,0-24,0 0,0 0,24 0,-23 0,-1 0,24 0,-24 0,0 0,0 0,24 0,-24 0,0 24,0-24,0 0,0-24,24 24,0 0,-24-24,24 24,0 0,0 0,0 0,0-1,0 1,0 24,0-24,24 0,-24 0,0 0,0 0,24 0,-24 0,0 0,24 0,-24 0,0 0,24 0,-24 0,0 0,24 24,-24-24,0 0,0 0,24 0,-24 0,0 0,0-1,24 1,-24 0,0 0,24 24,-24-24,0 0,0 0,24 0,-24 0,0 0,0 0,24-24,-24 24,0 0,0 0,0 0,0 0,23 0,-23 24,0-24,0 0,24 0,-24 0,0 0,0 0,0-1,0 1,24 0,-24 0,0 0,0 0,0 0,0 24,0-24,0 0,0 0,0 0,0 0,0 0,0 0,0 0,0 0,0 0,24-24,0 0,24 24,-24-24,0 0,24 0,-24 0,24 0,-24 0,0 0,0 24</inkml:trace>
  </inkml:traceGroup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48:50.626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A5647849-5054-4C69-803B-43994DBD5A39}" emma:medium="tactile" emma:mode="ink">
          <msink:context xmlns:msink="http://schemas.microsoft.com/ink/2010/main" type="inkDrawing" rotatedBoundingBox="12095,11092 12191,7844 13489,7883 13394,11130" semanticType="verticalRange" shapeName="Other">
            <msink:sourceLink direction="with" ref="{9C0CB1AF-9DE1-472C-B6B0-FECE8738409F}"/>
            <msink:sourceLink direction="with" ref="{92DBA348-67D2-44F4-8C62-7F5427474F15}"/>
          </msink:context>
        </emma:interpretation>
      </emma:emma>
    </inkml:annotationXML>
    <inkml:trace contextRef="#ctx0" brushRef="#br0">1320 0,'-24'48,"0"-48,24 24,-24-24,0 0,0 0,24 24,-24-24,0 0,0 24,0-24,-23 24,23 0,0-24,-24 24,0-24,24 24,-24-24,24 24,-24-24,0 24,0-24,0 24,0-24,0 24,0-24,0 0,25 24,-25-24,0 0,24 0,-24 0,24 0,0 0,0 0,0 0,0 0,0 0,24 24,0 0,-24 0,24-1,-24 1,24 0,0 0,-24 0,24 0,0 0,-24 24,24-24,0 48,0-24,0 24,0-24,0 24,0 0,24-1,-24-23,24 24,0-24,-24 24,24 0,0-24,0 24,-24 0,24-24,-24 23,0-23,24 24,-24-24,0 0,24 0,-24-24,0 24,24-24,-24 0,24 0,-24 24,0-24,24 0,-24 24,24 0,-24-1,0 1,24 0,-24-24,24 24,-24-24,24 0,-24 0,0 0,24 0,-24 0,0 0,23-24,-23 24,0 0,24 0,-24 0,0 0,0 0,0 0,0 0,0 0,0 0,24-1,-24 1,0 0,0 0,0 0,0 0,24-24,-24 24,0 0,24 0,0-24,0 0,0 24,24-24,-24 24,24-24,-24 0,24 24,-24-24,0 0,0 0,0 0,-24-48,0 24</inkml:trace>
  </inkml:traceGroup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48:52.925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C967DEBF-F79A-4C4F-98BD-C065D6EAC0BA}" emma:medium="tactile" emma:mode="ink">
          <msink:context xmlns:msink="http://schemas.microsoft.com/ink/2010/main" type="inkDrawing" rotatedBoundingBox="19639,6738 20607,10710 19706,10930 18739,6957" semanticType="callout" shapeName="Other">
            <msink:sourceLink direction="with" ref="{43D8A23A-A999-485F-92D0-DD0AED10D2F9}"/>
            <msink:sourceLink direction="with" ref="{9FD31C1D-76EB-4EB0-ABB0-AC9773B09344}"/>
          </msink:context>
        </emma:interpretation>
      </emma:emma>
    </inkml:annotationXML>
    <inkml:trace contextRef="#ctx0" brushRef="#br0">0 50,'24'-48,"-48"48,24 24,0 0,0 24,0-24,0 24,0-1,0 1,0 0,24 24,-24-24,0 24,24 0,-24 24,24-24,0 23,0 1,-24 0,24 0,0 0,-24 0,0 0,24-1,-24 1,0-24,0 0,0 0,0 0,24 0,-24-24,0 24,24-1,-24-23,24 24,-24 0,24-24,-24 24,0-24,0 0,24 0,-24 0,0 0,24-1,-24 1,0 0,24-24,-24 0,0 0,24 0,-24 24,0-24,0 0,0 0,24 24,-24-24,0 0,0 0,0 0,0 0,0 0,0 0,0 0,23 0,-23 0,0-1,0 25,0-24,0 0,0 0,0 0,0 0,0 0,0 0,0 0,24 0,-24 0,0 0,0 0,0 0,24-24,-24 24,0 0,0 0,24-24,0 0,0 0,-24 24,24-24,0 0,0 0,0 24,0-24,0 0,0 24,0-24,0 24,0-24,0 0,0 0,0 0,0 0,0 0,0 0,0 0,0 0,0 0,0-24,-1 24,1 0,0 0,0 0,0-24,0 24,0 0,0 0,0 0,0 0,0 0,0 0,0 0,0 0,0 0,0 0,0 0</inkml:trace>
  </inkml:traceGroup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46:00.783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70A59A07-F6FB-41B5-9BD7-F1E263DC485E}" emma:medium="tactile" emma:mode="ink">
          <msink:context xmlns:msink="http://schemas.microsoft.com/ink/2010/main" type="inkDrawing" rotatedBoundingBox="13072,3136 13153,4287 13110,4290 13029,3139" semanticType="callout" shapeName="Other">
            <msink:sourceLink direction="with" ref="{FB0EAE72-44BC-45BF-A867-6DA584B8301F}"/>
          </msink:context>
        </emma:interpretation>
      </emma:emma>
    </inkml:annotationXML>
    <inkml:trace contextRef="#ctx0" brushRef="#br0">-191 24,'0'-72,"0"48,0 0,-24 24,24-24,0 0,0-24,0 24,0 0,0-24,0 24,0-24,0 1,-24-1,24 0,0 0,0 0,0 0,0 0,0 0,0 0,0 0,0 24,0-24,0 0,0 24,-24-24,24 25,-24-1,24 0,0 0,0 48,0 0,0 0</inkml:trace>
  </inkml:traceGroup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46:01.575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63291C11-7AF5-4F89-9BAC-07C797EB0E8C}" emma:medium="tactile" emma:mode="ink">
          <msink:context xmlns:msink="http://schemas.microsoft.com/ink/2010/main" type="inkDrawing" rotatedBoundingBox="13597,3017 13634,4311 13574,4313 13538,3019" semanticType="callout" shapeName="Other">
            <msink:sourceLink direction="with" ref="{FB0EAE72-44BC-45BF-A867-6DA584B8301F}"/>
          </msink:context>
        </emma:interpretation>
      </emma:emma>
    </inkml:annotationXML>
    <inkml:trace contextRef="#ctx0" brushRef="#br0">264 48,'0'-24,"0"-24,0 24,0 0,0 0,0 0,0-24,24 0,-24 0,0 0,0 0,0-23,0 23,0-24,0 24,0 0,0-24,0 24,0 0,-24 0,24 0,0 24,0-24,-24 24,24-23,0 23,0 0,0 0,0 0,0 0,0 0,0 0,0 0,-24 24</inkml:trace>
  </inkml:traceGroup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45:38.102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4F7E11D4-A541-412D-9159-9A8AA44247DB}" emma:medium="tactile" emma:mode="ink">
          <msink:context xmlns:msink="http://schemas.microsoft.com/ink/2010/main" type="inkDrawing" rotatedBoundingBox="4432,6661 5497,8351 5099,8602 4033,6911" semanticType="callout" shapeName="Other">
            <msink:sourceLink direction="with" ref="{64D83A91-ED9C-4CF4-B9DC-0FB620964DDC}"/>
          </msink:context>
        </emma:interpretation>
      </emma:emma>
    </inkml:annotationXML>
    <inkml:trace contextRef="#ctx0" brushRef="#br0">3546 5799,'-48'72,"48"-48,-24 0,24 0,-23 24,23-24,0 24,0-24,0 24,0-24,0 23,0 1,0 0,0-24,0 24,71 144,-47-144,-24 0,24 0,0 0,0-24,0 23,0-23,0 24,0-24,0 24,24-24,-24 0,0 24,0-24,0 0,24 24,-24-24,0 0,0 0,24 0,-24 0,23 0,-23 0,0 0,24 0,-24 0,0 0,0-24,0 23,-24 1,24-24,0 0,-24 24,24-24,0 24,-24 0,24-24,0 0,-24 24,24-24,-24-48</inkml:trace>
  </inkml:traceGroup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47:44.152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FB88FFA8-370F-48C1-BB95-1D9333081654}" emma:medium="tactile" emma:mode="ink">
          <msink:context xmlns:msink="http://schemas.microsoft.com/ink/2010/main" type="writingRegion" rotatedBoundingBox="1237,15591 4072,15794 4001,16792 1165,16588"/>
        </emma:interpretation>
      </emma:emma>
    </inkml:annotationXML>
    <inkml:traceGroup>
      <inkml:annotationXML>
        <emma:emma xmlns:emma="http://www.w3.org/2003/04/emma" version="1.0">
          <emma:interpretation id="{EAC791D8-D5BC-43D4-BA77-0630A31D2211}" emma:medium="tactile" emma:mode="ink">
            <msink:context xmlns:msink="http://schemas.microsoft.com/ink/2010/main" type="paragraph" rotatedBoundingBox="1237,15591 4072,15794 4001,16792 1165,1658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5F582D96-BCCD-4ED8-8573-93377443C4F5}" emma:medium="tactile" emma:mode="ink">
              <msink:context xmlns:msink="http://schemas.microsoft.com/ink/2010/main" type="line" rotatedBoundingBox="1237,15591 4072,15794 4001,16792 1165,16588"/>
            </emma:interpretation>
          </emma:emma>
        </inkml:annotationXML>
        <inkml:traceGroup>
          <inkml:annotationXML>
            <emma:emma xmlns:emma="http://www.w3.org/2003/04/emma" version="1.0">
              <emma:interpretation id="{A7F99911-ECBF-4771-B080-CEA5038631E7}" emma:medium="tactile" emma:mode="ink">
                <msink:context xmlns:msink="http://schemas.microsoft.com/ink/2010/main" type="inkWord" rotatedBoundingBox="1237,15591 4072,15794 4001,16792 1165,16588"/>
              </emma:interpretation>
              <emma:one-of disjunction-type="recognition" id="oneOf0">
                <emma:interpretation id="interp0" emma:lang="id-ID" emma:confidence="0.5">
                  <emma:literal>Prit</emma:literal>
                </emma:interpretation>
                <emma:interpretation id="interp1" emma:lang="id-ID" emma:confidence="0">
                  <emma:literal>Pri</emma:literal>
                </emma:interpretation>
                <emma:interpretation id="interp2" emma:lang="id-ID" emma:confidence="0">
                  <emma:literal>Tri</emma:literal>
                </emma:interpretation>
                <emma:interpretation id="interp3" emma:lang="id-ID" emma:confidence="0">
                  <emma:literal>Trik</emma:literal>
                </emma:interpretation>
                <emma:interpretation id="interp4" emma:lang="id-ID" emma:confidence="0">
                  <emma:literal>prit</emma:literal>
                </emma:interpretation>
              </emma:one-of>
            </emma:emma>
          </inkml:annotationXML>
          <inkml:trace contextRef="#ctx0" brushRef="#br0">0 815,'-24'0,"48"0,24 0,24 24,0-24,0 24,0 0,-24-24,24 0,-24 0,-24 0,0 0,0 0,0 0,-1 0,-23-24,0 0,0-24,0 0,0 0,0 0,0 0,-23-24,23 24,0 0,-24 0,24 24,-24-24,24 0,-24 25,24-1,0 0,0 0,-24 24,24-24,0 0,0 0,0 0,0 0,0 0,0 0,24 24,24 0,-1 0,1 0,24 0,0 0,-24 0,24 0,-24 0,0 0,-24 0,0 0,0 0,0 0,0 0,-24 24,0 0,0 24,0 0,0 0,0 0,0 23,0-23,0 0,0 24,24-24,-24 24,0-24,24 24,-24 0,0-24,0 0,0-25,0 25,0-24,0 0,24-24,-1 0,25 0,-24 0,24 0,0 0,24 0,-24 0,0 0,0-24,-24 24,24 0,-24-24,0 24,-24-24,0 0,0 1,0-25,0 24,0-48,-24 24,24-24,-24 24,24-24,-24 24,24 0,0 0,-24 0,24 0,-24 25,24-1,0 0,-24 0,24 0,0 0,24 24,0 0,24 0,-24 0,24 0,-24 0,24 0,-1 0,1 0,0 0,0 0,-24 0,24 0,-24 0,0 0,0 0,0 0,0-24,0 24,-24 24,0 0,0 24,0 0,0-1,0 1,0 0,24 0,-24 0,24 0,-24 0,0 0,24 0,-24-24,0 24,0-24,24 0,-24 0,0 0,24-24,0 0,0 0,0 0,24 0,-25 0,25 0,-24 0,24 0,-24 0,0 0,0 0,0 0,0-24,0 24,0-24,0 24</inkml:trace>
          <inkml:trace contextRef="#ctx0" brushRef="#br0" timeOffset="2413.692">1582 623,'0'-24,"24"0,0 0,24-120,-24 144,0 0,0 0,0 24,0 0,0-24,0 24,-24 0,24-24,-1 0,1 24</inkml:trace>
          <inkml:trace contextRef="#ctx0" brushRef="#br0" timeOffset="1363.9055">264 527,'-24'0,"24"-24,24 0,0 0,0 24,-24-24,24 0,0 24,0-24,0 24,-24-24,24 24,-24-24,24 24,-24-24,24 24,48 0,-1 24,-47 0,0 0,0-24,24 24,-24-24,0 24,24-24,-24 24,0-24,24 24,-24-24,0 24,0-24</inkml:trace>
        </inkml:traceGroup>
      </inkml:traceGroup>
    </inkml:traceGroup>
  </inkml:traceGroup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48:06.565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9C0CB1AF-9DE1-472C-B6B0-FECE8738409F}" emma:medium="tactile" emma:mode="ink">
          <msink:context xmlns:msink="http://schemas.microsoft.com/ink/2010/main" type="writingRegion" rotatedBoundingBox="13101,9930 17775,9374 17966,10981 13292,11537">
            <msink:destinationLink direction="with" ref="{A5647849-5054-4C69-803B-43994DBD5A39}"/>
          </msink:context>
        </emma:interpretation>
      </emma:emma>
    </inkml:annotationXML>
    <inkml:traceGroup>
      <inkml:annotationXML>
        <emma:emma xmlns:emma="http://www.w3.org/2003/04/emma" version="1.0">
          <emma:interpretation id="{1C36F2DF-8392-44DF-A817-2092FF97CF6E}" emma:medium="tactile" emma:mode="ink">
            <msink:context xmlns:msink="http://schemas.microsoft.com/ink/2010/main" type="paragraph" rotatedBoundingBox="13101,9930 17775,9374 17966,10981 13292,1153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41312942-3EA5-4FAA-B4E6-293DA4785CFB}" emma:medium="tactile" emma:mode="ink">
              <msink:context xmlns:msink="http://schemas.microsoft.com/ink/2010/main" type="line" rotatedBoundingBox="13101,9930 17775,9374 17966,10981 13292,11537"/>
            </emma:interpretation>
          </emma:emma>
        </inkml:annotationXML>
        <inkml:traceGroup>
          <inkml:annotationXML>
            <emma:emma xmlns:emma="http://www.w3.org/2003/04/emma" version="1.0">
              <emma:interpretation id="{0F879641-EFB2-418C-A0D0-6837C600A464}" emma:medium="tactile" emma:mode="ink">
                <msink:context xmlns:msink="http://schemas.microsoft.com/ink/2010/main" type="inkWord" rotatedBoundingBox="12815,10675 14401,9776 14941,10728 13356,11628">
                  <msink:destinationLink direction="with" ref="{82C8CA44-921E-47AF-85A9-7F67B25E2435}"/>
                </msink:context>
              </emma:interpretation>
              <emma:one-of disjunction-type="recognition" id="oneOf0">
                <emma:interpretation id="interp0" emma:lang="id-ID" emma:confidence="0.5">
                  <emma:literal>isi</emma:literal>
                </emma:interpretation>
                <emma:interpretation id="interp1" emma:lang="id-ID" emma:confidence="0">
                  <emma:literal>Ds</emma:literal>
                </emma:interpretation>
                <emma:interpretation id="interp2" emma:lang="id-ID" emma:confidence="0">
                  <emma:literal>psi</emma:literal>
                </emma:interpretation>
                <emma:interpretation id="interp3" emma:lang="id-ID" emma:confidence="0">
                  <emma:literal>DS</emma:literal>
                </emma:interpretation>
                <emma:interpretation id="interp4" emma:lang="id-ID" emma:confidence="0">
                  <emma:literal>lis</emma:literal>
                </emma:interpretation>
              </emma:one-of>
            </emma:emma>
          </inkml:annotationXML>
          <inkml:trace contextRef="#ctx0" brushRef="#br0">1437 0,'-23'-48,"-1"48,0 0,0 0,0 0,0 24,0 0,24 0,0 0,0 0,0 0,24-24,24 24,-24-24,24 0,-25 0,1 24,0 0,0 0,-24-1,-24-23,0 24,0 0,1 0,-1-24,0 0,24 24,-24-24,24 24,0 0,0 0</inkml:trace>
          <inkml:trace contextRef="#ctx0" brushRef="#br0" timeOffset="90749.5679">1318-863,'48'288</inkml:trace>
          <inkml:trace contextRef="#ctx0" brushRef="#br0" timeOffset="-1294.4243">191 551,'0'72,"0"-48,0 0,0 0,0 24,24-24,-24 0,0 0,0 0,0-1,0 1,24-24</inkml:trace>
          <inkml:trace contextRef="#ctx0" brushRef="#br0" timeOffset="-891.5458">191 527,'48'-72,"-24"72,0 0,0 0,0 0,-24 24,24-24,-24 24,0 0,0 0,0 24,0-24,0 24,0-24,0 0,-24 0,24 0,-24 0,24 0,-24 0</inkml:trace>
        </inkml:traceGroup>
        <inkml:traceGroup>
          <inkml:annotationXML>
            <emma:emma xmlns:emma="http://www.w3.org/2003/04/emma" version="1.0">
              <emma:interpretation id="{CA4CD68C-95B4-4088-AFCD-8ACF3F420E0D}" emma:medium="tactile" emma:mode="ink">
                <msink:context xmlns:msink="http://schemas.microsoft.com/ink/2010/main" type="inkWord" rotatedBoundingBox="15924,10417 17872,10185 17966,10981 16018,11213"/>
              </emma:interpretation>
              <emma:one-of disjunction-type="recognition" id="oneOf1">
                <emma:interpretation id="interp5" emma:lang="id-ID" emma:confidence="0.5">
                  <emma:literal>-11:3,</emma:literal>
                </emma:interpretation>
                <emma:interpretation id="interp6" emma:lang="id-ID" emma:confidence="0">
                  <emma:literal>-1157,</emma:literal>
                </emma:interpretation>
                <emma:interpretation id="interp7" emma:lang="id-ID" emma:confidence="0">
                  <emma:literal>-115-3,</emma:literal>
                </emma:interpretation>
                <emma:interpretation id="interp8" emma:lang="id-ID" emma:confidence="0">
                  <emma:literal>-11:-3,</emma:literal>
                </emma:interpretation>
                <emma:interpretation id="interp9" emma:lang="id-ID" emma:confidence="0">
                  <emma:literal>-111-3,</emma:literal>
                </emma:interpretation>
              </emma:one-of>
            </emma:emma>
          </inkml:annotationXML>
          <inkml:trace contextRef="#ctx0" brushRef="#br0" timeOffset="58453.2002">2995 263,'-72'0,"48"0,48 0,0 0,24 0,0 0,-24 0,24 0,-24 0,24 0,0-24,-24 24,24 0,-25-24,1 24,24 0,-24 0,-24 24</inkml:trace>
          <inkml:trace contextRef="#ctx0" brushRef="#br0" timeOffset="58929.2599">3570-24,'0'-24,"0"48,0 0,24 24,0 0,-24 24,24-25,0 25,-24 0,24-24,-24-24,0 0,24-24</inkml:trace>
          <inkml:trace contextRef="#ctx0" brushRef="#br0" timeOffset="59307.5419">3666-48,'48'0,"0"0,0 0,-24 0,24 24,-24 0,-24 0,0 0,0 0,0 0,0 0,-24 0,0 0,0 23,0-23,0 0,0 24,24 0,-24-24,24 24,0-24,0 0</inkml:trace>
          <inkml:trace contextRef="#ctx0" brushRef="#br0" timeOffset="59766.4148">3954-144,'-24'96,"24"-48,24 0,-24 24,23-24,1 23,-24-23,24 0,-24-24,24-24</inkml:trace>
          <inkml:trace contextRef="#ctx0" brushRef="#br0" timeOffset="60246.0782">4097-72,'96'-72,"-72"72,0-24,0 24,0 0</inkml:trace>
          <inkml:trace contextRef="#ctx0" brushRef="#br0" timeOffset="60563.5293">4265 144,'192'-48</inkml:trace>
          <inkml:trace contextRef="#ctx0" brushRef="#br0" timeOffset="60915.8503">4409-408,'120'24,"-96"0,-24 0,0 0,0 0,0 0,-24 0,24 0,0 0,24-24</inkml:trace>
          <inkml:trace contextRef="#ctx0" brushRef="#br0" timeOffset="61318.6622">4744-96,'96'72,"-96"-48,0 0,0 0,0 0,0 0,-24 0,24 0,0 0,0 0,0-1</inkml:trace>
        </inkml:traceGroup>
      </inkml:traceGroup>
    </inkml:traceGroup>
  </inkml:traceGroup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45:58.986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E8C45343-4A1E-4444-AA7E-5310BB747F26}" emma:medium="tactile" emma:mode="ink">
          <msink:context xmlns:msink="http://schemas.microsoft.com/ink/2010/main" type="inkDrawing" rotatedBoundingBox="13422,5962 13523,6800 13483,6805 13382,5967" semanticType="callout" shapeName="Other">
            <msink:sourceLink direction="with" ref="{E4C30626-1B60-40E2-87B5-2C5632D769AF}"/>
            <msink:sourceLink direction="with" ref="{FB0EAE72-44BC-45BF-A867-6DA584B8301F}"/>
          </msink:context>
        </emma:interpretation>
      </emma:emma>
    </inkml:annotationXML>
    <inkml:trace contextRef="#ctx0" brushRef="#br0">72 1797,'0'-24,"0"0,0 0,0 0,0 48,0 0,24 24,-24 0,24 0,-24 0,0 24,24-24,-24 24,0-25,0 25,0-24,0-24,0 24,24 0,-24-24,0 24,0-24,0 0,0-72,0 24</inkml:trace>
  </inkml:traceGroup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49:10.152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7DEEFAF7-E676-44B5-BFE2-AC8C1BE7DA29}" emma:medium="tactile" emma:mode="ink">
          <msink:context xmlns:msink="http://schemas.microsoft.com/ink/2010/main" type="writingRegion" rotatedBoundingBox="23458,10136 25735,10136 25735,10926 23458,10926"/>
        </emma:interpretation>
      </emma:emma>
    </inkml:annotationXML>
    <inkml:traceGroup>
      <inkml:annotationXML>
        <emma:emma xmlns:emma="http://www.w3.org/2003/04/emma" version="1.0">
          <emma:interpretation id="{0325F341-22BA-4FBF-AD11-6FED89FD6942}" emma:medium="tactile" emma:mode="ink">
            <msink:context xmlns:msink="http://schemas.microsoft.com/ink/2010/main" type="paragraph" rotatedBoundingBox="23458,10136 25735,10136 25735,10926 23458,1092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714B6213-16F5-46DB-97BB-1AE546C9CDA4}" emma:medium="tactile" emma:mode="ink">
              <msink:context xmlns:msink="http://schemas.microsoft.com/ink/2010/main" type="line" rotatedBoundingBox="23458,10136 25735,10136 25735,10926 23458,10926"/>
            </emma:interpretation>
          </emma:emma>
        </inkml:annotationXML>
        <inkml:traceGroup>
          <inkml:annotationXML>
            <emma:emma xmlns:emma="http://www.w3.org/2003/04/emma" version="1.0">
              <emma:interpretation id="{0FC97429-CFDE-426A-8841-D1FB07696632}" emma:medium="tactile" emma:mode="ink">
                <msink:context xmlns:msink="http://schemas.microsoft.com/ink/2010/main" type="inkWord" rotatedBoundingBox="23458,10136 25735,10136 25735,10926 23458,10926"/>
              </emma:interpretation>
              <emma:one-of disjunction-type="recognition" id="oneOf0">
                <emma:interpretation id="interp0" emma:lang="id-ID" emma:confidence="0.5">
                  <emma:literal>tikas,</emma:literal>
                </emma:interpretation>
                <emma:interpretation id="interp1" emma:lang="id-ID" emma:confidence="0">
                  <emma:literal>tekap</emma:literal>
                </emma:interpretation>
                <emma:interpretation id="interp2" emma:lang="id-ID" emma:confidence="0">
                  <emma:literal>tika,</emma:literal>
                </emma:interpretation>
                <emma:interpretation id="interp3" emma:lang="id-ID" emma:confidence="0">
                  <emma:literal>tekap.</emma:literal>
                </emma:interpretation>
                <emma:interpretation id="interp4" emma:lang="id-ID" emma:confidence="0">
                  <emma:literal>tekap,</emma:literal>
                </emma:interpretation>
              </emma:one-of>
            </emma:emma>
          </inkml:annotationXML>
          <inkml:trace contextRef="#ctx0" brushRef="#br0">2755 654,'24'-48,"0"48,0 0,0 0,24 0,0 0,0 0,24 0,0 0,0 0,0 0,-1 0,-23 0,0 0,0 0,-24-24,0 24,0 0</inkml:trace>
          <inkml:trace contextRef="#ctx0" brushRef="#br0" timeOffset="517.7504">3594 150,'24'192,"-24"-144,0 48,24-48,-24 0,0 0,24 0,-24-24,0-1</inkml:trace>
          <inkml:trace contextRef="#ctx0" brushRef="#br0" timeOffset="952.7873">3642 270,'407'168,"-407"-144,0 0,-24 0,0 0,-23 0,-1 24,24-24,0 0,0 0,0 0,0-1,24 1,0 0,0 0</inkml:trace>
          <inkml:trace contextRef="#ctx0" brushRef="#br0" timeOffset="1875.165">4001 31,'24'95,"0"-47,-24 0,24 0,-24 24,24-24,-24 24,0-24,0 0,0-24,0 0,24-24,0 0</inkml:trace>
          <inkml:trace contextRef="#ctx0" brushRef="#br0" timeOffset="2437.7118">4265 150,'24'0,"0"0,0 0,24 0,-24 0,0 0,0 0,0 0</inkml:trace>
          <inkml:trace contextRef="#ctx0" brushRef="#br0" timeOffset="2739.0964">4361 438,'144'0,"-120"0,0 0,0 0,-24-24</inkml:trace>
          <inkml:trace contextRef="#ctx0" brushRef="#br0" timeOffset="3165.5861">4577 7,'191'48,"-167"-48,-120 95,96-71</inkml:trace>
          <inkml:trace contextRef="#ctx0" brushRef="#br0" timeOffset="3651.4792">4936 270,'24'264,"-48"-240,0 0,0 0</inkml:trace>
          <inkml:trace contextRef="#ctx0" brushRef="#br0" timeOffset="4858.563">4720 342,'312'168,"-336"-144,0-24,-24 24,24 0,-24 0,0-24,24 24,0 0,0 0,0-24,24 24,24-24</inkml:trace>
        </inkml:traceGroup>
      </inkml:traceGroup>
    </inkml:traceGroup>
  </inkml:traceGroup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49:33.896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049375BA-622F-4A7B-A722-67252CBD9688}" emma:medium="tactile" emma:mode="ink">
          <msink:context xmlns:msink="http://schemas.microsoft.com/ink/2010/main" type="inkDrawing" rotatedBoundingBox="6565,10208 6565,10663 6550,10663 6550,10208" shapeName="Other"/>
        </emma:interpretation>
      </emma:emma>
    </inkml:annotationXML>
    <inkml:trace contextRef="#ctx0" brushRef="#br0">0 47,'0'-47,"0"70,0 25,0 24,0-24,0 24,0-24,0 0,0-24,0 24,0-24</inkml:trace>
  </inkml:traceGroup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48:58.390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B3F606D9-8A48-4277-B04C-11E9ECCFD7A5}" emma:medium="tactile" emma:mode="ink">
          <msink:context xmlns:msink="http://schemas.microsoft.com/ink/2010/main" type="writingRegion" rotatedBoundingBox="7726,11632 9785,10286 10222,10955 8163,12301"/>
        </emma:interpretation>
      </emma:emma>
    </inkml:annotationXML>
    <inkml:traceGroup>
      <inkml:annotationXML>
        <emma:emma xmlns:emma="http://www.w3.org/2003/04/emma" version="1.0">
          <emma:interpretation id="{64937A15-E0C6-4B17-9C0A-15F3EF10D8E5}" emma:medium="tactile" emma:mode="ink">
            <msink:context xmlns:msink="http://schemas.microsoft.com/ink/2010/main" type="paragraph" rotatedBoundingBox="7726,11632 9785,10286 10222,10955 8163,1230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A4B1151F-54F2-4ECC-9B08-CCDA80B66086}" emma:medium="tactile" emma:mode="ink">
              <msink:context xmlns:msink="http://schemas.microsoft.com/ink/2010/main" type="line" rotatedBoundingBox="7726,11632 9785,10286 10222,10955 8163,12301"/>
            </emma:interpretation>
          </emma:emma>
        </inkml:annotationXML>
        <inkml:traceGroup>
          <inkml:annotationXML>
            <emma:emma xmlns:emma="http://www.w3.org/2003/04/emma" version="1.0">
              <emma:interpretation id="{6C6EAD7A-6C0F-419D-ABB3-CCB15BCDF55D}" emma:medium="tactile" emma:mode="ink">
                <msink:context xmlns:msink="http://schemas.microsoft.com/ink/2010/main" type="inkWord" rotatedBoundingBox="7726,11632 9785,10286 10222,10955 8163,12301"/>
              </emma:interpretation>
              <emma:one-of disjunction-type="recognition" id="oneOf0">
                <emma:interpretation id="interp0" emma:lang="id-ID" emma:confidence="0.5">
                  <emma:literal>Yoke,</emma:literal>
                </emma:interpretation>
                <emma:interpretation id="interp1" emma:lang="id-ID" emma:confidence="0">
                  <emma:literal>Vike,</emma:literal>
                </emma:interpretation>
                <emma:interpretation id="interp2" emma:lang="id-ID" emma:confidence="0">
                  <emma:literal>moke,</emma:literal>
                </emma:interpretation>
                <emma:interpretation id="interp3" emma:lang="id-ID" emma:confidence="0">
                  <emma:literal>Yoke",</emma:literal>
                </emma:interpretation>
                <emma:interpretation id="interp4" emma:lang="id-ID" emma:confidence="0">
                  <emma:literal>Vike",</emma:literal>
                </emma:interpretation>
              </emma:one-of>
            </emma:emma>
          </inkml:annotationXML>
          <inkml:trace contextRef="#ctx0" brushRef="#br0">2253 24,'0'-24,"0"0,-24 24,24-24,0 0,0 0,0 0,24 24,-24-24,24 24,-24-24,24 24,0 0,0 0,0 0,0-24,0 24,0 0,0 0,0 0,-1-24,1 24,0 0,0 0,0 0,0 0,0-24,0 24,0 0,0 0,0 0,0 0,0 0,0 0,0 0,0 0,0 0,0 0,0 0,0 0,0 0,0-24,0 24,0 0,0-24,0 24,-1 0,1 0,0 0,0 0,0 0,-48 0,0 0</inkml:trace>
          <inkml:trace contextRef="#ctx0" brushRef="#br0" timeOffset="1828.2128">3211-719,'0'24,"0"0,0 0,24 24,-24 0,24-24,0 24,0 24,0-25,-24-23,24 24,-24-24,0 0,24 0,-24 0,24 0</inkml:trace>
          <inkml:trace contextRef="#ctx0" brushRef="#br0" timeOffset="2502.2307">3211-767,'72'0,"-24"0,0 0,-24 24,24-24,-24 0,0 0,-24 24,0 0,0 0,0 0,0 24,0-24,0 24,0-24,-24 24,24-24,0 23,0 25</inkml:trace>
          <inkml:trace contextRef="#ctx0" brushRef="#br0" timeOffset="2903.5438">3427-983,'0'-24,"0"72,24-24,0 24,24 24,-24-24,0 24,24-24,-24 0,0 0,0 0,24 0</inkml:trace>
          <inkml:trace contextRef="#ctx0" brushRef="#br0" timeOffset="4098.9556">3715-1007,'167'168,"-143"-168,0 0,0-24,0 0,0 24,0-24,0 0,0 0,-24 0,0 0</inkml:trace>
          <inkml:trace contextRef="#ctx0" brushRef="#br0" timeOffset="3808.2063">3715-1007,'0'-24,"0"1,24-1,-24 0,0 0,24 0,-24 0,0 0,23 0</inkml:trace>
          <inkml:trace contextRef="#ctx0" brushRef="#br0" timeOffset="4549.0352">3739-1342,'95'-48,"-71"48,0 0,0 0,0 0,-24 24,0 0,0 0,0 0,0 0,0 0,0 0</inkml:trace>
          <inkml:trace contextRef="#ctx0" brushRef="#br0" timeOffset="5084.2006">4146-1270,'72'0,"-48"0,24 0,-24 0,0 0,-24 24,24-24,-24 24,0 0,0 0,0 0,0 0,-24 24,24-24,0-1,0 1</inkml:trace>
        </inkml:traceGroup>
      </inkml:traceGroup>
    </inkml:traceGroup>
  </inkml:traceGroup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47:25.576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92DBA348-67D2-44F4-8C62-7F5427474F15}" emma:medium="tactile" emma:mode="ink">
          <msink:context xmlns:msink="http://schemas.microsoft.com/ink/2010/main" type="writingRegion" rotatedBoundingBox="16107,11181 15175,13597 14270,13248 15202,10832">
            <msink:destinationLink direction="with" ref="{82C8CA44-921E-47AF-85A9-7F67B25E2435}"/>
            <msink:destinationLink direction="with" ref="{A5647849-5054-4C69-803B-43994DBD5A39}"/>
          </msink:context>
        </emma:interpretation>
      </emma:emma>
    </inkml:annotationXML>
    <inkml:traceGroup>
      <inkml:annotationXML>
        <emma:emma xmlns:emma="http://www.w3.org/2003/04/emma" version="1.0">
          <emma:interpretation id="{499044DA-BA2A-4DC5-A998-511027DD52B3}" emma:medium="tactile" emma:mode="ink">
            <msink:context xmlns:msink="http://schemas.microsoft.com/ink/2010/main" type="paragraph" rotatedBoundingBox="16107,11181 15175,13597 14270,13248 15202,1083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1392F3BB-B275-4ABC-A87D-62442A2DD9F6}" emma:medium="tactile" emma:mode="ink">
              <msink:context xmlns:msink="http://schemas.microsoft.com/ink/2010/main" type="line" rotatedBoundingBox="16107,11181 15175,13597 14270,13248 15202,10832"/>
            </emma:interpretation>
          </emma:emma>
        </inkml:annotationXML>
        <inkml:traceGroup>
          <inkml:annotationXML>
            <emma:emma xmlns:emma="http://www.w3.org/2003/04/emma" version="1.0">
              <emma:interpretation id="{D874AD74-1C6D-45B8-8DC5-F7CA076F9E48}" emma:medium="tactile" emma:mode="ink">
                <msink:context xmlns:msink="http://schemas.microsoft.com/ink/2010/main" type="inkWord" rotatedBoundingBox="15619,12446 15457,12864 14995,12686 15157,12267"/>
              </emma:interpretation>
              <emma:one-of disjunction-type="recognition" id="oneOf0">
                <emma:interpretation id="interp0" emma:lang="id-ID" emma:confidence="0.5">
                  <emma:literal>-018:</emma:literal>
                </emma:interpretation>
                <emma:interpretation id="interp1" emma:lang="id-ID" emma:confidence="0.5">
                  <emma:literal>S 1:</emma:literal>
                </emma:interpretation>
                <emma:interpretation id="interp2" emma:lang="id-ID" emma:confidence="0">
                  <emma:literal>-08:</emma:literal>
                </emma:interpretation>
                <emma:interpretation id="interp3" emma:lang="id-ID" emma:confidence="0">
                  <emma:literal>S 18:</emma:literal>
                </emma:interpretation>
                <emma:interpretation id="interp4" emma:lang="id-ID" emma:confidence="0">
                  <emma:literal>-008:</emma:literal>
                </emma:interpretation>
              </emma:one-of>
            </emma:emma>
          </inkml:annotationXML>
          <inkml:trace contextRef="#ctx0" brushRef="#br0">1989 1510,'0'-48,"-24"48,0 0,0 0,0 24,0 0,24 0,0 0,0 0,0 0,0 0,24 0,0-24,0 23,0-23,0 0,0 0,0 0,0-23,-24-1,24 0,0 0,-24 0,0 0,0 0,0 0,24 24,-24 24,24 0,-24 24,0-24,24 0,0 0,0-24</inkml:trace>
          <inkml:trace contextRef="#ctx0" brushRef="#br0" timeOffset="530.0766">1846 1270,'47'0,"-23"0,0 0,24 0,96 0</inkml:trace>
          <inkml:trace contextRef="#ctx0" brushRef="#br0" timeOffset="42158.5178">1103 1893,'96'-24,"-96"48,-24 0,0 0,24 0,-24 0,24 24,-24-24,24 0,0 0,0 0,24 0,0 0,24 0,-24 0,-1-24,25 0,-24 0,0 24,0-24,0 0</inkml:trace>
          <inkml:trace contextRef="#ctx0" brushRef="#br0" timeOffset="1538.4277">2109-192,'-96'0,"72"24,0 0,0 0,-24 336,96-360,-24 0,0 0,24 0,-24 0,0-24,-24 0,24 0,-24-24,24 24,-24 0,0 0,0 0,0 0,0 0,0 0,0 48,0 0,0 24,0 0,0 0,0-24,24 24,0-24,0 0,0-24,0 24,0-24</inkml:trace>
          <inkml:trace contextRef="#ctx0" brushRef="#br0" timeOffset="41739.87">1103 1917,'-24'24,"24"0,0 0,24 24,0 96,-24-120</inkml:trace>
        </inkml:traceGroup>
      </inkml:traceGroup>
    </inkml:traceGroup>
  </inkml:traceGroup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47:17.054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07705963-8355-40C9-ABE9-2453785D9B6B}" emma:medium="tactile" emma:mode="ink">
          <msink:context xmlns:msink="http://schemas.microsoft.com/ink/2010/main" type="writingRegion" rotatedBoundingBox="5538,12528 6977,14310 6563,14644 5124,12862">
            <msink:destinationLink direction="with" ref="{C49DE30D-D6A7-4502-B001-2E48DFA82749}"/>
            <msink:destinationLink direction="with" ref="{B66FEE27-B443-4B90-9C97-141ED34CD757}"/>
          </msink:context>
        </emma:interpretation>
      </emma:emma>
    </inkml:annotationXML>
    <inkml:traceGroup>
      <inkml:annotationXML>
        <emma:emma xmlns:emma="http://www.w3.org/2003/04/emma" version="1.0">
          <emma:interpretation id="{96E9FDCD-950D-4AB7-84FE-753F20EC88E4}" emma:medium="tactile" emma:mode="ink">
            <msink:context xmlns:msink="http://schemas.microsoft.com/ink/2010/main" type="paragraph" rotatedBoundingBox="5538,12528 6977,14310 6563,14644 5124,1286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4C59EF1E-1111-46CA-A6FD-B583640FB591}" emma:medium="tactile" emma:mode="ink">
              <msink:context xmlns:msink="http://schemas.microsoft.com/ink/2010/main" type="line" rotatedBoundingBox="5538,12528 6977,14310 6563,14644 5124,12862"/>
            </emma:interpretation>
          </emma:emma>
        </inkml:annotationXML>
        <inkml:traceGroup>
          <inkml:annotationXML>
            <emma:emma xmlns:emma="http://www.w3.org/2003/04/emma" version="1.0">
              <emma:interpretation id="{18229470-4B22-4481-85E3-251B272497A6}" emma:medium="tactile" emma:mode="ink">
                <msink:context xmlns:msink="http://schemas.microsoft.com/ink/2010/main" type="inkWord" rotatedBoundingBox="5538,12528 5977,13071 5563,13406 5124,12862"/>
              </emma:interpretation>
              <emma:one-of disjunction-type="recognition" id="oneOf0">
                <emma:interpretation id="interp0" emma:lang="id-ID" emma:confidence="0.5">
                  <emma:literal>7</emma:literal>
                </emma:interpretation>
                <emma:interpretation id="interp1" emma:lang="id-ID" emma:confidence="0">
                  <emma:literal>m</emma:literal>
                </emma:interpretation>
                <emma:interpretation id="interp2" emma:lang="id-ID" emma:confidence="0">
                  <emma:literal>n</emma:literal>
                </emma:interpretation>
                <emma:interpretation id="interp3" emma:lang="id-ID" emma:confidence="0">
                  <emma:literal>^</emma:literal>
                </emma:interpretation>
                <emma:interpretation id="interp4" emma:lang="id-ID" emma:confidence="0">
                  <emma:literal>M</emma:literal>
                </emma:interpretation>
              </emma:one-of>
            </emma:emma>
          </inkml:annotationXML>
          <inkml:trace contextRef="#ctx0" brushRef="#br0">-191 886,'0'-23,"0"-1,0 0,-24 0,24 0,-24 24,24-24,24 48,0-24,0 24,0 0,0 0,0 0,0-1,0 1,23 0,-23 0,0 0,0 0,0-24,0 24,0-24,-24 24,24-24,0 0,0 0,-24 24,-24 0,-263 288,263-288,24 0,0 0,24-24,0 0,0 0,-1-24</inkml:trace>
        </inkml:traceGroup>
        <inkml:traceGroup>
          <inkml:annotationXML>
            <emma:emma xmlns:emma="http://www.w3.org/2003/04/emma" version="1.0">
              <emma:interpretation id="{E09CEE4A-FC77-4C9E-AEAC-2D7223389194}" emma:medium="tactile" emma:mode="ink">
                <msink:context xmlns:msink="http://schemas.microsoft.com/ink/2010/main" type="inkWord" rotatedBoundingBox="6652,13970 6946,14334 6741,14500 6447,14136"/>
              </emma:interpretation>
              <emma:one-of disjunction-type="recognition" id="oneOf1">
                <emma:interpretation id="interp5" emma:lang="id-ID" emma:confidence="0.5">
                  <emma:literal>x</emma:literal>
                </emma:interpretation>
                <emma:interpretation id="interp6" emma:lang="id-ID" emma:confidence="0">
                  <emma:literal>t</emma:literal>
                </emma:interpretation>
                <emma:interpretation id="interp7" emma:lang="id-ID" emma:confidence="0">
                  <emma:literal>y</emma:literal>
                </emma:interpretation>
                <emma:interpretation id="interp8" emma:lang="id-ID" emma:confidence="0">
                  <emma:literal>+</emma:literal>
                </emma:interpretation>
                <emma:interpretation id="interp9" emma:lang="id-ID" emma:confidence="0">
                  <emma:literal>=</emma:literal>
                </emma:interpretation>
              </emma:one-of>
            </emma:emma>
          </inkml:annotationXML>
          <inkml:trace contextRef="#ctx0" brushRef="#br0" timeOffset="-5166.2103">911 2156,'48'0,"-24"0,0 0,0 0,0 0,-24 48,-24-24,24 0,-24 0,24 0,0 0,0 0,0 0,24 0,0-24,0 24,24-24,0 24,-24-24,0 24,-1-24,1 0</inkml:trace>
          <inkml:trace contextRef="#ctx0" brushRef="#br0" timeOffset="-5659.773">935 2204,'0'-48,"0"72,0 0,0 24,24 0,0 0,-24-24,24 24,-24-24,0 0,0 0,0 0,24-24,-24-24</inkml:trace>
        </inkml:traceGroup>
      </inkml:traceGroup>
    </inkml:traceGroup>
  </inkml:traceGroup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47:13.725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A4E4647E-62EA-494B-9A59-C0F2923714DD}" emma:medium="tactile" emma:mode="ink">
          <msink:context xmlns:msink="http://schemas.microsoft.com/ink/2010/main" type="writingRegion" rotatedBoundingBox="7559,11984 7690,13739 7351,13765 7220,12009">
            <msink:destinationLink direction="with" ref="{B66FEE27-B443-4B90-9C97-141ED34CD757}"/>
          </msink:context>
        </emma:interpretation>
      </emma:emma>
    </inkml:annotationXML>
    <inkml:traceGroup>
      <inkml:annotationXML>
        <emma:emma xmlns:emma="http://www.w3.org/2003/04/emma" version="1.0">
          <emma:interpretation id="{6B6B0C4A-4D04-403E-9D8F-CCB532F2F7B7}" emma:medium="tactile" emma:mode="ink">
            <msink:context xmlns:msink="http://schemas.microsoft.com/ink/2010/main" type="paragraph" rotatedBoundingBox="7559,11984 7690,13739 7351,13765 7220,1200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1403A244-CCB1-453F-866D-066145208EBB}" emma:medium="tactile" emma:mode="ink">
              <msink:context xmlns:msink="http://schemas.microsoft.com/ink/2010/main" type="line" rotatedBoundingBox="7559,11984 7690,13739 7351,13765 7220,12009"/>
            </emma:interpretation>
          </emma:emma>
        </inkml:annotationXML>
        <inkml:traceGroup>
          <inkml:annotationXML>
            <emma:emma xmlns:emma="http://www.w3.org/2003/04/emma" version="1.0">
              <emma:interpretation id="{5B9B7F2C-02C3-4306-AA30-51E203BA442B}" emma:medium="tactile" emma:mode="ink">
                <msink:context xmlns:msink="http://schemas.microsoft.com/ink/2010/main" type="inkWord" rotatedBoundingBox="7531,11986 7548,12219 7265,12241 7247,12007"/>
              </emma:interpretation>
              <emma:one-of disjunction-type="recognition" id="oneOf0">
                <emma:interpretation id="interp0" emma:lang="id-ID" emma:confidence="0.5">
                  <emma:literal>A</emma:literal>
                </emma:interpretation>
                <emma:interpretation id="interp1" emma:lang="id-ID" emma:confidence="0">
                  <emma:literal>•</emma:literal>
                </emma:interpretation>
                <emma:interpretation id="interp2" emma:lang="id-ID" emma:confidence="0">
                  <emma:literal>5</emma:literal>
                </emma:interpretation>
                <emma:interpretation id="interp3" emma:lang="id-ID" emma:confidence="0">
                  <emma:literal>S</emma:literal>
                </emma:interpretation>
                <emma:interpretation id="interp4" emma:lang="id-ID" emma:confidence="0">
                  <emma:literal>s</emma:literal>
                </emma:interpretation>
              </emma:one-of>
            </emma:emma>
          </inkml:annotationXML>
          <inkml:trace contextRef="#ctx0" brushRef="#br0">1726 144,'0'-24,"-24"24,0 0,0 0,0 0,24 24,0 0,-24-24,24 24,0 0,0-1,0 1,0 0,24 0,0 0,0-24,0-24,0 24,-24-24,24 0,-24 0,0 1,0-1,0 0,0 0,24 24,-24 24,24 24,-24-25,24 25,0-24,-24 0,23-24,1 0,-24-24</inkml:trace>
        </inkml:traceGroup>
        <inkml:traceGroup>
          <inkml:annotationXML>
            <emma:emma xmlns:emma="http://www.w3.org/2003/04/emma" version="1.0">
              <emma:interpretation id="{04F0440C-C366-4E5E-A76D-90C71943868F}" emma:medium="tactile" emma:mode="ink">
                <msink:context xmlns:msink="http://schemas.microsoft.com/ink/2010/main" type="inkWord" rotatedBoundingBox="7643,13107 7690,13739 7351,13765 7304,13132"/>
              </emma:interpretation>
              <emma:one-of disjunction-type="recognition" id="oneOf1">
                <emma:interpretation id="interp5" emma:lang="id-ID" emma:confidence="0.5">
                  <emma:literal>le</emma:literal>
                </emma:interpretation>
                <emma:interpretation id="interp6" emma:lang="id-ID" emma:confidence="0">
                  <emma:literal>88</emma:literal>
                </emma:interpretation>
                <emma:interpretation id="interp7" emma:lang="id-ID" emma:confidence="0">
                  <emma:literal>Je</emma:literal>
                </emma:interpretation>
                <emma:interpretation id="interp8" emma:lang="id-ID" emma:confidence="0">
                  <emma:literal>Ot</emma:literal>
                </emma:interpretation>
                <emma:interpretation id="interp9" emma:lang="id-ID" emma:confidence="0">
                  <emma:literal>Le</emma:literal>
                </emma:interpretation>
              </emma:one-of>
            </emma:emma>
          </inkml:annotationXML>
          <inkml:trace contextRef="#ctx0" brushRef="#br0" timeOffset="1671.2548">1654 1294,'72'0,"-48"0,24 0,0 0,-25 0,73 0,-96-24,24 24,-24-24,0 0</inkml:trace>
          <inkml:trace contextRef="#ctx0" brushRef="#br0" timeOffset="1169.8288">1869 1701,'0'-96,"0"72,-23 24,-1 0,0 0,0 0,0 0,24 24,-24 0,24 24,0-24,-24 0,24 0,0 0,0 0,0 0,24 0,0 0,0-24,0 0,0 0,0 0,-1-48,-23 0,0 24,0-24,0 0,0 24,0-24,0 24,0 48,24 24,-24-24,24 0,0 0,-24 0,24 0,0-24</inkml:trace>
        </inkml:traceGroup>
      </inkml:traceGroup>
    </inkml:traceGroup>
  </inkml:traceGroup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49:34.878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450F5D74-2A16-4928-9CB2-68D184AEEDEA}" emma:medium="tactile" emma:mode="ink">
          <msink:context xmlns:msink="http://schemas.microsoft.com/ink/2010/main" type="writingRegion" rotatedBoundingBox="6853,15407 6924,15407 6924,15743 6853,15743">
            <msink:destinationLink direction="with" ref="{C49DE30D-D6A7-4502-B001-2E48DFA82749}"/>
          </msink:context>
        </emma:interpretation>
      </emma:emma>
    </inkml:annotationXML>
    <inkml:traceGroup>
      <inkml:annotationXML>
        <emma:emma xmlns:emma="http://www.w3.org/2003/04/emma" version="1.0">
          <emma:interpretation id="{A071B28C-FAFA-46A0-86CB-64C5EADD708E}" emma:medium="tactile" emma:mode="ink">
            <msink:context xmlns:msink="http://schemas.microsoft.com/ink/2010/main" type="paragraph" rotatedBoundingBox="6853,15407 6924,15407 6924,15743 6853,1574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91F3A44E-A93E-4FE2-BDDF-BE8EAE56FEA4}" emma:medium="tactile" emma:mode="ink">
              <msink:context xmlns:msink="http://schemas.microsoft.com/ink/2010/main" type="line" rotatedBoundingBox="6853,15407 6924,15407 6924,15743 6853,15743"/>
            </emma:interpretation>
          </emma:emma>
        </inkml:annotationXML>
        <inkml:traceGroup>
          <inkml:annotationXML>
            <emma:emma xmlns:emma="http://www.w3.org/2003/04/emma" version="1.0">
              <emma:interpretation id="{DF21A72B-499E-4D01-93F3-4D6515785880}" emma:medium="tactile" emma:mode="ink">
                <msink:context xmlns:msink="http://schemas.microsoft.com/ink/2010/main" type="inkWord" rotatedBoundingBox="6853,15407 6924,15407 6924,15743 6853,15743"/>
              </emma:interpretation>
              <emma:one-of disjunction-type="recognition" id="oneOf0">
                <emma:interpretation id="interp0" emma:lang="id-ID" emma:confidence="0.5">
                  <emma:literal>I</emma:literal>
                </emma:interpretation>
                <emma:interpretation id="interp1" emma:lang="id-ID" emma:confidence="0">
                  <emma:literal>'</emma:literal>
                </emma:interpretation>
                <emma:interpretation id="interp2" emma:lang="id-ID" emma:confidence="0">
                  <emma:literal>|</emma:literal>
                </emma:interpretation>
                <emma:interpretation id="interp3" emma:lang="id-ID" emma:confidence="0">
                  <emma:literal>1</emma:literal>
                </emma:interpretation>
                <emma:interpretation id="interp4" emma:lang="id-ID" emma:confidence="0">
                  <emma:literal>l</emma:literal>
                </emma:interpretation>
              </emma:one-of>
            </emma:emma>
          </inkml:annotationXML>
          <inkml:trace contextRef="#ctx0" brushRef="#br0">47 48,'-47'-48,"47"72,0 24,24 0,-24-24,0 24,23-24,-23 0,0 24,24-24,-24 0</inkml:trace>
        </inkml:traceGroup>
      </inkml:traceGroup>
    </inkml:traceGroup>
  </inkml:traceGroup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49:38.055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F8E6C0F9-E228-4EDA-B99E-A49F9E353473}" emma:medium="tactile" emma:mode="ink">
          <msink:context xmlns:msink="http://schemas.microsoft.com/ink/2010/main" type="writingRegion" rotatedBoundingBox="21877,9369 21925,9369 21925,9776 21877,9776"/>
        </emma:interpretation>
      </emma:emma>
    </inkml:annotationXML>
    <inkml:traceGroup>
      <inkml:annotationXML>
        <emma:emma xmlns:emma="http://www.w3.org/2003/04/emma" version="1.0">
          <emma:interpretation id="{A1529DB1-9CD5-436F-A1AC-9CA891033C89}" emma:medium="tactile" emma:mode="ink">
            <msink:context xmlns:msink="http://schemas.microsoft.com/ink/2010/main" type="paragraph" rotatedBoundingBox="21877,9369 21925,9369 21925,9776 21877,977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7BC4989D-D9A7-4620-9943-2F8669327609}" emma:medium="tactile" emma:mode="ink">
              <msink:context xmlns:msink="http://schemas.microsoft.com/ink/2010/main" type="line" rotatedBoundingBox="21877,9369 21925,9369 21925,9776 21877,9776"/>
            </emma:interpretation>
          </emma:emma>
        </inkml:annotationXML>
        <inkml:traceGroup>
          <inkml:annotationXML>
            <emma:emma xmlns:emma="http://www.w3.org/2003/04/emma" version="1.0">
              <emma:interpretation id="{D1BF84F9-1D6C-4497-850A-D08A3FBF0E78}" emma:medium="tactile" emma:mode="ink">
                <msink:context xmlns:msink="http://schemas.microsoft.com/ink/2010/main" type="inkWord" rotatedBoundingBox="21877,9369 21925,9369 21925,9776 21877,9776"/>
              </emma:interpretation>
              <emma:one-of disjunction-type="recognition" id="oneOf0">
                <emma:interpretation id="interp0" emma:lang="id-ID" emma:confidence="0.5">
                  <emma:literal>1</emma:literal>
                </emma:interpretation>
                <emma:interpretation id="interp1" emma:lang="id-ID" emma:confidence="0">
                  <emma:literal>I</emma:literal>
                </emma:interpretation>
                <emma:interpretation id="interp2" emma:lang="id-ID" emma:confidence="0">
                  <emma:literal>l</emma:literal>
                </emma:interpretation>
                <emma:interpretation id="interp3" emma:lang="id-ID" emma:confidence="0">
                  <emma:literal>|</emma:literal>
                </emma:interpretation>
                <emma:interpretation id="interp4" emma:lang="id-ID" emma:confidence="0">
                  <emma:literal>'</emma:literal>
                </emma:interpretation>
              </emma:one-of>
            </emma:emma>
          </inkml:annotationXML>
          <inkml:trace contextRef="#ctx0" brushRef="#br0">0 0,'0'-24,"48"168,-48-96,0 23,0-23,0 48</inkml:trace>
        </inkml:traceGroup>
      </inkml:traceGroup>
    </inkml:traceGroup>
  </inkml:traceGroup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49:39.327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CB524805-EAAD-436D-A6DA-5BFE82966D6B}" emma:medium="tactile" emma:mode="ink">
          <msink:context xmlns:msink="http://schemas.microsoft.com/ink/2010/main" type="writingRegion" rotatedBoundingBox="22212,13778 22260,13778 22260,14329 22212,14329"/>
        </emma:interpretation>
      </emma:emma>
    </inkml:annotationXML>
    <inkml:traceGroup>
      <inkml:annotationXML>
        <emma:emma xmlns:emma="http://www.w3.org/2003/04/emma" version="1.0">
          <emma:interpretation id="{1949943B-60C1-4DA2-9539-9B480246FEFA}" emma:medium="tactile" emma:mode="ink">
            <msink:context xmlns:msink="http://schemas.microsoft.com/ink/2010/main" type="paragraph" rotatedBoundingBox="22212,13778 22260,13778 22260,14329 22212,1432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6D77A9B4-9F6D-415B-9758-79B80B592860}" emma:medium="tactile" emma:mode="ink">
              <msink:context xmlns:msink="http://schemas.microsoft.com/ink/2010/main" type="line" rotatedBoundingBox="22212,13778 22260,13778 22260,14329 22212,14329"/>
            </emma:interpretation>
          </emma:emma>
        </inkml:annotationXML>
        <inkml:traceGroup>
          <inkml:annotationXML>
            <emma:emma xmlns:emma="http://www.w3.org/2003/04/emma" version="1.0">
              <emma:interpretation id="{DE49CC90-B583-47D5-8AA1-416FAF3F3F22}" emma:medium="tactile" emma:mode="ink">
                <msink:context xmlns:msink="http://schemas.microsoft.com/ink/2010/main" type="inkWord" rotatedBoundingBox="22212,13778 22260,13778 22260,14329 22212,14329"/>
              </emma:interpretation>
              <emma:one-of disjunction-type="recognition" id="oneOf0">
                <emma:interpretation id="interp0" emma:lang="id-ID" emma:confidence="0.5">
                  <emma:literal>1</emma:literal>
                </emma:interpretation>
                <emma:interpretation id="interp1" emma:lang="id-ID" emma:confidence="0">
                  <emma:literal>I</emma:literal>
                </emma:interpretation>
                <emma:interpretation id="interp2" emma:lang="id-ID" emma:confidence="0">
                  <emma:literal>|</emma:literal>
                </emma:interpretation>
                <emma:interpretation id="interp3" emma:lang="id-ID" emma:confidence="0">
                  <emma:literal>l</emma:literal>
                </emma:interpretation>
                <emma:interpretation id="interp4" emma:lang="id-ID" emma:confidence="0">
                  <emma:literal>'</emma:literal>
                </emma:interpretation>
              </emma:one-of>
            </emma:emma>
          </inkml:annotationXML>
          <inkml:trace contextRef="#ctx0" brushRef="#br0">0 0,'0'24,"0"24,0 0,24 24,-24-24,0 23,24 1,-24-24,0 0,0-24,0 0,0 0,0-48</inkml:trace>
        </inkml:traceGroup>
      </inkml:traceGroup>
    </inkml:traceGroup>
  </inkml:traceGroup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49:37.268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A871A163-14FF-463C-9840-8929FE05EB81}" emma:medium="tactile" emma:mode="ink">
          <msink:context xmlns:msink="http://schemas.microsoft.com/ink/2010/main" type="writingRegion" rotatedBoundingBox="14664,14209 14736,14209 14736,14545 14664,14545"/>
        </emma:interpretation>
      </emma:emma>
    </inkml:annotationXML>
    <inkml:traceGroup>
      <inkml:annotationXML>
        <emma:emma xmlns:emma="http://www.w3.org/2003/04/emma" version="1.0">
          <emma:interpretation id="{7368280B-BE3B-419A-AF62-E52F09912D5A}" emma:medium="tactile" emma:mode="ink">
            <msink:context xmlns:msink="http://schemas.microsoft.com/ink/2010/main" type="paragraph" rotatedBoundingBox="14664,14209 14736,14209 14736,14545 14664,1454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00968305-625A-4311-B6E7-4BF441516473}" emma:medium="tactile" emma:mode="ink">
              <msink:context xmlns:msink="http://schemas.microsoft.com/ink/2010/main" type="line" rotatedBoundingBox="14664,14209 14736,14209 14736,14545 14664,14545"/>
            </emma:interpretation>
          </emma:emma>
        </inkml:annotationXML>
        <inkml:traceGroup>
          <inkml:annotationXML>
            <emma:emma xmlns:emma="http://www.w3.org/2003/04/emma" version="1.0">
              <emma:interpretation id="{DD1D7BBF-0CFA-4AB0-85C7-38BFC38DB9AA}" emma:medium="tactile" emma:mode="ink">
                <msink:context xmlns:msink="http://schemas.microsoft.com/ink/2010/main" type="inkWord" rotatedBoundingBox="14664,14209 14736,14209 14736,14545 14664,14545"/>
              </emma:interpretation>
              <emma:one-of disjunction-type="recognition" id="oneOf0">
                <emma:interpretation id="interp0" emma:lang="id-ID" emma:confidence="0.5">
                  <emma:literal>1</emma:literal>
                </emma:interpretation>
                <emma:interpretation id="interp1" emma:lang="id-ID" emma:confidence="0">
                  <emma:literal>I</emma:literal>
                </emma:interpretation>
                <emma:interpretation id="interp2" emma:lang="id-ID" emma:confidence="0">
                  <emma:literal>|</emma:literal>
                </emma:interpretation>
                <emma:interpretation id="interp3" emma:lang="id-ID" emma:confidence="0">
                  <emma:literal>l</emma:literal>
                </emma:interpretation>
                <emma:interpretation id="interp4" emma:lang="id-ID" emma:confidence="0">
                  <emma:literal>'</emma:literal>
                </emma:interpretation>
              </emma:one-of>
            </emma:emma>
          </inkml:annotationXML>
          <inkml:trace contextRef="#ctx0" brushRef="#br0">0 0,'48'240,"-24"-144</inkml:trace>
        </inkml:traceGroup>
      </inkml:traceGroup>
    </inkml:traceGroup>
  </inkml:traceGroup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3:52:14.521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1F78DD44-442B-48E8-95C4-CFE07C456489}" emma:medium="tactile" emma:mode="ink">
          <msink:context xmlns:msink="http://schemas.microsoft.com/ink/2010/main" type="writingRegion" rotatedBoundingBox="4384,5008 4399,5008 4399,5023 4384,5023"/>
        </emma:interpretation>
      </emma:emma>
    </inkml:annotationXML>
    <inkml:traceGroup>
      <inkml:annotationXML>
        <emma:emma xmlns:emma="http://www.w3.org/2003/04/emma" version="1.0">
          <emma:interpretation id="{157DA9AB-B1DF-47AF-9713-53157FFC1C59}" emma:medium="tactile" emma:mode="ink">
            <msink:context xmlns:msink="http://schemas.microsoft.com/ink/2010/main" type="paragraph" rotatedBoundingBox="4384,5008 4399,5008 4399,5023 4384,502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FA935367-9B50-4996-AB5A-AAE3B3DBDF18}" emma:medium="tactile" emma:mode="ink">
              <msink:context xmlns:msink="http://schemas.microsoft.com/ink/2010/main" type="line" rotatedBoundingBox="4384,5008 4399,5008 4399,5023 4384,5023"/>
            </emma:interpretation>
          </emma:emma>
        </inkml:annotationXML>
        <inkml:traceGroup>
          <inkml:annotationXML>
            <emma:emma xmlns:emma="http://www.w3.org/2003/04/emma" version="1.0">
              <emma:interpretation id="{2E650228-9588-4D27-B92F-7CCB96342FDD}" emma:medium="tactile" emma:mode="ink">
                <msink:context xmlns:msink="http://schemas.microsoft.com/ink/2010/main" type="inkWord" rotatedBoundingBox="4384,5008 4399,5008 4399,5023 4384,5023"/>
              </emma:interpretation>
              <emma:one-of disjunction-type="recognition" id="oneOf0">
                <emma:interpretation id="interp0" emma:lang="id-ID" emma:confidence="0.5">
                  <emma:literal>.</emma:literal>
                </emma:interpretation>
                <emma:interpretation id="interp1" emma:lang="id-ID" emma:confidence="0">
                  <emma:literal>v</emma:literal>
                </emma:interpretation>
                <emma:interpretation id="interp2" emma:lang="id-ID" emma:confidence="0">
                  <emma:literal>}</emma:literal>
                </emma:interpretation>
                <emma:interpretation id="interp3" emma:lang="id-ID" emma:confidence="0">
                  <emma:literal>w</emma:literal>
                </emma:interpretation>
                <emma:interpretation id="interp4" emma:lang="id-ID" emma:confidence="0">
                  <emma:literal>3</emma:literal>
                </emma:interpretation>
              </emma:one-of>
            </emma:emma>
          </inkml:annotationXML>
          <inkml:trace contextRef="#ctx0" brushRef="#br0">0 0</inkml:trace>
        </inkml:traceGroup>
      </inkml:traceGroup>
    </inkml:traceGroup>
  </inkml:traceGroup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4:11:53.877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  <inkml:brush xml:id="br1">
      <inkml:brushProperty name="width" value="0.05833" units="cm"/>
      <inkml:brushProperty name="height" value="0.05833" units="cm"/>
      <inkml:brushProperty name="fitToCurve" value="1"/>
    </inkml:brush>
    <inkml:brush xml:id="br2">
      <inkml:brushProperty name="width" value="0.05833" units="cm"/>
      <inkml:brushProperty name="height" value="0.05833" units="cm"/>
      <inkml:brushProperty name="color" value="#3165BB"/>
      <inkml:brushProperty name="fitToCurve" value="1"/>
    </inkml:brush>
    <inkml:brush xml:id="br3">
      <inkml:brushProperty name="width" value="0.05833" units="cm"/>
      <inkml:brushProperty name="height" value="0.05833" units="cm"/>
      <inkml:brushProperty name="color" value="#177D36"/>
      <inkml:brushProperty name="fitToCurve" value="1"/>
    </inkml:brush>
  </inkml:definitions>
  <inkml:traceGroup>
    <inkml:annotationXML>
      <emma:emma xmlns:emma="http://www.w3.org/2003/04/emma" version="1.0">
        <emma:interpretation id="{9B73BC14-0361-4D55-B8FF-E0895CB99C71}" emma:medium="tactile" emma:mode="ink">
          <msink:context xmlns:msink="http://schemas.microsoft.com/ink/2010/main" type="writingRegion" rotatedBoundingBox="18869,914 19850,15786 14915,16112 13934,1240"/>
        </emma:interpretation>
      </emma:emma>
    </inkml:annotationXML>
    <inkml:traceGroup>
      <inkml:annotationXML>
        <emma:emma xmlns:emma="http://www.w3.org/2003/04/emma" version="1.0">
          <emma:interpretation id="{5CF99BAD-5191-40D3-AAAD-CAD7D7C75249}" emma:medium="tactile" emma:mode="ink">
            <msink:context xmlns:msink="http://schemas.microsoft.com/ink/2010/main" type="paragraph" rotatedBoundingBox="18861,1075 19869,15782 18274,15891 17266,118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74F2600D-6A5F-4220-B7D5-9344FFB16DAE}" emma:medium="tactile" emma:mode="ink">
              <msink:context xmlns:msink="http://schemas.microsoft.com/ink/2010/main" type="inkBullet" rotatedBoundingBox="18868,1175 19866,15740 19054,15796 18056,1230"/>
            </emma:interpretation>
            <emma:one-of disjunction-type="recognition" id="oneOf0">
              <emma:interpretation id="interp0" emma:lang="id-ID" emma:confidence="0">
                <emma:literal>0-0--@o--ot-o-o-</emma:literal>
              </emma:interpretation>
              <emma:interpretation id="interp1" emma:lang="id-ID" emma:confidence="0">
                <emma:literal>0-0--@o--oa-o-o-</emma:literal>
              </emma:interpretation>
              <emma:interpretation id="interp2" emma:lang="id-ID" emma:confidence="0">
                <emma:literal>0-0-0--7418181</emma:literal>
              </emma:interpretation>
              <emma:interpretation id="interp3" emma:lang="id-ID" emma:confidence="0">
                <emma:literal>0-0--@o--oo-o-o-</emma:literal>
              </emma:interpretation>
              <emma:interpretation id="interp4" emma:lang="id-ID" emma:confidence="0">
                <emma:literal>0-0-0--74181817</emma:literal>
              </emma:interpretation>
            </emma:one-of>
          </emma:emma>
        </inkml:annotationXML>
        <inkml:trace contextRef="#ctx0" brushRef="#br0">2181 168,'-96'-24,"96"48,0 0,0 0,0 23,0-23,24 24,0-24,0 0,24-24,-24 0,0 0,0 0,0-24,0 0,-24 0,23-24,-23 24,0 1,0-1,-23 0,23 0,-24 0,0 24,0 0,0 0,0 0,-24 24</inkml:trace>
        <inkml:trace contextRef="#ctx0" brushRef="#br0" timeOffset="138712.6759">2348 839,'0'-24,"0"48,0 23,0-23,0 24,0 0,0-24,0 0,0 0,24-24,-24 24,0 0,0 0</inkml:trace>
        <inkml:trace contextRef="#ctx0" brushRef="#br0" timeOffset="139487.1682">2540 1725,'-96'-24,"72"48,0 0,0 0,24 0,0 0,0 0,0 0,0 24,24-24,-24 0,24-24,24 24,-24-24,0 0,0 0,0 0,0-24,0 0,0 0,-24 0,0-24,0 24,0 0,-24 0,0 0,0 0,0 24,0 0,0 0,0 0,0 0,24 24,-24 0</inkml:trace>
        <inkml:trace contextRef="#ctx0" brushRef="#br0" timeOffset="140079.6879">2588 2492,'0'144,"0"-96,0 0,0-1,24 1,-24-24,0 24,0-24,0 0,0 0,0 0,0 0</inkml:trace>
        <inkml:trace contextRef="#ctx0" brushRef="#br1" timeOffset="118717.605">2900 3546,'0'-24,"-24"24,0 0,0 0,0 0,24 24,-24 0,0-24,24 24,-24 0,24 0,0 0,0 24,0-24,24 0,0 24,0-48,0 24,0-24,24 0,-24 0,23-24,-23 0,0 0,0-24,0 24,-24-24,0 24,-72-96,48 120,1 0,-1 24,0 0,24 24</inkml:trace>
        <inkml:trace contextRef="#ctx0" brushRef="#br1" timeOffset="119204.2008">2828 4385,'0'-24,"0"48,0 24,0-24,24 24,-24 0,0 0,0 0,0 23,0-47</inkml:trace>
        <inkml:trace contextRef="#ctx0" brushRef="#br1" timeOffset="119797.4629">2732 5272,'-48'95,"48"-47,0-24,24 24,-24-24,24 24,0 0,24-24,-24 0,0 0,24-24,-24 0,23 0,-23-24,0-24,0 0,-24 0,0 0,0 24,0-24,-24 0,0 24,-23 1,23 23,-24 0,0 23,24 1,0 24,0 0</inkml:trace>
        <inkml:trace contextRef="#ctx0" brushRef="#br1" timeOffset="120278.4845">2971 6062,'24'24,"-24"24,0-24,0 24,0-24,0 0,0 24,0-24,0 24,0-24,0 0</inkml:trace>
        <inkml:trace contextRef="#ctx0" brushRef="#br2" timeOffset="98392.3934">3139 7236,'-72'-47,"48"47,0 23,0 1,24 0,-24 0,24 0,0 24,0-24,24 24,0 0,24 0,-24 0,0-24,24 0,-24-24,0 0,0 0,24-24,-24 0,0 0,-24-24,24 24,0-24,-24 24,0 0,0-24,0 24,0 0,0 0,-48 0,24 24,-24-24,0 24,24 0,-24 0,48 24,-24 0,24 24,0 24</inkml:trace>
        <inkml:trace contextRef="#ctx0" brushRef="#br2" timeOffset="98887.0478">3187 8171,'0'48,"0"-24</inkml:trace>
        <inkml:trace contextRef="#ctx0" brushRef="#br2" timeOffset="99597.9084">3259 8626,'0'24,"0"24,0 0,0 0,0 0,0-24,0 24,0 0,0-24,0 0</inkml:trace>
        <inkml:trace contextRef="#ctx0" brushRef="#br2" timeOffset="100672.2807">3235 9681,'-24'-48,"24"72,0 0,0 24,0-25,0 1,24 0,0 0,0-24,0 24,0-24,0 0,0 0,0-24,0-24,-24 24,24-23,-24-1,0 0,0 0,0 24,0 0,-24 0,-24 24,24 0,-24 0,24 0,-24 0,24 0,0 24,24 0,-24 0,24 24,0-24,0 0</inkml:trace>
        <inkml:trace contextRef="#ctx0" brushRef="#br2" timeOffset="101188.6018">3259 10304,'0'143,"0"-95,0 0,0 0,0 0,0-24,0 24,0-24,0 24,0-24</inkml:trace>
        <inkml:trace contextRef="#ctx0" brushRef="#br3" timeOffset="109027.7385">3355 11622,'-120'0,"96"24,0-1,24 1,0 0,0 0,0 24,0-24,0 0,0 0,48 0,-24-24,0 0,0 0,24 0,-24 0,0-24,0 0,-24-24,0 24,0-24,0 24,0-23,0 23,-24 0,0 24,0 0,0 24,0 0</inkml:trace>
        <inkml:trace contextRef="#ctx0" brushRef="#br3" timeOffset="109582.1311">3355 12652,'0'24,"0"0,0 24,0 0,0 0,0 0,0-1,0 1,0-24,0 0,0 0</inkml:trace>
        <inkml:trace contextRef="#ctx0" brushRef="#br3" timeOffset="110348.7276">3331 13658,'-48'24,"48"0,0 0,0 0,0 0,0 0,0 0,0 0,24 0,0 0,24 0,-24 0,0-24,0 0,0 0,0 0,0-24,-24-24,24 24,-24-24,0 0,0 0,0 24,-24-24,0 24,0 0,0 24,-24 0,24 0,0 0,0 24,0 0,24 24,-24-24</inkml:trace>
        <inkml:trace contextRef="#ctx0" brushRef="#br3" timeOffset="110804.6391">3475 14353,'24'96,"-24"-48,0-24,0 0,0 0,0 0,0 0,0 0,0 0</inkml:trace>
      </inkml:traceGroup>
      <inkml:traceGroup>
        <inkml:annotationXML>
          <emma:emma xmlns:emma="http://www.w3.org/2003/04/emma" version="1.0">
            <emma:interpretation id="{6D34EED6-5864-45E4-8B87-75CD028DAF43}" emma:medium="tactile" emma:mode="ink">
              <msink:context xmlns:msink="http://schemas.microsoft.com/ink/2010/main" type="line" rotatedBoundingBox="17974,1135 18982,15842 18274,15891 17266,1184"/>
            </emma:interpretation>
          </emma:emma>
        </inkml:annotationXML>
        <inkml:traceGroup>
          <inkml:annotationXML>
            <emma:emma xmlns:emma="http://www.w3.org/2003/04/emma" version="1.0">
              <emma:interpretation id="{7E69855F-4E6F-49C8-AD7E-29522256AA70}" emma:medium="tactile" emma:mode="ink">
                <msink:context xmlns:msink="http://schemas.microsoft.com/ink/2010/main" type="inkWord" rotatedBoundingBox="17675,1156 17802,3014 17510,3034 17383,1176"/>
              </emma:interpretation>
              <emma:one-of disjunction-type="recognition" id="oneOf1">
                <emma:interpretation id="interp5" emma:lang="id-ID" emma:confidence="0.5">
                  <emma:literal>00</emma:literal>
                </emma:interpretation>
                <emma:interpretation id="interp6" emma:lang="id-ID" emma:confidence="0">
                  <emma:literal>000</emma:literal>
                </emma:interpretation>
                <emma:interpretation id="interp7" emma:lang="id-ID" emma:confidence="0">
                  <emma:literal>00 a</emma:literal>
                </emma:interpretation>
                <emma:interpretation id="interp8" emma:lang="id-ID" emma:confidence="0">
                  <emma:literal>-oh</emma:literal>
                </emma:interpretation>
                <emma:interpretation id="interp9" emma:lang="id-ID" emma:confidence="0">
                  <emma:literal>-oa</emma:literal>
                </emma:interpretation>
              </emma:one-of>
            </emma:emma>
          </inkml:annotationXML>
          <inkml:trace contextRef="#ctx0" brushRef="#br0" timeOffset="123667.9743">1725 886,'-24'-71,"-23"47,23 24,-24 48,24-48,24 191,24-143,72 0,-73-72,25-72,-48-24,0 96,-48-47,25 71,-25 0,24 24,24 23</inkml:trace>
          <inkml:trace contextRef="#ctx0" brushRef="#br0" timeOffset="-568.7298">1582 96,'-72'-24,"48"24,0 0,0 0,24 24,-24 0,24 0,0 0,0 0,0 0,0-1,0 1,24 0,0 24,0-24,0-24,0 24,0-24,24 24,-24-24,0 0,0-24,-24 0,0 0,0 0,0-24,0 24,0 1,0-1,-24 0,0 0,24 0,-24 24,0 0,24 24</inkml:trace>
          <inkml:trace contextRef="#ctx0" brushRef="#br0" timeOffset="125963.6743">1749 1629,'0'48,"0"-24,0 24,0-24,0 24,0-24,0 0,0 0,0 0</inkml:trace>
        </inkml:traceGroup>
        <inkml:traceGroup>
          <inkml:annotationXML>
            <emma:emma xmlns:emma="http://www.w3.org/2003/04/emma" version="1.0">
              <emma:interpretation id="{56FE65D4-23E7-4AB9-8594-F9DB2D58E570}" emma:medium="tactile" emma:mode="ink">
                <msink:context xmlns:msink="http://schemas.microsoft.com/ink/2010/main" type="inkWord" rotatedBoundingBox="18140,3555 18982,15842 18274,15891 17431,3603"/>
              </emma:interpretation>
              <emma:one-of disjunction-type="recognition" id="oneOf2">
                <emma:interpretation id="interp10" emma:lang="id-ID" emma:confidence="0.5">
                  <emma:literal>-80--8828--8-8</emma:literal>
                </emma:interpretation>
                <emma:interpretation id="interp11" emma:lang="id-ID" emma:confidence="0">
                  <emma:literal>-80--88028--8-8</emma:literal>
                </emma:interpretation>
                <emma:interpretation id="interp12" emma:lang="id-ID" emma:confidence="0">
                  <emma:literal>-880--88028--8-8</emma:literal>
                </emma:interpretation>
                <emma:interpretation id="interp13" emma:lang="id-ID" emma:confidence="0">
                  <emma:literal>-80--88028--8-0</emma:literal>
                </emma:interpretation>
                <emma:interpretation id="interp14" emma:lang="id-ID" emma:confidence="0">
                  <emma:literal>-880--8828--8-8</emma:literal>
                </emma:interpretation>
              </emma:one-of>
            </emma:emma>
          </inkml:annotationXML>
          <inkml:trace contextRef="#ctx0" brushRef="#br2" timeOffset="93525.1536">2253 8602,'-72'0,"48"0,0 24,24 0,0 0,0 0,0 0,0 0,0 24,24-24,0 0,0 0,0 0,24-24,-24 24,23-24,-23 0,0 0,0-24,0 0,-24 0,24-24,-24 24,0-24,0 0,0 24,0 0,-24 0,0 24,-24-24,1 24,-1 0,24 0,-24 48,24 0,0 0,0 0</inkml:trace>
          <inkml:trace contextRef="#ctx0" brushRef="#br0" timeOffset="545629.814">2133 9393,'-48'24,"24"-24,24 24,-24 0,24 0,-24 0,24 0,0 0,-24 0,24 0,0 0,-24-24,24 24,0 0,0 0,0 0,0-1,0 1,0 0,0 0,0 0,0 0,0 0,0 0,0 0,0 0,0 0,0 0,24-24,-24 24,24-24,-24 24,24-24,0 24,0-24,-24 24,24-24,0 0,0 24,0-24,0 0,0 0,0 0,0 0,0 0,0 0,-1-24,1 0,0 24,-24-24,24 24,-24-24,24 24,0-24,0 0,-24 0,24 0,-24 0,0 0,24 0,-24 0,24 0,-24 0,24 0,-24 0,0 1,24-97,-24 96,0 0,24 0,-24 0,0 0,0 0,0 0,0 0,-24 24,0 0,24-24,-24 0,0 24,24-24,-24 24,0 0,24-24,-24 24,0 0,0 0,0 0,0 0,0 0,1 0,-1 0,0 0,0 0,0 0,0 0,0 0,0 0,-72 24,72-24</inkml:trace>
          <inkml:trace contextRef="#ctx0" brushRef="#br2" timeOffset="94258.8212">2325 9513,'0'-24,"0"0,0 48,0 0,0 24,0 0,0 0,0 0,0-1,0-23,0 0,0 0</inkml:trace>
          <inkml:trace contextRef="#ctx0" brushRef="#br2" timeOffset="94762.4647">2444 10352,'-24'24,"0"-1,24 1,0 24,0 0,-24 0,24 0,0 0,0 0,0-24,0 24,0-24</inkml:trace>
          <inkml:trace contextRef="#ctx0" brushRef="#br3" timeOffset="106512.7449">2420 12652,'-48'96,"48"-72,0 0,0 0,0 24,24-24,0 23,0-23,0 0,0-24,24 24,-24-24,0 0,0 0,0-24,-24-24,24 25,-24-25,0 0,0 24,0-24,0 24,-24 0,0 0,0 0,-24 24,24 0,0 0,-48 144</inkml:trace>
          <inkml:trace contextRef="#ctx0" brushRef="#br2" timeOffset="92122.1513">2085 7284,'-24'0,"0"0,24 24,-24 0,24 0,0 0,0 0,0 0,0 0,0 24,0-24,24 0,0 0,0 0,0 0,0 0,0-24,0 0,24 0,-24 0,0 0,0 0,0 0,-24-24,23 0,-23-24,0 24,0 0,0-24,0 24,-23 0,-1 0,0 0,-24 0,24 0,0 0,-24 24,24 0,0 0,0 0,24 48,0-24,0 0</inkml:trace>
          <inkml:trace contextRef="#ctx0" brushRef="#br0" timeOffset="126466.2038">1941 2468,'0'120,"0"-48,0-24,0 0,0-1,0-23,0 24,0-24,24-24,-24 24,24-24</inkml:trace>
          <inkml:trace contextRef="#ctx0" brushRef="#br1" timeOffset="116183.7681">1869 3690,'-48'0,"48"24,0 0,0 0,24 24,0-24,-24 0,24-24,0 24,24-24,-24 0,0 0,0 0,0 0,0-24,0-24,0 24,-24 0,0 0,0 0,0-24,0 24,0 0,-24 0,0 0,0 0,0 24,0-24,0 24,0 0,0 0,0 0,0 24,24 0</inkml:trace>
          <inkml:trace contextRef="#ctx0" brushRef="#br1" timeOffset="116864.7083">2013 4433,'-72'144,"72"-96,48-24,-24-1,24 1,-24 0,24-24,-24 0,0 0,24 0,-48-24,24-23,-24-1,0 0,0 24,0-24,-24 0,-24 24,24 0,-24 24,0 0,0 0,0 24,24 24,0 0</inkml:trace>
          <inkml:trace contextRef="#ctx0" brushRef="#br1" timeOffset="117384.2598">2229 5224,'-24'119,"24"-71,0-24,0 0,0 0,0 24,0-24,0 0,0 0</inkml:trace>
          <inkml:trace contextRef="#ctx0" brushRef="#br1" timeOffset="117817.3761">2133 6158,'0'72,"24"-48,-24 24,24 0,-24 0,0-24,0 0,24 0,0-24</inkml:trace>
          <inkml:trace contextRef="#ctx0" brushRef="#br3" timeOffset="105526.7924">2348 11646,'-71'71,"71"-47,0 0,0 0,0 24,24-24,23 0,-23 0,0 0,0 0,0 0,0-24,0 0,0 0,0 0,0-24,0 0,-24-24,24 24,-24-24,0 24,0-24,0 24,0-24,0 25,-24-1,0 0,-24 24,24 0,-24 0,0 24,24 0,-23 23,23-23</inkml:trace>
          <inkml:trace contextRef="#ctx0" brushRef="#br3" timeOffset="107498.3144">2636 13562,'0'72,"0"-48,0 0,0 0,0 24,0-24,0 24,0-24,0 0,0 0,24-24</inkml:trace>
          <inkml:trace contextRef="#ctx0" brushRef="#br3" timeOffset="108046.3549">2684 14353,'0'48,"0"-24,0 24,0-24,0 24,0 168,24-216</inkml:trace>
        </inkml:traceGroup>
      </inkml:traceGroup>
    </inkml:traceGroup>
    <inkml:traceGroup>
      <inkml:annotationXML>
        <emma:emma xmlns:emma="http://www.w3.org/2003/04/emma" version="1.0">
          <emma:interpretation id="{2014DBDB-2CA8-43AA-99C5-8869956E76DF}" emma:medium="tactile" emma:mode="ink">
            <msink:context xmlns:msink="http://schemas.microsoft.com/ink/2010/main" type="paragraph" rotatedBoundingBox="17127,1178 18067,15615 17644,15642 16704,120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4EBBED1A-5FA1-4C75-B971-7BF84F48E694}" emma:medium="tactile" emma:mode="ink">
              <msink:context xmlns:msink="http://schemas.microsoft.com/ink/2010/main" type="line" rotatedBoundingBox="17127,1178 18067,15615 17644,15642 16704,1205"/>
            </emma:interpretation>
          </emma:emma>
        </inkml:annotationXML>
        <inkml:traceGroup>
          <inkml:annotationXML>
            <emma:emma xmlns:emma="http://www.w3.org/2003/04/emma" version="1.0">
              <emma:interpretation id="{3FB938C5-1A01-4C74-AB76-93013C7C6EF7}" emma:medium="tactile" emma:mode="ink">
                <msink:context xmlns:msink="http://schemas.microsoft.com/ink/2010/main" type="inkWord" rotatedBoundingBox="17127,1178 18067,15615 17644,15642 16704,1205"/>
              </emma:interpretation>
              <emma:one-of disjunction-type="recognition" id="oneOf3">
                <emma:interpretation id="interp15" emma:lang="id-ID" emma:confidence="0.5">
                  <emma:literal>000004:5--3-00485</emma:literal>
                </emma:interpretation>
                <emma:interpretation id="interp16" emma:lang="id-ID" emma:confidence="0">
                  <emma:literal>000004:-5-3-00485</emma:literal>
                </emma:interpretation>
                <emma:interpretation id="interp17" emma:lang="id-ID" emma:confidence="0">
                  <emma:literal>000004:-8-3-00485</emma:literal>
                </emma:interpretation>
                <emma:interpretation id="interp18" emma:lang="id-ID" emma:confidence="0">
                  <emma:literal>000004:-0-3-00485</emma:literal>
                </emma:interpretation>
                <emma:interpretation id="interp19" emma:lang="id-ID" emma:confidence="0">
                  <emma:literal>000004:8--3-00485</emma:literal>
                </emma:interpretation>
              </emma:one-of>
            </emma:emma>
          </inkml:annotationXML>
          <inkml:trace contextRef="#ctx0" brushRef="#br3" timeOffset="67993.9642">1797 12676,'0'-96,"0"72,0 48,0 0,0 24,0 0,24 0,-24 0,0 0,0 0,0-1,0-23,0 0,0 0,0 0,0 0</inkml:trace>
          <inkml:trace contextRef="#ctx0" brushRef="#br3" timeOffset="69149.3275">1893 13539,'0'-96,"0"120,0 24,0-24,0 23,0-23,0 24,24-24,-24 24,0-24,0 0,0 0</inkml:trace>
          <inkml:trace contextRef="#ctx0" brushRef="#br3" timeOffset="69652.2972">1941 14138,'0'95,"0"-47,0-24,0 24,24 96,-24-120</inkml:trace>
          <inkml:trace contextRef="#ctx0" brushRef="#br0" timeOffset="76176.8707">1198 2684,'-96'-24,"72"24,24 24,-23 0,23 0,0 0,0-1,0 25,0 0,0-24,23 0,-23 0,24 0,0 0,0 0,0-24,0 0,0 0,0 0,0 0,0-24,0 0,-24-24,0 24,0-24,0 0,0 1,0 23,-24-24,0 24,0 24,0-24,0 24,0 0,0 0,0 24,0 0,24 0</inkml:trace>
          <inkml:trace contextRef="#ctx0" brushRef="#br1" timeOffset="81217.3256">1390 6230,'0'24,"0"24,0-24,0 24,0 0,0-24,0 24,0-24,0 0,24 0,-24-1,0 1,0 0,0 0</inkml:trace>
          <inkml:trace contextRef="#ctx0" brushRef="#br3" timeOffset="67141.8793">1749 11693,'-24'-47,"24"23,0 0,-24 24,24-24,0 0,0 48,0 24,0-1,0-23,24 24,-24 0,0-24,0 24,0-24,0 0</inkml:trace>
          <inkml:trace contextRef="#ctx0" brushRef="#br1" timeOffset="79319.9601">1246 3570,'0'24,"0"24,0-24,0 0,0 24,0-24,0 0,0 0,0 0</inkml:trace>
          <inkml:trace contextRef="#ctx0" brushRef="#br0" timeOffset="74466.5276">959 910,'-24'-24,"0"24,24 24,-24-24,24 24,0 0,0 0,0 0,0 0,0 0,0 0,0 0,24-24,-24 24,24-24,0 0,0 24,0-24,0 0,0 0,-1 0,1 0,-24-24,0 0,0 0,0 0,0 0,0-24,0 24,0 0,0 0,0 0,0 0,-24 1,1 23,-1 0,0 0,0 0,0 47,0-23</inkml:trace>
          <inkml:trace contextRef="#ctx0" brushRef="#br0" timeOffset="75384.0148">1007 1821,'-48'96,"48"-72,0 24,0-24,0 24,24-48,0 24,0-24,0 24,-1-24,1 0,0 0,0 0,0 0,-24-24,24-24,-24 24,0 0,0-24,0 24,0 0,-24 0,0 0,0 24,-24-24,25 24,-1 0,-24 0,24 24,0 24,0-24</inkml:trace>
          <inkml:trace contextRef="#ctx0" brushRef="#br1" timeOffset="78952.7056">1246 3570</inkml:trace>
          <inkml:trace contextRef="#ctx0" brushRef="#br1" timeOffset="79972.9477">1246 4409,'24'24,"-24"0,0 0,0 24,24 0,-24-24,0 24,0-1,0 1,24-48</inkml:trace>
          <inkml:trace contextRef="#ctx0" brushRef="#br2" timeOffset="85445.4872">1318 8554,'0'168,"24"-144,0 0,0 0,0-24,0 0,0 0,0 0,-24-24,24-24,0 0,-24 0,0 24,0-24,0 24,-24 0,0 0,0 1,-24 23,24 0,-24 0,24 0,0 0,0 0,24 23,0 1</inkml:trace>
          <inkml:trace contextRef="#ctx0" brushRef="#br2" timeOffset="86175.5268">1510 9153,'-72'72,"72"-24,0-24,0 24,0-24,0 24,0-24,0 24,24 0,0-24,0 0,0-24,0 0,0 0,0 0,0-48,0 24,-24-24,24 0,-24 24,0 0,0 0,-24 0,0 24,0-24,0 24,0 0,-24 0,24 24,0 0,0 24,0-24,0 0</inkml:trace>
          <inkml:trace contextRef="#ctx0" brushRef="#br2" timeOffset="86962.4591">1606 10208,'-96'0,"72"0,24 24,0 0,0 24,0-24,0 24,0-1,0 25,0-24,24 0,0-24,0 24,0-24,0 0,24-24,-24 0,-1 0,1 0,-24-48,24 0,-24 0,0 0,0-24,-24 24,0-23,1 47,-1 0,0 0,-24 24,24 0,0 0,0 0,0 24</inkml:trace>
          <inkml:trace contextRef="#ctx0" brushRef="#br0" timeOffset="-1275.0092">935 120,'-72'-24,"48"24,24 24,-24-24,24 24,-24-24,24 24,0 0,0 0,0-1,0 1,24 24,0-24,0 0,0 0,0 0,0-24,0 0,0 0,0 0,0 0,0-24,-1 0,-23-24,24 24,-24 0,0-47,0 47,-24 24,1 0,-1-24,0 24,0 0,0 0,0 0</inkml:trace>
          <inkml:trace contextRef="#ctx0" brushRef="#br2" timeOffset="84727.3204">1366 7332,'-72'0,"72"24,0 0,0 0,0 24,0-24,0 0,0 24,0-24,0 0,24 0,0 0,0 0,0-24,0 24,0-24,0 0,0-24,0 0,-24 0,0-24,0 0,0 0,0 24,0-24,0 24,-24 0,24 0,-24 24,0 0,0 0,0 0,0 0,0 48,0-24</inkml:trace>
          <inkml:trace contextRef="#ctx0" brushRef="#br1" timeOffset="80601.1989">1366 5272,'0'24,"24"-1,-24 1,0 24,0 0,0 0,0 0,0-24,0 24,0 0,0-24,0 0</inkml:trace>
        </inkml:traceGroup>
      </inkml:traceGroup>
    </inkml:traceGroup>
    <inkml:traceGroup>
      <inkml:annotationXML>
        <emma:emma xmlns:emma="http://www.w3.org/2003/04/emma" version="1.0">
          <emma:interpretation id="{2205BEBE-28C2-45B8-939A-5D41E1320839}" emma:medium="tactile" emma:mode="ink">
            <msink:context xmlns:msink="http://schemas.microsoft.com/ink/2010/main" type="paragraph" rotatedBoundingBox="16530,1068 17492,15653 16882,15693 15920,110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418C5A5F-9D44-46CF-9145-56678D80A648}" emma:medium="tactile" emma:mode="ink">
              <msink:context xmlns:msink="http://schemas.microsoft.com/ink/2010/main" type="line" rotatedBoundingBox="16530,1068 17492,15653 16882,15693 15920,1109"/>
            </emma:interpretation>
          </emma:emma>
        </inkml:annotationXML>
        <inkml:traceGroup>
          <inkml:annotationXML>
            <emma:emma xmlns:emma="http://www.w3.org/2003/04/emma" version="1.0">
              <emma:interpretation id="{06D51E28-9E35-4CAF-A6D7-40A48A513A78}" emma:medium="tactile" emma:mode="ink">
                <msink:context xmlns:msink="http://schemas.microsoft.com/ink/2010/main" type="inkWord" rotatedBoundingBox="16530,1068 17492,15653 16882,15693 15920,1109"/>
              </emma:interpretation>
              <emma:one-of disjunction-type="recognition" id="oneOf4">
                <emma:interpretation id="interp20" emma:lang="id-ID" emma:confidence="0.5">
                  <emma:literal>8-000400088-8-8</emma:literal>
                </emma:interpretation>
                <emma:interpretation id="interp21" emma:lang="id-ID" emma:confidence="0.5">
                  <emma:literal>000=-5000 C--</emma:literal>
                </emma:interpretation>
                <emma:interpretation id="interp22" emma:lang="id-ID" emma:confidence="0">
                  <emma:literal>8-000400088--88</emma:literal>
                </emma:interpretation>
                <emma:interpretation id="interp23" emma:lang="id-ID" emma:confidence="0">
                  <emma:literal>8-0004000888--8</emma:literal>
                </emma:interpretation>
                <emma:interpretation id="interp24" emma:lang="id-ID" emma:confidence="0">
                  <emma:literal>8-0408008--8-8</emma:literal>
                </emma:interpretation>
              </emma:one-of>
            </emma:emma>
          </inkml:annotationXML>
          <inkml:trace contextRef="#ctx0" brushRef="#br2" timeOffset="48793.2077">767 8267,'0'120,"0"-72,0-24,0 23,0-23,0 0,0 0,0 0</inkml:trace>
          <inkml:trace contextRef="#ctx0" brushRef="#br0" timeOffset="543750.322">719 9872,'-24'0,"24"24,24-24,0 0,0 0,0 0,0 0,0 0,0 0,0 0,-24-24,24 24,-24-24,24 24,0 0,-24-24,24 24,-24-24,24 0,-24 0,0 1,24-1,-24 0,0 0,24 24,-24-24,0 0,23 24,-23-24,0 0,0 0,24 0,-24 0,0 0,24 24,-24-24,0 0,0 0,0 0,0 0,24 24,-24-24,0 0,0 0,0 0,0 0,0 0,0 0,0 0,0 0,0 1,0-1,-24 0,24 0,-24 24,0 0,24-24,-23 24,23-24,-24 24,0-24,0 24,0 0,0 0,0 0,0 0,24-24,-24 24,0 0,0 0,0 0,0 0,0 0,0 0,24 24,-24-24,-24 72,48-48,0 0,-24 0,24-1,0 1,0 0,0 0,0 0,0 0,0 0,0 0,0 0,0 0,0 0,-24-24,24 24,0 0,0 0,-24 0,24 0,0 0,0 0,0 0,0 0,0 0,0 0,0 0,24 0,-24 0,0 0,24-24,-24 23,48 25,-24-48</inkml:trace>
          <inkml:trace contextRef="#ctx0" brushRef="#br2" timeOffset="49470.6565">839 9129,'0'168,"0"-120,0-24,0 24,0-24,0 24,-24 0,24-24,0 0</inkml:trace>
          <inkml:trace contextRef="#ctx0" brushRef="#br2" timeOffset="50202.5487">911 10160,'24'144,"-24"-96,0-24,0 23,0-23,0 0,0 0,0 0,0 24,0-24,0 24</inkml:trace>
          <inkml:trace contextRef="#ctx0" brushRef="#br1" timeOffset="16685.4847">408 4361,'-120'96,"120"-72,0 0,0 0,0 0,0 24,24-24,0 0,0 23,0-23,23-24,-23 0,0 0,24 0,-24 0,0-24,0 0,0-23,0-1,-24 24,0-24,0 24,0 0,-24 0,0 0,0 0,-24 24,0 0,24 0,-23 0,23 48,0-24,0 0,0 24</inkml:trace>
          <inkml:trace contextRef="#ctx0" brushRef="#br1" timeOffset="17421.7385">455 5367,'-47'48,"47"0,0-24,0 24,0 24,23-24,1 0,0 0,96 24,-96-72,0 0,0 0,0-24,-24-24,0 0,24 0,-24 0,0 0,0 0,0 24,-24 0,0 0,0 0,-24 0,24 24,-24 0,24 0,0 0,0 0,24 48,-24-24</inkml:trace>
          <inkml:trace contextRef="#ctx0" brushRef="#br1" timeOffset="18089.8551">551 6230,'-48'120,"48"-72,0-24,0 24,0-24,24 24,0-24,0-1,0 1,0-24,0 24,24-24,-24 0,0-24,0 0,0 1,-24-25,0 24,0-24,0 0,0 0,-24 24,24 0,-48 24,24 0,0 0,-24 0,24 24,0 0,0-24</inkml:trace>
          <inkml:trace contextRef="#ctx0" brushRef="#br2" timeOffset="48142.5557">719 7141,'0'24,"0"23,0 1,0 0,0 0,0 0,0 0,0-24,0 0,0 24,0-24,0 0,0 0</inkml:trace>
          <inkml:trace contextRef="#ctx0" brushRef="#br3" timeOffset="52823.0806">935 11550,'0'72,"0"-48,0-1,0 25,0 0,0 0,0 0,0 0,0-24,0 24,0-24,24-24</inkml:trace>
          <inkml:trace contextRef="#ctx0" brushRef="#br0" timeOffset="1034.3109">216 910,'-24'24,"0"0,24 0,0 0,0 0,0 24,0-24,24 24,0-24,0 0,0 0,0-24,24 0,-24 0,0 0,0 0,-1-24,1 0,-24 0,0 0,0-24,0 24,0 0,0 0,-24 0,1 24,-1-24,0 24,0 0,-24 0,24 0,-24 0,24 24,-24 0</inkml:trace>
          <inkml:trace contextRef="#ctx0" brushRef="#br0" timeOffset="1830.4717">384 1821,'-144'96,"144"-72,0 0,0 0,24 0,0 0,24-24,-24 0,24 0,-25 0,1-24,0 0,0 0,-24 0,0 0,0 0,0 0,-24 0,-24 0,25 24,-25 0,24 0,-24 0,24 0,0 0</inkml:trace>
          <inkml:trace contextRef="#ctx0" brushRef="#br0" timeOffset="2572.993">455 2540,'-119'48,"119"0,0-24,0 24,0 0,0-25,24 25,24 0,-25-24,1 0,24-24,-24 0,0 0,0 0,0 0,0-48,-24 0,0 0,0 25,0-25,-24 24,-24 0,24 0,-24 24,0 0,25 0,-25 48,24-24,0 24</inkml:trace>
          <inkml:trace contextRef="#ctx0" brushRef="#br1" timeOffset="15765.6644">623 3522,'-48'-48,"24"48,0 0,0 0,0 0,0 24,24 0,-24 0,24 24,0-24,0 24,0 0,0-24,0 24,24-24,0-24,0 24,0-24,0 0,0 0,0 0,0-48,0 24,0-24,-24 24,0-24,0 0,0 0,0 24,-24 0,0 0,0 24,0 0,0 0,0 0,24 48,-24-24</inkml:trace>
          <inkml:trace contextRef="#ctx0" brushRef="#br3" timeOffset="53415.9581">1078 12460,'24'72,"-24"-48,0 0,0 24,0-24,0 0,0 0,0 0,0 24,0-24,0 0</inkml:trace>
          <inkml:trace contextRef="#ctx0" brushRef="#br3" timeOffset="53939.8262">1126 13275,'24'192,"-24"-144,0-1,0-23,0 0,0 0,24-24</inkml:trace>
          <inkml:trace contextRef="#ctx0" brushRef="#br3" timeOffset="54549.0376">1198 14114,'0'119,"24"-71,-24 0,0 24,24-48,-24 24,0-24,0 0,0 0,0 0</inkml:trace>
          <inkml:trace contextRef="#ctx0" brushRef="#br0" timeOffset="-2355.203">48 0,'-48'168,"48"-144,0 0,0-1,0 1,24-24,-24 24,24-24,0 0,-24 24,24-24,24 0,-24 0,0 0,24 0,-24 0,24 0,-24 0,0 0,0 0,0 0,-1-24,-23 0,24 0,-24 1,0-1,0 0,0 0,0 0,-24 0,24 0,-23 0,-1 24,0 0,0-24,0 24,-24 0,24 0,-24 0,24 0,0 0,0 0,0 0,0 24,0-24,24 24</inkml:trace>
        </inkml:traceGroup>
      </inkml:traceGroup>
    </inkml:traceGroup>
    <inkml:traceGroup>
      <inkml:annotationXML>
        <emma:emma xmlns:emma="http://www.w3.org/2003/04/emma" version="1.0">
          <emma:interpretation id="{9BF5C350-5F3F-4D74-B97B-4EB4901D5E7D}" emma:medium="tactile" emma:mode="ink">
            <msink:context xmlns:msink="http://schemas.microsoft.com/ink/2010/main" type="paragraph" rotatedBoundingBox="15662,10257 16513,15857 15690,15982 14839,10382" alignmentLevel="3"/>
          </emma:interpretation>
        </emma:emma>
      </inkml:annotationXML>
      <inkml:traceGroup>
        <inkml:annotationXML>
          <emma:emma xmlns:emma="http://www.w3.org/2003/04/emma" version="1.0">
            <emma:interpretation id="{DB0716C9-9A09-4554-8654-070376CD00A0}" emma:medium="tactile" emma:mode="ink">
              <msink:context xmlns:msink="http://schemas.microsoft.com/ink/2010/main" type="line" rotatedBoundingBox="15662,10257 16513,15857 15690,15982 14839,10382"/>
            </emma:interpretation>
          </emma:emma>
        </inkml:annotationXML>
        <inkml:traceGroup>
          <inkml:annotationXML>
            <emma:emma xmlns:emma="http://www.w3.org/2003/04/emma" version="1.0">
              <emma:interpretation id="{8B9132AD-E4C5-4478-A316-93D74495A64B}" emma:medium="tactile" emma:mode="ink">
                <msink:context xmlns:msink="http://schemas.microsoft.com/ink/2010/main" type="inkWord" rotatedBoundingBox="15662,10257 16513,15857 15690,15982 14839,10382"/>
              </emma:interpretation>
              <emma:one-of disjunction-type="recognition" id="oneOf5">
                <emma:interpretation id="interp25" emma:lang="id-ID" emma:confidence="0.5">
                  <emma:literal>tertari</emma:literal>
                </emma:interpretation>
                <emma:interpretation id="interp26" emma:lang="id-ID" emma:confidence="0">
                  <emma:literal>Jeffri</emma:literal>
                </emma:interpretation>
                <emma:interpretation id="interp27" emma:lang="id-ID" emma:confidence="0">
                  <emma:literal>ter-taris</emma:literal>
                </emma:interpretation>
                <emma:interpretation id="interp28" emma:lang="id-ID" emma:confidence="0">
                  <emma:literal>ter-tari</emma:literal>
                </emma:interpretation>
                <emma:interpretation id="interp29" emma:lang="id-ID" emma:confidence="0">
                  <emma:literal>ter-tari.</emma:literal>
                </emma:interpretation>
              </emma:one-of>
            </emma:emma>
          </inkml:annotationXML>
          <inkml:trace contextRef="#ctx0" brushRef="#br0" timeOffset="179975.4654">-383 13634,'0'48,"0"-24,0 24,24-24,-24 24,0-24,0 0,24 0,0-24</inkml:trace>
          <inkml:trace contextRef="#ctx0" brushRef="#br0" timeOffset="180476.7215">-72 13586,'-48'24,"24"0,24 0,0 0,0 0,24 0,0 0,0 0,0-24,0 0,24 0,-24 0,-24-24,24 0,-24 0,24 0,-24 0,0 0,0 48,0 24,0-24,0 24,24 0,-24-24,0 0,24 0,-24 0,24-24</inkml:trace>
          <inkml:trace contextRef="#ctx0" brushRef="#br0" timeOffset="179272.7716">168 14329,'168'0,"-144"0,24 0,-25 0</inkml:trace>
          <inkml:trace contextRef="#ctx0" brushRef="#br0" timeOffset="178615.5353">-96 14329,'-24'24,"24"0,0 0,0 0,0 24,0 0,0 0,0 0,0-24,0 0,24 0,-24 0</inkml:trace>
          <inkml:trace contextRef="#ctx0" brushRef="#br0" timeOffset="179118.9082">120 14353,'0'24,"0"0,24 0,0 0,0-24,24 24,0 0,-24 0,0 0,0 0,0 24,-24-24,0 24,0-24,0 0,-24 0,0 0,0-24,0 0</inkml:trace>
          <inkml:trace contextRef="#ctx0" brushRef="#br0" timeOffset="181083.4783">-479 12748,'0'144,"0"-97,0-23,0 0,0 0,0 0,0 0,0 0</inkml:trace>
          <inkml:trace contextRef="#ctx0" brushRef="#br0" timeOffset="181632.4718">-239 12724,'71'-48,"-47"48,0 0,-24 24,-24 0,24 0,0 0,0 0,24 0,0-24,-24 24,24-24,-24 24,0 24,0-25,0 25,0-24,-24 0,0-24,24-48</inkml:trace>
          <inkml:trace contextRef="#ctx0" brushRef="#br0" timeOffset="182223.5968">-719 11885,'-24'-24,"24"72,96 96</inkml:trace>
          <inkml:trace contextRef="#ctx0" brushRef="#br0" timeOffset="182635.2282">-455 11813,'48'-24,"-24"24,24 0,-24 0,0 0,-24 24,0 0,-24 0,24 0,-24 0,24 0,0 0,0 0,0 0,48-24,-24 0,24 0,-25 0,1-24,0 0,0 24,0-24</inkml:trace>
          <inkml:trace contextRef="#ctx0" brushRef="#br0" timeOffset="183339.6239">-767 10615,'0'48,"0"-24,0 24,0 0,0 0,0-24,0 0,24 0,-24 0,0 0,24-24,0 0</inkml:trace>
          <inkml:trace contextRef="#ctx0" brushRef="#br0" timeOffset="183603.2784">-455 10567,'0'192,"0"-144,0-24,0 24,0 0,48 0</inkml:trace>
          <inkml:trace contextRef="#ctx0" brushRef="#br0" timeOffset="540081.8334">-910 9297,'-24'-48,"24"72,0 0,0 0,0 0,0 24,0 0,0 0,24 0,-24-24,0 24,0-24,0 0,0 0,24 0,-24-48,0 0</inkml:trace>
          <inkml:trace contextRef="#ctx0" brushRef="#br0" timeOffset="540607.768">-575 9441,'0'-24,"0"48,0 0,0 0,0 24,0-24,24 0,0 24,0-24,0-24,0 0,0 0,24 0,-24 0,0 0,0-48,-24 24,24 0,-24-24,0 24,0-24,0 24,0-24,-24 24,0 24,0 0,0-24,-120 120</inkml:trace>
        </inkml:traceGroup>
      </inkml:traceGroup>
    </inkml:traceGroup>
    <inkml:traceGroup>
      <inkml:annotationXML>
        <emma:emma xmlns:emma="http://www.w3.org/2003/04/emma" version="1.0">
          <emma:interpretation id="{860D38A2-4EFB-45D9-B527-E144ADEA26DE}" emma:medium="tactile" emma:mode="ink">
            <msink:context xmlns:msink="http://schemas.microsoft.com/ink/2010/main" type="paragraph" rotatedBoundingBox="14404,1881 14210,2275 13921,2133 14115,1739" alignmentLevel="2"/>
          </emma:interpretation>
        </emma:emma>
      </inkml:annotationXML>
      <inkml:traceGroup>
        <inkml:annotationXML>
          <emma:emma xmlns:emma="http://www.w3.org/2003/04/emma" version="1.0">
            <emma:interpretation id="{86EA6ACA-D5F2-4E25-A1FF-359E7DBF7872}" emma:medium="tactile" emma:mode="ink">
              <msink:context xmlns:msink="http://schemas.microsoft.com/ink/2010/main" type="line" rotatedBoundingBox="14404,1881 14210,2275 13921,2133 14115,1739"/>
            </emma:interpretation>
          </emma:emma>
        </inkml:annotationXML>
        <inkml:traceGroup>
          <inkml:annotationXML>
            <emma:emma xmlns:emma="http://www.w3.org/2003/04/emma" version="1.0">
              <emma:interpretation id="{7C9FE071-087C-42A0-81AA-D7A7D8E03FC9}" emma:medium="tactile" emma:mode="ink">
                <msink:context xmlns:msink="http://schemas.microsoft.com/ink/2010/main" type="inkWord" rotatedBoundingBox="14404,1881 14210,2275 13921,2133 14115,1739"/>
              </emma:interpretation>
              <emma:one-of disjunction-type="recognition" id="oneOf6">
                <emma:interpretation id="interp30" emma:lang="id-ID" emma:confidence="0.5">
                  <emma:literal>•</emma:literal>
                </emma:interpretation>
                <emma:interpretation id="interp31" emma:lang="id-ID" emma:confidence="0">
                  <emma:literal>e</emma:literal>
                </emma:interpretation>
                <emma:interpretation id="interp32" emma:lang="id-ID" emma:confidence="0">
                  <emma:literal>@</emma:literal>
                </emma:interpretation>
                <emma:interpretation id="interp33" emma:lang="id-ID" emma:confidence="0">
                  <emma:literal>J</emma:literal>
                </emma:interpretation>
                <emma:interpretation id="interp34" emma:lang="id-ID" emma:confidence="0">
                  <emma:literal>D</emma:literal>
                </emma:interpretation>
              </emma:one-of>
            </emma:emma>
          </inkml:annotationXML>
          <inkml:trace contextRef="#ctx0" brushRef="#br0" timeOffset="565101.7524">-1869 886,'-48'-47,"24"47,0 0,24 23,-24 1,24 0,0 0,0 0,0 0,0 0,0 0,24 0,0 0,0-24,-24 24,24-24,0 0,0 0,0 0,0 0,0-24,0 0,0 0,0 0,-24 0,24 24,-24-24,0 0,0 0,0 0,0 0,0 1,0-1,0 0,0 0,-24 0,24 0,-24 24,0 0,0 0,0 0,0 0,0 0,0 0,24 24,-24 0,24 0,-24-24,24 24,0 0</inkml:trace>
        </inkml:traceGroup>
      </inkml:traceGroup>
    </inkml:traceGroup>
  </inkml:traceGroup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4:19:28.669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9C94B7B3-8A8D-4854-958C-BB00A9D75359}" emma:medium="tactile" emma:mode="ink">
          <msink:context xmlns:msink="http://schemas.microsoft.com/ink/2010/main" type="writingRegion" rotatedBoundingBox="26344,643 28794,587 28810,1286 26360,1342"/>
        </emma:interpretation>
      </emma:emma>
    </inkml:annotationXML>
    <inkml:traceGroup>
      <inkml:annotationXML>
        <emma:emma xmlns:emma="http://www.w3.org/2003/04/emma" version="1.0">
          <emma:interpretation id="{BC82DF60-0257-4706-8B6E-EB4295901A66}" emma:medium="tactile" emma:mode="ink">
            <msink:context xmlns:msink="http://schemas.microsoft.com/ink/2010/main" type="paragraph" rotatedBoundingBox="26344,643 28794,587 28810,1286 26360,134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607F82AF-F804-4BB1-87DE-8A28D062BD0B}" emma:medium="tactile" emma:mode="ink">
              <msink:context xmlns:msink="http://schemas.microsoft.com/ink/2010/main" type="line" rotatedBoundingBox="26344,643 28794,587 28810,1286 26360,1342"/>
            </emma:interpretation>
          </emma:emma>
        </inkml:annotationXML>
        <inkml:traceGroup>
          <inkml:annotationXML>
            <emma:emma xmlns:emma="http://www.w3.org/2003/04/emma" version="1.0">
              <emma:interpretation id="{A4AE9F73-6EDD-44EE-A1F5-EA5E9460111A}" emma:medium="tactile" emma:mode="ink">
                <msink:context xmlns:msink="http://schemas.microsoft.com/ink/2010/main" type="inkWord" rotatedBoundingBox="26344,643 28794,587 28810,1286 26360,1342"/>
              </emma:interpretation>
              <emma:one-of disjunction-type="recognition" id="oneOf0">
                <emma:interpretation id="interp0" emma:lang="id-ID" emma:confidence="0.5">
                  <emma:literal>NANA)</emma:literal>
                </emma:interpretation>
                <emma:interpretation id="interp1" emma:lang="id-ID" emma:confidence="0">
                  <emma:literal>NIAN)</emma:literal>
                </emma:interpretation>
                <emma:interpretation id="interp2" emma:lang="id-ID" emma:confidence="0">
                  <emma:literal>NIANA)</emma:literal>
                </emma:interpretation>
                <emma:interpretation id="interp3" emma:lang="id-ID" emma:confidence="0">
                  <emma:literal>NAN))</emma:literal>
                </emma:interpretation>
                <emma:interpretation id="interp4" emma:lang="id-ID" emma:confidence="0.5">
                  <emma:literal>MA ND</emma:literal>
                </emma:interpretation>
              </emma:one-of>
            </emma:emma>
          </inkml:annotationXML>
          <inkml:trace contextRef="#ctx0" brushRef="#br0">0 0,'72'215,"-48"-167,0 24,23-24,-23 24,24-24,-24 0,0 0,0-24,0-24,-24 24,24-24</inkml:trace>
          <inkml:trace contextRef="#ctx0" brushRef="#br0" timeOffset="-408.0522">0 24,'0'167,"-24"-95,24-24,-24 24,24-24,0 0,-24-24,24 24,0-24,0 0</inkml:trace>
          <inkml:trace contextRef="#ctx0" brushRef="#br0" timeOffset="328.317">359 24,'0'215,"24"-143,-24-24,0 24,0 0,0-24,24 0,-24-24,0 0</inkml:trace>
          <inkml:trace contextRef="#ctx0" brushRef="#br0" timeOffset="1010.9992">814-24,'48'191,"-24"-143,-24 24,24 0,0-24,-24 0,0 0,24 0</inkml:trace>
          <inkml:trace contextRef="#ctx0" brushRef="#br0" timeOffset="760.9097">790 0,'-95'191,"95"-119,-24 0,24 0,-24 0,24-24,0-24,0 24</inkml:trace>
          <inkml:trace contextRef="#ctx0" brushRef="#br0" timeOffset="1229.192">743 287,'167'0,"-119"0,-24 0</inkml:trace>
          <inkml:trace contextRef="#ctx0" brushRef="#br0" timeOffset="1512.3649">1198 47,'24'144,"-24"-96,0 0,0 24,24-24,-24 24,0-24,24-24,-24 0,24-24</inkml:trace>
          <inkml:trace contextRef="#ctx0" brushRef="#br0" timeOffset="1783.6385">1246 47,'96'216,"-48"-168,-1 24,-23-24,24 0,-24 0,0-24,0 0,0-24</inkml:trace>
          <inkml:trace contextRef="#ctx0" brushRef="#br0" timeOffset="2068.6593">1629 24,'0'191,"0"-119,0 0,0 0,0-24,0 24</inkml:trace>
          <inkml:trace contextRef="#ctx0" brushRef="#br0" timeOffset="2412.7525">1989 24,'0'143,"0"-95,-24 0,24 24,0 0,0-24,0 0,0-24,0 0</inkml:trace>
          <inkml:trace contextRef="#ctx0" brushRef="#br0" timeOffset="2803.0306">1965 0,'191'24,"-143"23,0-23,0 24,-24-24,0 24,0 0,-24-24,0 48,0-24,-24 0,-24 0,0 0,-24-24,24 24,0-48,1 24,23-24,0 0</inkml:trace>
        </inkml:traceGroup>
      </inkml:traceGroup>
    </inkml:traceGroup>
  </inkml:traceGroup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4:19:55.053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D0F44AF3-B784-4E13-B630-7104E0A1D1F8}" emma:medium="tactile" emma:mode="ink">
          <msink:context xmlns:msink="http://schemas.microsoft.com/ink/2010/main" type="writingRegion" rotatedBoundingBox="28283,1952 29838,1764 29898,2264 28344,2453"/>
        </emma:interpretation>
      </emma:emma>
    </inkml:annotationXML>
    <inkml:traceGroup>
      <inkml:annotationXML>
        <emma:emma xmlns:emma="http://www.w3.org/2003/04/emma" version="1.0">
          <emma:interpretation id="{7E68DE6D-B421-4B4F-A02D-EFB6B2A8308C}" emma:medium="tactile" emma:mode="ink">
            <msink:context xmlns:msink="http://schemas.microsoft.com/ink/2010/main" type="paragraph" rotatedBoundingBox="28283,1952 29838,1764 29898,2264 28344,245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A3A02E51-7A6F-4C06-A458-0099AEEE1177}" emma:medium="tactile" emma:mode="ink">
              <msink:context xmlns:msink="http://schemas.microsoft.com/ink/2010/main" type="line" rotatedBoundingBox="28283,1952 29838,1764 29898,2264 28344,2453"/>
            </emma:interpretation>
          </emma:emma>
        </inkml:annotationXML>
        <inkml:traceGroup>
          <inkml:annotationXML>
            <emma:emma xmlns:emma="http://www.w3.org/2003/04/emma" version="1.0">
              <emma:interpretation id="{0A43A2B2-2AED-4ECA-9C19-55FAF078B49F}" emma:medium="tactile" emma:mode="ink">
                <msink:context xmlns:msink="http://schemas.microsoft.com/ink/2010/main" type="inkWord" rotatedBoundingBox="28283,1952 29838,1764 29898,2264 28344,2453"/>
              </emma:interpretation>
              <emma:one-of disjunction-type="recognition" id="oneOf0">
                <emma:interpretation id="interp0" emma:lang="id-ID" emma:confidence="0.5">
                  <emma:literal>untut</emma:literal>
                </emma:interpretation>
                <emma:interpretation id="interp1" emma:lang="id-ID" emma:confidence="0">
                  <emma:literal>Utut</emma:literal>
                </emma:interpretation>
                <emma:interpretation id="interp2" emma:lang="id-ID" emma:confidence="0">
                  <emma:literal>uptut</emma:literal>
                </emma:interpretation>
                <emma:interpretation id="interp3" emma:lang="id-ID" emma:confidence="0">
                  <emma:literal>Watak</emma:literal>
                </emma:interpretation>
                <emma:interpretation id="interp4" emma:lang="id-ID" emma:confidence="0.5">
                  <emma:literal>utik t</emma:literal>
                </emma:interpretation>
              </emma:one-of>
            </emma:emma>
          </inkml:annotationXML>
          <inkml:trace contextRef="#ctx0" brushRef="#br0">2660 1317,'0'72,"0"-48,0 24,0 0,23-24,-23 24,0-24,0 0,24 0,-24-48,0 0,-24-24,24 24,-23-24,23 0,-24 0,24 24,-24-24,24 25,0-1,0 0,0 0,24 24,0 0,-1 0,-23 24,0 24,0-1,0-23,-23 0,23 0,0 0</inkml:trace>
          <inkml:trace contextRef="#ctx0" brushRef="#br0" timeOffset="-922.4907">2348 1246,'0'24,"0"23,0 1,0-24,0 24,0 0,24-24,-24 0,24 0,0 0,0 0,0-24,0 0,0-24,-24 0,0 0</inkml:trace>
          <inkml:trace contextRef="#ctx0" brushRef="#br0" timeOffset="501.2673">2803 1317,'24'72,"-24"-24,24-24,-24 0,24 0,0-24,-24 24,24-24,0-24,0 0,-24 0,24 0,-24 0,0 0,0 0,0 48,0 0,0 0,0 0,0 0,24 0,-24 0,24-24,0 0,0 0</inkml:trace>
          <inkml:trace contextRef="#ctx0" brushRef="#br0" timeOffset="812.617">3187 1294,'167'335,"-143"-335</inkml:trace>
          <inkml:trace contextRef="#ctx0" brushRef="#br0" timeOffset="1002.631">3259 1413,'119'24,"-95"-24,0 0,0 24</inkml:trace>
          <inkml:trace contextRef="#ctx0" brushRef="#br0" timeOffset="-682.728">2324 1365,'96'0,"-72"0,0 0,0 24</inkml:trace>
          <inkml:trace contextRef="#ctx0" brushRef="#br0" timeOffset="-1359.5967">1941 1437,'-24'0,"24"24,0 0,-24-24,24 24,0 0,0 0,0 0,0 24,24-24,-24 0,24 0,0-24,-24 24,24-24,0 0,0-24,-1-24,1 24,-24-24,24 0,-24 24,0 0,0 0,0 0,0 48,0 0,0 0,0 24,0-24,0 24,24-24,-24 0,24-24,-24 24,24-24,0 0,0-24,-24 0</inkml:trace>
        </inkml:traceGroup>
      </inkml:traceGroup>
    </inkml:traceGroup>
  </inkml:traceGroup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4:19:57.640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8C38BC07-0F72-40BF-ADDB-357C8E23437A}" emma:medium="tactile" emma:mode="ink">
          <msink:context xmlns:msink="http://schemas.microsoft.com/ink/2010/main" type="writingRegion" rotatedBoundingBox="30471,2842 32944,2940 32887,4377 30414,4280"/>
        </emma:interpretation>
      </emma:emma>
    </inkml:annotationXML>
    <inkml:traceGroup>
      <inkml:annotationXML>
        <emma:emma xmlns:emma="http://www.w3.org/2003/04/emma" version="1.0">
          <emma:interpretation id="{964C4EC8-C8B8-4D46-894A-CB01D20FB47D}" emma:medium="tactile" emma:mode="ink">
            <msink:context xmlns:msink="http://schemas.microsoft.com/ink/2010/main" type="paragraph" rotatedBoundingBox="30471,2842 32944,2940 32887,4377 30414,428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5EB30527-A01F-426B-95A7-8DB23F825B70}" emma:medium="tactile" emma:mode="ink">
              <msink:context xmlns:msink="http://schemas.microsoft.com/ink/2010/main" type="line" rotatedBoundingBox="30471,2842 32944,2940 32887,4377 30414,4280"/>
            </emma:interpretation>
          </emma:emma>
        </inkml:annotationXML>
        <inkml:traceGroup>
          <inkml:annotationXML>
            <emma:emma xmlns:emma="http://www.w3.org/2003/04/emma" version="1.0">
              <emma:interpretation id="{74C8B281-218B-49AE-9F54-23266EDBABB7}" emma:medium="tactile" emma:mode="ink">
                <msink:context xmlns:msink="http://schemas.microsoft.com/ink/2010/main" type="inkWord" rotatedBoundingBox="30471,2842 32944,2940 32887,4377 30414,4280"/>
              </emma:interpretation>
              <emma:one-of disjunction-type="recognition" id="oneOf0">
                <emma:interpretation id="interp0" emma:lang="id-ID" emma:confidence="0.5">
                  <emma:literal>Iba.</emma:literal>
                </emma:interpretation>
                <emma:interpretation id="interp1" emma:lang="id-ID" emma:confidence="0">
                  <emma:literal>Ida.</emma:literal>
                </emma:interpretation>
                <emma:interpretation id="interp2" emma:lang="id-ID" emma:confidence="0">
                  <emma:literal>Ido.</emma:literal>
                </emma:interpretation>
                <emma:interpretation id="interp3" emma:lang="id-ID" emma:confidence="0">
                  <emma:literal>Ipa.</emma:literal>
                </emma:interpretation>
                <emma:interpretation id="interp4" emma:lang="id-ID" emma:confidence="0">
                  <emma:literal>-t):</emma:literal>
                </emma:interpretation>
              </emma:one-of>
            </emma:emma>
          </inkml:annotationXML>
          <inkml:trace contextRef="#ctx0" brushRef="#br0">4025 2611,'24'0,"24"0,0 0,0 0,0 0,0 0,0 0,0 0,-24 0,0 0,0 0,0-24,0 24</inkml:trace>
          <inkml:trace contextRef="#ctx0" brushRef="#br0" timeOffset="1004.6726">4672 2252,'-24'24,"24"0,0 24,0-24,0 24,0 0,0 24,24-25,-24 25,0 24,24 0,-24 0,24 0,-24 0,24-24,0 23,-24-23,24 0,-24-24,24 0,-24 0,0 0,0-24,24-24,-24-48</inkml:trace>
          <inkml:trace contextRef="#ctx0" brushRef="#br0" timeOffset="472.7535">4217 3211,'96'0,"-24"0,-24 0,0 0,0-24,-24 24,23 0,-23-24,0 24,0-24,0 0</inkml:trace>
          <inkml:trace contextRef="#ctx0" brushRef="#br0" timeOffset="1605.9337">4792 2300,'0'-72,"48"72,-24 0,0 24,24 0,0 0,0 24,0 0,0 0,24 24,-25-24,1-1,0 1,-24 0,0 0,0 0,0 0,-24 24,0-24,0 24,0-24,0 24,-24-24,0 23,-24-23,0 0,0 0,1-24,-1 24,0-48,0 24,0-24,0 24,24-24,0 0,0-72</inkml:trace>
          <inkml:trace contextRef="#ctx0" brushRef="#br0" timeOffset="2229.4613">5487 2707,'-48'96,"48"-72,0 24,0-24,24 0,0 0,0 0,0-24,0 0,0 0,0-24,-24-168,-72 168</inkml:trace>
          <inkml:trace contextRef="#ctx0" brushRef="#br0" timeOffset="2676.51">5703 2755,'144'0,"-73"24,-23-24,24 24,-24-24,0 24,0-24,24 0,-24 0,0 0,0 0,0 0,-24 0,-1 0</inkml:trace>
        </inkml:traceGroup>
      </inkml:traceGroup>
    </inkml:traceGroup>
  </inkml:traceGroup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4:20:07.450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1D2C9B9E-A837-4811-B104-2BCECBC42666}" emma:medium="tactile" emma:mode="ink">
          <msink:context xmlns:msink="http://schemas.microsoft.com/ink/2010/main" type="writingRegion" rotatedBoundingBox="11853,1483 13016,3960 12624,4144 11461,1666"/>
        </emma:interpretation>
      </emma:emma>
    </inkml:annotationXML>
    <inkml:traceGroup>
      <inkml:annotationXML>
        <emma:emma xmlns:emma="http://www.w3.org/2003/04/emma" version="1.0">
          <emma:interpretation id="{20DEB458-BCA2-4075-AFD6-6DD88577539E}" emma:medium="tactile" emma:mode="ink">
            <msink:context xmlns:msink="http://schemas.microsoft.com/ink/2010/main" type="paragraph" rotatedBoundingBox="11853,1483 13016,3960 12624,4144 11461,166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7E632FA3-B5BA-4783-B1D7-B62B33BCAAB4}" emma:medium="tactile" emma:mode="ink">
              <msink:context xmlns:msink="http://schemas.microsoft.com/ink/2010/main" type="line" rotatedBoundingBox="11853,1483 13016,3960 12624,4144 11461,1666"/>
            </emma:interpretation>
          </emma:emma>
        </inkml:annotationXML>
        <inkml:traceGroup>
          <inkml:annotationXML>
            <emma:emma xmlns:emma="http://www.w3.org/2003/04/emma" version="1.0">
              <emma:interpretation id="{469A6E16-0AA2-4041-AC63-51D120E03807}" emma:medium="tactile" emma:mode="ink">
                <msink:context xmlns:msink="http://schemas.microsoft.com/ink/2010/main" type="inkWord" rotatedBoundingBox="11811,1502 12034,1978 11685,2142 11461,1666"/>
              </emma:interpretation>
              <emma:one-of disjunction-type="recognition" id="oneOf0">
                <emma:interpretation id="interp0" emma:lang="id-ID" emma:confidence="0.5">
                  <emma:literal>*</emma:literal>
                </emma:interpretation>
                <emma:interpretation id="interp1" emma:lang="id-ID" emma:confidence="0">
                  <emma:literal>&amp;</emma:literal>
                </emma:interpretation>
                <emma:interpretation id="interp2" emma:lang="id-ID" emma:confidence="0">
                  <emma:literal>•</emma:literal>
                </emma:interpretation>
                <emma:interpretation id="interp3" emma:lang="id-ID" emma:confidence="0">
                  <emma:literal>#</emma:literal>
                </emma:interpretation>
                <emma:interpretation id="interp4" emma:lang="id-ID" emma:confidence="0">
                  <emma:literal>t</emma:literal>
                </emma:interpretation>
              </emma:one-of>
            </emma:emma>
          </inkml:annotationXML>
          <inkml:trace contextRef="#ctx0" brushRef="#br0">0 72,'0'-72,"0"96,0 0,0 0,0 0,0 24,0 0,0-1,0 1,0-24,0 24,0-24,24 0,-24-48</inkml:trace>
          <inkml:trace contextRef="#ctx0" brushRef="#br0" timeOffset="719.7292">-96-72,'72'-72,"-48"72,0 0,24-24,-24 24,0 0,0 0,0 0,-24 24,0 0,0 0,0 0,-24 0,-24 0,-24 48,96-48,0-24,0 0,24 24,-24-24,0 0,0 24,0-24,0 24,-24 0,0 0,0 0,0-1,0 1,-24 0,0 0,0 0,0-24,0 0,0 0,0 0</inkml:trace>
        </inkml:traceGroup>
        <inkml:traceGroup>
          <inkml:annotationXML>
            <emma:emma xmlns:emma="http://www.w3.org/2003/04/emma" version="1.0">
              <emma:interpretation id="{1638B481-D464-45B7-A558-746FDD510E09}" emma:medium="tactile" emma:mode="ink">
                <msink:context xmlns:msink="http://schemas.microsoft.com/ink/2010/main" type="inkWord" rotatedBoundingBox="12809,3519 13016,3960 12635,4139 12428,3698">
                  <msink:destinationLink direction="with" ref="{D6415C86-44C8-4B08-8C70-F2542C5462A5}"/>
                </msink:context>
              </emma:interpretation>
              <emma:one-of disjunction-type="recognition" id="oneOf1">
                <emma:interpretation id="interp5" emma:lang="id-ID" emma:confidence="0.5">
                  <emma:literal>x</emma:literal>
                </emma:interpretation>
                <emma:interpretation id="interp6" emma:lang="id-ID" emma:confidence="0">
                  <emma:literal>X</emma:literal>
                </emma:interpretation>
                <emma:interpretation id="interp7" emma:lang="id-ID" emma:confidence="0">
                  <emma:literal>D</emma:literal>
                </emma:interpretation>
                <emma:interpretation id="interp8" emma:lang="id-ID" emma:confidence="0">
                  <emma:literal>*</emma:literal>
                </emma:interpretation>
                <emma:interpretation id="interp9" emma:lang="id-ID" emma:confidence="0">
                  <emma:literal>+</emma:literal>
                </emma:interpretation>
              </emma:one-of>
            </emma:emma>
          </inkml:annotationXML>
          <inkml:trace contextRef="#ctx0" brushRef="#br0" timeOffset="1603.9184">982 1869,'0'24,"0"0,0 24,0 0,0 0,0 0,0 23,0-47,0 24,24-24,-24 0,0 0,0-48</inkml:trace>
          <inkml:trace contextRef="#ctx0" brushRef="#br0" timeOffset="2113.3332">1006 1869,'72'-24,"-48"24,0 0,0 0,-24 24,24 0,0 0,-24 0,0 0,24 24,-24-24,0 24,0-24,-48 23,24 1,-24 0,24-24,0 0,-24 0,24 0,0 0,24 0,24-24,0 0</inkml:trace>
        </inkml:traceGroup>
      </inkml:traceGroup>
    </inkml:traceGroup>
  </inkml:traceGroup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4:20:13.511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82A93D79-6537-4708-B368-E61E5CB82544}" emma:medium="tactile" emma:mode="ink">
          <msink:context xmlns:msink="http://schemas.microsoft.com/ink/2010/main" type="writingRegion" rotatedBoundingBox="26228,7037 29287,6648 29506,8371 26447,8760"/>
        </emma:interpretation>
      </emma:emma>
    </inkml:annotationXML>
    <inkml:traceGroup>
      <inkml:annotationXML>
        <emma:emma xmlns:emma="http://www.w3.org/2003/04/emma" version="1.0">
          <emma:interpretation id="{65145EEF-E4CE-43B7-84E6-4D6CD521BA86}" emma:medium="tactile" emma:mode="ink">
            <msink:context xmlns:msink="http://schemas.microsoft.com/ink/2010/main" type="paragraph" rotatedBoundingBox="26228,7037 29287,6648 29506,8371 26447,876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143D8EB4-6418-416C-B2FF-D0D2E56A302B}" emma:medium="tactile" emma:mode="ink">
              <msink:context xmlns:msink="http://schemas.microsoft.com/ink/2010/main" type="line" rotatedBoundingBox="26228,7037 29287,6648 29506,8371 26447,8760"/>
            </emma:interpretation>
          </emma:emma>
        </inkml:annotationXML>
        <inkml:traceGroup>
          <inkml:annotationXML>
            <emma:emma xmlns:emma="http://www.w3.org/2003/04/emma" version="1.0">
              <emma:interpretation id="{5510C756-F88F-4868-BA04-5C9BCB649E60}" emma:medium="tactile" emma:mode="ink">
                <msink:context xmlns:msink="http://schemas.microsoft.com/ink/2010/main" type="inkWord" rotatedBoundingBox="27260,6814 27661,8571 26526,8830 26125,7074"/>
              </emma:interpretation>
              <emma:one-of disjunction-type="recognition" id="oneOf0">
                <emma:interpretation id="interp0" emma:lang="id-ID" emma:confidence="0.5">
                  <emma:literal>Sup</emma:literal>
                </emma:interpretation>
                <emma:interpretation id="interp1" emma:lang="id-ID" emma:confidence="0">
                  <emma:literal>Bap</emma:literal>
                </emma:interpretation>
                <emma:interpretation id="interp2" emma:lang="id-ID" emma:confidence="0">
                  <emma:literal>Suap</emma:literal>
                </emma:interpretation>
                <emma:interpretation id="interp3" emma:lang="id-ID" emma:confidence="0">
                  <emma:literal>Pulp</emma:literal>
                </emma:interpretation>
                <emma:interpretation id="interp4" emma:lang="id-ID" emma:confidence="0">
                  <emma:literal>1/311]</emma:literal>
                </emma:interpretation>
              </emma:one-of>
            </emma:emma>
          </inkml:annotationXML>
          <inkml:trace contextRef="#ctx0" brushRef="#br0">575 6445,'24'168,"0"-96,-24-24,0 0,0-24,0 24,0-24,0 0</inkml:trace>
          <inkml:trace contextRef="#ctx0" brushRef="#br0" timeOffset="294.1855">575 6445,'168'0,"-121"0,1 0,-24 24,0 0,0 0,-24 0,0 0,0 24,0-24,0 24,0-24,-24 24,-24 0,24 0,-23-24,23 0,0-24,-24 0,24 0</inkml:trace>
          <inkml:trace contextRef="#ctx0" brushRef="#br0" timeOffset="5355.3249">934 7548,'-24'0,"0"24,24 0,0 24,0-1,0 49,0-48,0 72,0-72</inkml:trace>
          <inkml:trace contextRef="#ctx0" brushRef="#br0" timeOffset="1536.9623">72 7572,'0'72,"0"-49,0 25,0 0,0 0,0 0,0 0,0 0,0 0,0-24,0 0,0 0</inkml:trace>
          <inkml:trace contextRef="#ctx0" brushRef="#br0" timeOffset="-654.6304">-192 6469,'72'-72,"-48"72,0-23,24 23,-24 0,0 0,0 0,0 23,-24 1,0 24,-24-24,24 0,-24 0,0 0,48 0,0 0,24-24,-24 48,-1-24,-23 0,0 0,0 24,0-24,-23 0,-25 0,24-24,-24 0,24 0,0 0,0 0,0-24,0 0,24 0</inkml:trace>
          <inkml:trace contextRef="#ctx0" brushRef="#br0" timeOffset="-1283.1752">-144 6493,'24'168,"-24"-144,0 0,0 0,0 0,0 0,0 0,0 0,0 0,24 0</inkml:trace>
        </inkml:traceGroup>
        <inkml:traceGroup>
          <inkml:annotationXML>
            <emma:emma xmlns:emma="http://www.w3.org/2003/04/emma" version="1.0">
              <emma:interpretation id="{817253C4-66D3-4250-8C21-06BF9E162AAA}" emma:medium="tactile" emma:mode="ink">
                <msink:context xmlns:msink="http://schemas.microsoft.com/ink/2010/main" type="inkWord" rotatedBoundingBox="28093,7034 29316,6879 29394,7497 28171,7652"/>
              </emma:interpretation>
              <emma:one-of disjunction-type="recognition" id="oneOf1">
                <emma:interpretation id="interp5" emma:lang="id-ID" emma:confidence="0.5">
                  <emma:literal>Out</emma:literal>
                </emma:interpretation>
                <emma:interpretation id="interp6" emma:lang="id-ID" emma:confidence="0">
                  <emma:literal>Our</emma:literal>
                </emma:interpretation>
                <emma:interpretation id="interp7" emma:lang="id-ID" emma:confidence="0">
                  <emma:literal>Oret</emma:literal>
                </emma:interpretation>
                <emma:interpretation id="interp8" emma:lang="id-ID" emma:confidence="0">
                  <emma:literal>Olet</emma:literal>
                </emma:interpretation>
                <emma:interpretation id="interp9" emma:lang="id-ID" emma:confidence="0">
                  <emma:literal>Ovit</emma:literal>
                </emma:interpretation>
              </emma:one-of>
            </emma:emma>
          </inkml:annotationXML>
          <inkml:trace contextRef="#ctx0" brushRef="#br0" timeOffset="8247.8924">1869 6397,'-72'-23,"48"23,24 23,-24-23,24 24,-24 0,0 24,24-24,0 24,0-24,0 0,0 24,0-24,48 0,-24-24,24 24,-24-24,24 0,-24 0,0 0,0 0,0-24,-24 0,24-24,-24 24,0-24,0 24,0 0,0 0,0 0,-24 0,0 24,0-24,0 24,0 0,0 0,24 24,0 24</inkml:trace>
          <inkml:trace contextRef="#ctx0" brushRef="#br0" timeOffset="8715.0157">2276 6637,'0'96,"24"-48,0-24,-24 0,24-24,0 0,0 0,-24-24,24 0,-24 0,0 0,0 0,0 0,0 0,0 48,0 24,0-24,24 0,-24 0,24-24,0 0,0 0</inkml:trace>
          <inkml:trace contextRef="#ctx0" brushRef="#br0" timeOffset="9172.7354">2636 6709,'143'0,"-95"0,0 0,-24 0,0 0,0 0</inkml:trace>
          <inkml:trace contextRef="#ctx0" brushRef="#br0" timeOffset="9017.7452">2660 6517,'0'216,"95"-72</inkml:trace>
        </inkml:traceGroup>
      </inkml:traceGroup>
    </inkml:traceGroup>
  </inkml:traceGroup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4:21:28.317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D6415C86-44C8-4B08-8C70-F2542C5462A5}" emma:medium="tactile" emma:mode="ink">
          <msink:context xmlns:msink="http://schemas.microsoft.com/ink/2010/main" type="inkDrawing" rotatedBoundingBox="10045,4168 10100,4454 10081,4458 10026,4171" semanticType="callout" shapeName="Other">
            <msink:sourceLink direction="with" ref="{1638B481-D464-45B7-A558-746FDD510E09}"/>
            <msink:sourceLink direction="with" ref="{54CEAA85-50E7-4B42-8F0F-41A316D20C91}"/>
          </msink:context>
        </emma:interpretation>
      </emma:emma>
    </inkml:annotationXML>
    <inkml:trace contextRef="#ctx0" brushRef="#br0">0 48,'0'-24,"0"0,0 48,0 0,23 24,-23-24,0 24,0-24,24 0,-24 0,0 0,0 0</inkml:trace>
  </inkml:traceGroup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4:21:29.237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B2221628-7782-4A27-A7B3-DE220199DAB1}" emma:medium="tactile" emma:mode="ink">
          <msink:context xmlns:msink="http://schemas.microsoft.com/ink/2010/main" type="inkDrawing" rotatedBoundingBox="10075,5821 10087,6230 10051,6230 10040,5822" semanticType="callout" shapeName="Other">
            <msink:sourceLink direction="with" ref="{D4BD6315-92C5-4006-A872-55E40247422E}"/>
            <msink:sourceLink direction="with" ref="{54CEAA85-50E7-4B42-8F0F-41A316D20C91}"/>
            <msink:sourceLink direction="with" ref="{44959F67-5B2B-47C8-B520-81CFC35B89DC}"/>
          </msink:context>
        </emma:interpretation>
      </emma:emma>
    </inkml:annotationXML>
    <inkml:trace contextRef="#ctx0" brushRef="#br0">0 0,'23'0,"-23"24,0 0,0 0,0 24,0 0,0 0,0-24,0 24,0-24,0 0,0 0,0 0,0 0,24-24</inkml:trace>
  </inkml:traceGroup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4:19:42.992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BCBD636A-9D02-4F20-9036-AA928E5BD19C}" emma:medium="tactile" emma:mode="ink">
          <msink:context xmlns:msink="http://schemas.microsoft.com/ink/2010/main" type="writingRegion" rotatedBoundingBox="28256,1845 28563,5665 28146,5699 27838,1879"/>
        </emma:interpretation>
      </emma:emma>
    </inkml:annotationXML>
    <inkml:traceGroup>
      <inkml:annotationXML>
        <emma:emma xmlns:emma="http://www.w3.org/2003/04/emma" version="1.0">
          <emma:interpretation id="{6D48BFCB-6CC6-48AC-AA71-D98E2575516A}" emma:medium="tactile" emma:mode="ink">
            <msink:context xmlns:msink="http://schemas.microsoft.com/ink/2010/main" type="paragraph" rotatedBoundingBox="28256,1845 28563,5665 28146,5699 27838,187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8C10E21B-E08F-4E6F-A961-CB456487B9E3}" emma:medium="tactile" emma:mode="ink">
              <msink:context xmlns:msink="http://schemas.microsoft.com/ink/2010/main" type="line" rotatedBoundingBox="28256,1845 28563,5665 28146,5699 27838,1879"/>
            </emma:interpretation>
          </emma:emma>
        </inkml:annotationXML>
        <inkml:traceGroup>
          <inkml:annotationXML>
            <emma:emma xmlns:emma="http://www.w3.org/2003/04/emma" version="1.0">
              <emma:interpretation id="{40E7BFAF-CABD-4297-AA3C-6FF549E70F15}" emma:medium="tactile" emma:mode="ink">
                <msink:context xmlns:msink="http://schemas.microsoft.com/ink/2010/main" type="inkWord" rotatedBoundingBox="28242,1853 28399,4734 28078,4752 27920,1871"/>
              </emma:interpretation>
              <emma:one-of disjunction-type="recognition" id="oneOf0">
                <emma:interpretation id="interp0" emma:lang="id-ID" emma:confidence="0.5">
                  <emma:literal>FE</emma:literal>
                </emma:interpretation>
                <emma:interpretation id="interp1" emma:lang="id-ID" emma:confidence="0">
                  <emma:literal>LE</emma:literal>
                </emma:interpretation>
                <emma:interpretation id="interp2" emma:lang="id-ID" emma:confidence="0">
                  <emma:literal>Trem</emma:literal>
                </emma:interpretation>
                <emma:interpretation id="interp3" emma:lang="id-ID" emma:confidence="0">
                  <emma:literal>OE</emma:literal>
                </emma:interpretation>
                <emma:interpretation id="interp4" emma:lang="id-ID" emma:confidence="0">
                  <emma:literal>XE</emma:literal>
                </emma:interpretation>
              </emma:one-of>
            </emma:emma>
          </inkml:annotationXML>
          <inkml:trace contextRef="#ctx0" brushRef="#br0">1533 1294,'0'47,"0"-23,0 0,0 0,-24 0,24 0,0 0,0 0,0 0,0 0,24-24</inkml:trace>
          <inkml:trace contextRef="#ctx0" brushRef="#br0" timeOffset="509.8592">1557 1246,'-24'-24,"48"24,0 0,0 0,0 0,0 0,0 0,0 0,0 24,0 0,0 0,0-1,-24 1,24 0,-24 0,0 24,0-24,0 0,-24 0,0 0,-24 0,-24 0,48-24,48 0</inkml:trace>
          <inkml:trace contextRef="#ctx0" brushRef="#br0" timeOffset="5775.5081">1605 1917,'0'-24,"0"48,-24-24,24 24,0-1,0 1,0 0,0 0,0 0,0 0,0 0</inkml:trace>
          <inkml:trace contextRef="#ctx0" brushRef="#br0" timeOffset="7062.6051">1557 1964,'0'144,"0"-120,0 0,0 0,0 0,0 0,0 0,0 0,0 0,0 0,0 0,0-48,0 0</inkml:trace>
          <inkml:trace contextRef="#ctx0" brushRef="#br0" timeOffset="7708.1487">1677 2659,'0'24,"0"0,0 24,24 0,-24 0,0 0,0 0,24 0,-24 0,0-24,0 24,0-24,0 0,0 0</inkml:trace>
          <inkml:trace contextRef="#ctx0" brushRef="#br0" timeOffset="8444.23">1749 3666,'0'24,"0"0,0 24,24-24,-24 24,0-25,24 25,-24 0,0-24,0 0,0 0,0 0,0 0,0 0</inkml:trace>
        </inkml:traceGroup>
        <inkml:traceGroup>
          <inkml:annotationXML>
            <emma:emma xmlns:emma="http://www.w3.org/2003/04/emma" version="1.0">
              <emma:interpretation id="{377FF016-0BBC-42B7-8E65-3CD593AA16D4}" emma:medium="tactile" emma:mode="ink">
                <msink:context xmlns:msink="http://schemas.microsoft.com/ink/2010/main" type="inkWord" rotatedBoundingBox="28530,5244 28563,5665 28146,5699 28112,5278"/>
              </emma:interpretation>
              <emma:one-of disjunction-type="recognition" id="oneOf1">
                <emma:interpretation id="interp5" emma:lang="id-ID" emma:confidence="0.5">
                  <emma:literal>o</emma:literal>
                </emma:interpretation>
                <emma:interpretation id="interp6" emma:lang="id-ID" emma:confidence="0">
                  <emma:literal>0</emma:literal>
                </emma:interpretation>
                <emma:interpretation id="interp7" emma:lang="id-ID" emma:confidence="0">
                  <emma:literal>O</emma:literal>
                </emma:interpretation>
                <emma:interpretation id="interp8" emma:lang="id-ID" emma:confidence="0">
                  <emma:literal>•</emma:literal>
                </emma:interpretation>
                <emma:interpretation id="interp9" emma:lang="id-ID" emma:confidence="0">
                  <emma:literal>G</emma:literal>
                </emma:interpretation>
              </emma:one-of>
            </emma:emma>
          </inkml:annotationXML>
          <inkml:trace contextRef="#ctx0" brushRef="#br0" timeOffset="9407.1422">1773 4672,'-48'-24,"24"24,24 24,0 0,0 0,0 0,0 24,0-24,0 24,24-24,0 24,-24-24,24 0,0 0,0-24,0 24,0-24,0 0,0 0,0 0,0 0,0-24,-24 0,24 0,0-24,-1 24,1 0,-24 0,0 0,24-24,-24 24,0 0,0 0,-24 0,0 24,-23-24,23 0,-24 24,24 0,-24 0,24 0,0 0,0 0,0 0,24 24</inkml:trace>
        </inkml:traceGroup>
      </inkml:traceGroup>
    </inkml:traceGroup>
  </inkml:traceGroup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4:21:39.902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0201DF33-9603-4627-8061-D10DF722410D}" emma:medium="tactile" emma:mode="ink">
          <msink:context xmlns:msink="http://schemas.microsoft.com/ink/2010/main" type="inkDrawing" rotatedBoundingBox="23816,6517 33599,5919 33620,6274 23838,6872" shapeName="Other"/>
        </emma:interpretation>
      </emma:emma>
    </inkml:annotationXML>
    <inkml:trace contextRef="#ctx0" brushRef="#br0">48 362,'-24'0,"0"0,24 24,24 0,0-24,0 24,0-24,0 0,0 24,24-24,-1 0,1 0,0 0,0 0,0 0,0 0,24 0,-24 0,-24 0,24 24,0-24,-24 24,24-24,0 24,-1-24,1 24,0 0,24-24,-24 0,0 24,0-24,0 0,0 0,0 0,0 0,0 0,-1-24,25 24,-24 0,24 0,0 0,0 0,0 0,0 0,0 0,0 0,-25 0,25 0,0 0,0-24,0 0,0 24,0-24,0 24,-24-24,23 24,1 0,-24 0,24-24,-24 24,24-24,-24 0,24 24,-24-24,0 0,24 24,-25 0,25-24,-24 24,0 0,-24 0,24 0,24 0,-24-24,0 24,24 0,0 0,-1-24,1 24,24-24,-24 24,0-23,-24 23,24 0,0-24,0 24,-1-24,1 24,0-24,0 24,24 0,-24 0,0 0,24-24,-25 24,25 0,0 0,0 0,-24-24,24 24,0-24,-1 24,1 0,-24-24,24 24,24-24,-24 24,0 0,-1 0,1 0,0-24,0 24,0 0,0-24,-1 24,1 0,0 0,0 0,0 0,-24 0,0 0,0 0,-1 0,1 0,0 0,-24 0,24 0,-24 0,24 0,-24 0,0 0,0 0,23 0,-23 0,24 0,0 0,0 0,0 0,0 0,0 0,0 0,-24 24,-1-24,1 0,0 0,-24 0,0 0,24 0,-24 0,0 0,0 0,0 0,0 0,0 0,0 0,0 24,24-24,-24 0,24 0,-24 24,0-24,0 0,0 0,-1 0,1 0,0 0,-24 24,-48-24</inkml:trace>
  </inkml:traceGroup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4:21:46.147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C94B4493-AF5D-42A7-B26D-164AD7691B83}" emma:medium="tactile" emma:mode="ink">
          <msink:context xmlns:msink="http://schemas.microsoft.com/ink/2010/main" type="inkDrawing" rotatedBoundingBox="23409,138 24013,6536 23901,6546 23298,149" semanticType="callout" shapeName="Other"/>
        </emma:interpretation>
      </emma:emma>
    </inkml:annotationXML>
    <inkml:trace contextRef="#ctx0" brushRef="#br0">609 6374,'-24'-120,"24"97,-24-1,24-24,0 24,0-24,0-24,-24 0,24 0,0-24,-24 24,24-24,0-23,0 23,0 0,-24 0,24 24,0-24,-24 1,24-25,-24 0,0 0,0 0,24-23,-24 23,24-24,-24 24,24 0,0 1,0-1,0 0,0 24,-24 0,24-24,-24 25,0-25,24 0,-24 0,24 0,-24 48,24-23,0 47,0-24,-24 24,24-24,0 24,-24-48,24 24,0-24,0 1,0-1,0 24,0 0,0 0,0 24,0 0,0 24,0-24,0 24,-24-24,24-23,-24 23,0-24,24 0,-24 0,0 0,1 24,23 24,0-24,-24 48,24-24,0 0,0 0,0 0,0 0,0 0,0 1,0-1,0 0,0-24,0 24,0 0,0 0,0-24,0 24,0 0,0 0,0 0,0 0,0 0,0 0,0 0,0 0,0 0,0 0,0 0,0 0,0 48</inkml:trace>
  </inkml:traceGroup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4:21:24.430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9ECF9351-F2C8-4A39-995A-BDD19EF5BF10}" emma:medium="tactile" emma:mode="ink">
          <msink:context xmlns:msink="http://schemas.microsoft.com/ink/2010/main" type="inkDrawing" rotatedBoundingBox="4960,4313 5014,4670 4993,4674 4938,4316" semanticType="callout" shapeName="Other">
            <msink:sourceLink direction="with" ref="{1496FB55-C775-49F9-9D01-BCBAEDF4AF7F}"/>
          </msink:context>
        </emma:interpretation>
      </emma:emma>
    </inkml:annotationXML>
    <inkml:trace contextRef="#ctx0" brushRef="#br0">0 0,'0'24,"0"0,0 0,0 0,0 0,0 0,23 0,-23-1,0 25,0-24,0 0,24 0,-24 0,0 0,0-72</inkml:trace>
  </inkml:traceGroup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4:21:25.494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1496FB55-C775-49F9-9D01-BCBAEDF4AF7F}" emma:medium="tactile" emma:mode="ink">
          <msink:context xmlns:msink="http://schemas.microsoft.com/ink/2010/main" type="inkDrawing" rotatedBoundingBox="4982,5726 4994,6085 4962,6086 4950,5727" semanticType="verticalRange" shapeName="Other">
            <msink:sourceLink direction="with" ref="{016F5560-2DC3-423D-860F-E213B8A6E007}"/>
            <msink:sourceLink direction="with" ref="{9350B3E0-2497-4B5A-B4A5-1E09C423BF22}"/>
            <msink:destinationLink direction="with" ref="{9ECF9351-F2C8-4A39-995A-BDD19EF5BF10}"/>
          </msink:context>
        </emma:interpretation>
      </emma:emma>
    </inkml:annotationXML>
    <inkml:trace contextRef="#ctx0" brushRef="#br0">23 1438,'-23'-24,"23"48,0-1,0 25,0-24,0 0,0 24,0 0,0 0,23 0,-23-24</inkml:trace>
  </inkml:traceGroup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4:21:27.206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9350B3E0-2497-4B5A-B4A5-1E09C423BF22}" emma:medium="tactile" emma:mode="ink">
          <msink:context xmlns:msink="http://schemas.microsoft.com/ink/2010/main" type="writingRegion" rotatedBoundingBox="7404,4241 7595,4241 7595,6110 7404,6110">
            <msink:destinationLink direction="with" ref="{1496FB55-C775-49F9-9D01-BCBAEDF4AF7F}"/>
          </msink:context>
        </emma:interpretation>
      </emma:emma>
    </inkml:annotationXML>
    <inkml:traceGroup>
      <inkml:annotationXML>
        <emma:emma xmlns:emma="http://www.w3.org/2003/04/emma" version="1.0">
          <emma:interpretation id="{B73B0741-A5E8-4E7F-B93D-DF51406E226C}" emma:medium="tactile" emma:mode="ink">
            <msink:context xmlns:msink="http://schemas.microsoft.com/ink/2010/main" type="paragraph" rotatedBoundingBox="7404,4241 7595,4241 7595,6110 7404,611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4EEF2392-D701-44FF-877B-BDF63979370B}" emma:medium="tactile" emma:mode="ink">
              <msink:context xmlns:msink="http://schemas.microsoft.com/ink/2010/main" type="line" rotatedBoundingBox="7404,4241 7595,4241 7595,6110 7404,6110"/>
            </emma:interpretation>
          </emma:emma>
        </inkml:annotationXML>
        <inkml:traceGroup>
          <inkml:annotationXML>
            <emma:emma xmlns:emma="http://www.w3.org/2003/04/emma" version="1.0">
              <emma:interpretation id="{54CEAA85-50E7-4B42-8F0F-41A316D20C91}" emma:medium="tactile" emma:mode="ink">
                <msink:context xmlns:msink="http://schemas.microsoft.com/ink/2010/main" type="inkWord" rotatedBoundingBox="7404,4241 7595,4241 7595,6110 7404,6110">
                  <msink:destinationLink direction="with" ref="{D6415C86-44C8-4B08-8C70-F2542C5462A5}"/>
                  <msink:destinationLink direction="with" ref="{B2221628-7782-4A27-A7B3-DE220199DAB1}"/>
                </msink:context>
              </emma:interpretation>
              <emma:one-of disjunction-type="recognition" id="oneOf0">
                <emma:interpretation id="interp0" emma:lang="id-ID" emma:confidence="0.5">
                  <emma:literal>:</emma:literal>
                </emma:interpretation>
                <emma:interpretation id="interp1" emma:lang="id-ID" emma:confidence="0.5">
                  <emma:literal>1 1</emma:literal>
                </emma:interpretation>
                <emma:interpretation id="interp2" emma:lang="id-ID" emma:confidence="0">
                  <emma:literal>l 1</emma:literal>
                </emma:interpretation>
                <emma:interpretation id="interp3" emma:lang="id-ID" emma:confidence="0">
                  <emma:literal>"</emma:literal>
                </emma:interpretation>
                <emma:interpretation id="interp4" emma:lang="id-ID" emma:confidence="0">
                  <emma:literal>1 l</emma:literal>
                </emma:interpretation>
              </emma:one-of>
            </emma:emma>
          </inkml:annotationXML>
          <inkml:trace contextRef="#ctx0" brushRef="#br0">191 1533,'-24'0,"24"24,0 0,0 24,0-24,0 24,0-24,0 24,0-24,-24 0,24 0,0 0</inkml:trace>
          <inkml:trace contextRef="#ctx0" brushRef="#br0" timeOffset="-773.1127">0 0,'0'24,"0"0,0 0,0 0,24 24,-24-24,0 24,0-1,0-23,0 0</inkml:trace>
        </inkml:traceGroup>
      </inkml:traceGroup>
    </inkml:traceGroup>
  </inkml:traceGroup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4:21:22.522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  <inkml:brush xml:id="br1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8D74C7FB-A2EE-473C-BEBA-2289B452B353}" emma:medium="tactile" emma:mode="ink">
          <msink:context xmlns:msink="http://schemas.microsoft.com/ink/2010/main" type="writingRegion" rotatedBoundingBox="26,4323 13432,3842 13820,14667 414,15148"/>
        </emma:interpretation>
      </emma:emma>
    </inkml:annotationXML>
    <inkml:traceGroup>
      <inkml:annotationXML>
        <emma:emma xmlns:emma="http://www.w3.org/2003/04/emma" version="1.0">
          <emma:interpretation id="{02CCEFA9-320D-4E74-A006-AE046DE778B3}" emma:medium="tactile" emma:mode="ink">
            <msink:context xmlns:msink="http://schemas.microsoft.com/ink/2010/main" type="paragraph" rotatedBoundingBox="2300,6327 2279,4241 2496,4239 2517,6325" alignmentLevel="2"/>
          </emma:interpretation>
        </emma:emma>
      </inkml:annotationXML>
      <inkml:traceGroup>
        <inkml:annotationXML>
          <emma:emma xmlns:emma="http://www.w3.org/2003/04/emma" version="1.0">
            <emma:interpretation id="{DBE0E4A1-29BB-483B-9277-9D4BB780FB82}" emma:medium="tactile" emma:mode="ink">
              <msink:context xmlns:msink="http://schemas.microsoft.com/ink/2010/main" type="line" rotatedBoundingBox="2300,6327 2279,4241 2496,4239 2517,6325"/>
            </emma:interpretation>
          </emma:emma>
        </inkml:annotationXML>
        <inkml:traceGroup>
          <inkml:annotationXML>
            <emma:emma xmlns:emma="http://www.w3.org/2003/04/emma" version="1.0">
              <emma:interpretation id="{F947982E-7F1F-4622-B48E-F4682DB1CAA6}" emma:medium="tactile" emma:mode="ink">
                <msink:context xmlns:msink="http://schemas.microsoft.com/ink/2010/main" type="inkWord" rotatedBoundingBox="2300,6327 2298,6086 2514,6083 2517,6325"/>
              </emma:interpretation>
              <emma:one-of disjunction-type="recognition" id="oneOf0">
                <emma:interpretation id="interp0" emma:lang="id-ID" emma:confidence="0.5">
                  <emma:literal>O.</emma:literal>
                </emma:interpretation>
                <emma:interpretation id="interp1" emma:lang="id-ID" emma:confidence="0">
                  <emma:literal>O</emma:literal>
                </emma:interpretation>
                <emma:interpretation id="interp2" emma:lang="id-ID" emma:confidence="0">
                  <emma:literal>0</emma:literal>
                </emma:interpretation>
                <emma:interpretation id="interp3" emma:lang="id-ID" emma:confidence="0">
                  <emma:literal>°</emma:literal>
                </emma:interpretation>
                <emma:interpretation id="interp4" emma:lang="id-ID" emma:confidence="0">
                  <emma:literal>..</emma:literal>
                </emma:interpretation>
              </emma:one-of>
            </emma:emma>
          </inkml:annotationXML>
          <inkml:trace contextRef="#ctx0" brushRef="#br0">50 1869,'-48'48,"48"-24,0 0,0 0,0 0,24 0,0 0,0-24,-24 24,24-24,0 0,-1 0,1-24,0 0,-24-24,24 48,-24-24,0 0,0 0,0 0,0 0,-24 24,0-24,0 24,1 0,-1 0,0 0,0 0,0 0,0 0,24 24,0 0,0 0</inkml:trace>
        </inkml:traceGroup>
        <inkml:traceGroup>
          <inkml:annotationXML>
            <emma:emma xmlns:emma="http://www.w3.org/2003/04/emma" version="1.0">
              <emma:interpretation id="{A6E29064-D8E6-45A0-ADC2-DBD3E8D3E9C4}" emma:medium="tactile" emma:mode="ink">
                <msink:context xmlns:msink="http://schemas.microsoft.com/ink/2010/main" type="inkWord" rotatedBoundingBox="2300,4505 2297,4241 2490,4239 2493,4503"/>
              </emma:interpretation>
              <emma:one-of disjunction-type="recognition" id="oneOf1">
                <emma:interpretation id="interp5" emma:lang="id-ID" emma:confidence="0.5">
                  <emma:literal>o</emma:literal>
                </emma:interpretation>
                <emma:interpretation id="interp6" emma:lang="id-ID" emma:confidence="0">
                  <emma:literal>O</emma:literal>
                </emma:interpretation>
                <emma:interpretation id="interp7" emma:lang="id-ID" emma:confidence="0">
                  <emma:literal>0</emma:literal>
                </emma:interpretation>
                <emma:interpretation id="interp8" emma:lang="id-ID" emma:confidence="0">
                  <emma:literal>C</emma:literal>
                </emma:interpretation>
                <emma:interpretation id="interp9" emma:lang="id-ID" emma:confidence="0">
                  <emma:literal>c</emma:literal>
                </emma:interpretation>
              </emma:one-of>
            </emma:emma>
          </inkml:annotationXML>
          <inkml:trace contextRef="#ctx0" brushRef="#br0" timeOffset="-1308.2595">98 24,'-48'0,"24"0,0 0,24 24,0 0,0 0,0 0,0 0,0 0,0 0,0 0,0 0,24-24,0 0,-24 23,24-23,0 0,0 0,-1 0,1-23,-24-1,0 0,0 0,24 0,-24 0,0 0,0 0,0 0,-24 24,24-24,-24 0,1 24,-1 0,0 0,0 0,0 0,24 24,-24 0,24 0</inkml:trace>
        </inkml:traceGroup>
      </inkml:traceGroup>
    </inkml:traceGroup>
    <inkml:traceGroup>
      <inkml:annotationXML>
        <emma:emma xmlns:emma="http://www.w3.org/2003/04/emma" version="1.0">
          <emma:interpretation id="{1B4D9167-DFF1-4518-ACDA-6CE943234DC5}" emma:medium="tactile" emma:mode="ink">
            <msink:context xmlns:msink="http://schemas.microsoft.com/ink/2010/main" type="paragraph" rotatedBoundingBox="184,8723 13590,8242 13626,9254 220,973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30377727-7EC4-4F00-8FD3-3C2F1631BCB3}" emma:medium="tactile" emma:mode="ink">
              <msink:context xmlns:msink="http://schemas.microsoft.com/ink/2010/main" type="line" rotatedBoundingBox="184,8723 13590,8242 13626,9254 220,9735"/>
            </emma:interpretation>
          </emma:emma>
        </inkml:annotationXML>
        <inkml:traceGroup>
          <inkml:annotationXML>
            <emma:emma xmlns:emma="http://www.w3.org/2003/04/emma" version="1.0">
              <emma:interpretation id="{44959F67-5B2B-47C8-B520-81CFC35B89DC}" emma:medium="tactile" emma:mode="ink">
                <msink:context xmlns:msink="http://schemas.microsoft.com/ink/2010/main" type="inkWord" rotatedBoundingBox="184,8706 11590,8338 11623,9347 216,9715">
                  <msink:destinationLink direction="with" ref="{B2221628-7782-4A27-A7B3-DE220199DAB1}"/>
                </msink:context>
              </emma:interpretation>
              <emma:one-of disjunction-type="recognition" id="oneOf2">
                <emma:interpretation id="interp10" emma:lang="id-ID" emma:confidence="0.5">
                  <emma:literal>finirmu-urut-urut</emma:literal>
                </emma:interpretation>
                <emma:interpretation id="interp11" emma:lang="id-ID" emma:confidence="0">
                  <emma:literal>Finirmu-urut-urut</emma:literal>
                </emma:interpretation>
                <emma:interpretation id="interp12" emma:lang="id-ID" emma:confidence="0">
                  <emma:literal>firma-urut-urut</emma:literal>
                </emma:interpretation>
                <emma:interpretation id="interp13" emma:lang="id-ID" emma:confidence="0">
                  <emma:literal>tirmu-urut-urut</emma:literal>
                </emma:interpretation>
                <emma:interpretation id="interp14" emma:lang="id-ID" emma:confidence="0">
                  <emma:literal>jirmu-urut-urut</emma:literal>
                </emma:interpretation>
              </emma:one-of>
            </emma:emma>
          </inkml:annotationXML>
          <inkml:trace contextRef="#ctx0" brushRef="#br1" timeOffset="152919.9387">-1819 5463,'0'-24,"-24"24,24-24,0 0,0 0,0 0,0 1,-24-1,24 0,0 0,0 0,0 0,0 0,0 0,0 0,0 0,0 0,0 0,0 0,0 0,-24 0,24 0,0 0,0 0,0 0,0 0,-24 0,24 0,0 0,0 0,0 0,0 0,0 1,0-1,0 0,-24 24,0 0,0 0,0 0,0 0,0 0,0 0,0 0,24 24</inkml:trace>
          <inkml:trace contextRef="#ctx0" brushRef="#br1" timeOffset="153730.285">-1939 4960,'-24'0,"24"-24,-24 24,24 24,24-24,0 24,-24 0,24 0,0 0,0 0,-24 0,24-24,-24-24,0 0,0 0,0 0,0 0,0 0,24 24,-24-24</inkml:trace>
          <inkml:trace contextRef="#ctx0" brushRef="#br1" timeOffset="154846.5609">-1340 5032,'0'-24,"24"24,-24 24,24-24,0 24,0-24,-24 24,24-24,-24 24,24-24,0 0,0 0,-1 0,1-24,-24 0,0 0,0 0,0 0,0 0,0 0,24 48,-24 0</inkml:trace>
          <inkml:trace contextRef="#ctx0" brushRef="#br1" timeOffset="155996.6322">-118 4912,'0'24,"24"0,-24 0,24 0,0 0,0 0,0-24,0-24,-24 0,0 0,24-24,-24 24,0 0,0-24,24 24</inkml:trace>
          <inkml:trace contextRef="#ctx0" brushRef="#br1" timeOffset="156754.5394">649 4864,'48'72,"-24"-48,24 0,-48 0,23-24,1 24,0-24,-24-24,0 0,24-24,-24 24,24-24,-24 24,24 24,0 0,0 0</inkml:trace>
          <inkml:trace contextRef="#ctx0" brushRef="#br1" timeOffset="157478.2095">1607 4864,'0'-24,"24"48,0 0,0 0,0 0,24 0,-24 0,0-24,0 0,0 0,0-24,0 0,0 0,0-24,0 24,0 24,0 0</inkml:trace>
          <inkml:trace contextRef="#ctx0" brushRef="#br0" timeOffset="47514.9097">-1867 5415,'24'0,"0"0,24 0,-25 0,1 0,0 0,0 0,0 0,0 0,0 0,0 0,-24-24,0 0,24 24,-24-24,0 1,0-1,0 0,0 0,0-24,0 24,0 0,0-24,0 24,0-24,0 24,0 0,0-24,0 24,-24-24,24 24,0 0,0 0,0 0,0 0,0 0,0 1,0-1,-24 24,48 0,0 0,24 0,-24 0,24 0,-24 0,24 0,-24 0,0 0,0 0,0 0,0 0,0 0,-24 24,0-1,0 1,0 0,0 0,24 0,-24 0,0 24,0-24,0 0,0 24,0-24,24 24,-24-24,0 24,0-24,0 0,0 0,0 0,0 0,0 0,0 0,0 0,0-1,24-23,-1-23,1 23,24 0,-24 0,24 0,-24 0,24 0,0 0,-24 0,24 0,-24 0,0 0,-24-24,24 24,-24-24,0 0,0 0,24 0,-24 0,0 0,0-24,0 24,0 0,0 0,0-24,0 24,0 0,0-24,0 24,0 0,0 0,0 0,0 0,0 0,-24 0,24 1,0-1,0 0,0 0,0 0,0 0,24 24,0 0,0 0,0 0,24 0,0 0,-1 0,1 0,-24 0,24 0,-24 0,24 0,-24-24,0 24,0 0,0 0,0 0,0 0,-24 24,24 0,-24 24,24-24,-24 23,0 1,24-24,-24 24,0 0,0-24,24 24,-24-24,0 0,0 24,0-24,0 0,0 0,0 0,0 0,0 0,0 0,0 0,24-24,0 0,0 0,0 0,0 0,0 0,23 0,-23 0,0 0,0 0,0 0,0 0,0 0,0 0,0 0,-24-24,0 0,0 0,0 0,0 0,0 0,0 0,0-24,0 24,0 0,0 0,0 0,0-24,0 24,0 0,0 0,0 0,-24 0,24 0,0 0,0 1,0-1,0 0,0 0,0 0,0 0,0 0,24 24,0 0,0 0,0 0,0 0,24 0,-24 0,24-24,-24 24,0 0,-24-24,24 24,0-24,0 0,0 24,-24 24,0 0,0 0,24 0,-24 0,0 24,0-24,0 0,0 23,24-23,-24 24,0 0,0 0,24 0,-24 0,0 0,0-24,0 24,0-24,0 0,23 0,-23 0,0 0,0 0,0 0,24-24,-24-24,24 24,0 0,0 0,0 0,0 0,24 0,-24 0,0 0,0 0,0 0,0 0,0 0,0 0,0 0,0 0,0 0,-24-24,0 0,0 0,0 0,0 0,0 0,-24-24,24 24,0 0,0 0,0 0,0-24,-24 24,24 0,0-24,0 24,0 0,0 0,0 0,0 1,0-1,0 0,0 0,-24 0,24 0,0 0,0 0,0 0,24 24,0 0,0 0,0 0,24-24,0 24,-24 0,23 0,1 0,-24 0,0 0,24 0,-24 0,0 0,0 0,0 0,0 0,0 0,0 0,0 0,-24 24,0 0,0 0,0 24,0-24,0 24,0-24,0 23,0-23,0 24,0 0,24 0,-24 0,0 0,0-24,24 24,-24 0,0-24,0 0,0 0,24-24,-24 24,24-24,0 0,0 0,0 0,0 0,0 0,24 0,-24 0,23 0,-23 0,24 0,0 0,0 0,-24 0,24 24,-24-24,0 0,0 24,0-24,0 0,0 0,0 0,0 0,0 0,0 0,0 0,-24-24,0 0,0 0,0 0,0 0,0 0,24 0,-24 0,0-24,0 24,0-24,0-24,0 24,0 0,0 0,0 24,0-23,0 23,0 0,0 0,0-24,0 24,0 0,0-24,0 24,0 0,0 0,0 0,0 0,0 0,24 24,0 0,-1 0,1 24,0-24,0 24,0-24,0 0,0 0,0 0,0 0,0 0,0 0,0 0,0 0,0 0,0 0,0 0,0 24,0-24,-24 24,24-24,0 24,-24 0,24-24,-24 24,0 0,0 0,0 0,0 0,0 0,0 24,24-24,-24 0,0 23,24 1,-24 0,0 0,24 0,-24-24,0 0,0 0,0 0,24-24,-24 24,0 0,0 0,0 0,0 0,0 0,0 0,24 0,-24 0,24-24,-1 0,1 0,0 0,0 0,0 0,0 0,0 0,0 0,-24-24,24 24,0 0,0 0</inkml:trace>
          <inkml:trace contextRef="#ctx0" brushRef="#br1" timeOffset="158291.8064">3141 4697,'0'23,"0"1,24 0,-24 0,24 24,0-24,-24 24,24-24,0-24,0 0,0 0,-1 0,-23-48,24 0,0 0,-24 24,24-24,0 48</inkml:trace>
          <inkml:trace contextRef="#ctx0" brushRef="#br0" timeOffset="55514.9607">3452 5296,'0'-24,"-24"24,24-24,0 0,24 24,-24-24,24 24,-24-24,24 24,-24-24,24 24,0-24,0 24,0 0,0 0,24 0,-24 0,-24-24,24 24,0 0,0 0,-24-24,24 24,0 0,-24-24,24 24,-24-24,0 0,0 0,0 0,0 0,0 0,0 0,0-24,0 24,0 0,0 0,0 0,0 0,0 1,0-1,0 0,0 0,0 0,0 0,0 0,0 0,0 0,0 0,0 0,0 0,0 0,24 24,0-24,0 24,23 0,-23-24,24 24,-24 0,0 0,24 0,-24 0,0 0,24-24,-24 24,0 0,0 0,0 0,0 0,-24 24,24 0,-24 0,0 24,0-24,0 24,0 0,24-24,-24 24,0-24,0 0,24-1,-24 25,0-24,24 0,-24 0,0 0,24 0,-24 0,0 0,0 0,0 0,0 0,0 0,24-24,-24 24,24-24,-24 24,0 0,0 0,0 0,24-48,0 24,23 0,-23 0,24 0,0 0,0 0,0 0,0 0,-24 0,0 24,0-24,0 0,0 0,0 0,-24-24,0 0,0 0,0 0,0 0,24 0,-24 0,0 0,0 0,0-24,0 24,0 0,0 0,0 0,0 0,0 0,0-23,0 23,0 0,0 0,0 0,0 0,0 0,0 0,0 0,0 0,0 0,0 0,0 0,0 0,24 24,0-24,0 24,0 0,0 0,0 0,0 0,-1 0,1 24,0-24,0 0,0 24,0-24,0 0,0 0,0 0,0 0,0 0,-24 24,0 0,0 0,0 0,0 0,0 0,0 0,0 24,0-24,0 24,24-25,-24 25,0-24,0 0,24 0,-24 0,0 0,0 24,24-24,-24 0,0 0,0 0,0 0,24-24,-24-24,24 24,0-24,0 24,0 0,0 0,24 0,-24 0,0 0,0 0,-24-24,24 24,0 0,-1 0,1 0,0 0,-24-24,0 0,0 0,0 0,0 0,0 0,0 0,0 0,0 0,0 0,0 0,0-23,0 23,-24-24,24 0,-24 24,24 0,0 0,0 0,0 0,0 0,0 0,0 0,24 24,0 0,0-24,0 24,0 0,0 0,24 0,-24 0,0 0,0 0,0 0,0 0,0 0,24 0,0 0,-24-24,0 24,24-24,-24 0,0 24,0 0,-24 24,0 0,0 0,0 0,0 0,0 0,0 24,0 0,0 0,0 0,0 0,0 0,0-25,0 25,0-24,0 0,0 0,0 0,0 0,0 0,23-24,25 0,-24 0,24 0,0 0,0 0,24 0,-24 0,24 0,-24 0,0 0,-24 0,0 24,0-24,0 0,0 0,-1 0,1 0,-24-24,0 0,0 0,0 0,0 0,0 0,0 0,0-24,0 25,0-1,0 0,-24-24,24 24,0-24,0 24,0 0,0 0,0 0,0 0,0 0,0 0,24 24,0 0,0 0,0 0,0 0,0 24,24-24,0 0,0 0,0 0,0 0,0 0,-24 0,0 0,24 0,-24 0,0 0,0 0,-24 24,0 0,0 0,0 0,0 0,0 0,0 0,0 24,0-24,0 24,0-1,0 1,0-24,0 24,0-24,0 0,0 24,23-24,-23 0,24-24,0 0,0 0,0 0,0 0,0 0,0 0,24 0,-24 0,24 0,-24 0,24 0,-24 24,0-24,0 0,0 0,0 0,0 0,-24-24,0 0,0 0,24 24,-24-24,0 0,0 0,24 0,-24 0,0 0,0 0,0 0,0 0,0 1,0-25,0 24,0 0,0 0,0-24,0 24,0 0,0 0,0 0,0 0,0 0,24 24,0 0,0 0,-24 24,23-24,1 0,0 0,0 0,0 0,0 0,0 0,0 0,0 0,0 0,0 0,0 0,0 0,0 0,0 0,0 0,0 0,0 24,0-24,0 0,0 24,-24 0,0 0,0 24,0-24,0 24,0 0,0-24,0 23,0 1,0-24,0 24,0-24,24 24,-24-24,0 0,0 0,0 0,0 0,24-24,0 0,0 0,0 0,-1 0,1 0,0 0,0 0,0 0,0 0,0 0,0 0,0 0,0 0,0-24,0 24,0 0</inkml:trace>
          <inkml:trace contextRef="#ctx0" brushRef="#br1" timeOffset="159491.8904">4315 4673,'-24'0,"24"24,24-1,0-23,0 24,0-24,0 24,0-24,0 0,0 0,-24-24,0-23,24 23,-24 0,0 0,24 0,0 24</inkml:trace>
          <inkml:trace contextRef="#ctx0" brushRef="#br1" timeOffset="160210.9133">5465 4649,'0'24,"0"0,0-1,24 1,-24 0,24 0,-24 0,24 0,0 0,0-24,0 0,0 0,0 0,0-24</inkml:trace>
          <inkml:trace contextRef="#ctx0" brushRef="#br1" timeOffset="160982.821">6256 4601,'24'0,"0"0,0 24,0 0,0-24,0 0,-24 24,24-24,0-24,-24-24,24 24,-24 0,23 0,-23 0,24 24</inkml:trace>
          <inkml:trace contextRef="#ctx0" brushRef="#br1" timeOffset="161786.5357">7574 4720,'0'-23,"24"23,-24 23,24 1,0 0,0-24,-24 24,24-24,0 0,0-24,-24-24,23 25,-23-25,24 24</inkml:trace>
          <inkml:trace contextRef="#ctx0" brushRef="#br1" timeOffset="162836.1676">8748 4744,'24'0,"0"0,0 0,0 24,0 0,0 0,-24 0,24 0,0-24,-24 24,24-24,0 0,0 0,-1-24,-23-24,24 0,-24 0,0 25,24-1,0 24,0 0,-24 47</inkml:trace>
        </inkml:traceGroup>
        <inkml:traceGroup>
          <inkml:annotationXML>
            <emma:emma xmlns:emma="http://www.w3.org/2003/04/emma" version="1.0">
              <emma:interpretation id="{CD803A1B-060C-42BD-BD6F-2501C915B446}" emma:medium="tactile" emma:mode="ink">
                <msink:context xmlns:msink="http://schemas.microsoft.com/ink/2010/main" type="inkWord" rotatedBoundingBox="12227,8330 13591,8281 13612,8870 12248,8919"/>
              </emma:interpretation>
              <emma:one-of disjunction-type="recognition" id="oneOf3">
                <emma:interpretation id="interp15" emma:lang="id-ID" emma:confidence="0.5">
                  <emma:literal>dek</emma:literal>
                </emma:interpretation>
                <emma:interpretation id="interp16" emma:lang="id-ID" emma:confidence="0">
                  <emma:literal>dik</emma:literal>
                </emma:interpretation>
                <emma:interpretation id="interp17" emma:lang="id-ID" emma:confidence="0">
                  <emma:literal>dok</emma:literal>
                </emma:interpretation>
                <emma:interpretation id="interp18" emma:lang="id-ID" emma:confidence="0">
                  <emma:literal>duk</emma:literal>
                </emma:interpretation>
                <emma:interpretation id="interp19" emma:lang="id-ID" emma:confidence="0">
                  <emma:literal>[Al</emma:literal>
                </emma:interpretation>
              </emma:one-of>
            </emma:emma>
          </inkml:annotationXML>
          <inkml:trace contextRef="#ctx0" brushRef="#br1" timeOffset="76246.4386">10210 4337,'-216'0,"168"72,48-48,0 48,0-24,72 48,-48-72,24-24,48-24,-48 0</inkml:trace>
          <inkml:trace contextRef="#ctx0" brushRef="#br1" timeOffset="78225.8899">10401 4073,'240'504</inkml:trace>
          <inkml:trace contextRef="#ctx0" brushRef="#br1" timeOffset="79065.1258">10641 4529,'24'0,"24"-24,-24 24,0 0,72 0,-72 0,0 0,0 0,-24-24,0 0</inkml:trace>
          <inkml:trace contextRef="#ctx0" brushRef="#br1" timeOffset="79714.3273">11000 4097,'120'504</inkml:trace>
          <inkml:trace contextRef="#ctx0" brushRef="#br1" timeOffset="80478.3877">11072 4385,'-24'-48,"24"24,24 24,0-24,-24 0,24 0,-24 0,72-72,-24 48</inkml:trace>
          <inkml:trace contextRef="#ctx0" brushRef="#br1" timeOffset="80995.3265">11072 4313,'0'24,"24"0,-24 0,24 0,0 0,0 0,0 0,0-24,0 24,0 0,0 0,0-24,-48 0</inkml:trace>
        </inkml:traceGroup>
      </inkml:traceGroup>
    </inkml:traceGroup>
    <inkml:traceGroup>
      <inkml:annotationXML>
        <emma:emma xmlns:emma="http://www.w3.org/2003/04/emma" version="1.0">
          <emma:interpretation id="{D7CD926E-C269-41BD-8D69-D0E361BF2906}" emma:medium="tactile" emma:mode="ink">
            <msink:context xmlns:msink="http://schemas.microsoft.com/ink/2010/main" type="paragraph" rotatedBoundingBox="12967,9639 13434,14670 12995,14711 12528,9680" alignmentLevel="3"/>
          </emma:interpretation>
        </emma:emma>
      </inkml:annotationXML>
      <inkml:traceGroup>
        <inkml:annotationXML>
          <emma:emma xmlns:emma="http://www.w3.org/2003/04/emma" version="1.0">
            <emma:interpretation id="{2FAB3194-CC7B-4C1D-B624-507B41BEA2B7}" emma:medium="tactile" emma:mode="ink">
              <msink:context xmlns:msink="http://schemas.microsoft.com/ink/2010/main" type="line" rotatedBoundingBox="12967,9639 13434,14670 12995,14711 12528,9680"/>
            </emma:interpretation>
          </emma:emma>
        </inkml:annotationXML>
        <inkml:traceGroup>
          <inkml:annotationXML>
            <emma:emma xmlns:emma="http://www.w3.org/2003/04/emma" version="1.0">
              <emma:interpretation id="{5EC4B7B8-8A8D-4529-BF9E-76E7693630BC}" emma:medium="tactile" emma:mode="ink">
                <msink:context xmlns:msink="http://schemas.microsoft.com/ink/2010/main" type="inkWord" rotatedBoundingBox="12935,9642 12970,10025 12604,10059 12569,9676"/>
              </emma:interpretation>
              <emma:one-of disjunction-type="recognition" id="oneOf4">
                <emma:interpretation id="interp20" emma:lang="id-ID" emma:confidence="0.5">
                  <emma:literal>di</emma:literal>
                </emma:interpretation>
                <emma:interpretation id="interp21" emma:lang="id-ID" emma:confidence="0">
                  <emma:literal>d.</emma:literal>
                </emma:interpretation>
                <emma:interpretation id="interp22" emma:lang="id-ID" emma:confidence="0">
                  <emma:literal>o.</emma:literal>
                </emma:interpretation>
                <emma:interpretation id="interp23" emma:lang="id-ID" emma:confidence="0">
                  <emma:literal>O.</emma:literal>
                </emma:interpretation>
                <emma:interpretation id="interp24" emma:lang="id-ID" emma:confidence="0">
                  <emma:literal>d</emma:literal>
                </emma:interpretation>
              </emma:one-of>
            </emma:emma>
          </inkml:annotationXML>
          <inkml:trace contextRef="#ctx0" brushRef="#br1" timeOffset="119645.3365">10377 5511,'0'-24</inkml:trace>
          <inkml:trace contextRef="#ctx0" brushRef="#br1" timeOffset="120719.4459">10497 5415,'-96'48,"72"-48,24 24,-24 0,24 0,-24 0,24 24,-24-24,24 0,0 0,0 0,0 0,0 0,0 0,0 0,24-24,0 0,0 0,0 0,0 0,0 0,24 0,-24 0,0-24,-24 0,0 0,0-24,0 0,0 24,0-24,0 24,0-24,-24 24,24 48,0 0,0 24,24-24,-24 24,24-24,0 0,0 0,0-24,0 0</inkml:trace>
        </inkml:traceGroup>
        <inkml:traceGroup>
          <inkml:annotationXML>
            <emma:emma xmlns:emma="http://www.w3.org/2003/04/emma" version="1.0">
              <emma:interpretation id="{5323F8E8-086D-437A-AEBB-1BB549B223AF}" emma:medium="tactile" emma:mode="ink">
                <msink:context xmlns:msink="http://schemas.microsoft.com/ink/2010/main" type="inkWord" rotatedBoundingBox="13069,11000 13129,11653 12887,11676 12826,11023"/>
              </emma:interpretation>
              <emma:one-of disjunction-type="recognition" id="oneOf5">
                <emma:interpretation id="interp25" emma:lang="id-ID" emma:confidence="0.5">
                  <emma:literal>m</emma:literal>
                </emma:interpretation>
                <emma:interpretation id="interp26" emma:lang="id-ID" emma:confidence="0">
                  <emma:literal>s</emma:literal>
                </emma:interpretation>
                <emma:interpretation id="interp27" emma:lang="id-ID" emma:confidence="0">
                  <emma:literal>x</emma:literal>
                </emma:interpretation>
                <emma:interpretation id="interp28" emma:lang="id-ID" emma:confidence="0">
                  <emma:literal>M</emma:literal>
                </emma:interpretation>
                <emma:interpretation id="interp29" emma:lang="id-ID" emma:confidence="0">
                  <emma:literal>u</emma:literal>
                </emma:interpretation>
              </emma:one-of>
            </emma:emma>
          </inkml:annotationXML>
          <inkml:trace contextRef="#ctx0" brushRef="#br1" timeOffset="122584.9663">10545 6781,'24'336,"-24"-288,0 0,24-24,-24-1,0 1,0-48,24 1,-24-25,24 24,0 0,0 0,0 0,0 24,0 0,0 0,-24 48,24-24,-24 0,0 24,0-25,0 25,0-24,0 0,-24 0,0 0,0-24,-24 0,24 24</inkml:trace>
        </inkml:traceGroup>
        <inkml:traceGroup>
          <inkml:annotationXML>
            <emma:emma xmlns:emma="http://www.w3.org/2003/04/emma" version="1.0">
              <emma:interpretation id="{4A212603-F79D-4E96-9830-0E1E9A95A9B8}" emma:medium="tactile" emma:mode="ink">
                <msink:context xmlns:msink="http://schemas.microsoft.com/ink/2010/main" type="inkWord" rotatedBoundingBox="13258,12767 13281,13023 12917,13057 12893,12801"/>
              </emma:interpretation>
              <emma:one-of disjunction-type="recognition" id="oneOf6">
                <emma:interpretation id="interp30" emma:lang="id-ID" emma:confidence="0.5">
                  <emma:literal>U</emma:literal>
                </emma:interpretation>
                <emma:interpretation id="interp31" emma:lang="id-ID" emma:confidence="0">
                  <emma:literal>u</emma:literal>
                </emma:interpretation>
                <emma:interpretation id="interp32" emma:lang="id-ID" emma:confidence="0">
                  <emma:literal>J</emma:literal>
                </emma:interpretation>
                <emma:interpretation id="interp33" emma:lang="id-ID" emma:confidence="0">
                  <emma:literal>v</emma:literal>
                </emma:interpretation>
                <emma:interpretation id="interp34" emma:lang="id-ID" emma:confidence="0">
                  <emma:literal>V</emma:literal>
                </emma:interpretation>
              </emma:one-of>
            </emma:emma>
          </inkml:annotationXML>
          <inkml:trace contextRef="#ctx0" brushRef="#br1" timeOffset="123605.1256">10857 8554,'-120'0,"96"0,0 0,0 0,24 24,-24 0,0 0,24 0,0 24,0-24,0 0,0 0,0 0,24-24,24 0,-24 0,24 0,0 0,0 0,-24-24,24 0,-25 0,1 0</inkml:trace>
        </inkml:traceGroup>
        <inkml:traceGroup>
          <inkml:annotationXML>
            <emma:emma xmlns:emma="http://www.w3.org/2003/04/emma" version="1.0">
              <emma:interpretation id="{EF63BF15-4883-4BBF-B61E-A47BC858A62B}" emma:medium="tactile" emma:mode="ink">
                <msink:context xmlns:msink="http://schemas.microsoft.com/ink/2010/main" type="inkWord" rotatedBoundingBox="13327,14060 13384,14675 12995,14711 12938,14096"/>
              </emma:interpretation>
              <emma:one-of disjunction-type="recognition" id="oneOf7">
                <emma:interpretation id="interp35" emma:lang="id-ID" emma:confidence="0.5">
                  <emma:literal>z</emma:literal>
                </emma:interpretation>
                <emma:interpretation id="interp36" emma:lang="id-ID" emma:confidence="0">
                  <emma:literal>Z</emma:literal>
                </emma:interpretation>
                <emma:interpretation id="interp37" emma:lang="id-ID" emma:confidence="0">
                  <emma:literal>n</emma:literal>
                </emma:interpretation>
                <emma:interpretation id="interp38" emma:lang="id-ID" emma:confidence="0">
                  <emma:literal>w</emma:literal>
                </emma:interpretation>
                <emma:interpretation id="interp39" emma:lang="id-ID" emma:confidence="0">
                  <emma:literal>y</emma:literal>
                </emma:interpretation>
              </emma:one-of>
            </emma:emma>
          </inkml:annotationXML>
          <inkml:trace contextRef="#ctx0" brushRef="#br1" timeOffset="124616.068">10976 9824,'0'48,"0"0,0-24,24 24,-24 0,24 0,-24 0,0-24,24 24,-24-24,0 0,-24-48,-24 0,24 24,-23-24,23 24,0 0,0 0,-24 0,24 0,0 0,0 24,24 0,-24 0,24 0,0 0,0 0,0 24,48-24,-24-1,0-23,24 24,0-24,-24 0,23 0,-23-24,0-23,0 23,0 0,0 0,-24 0</inkml:trace>
        </inkml:traceGroup>
      </inkml:traceGroup>
    </inkml:traceGroup>
  </inkml:traceGroup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4:24:46.434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698DD817-A30F-4A26-AF10-0CDDBEDF4C3D}" emma:medium="tactile" emma:mode="ink">
          <msink:context xmlns:msink="http://schemas.microsoft.com/ink/2010/main" type="writingRegion" rotatedBoundingBox="18596,10387 16232,9738 16468,8879 18832,9528">
            <msink:destinationLink direction="with" ref="{F41B9759-BF8C-4F3C-9FE4-914F4E395F64}"/>
          </msink:context>
        </emma:interpretation>
      </emma:emma>
    </inkml:annotationXML>
    <inkml:traceGroup>
      <inkml:annotationXML>
        <emma:emma xmlns:emma="http://www.w3.org/2003/04/emma" version="1.0">
          <emma:interpretation id="{5011502F-0925-44E2-B061-8D9B08F5298E}" emma:medium="tactile" emma:mode="ink">
            <msink:context xmlns:msink="http://schemas.microsoft.com/ink/2010/main" type="paragraph" rotatedBoundingBox="18596,10387 16232,9738 16468,8879 18832,952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B98E1BB6-0F25-421C-92F5-9ABD7C3BB1FA}" emma:medium="tactile" emma:mode="ink">
              <msink:context xmlns:msink="http://schemas.microsoft.com/ink/2010/main" type="line" rotatedBoundingBox="18596,10387 16232,9738 16468,8879 18832,9528"/>
            </emma:interpretation>
          </emma:emma>
        </inkml:annotationXML>
        <inkml:traceGroup>
          <inkml:annotationXML>
            <emma:emma xmlns:emma="http://www.w3.org/2003/04/emma" version="1.0">
              <emma:interpretation id="{02FB75EC-EEBF-41B1-AF9F-3E2CF831F1A6}" emma:medium="tactile" emma:mode="ink">
                <msink:context xmlns:msink="http://schemas.microsoft.com/ink/2010/main" type="inkWord" rotatedBoundingBox="18596,10387 16232,9738 16468,8879 18832,9528"/>
              </emma:interpretation>
              <emma:one-of disjunction-type="recognition" id="oneOf0">
                <emma:interpretation id="interp0" emma:lang="id-ID" emma:confidence="0.5">
                  <emma:literal>le</emma:literal>
                </emma:interpretation>
                <emma:interpretation id="interp1" emma:lang="id-ID" emma:confidence="0">
                  <emma:literal>CO</emma:literal>
                </emma:interpretation>
                <emma:interpretation id="interp2" emma:lang="id-ID" emma:confidence="0">
                  <emma:literal>ce</emma:literal>
                </emma:interpretation>
                <emma:interpretation id="interp3" emma:lang="id-ID" emma:confidence="0">
                  <emma:literal>Le</emma:literal>
                </emma:interpretation>
                <emma:interpretation id="interp4" emma:lang="id-ID" emma:confidence="0">
                  <emma:literal>Cela</emma:literal>
                </emma:interpretation>
              </emma:one-of>
            </emma:emma>
          </inkml:annotationXML>
          <inkml:trace contextRef="#ctx0" brushRef="#br0">294 53,'-96'0,"72"0,0 0,0 24,0-24,24 24,-24 0,24 0,-24-24,24 24,-24-1,24 1,0 0,0 0,-24 24,24-24,0 24,0-24,0 0,0 0,0 0,0 0,0 0,0 0,24 24,-24-24,24 0,-24 0,24 0,0 0,-24 0,24 0,0 0,-24 0,24-24,0 23,0-23,0 24,0-24,0 0,0 0,0 0,0 0,24 0,-1 0,-23 0,24 0,-24 0,0 0,0 0,0 0,0 0,0 0,0 0,0-24,0 1,96-313,-120 312,0 0,0 0,0-24,0 24,0 0,-24 0,24 0,-24-24,0 24,0 1,0-1,0 0,0 0,-24 0,0 0,0 0,0 24,0-24,25 24,-25 0,24 0,-24 0,24 0,0 24,0 0,0 0,0 0,0-24</inkml:trace>
          <inkml:trace contextRef="#ctx0" brushRef="#br0" timeOffset="-1305.0712">-1240-187,'-72'-48,"48"48,0 0,0 0,0 0,0 24,24 0,-24-24,24 24,-23 0,23 0,0 0,0 0,0 0,0 0,0 0,0 0,0 0,0 24,0-24,0 0,0 23,23-23,-23 0,24-24,0 24,-24 0,24-24,-24 24,24-24,-24 24,24-24,-24 24,24-24,0 0,0 24,24-24,-24 0,0 24,0-24,0 0,0 0,0 0,0 0,0 0,0 0,0 0,0 0,0 0,0 0,-24-24,24 24,-24-24,24 0,0 24,-24-24,23 24,-23-24,24 24,-24-24,0 0,0 0,0 0,0-23,0 23,0 0,0-24,0 24,0 0,0-24,0 24,-24 0,24 0,-23 0,23 0,-24 0,0 0,0 0,0 0,0 0,0 0,-24 0,24 0,0 0,-24 24,24 0,0 0,0 0,-24 0,24 0,-24 0,24 24,0-24,0 24,0-24,0 0,0 24</inkml:trace>
        </inkml:traceGroup>
      </inkml:traceGroup>
    </inkml:traceGroup>
  </inkml:traceGroup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4:25:25.484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D3B8D16D-1CFA-4A06-8FEB-D2644E0A56F6}" emma:medium="tactile" emma:mode="ink">
          <msink:context xmlns:msink="http://schemas.microsoft.com/ink/2010/main" type="writingRegion" rotatedBoundingBox="22365,12122 24248,14761 22895,15726 21012,13087"/>
        </emma:interpretation>
      </emma:emma>
    </inkml:annotationXML>
    <inkml:traceGroup>
      <inkml:annotationXML>
        <emma:emma xmlns:emma="http://www.w3.org/2003/04/emma" version="1.0">
          <emma:interpretation id="{DCF02CF3-A9BE-40FA-B46F-76F4C2876A20}" emma:medium="tactile" emma:mode="ink">
            <msink:context xmlns:msink="http://schemas.microsoft.com/ink/2010/main" type="paragraph" rotatedBoundingBox="22365,12122 24248,14761 22895,15726 21012,1308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75B2BFBD-2770-46E3-B2FB-B1484468753B}" emma:medium="tactile" emma:mode="ink">
              <msink:context xmlns:msink="http://schemas.microsoft.com/ink/2010/main" type="line" rotatedBoundingBox="22365,12122 24248,14761 22895,15726 21012,13087"/>
            </emma:interpretation>
          </emma:emma>
        </inkml:annotationXML>
        <inkml:traceGroup>
          <inkml:annotationXML>
            <emma:emma xmlns:emma="http://www.w3.org/2003/04/emma" version="1.0">
              <emma:interpretation id="{A577F73E-7D38-4481-9043-EE102A47E36B}" emma:medium="tactile" emma:mode="ink">
                <msink:context xmlns:msink="http://schemas.microsoft.com/ink/2010/main" type="inkWord" rotatedBoundingBox="22846,13022 24345,14519 23087,15779 21588,14281">
                  <msink:destinationLink direction="with" ref="{89E243B4-F12F-4120-8C24-C592C201ACF2}"/>
                </msink:context>
              </emma:interpretation>
              <emma:one-of disjunction-type="recognition" id="oneOf0">
                <emma:interpretation id="interp0" emma:lang="id-ID" emma:confidence="0.5">
                  <emma:literal>wafa:</emma:literal>
                </emma:interpretation>
                <emma:interpretation id="interp1" emma:lang="id-ID" emma:confidence="0">
                  <emma:literal>fafa:</emma:literal>
                </emma:interpretation>
                <emma:interpretation id="interp2" emma:lang="id-ID" emma:confidence="0">
                  <emma:literal>tufa:</emma:literal>
                </emma:interpretation>
                <emma:interpretation id="interp3" emma:lang="id-ID" emma:confidence="0">
                  <emma:literal>Jofa:</emma:literal>
                </emma:interpretation>
                <emma:interpretation id="interp4" emma:lang="id-ID" emma:confidence="0">
                  <emma:literal>Isfa:</emma:literal>
                </emma:interpretation>
              </emma:one-of>
            </emma:emma>
          </inkml:annotationXML>
          <inkml:trace contextRef="#ctx0" brushRef="#br0">2302 3882,'120'-48,"-96"48,0 0,-24 24,0 24,-24-24,0 24,0-24,24 0,0 0,24 0,0 0,0-24,24 24,-24 0,24 0,-24 0,0 0,-24 0,0-1,0 25,0-24,-24 0,0 0,0-24,-24 24,24-24,0 0,48 0</inkml:trace>
          <inkml:trace contextRef="#ctx0" brushRef="#br0" timeOffset="-593.4042">2230 3930,'48'48,"-48"0,0 0,0 0,0 0,0 0,24-1,-24-23,0 0,0 0,24 0,0-24</inkml:trace>
          <inkml:trace contextRef="#ctx0" brushRef="#br0" timeOffset="2834.4456">3596 4984,'-24'0,"0"24,24 0,24 192,0-192,0 0,0 0,0 0,24-24,-24 0,0 0,0 0,0 0,0-48,0 0,0 0,-24-24,0 0,0 24,-24 0,0 24,0 24,0 0,-24 0,0 0,24 0,-24 24,24 0,0 0,24 0</inkml:trace>
          <inkml:trace contextRef="#ctx0" brushRef="#br0" timeOffset="1051.4433">3213 3762,'120'-48,"-96"48,0 0,0 24,0 0,0 0,-1 0,1 24,0 0,0 0,-24 0,0 0,0 0,0-24,0 0,0 0,0 0,-24-24,0 0,0 0,1 0,-1 24</inkml:trace>
          <inkml:trace contextRef="#ctx0" brushRef="#br0" timeOffset="684.6897">3261 3762,'0'-24,"0"72,24-24,0 48,-24-24,48 287,-24-311,-24-48,0 1</inkml:trace>
          <inkml:trace contextRef="#ctx0" brushRef="#br0" timeOffset="2114.5754">2542 5032,'0'-24,"0"48,0 24,0 0,24 0,-24 0,0 0,24 0,-24-24,24 24,-24-24,0 0,0 0,24-24,-24-24</inkml:trace>
          <inkml:trace contextRef="#ctx0" brushRef="#br0" timeOffset="-2866.5649">1655 2900,'120'-24,"-72"24,-24-24,24 24,-24-24,24 24,-24 0,24-24,-24 24,0-24,0 24,0 0,-24 24,0 0</inkml:trace>
          <inkml:trace contextRef="#ctx0" brushRef="#br0" timeOffset="-2241.1415">1799 3019,'192'120,"-168"-96,0 0,0 0,0 0,0-24,0 0,-24-24,24 0,-24 0,24-24,-24 0,23 24,-23-24,0 1,24-25,-48 96</inkml:trace>
        </inkml:traceGroup>
      </inkml:traceGroup>
    </inkml:traceGroup>
  </inkml:traceGroup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4:25:22.117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F41B9759-BF8C-4F3C-9FE4-914F4E395F64}" emma:medium="tactile" emma:mode="ink">
          <msink:context xmlns:msink="http://schemas.microsoft.com/ink/2010/main" type="inkDrawing" rotatedBoundingBox="20699,9442 22312,12158 21538,12618 19925,9902" semanticType="verticalRange" shapeName="Other">
            <msink:sourceLink direction="with" ref="{698DD817-A30F-4A26-AF10-0CDDBEDF4C3D}"/>
            <msink:destinationLink direction="with" ref="{2EEEE4B9-EADF-44F9-B637-5AEC84ED4379}"/>
          </msink:context>
        </emma:interpretation>
      </emma:emma>
    </inkml:annotationXML>
    <inkml:trace contextRef="#ctx0" brushRef="#br0">50 168,'-48'-24,"48"0,24 24,0 0,0 0,0 0,0-24,24 24,-24-24,0 0,24 0,-1 24,-23-24,24 24,24 0,-24 0,-24 0,24 0,-24 24,24-24,-24 0,0 24,0-24,0 24,24 0,-24 0,24 0,-24 0,23 0,1 0,-24 0,0 24,24-24,-24-24,-24 24,24 0,0 0,0 0,0 23,24-23,-24 24,0 0,0 24,0-24,0 0,-24 24,24-48,0 24,0 0,-24-24,24 24,0 0,0-1,0 1,-1 24,1 0,-24-24,24 24,-24 0,24-24,-24-24,0 24,0-24,0 24,24-24,-24 23,0-23,0 24,0 0,24 24,-24-24,0 24,0-24,24 0,-24 0,24-24,-24 0,0 24,24-24,-24-1,24 1,0 0,-24 0,24 24,0-24,0 24,-24-24,24 0,-24 0,0 0,-24 0,24 0</inkml:trace>
  </inkml:traceGroup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4:21:01.713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2EEEE4B9-EADF-44F9-B637-5AEC84ED4379}" emma:medium="tactile" emma:mode="ink">
          <msink:context xmlns:msink="http://schemas.microsoft.com/ink/2010/main" type="inkDrawing" rotatedBoundingBox="20152,10638 22998,7848 23319,8176 20473,10966" semanticType="callout" shapeName="Other">
            <msink:sourceLink direction="with" ref="{0DCD99A7-762C-4F07-ACDF-C0B4043C3EA9}"/>
            <msink:sourceLink direction="with" ref="{F41B9759-BF8C-4F3C-9FE4-914F4E395F64}"/>
          </msink:context>
        </emma:interpretation>
      </emma:emma>
    </inkml:annotationXML>
    <inkml:trace contextRef="#ctx0" brushRef="#br0">-6278 9992,'24'0,"0"0,-1 0,1 0,0-24,0 24,0-24,0 24,0-24,0 24,0-24,0 24,24-24,-24 24,0-24,24 0,-24 0,24 0,-24 0,24 24,-24-24,0 0,24 0,-24 24,-1-24,25 0,-24 0,0 0,24 24,-24-23,0-1,0 24,0-24,24 0,-24 0,24 24,-24-24,0 24,0-24,0 0,0 24,0-24,0 24,0-24,0 0,0 24,-24-24,23 24,1-24,0 24,-24-24,24 0,-24 0,24 24,0-24,-24 0,24 0,0 0,-24 0,24 0,-24 0,24 0,-24 0,24 0,-24 0,24 1,-24-1,24 0,-24 0,24 0,-24 0,24 0,-24 0,0 0,24 0,-24 0,24 0,0 0,-24 0,24-24,0 24,0 0,-24-24,24 24,-24 0,24 0,0 0,0 0,-24 0,24 1,-24-1,24 0,-24 0,23 0,1 0,0 0,-24 0,24 24,-24-24,24 24,0-24,-24 0,24 24,-24-24,24 0,0 24,0-24,0 0,96-48,-72 24,0 0,-24 24,24 0,0 0,-24 0,-1 0,1 1,0 23,0 0,0 0,-24-24,24 24,0 0,0-24,0 24,0 0,24-24,-24 24,24-24,-24 24,0-24,0 24,0-24,0 24,0 0,-24-24,24 24</inkml:trace>
  </inkml:traceGroup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4:25:36.577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89E243B4-F12F-4120-8C24-C592C201ACF2}" emma:medium="tactile" emma:mode="ink">
          <msink:context xmlns:msink="http://schemas.microsoft.com/ink/2010/main" type="inkDrawing" rotatedBoundingBox="21465,13282 25087,12573 25643,15412 22021,16121" semanticType="enclosure" shapeName="Other">
            <msink:sourceLink direction="with" ref="{A577F73E-7D38-4481-9043-EE102A47E36B}"/>
            <msink:sourceLink direction="with" ref="{0CB86ACE-7F92-42B8-8E54-D09A3D062B5F}"/>
          </msink:context>
        </emma:interpretation>
      </emma:emma>
    </inkml:annotationXML>
    <inkml:trace contextRef="#ctx0" brushRef="#br0">127 793,'-24'0,"48"0,0 0,0-24,24 24,-24 0,24-24,0 24,0-24,24 0,-1 1,-23-1,24 0,0 0,-24-24,24 48,0-24,-24 0,24 24,0-24,-1 24,1-24,0 24,0-24,0 0,-24 0,0-24,24 24,-48 24,24-24,0 0,-24 24,-1 0,25-24,-24 24,0 0,24-24,0 24,-24 0,48-24,-24 0,48 0,-24 0,24 0,-25 0,1 24,-24-23,0 23,-24 0,0 0,0 0,0 0,0 0,0 0,0 0,0 0,0 0,24 0,-24-24,0 24,24 0,-24-24,0 24,-1 0,25 0,-24 0,0 0,0 0,0 0,0 0,0 0,0 0,0 0,0 0,-24 24,24-24,0 0,0 0,0 24,-24-1,24 1,-24 0,24 0,-24 24,0-24,24 0,-24 0,0 0,24 24,-24-24,0 0,0 0,24 0,-24 24,0 0,0 0,24-24,-24 24,0-1,24 1,-24-24,0 24,24-24,-24 24,0-24,24 24,-24-24,24 0,-24 0,23 24,-23-24,24 24,-24 0,24 0,-24-24,0 24,0-1,24 1,-24 0,0-24,0 24,0-24,0 0,24 0,-24 0,0 24,24-24,-24 24,0-24,24 24,-24 0,0 0,24-24,-24 23,0-23,24 0,-24 0,0 0,0 0,0 0,24 0,-24 0,0 0,0 0,0 0,24 0,-24 0,0 0,24 0,-24 0,0 0,0 0,24 0,-24 24,0-24,0 0,0 0,0 0,0-1,-24 1,0-24,0 24,0 0,0-24,0 0,0 24,0 0,0 0,0-24,0 0,0 24,-23-24,23 0,0 0,0 0,0 0,-24 0,24 0,0 0,-24 0,24 0,-24 0,24 0,-24 0,24 0,-24 0,24 0,0 0,0 0,-24 0,25 24,-1-24,0 24,-24 0,24 0,0 0,0-24,-24 0,24 0,-24 0,24 0,-24 0,24 0,0 0,-24 0,24 0,0 0,-24 0,24 24,-24-24,1 0,23 24,-24-24,0 0,24 24,-24-24,24 0,0 24,-24 0,24-24,0 0,0 0,-24 24,24-24,0 0,-24 0,24 0,-24 0,25 0,-1 0,-24 0,24 24,-24-24,24 24,-24-24,24 24,-24-24,0 24,0-24,0 24,24-24,-24 0,24 24,0-24,0 0,0 24,0-24,-23 23,23-23,0 24,0-24,0 0,-24 24,24-24,0 0,0 0,0 0,0 0,0 24,0-24,0 0,0 0,0 0,0 0,0 0,0 0,0 0,0 0,24-24,-24 24,0-24,0-23,1 23,23-24,-24 0,24-24,0 24,-24 0,24 0,-24 0,24 24,0-24,-24 0,0 24,24-24,-24 24,24-23,-24 23,24-24,0 24,-24-24,24 24,0 0,0-24,-24 0,24 24,0-24,-24 24,24-24,0 24,-24-24,24 24,-24 0,24 0,-24-23,24 23,-24 0,0 0,24 0,-24 0,24-24,-24 24,24 0,-24 0,24 0,0 0,0 0,0 0,-24 0,24 0,0 0,0 0,0 0,0 0,0-24,0 24,0-24,0 25,0-25,0 24,0 0,0 0,-24 0,24 0,0-24,0 24,-24 0,24-24,0 24,0-24,0 24,0 0,0 0,0 0,0 0,0 0,0 0,24 24,0 24,-24 24</inkml:trace>
  </inkml:traceGroup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4:19:34.298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6B041371-745C-444D-ACB8-7DD3CDE5DAFB}" emma:medium="tactile" emma:mode="ink">
          <msink:context xmlns:msink="http://schemas.microsoft.com/ink/2010/main" type="writingRegion" rotatedBoundingBox="26809,2167 27183,5633 25960,5765 25586,2299"/>
        </emma:interpretation>
      </emma:emma>
    </inkml:annotationXML>
    <inkml:traceGroup>
      <inkml:annotationXML>
        <emma:emma xmlns:emma="http://www.w3.org/2003/04/emma" version="1.0">
          <emma:interpretation id="{95E0DEC6-54F1-42C4-BDDF-2629C109CADD}" emma:medium="tactile" emma:mode="ink">
            <msink:context xmlns:msink="http://schemas.microsoft.com/ink/2010/main" type="paragraph" rotatedBoundingBox="26809,2167 27183,5633 25960,5765 25586,229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A6102383-2151-40AD-AB49-5459E62036EC}" emma:medium="tactile" emma:mode="ink">
              <msink:context xmlns:msink="http://schemas.microsoft.com/ink/2010/main" type="line" rotatedBoundingBox="26809,2167 27183,5633 25960,5765 25586,2299"/>
            </emma:interpretation>
          </emma:emma>
        </inkml:annotationXML>
        <inkml:traceGroup>
          <inkml:annotationXML>
            <emma:emma xmlns:emma="http://www.w3.org/2003/04/emma" version="1.0">
              <emma:interpretation id="{85F3DB27-45E0-4CAE-AE22-15E7C34D3CE3}" emma:medium="tactile" emma:mode="ink">
                <msink:context xmlns:msink="http://schemas.microsoft.com/ink/2010/main" type="inkWord" rotatedBoundingBox="26809,2167 27183,5633 25960,5765 25586,2299"/>
              </emma:interpretation>
              <emma:one-of disjunction-type="recognition" id="oneOf0">
                <emma:interpretation id="interp0" emma:lang="id-ID" emma:confidence="0.5">
                  <emma:literal>878:</emma:literal>
                </emma:interpretation>
                <emma:interpretation id="interp1" emma:lang="id-ID" emma:confidence="0">
                  <emma:literal>87:</emma:literal>
                </emma:interpretation>
                <emma:interpretation id="interp2" emma:lang="id-ID" emma:confidence="0">
                  <emma:literal>7877:</emma:literal>
                </emma:interpretation>
                <emma:interpretation id="interp3" emma:lang="id-ID" emma:confidence="0">
                  <emma:literal>7878:</emma:literal>
                </emma:interpretation>
                <emma:interpretation id="interp4" emma:lang="id-ID" emma:confidence="0.5">
                  <emma:literal>7: 0:</emma:literal>
                </emma:interpretation>
              </emma:one-of>
            </emma:emma>
          </inkml:annotationXML>
          <inkml:trace contextRef="#ctx0" brushRef="#br0">-767 1653,'-48'144,"48"-120,0 0,0 0,0 24,24-24,0-1,0-23,24 24,-24-24,24 0,-24 0,24 0,-24 0,0 0,-1-24,1 1,0-25,-24 0,0 24,0-24,0 24,0 0,-24-24,0 24,1 24,-1-24,-24 24,24 0,0 0,0 24,0 0,24 0,0 0</inkml:trace>
          <inkml:trace contextRef="#ctx0" brushRef="#br0" timeOffset="521.9463">167 1725,'-95'24,"71"0,24 0,0 0,0 0,0 24,0-24,24 0,24-1,-25-23,25 0,0 0,0 0,-24 0,24-23,-24-25,-24 24,24-48,-24 48,-24 0,0 0,-24 0,0 0,0 24,0 0,1 24,23 0</inkml:trace>
          <inkml:trace contextRef="#ctx0" brushRef="#br0" timeOffset="1777.6158">-647 2611,'-48'24,"48"0,0 0,0 24,0-24,0 24,24 0,24 0,-24-24,24 0,0-24,-1 0,-23 0,24 0,-24-24,0-24,-24 0,0-24,0 24,0 0,-24 0,-24 1,24 47,-24-24,25 24,-1 0,0 0,24 24,0 23,0-23</inkml:trace>
          <inkml:trace contextRef="#ctx0" brushRef="#br0" timeOffset="2117.0241">407 2492,'24'167,"-24"-119,0 24,0-24,0 0,0 0,0 0,0-24</inkml:trace>
          <inkml:trace contextRef="#ctx0" brushRef="#br0" timeOffset="2590.2533">-623 3570,'24'168,"-24"-120,0 0,24-1,-24 1,0-24,0 0,24 0</inkml:trace>
          <inkml:trace contextRef="#ctx0" brushRef="#br0" timeOffset="3082.863">191 3474,'-48'120,"48"-72,0-24,0 24,24 0,0 0,0-24,24-1,-24 1,24-24,-24 0,24 0,-24-24,0 1,-24-25,0 0,0-24,0 24,0 0,-24 24,-24 0,24 0,-24 24,24 0,0 0,-24 48,24-24</inkml:trace>
          <inkml:trace contextRef="#ctx0" brushRef="#br0" timeOffset="4389.6535">335 4504,'24'192,"-24"-120,0-24,0 0,-24 0,24 0,0-24,0 0,0 0</inkml:trace>
          <inkml:trace contextRef="#ctx0" brushRef="#br0" timeOffset="3893.3951">-503 4696,'23'96,"-23"-48,0-24,0 24,0-24,0 24,24-24,-24 0,0 0,24-24</inkml:trace>
        </inkml:traceGroup>
      </inkml:traceGroup>
    </inkml:traceGroup>
  </inkml:traceGroup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4:21:02.312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B801C133-1CA3-4062-B9B5-17D386FF6DAA}" emma:medium="tactile" emma:mode="ink">
          <msink:context xmlns:msink="http://schemas.microsoft.com/ink/2010/main" type="writingRegion" rotatedBoundingBox="23387,7787 24153,7787 24153,8338 23387,8338"/>
        </emma:interpretation>
      </emma:emma>
    </inkml:annotationXML>
    <inkml:traceGroup>
      <inkml:annotationXML>
        <emma:emma xmlns:emma="http://www.w3.org/2003/04/emma" version="1.0">
          <emma:interpretation id="{D959DAF2-285F-4125-B498-FE101DA85DD3}" emma:medium="tactile" emma:mode="ink">
            <msink:context xmlns:msink="http://schemas.microsoft.com/ink/2010/main" type="paragraph" rotatedBoundingBox="23387,7787 24153,7787 24153,8338 23387,833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141406A4-0AC7-4EBD-8F76-25CFC8D962B5}" emma:medium="tactile" emma:mode="ink">
              <msink:context xmlns:msink="http://schemas.microsoft.com/ink/2010/main" type="line" rotatedBoundingBox="23387,7787 24153,7787 24153,8338 23387,8338"/>
            </emma:interpretation>
          </emma:emma>
        </inkml:annotationXML>
        <inkml:traceGroup>
          <inkml:annotationXML>
            <emma:emma xmlns:emma="http://www.w3.org/2003/04/emma" version="1.0">
              <emma:interpretation id="{0DCD99A7-762C-4F07-ACDF-C0B4043C3EA9}" emma:medium="tactile" emma:mode="ink">
                <msink:context xmlns:msink="http://schemas.microsoft.com/ink/2010/main" type="inkWord" rotatedBoundingBox="23387,7787 24153,7787 24153,8338 23387,8338">
                  <msink:destinationLink direction="with" ref="{2EEEE4B9-EADF-44F9-B637-5AEC84ED4379}"/>
                </msink:context>
              </emma:interpretation>
              <emma:one-of disjunction-type="recognition" id="oneOf0">
                <emma:interpretation id="interp0" emma:lang="id-ID" emma:confidence="0.5">
                  <emma:literal>17</emma:literal>
                </emma:interpretation>
                <emma:interpretation id="interp1" emma:lang="id-ID" emma:confidence="0">
                  <emma:literal>he</emma:literal>
                </emma:interpretation>
                <emma:interpretation id="interp2" emma:lang="id-ID" emma:confidence="0">
                  <emma:literal>h)</emma:literal>
                </emma:interpretation>
                <emma:interpretation id="interp3" emma:lang="id-ID" emma:confidence="0">
                  <emma:literal>ha</emma:literal>
                </emma:interpretation>
                <emma:interpretation id="interp4" emma:lang="id-ID" emma:confidence="0">
                  <emma:literal>hu</emma:literal>
                </emma:interpretation>
              </emma:one-of>
            </emma:emma>
          </inkml:annotationXML>
          <inkml:trace contextRef="#ctx0" brushRef="#br0">-3043 7140,'47'144,"-47"-96,0 0,24 24,-24-24,0 0,0 0,24 0,-24-25,0 1,24-24,0 0,0-24,-24 1</inkml:trace>
          <inkml:trace contextRef="#ctx0" brushRef="#br0" timeOffset="727.253">-2924 7236,'96'0,"-72"0,24 24,-24-24,24 24,-24-24,24 0,-24 0,24 0,-24 0,24 0,-24 0,0 0,-1 0,1 0,0 0,0 0,0 0,0 0,-48 0,0 0,0 0,0 0,0 24,-23 0,23-24,-24 24,0 0,0 0,0-24,0 24,0 0,24 0,-24 0,48 0,-24 0,0 0,24 0,-24-24,24-24</inkml:trace>
        </inkml:traceGroup>
      </inkml:traceGroup>
    </inkml:traceGroup>
  </inkml:traceGroup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4:20:28.778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C654AAC8-54A7-4F5A-B683-1875C9E9A30A}" emma:medium="tactile" emma:mode="ink">
          <msink:context xmlns:msink="http://schemas.microsoft.com/ink/2010/main" type="writingRegion" rotatedBoundingBox="28955,8316 27212,10864 26567,10423 28310,7875"/>
        </emma:interpretation>
      </emma:emma>
    </inkml:annotationXML>
    <inkml:traceGroup>
      <inkml:annotationXML>
        <emma:emma xmlns:emma="http://www.w3.org/2003/04/emma" version="1.0">
          <emma:interpretation id="{99F09C83-7C83-477D-B0BB-DDE8E1A41F6D}" emma:medium="tactile" emma:mode="ink">
            <msink:context xmlns:msink="http://schemas.microsoft.com/ink/2010/main" type="paragraph" rotatedBoundingBox="28955,8316 27212,10864 26567,10423 28310,787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18F8CD09-022F-4123-ACB3-BE64540B5EAA}" emma:medium="tactile" emma:mode="ink">
              <msink:context xmlns:msink="http://schemas.microsoft.com/ink/2010/main" type="line" rotatedBoundingBox="28955,8316 27212,10864 26567,10423 28310,7875"/>
            </emma:interpretation>
          </emma:emma>
        </inkml:annotationXML>
        <inkml:traceGroup>
          <inkml:annotationXML>
            <emma:emma xmlns:emma="http://www.w3.org/2003/04/emma" version="1.0">
              <emma:interpretation id="{88811FAC-015C-44F2-8D6C-6CF67406D2EA}" emma:medium="tactile" emma:mode="ink">
                <msink:context xmlns:msink="http://schemas.microsoft.com/ink/2010/main" type="inkWord" rotatedBoundingBox="28923,8294 28649,8694 28269,8435 28543,8034"/>
              </emma:interpretation>
              <emma:one-of disjunction-type="recognition" id="oneOf0">
                <emma:interpretation id="interp0" emma:lang="id-ID" emma:confidence="0.5">
                  <emma:literal>e</emma:literal>
                </emma:interpretation>
                <emma:interpretation id="interp1" emma:lang="id-ID" emma:confidence="0">
                  <emma:literal>•</emma:literal>
                </emma:interpretation>
                <emma:interpretation id="interp2" emma:lang="id-ID" emma:confidence="0">
                  <emma:literal>a</emma:literal>
                </emma:interpretation>
                <emma:interpretation id="interp3" emma:lang="id-ID" emma:confidence="0">
                  <emma:literal>O</emma:literal>
                </emma:interpretation>
                <emma:interpretation id="interp4" emma:lang="id-ID" emma:confidence="0">
                  <emma:literal>@</emma:literal>
                </emma:interpretation>
              </emma:one-of>
            </emma:emma>
          </inkml:annotationXML>
          <inkml:trace contextRef="#ctx0" brushRef="#br0">431 9632,'192'0,"-1"0,-119 0,-48 0,-48 0</inkml:trace>
        </inkml:traceGroup>
        <inkml:traceGroup>
          <inkml:annotationXML>
            <emma:emma xmlns:emma="http://www.w3.org/2003/04/emma" version="1.0">
              <emma:interpretation id="{947E88A0-7031-4A99-875E-B83FBE9541D6}" emma:medium="tactile" emma:mode="ink">
                <msink:context xmlns:msink="http://schemas.microsoft.com/ink/2010/main" type="inkWord" rotatedBoundingBox="27777,10038 27212,10864 26567,10423 27132,9596"/>
              </emma:interpretation>
              <emma:one-of disjunction-type="recognition" id="oneOf1">
                <emma:interpretation id="interp5" emma:lang="id-ID" emma:confidence="0.5">
                  <emma:literal>-8</emma:literal>
                </emma:interpretation>
                <emma:interpretation id="interp6" emma:lang="id-ID" emma:confidence="0">
                  <emma:literal>-7.</emma:literal>
                </emma:interpretation>
                <emma:interpretation id="interp7" emma:lang="id-ID" emma:confidence="0">
                  <emma:literal>-8.</emma:literal>
                </emma:interpretation>
                <emma:interpretation id="interp8" emma:lang="id-ID" emma:confidence="0">
                  <emma:literal>t.</emma:literal>
                </emma:interpretation>
                <emma:interpretation id="interp9" emma:lang="id-ID" emma:confidence="0">
                  <emma:literal>£8.</emma:literal>
                </emma:interpretation>
              </emma:one-of>
            </emma:emma>
          </inkml:annotationXML>
          <inkml:trace contextRef="#ctx0" brushRef="#br0" timeOffset="-4664.0176">2084 7620,'-47'0,"23"0,0 0,24 47,0-23,0 24,0 0,0 0,24-24,0 24,-1-24,1 0,168-24,-168-24,0-24,0 24,-24-24,24 0,-24 24,0-24,0-23,0 47,-24-24,-24 24,24 0,-24 24,0-24,0 24,0 0,24 0,1 24,-1 24,24-24,-24 0,24 0</inkml:trace>
          <inkml:trace contextRef="#ctx0" brushRef="#br0" timeOffset="-500.1833">695 8985,'0'-24,"24"24,0 24,-24 24,24 0,-24 0,0 24,0-24,0 0,0-24,0 0,0 0,0 0,0 0</inkml:trace>
          <inkml:trace contextRef="#ctx0" brushRef="#br0" timeOffset="399.5018">455 9632,'96'216,"-48"-144,0 0,0 0,-24 0,0-48,0 23,-1-47,1-47,0-25,0 0,0-48,0 24,0 24,-24 0,24 24,-24 24,0 96</inkml:trace>
        </inkml:traceGroup>
      </inkml:traceGroup>
    </inkml:traceGroup>
  </inkml:traceGroup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4:25:45.241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FE10D1D5-ED50-4069-8D56-0A3930E9C573}" emma:medium="tactile" emma:mode="ink">
          <msink:context xmlns:msink="http://schemas.microsoft.com/ink/2010/main" type="inkDrawing" rotatedBoundingBox="25834,6408 33569,15075 29606,18612 21871,9945" shapeName="Other"/>
        </emma:interpretation>
      </emma:emma>
    </inkml:annotationXML>
    <inkml:trace contextRef="#ctx0" brushRef="#br0">24 27,'0'-24,"-24"24,24 24,0 0,0 0,0 0,0 24,0 0,0 0,0 0,24-1,-24 1,24 24,-24-24,0 0,24 0,0 24,0-24,-24 0,24 24,0-24,0 23,0 1,0 0,-24 0,24-24,-24 24,24-24,-24 0,24 0,0 0,-24 0,0 23,24-23,-24 48,24-24,-24 24,0-24,0 0,0 0,0-24,0-1,24 1,-24 0,24 0,-24 24,24 24,-24-24,23 24,-23 0,0-25,0 1,0 0,0-24,0-24,0 0,24 24,-24-24,0 24,24 0,-24 24,0 0,0-1,0 1,0 0,0-24,0 24,0-48,0 24,0-24,0 24,0-24,24 24,-24 0,0 24,0 23,0 1,0-24,0 24,0-24,0 0,-24 0,24-24,0-1,0 1,0 0,0 0,0 0,0 0,0 24,0-24,0 24,24 0,-24-24,0 23,0-23,0-24,0 24,0-24,0 0,0 24,0 0,0 0,0-24,0 24,0 0,0 0,0 0,0-24,0 24,0-24,0 23,0-23,0 24,0-24,24 0,-24 24,24-24,-24 24,24 0,0-24,-24 24,24 0,0-24,-24 24,0-24,24 24,-24-24,0 23,0-23,24 24,-24-24,0 24,0 0,0-24,0 24,0 0,0-24,0 24,0 0,0 0,24 0,-24 0,0-1,0 1,0 0,0 0,24 0,-24-24,0 24,0 0,0 0,0-24,0 24,0 0,0-24,0 24,-24 0,24-1,-24-23,24 0,0 0,0 0,-24-24,48 0,0 0,0 0,0 0,24 24,24-24,-24 0,24 0,-1 0,25 0,-24-24,0 24,0-24,-24 24,24-24,0 24,-24-24,0 0,23 0,1 1,-24-1,24 0,24 0,-24 0,0 24,24-24,-25 24,1 0,0-24,0 24,-24 0,0 0,0-24,0 24,0-24,0 24,0 0,0 0,-1 0,1 0,0 0,0 0,0 0,0 0,-24 0,24 0,-24 0,24 0,0 0,0 24,0-24,0 24,-1-24,1 0,0 0,0 0,0 24,0-24,0 0,0 0,0 24,0-24,0 24,0-24,0 0,-1 0,1 24,0-24,0 0,0 0,0 0,0 0,0 0,24 0,0 24,0-24,-1 0,25 0,0 24,-24-24,24 0,0 0,0 23,-1-23,1 24,0-24,0 24,0-24,0 24,0-24,-1 24,1-24,0 24,0-24,0 24,0-24,0 24,-1-24,-23 24,0-24,24 24,-24-24,24 0,-24 24,-1-24,1 24,0-24,-24 24,0-24,0 24,0-24,0 0,0 24,0-24,-24 0,0 24,0-24,0 0,0 0,-48 0,24 24,24 0,0 0</inkml:trace>
  </inkml:traceGroup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4:20:33.346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641FFD8F-BB0F-419B-9C6A-6DD845980CFA}" emma:medium="tactile" emma:mode="ink">
          <msink:context xmlns:msink="http://schemas.microsoft.com/ink/2010/main" type="writingRegion" rotatedBoundingBox="26245,11564 28549,11642 28482,13609 26178,13530"/>
        </emma:interpretation>
      </emma:emma>
    </inkml:annotationXML>
    <inkml:traceGroup>
      <inkml:annotationXML>
        <emma:emma xmlns:emma="http://www.w3.org/2003/04/emma" version="1.0">
          <emma:interpretation id="{4F5723FC-8AE6-44A9-B6FD-EB55D58EDF25}" emma:medium="tactile" emma:mode="ink">
            <msink:context xmlns:msink="http://schemas.microsoft.com/ink/2010/main" type="paragraph" rotatedBoundingBox="26245,11564 28548,11642 28525,12313 26222,1223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D6E7DB0A-AF53-4A47-88AB-1ADDFAA505B9}" emma:medium="tactile" emma:mode="ink">
              <msink:context xmlns:msink="http://schemas.microsoft.com/ink/2010/main" type="line" rotatedBoundingBox="26245,11564 28548,11642 28525,12313 26222,12234"/>
            </emma:interpretation>
          </emma:emma>
        </inkml:annotationXML>
        <inkml:traceGroup>
          <inkml:annotationXML>
            <emma:emma xmlns:emma="http://www.w3.org/2003/04/emma" version="1.0">
              <emma:interpretation id="{206D1520-3E0A-49D2-B6AC-0BF5EE5C1364}" emma:medium="tactile" emma:mode="ink">
                <msink:context xmlns:msink="http://schemas.microsoft.com/ink/2010/main" type="inkWord" rotatedBoundingBox="26245,11564 28548,11642 28525,12313 26222,12234"/>
              </emma:interpretation>
              <emma:one-of disjunction-type="recognition" id="oneOf0">
                <emma:interpretation id="interp0" emma:lang="id-ID" emma:confidence="0.5">
                  <emma:literal>Dekret.</emma:literal>
                </emma:interpretation>
                <emma:interpretation id="interp1" emma:lang="id-ID" emma:confidence="0">
                  <emma:literal>Dekret?</emma:literal>
                </emma:interpretation>
                <emma:interpretation id="interp2" emma:lang="id-ID" emma:confidence="0">
                  <emma:literal>Dikreol.</emma:literal>
                </emma:interpretation>
                <emma:interpretation id="interp3" emma:lang="id-ID" emma:confidence="0">
                  <emma:literal>IFI</emma:literal>
                </emma:interpretation>
                <emma:interpretation id="interp4" emma:lang="id-ID" emma:confidence="0">
                  <emma:literal>Diketok.</emma:literal>
                </emma:interpretation>
              </emma:one-of>
            </emma:emma>
          </inkml:annotationXML>
          <inkml:trace contextRef="#ctx0" brushRef="#br0">1701 11022,'-120'72</inkml:trace>
          <inkml:trace contextRef="#ctx0" brushRef="#br0" timeOffset="-253.5576">982 11214,'336'-96</inkml:trace>
          <inkml:trace contextRef="#ctx0" brushRef="#br0" timeOffset="-2408.2848">551 11238,'72'-192,"-24"144,0 48,-24 0</inkml:trace>
          <inkml:trace contextRef="#ctx0" brushRef="#br0" timeOffset="-212.9764">1054 11358,'288'-24</inkml:trace>
          <inkml:trace contextRef="#ctx0" brushRef="#br0" timeOffset="-2685.4452">479 11022,'0'72,"0"-24,24 120,-24-120,0 71,24-119</inkml:trace>
          <inkml:trace contextRef="#ctx0" brushRef="#br0" timeOffset="-3216.1311">-192 11142,'144'0,"-120"0,24-24,-24-24,0 24,-24 0,0 0,0 0,0 0,0 0,24 48,-24 24,24 0,23 24,-23 0,0-24,0 24,-24 0,0-24,0 23,0-47,-24 24,0-48,0 24,0-24,-23 0,23 0,0-24,0 24,0-24,24 0,0 0</inkml:trace>
          <inkml:trace contextRef="#ctx0" brushRef="#br0" timeOffset="-2034.8601">551 11214,'-24'0,"168"96,-72-48,23 24</inkml:trace>
          <inkml:trace contextRef="#ctx0" brushRef="#br0" timeOffset="6359.9065">1797 11166,'-96'0,"24"0,48 0,24 24,0 0,-24 0,24 0,0 0,0 0,0 0,0 0,0 0,24 0,0 0,-24 0,24-1,0 1,0-24,0 0,0 24,0-24,0 0,0 0,0 0,0 0,0 0,0 0,0-24,0 24,0-24,0 24,0-23,-24-1,23 24,-23-24,24 0,-24 0,0 0,24 0,-24 0,0 0,0 0,0 0,0 0,-24 0,24 0,-24 0,1 0,-1 0,0 24,-336 48</inkml:trace>
          <inkml:trace contextRef="#ctx0" brushRef="#br0" timeOffset="2056.3199">1605 11190,'360'-72</inkml:trace>
        </inkml:traceGroup>
      </inkml:traceGroup>
    </inkml:traceGroup>
    <inkml:traceGroup>
      <inkml:annotationXML>
        <emma:emma xmlns:emma="http://www.w3.org/2003/04/emma" version="1.0">
          <emma:interpretation id="{4D82EE78-8BC3-4F4C-A960-E8FEAABFE802}" emma:medium="tactile" emma:mode="ink">
            <msink:context xmlns:msink="http://schemas.microsoft.com/ink/2010/main" type="paragraph" rotatedBoundingBox="26838,12524 28591,12854 28421,13759 26668,13429" alignmentLevel="2"/>
          </emma:interpretation>
        </emma:emma>
      </inkml:annotationXML>
      <inkml:traceGroup>
        <inkml:annotationXML>
          <emma:emma xmlns:emma="http://www.w3.org/2003/04/emma" version="1.0">
            <emma:interpretation id="{F9B36745-A8A1-410F-8228-02911D37AE12}" emma:medium="tactile" emma:mode="ink">
              <msink:context xmlns:msink="http://schemas.microsoft.com/ink/2010/main" type="line" rotatedBoundingBox="26838,12524 28591,12854 28421,13759 26668,13429"/>
            </emma:interpretation>
          </emma:emma>
        </inkml:annotationXML>
        <inkml:traceGroup>
          <inkml:annotationXML>
            <emma:emma xmlns:emma="http://www.w3.org/2003/04/emma" version="1.0">
              <emma:interpretation id="{FD7443D3-61C1-40F5-A8F5-C45006846366}" emma:medium="tactile" emma:mode="ink">
                <msink:context xmlns:msink="http://schemas.microsoft.com/ink/2010/main" type="inkWord" rotatedBoundingBox="26838,12524 28591,12854 28421,13759 26668,13429"/>
              </emma:interpretation>
              <emma:one-of disjunction-type="recognition" id="oneOf1">
                <emma:interpretation id="interp5" emma:lang="id-ID" emma:confidence="0.5">
                  <emma:literal>Hasku</emma:literal>
                </emma:interpretation>
                <emma:interpretation id="interp6" emma:lang="id-ID" emma:confidence="0">
                  <emma:literal>Hiski</emma:literal>
                </emma:interpretation>
                <emma:interpretation id="interp7" emma:lang="id-ID" emma:confidence="0">
                  <emma:literal>Hdd</emma:literal>
                </emma:interpretation>
                <emma:interpretation id="interp8" emma:lang="id-ID" emma:confidence="0">
                  <emma:literal>Hisku</emma:literal>
                </emma:interpretation>
                <emma:interpretation id="interp9" emma:lang="id-ID" emma:confidence="0">
                  <emma:literal>Heski</emma:literal>
                </emma:interpretation>
              </emma:one-of>
            </emma:emma>
          </inkml:annotationXML>
          <inkml:trace contextRef="#ctx0" brushRef="#br0" timeOffset="296721.5269">-1438 12987,'120'-24,"-96"24,0 0,0 0</inkml:trace>
          <inkml:trace contextRef="#ctx0" brushRef="#br0" timeOffset="296540.447">-1390 12724,'-24'167,"24"-119,0 24,24-24,-24 0,24-24,-24 0,24 0,-24 0,24-24,0-24</inkml:trace>
          <inkml:trace contextRef="#ctx0" brushRef="#br0" timeOffset="298498.0566">-1630 14065,'0'24,"0"0,0 24,0 0,0-24,0 24,0-24,24 0,-24 0,0 0,0 0,24-24,-24 24</inkml:trace>
          <inkml:trace contextRef="#ctx0" brushRef="#br0" timeOffset="7088.2174">1078 12484,'-48'-24,"24"24,0 24,24 0,-24 0,24 0,0 0,0 0,168 191,-264-526,72 311,0 24,24 0,0 0,48-24</inkml:trace>
          <inkml:trace contextRef="#ctx0" brushRef="#br0" timeOffset="7869.5369">1318 12220,'-24'-24,"24"48,0 0,0 0,0 0,0 24,0-24,0 24,24 0,-24 0,0 24,24-24,-24-24,0 24,0-1,0-23,24 0,-24 0,0 0,0 0,0 0,0 0,0 0,0-48</inkml:trace>
          <inkml:trace contextRef="#ctx0" brushRef="#br0" timeOffset="8860.2037">1845 12148,'72'168,"-48"-120,-24 0,24 0,-24 0,0 0,0 0,0 0,0-24,0 0,0 0,0-48,-24 0,0 0,0 0,0 24,0 0,0 0,0 0,0 0,0 0,0 24,0 0,24 0,-24-24,24 24,0-1,0 1,0 0,0 0,24-24,0 24,0 0,0-24,0 24,0-24,24 0,-24 0,0 0,0-24,0 0,0 0,0 0,-24 0,24 24,-1-24</inkml:trace>
        </inkml:traceGroup>
      </inkml:traceGroup>
    </inkml:traceGroup>
  </inkml:traceGroup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4:20:39.709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0CB86ACE-7F92-42B8-8E54-D09A3D062B5F}" emma:medium="tactile" emma:mode="ink">
          <msink:context xmlns:msink="http://schemas.microsoft.com/ink/2010/main" type="writingRegion" rotatedBoundingBox="25130,13352 25463,14943 24505,15143 24172,13552">
            <msink:destinationLink direction="with" ref="{89E243B4-F12F-4120-8C24-C592C201ACF2}"/>
          </msink:context>
        </emma:interpretation>
      </emma:emma>
    </inkml:annotationXML>
    <inkml:traceGroup>
      <inkml:annotationXML>
        <emma:emma xmlns:emma="http://www.w3.org/2003/04/emma" version="1.0">
          <emma:interpretation id="{53BE5DAB-F2EF-446A-B183-626475CBCEEF}" emma:medium="tactile" emma:mode="ink">
            <msink:context xmlns:msink="http://schemas.microsoft.com/ink/2010/main" type="paragraph" rotatedBoundingBox="25130,13352 25463,14943 24505,15143 24172,1355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FE06F982-FD88-49E1-A234-F2A77F96D0C9}" emma:medium="tactile" emma:mode="ink">
              <msink:context xmlns:msink="http://schemas.microsoft.com/ink/2010/main" type="line" rotatedBoundingBox="25130,13352 25463,14943 24505,15143 24172,13552"/>
            </emma:interpretation>
          </emma:emma>
        </inkml:annotationXML>
        <inkml:traceGroup>
          <inkml:annotationXML>
            <emma:emma xmlns:emma="http://www.w3.org/2003/04/emma" version="1.0">
              <emma:interpretation id="{456B88A9-2FDD-4478-A96B-C38B7B9D02BD}" emma:medium="tactile" emma:mode="ink">
                <msink:context xmlns:msink="http://schemas.microsoft.com/ink/2010/main" type="inkWord" rotatedBoundingBox="25130,13352 25229,13825 24271,14025 24172,13552"/>
              </emma:interpretation>
              <emma:one-of disjunction-type="recognition" id="oneOf0">
                <emma:interpretation id="interp0" emma:lang="id-ID" emma:confidence="0.5">
                  <emma:literal>Ot"</emma:literal>
                </emma:interpretation>
                <emma:interpretation id="interp1" emma:lang="id-ID" emma:confidence="0">
                  <emma:literal>Fat</emma:literal>
                </emma:interpretation>
                <emma:interpretation id="interp2" emma:lang="id-ID" emma:confidence="0">
                  <emma:literal>Ot'</emma:literal>
                </emma:interpretation>
                <emma:interpretation id="interp3" emma:lang="id-ID" emma:confidence="0">
                  <emma:literal>Fiat</emma:literal>
                </emma:interpretation>
                <emma:interpretation id="interp4" emma:lang="id-ID" emma:confidence="0">
                  <emma:literal>Fai</emma:literal>
                </emma:interpretation>
              </emma:one-of>
            </emma:emma>
          </inkml:annotationXML>
          <inkml:trace contextRef="#ctx0" brushRef="#br0">335 12268,'96'551</inkml:trace>
          <inkml:trace contextRef="#ctx0" brushRef="#br0" timeOffset="119.8506">359 12508,'336'-24</inkml:trace>
          <inkml:trace contextRef="#ctx0" brushRef="#br0" timeOffset="289441.8646">-2157 12987,'-24'0,"0"0,24 48,0-24,0 24,0 0,24 0,0-24,-24 0,24-24,0 0,0 0,0-48,-24 0,0 0,0 0,0 0,0 0,-24 24,0 0,0 0,0 24,0 0,0 24,24 0,0 0</inkml:trace>
          <inkml:trace contextRef="#ctx0" brushRef="#br0" timeOffset="289914.7199">-1845 12891,'24'192,"0"-168,0 0,-1-24,-23 24,24-24,-24-24,24 0,-24-24,0 0,0 0,0 0,0 24,24 48,-24 24,24-24,-24 24,0 0,24-24,-24 0,24-24,0 0</inkml:trace>
        </inkml:traceGroup>
        <inkml:traceGroup>
          <inkml:annotationXML>
            <emma:emma xmlns:emma="http://www.w3.org/2003/04/emma" version="1.0">
              <emma:interpretation id="{55BF188B-2887-4B22-A0E2-D8897C728C81}" emma:medium="tactile" emma:mode="ink">
                <msink:context xmlns:msink="http://schemas.microsoft.com/ink/2010/main" type="inkWord" rotatedBoundingBox="24800,14712 24874,15066 24826,15076 24751,14722"/>
              </emma:interpretation>
              <emma:one-of disjunction-type="recognition" id="oneOf1">
                <emma:interpretation id="interp5" emma:lang="id-ID" emma:confidence="0.5">
                  <emma:literal>_</emma:literal>
                </emma:interpretation>
                <emma:interpretation id="interp6" emma:lang="id-ID" emma:confidence="0">
                  <emma:literal>-</emma:literal>
                </emma:interpretation>
                <emma:interpretation id="interp7" emma:lang="id-ID" emma:confidence="0">
                  <emma:literal>~</emma:literal>
                </emma:interpretation>
                <emma:interpretation id="interp8" emma:lang="id-ID" emma:confidence="0">
                  <emma:literal>•</emma:literal>
                </emma:interpretation>
                <emma:interpretation id="interp9" emma:lang="id-ID" emma:confidence="0">
                  <emma:literal>.</emma:literal>
                </emma:interpretation>
              </emma:one-of>
            </emma:emma>
          </inkml:annotationXML>
          <inkml:trace contextRef="#ctx0" brushRef="#br0" timeOffset="4.9859">647 12268,'72'503</inkml:trace>
        </inkml:traceGroup>
      </inkml:traceGroup>
    </inkml:traceGroup>
  </inkml:traceGroup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3-10-10T14:27:36.461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311489F3-901A-4C01-804F-668993EE15BF}" emma:medium="tactile" emma:mode="ink">
          <msink:context xmlns:msink="http://schemas.microsoft.com/ink/2010/main" type="writingRegion" rotatedBoundingBox="1812,1102 7643,743 7692,1539 1861,1897"/>
        </emma:interpretation>
      </emma:emma>
    </inkml:annotationXML>
    <inkml:traceGroup>
      <inkml:annotationXML>
        <emma:emma xmlns:emma="http://www.w3.org/2003/04/emma" version="1.0">
          <emma:interpretation id="{55500F9E-3C78-430D-B333-93D9454F747C}" emma:medium="tactile" emma:mode="ink">
            <msink:context xmlns:msink="http://schemas.microsoft.com/ink/2010/main" type="paragraph" rotatedBoundingBox="1812,1102 7643,743 7692,1539 1861,189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BEF2ACB3-0B25-4756-A571-54C4B25EDA74}" emma:medium="tactile" emma:mode="ink">
              <msink:context xmlns:msink="http://schemas.microsoft.com/ink/2010/main" type="line" rotatedBoundingBox="1812,1102 7643,743 7692,1539 1861,1897"/>
            </emma:interpretation>
          </emma:emma>
        </inkml:annotationXML>
        <inkml:traceGroup>
          <inkml:annotationXML>
            <emma:emma xmlns:emma="http://www.w3.org/2003/04/emma" version="1.0">
              <emma:interpretation id="{D7156D34-7250-4C0D-9C7B-A28BC345B76F}" emma:medium="tactile" emma:mode="ink">
                <msink:context xmlns:msink="http://schemas.microsoft.com/ink/2010/main" type="inkWord" rotatedBoundingBox="1816,1100 3795,1042 3813,1651 1834,1709"/>
              </emma:interpretation>
              <emma:one-of disjunction-type="recognition" id="oneOf0">
                <emma:interpretation id="interp0" emma:lang="id-ID" emma:confidence="0.5">
                  <emma:literal>Time</emma:literal>
                </emma:interpretation>
                <emma:interpretation id="interp1" emma:lang="id-ID" emma:confidence="0.5">
                  <emma:literal>Tim e</emma:literal>
                </emma:interpretation>
                <emma:interpretation id="interp2" emma:lang="id-ID" emma:confidence="0">
                  <emma:literal>tim e</emma:literal>
                </emma:interpretation>
                <emma:interpretation id="interp3" emma:lang="id-ID" emma:confidence="0">
                  <emma:literal>time</emma:literal>
                </emma:interpretation>
                <emma:interpretation id="interp4" emma:lang="id-ID" emma:confidence="0">
                  <emma:literal>Tim C</emma:literal>
                </emma:interpretation>
              </emma:one-of>
            </emma:emma>
          </inkml:annotationXML>
          <inkml:trace contextRef="#ctx0" brushRef="#br0">743 96,'48'167,"-48"-119,0-24,0 0,24 0,-24 0</inkml:trace>
          <inkml:trace contextRef="#ctx0" brushRef="#br0" timeOffset="197.6773">791-144,'-24'0,"48"24</inkml:trace>
          <inkml:trace contextRef="#ctx0" brushRef="#br0" timeOffset="822.1314">791-144,'192'168,"-192"-144,0 0,24 0,-24-1,0 1,24 0,-24 0,0 0,0 0,0 0,0-48,0-24,0 0,24 1,0 23,-24 0,24 24,0 0,0 0,0 0,0 24,-24 0,0-1,0 1,0 0,0 0,24 0,-24-48,0 0,0 0,24 0,-1 1,1 23,0-24,0 24,0 0,0 24,0 23,-24-23,0 0,0 24,0-24</inkml:trace>
          <inkml:trace contextRef="#ctx0" brushRef="#br0" timeOffset="-901.6897">264 24,'24'167,"0"-143,-24 0,0 0,0 0,0 24,0-24,0 0,0 24,0-24,0 0</inkml:trace>
          <inkml:trace contextRef="#ctx0" brushRef="#br0" timeOffset="-378.0298">0 0,'24'0,"24"0,0 0,0 0,0 0,0 0,0 0,0 0,-24 0,0 0,0 0</inkml:trace>
          <inkml:trace contextRef="#ctx0" brushRef="#br0" timeOffset="1271.3695">1750 24,'167'24,"-143"-24,-24-24,0 0,0 0,0 0,-24 24,0-24,1 24,-1 0,0 0,0 24,24 0,-24 24,24 0,0-1,0 1,0 0,24-24,0 0,-24 0,48 0,-25-24,1 0,24 0,-24-24</inkml:trace>
        </inkml:traceGroup>
        <inkml:traceGroup>
          <inkml:annotationXML>
            <emma:emma xmlns:emma="http://www.w3.org/2003/04/emma" version="1.0">
              <emma:interpretation id="{0DF349EB-CD21-4B2E-9513-E095C0B6578D}" emma:medium="tactile" emma:mode="ink">
                <msink:context xmlns:msink="http://schemas.microsoft.com/ink/2010/main" type="inkWord" rotatedBoundingBox="4803,918 7643,743 7692,1539 4852,1713"/>
              </emma:interpretation>
              <emma:one-of disjunction-type="recognition" id="oneOf1">
                <emma:interpretation id="interp5" emma:lang="id-ID" emma:confidence="0.5">
                  <emma:literal>diagram</emma:literal>
                </emma:interpretation>
                <emma:interpretation id="interp6" emma:lang="id-ID" emma:confidence="0.5">
                  <emma:literal>diagra m</emma:literal>
                </emma:interpretation>
                <emma:interpretation id="interp7" emma:lang="id-ID" emma:confidence="0.5">
                  <emma:literal>diagr am</emma:literal>
                </emma:interpretation>
                <emma:interpretation id="interp8" emma:lang="id-ID" emma:confidence="0">
                  <emma:literal>diagr om</emma:literal>
                </emma:interpretation>
                <emma:interpretation id="interp9" emma:lang="id-ID" emma:confidence="0">
                  <emma:literal>diagih am</emma:literal>
                </emma:interpretation>
              </emma:one-of>
            </emma:emma>
          </inkml:annotationXML>
          <inkml:trace contextRef="#ctx0" brushRef="#br0" timeOffset="2038.1862">3116-312,'95'192,"-95"-144,0-24,24 0,-24 0,0 0,-24-24,0 0,-23 0,23 0,0 0,0 0,0 0,0 0,24 24,0 24,0-25,0 1,0 24,0-24,0 0,0 0,0 0,24-24,0 0,0 0,24-24,-25-24,25 48,-24-24,0 24,24 0,-24 0</inkml:trace>
          <inkml:trace contextRef="#ctx0" brushRef="#br0" timeOffset="2346.7353">3403-24,'48'-144,"-24"144,-24 24,24 24</inkml:trace>
          <inkml:trace contextRef="#ctx0" brushRef="#br0" timeOffset="2219.307">3403-24,'24'143,"-24"-119,24 0,0-72</inkml:trace>
          <inkml:trace contextRef="#ctx0" brushRef="#br0" timeOffset="2735.7162">3858-96,'-143'72,"143"-48,0 0,0 24,0-24,24-1,0-23,0 0,-1 0,1 0,0-23,0-25,-24 0,0 0,0 0,0 0,0 24,24 24,-24 24,24 24,0 0,0-24,0 24,0-24,0-24</inkml:trace>
          <inkml:trace contextRef="#ctx0" brushRef="#br0" timeOffset="3314.2321">4242-168,'-24'0,"24"-24,-24 24,0 0,24 24,-24 0,24 24,0-24,0 24,0-24,0 24,24-48,0 0,-24-24,24 0,-24-24,0 24,0 0,0 0,0 0,0 48,24 24,0 0,24 0,-24 24,0-1,0 1,0 0,-24-24,0-24,0 0,-24-24,0-24,0 0,24-24,0 0</inkml:trace>
          <inkml:trace contextRef="#ctx0" brushRef="#br0" timeOffset="3646.5409">4457-168,'48'72,"-48"-24,24-24,-24-48,0 0,0-24,-24-48,24 72,24 24,24 0,-24 0,0 0,0 0</inkml:trace>
          <inkml:trace contextRef="#ctx0" brushRef="#br0" timeOffset="4003.4467">4961-240,'-72'24,"72"0,0 24,0 0,0 0,24-24,0 0,0-24,0 0,0-24,-24-24,0 24,0-24,0 0,0 24,0 0,0 0,0 48,24 24,0 0,-1 0,1-24,0 0,0-24</inkml:trace>
          <inkml:trace contextRef="#ctx0" brushRef="#br0" timeOffset="4478.407">5248-288,'24'216,"-24"-192,0 0,24-24,0-24,0 0,-24-48,24 24,0 24,-24 0,24 0,0 24,0 0,-24 24,0 0,24 24,-24-24,0 0,24-24,-24-24,24-24,-24 0,24 0,0 0,-24 24,24 24,0 0,0 0,0 48,-1 0,1 0,-24 0,24-24,-24 0,24 0,0-24,0 0,0 0</inkml:trace>
        </inkml:traceGroup>
      </inkml:traceGroup>
    </inkml:traceGroup>
  </inkml:traceGroup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ED029-A18F-4BA5-A854-07BCD43FFC8D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DA792-6CCC-4E6B-8692-A958133D1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600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ED029-A18F-4BA5-A854-07BCD43FFC8D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DA792-6CCC-4E6B-8692-A958133D1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006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ED029-A18F-4BA5-A854-07BCD43FFC8D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DA792-6CCC-4E6B-8692-A958133D1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786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ED029-A18F-4BA5-A854-07BCD43FFC8D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DA792-6CCC-4E6B-8692-A958133D1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746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ED029-A18F-4BA5-A854-07BCD43FFC8D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DA792-6CCC-4E6B-8692-A958133D1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843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ED029-A18F-4BA5-A854-07BCD43FFC8D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DA792-6CCC-4E6B-8692-A958133D1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269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ED029-A18F-4BA5-A854-07BCD43FFC8D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DA792-6CCC-4E6B-8692-A958133D1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931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ED029-A18F-4BA5-A854-07BCD43FFC8D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DA792-6CCC-4E6B-8692-A958133D1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164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ED029-A18F-4BA5-A854-07BCD43FFC8D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DA792-6CCC-4E6B-8692-A958133D1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061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ED029-A18F-4BA5-A854-07BCD43FFC8D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DA792-6CCC-4E6B-8692-A958133D1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966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ED029-A18F-4BA5-A854-07BCD43FFC8D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DA792-6CCC-4E6B-8692-A958133D1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926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CED029-A18F-4BA5-A854-07BCD43FFC8D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5DA792-6CCC-4E6B-8692-A958133D1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753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emf"/><Relationship Id="rId5" Type="http://schemas.openxmlformats.org/officeDocument/2006/relationships/customXml" Target="../ink/ink2.xml"/><Relationship Id="rId10" Type="http://schemas.openxmlformats.org/officeDocument/2006/relationships/image" Target="../media/image5.emf"/><Relationship Id="rId4" Type="http://schemas.openxmlformats.org/officeDocument/2006/relationships/image" Target="../media/image2.emf"/><Relationship Id="rId9" Type="http://schemas.openxmlformats.org/officeDocument/2006/relationships/customXml" Target="../ink/ink4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0.xml"/><Relationship Id="rId39" Type="http://schemas.openxmlformats.org/officeDocument/2006/relationships/customXml" Target="../ink/ink12.xml"/><Relationship Id="rId18" Type="http://schemas.openxmlformats.org/officeDocument/2006/relationships/image" Target="../media/image14.emf"/><Relationship Id="rId42" Type="http://schemas.openxmlformats.org/officeDocument/2006/relationships/customXml" Target="../ink/ink15.xml"/><Relationship Id="rId47" Type="http://schemas.openxmlformats.org/officeDocument/2006/relationships/customXml" Target="../ink/ink18.xml"/><Relationship Id="rId50" Type="http://schemas.openxmlformats.org/officeDocument/2006/relationships/image" Target="../media/image25.emf"/><Relationship Id="rId55" Type="http://schemas.openxmlformats.org/officeDocument/2006/relationships/customXml" Target="../ink/ink22.xml"/><Relationship Id="rId63" Type="http://schemas.openxmlformats.org/officeDocument/2006/relationships/customXml" Target="../ink/ink26.xml"/><Relationship Id="rId68" Type="http://schemas.openxmlformats.org/officeDocument/2006/relationships/image" Target="../media/image34.emf"/><Relationship Id="rId7" Type="http://schemas.openxmlformats.org/officeDocument/2006/relationships/customXml" Target="../ink/ink7.xml"/><Relationship Id="rId2" Type="http://schemas.openxmlformats.org/officeDocument/2006/relationships/image" Target="../media/image2.png"/><Relationship Id="rId11" Type="http://schemas.openxmlformats.org/officeDocument/2006/relationships/customXml" Target="../ink/ink9.xml"/><Relationship Id="rId40" Type="http://schemas.openxmlformats.org/officeDocument/2006/relationships/customXml" Target="../ink/ink13.xml"/><Relationship Id="rId24" Type="http://schemas.openxmlformats.org/officeDocument/2006/relationships/image" Target="../media/image17.emf"/><Relationship Id="rId45" Type="http://schemas.openxmlformats.org/officeDocument/2006/relationships/customXml" Target="../ink/ink17.xml"/><Relationship Id="rId53" Type="http://schemas.openxmlformats.org/officeDocument/2006/relationships/customXml" Target="../ink/ink21.xml"/><Relationship Id="rId58" Type="http://schemas.openxmlformats.org/officeDocument/2006/relationships/image" Target="../media/image29.emf"/><Relationship Id="rId66" Type="http://schemas.openxmlformats.org/officeDocument/2006/relationships/image" Target="../media/image33.emf"/><Relationship Id="rId5" Type="http://schemas.openxmlformats.org/officeDocument/2006/relationships/customXml" Target="../ink/ink6.xml"/><Relationship Id="rId15" Type="http://schemas.openxmlformats.org/officeDocument/2006/relationships/customXml" Target="../ink/ink11.xml"/><Relationship Id="rId49" Type="http://schemas.openxmlformats.org/officeDocument/2006/relationships/customXml" Target="../ink/ink19.xml"/><Relationship Id="rId57" Type="http://schemas.openxmlformats.org/officeDocument/2006/relationships/customXml" Target="../ink/ink23.xml"/><Relationship Id="rId61" Type="http://schemas.openxmlformats.org/officeDocument/2006/relationships/customXml" Target="../ink/ink25.xml"/><Relationship Id="rId10" Type="http://schemas.openxmlformats.org/officeDocument/2006/relationships/image" Target="../media/image10.emf"/><Relationship Id="rId44" Type="http://schemas.openxmlformats.org/officeDocument/2006/relationships/image" Target="../media/image22.emf"/><Relationship Id="rId52" Type="http://schemas.openxmlformats.org/officeDocument/2006/relationships/image" Target="../media/image26.emf"/><Relationship Id="rId60" Type="http://schemas.openxmlformats.org/officeDocument/2006/relationships/image" Target="../media/image30.emf"/><Relationship Id="rId65" Type="http://schemas.openxmlformats.org/officeDocument/2006/relationships/customXml" Target="../ink/ink27.xml"/><Relationship Id="rId4" Type="http://schemas.openxmlformats.org/officeDocument/2006/relationships/image" Target="../media/image7.emf"/><Relationship Id="rId9" Type="http://schemas.openxmlformats.org/officeDocument/2006/relationships/customXml" Target="../ink/ink8.xml"/><Relationship Id="rId14" Type="http://schemas.openxmlformats.org/officeDocument/2006/relationships/image" Target="../media/image12.emf"/><Relationship Id="rId22" Type="http://schemas.openxmlformats.org/officeDocument/2006/relationships/image" Target="../media/image16.emf"/><Relationship Id="rId43" Type="http://schemas.openxmlformats.org/officeDocument/2006/relationships/customXml" Target="../ink/ink16.xml"/><Relationship Id="rId48" Type="http://schemas.openxmlformats.org/officeDocument/2006/relationships/image" Target="../media/image24.emf"/><Relationship Id="rId56" Type="http://schemas.openxmlformats.org/officeDocument/2006/relationships/image" Target="../media/image28.emf"/><Relationship Id="rId64" Type="http://schemas.openxmlformats.org/officeDocument/2006/relationships/image" Target="../media/image32.emf"/><Relationship Id="rId69" Type="http://schemas.openxmlformats.org/officeDocument/2006/relationships/customXml" Target="../ink/ink29.xml"/><Relationship Id="rId8" Type="http://schemas.openxmlformats.org/officeDocument/2006/relationships/image" Target="../media/image9.emf"/><Relationship Id="rId51" Type="http://schemas.openxmlformats.org/officeDocument/2006/relationships/customXml" Target="../ink/ink20.xml"/><Relationship Id="rId3" Type="http://schemas.openxmlformats.org/officeDocument/2006/relationships/customXml" Target="../ink/ink5.xml"/><Relationship Id="rId12" Type="http://schemas.openxmlformats.org/officeDocument/2006/relationships/image" Target="../media/image11.emf"/><Relationship Id="rId38" Type="http://schemas.openxmlformats.org/officeDocument/2006/relationships/image" Target="../media/image21.emf"/><Relationship Id="rId46" Type="http://schemas.openxmlformats.org/officeDocument/2006/relationships/image" Target="../media/image23.emf"/><Relationship Id="rId59" Type="http://schemas.openxmlformats.org/officeDocument/2006/relationships/customXml" Target="../ink/ink24.xml"/><Relationship Id="rId67" Type="http://schemas.openxmlformats.org/officeDocument/2006/relationships/customXml" Target="../ink/ink28.xml"/><Relationship Id="rId20" Type="http://schemas.openxmlformats.org/officeDocument/2006/relationships/image" Target="../media/image15.emf"/><Relationship Id="rId41" Type="http://schemas.openxmlformats.org/officeDocument/2006/relationships/customXml" Target="../ink/ink14.xml"/><Relationship Id="rId54" Type="http://schemas.openxmlformats.org/officeDocument/2006/relationships/image" Target="../media/image27.emf"/><Relationship Id="rId62" Type="http://schemas.openxmlformats.org/officeDocument/2006/relationships/image" Target="../media/image31.emf"/><Relationship Id="rId70" Type="http://schemas.openxmlformats.org/officeDocument/2006/relationships/image" Target="../media/image3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emf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4.xml"/><Relationship Id="rId21" Type="http://schemas.openxmlformats.org/officeDocument/2006/relationships/image" Target="../media/image45.emf"/><Relationship Id="rId34" Type="http://schemas.openxmlformats.org/officeDocument/2006/relationships/customXml" Target="../ink/ink38.xml"/><Relationship Id="rId42" Type="http://schemas.openxmlformats.org/officeDocument/2006/relationships/customXml" Target="../ink/ink42.xml"/><Relationship Id="rId47" Type="http://schemas.openxmlformats.org/officeDocument/2006/relationships/image" Target="../media/image57.emf"/><Relationship Id="rId50" Type="http://schemas.openxmlformats.org/officeDocument/2006/relationships/customXml" Target="../ink/ink46.xml"/><Relationship Id="rId55" Type="http://schemas.openxmlformats.org/officeDocument/2006/relationships/image" Target="../media/image61.emf"/><Relationship Id="rId63" Type="http://schemas.openxmlformats.org/officeDocument/2006/relationships/image" Target="../media/image65.emf"/><Relationship Id="rId68" Type="http://schemas.openxmlformats.org/officeDocument/2006/relationships/customXml" Target="../ink/ink55.xml"/><Relationship Id="rId76" Type="http://schemas.openxmlformats.org/officeDocument/2006/relationships/customXml" Target="../ink/ink59.xml"/><Relationship Id="rId71" Type="http://schemas.openxmlformats.org/officeDocument/2006/relationships/image" Target="../media/image69.emf"/><Relationship Id="rId2" Type="http://schemas.openxmlformats.org/officeDocument/2006/relationships/customXml" Target="../ink/ink30.xml"/><Relationship Id="rId29" Type="http://schemas.openxmlformats.org/officeDocument/2006/relationships/image" Target="../media/image48.emf"/><Relationship Id="rId24" Type="http://schemas.openxmlformats.org/officeDocument/2006/relationships/customXml" Target="../ink/ink32.xml"/><Relationship Id="rId32" Type="http://schemas.openxmlformats.org/officeDocument/2006/relationships/customXml" Target="../ink/ink37.xml"/><Relationship Id="rId37" Type="http://schemas.openxmlformats.org/officeDocument/2006/relationships/image" Target="../media/image52.emf"/><Relationship Id="rId40" Type="http://schemas.openxmlformats.org/officeDocument/2006/relationships/customXml" Target="../ink/ink41.xml"/><Relationship Id="rId45" Type="http://schemas.openxmlformats.org/officeDocument/2006/relationships/image" Target="../media/image56.emf"/><Relationship Id="rId53" Type="http://schemas.openxmlformats.org/officeDocument/2006/relationships/image" Target="../media/image60.emf"/><Relationship Id="rId58" Type="http://schemas.openxmlformats.org/officeDocument/2006/relationships/customXml" Target="../ink/ink50.xml"/><Relationship Id="rId66" Type="http://schemas.openxmlformats.org/officeDocument/2006/relationships/customXml" Target="../ink/ink54.xml"/><Relationship Id="rId74" Type="http://schemas.openxmlformats.org/officeDocument/2006/relationships/customXml" Target="../ink/ink58.xml"/><Relationship Id="rId79" Type="http://schemas.openxmlformats.org/officeDocument/2006/relationships/image" Target="../media/image73.emf"/><Relationship Id="rId61" Type="http://schemas.openxmlformats.org/officeDocument/2006/relationships/image" Target="../media/image64.emf"/><Relationship Id="rId82" Type="http://schemas.openxmlformats.org/officeDocument/2006/relationships/customXml" Target="../ink/ink62.xml"/><Relationship Id="rId22" Type="http://schemas.openxmlformats.org/officeDocument/2006/relationships/customXml" Target="../ink/ink31.xml"/><Relationship Id="rId27" Type="http://schemas.openxmlformats.org/officeDocument/2006/relationships/image" Target="../media/image47.emf"/><Relationship Id="rId30" Type="http://schemas.openxmlformats.org/officeDocument/2006/relationships/customXml" Target="../ink/ink36.xml"/><Relationship Id="rId35" Type="http://schemas.openxmlformats.org/officeDocument/2006/relationships/image" Target="../media/image51.emf"/><Relationship Id="rId43" Type="http://schemas.openxmlformats.org/officeDocument/2006/relationships/image" Target="../media/image55.emf"/><Relationship Id="rId48" Type="http://schemas.openxmlformats.org/officeDocument/2006/relationships/customXml" Target="../ink/ink45.xml"/><Relationship Id="rId56" Type="http://schemas.openxmlformats.org/officeDocument/2006/relationships/customXml" Target="../ink/ink49.xml"/><Relationship Id="rId64" Type="http://schemas.openxmlformats.org/officeDocument/2006/relationships/customXml" Target="../ink/ink53.xml"/><Relationship Id="rId69" Type="http://schemas.openxmlformats.org/officeDocument/2006/relationships/image" Target="../media/image68.emf"/><Relationship Id="rId77" Type="http://schemas.openxmlformats.org/officeDocument/2006/relationships/image" Target="../media/image72.emf"/><Relationship Id="rId51" Type="http://schemas.openxmlformats.org/officeDocument/2006/relationships/image" Target="../media/image59.emf"/><Relationship Id="rId72" Type="http://schemas.openxmlformats.org/officeDocument/2006/relationships/customXml" Target="../ink/ink57.xml"/><Relationship Id="rId80" Type="http://schemas.openxmlformats.org/officeDocument/2006/relationships/customXml" Target="../ink/ink61.xml"/><Relationship Id="rId25" Type="http://schemas.openxmlformats.org/officeDocument/2006/relationships/customXml" Target="../ink/ink33.xml"/><Relationship Id="rId17" Type="http://schemas.openxmlformats.org/officeDocument/2006/relationships/image" Target="../media/image43.emf"/><Relationship Id="rId33" Type="http://schemas.openxmlformats.org/officeDocument/2006/relationships/image" Target="../media/image50.emf"/><Relationship Id="rId38" Type="http://schemas.openxmlformats.org/officeDocument/2006/relationships/customXml" Target="../ink/ink40.xml"/><Relationship Id="rId46" Type="http://schemas.openxmlformats.org/officeDocument/2006/relationships/customXml" Target="../ink/ink44.xml"/><Relationship Id="rId59" Type="http://schemas.openxmlformats.org/officeDocument/2006/relationships/image" Target="../media/image63.emf"/><Relationship Id="rId67" Type="http://schemas.openxmlformats.org/officeDocument/2006/relationships/image" Target="../media/image67.emf"/><Relationship Id="rId41" Type="http://schemas.openxmlformats.org/officeDocument/2006/relationships/image" Target="../media/image54.emf"/><Relationship Id="rId54" Type="http://schemas.openxmlformats.org/officeDocument/2006/relationships/customXml" Target="../ink/ink48.xml"/><Relationship Id="rId62" Type="http://schemas.openxmlformats.org/officeDocument/2006/relationships/customXml" Target="../ink/ink52.xml"/><Relationship Id="rId70" Type="http://schemas.openxmlformats.org/officeDocument/2006/relationships/customXml" Target="../ink/ink56.xml"/><Relationship Id="rId75" Type="http://schemas.openxmlformats.org/officeDocument/2006/relationships/image" Target="../media/image71.emf"/><Relationship Id="rId83" Type="http://schemas.openxmlformats.org/officeDocument/2006/relationships/image" Target="../media/image75.emf"/><Relationship Id="rId1" Type="http://schemas.openxmlformats.org/officeDocument/2006/relationships/slideLayout" Target="../slideLayouts/slideLayout2.xml"/><Relationship Id="rId23" Type="http://schemas.openxmlformats.org/officeDocument/2006/relationships/image" Target="../media/image46.emf"/><Relationship Id="rId15" Type="http://schemas.openxmlformats.org/officeDocument/2006/relationships/image" Target="../media/image42.emf"/><Relationship Id="rId28" Type="http://schemas.openxmlformats.org/officeDocument/2006/relationships/customXml" Target="../ink/ink35.xml"/><Relationship Id="rId36" Type="http://schemas.openxmlformats.org/officeDocument/2006/relationships/customXml" Target="../ink/ink39.xml"/><Relationship Id="rId49" Type="http://schemas.openxmlformats.org/officeDocument/2006/relationships/image" Target="../media/image58.emf"/><Relationship Id="rId57" Type="http://schemas.openxmlformats.org/officeDocument/2006/relationships/image" Target="../media/image62.emf"/><Relationship Id="rId31" Type="http://schemas.openxmlformats.org/officeDocument/2006/relationships/image" Target="../media/image49.emf"/><Relationship Id="rId44" Type="http://schemas.openxmlformats.org/officeDocument/2006/relationships/customXml" Target="../ink/ink43.xml"/><Relationship Id="rId52" Type="http://schemas.openxmlformats.org/officeDocument/2006/relationships/customXml" Target="../ink/ink47.xml"/><Relationship Id="rId60" Type="http://schemas.openxmlformats.org/officeDocument/2006/relationships/customXml" Target="../ink/ink51.xml"/><Relationship Id="rId65" Type="http://schemas.openxmlformats.org/officeDocument/2006/relationships/image" Target="../media/image66.emf"/><Relationship Id="rId73" Type="http://schemas.openxmlformats.org/officeDocument/2006/relationships/image" Target="../media/image70.emf"/><Relationship Id="rId78" Type="http://schemas.openxmlformats.org/officeDocument/2006/relationships/customXml" Target="../ink/ink60.xml"/><Relationship Id="rId81" Type="http://schemas.openxmlformats.org/officeDocument/2006/relationships/image" Target="../media/image74.emf"/><Relationship Id="rId39" Type="http://schemas.openxmlformats.org/officeDocument/2006/relationships/image" Target="../media/image53.emf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4.xml"/><Relationship Id="rId18" Type="http://schemas.openxmlformats.org/officeDocument/2006/relationships/image" Target="../media/image84.emf"/><Relationship Id="rId26" Type="http://schemas.openxmlformats.org/officeDocument/2006/relationships/image" Target="../media/image88.emf"/><Relationship Id="rId21" Type="http://schemas.openxmlformats.org/officeDocument/2006/relationships/customXml" Target="../ink/ink68.xml"/><Relationship Id="rId47" Type="http://schemas.openxmlformats.org/officeDocument/2006/relationships/customXml" Target="../ink/ink70.xml"/><Relationship Id="rId50" Type="http://schemas.openxmlformats.org/officeDocument/2006/relationships/customXml" Target="../ink/ink72.xml"/><Relationship Id="rId55" Type="http://schemas.openxmlformats.org/officeDocument/2006/relationships/image" Target="../media/image99.emf"/><Relationship Id="rId63" Type="http://schemas.openxmlformats.org/officeDocument/2006/relationships/customXml" Target="../ink/ink80.xml"/><Relationship Id="rId68" Type="http://schemas.openxmlformats.org/officeDocument/2006/relationships/image" Target="../media/image104.emf"/><Relationship Id="rId76" Type="http://schemas.openxmlformats.org/officeDocument/2006/relationships/image" Target="../media/image108.emf"/><Relationship Id="rId71" Type="http://schemas.openxmlformats.org/officeDocument/2006/relationships/customXml" Target="../ink/ink84.xml"/><Relationship Id="rId2" Type="http://schemas.openxmlformats.org/officeDocument/2006/relationships/image" Target="../media/image3.png"/><Relationship Id="rId16" Type="http://schemas.openxmlformats.org/officeDocument/2006/relationships/image" Target="../media/image83.emf"/><Relationship Id="rId45" Type="http://schemas.openxmlformats.org/officeDocument/2006/relationships/image" Target="../media/image95.emf"/><Relationship Id="rId53" Type="http://schemas.openxmlformats.org/officeDocument/2006/relationships/image" Target="../media/image98.emf"/><Relationship Id="rId58" Type="http://schemas.openxmlformats.org/officeDocument/2006/relationships/customXml" Target="../ink/ink77.xml"/><Relationship Id="rId66" Type="http://schemas.openxmlformats.org/officeDocument/2006/relationships/image" Target="../media/image103.emf"/><Relationship Id="rId74" Type="http://schemas.openxmlformats.org/officeDocument/2006/relationships/image" Target="../media/image107.emf"/><Relationship Id="rId79" Type="http://schemas.openxmlformats.org/officeDocument/2006/relationships/customXml" Target="../ink/ink88.xml"/><Relationship Id="rId61" Type="http://schemas.openxmlformats.org/officeDocument/2006/relationships/image" Target="../media/image101.emf"/><Relationship Id="rId82" Type="http://schemas.openxmlformats.org/officeDocument/2006/relationships/image" Target="../media/image111.emf"/><Relationship Id="rId19" Type="http://schemas.openxmlformats.org/officeDocument/2006/relationships/customXml" Target="../ink/ink67.xml"/><Relationship Id="rId10" Type="http://schemas.openxmlformats.org/officeDocument/2006/relationships/image" Target="../media/image80.emf"/><Relationship Id="rId52" Type="http://schemas.openxmlformats.org/officeDocument/2006/relationships/customXml" Target="../ink/ink73.xml"/><Relationship Id="rId60" Type="http://schemas.openxmlformats.org/officeDocument/2006/relationships/customXml" Target="../ink/ink78.xml"/><Relationship Id="rId65" Type="http://schemas.openxmlformats.org/officeDocument/2006/relationships/customXml" Target="../ink/ink81.xml"/><Relationship Id="rId73" Type="http://schemas.openxmlformats.org/officeDocument/2006/relationships/customXml" Target="../ink/ink85.xml"/><Relationship Id="rId78" Type="http://schemas.openxmlformats.org/officeDocument/2006/relationships/image" Target="../media/image109.emf"/><Relationship Id="rId81" Type="http://schemas.openxmlformats.org/officeDocument/2006/relationships/customXml" Target="../ink/ink89.xml"/><Relationship Id="rId14" Type="http://schemas.openxmlformats.org/officeDocument/2006/relationships/image" Target="../media/image82.emf"/><Relationship Id="rId48" Type="http://schemas.openxmlformats.org/officeDocument/2006/relationships/customXml" Target="../ink/ink71.xml"/><Relationship Id="rId56" Type="http://schemas.openxmlformats.org/officeDocument/2006/relationships/customXml" Target="../ink/ink75.xml"/><Relationship Id="rId30" Type="http://schemas.openxmlformats.org/officeDocument/2006/relationships/image" Target="../media/image90.emf"/><Relationship Id="rId64" Type="http://schemas.openxmlformats.org/officeDocument/2006/relationships/image" Target="../media/image102.emf"/><Relationship Id="rId69" Type="http://schemas.openxmlformats.org/officeDocument/2006/relationships/customXml" Target="../ink/ink83.xml"/><Relationship Id="rId77" Type="http://schemas.openxmlformats.org/officeDocument/2006/relationships/customXml" Target="../ink/ink87.xml"/><Relationship Id="rId51" Type="http://schemas.openxmlformats.org/officeDocument/2006/relationships/image" Target="../media/image97.emf"/><Relationship Id="rId72" Type="http://schemas.openxmlformats.org/officeDocument/2006/relationships/image" Target="../media/image106.emf"/><Relationship Id="rId80" Type="http://schemas.openxmlformats.org/officeDocument/2006/relationships/image" Target="../media/image110.emf"/><Relationship Id="rId3" Type="http://schemas.openxmlformats.org/officeDocument/2006/relationships/customXml" Target="../ink/ink63.xml"/><Relationship Id="rId12" Type="http://schemas.openxmlformats.org/officeDocument/2006/relationships/image" Target="../media/image81.emf"/><Relationship Id="rId17" Type="http://schemas.openxmlformats.org/officeDocument/2006/relationships/customXml" Target="../ink/ink66.xml"/><Relationship Id="rId46" Type="http://schemas.openxmlformats.org/officeDocument/2006/relationships/customXml" Target="../ink/ink69.xml"/><Relationship Id="rId38" Type="http://schemas.openxmlformats.org/officeDocument/2006/relationships/image" Target="../media/image94.emf"/><Relationship Id="rId59" Type="http://schemas.openxmlformats.org/officeDocument/2006/relationships/image" Target="../media/image100.emf"/><Relationship Id="rId67" Type="http://schemas.openxmlformats.org/officeDocument/2006/relationships/customXml" Target="../ink/ink82.xml"/><Relationship Id="rId20" Type="http://schemas.openxmlformats.org/officeDocument/2006/relationships/image" Target="../media/image85.emf"/><Relationship Id="rId54" Type="http://schemas.openxmlformats.org/officeDocument/2006/relationships/customXml" Target="../ink/ink74.xml"/><Relationship Id="rId62" Type="http://schemas.openxmlformats.org/officeDocument/2006/relationships/customXml" Target="../ink/ink79.xml"/><Relationship Id="rId70" Type="http://schemas.openxmlformats.org/officeDocument/2006/relationships/image" Target="../media/image105.emf"/><Relationship Id="rId75" Type="http://schemas.openxmlformats.org/officeDocument/2006/relationships/customXml" Target="../ink/ink86.xml"/><Relationship Id="rId1" Type="http://schemas.openxmlformats.org/officeDocument/2006/relationships/slideLayout" Target="../slideLayouts/slideLayout2.xml"/><Relationship Id="rId15" Type="http://schemas.openxmlformats.org/officeDocument/2006/relationships/customXml" Target="../ink/ink65.xml"/><Relationship Id="rId28" Type="http://schemas.openxmlformats.org/officeDocument/2006/relationships/image" Target="../media/image89.emf"/><Relationship Id="rId49" Type="http://schemas.openxmlformats.org/officeDocument/2006/relationships/image" Target="../media/image96.emf"/><Relationship Id="rId57" Type="http://schemas.openxmlformats.org/officeDocument/2006/relationships/customXml" Target="../ink/ink76.xml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97.xml"/><Relationship Id="rId21" Type="http://schemas.openxmlformats.org/officeDocument/2006/relationships/customXml" Target="../ink/ink94.xml"/><Relationship Id="rId42" Type="http://schemas.openxmlformats.org/officeDocument/2006/relationships/customXml" Target="../ink/ink105.xml"/><Relationship Id="rId47" Type="http://schemas.openxmlformats.org/officeDocument/2006/relationships/image" Target="../media/image132.emf"/><Relationship Id="rId63" Type="http://schemas.openxmlformats.org/officeDocument/2006/relationships/image" Target="../media/image140.emf"/><Relationship Id="rId68" Type="http://schemas.openxmlformats.org/officeDocument/2006/relationships/customXml" Target="../ink/ink118.xml"/><Relationship Id="rId84" Type="http://schemas.openxmlformats.org/officeDocument/2006/relationships/customXml" Target="../ink/ink126.xml"/><Relationship Id="rId89" Type="http://schemas.openxmlformats.org/officeDocument/2006/relationships/image" Target="../media/image153.emf"/><Relationship Id="rId32" Type="http://schemas.openxmlformats.org/officeDocument/2006/relationships/customXml" Target="../ink/ink100.xml"/><Relationship Id="rId37" Type="http://schemas.openxmlformats.org/officeDocument/2006/relationships/image" Target="../media/image127.emf"/><Relationship Id="rId53" Type="http://schemas.openxmlformats.org/officeDocument/2006/relationships/image" Target="../media/image135.emf"/><Relationship Id="rId58" Type="http://schemas.openxmlformats.org/officeDocument/2006/relationships/customXml" Target="../ink/ink113.xml"/><Relationship Id="rId74" Type="http://schemas.openxmlformats.org/officeDocument/2006/relationships/customXml" Target="../ink/ink121.xml"/><Relationship Id="rId79" Type="http://schemas.openxmlformats.org/officeDocument/2006/relationships/image" Target="../media/image148.emf"/><Relationship Id="rId102" Type="http://schemas.openxmlformats.org/officeDocument/2006/relationships/customXml" Target="../ink/ink135.xml"/><Relationship Id="rId5" Type="http://schemas.openxmlformats.org/officeDocument/2006/relationships/image" Target="../media/image113.emf"/><Relationship Id="rId90" Type="http://schemas.openxmlformats.org/officeDocument/2006/relationships/customXml" Target="../ink/ink129.xml"/><Relationship Id="rId95" Type="http://schemas.openxmlformats.org/officeDocument/2006/relationships/image" Target="../media/image156.emf"/><Relationship Id="rId22" Type="http://schemas.openxmlformats.org/officeDocument/2006/relationships/image" Target="../media/image120.emf"/><Relationship Id="rId27" Type="http://schemas.openxmlformats.org/officeDocument/2006/relationships/image" Target="../media/image122.emf"/><Relationship Id="rId43" Type="http://schemas.openxmlformats.org/officeDocument/2006/relationships/image" Target="../media/image130.emf"/><Relationship Id="rId48" Type="http://schemas.openxmlformats.org/officeDocument/2006/relationships/customXml" Target="../ink/ink108.xml"/><Relationship Id="rId64" Type="http://schemas.openxmlformats.org/officeDocument/2006/relationships/customXml" Target="../ink/ink116.xml"/><Relationship Id="rId69" Type="http://schemas.openxmlformats.org/officeDocument/2006/relationships/image" Target="../media/image143.emf"/><Relationship Id="rId8" Type="http://schemas.openxmlformats.org/officeDocument/2006/relationships/customXml" Target="../ink/ink92.xml"/><Relationship Id="rId51" Type="http://schemas.openxmlformats.org/officeDocument/2006/relationships/image" Target="../media/image134.emf"/><Relationship Id="rId72" Type="http://schemas.openxmlformats.org/officeDocument/2006/relationships/customXml" Target="../ink/ink120.xml"/><Relationship Id="rId80" Type="http://schemas.openxmlformats.org/officeDocument/2006/relationships/customXml" Target="../ink/ink124.xml"/><Relationship Id="rId85" Type="http://schemas.openxmlformats.org/officeDocument/2006/relationships/image" Target="../media/image151.emf"/><Relationship Id="rId93" Type="http://schemas.openxmlformats.org/officeDocument/2006/relationships/image" Target="../media/image155.emf"/><Relationship Id="rId98" Type="http://schemas.openxmlformats.org/officeDocument/2006/relationships/customXml" Target="../ink/ink133.xml"/><Relationship Id="rId25" Type="http://schemas.openxmlformats.org/officeDocument/2006/relationships/customXml" Target="../ink/ink96.xml"/><Relationship Id="rId33" Type="http://schemas.openxmlformats.org/officeDocument/2006/relationships/image" Target="../media/image125.emf"/><Relationship Id="rId38" Type="http://schemas.openxmlformats.org/officeDocument/2006/relationships/customXml" Target="../ink/ink103.xml"/><Relationship Id="rId46" Type="http://schemas.openxmlformats.org/officeDocument/2006/relationships/customXml" Target="../ink/ink107.xml"/><Relationship Id="rId59" Type="http://schemas.openxmlformats.org/officeDocument/2006/relationships/image" Target="../media/image138.emf"/><Relationship Id="rId67" Type="http://schemas.openxmlformats.org/officeDocument/2006/relationships/image" Target="../media/image142.emf"/><Relationship Id="rId103" Type="http://schemas.openxmlformats.org/officeDocument/2006/relationships/image" Target="../media/image160.emf"/><Relationship Id="rId20" Type="http://schemas.openxmlformats.org/officeDocument/2006/relationships/customXml" Target="../ink/ink93.xml"/><Relationship Id="rId41" Type="http://schemas.openxmlformats.org/officeDocument/2006/relationships/image" Target="../media/image129.emf"/><Relationship Id="rId54" Type="http://schemas.openxmlformats.org/officeDocument/2006/relationships/customXml" Target="../ink/ink111.xml"/><Relationship Id="rId62" Type="http://schemas.openxmlformats.org/officeDocument/2006/relationships/customXml" Target="../ink/ink115.xml"/><Relationship Id="rId70" Type="http://schemas.openxmlformats.org/officeDocument/2006/relationships/customXml" Target="../ink/ink119.xml"/><Relationship Id="rId75" Type="http://schemas.openxmlformats.org/officeDocument/2006/relationships/image" Target="../media/image146.emf"/><Relationship Id="rId83" Type="http://schemas.openxmlformats.org/officeDocument/2006/relationships/image" Target="../media/image150.emf"/><Relationship Id="rId88" Type="http://schemas.openxmlformats.org/officeDocument/2006/relationships/customXml" Target="../ink/ink128.xml"/><Relationship Id="rId91" Type="http://schemas.openxmlformats.org/officeDocument/2006/relationships/image" Target="../media/image154.emf"/><Relationship Id="rId96" Type="http://schemas.openxmlformats.org/officeDocument/2006/relationships/customXml" Target="../ink/ink13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1.xml"/><Relationship Id="rId23" Type="http://schemas.openxmlformats.org/officeDocument/2006/relationships/customXml" Target="../ink/ink95.xml"/><Relationship Id="rId15" Type="http://schemas.openxmlformats.org/officeDocument/2006/relationships/image" Target="../media/image118.emf"/><Relationship Id="rId28" Type="http://schemas.openxmlformats.org/officeDocument/2006/relationships/customXml" Target="../ink/ink98.xml"/><Relationship Id="rId36" Type="http://schemas.openxmlformats.org/officeDocument/2006/relationships/customXml" Target="../ink/ink102.xml"/><Relationship Id="rId49" Type="http://schemas.openxmlformats.org/officeDocument/2006/relationships/image" Target="../media/image133.emf"/><Relationship Id="rId57" Type="http://schemas.openxmlformats.org/officeDocument/2006/relationships/image" Target="../media/image137.emf"/><Relationship Id="rId31" Type="http://schemas.openxmlformats.org/officeDocument/2006/relationships/image" Target="../media/image124.emf"/><Relationship Id="rId44" Type="http://schemas.openxmlformats.org/officeDocument/2006/relationships/customXml" Target="../ink/ink106.xml"/><Relationship Id="rId52" Type="http://schemas.openxmlformats.org/officeDocument/2006/relationships/customXml" Target="../ink/ink110.xml"/><Relationship Id="rId60" Type="http://schemas.openxmlformats.org/officeDocument/2006/relationships/customXml" Target="../ink/ink114.xml"/><Relationship Id="rId65" Type="http://schemas.openxmlformats.org/officeDocument/2006/relationships/image" Target="../media/image141.emf"/><Relationship Id="rId73" Type="http://schemas.openxmlformats.org/officeDocument/2006/relationships/image" Target="../media/image145.emf"/><Relationship Id="rId78" Type="http://schemas.openxmlformats.org/officeDocument/2006/relationships/customXml" Target="../ink/ink123.xml"/><Relationship Id="rId81" Type="http://schemas.openxmlformats.org/officeDocument/2006/relationships/image" Target="../media/image149.emf"/><Relationship Id="rId86" Type="http://schemas.openxmlformats.org/officeDocument/2006/relationships/customXml" Target="../ink/ink127.xml"/><Relationship Id="rId94" Type="http://schemas.openxmlformats.org/officeDocument/2006/relationships/customXml" Target="../ink/ink131.xml"/><Relationship Id="rId99" Type="http://schemas.openxmlformats.org/officeDocument/2006/relationships/image" Target="../media/image158.emf"/><Relationship Id="rId101" Type="http://schemas.openxmlformats.org/officeDocument/2006/relationships/image" Target="../media/image159.emf"/><Relationship Id="rId9" Type="http://schemas.openxmlformats.org/officeDocument/2006/relationships/image" Target="../media/image115.emf"/><Relationship Id="rId39" Type="http://schemas.openxmlformats.org/officeDocument/2006/relationships/image" Target="../media/image128.emf"/><Relationship Id="rId34" Type="http://schemas.openxmlformats.org/officeDocument/2006/relationships/customXml" Target="../ink/ink101.xml"/><Relationship Id="rId50" Type="http://schemas.openxmlformats.org/officeDocument/2006/relationships/customXml" Target="../ink/ink109.xml"/><Relationship Id="rId55" Type="http://schemas.openxmlformats.org/officeDocument/2006/relationships/image" Target="../media/image136.emf"/><Relationship Id="rId76" Type="http://schemas.openxmlformats.org/officeDocument/2006/relationships/customXml" Target="../ink/ink122.xml"/><Relationship Id="rId97" Type="http://schemas.openxmlformats.org/officeDocument/2006/relationships/image" Target="../media/image157.emf"/><Relationship Id="rId7" Type="http://schemas.openxmlformats.org/officeDocument/2006/relationships/image" Target="../media/image114.emf"/><Relationship Id="rId71" Type="http://schemas.openxmlformats.org/officeDocument/2006/relationships/image" Target="../media/image144.emf"/><Relationship Id="rId92" Type="http://schemas.openxmlformats.org/officeDocument/2006/relationships/customXml" Target="../ink/ink130.xml"/><Relationship Id="rId2" Type="http://schemas.openxmlformats.org/officeDocument/2006/relationships/customXml" Target="../ink/ink90.xml"/><Relationship Id="rId29" Type="http://schemas.openxmlformats.org/officeDocument/2006/relationships/image" Target="../media/image123.emf"/><Relationship Id="rId24" Type="http://schemas.openxmlformats.org/officeDocument/2006/relationships/image" Target="../media/image121.emf"/><Relationship Id="rId40" Type="http://schemas.openxmlformats.org/officeDocument/2006/relationships/customXml" Target="../ink/ink104.xml"/><Relationship Id="rId45" Type="http://schemas.openxmlformats.org/officeDocument/2006/relationships/image" Target="../media/image131.emf"/><Relationship Id="rId66" Type="http://schemas.openxmlformats.org/officeDocument/2006/relationships/customXml" Target="../ink/ink117.xml"/><Relationship Id="rId87" Type="http://schemas.openxmlformats.org/officeDocument/2006/relationships/image" Target="../media/image152.emf"/><Relationship Id="rId61" Type="http://schemas.openxmlformats.org/officeDocument/2006/relationships/image" Target="../media/image139.emf"/><Relationship Id="rId82" Type="http://schemas.openxmlformats.org/officeDocument/2006/relationships/customXml" Target="../ink/ink125.xml"/><Relationship Id="rId19" Type="http://schemas.openxmlformats.org/officeDocument/2006/relationships/image" Target="../media/image119.emf"/><Relationship Id="rId30" Type="http://schemas.openxmlformats.org/officeDocument/2006/relationships/customXml" Target="../ink/ink99.xml"/><Relationship Id="rId35" Type="http://schemas.openxmlformats.org/officeDocument/2006/relationships/image" Target="../media/image126.emf"/><Relationship Id="rId56" Type="http://schemas.openxmlformats.org/officeDocument/2006/relationships/customXml" Target="../ink/ink112.xml"/><Relationship Id="rId77" Type="http://schemas.openxmlformats.org/officeDocument/2006/relationships/image" Target="../media/image147.emf"/><Relationship Id="rId100" Type="http://schemas.openxmlformats.org/officeDocument/2006/relationships/customXml" Target="../ink/ink134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41.xml"/><Relationship Id="rId18" Type="http://schemas.openxmlformats.org/officeDocument/2006/relationships/image" Target="../media/image37.emf"/><Relationship Id="rId26" Type="http://schemas.openxmlformats.org/officeDocument/2006/relationships/image" Target="../media/image41.emf"/><Relationship Id="rId39" Type="http://schemas.openxmlformats.org/officeDocument/2006/relationships/customXml" Target="../ink/ink154.xml"/><Relationship Id="rId21" Type="http://schemas.openxmlformats.org/officeDocument/2006/relationships/customXml" Target="../ink/ink145.xml"/><Relationship Id="rId34" Type="http://schemas.openxmlformats.org/officeDocument/2006/relationships/image" Target="../media/image78.emf"/><Relationship Id="rId42" Type="http://schemas.openxmlformats.org/officeDocument/2006/relationships/image" Target="../media/image91.emf"/><Relationship Id="rId47" Type="http://schemas.openxmlformats.org/officeDocument/2006/relationships/customXml" Target="../ink/ink158.xml"/><Relationship Id="rId50" Type="http://schemas.openxmlformats.org/officeDocument/2006/relationships/image" Target="../media/image116.emf"/><Relationship Id="rId55" Type="http://schemas.openxmlformats.org/officeDocument/2006/relationships/customXml" Target="../ink/ink162.xml"/><Relationship Id="rId7" Type="http://schemas.openxmlformats.org/officeDocument/2006/relationships/customXml" Target="../ink/ink138.xml"/><Relationship Id="rId2" Type="http://schemas.openxmlformats.org/officeDocument/2006/relationships/image" Target="../media/image4.png"/><Relationship Id="rId16" Type="http://schemas.openxmlformats.org/officeDocument/2006/relationships/image" Target="../media/image36.emf"/><Relationship Id="rId29" Type="http://schemas.openxmlformats.org/officeDocument/2006/relationships/customXml" Target="../ink/ink149.xml"/><Relationship Id="rId11" Type="http://schemas.openxmlformats.org/officeDocument/2006/relationships/customXml" Target="../ink/ink140.xml"/><Relationship Id="rId24" Type="http://schemas.openxmlformats.org/officeDocument/2006/relationships/image" Target="../media/image40.emf"/><Relationship Id="rId32" Type="http://schemas.openxmlformats.org/officeDocument/2006/relationships/image" Target="../media/image77.emf"/><Relationship Id="rId37" Type="http://schemas.openxmlformats.org/officeDocument/2006/relationships/customXml" Target="../ink/ink153.xml"/><Relationship Id="rId40" Type="http://schemas.openxmlformats.org/officeDocument/2006/relationships/image" Target="../media/image87.emf"/><Relationship Id="rId45" Type="http://schemas.openxmlformats.org/officeDocument/2006/relationships/customXml" Target="../ink/ink157.xml"/><Relationship Id="rId53" Type="http://schemas.openxmlformats.org/officeDocument/2006/relationships/customXml" Target="../ink/ink161.xml"/><Relationship Id="rId5" Type="http://schemas.openxmlformats.org/officeDocument/2006/relationships/customXml" Target="../ink/ink137.xml"/><Relationship Id="rId10" Type="http://schemas.openxmlformats.org/officeDocument/2006/relationships/image" Target="../media/image18.emf"/><Relationship Id="rId19" Type="http://schemas.openxmlformats.org/officeDocument/2006/relationships/customXml" Target="../ink/ink144.xml"/><Relationship Id="rId31" Type="http://schemas.openxmlformats.org/officeDocument/2006/relationships/customXml" Target="../ink/ink150.xml"/><Relationship Id="rId44" Type="http://schemas.openxmlformats.org/officeDocument/2006/relationships/image" Target="../media/image92.emf"/><Relationship Id="rId52" Type="http://schemas.openxmlformats.org/officeDocument/2006/relationships/image" Target="../media/image117.emf"/><Relationship Id="rId4" Type="http://schemas.openxmlformats.org/officeDocument/2006/relationships/image" Target="../media/image162.emf"/><Relationship Id="rId9" Type="http://schemas.openxmlformats.org/officeDocument/2006/relationships/customXml" Target="../ink/ink139.xml"/><Relationship Id="rId14" Type="http://schemas.openxmlformats.org/officeDocument/2006/relationships/image" Target="../media/image20.emf"/><Relationship Id="rId22" Type="http://schemas.openxmlformats.org/officeDocument/2006/relationships/image" Target="../media/image39.emf"/><Relationship Id="rId27" Type="http://schemas.openxmlformats.org/officeDocument/2006/relationships/customXml" Target="../ink/ink148.xml"/><Relationship Id="rId30" Type="http://schemas.openxmlformats.org/officeDocument/2006/relationships/image" Target="../media/image76.emf"/><Relationship Id="rId35" Type="http://schemas.openxmlformats.org/officeDocument/2006/relationships/customXml" Target="../ink/ink152.xml"/><Relationship Id="rId43" Type="http://schemas.openxmlformats.org/officeDocument/2006/relationships/customXml" Target="../ink/ink156.xml"/><Relationship Id="rId48" Type="http://schemas.openxmlformats.org/officeDocument/2006/relationships/image" Target="../media/image112.emf"/><Relationship Id="rId56" Type="http://schemas.openxmlformats.org/officeDocument/2006/relationships/image" Target="../media/image163.emf"/><Relationship Id="rId8" Type="http://schemas.openxmlformats.org/officeDocument/2006/relationships/image" Target="../media/image13.emf"/><Relationship Id="rId51" Type="http://schemas.openxmlformats.org/officeDocument/2006/relationships/customXml" Target="../ink/ink160.xml"/><Relationship Id="rId3" Type="http://schemas.openxmlformats.org/officeDocument/2006/relationships/customXml" Target="../ink/ink136.xml"/><Relationship Id="rId12" Type="http://schemas.openxmlformats.org/officeDocument/2006/relationships/image" Target="../media/image19.emf"/><Relationship Id="rId17" Type="http://schemas.openxmlformats.org/officeDocument/2006/relationships/customXml" Target="../ink/ink143.xml"/><Relationship Id="rId25" Type="http://schemas.openxmlformats.org/officeDocument/2006/relationships/customXml" Target="../ink/ink147.xml"/><Relationship Id="rId33" Type="http://schemas.openxmlformats.org/officeDocument/2006/relationships/customXml" Target="../ink/ink151.xml"/><Relationship Id="rId38" Type="http://schemas.openxmlformats.org/officeDocument/2006/relationships/image" Target="../media/image86.emf"/><Relationship Id="rId46" Type="http://schemas.openxmlformats.org/officeDocument/2006/relationships/image" Target="../media/image93.emf"/><Relationship Id="rId20" Type="http://schemas.openxmlformats.org/officeDocument/2006/relationships/image" Target="../media/image38.emf"/><Relationship Id="rId41" Type="http://schemas.openxmlformats.org/officeDocument/2006/relationships/customXml" Target="../ink/ink155.xml"/><Relationship Id="rId54" Type="http://schemas.openxmlformats.org/officeDocument/2006/relationships/image" Target="../media/image16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emf"/><Relationship Id="rId15" Type="http://schemas.openxmlformats.org/officeDocument/2006/relationships/customXml" Target="../ink/ink142.xml"/><Relationship Id="rId23" Type="http://schemas.openxmlformats.org/officeDocument/2006/relationships/customXml" Target="../ink/ink146.xml"/><Relationship Id="rId28" Type="http://schemas.openxmlformats.org/officeDocument/2006/relationships/image" Target="../media/image44.emf"/><Relationship Id="rId36" Type="http://schemas.openxmlformats.org/officeDocument/2006/relationships/image" Target="../media/image79.emf"/><Relationship Id="rId49" Type="http://schemas.openxmlformats.org/officeDocument/2006/relationships/customXml" Target="../ink/ink15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emf"/><Relationship Id="rId2" Type="http://schemas.openxmlformats.org/officeDocument/2006/relationships/customXml" Target="../ink/ink16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535986" cy="310160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6" name="Ink 55"/>
              <p14:cNvContentPartPr/>
              <p14:nvPr/>
            </p14:nvContentPartPr>
            <p14:xfrm>
              <a:off x="3812998" y="181229"/>
              <a:ext cx="7185960" cy="3769920"/>
            </p14:xfrm>
          </p:contentPart>
        </mc:Choice>
        <mc:Fallback xmlns="">
          <p:pic>
            <p:nvPicPr>
              <p:cNvPr id="56" name="Ink 55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02558" y="170789"/>
                <a:ext cx="7206840" cy="37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0" name="Ink 89"/>
              <p14:cNvContentPartPr/>
              <p14:nvPr/>
            </p14:nvContentPartPr>
            <p14:xfrm>
              <a:off x="284638" y="3579989"/>
              <a:ext cx="804600" cy="2044800"/>
            </p14:xfrm>
          </p:contentPart>
        </mc:Choice>
        <mc:Fallback xmlns="">
          <p:pic>
            <p:nvPicPr>
              <p:cNvPr id="90" name="Ink 89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74198" y="3569549"/>
                <a:ext cx="825480" cy="206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4" name="Ink 93"/>
              <p14:cNvContentPartPr/>
              <p14:nvPr/>
            </p14:nvContentPartPr>
            <p14:xfrm>
              <a:off x="1586398" y="4200989"/>
              <a:ext cx="469080" cy="1458360"/>
            </p14:xfrm>
          </p:contentPart>
        </mc:Choice>
        <mc:Fallback xmlns="">
          <p:pic>
            <p:nvPicPr>
              <p:cNvPr id="94" name="Ink 93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575958" y="4190549"/>
                <a:ext cx="489960" cy="147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1" name="Ink 100"/>
              <p14:cNvContentPartPr/>
              <p14:nvPr/>
            </p14:nvContentPartPr>
            <p14:xfrm>
              <a:off x="457078" y="4250309"/>
              <a:ext cx="1123200" cy="158400"/>
            </p14:xfrm>
          </p:contentPart>
        </mc:Choice>
        <mc:Fallback xmlns="">
          <p:pic>
            <p:nvPicPr>
              <p:cNvPr id="101" name="Ink 100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46638" y="4239869"/>
                <a:ext cx="1144080" cy="179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42877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4313208" cy="213606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8" name="Ink 17"/>
              <p14:cNvContentPartPr/>
              <p14:nvPr/>
            </p14:nvContentPartPr>
            <p14:xfrm>
              <a:off x="595318" y="3646949"/>
              <a:ext cx="1590120" cy="79920"/>
            </p14:xfrm>
          </p:contentPart>
        </mc:Choice>
        <mc:Fallback xmlns="">
          <p:pic>
            <p:nvPicPr>
              <p:cNvPr id="18" name="Ink 17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4878" y="3636509"/>
                <a:ext cx="1611000" cy="10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0" name="Ink 19"/>
              <p14:cNvContentPartPr/>
              <p14:nvPr/>
            </p14:nvContentPartPr>
            <p14:xfrm>
              <a:off x="612598" y="3761069"/>
              <a:ext cx="37440" cy="802800"/>
            </p14:xfrm>
          </p:contentPart>
        </mc:Choice>
        <mc:Fallback xmlns="">
          <p:pic>
            <p:nvPicPr>
              <p:cNvPr id="20" name="Ink 19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2158" y="3750629"/>
                <a:ext cx="58320" cy="82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4" name="Ink 23"/>
              <p14:cNvContentPartPr/>
              <p14:nvPr/>
            </p14:nvContentPartPr>
            <p14:xfrm>
              <a:off x="275998" y="2924429"/>
              <a:ext cx="388440" cy="1492560"/>
            </p14:xfrm>
          </p:contentPart>
        </mc:Choice>
        <mc:Fallback xmlns="">
          <p:pic>
            <p:nvPicPr>
              <p:cNvPr id="24" name="Ink 23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65558" y="2913989"/>
                <a:ext cx="409320" cy="151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43" name="Ink 42"/>
              <p14:cNvContentPartPr/>
              <p14:nvPr/>
            </p14:nvContentPartPr>
            <p14:xfrm>
              <a:off x="318118" y="2424029"/>
              <a:ext cx="760680" cy="198720"/>
            </p14:xfrm>
          </p:contentPart>
        </mc:Choice>
        <mc:Fallback xmlns="">
          <p:pic>
            <p:nvPicPr>
              <p:cNvPr id="43" name="Ink 42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7678" y="2413589"/>
                <a:ext cx="78156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49" name="Ink 48"/>
              <p14:cNvContentPartPr/>
              <p14:nvPr/>
            </p14:nvContentPartPr>
            <p14:xfrm>
              <a:off x="1936678" y="3759989"/>
              <a:ext cx="500040" cy="818280"/>
            </p14:xfrm>
          </p:contentPart>
        </mc:Choice>
        <mc:Fallback xmlns="">
          <p:pic>
            <p:nvPicPr>
              <p:cNvPr id="49" name="Ink 48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926238" y="3749549"/>
                <a:ext cx="520920" cy="83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62" name="Ink 61"/>
              <p14:cNvContentPartPr/>
              <p14:nvPr/>
            </p14:nvContentPartPr>
            <p14:xfrm>
              <a:off x="655438" y="5822789"/>
              <a:ext cx="1958760" cy="129960"/>
            </p14:xfrm>
          </p:contentPart>
        </mc:Choice>
        <mc:Fallback xmlns="">
          <p:pic>
            <p:nvPicPr>
              <p:cNvPr id="62" name="Ink 61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44998" y="5812349"/>
                <a:ext cx="1979640" cy="15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80" name="Ink 79"/>
              <p14:cNvContentPartPr/>
              <p14:nvPr/>
            </p14:nvContentPartPr>
            <p14:xfrm>
              <a:off x="1017958" y="5900549"/>
              <a:ext cx="1432440" cy="563040"/>
            </p14:xfrm>
          </p:contentPart>
        </mc:Choice>
        <mc:Fallback xmlns="">
          <p:pic>
            <p:nvPicPr>
              <p:cNvPr id="80" name="Ink 79"/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007518" y="5890109"/>
                <a:ext cx="1453320" cy="58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83" name="Ink 82"/>
              <p14:cNvContentPartPr/>
              <p14:nvPr/>
            </p14:nvContentPartPr>
            <p14:xfrm>
              <a:off x="345118" y="5382869"/>
              <a:ext cx="357120" cy="1182240"/>
            </p14:xfrm>
          </p:contentPart>
        </mc:Choice>
        <mc:Fallback xmlns="">
          <p:pic>
            <p:nvPicPr>
              <p:cNvPr id="83" name="Ink 82"/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34678" y="5372429"/>
                <a:ext cx="378000" cy="120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84" name="Ink 83"/>
              <p14:cNvContentPartPr/>
              <p14:nvPr/>
            </p14:nvContentPartPr>
            <p14:xfrm>
              <a:off x="317758" y="5378909"/>
              <a:ext cx="881640" cy="541800"/>
            </p14:xfrm>
          </p:contentPart>
        </mc:Choice>
        <mc:Fallback xmlns="">
          <p:pic>
            <p:nvPicPr>
              <p:cNvPr id="84" name="Ink 83"/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07318" y="5368469"/>
                <a:ext cx="902520" cy="56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90" name="Ink 89"/>
              <p14:cNvContentPartPr/>
              <p14:nvPr/>
            </p14:nvContentPartPr>
            <p14:xfrm>
              <a:off x="3588718" y="3174629"/>
              <a:ext cx="199440" cy="352800"/>
            </p14:xfrm>
          </p:contentPart>
        </mc:Choice>
        <mc:Fallback xmlns="">
          <p:pic>
            <p:nvPicPr>
              <p:cNvPr id="90" name="Ink 89"/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578278" y="3164189"/>
                <a:ext cx="220320" cy="37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92" name="Ink 91"/>
              <p14:cNvContentPartPr/>
              <p14:nvPr/>
            </p14:nvContentPartPr>
            <p14:xfrm>
              <a:off x="3795718" y="3432389"/>
              <a:ext cx="1803240" cy="70200"/>
            </p14:xfrm>
          </p:contentPart>
        </mc:Choice>
        <mc:Fallback xmlns="">
          <p:pic>
            <p:nvPicPr>
              <p:cNvPr id="92" name="Ink 91"/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785278" y="3421949"/>
                <a:ext cx="182412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39" name="Ink 138"/>
              <p14:cNvContentPartPr/>
              <p14:nvPr/>
            </p14:nvContentPartPr>
            <p14:xfrm>
              <a:off x="4088758" y="5365589"/>
              <a:ext cx="1582920" cy="94680"/>
            </p14:xfrm>
          </p:contentPart>
        </mc:Choice>
        <mc:Fallback xmlns="">
          <p:pic>
            <p:nvPicPr>
              <p:cNvPr id="139" name="Ink 138"/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4078318" y="5355149"/>
                <a:ext cx="1603800" cy="11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59" name="Ink 158"/>
              <p14:cNvContentPartPr/>
              <p14:nvPr/>
            </p14:nvContentPartPr>
            <p14:xfrm>
              <a:off x="4649278" y="5468189"/>
              <a:ext cx="804600" cy="444240"/>
            </p14:xfrm>
          </p:contentPart>
        </mc:Choice>
        <mc:Fallback xmlns="">
          <p:pic>
            <p:nvPicPr>
              <p:cNvPr id="159" name="Ink 158"/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4638838" y="5457749"/>
                <a:ext cx="825480" cy="46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70" name="Ink 169"/>
              <p14:cNvContentPartPr/>
              <p14:nvPr/>
            </p14:nvContentPartPr>
            <p14:xfrm>
              <a:off x="189958" y="3347069"/>
              <a:ext cx="2544840" cy="1805040"/>
            </p14:xfrm>
          </p:contentPart>
        </mc:Choice>
        <mc:Fallback xmlns="">
          <p:pic>
            <p:nvPicPr>
              <p:cNvPr id="170" name="Ink 169"/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179518" y="3336629"/>
                <a:ext cx="2565720" cy="182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80" name="Ink 179"/>
              <p14:cNvContentPartPr/>
              <p14:nvPr/>
            </p14:nvContentPartPr>
            <p14:xfrm>
              <a:off x="5908918" y="229829"/>
              <a:ext cx="354240" cy="193320"/>
            </p14:xfrm>
          </p:contentPart>
        </mc:Choice>
        <mc:Fallback xmlns="">
          <p:pic>
            <p:nvPicPr>
              <p:cNvPr id="180" name="Ink 179"/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5898478" y="219389"/>
                <a:ext cx="375120" cy="21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83" name="Ink 182"/>
              <p14:cNvContentPartPr/>
              <p14:nvPr/>
            </p14:nvContentPartPr>
            <p14:xfrm>
              <a:off x="6288718" y="888629"/>
              <a:ext cx="1587600" cy="63000"/>
            </p14:xfrm>
          </p:contentPart>
        </mc:Choice>
        <mc:Fallback xmlns="">
          <p:pic>
            <p:nvPicPr>
              <p:cNvPr id="183" name="Ink 182"/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6278278" y="878189"/>
                <a:ext cx="1608480" cy="8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86" name="Ink 185"/>
              <p14:cNvContentPartPr/>
              <p14:nvPr/>
            </p14:nvContentPartPr>
            <p14:xfrm>
              <a:off x="6219598" y="1052429"/>
              <a:ext cx="1312560" cy="1018440"/>
            </p14:xfrm>
          </p:contentPart>
        </mc:Choice>
        <mc:Fallback xmlns="">
          <p:pic>
            <p:nvPicPr>
              <p:cNvPr id="186" name="Ink 185"/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6209158" y="1041989"/>
                <a:ext cx="1333440" cy="103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89" name="Ink 188"/>
              <p14:cNvContentPartPr/>
              <p14:nvPr/>
            </p14:nvContentPartPr>
            <p14:xfrm>
              <a:off x="5986678" y="612509"/>
              <a:ext cx="339120" cy="943920"/>
            </p14:xfrm>
          </p:contentPart>
        </mc:Choice>
        <mc:Fallback xmlns="">
          <p:pic>
            <p:nvPicPr>
              <p:cNvPr id="189" name="Ink 188"/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5976238" y="602069"/>
                <a:ext cx="360000" cy="96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209" name="Ink 208"/>
              <p14:cNvContentPartPr/>
              <p14:nvPr/>
            </p14:nvContentPartPr>
            <p14:xfrm>
              <a:off x="6461158" y="2441309"/>
              <a:ext cx="345600" cy="225000"/>
            </p14:xfrm>
          </p:contentPart>
        </mc:Choice>
        <mc:Fallback xmlns="">
          <p:pic>
            <p:nvPicPr>
              <p:cNvPr id="209" name="Ink 208"/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6450718" y="2430869"/>
                <a:ext cx="366480" cy="24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211" name="Ink 210"/>
              <p14:cNvContentPartPr/>
              <p14:nvPr/>
            </p14:nvContentPartPr>
            <p14:xfrm>
              <a:off x="6461158" y="2820749"/>
              <a:ext cx="193320" cy="1130400"/>
            </p14:xfrm>
          </p:contentPart>
        </mc:Choice>
        <mc:Fallback xmlns="">
          <p:pic>
            <p:nvPicPr>
              <p:cNvPr id="211" name="Ink 210"/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6450718" y="2810309"/>
                <a:ext cx="214200" cy="115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213" name="Ink 212"/>
              <p14:cNvContentPartPr/>
              <p14:nvPr/>
            </p14:nvContentPartPr>
            <p14:xfrm>
              <a:off x="6676798" y="3182549"/>
              <a:ext cx="1475640" cy="117360"/>
            </p14:xfrm>
          </p:contentPart>
        </mc:Choice>
        <mc:Fallback xmlns="">
          <p:pic>
            <p:nvPicPr>
              <p:cNvPr id="213" name="Ink 212"/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6666358" y="3172109"/>
                <a:ext cx="1496520" cy="13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235" name="Ink 234"/>
              <p14:cNvContentPartPr/>
              <p14:nvPr/>
            </p14:nvContentPartPr>
            <p14:xfrm>
              <a:off x="6590038" y="3208109"/>
              <a:ext cx="1562400" cy="1304280"/>
            </p14:xfrm>
          </p:contentPart>
        </mc:Choice>
        <mc:Fallback xmlns="">
          <p:pic>
            <p:nvPicPr>
              <p:cNvPr id="235" name="Ink 234"/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6579598" y="3197669"/>
                <a:ext cx="1583280" cy="132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241" name="Ink 240"/>
              <p14:cNvContentPartPr/>
              <p14:nvPr/>
            </p14:nvContentPartPr>
            <p14:xfrm>
              <a:off x="3398638" y="2786189"/>
              <a:ext cx="2106720" cy="1675440"/>
            </p14:xfrm>
          </p:contentPart>
        </mc:Choice>
        <mc:Fallback xmlns="">
          <p:pic>
            <p:nvPicPr>
              <p:cNvPr id="241" name="Ink 240"/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3388198" y="2775749"/>
                <a:ext cx="2127600" cy="169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243" name="Ink 242"/>
              <p14:cNvContentPartPr/>
              <p14:nvPr/>
            </p14:nvContentPartPr>
            <p14:xfrm>
              <a:off x="3648838" y="4755389"/>
              <a:ext cx="449280" cy="1180080"/>
            </p14:xfrm>
          </p:contentPart>
        </mc:Choice>
        <mc:Fallback xmlns="">
          <p:pic>
            <p:nvPicPr>
              <p:cNvPr id="243" name="Ink 242"/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3638398" y="4744949"/>
                <a:ext cx="470160" cy="120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244" name="Ink 243"/>
              <p14:cNvContentPartPr/>
              <p14:nvPr/>
            </p14:nvContentPartPr>
            <p14:xfrm>
              <a:off x="3778438" y="5184509"/>
              <a:ext cx="1969920" cy="1347840"/>
            </p14:xfrm>
          </p:contentPart>
        </mc:Choice>
        <mc:Fallback xmlns="">
          <p:pic>
            <p:nvPicPr>
              <p:cNvPr id="244" name="Ink 243"/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3767998" y="5174069"/>
                <a:ext cx="1990800" cy="1368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78605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6" name="Ink 55"/>
              <p14:cNvContentPartPr/>
              <p14:nvPr/>
            </p14:nvContentPartPr>
            <p14:xfrm>
              <a:off x="2156638" y="1984109"/>
              <a:ext cx="880200" cy="1742760"/>
            </p14:xfrm>
          </p:contentPart>
        </mc:Choice>
        <mc:Fallback xmlns="">
          <p:pic>
            <p:nvPicPr>
              <p:cNvPr id="56" name="Ink 55"/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146198" y="1973669"/>
                <a:ext cx="901080" cy="176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65" name="Ink 64"/>
              <p14:cNvContentPartPr/>
              <p14:nvPr/>
            </p14:nvContentPartPr>
            <p14:xfrm>
              <a:off x="1974838" y="2665589"/>
              <a:ext cx="906840" cy="241920"/>
            </p14:xfrm>
          </p:contentPart>
        </mc:Choice>
        <mc:Fallback xmlns="">
          <p:pic>
            <p:nvPicPr>
              <p:cNvPr id="65" name="Ink 64"/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964398" y="2655149"/>
                <a:ext cx="927720" cy="26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88" name="Ink 87"/>
              <p14:cNvContentPartPr/>
              <p14:nvPr/>
            </p14:nvContentPartPr>
            <p14:xfrm>
              <a:off x="5978038" y="1846229"/>
              <a:ext cx="1044360" cy="972000"/>
            </p14:xfrm>
          </p:contentPart>
        </mc:Choice>
        <mc:Fallback xmlns="">
          <p:pic>
            <p:nvPicPr>
              <p:cNvPr id="88" name="Ink 87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967598" y="1835789"/>
                <a:ext cx="1065240" cy="9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93" name="Ink 92"/>
              <p14:cNvContentPartPr/>
              <p14:nvPr/>
            </p14:nvContentPartPr>
            <p14:xfrm>
              <a:off x="396958" y="2182469"/>
              <a:ext cx="962640" cy="336960"/>
            </p14:xfrm>
          </p:contentPart>
        </mc:Choice>
        <mc:Fallback xmlns="">
          <p:pic>
            <p:nvPicPr>
              <p:cNvPr id="93" name="Ink 92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86518" y="2172029"/>
                <a:ext cx="983520" cy="35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7" name="Ink 106"/>
              <p14:cNvContentPartPr/>
              <p14:nvPr/>
            </p14:nvContentPartPr>
            <p14:xfrm>
              <a:off x="6064438" y="2008589"/>
              <a:ext cx="198720" cy="726480"/>
            </p14:xfrm>
          </p:contentPart>
        </mc:Choice>
        <mc:Fallback xmlns="">
          <p:pic>
            <p:nvPicPr>
              <p:cNvPr id="107" name="Ink 106"/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053998" y="1998149"/>
                <a:ext cx="219600" cy="74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19" name="Ink 118"/>
              <p14:cNvContentPartPr/>
              <p14:nvPr/>
            </p14:nvContentPartPr>
            <p14:xfrm>
              <a:off x="6461158" y="2026589"/>
              <a:ext cx="448920" cy="734400"/>
            </p14:xfrm>
          </p:contentPart>
        </mc:Choice>
        <mc:Fallback xmlns="">
          <p:pic>
            <p:nvPicPr>
              <p:cNvPr id="119" name="Ink 118"/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450718" y="2016149"/>
                <a:ext cx="469800" cy="75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27" name="Ink 126"/>
              <p14:cNvContentPartPr/>
              <p14:nvPr/>
            </p14:nvContentPartPr>
            <p14:xfrm>
              <a:off x="1302718" y="2484509"/>
              <a:ext cx="888840" cy="64800"/>
            </p14:xfrm>
          </p:contentPart>
        </mc:Choice>
        <mc:Fallback xmlns="">
          <p:pic>
            <p:nvPicPr>
              <p:cNvPr id="127" name="Ink 126"/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292278" y="2474069"/>
                <a:ext cx="909720" cy="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47" name="Ink 146"/>
              <p14:cNvContentPartPr/>
              <p14:nvPr/>
            </p14:nvContentPartPr>
            <p14:xfrm>
              <a:off x="1535638" y="3695189"/>
              <a:ext cx="1069920" cy="45000"/>
            </p14:xfrm>
          </p:contentPart>
        </mc:Choice>
        <mc:Fallback xmlns="">
          <p:pic>
            <p:nvPicPr>
              <p:cNvPr id="147" name="Ink 146"/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525198" y="3684749"/>
                <a:ext cx="1090800" cy="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72" name="Ink 171"/>
              <p14:cNvContentPartPr/>
              <p14:nvPr/>
            </p14:nvContentPartPr>
            <p14:xfrm>
              <a:off x="3398638" y="1449149"/>
              <a:ext cx="1804320" cy="664920"/>
            </p14:xfrm>
          </p:contentPart>
        </mc:Choice>
        <mc:Fallback xmlns="">
          <p:pic>
            <p:nvPicPr>
              <p:cNvPr id="172" name="Ink 171"/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388198" y="1438709"/>
                <a:ext cx="1825200" cy="68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73" name="Ink 172"/>
              <p14:cNvContentPartPr/>
              <p14:nvPr/>
            </p14:nvContentPartPr>
            <p14:xfrm>
              <a:off x="4192438" y="2078789"/>
              <a:ext cx="138240" cy="708480"/>
            </p14:xfrm>
          </p:contentPart>
        </mc:Choice>
        <mc:Fallback xmlns="">
          <p:pic>
            <p:nvPicPr>
              <p:cNvPr id="173" name="Ink 172"/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181998" y="2068349"/>
                <a:ext cx="159120" cy="72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78" name="Ink 177"/>
              <p14:cNvContentPartPr/>
              <p14:nvPr/>
            </p14:nvContentPartPr>
            <p14:xfrm>
              <a:off x="1958278" y="138029"/>
              <a:ext cx="3364920" cy="639000"/>
            </p14:xfrm>
          </p:contentPart>
        </mc:Choice>
        <mc:Fallback xmlns="">
          <p:pic>
            <p:nvPicPr>
              <p:cNvPr id="178" name="Ink 177"/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947838" y="127589"/>
                <a:ext cx="3385800" cy="65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79" name="Ink 178"/>
              <p14:cNvContentPartPr/>
              <p14:nvPr/>
            </p14:nvContentPartPr>
            <p14:xfrm>
              <a:off x="224158" y="215789"/>
              <a:ext cx="943560" cy="578160"/>
            </p14:xfrm>
          </p:contentPart>
        </mc:Choice>
        <mc:Fallback xmlns="">
          <p:pic>
            <p:nvPicPr>
              <p:cNvPr id="179" name="Ink 178"/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13718" y="205349"/>
                <a:ext cx="964440" cy="59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84" name="Ink 183"/>
              <p14:cNvContentPartPr/>
              <p14:nvPr/>
            </p14:nvContentPartPr>
            <p14:xfrm>
              <a:off x="2957638" y="1205069"/>
              <a:ext cx="4258440" cy="3013560"/>
            </p14:xfrm>
          </p:contentPart>
        </mc:Choice>
        <mc:Fallback xmlns="">
          <p:pic>
            <p:nvPicPr>
              <p:cNvPr id="184" name="Ink 183"/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947198" y="1194629"/>
                <a:ext cx="4279320" cy="303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90" name="Ink 189"/>
              <p14:cNvContentPartPr/>
              <p14:nvPr/>
            </p14:nvContentPartPr>
            <p14:xfrm>
              <a:off x="1259518" y="3545429"/>
              <a:ext cx="18720" cy="146880"/>
            </p14:xfrm>
          </p:contentPart>
        </mc:Choice>
        <mc:Fallback xmlns="">
          <p:pic>
            <p:nvPicPr>
              <p:cNvPr id="190" name="Ink 189"/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249078" y="3534989"/>
                <a:ext cx="39600" cy="16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91" name="Ink 190"/>
              <p14:cNvContentPartPr/>
              <p14:nvPr/>
            </p14:nvContentPartPr>
            <p14:xfrm>
              <a:off x="1268158" y="3835949"/>
              <a:ext cx="80280" cy="141840"/>
            </p14:xfrm>
          </p:contentPart>
        </mc:Choice>
        <mc:Fallback xmlns="">
          <p:pic>
            <p:nvPicPr>
              <p:cNvPr id="191" name="Ink 190"/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257718" y="3825509"/>
                <a:ext cx="101160" cy="16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01" name="Ink 200"/>
              <p14:cNvContentPartPr/>
              <p14:nvPr/>
            </p14:nvContentPartPr>
            <p14:xfrm>
              <a:off x="5900638" y="2018669"/>
              <a:ext cx="17280" cy="155520"/>
            </p14:xfrm>
          </p:contentPart>
        </mc:Choice>
        <mc:Fallback xmlns="">
          <p:pic>
            <p:nvPicPr>
              <p:cNvPr id="201" name="Ink 200"/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890198" y="2008229"/>
                <a:ext cx="3816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07" name="Ink 206"/>
              <p14:cNvContentPartPr/>
              <p14:nvPr/>
            </p14:nvContentPartPr>
            <p14:xfrm>
              <a:off x="3795718" y="1311269"/>
              <a:ext cx="319320" cy="725040"/>
            </p14:xfrm>
          </p:contentPart>
        </mc:Choice>
        <mc:Fallback xmlns="">
          <p:pic>
            <p:nvPicPr>
              <p:cNvPr id="207" name="Ink 206"/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785278" y="1300829"/>
                <a:ext cx="340200" cy="74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09" name="Ink 208"/>
              <p14:cNvContentPartPr/>
              <p14:nvPr/>
            </p14:nvContentPartPr>
            <p14:xfrm>
              <a:off x="2572798" y="2863949"/>
              <a:ext cx="1957680" cy="836640"/>
            </p14:xfrm>
          </p:contentPart>
        </mc:Choice>
        <mc:Fallback xmlns="">
          <p:pic>
            <p:nvPicPr>
              <p:cNvPr id="209" name="Ink 208"/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562358" y="2853509"/>
                <a:ext cx="1978560" cy="85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13" name="Ink 212"/>
              <p14:cNvContentPartPr/>
              <p14:nvPr/>
            </p14:nvContentPartPr>
            <p14:xfrm>
              <a:off x="1947838" y="1372829"/>
              <a:ext cx="1028520" cy="870480"/>
            </p14:xfrm>
          </p:contentPart>
        </mc:Choice>
        <mc:Fallback xmlns="">
          <p:pic>
            <p:nvPicPr>
              <p:cNvPr id="213" name="Ink 212"/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937398" y="1362389"/>
                <a:ext cx="1049400" cy="89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14" name="Ink 213"/>
              <p14:cNvContentPartPr/>
              <p14:nvPr/>
            </p14:nvContentPartPr>
            <p14:xfrm>
              <a:off x="3019198" y="2749109"/>
              <a:ext cx="466200" cy="1566000"/>
            </p14:xfrm>
          </p:contentPart>
        </mc:Choice>
        <mc:Fallback xmlns="">
          <p:pic>
            <p:nvPicPr>
              <p:cNvPr id="214" name="Ink 213"/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3008758" y="2738669"/>
                <a:ext cx="487080" cy="158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216" name="Ink 215"/>
              <p14:cNvContentPartPr/>
              <p14:nvPr/>
            </p14:nvContentPartPr>
            <p14:xfrm>
              <a:off x="2191558" y="2182109"/>
              <a:ext cx="181800" cy="673560"/>
            </p14:xfrm>
          </p:contentPart>
        </mc:Choice>
        <mc:Fallback xmlns="">
          <p:pic>
            <p:nvPicPr>
              <p:cNvPr id="216" name="Ink 215"/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181118" y="2171669"/>
                <a:ext cx="202680" cy="69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218" name="Ink 217"/>
              <p14:cNvContentPartPr/>
              <p14:nvPr/>
            </p14:nvContentPartPr>
            <p14:xfrm>
              <a:off x="4071838" y="2372189"/>
              <a:ext cx="491760" cy="449640"/>
            </p14:xfrm>
          </p:contentPart>
        </mc:Choice>
        <mc:Fallback xmlns="">
          <p:pic>
            <p:nvPicPr>
              <p:cNvPr id="218" name="Ink 217"/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061398" y="2361749"/>
                <a:ext cx="512640" cy="47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223" name="Ink 222"/>
              <p14:cNvContentPartPr/>
              <p14:nvPr/>
            </p14:nvContentPartPr>
            <p14:xfrm>
              <a:off x="3683398" y="2767109"/>
              <a:ext cx="448920" cy="1589760"/>
            </p14:xfrm>
          </p:contentPart>
        </mc:Choice>
        <mc:Fallback xmlns="">
          <p:pic>
            <p:nvPicPr>
              <p:cNvPr id="223" name="Ink 222"/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672958" y="2756669"/>
                <a:ext cx="469800" cy="161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225" name="Ink 224"/>
              <p14:cNvContentPartPr/>
              <p14:nvPr/>
            </p14:nvContentPartPr>
            <p14:xfrm>
              <a:off x="1690798" y="1940909"/>
              <a:ext cx="3330000" cy="1458360"/>
            </p14:xfrm>
          </p:contentPart>
        </mc:Choice>
        <mc:Fallback xmlns="">
          <p:pic>
            <p:nvPicPr>
              <p:cNvPr id="225" name="Ink 224"/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680358" y="1930469"/>
                <a:ext cx="3350880" cy="147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226" name="Ink 225"/>
              <p14:cNvContentPartPr/>
              <p14:nvPr/>
            </p14:nvContentPartPr>
            <p14:xfrm>
              <a:off x="2812198" y="2250869"/>
              <a:ext cx="86760" cy="81000"/>
            </p14:xfrm>
          </p:contentPart>
        </mc:Choice>
        <mc:Fallback xmlns="">
          <p:pic>
            <p:nvPicPr>
              <p:cNvPr id="226" name="Ink 225"/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801758" y="2240429"/>
                <a:ext cx="107640" cy="10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227" name="Ink 226"/>
              <p14:cNvContentPartPr/>
              <p14:nvPr/>
            </p14:nvContentPartPr>
            <p14:xfrm>
              <a:off x="4615078" y="2596469"/>
              <a:ext cx="104040" cy="181440"/>
            </p14:xfrm>
          </p:contentPart>
        </mc:Choice>
        <mc:Fallback xmlns="">
          <p:pic>
            <p:nvPicPr>
              <p:cNvPr id="227" name="Ink 226"/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4604638" y="2586029"/>
                <a:ext cx="124920" cy="20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228" name="Ink 227"/>
              <p14:cNvContentPartPr/>
              <p14:nvPr/>
            </p14:nvContentPartPr>
            <p14:xfrm>
              <a:off x="3674758" y="2372189"/>
              <a:ext cx="2805120" cy="1173960"/>
            </p14:xfrm>
          </p:contentPart>
        </mc:Choice>
        <mc:Fallback xmlns="">
          <p:pic>
            <p:nvPicPr>
              <p:cNvPr id="228" name="Ink 227"/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3664318" y="2361749"/>
                <a:ext cx="2826000" cy="119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231" name="Ink 230"/>
              <p14:cNvContentPartPr/>
              <p14:nvPr/>
            </p14:nvContentPartPr>
            <p14:xfrm>
              <a:off x="5106838" y="4303589"/>
              <a:ext cx="433080" cy="354960"/>
            </p14:xfrm>
          </p:contentPart>
        </mc:Choice>
        <mc:Fallback xmlns="">
          <p:pic>
            <p:nvPicPr>
              <p:cNvPr id="231" name="Ink 230"/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096398" y="4293149"/>
                <a:ext cx="453960" cy="37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235" name="Ink 234"/>
              <p14:cNvContentPartPr/>
              <p14:nvPr/>
            </p14:nvContentPartPr>
            <p14:xfrm>
              <a:off x="3269398" y="4339229"/>
              <a:ext cx="1950120" cy="286200"/>
            </p14:xfrm>
          </p:contentPart>
        </mc:Choice>
        <mc:Fallback xmlns="">
          <p:pic>
            <p:nvPicPr>
              <p:cNvPr id="235" name="Ink 234"/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258958" y="4328789"/>
                <a:ext cx="1971000" cy="30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237" name="Ink 236"/>
              <p14:cNvContentPartPr/>
              <p14:nvPr/>
            </p14:nvContentPartPr>
            <p14:xfrm>
              <a:off x="4865278" y="2717069"/>
              <a:ext cx="362520" cy="1734480"/>
            </p14:xfrm>
          </p:contentPart>
        </mc:Choice>
        <mc:Fallback xmlns="">
          <p:pic>
            <p:nvPicPr>
              <p:cNvPr id="237" name="Ink 236"/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4854838" y="2706629"/>
                <a:ext cx="383400" cy="175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239" name="Ink 238"/>
              <p14:cNvContentPartPr/>
              <p14:nvPr/>
            </p14:nvContentPartPr>
            <p14:xfrm>
              <a:off x="3467758" y="4140509"/>
              <a:ext cx="18000" cy="250560"/>
            </p14:xfrm>
          </p:contentPart>
        </mc:Choice>
        <mc:Fallback xmlns="">
          <p:pic>
            <p:nvPicPr>
              <p:cNvPr id="239" name="Ink 238"/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457318" y="4130069"/>
                <a:ext cx="38880" cy="27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240" name="Ink 239"/>
              <p14:cNvContentPartPr/>
              <p14:nvPr/>
            </p14:nvContentPartPr>
            <p14:xfrm>
              <a:off x="3510958" y="4139789"/>
              <a:ext cx="172800" cy="303120"/>
            </p14:xfrm>
          </p:contentPart>
        </mc:Choice>
        <mc:Fallback xmlns="">
          <p:pic>
            <p:nvPicPr>
              <p:cNvPr id="240" name="Ink 239"/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3500518" y="4129349"/>
                <a:ext cx="193680" cy="32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241" name="Ink 240"/>
              <p14:cNvContentPartPr/>
              <p14:nvPr/>
            </p14:nvContentPartPr>
            <p14:xfrm>
              <a:off x="5555398" y="2672789"/>
              <a:ext cx="492120" cy="1865880"/>
            </p14:xfrm>
          </p:contentPart>
        </mc:Choice>
        <mc:Fallback xmlns="">
          <p:pic>
            <p:nvPicPr>
              <p:cNvPr id="241" name="Ink 240"/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5544958" y="2662349"/>
                <a:ext cx="513000" cy="1886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28827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143946" cy="29720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80" name="Ink 179"/>
              <p14:cNvContentPartPr/>
              <p14:nvPr/>
            </p14:nvContentPartPr>
            <p14:xfrm>
              <a:off x="3899880" y="538320"/>
              <a:ext cx="1152000" cy="3079080"/>
            </p14:xfrm>
          </p:contentPart>
        </mc:Choice>
        <mc:Fallback xmlns="">
          <p:pic>
            <p:nvPicPr>
              <p:cNvPr id="180" name="Ink 179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889440" y="527880"/>
                <a:ext cx="1172880" cy="309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00" name="Ink 199"/>
              <p14:cNvContentPartPr/>
              <p14:nvPr/>
            </p14:nvContentPartPr>
            <p14:xfrm>
              <a:off x="3159720" y="833160"/>
              <a:ext cx="254520" cy="2824920"/>
            </p14:xfrm>
          </p:contentPart>
        </mc:Choice>
        <mc:Fallback xmlns="">
          <p:pic>
            <p:nvPicPr>
              <p:cNvPr id="200" name="Ink 199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149280" y="822720"/>
                <a:ext cx="275400" cy="28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04" name="Ink 203"/>
              <p14:cNvContentPartPr/>
              <p14:nvPr/>
            </p14:nvContentPartPr>
            <p14:xfrm>
              <a:off x="393120" y="467429"/>
              <a:ext cx="2068438" cy="3138840"/>
            </p14:xfrm>
          </p:contentPart>
        </mc:Choice>
        <mc:Fallback xmlns="">
          <p:pic>
            <p:nvPicPr>
              <p:cNvPr id="204" name="Ink 203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82681" y="456989"/>
                <a:ext cx="2089317" cy="315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12" name="Ink 211"/>
              <p14:cNvContentPartPr/>
              <p14:nvPr/>
            </p14:nvContentPartPr>
            <p14:xfrm>
              <a:off x="5978160" y="603869"/>
              <a:ext cx="1872238" cy="242640"/>
            </p14:xfrm>
          </p:contentPart>
        </mc:Choice>
        <mc:Fallback xmlns="">
          <p:pic>
            <p:nvPicPr>
              <p:cNvPr id="212" name="Ink 211"/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967721" y="593429"/>
                <a:ext cx="1893117" cy="26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13" name="Ink 212"/>
              <p14:cNvContentPartPr/>
              <p14:nvPr/>
            </p14:nvContentPartPr>
            <p14:xfrm>
              <a:off x="6198358" y="828149"/>
              <a:ext cx="47520" cy="526680"/>
            </p14:xfrm>
          </p:contentPart>
        </mc:Choice>
        <mc:Fallback xmlns="">
          <p:pic>
            <p:nvPicPr>
              <p:cNvPr id="213" name="Ink 212"/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187918" y="817709"/>
                <a:ext cx="68400" cy="54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15" name="Ink 214"/>
              <p14:cNvContentPartPr/>
              <p14:nvPr/>
            </p14:nvContentPartPr>
            <p14:xfrm>
              <a:off x="4622760" y="249989"/>
              <a:ext cx="7005838" cy="1148760"/>
            </p14:xfrm>
          </p:contentPart>
        </mc:Choice>
        <mc:Fallback xmlns="">
          <p:pic>
            <p:nvPicPr>
              <p:cNvPr id="215" name="Ink 214"/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612320" y="239549"/>
                <a:ext cx="7026718" cy="116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27" name="Ink 226"/>
              <p14:cNvContentPartPr/>
              <p14:nvPr/>
            </p14:nvContentPartPr>
            <p14:xfrm>
              <a:off x="5932800" y="1041629"/>
              <a:ext cx="140638" cy="407880"/>
            </p14:xfrm>
          </p:contentPart>
        </mc:Choice>
        <mc:Fallback xmlns="">
          <p:pic>
            <p:nvPicPr>
              <p:cNvPr id="227" name="Ink 226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922369" y="1031189"/>
                <a:ext cx="161500" cy="42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231" name="Ink 230"/>
              <p14:cNvContentPartPr/>
              <p14:nvPr/>
            </p14:nvContentPartPr>
            <p14:xfrm>
              <a:off x="6219598" y="2441309"/>
              <a:ext cx="228240" cy="957960"/>
            </p14:xfrm>
          </p:contentPart>
        </mc:Choice>
        <mc:Fallback xmlns="">
          <p:pic>
            <p:nvPicPr>
              <p:cNvPr id="231" name="Ink 230"/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6209158" y="2430869"/>
                <a:ext cx="249120" cy="9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51" name="Ink 250"/>
              <p14:cNvContentPartPr/>
              <p14:nvPr/>
            </p14:nvContentPartPr>
            <p14:xfrm>
              <a:off x="6607678" y="4511669"/>
              <a:ext cx="1596240" cy="69480"/>
            </p14:xfrm>
          </p:contentPart>
        </mc:Choice>
        <mc:Fallback xmlns="">
          <p:pic>
            <p:nvPicPr>
              <p:cNvPr id="251" name="Ink 250"/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597238" y="4501229"/>
                <a:ext cx="1617120" cy="9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52" name="Ink 251"/>
              <p14:cNvContentPartPr/>
              <p14:nvPr/>
            </p14:nvContentPartPr>
            <p14:xfrm>
              <a:off x="6582118" y="4597709"/>
              <a:ext cx="25920" cy="829080"/>
            </p14:xfrm>
          </p:contentPart>
        </mc:Choice>
        <mc:Fallback xmlns="">
          <p:pic>
            <p:nvPicPr>
              <p:cNvPr id="252" name="Ink 251"/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6571678" y="4587269"/>
                <a:ext cx="46800" cy="84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56" name="Ink 255"/>
              <p14:cNvContentPartPr/>
              <p14:nvPr/>
            </p14:nvContentPartPr>
            <p14:xfrm>
              <a:off x="6141838" y="3829829"/>
              <a:ext cx="285120" cy="253800"/>
            </p14:xfrm>
          </p:contentPart>
        </mc:Choice>
        <mc:Fallback xmlns="">
          <p:pic>
            <p:nvPicPr>
              <p:cNvPr id="256" name="Ink 255"/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131398" y="3819389"/>
                <a:ext cx="306000" cy="27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57" name="Ink 256"/>
              <p14:cNvContentPartPr/>
              <p14:nvPr/>
            </p14:nvContentPartPr>
            <p14:xfrm>
              <a:off x="8026438" y="4942949"/>
              <a:ext cx="186120" cy="380160"/>
            </p14:xfrm>
          </p:contentPart>
        </mc:Choice>
        <mc:Fallback xmlns="">
          <p:pic>
            <p:nvPicPr>
              <p:cNvPr id="257" name="Ink 256"/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8015998" y="4932509"/>
                <a:ext cx="207000" cy="40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71" name="Ink 270"/>
              <p14:cNvContentPartPr/>
              <p14:nvPr/>
            </p14:nvContentPartPr>
            <p14:xfrm>
              <a:off x="6452518" y="2576309"/>
              <a:ext cx="1682640" cy="99360"/>
            </p14:xfrm>
          </p:contentPart>
        </mc:Choice>
        <mc:Fallback xmlns="">
          <p:pic>
            <p:nvPicPr>
              <p:cNvPr id="271" name="Ink 270"/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6442078" y="2565869"/>
                <a:ext cx="170352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272" name="Ink 271"/>
              <p14:cNvContentPartPr/>
              <p14:nvPr/>
            </p14:nvContentPartPr>
            <p14:xfrm>
              <a:off x="6331918" y="4313309"/>
              <a:ext cx="302760" cy="284760"/>
            </p14:xfrm>
          </p:contentPart>
        </mc:Choice>
        <mc:Fallback xmlns="">
          <p:pic>
            <p:nvPicPr>
              <p:cNvPr id="272" name="Ink 271"/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6321478" y="4302869"/>
                <a:ext cx="323640" cy="30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275" name="Ink 274"/>
              <p14:cNvContentPartPr/>
              <p14:nvPr/>
            </p14:nvContentPartPr>
            <p14:xfrm>
              <a:off x="7430278" y="2708429"/>
              <a:ext cx="385920" cy="734400"/>
            </p14:xfrm>
          </p:contentPart>
        </mc:Choice>
        <mc:Fallback xmlns="">
          <p:pic>
            <p:nvPicPr>
              <p:cNvPr id="275" name="Ink 274"/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419838" y="2697989"/>
                <a:ext cx="406800" cy="75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277" name="Ink 276"/>
              <p14:cNvContentPartPr/>
              <p14:nvPr/>
            </p14:nvContentPartPr>
            <p14:xfrm>
              <a:off x="6381958" y="800069"/>
              <a:ext cx="434880" cy="325800"/>
            </p14:xfrm>
          </p:contentPart>
        </mc:Choice>
        <mc:Fallback xmlns="">
          <p:pic>
            <p:nvPicPr>
              <p:cNvPr id="277" name="Ink 276"/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371518" y="789629"/>
                <a:ext cx="455760" cy="34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278" name="Ink 277"/>
              <p14:cNvContentPartPr/>
              <p14:nvPr/>
            </p14:nvContentPartPr>
            <p14:xfrm>
              <a:off x="6116400" y="1962149"/>
              <a:ext cx="319558" cy="222480"/>
            </p14:xfrm>
          </p:contentPart>
        </mc:Choice>
        <mc:Fallback xmlns="">
          <p:pic>
            <p:nvPicPr>
              <p:cNvPr id="278" name="Ink 277"/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105964" y="1951709"/>
                <a:ext cx="340430" cy="24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280" name="Ink 279"/>
              <p14:cNvContentPartPr/>
              <p14:nvPr/>
            </p14:nvContentPartPr>
            <p14:xfrm>
              <a:off x="2923920" y="446909"/>
              <a:ext cx="1000678" cy="235080"/>
            </p14:xfrm>
          </p:contentPart>
        </mc:Choice>
        <mc:Fallback xmlns="">
          <p:pic>
            <p:nvPicPr>
              <p:cNvPr id="280" name="Ink 279"/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2913481" y="436469"/>
                <a:ext cx="1021555" cy="25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281" name="Ink 280"/>
              <p14:cNvContentPartPr/>
              <p14:nvPr/>
            </p14:nvContentPartPr>
            <p14:xfrm>
              <a:off x="6978838" y="1057109"/>
              <a:ext cx="1113480" cy="482400"/>
            </p14:xfrm>
          </p:contentPart>
        </mc:Choice>
        <mc:Fallback xmlns="">
          <p:pic>
            <p:nvPicPr>
              <p:cNvPr id="281" name="Ink 280"/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6968398" y="1046669"/>
                <a:ext cx="1134360" cy="50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308" name="Ink 307"/>
              <p14:cNvContentPartPr/>
              <p14:nvPr/>
            </p14:nvContentPartPr>
            <p14:xfrm>
              <a:off x="6594718" y="2717069"/>
              <a:ext cx="369720" cy="709560"/>
            </p14:xfrm>
          </p:contentPart>
        </mc:Choice>
        <mc:Fallback xmlns="">
          <p:pic>
            <p:nvPicPr>
              <p:cNvPr id="308" name="Ink 307"/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6584278" y="2706629"/>
                <a:ext cx="390600" cy="73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310" name="Ink 309"/>
              <p14:cNvContentPartPr/>
              <p14:nvPr/>
            </p14:nvContentPartPr>
            <p14:xfrm>
              <a:off x="6754558" y="2165189"/>
              <a:ext cx="5150160" cy="1217880"/>
            </p14:xfrm>
          </p:contentPart>
        </mc:Choice>
        <mc:Fallback xmlns="">
          <p:pic>
            <p:nvPicPr>
              <p:cNvPr id="310" name="Ink 309"/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6744118" y="2154749"/>
                <a:ext cx="5171040" cy="123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330" name="Ink 329"/>
              <p14:cNvContentPartPr/>
              <p14:nvPr/>
            </p14:nvContentPartPr>
            <p14:xfrm>
              <a:off x="8703958" y="4019909"/>
              <a:ext cx="2296800" cy="1071000"/>
            </p14:xfrm>
          </p:contentPart>
        </mc:Choice>
        <mc:Fallback xmlns="">
          <p:pic>
            <p:nvPicPr>
              <p:cNvPr id="330" name="Ink 329"/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8693518" y="4009469"/>
                <a:ext cx="2317680" cy="109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331" name="Ink 330"/>
              <p14:cNvContentPartPr/>
              <p14:nvPr/>
            </p14:nvContentPartPr>
            <p14:xfrm>
              <a:off x="6840238" y="4644149"/>
              <a:ext cx="1277640" cy="257400"/>
            </p14:xfrm>
          </p:contentPart>
        </mc:Choice>
        <mc:Fallback xmlns="">
          <p:pic>
            <p:nvPicPr>
              <p:cNvPr id="331" name="Ink 330"/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6829798" y="4633709"/>
                <a:ext cx="1298520" cy="27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342" name="Ink 341"/>
              <p14:cNvContentPartPr/>
              <p14:nvPr/>
            </p14:nvContentPartPr>
            <p14:xfrm>
              <a:off x="7945078" y="4640909"/>
              <a:ext cx="340920" cy="710640"/>
            </p14:xfrm>
          </p:contentPart>
        </mc:Choice>
        <mc:Fallback xmlns="">
          <p:pic>
            <p:nvPicPr>
              <p:cNvPr id="342" name="Ink 341"/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7934638" y="4630469"/>
                <a:ext cx="361800" cy="73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352" name="Ink 351"/>
              <p14:cNvContentPartPr/>
              <p14:nvPr/>
            </p14:nvContentPartPr>
            <p14:xfrm>
              <a:off x="9385438" y="2766389"/>
              <a:ext cx="1218240" cy="37440"/>
            </p14:xfrm>
          </p:contentPart>
        </mc:Choice>
        <mc:Fallback xmlns="">
          <p:pic>
            <p:nvPicPr>
              <p:cNvPr id="352" name="Ink 351"/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9374998" y="2755949"/>
                <a:ext cx="123912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355" name="Ink 354"/>
              <p14:cNvContentPartPr/>
              <p14:nvPr/>
            </p14:nvContentPartPr>
            <p14:xfrm>
              <a:off x="6771838" y="5054909"/>
              <a:ext cx="1432440" cy="319680"/>
            </p14:xfrm>
          </p:contentPart>
        </mc:Choice>
        <mc:Fallback xmlns="">
          <p:pic>
            <p:nvPicPr>
              <p:cNvPr id="355" name="Ink 354"/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6761398" y="5044469"/>
                <a:ext cx="1453320" cy="34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384" name="Ink 383"/>
              <p14:cNvContentPartPr/>
              <p14:nvPr/>
            </p14:nvContentPartPr>
            <p14:xfrm>
              <a:off x="9083880" y="733109"/>
              <a:ext cx="2657398" cy="440280"/>
            </p14:xfrm>
          </p:contentPart>
        </mc:Choice>
        <mc:Fallback xmlns="">
          <p:pic>
            <p:nvPicPr>
              <p:cNvPr id="384" name="Ink 383"/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9073440" y="722669"/>
                <a:ext cx="2678277" cy="461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86206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9" name="Ink 38"/>
              <p14:cNvContentPartPr/>
              <p14:nvPr/>
            </p14:nvContentPartPr>
            <p14:xfrm>
              <a:off x="4330318" y="104189"/>
              <a:ext cx="940680" cy="34920"/>
            </p14:xfrm>
          </p:contentPart>
        </mc:Choice>
        <mc:Fallback xmlns="">
          <p:pic>
            <p:nvPicPr>
              <p:cNvPr id="39" name="Ink 38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19878" y="93749"/>
                <a:ext cx="96156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5" name="Ink 54"/>
              <p14:cNvContentPartPr/>
              <p14:nvPr/>
            </p14:nvContentPartPr>
            <p14:xfrm>
              <a:off x="819598" y="871349"/>
              <a:ext cx="764280" cy="310680"/>
            </p14:xfrm>
          </p:contentPart>
        </mc:Choice>
        <mc:Fallback xmlns="">
          <p:pic>
            <p:nvPicPr>
              <p:cNvPr id="55" name="Ink 54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09158" y="860909"/>
                <a:ext cx="785160" cy="33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1" name="Ink 90"/>
              <p14:cNvContentPartPr/>
              <p14:nvPr/>
            </p14:nvContentPartPr>
            <p14:xfrm>
              <a:off x="1992118" y="767669"/>
              <a:ext cx="466920" cy="776880"/>
            </p14:xfrm>
          </p:contentPart>
        </mc:Choice>
        <mc:Fallback xmlns="">
          <p:pic>
            <p:nvPicPr>
              <p:cNvPr id="91" name="Ink 90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981678" y="757229"/>
                <a:ext cx="487800" cy="79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1" name="Ink 100"/>
              <p14:cNvContentPartPr/>
              <p14:nvPr/>
            </p14:nvContentPartPr>
            <p14:xfrm>
              <a:off x="810238" y="1138829"/>
              <a:ext cx="795600" cy="530640"/>
            </p14:xfrm>
          </p:contentPart>
        </mc:Choice>
        <mc:Fallback xmlns="">
          <p:pic>
            <p:nvPicPr>
              <p:cNvPr id="101" name="Ink 100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99798" y="1128389"/>
                <a:ext cx="816480" cy="55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2" name="Ink 101"/>
              <p14:cNvContentPartPr/>
              <p14:nvPr/>
            </p14:nvContentPartPr>
            <p14:xfrm>
              <a:off x="2139358" y="1544189"/>
              <a:ext cx="603000" cy="569520"/>
            </p14:xfrm>
          </p:contentPart>
        </mc:Choice>
        <mc:Fallback xmlns="">
          <p:pic>
            <p:nvPicPr>
              <p:cNvPr id="102" name="Ink 101"/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128918" y="1533749"/>
                <a:ext cx="623880" cy="59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14" name="Ink 113"/>
              <p14:cNvContentPartPr/>
              <p14:nvPr/>
            </p14:nvContentPartPr>
            <p14:xfrm>
              <a:off x="2300998" y="931109"/>
              <a:ext cx="209520" cy="624240"/>
            </p14:xfrm>
          </p:contentPart>
        </mc:Choice>
        <mc:Fallback xmlns="">
          <p:pic>
            <p:nvPicPr>
              <p:cNvPr id="114" name="Ink 113"/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290558" y="920669"/>
                <a:ext cx="230400" cy="64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16" name="Ink 115"/>
              <p14:cNvContentPartPr/>
              <p14:nvPr/>
            </p14:nvContentPartPr>
            <p14:xfrm>
              <a:off x="2569558" y="1104269"/>
              <a:ext cx="346680" cy="630000"/>
            </p14:xfrm>
          </p:contentPart>
        </mc:Choice>
        <mc:Fallback xmlns="">
          <p:pic>
            <p:nvPicPr>
              <p:cNvPr id="116" name="Ink 115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559118" y="1093829"/>
                <a:ext cx="367560" cy="65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22" name="Ink 121"/>
              <p14:cNvContentPartPr/>
              <p14:nvPr/>
            </p14:nvContentPartPr>
            <p14:xfrm>
              <a:off x="4520038" y="1457789"/>
              <a:ext cx="518400" cy="666360"/>
            </p14:xfrm>
          </p:contentPart>
        </mc:Choice>
        <mc:Fallback xmlns="">
          <p:pic>
            <p:nvPicPr>
              <p:cNvPr id="122" name="Ink 121"/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509598" y="1447349"/>
                <a:ext cx="539280" cy="68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30" name="Ink 129"/>
              <p14:cNvContentPartPr/>
              <p14:nvPr/>
            </p14:nvContentPartPr>
            <p14:xfrm>
              <a:off x="4503118" y="826349"/>
              <a:ext cx="483480" cy="186120"/>
            </p14:xfrm>
          </p:contentPart>
        </mc:Choice>
        <mc:Fallback xmlns="">
          <p:pic>
            <p:nvPicPr>
              <p:cNvPr id="130" name="Ink 129"/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492678" y="815909"/>
                <a:ext cx="504360" cy="20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32" name="Ink 131"/>
              <p14:cNvContentPartPr/>
              <p14:nvPr/>
            </p14:nvContentPartPr>
            <p14:xfrm>
              <a:off x="6476998" y="595229"/>
              <a:ext cx="986040" cy="1872360"/>
            </p14:xfrm>
          </p:contentPart>
        </mc:Choice>
        <mc:Fallback xmlns="">
          <p:pic>
            <p:nvPicPr>
              <p:cNvPr id="132" name="Ink 131"/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466558" y="584789"/>
                <a:ext cx="1006920" cy="189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36" name="Ink 135"/>
              <p14:cNvContentPartPr/>
              <p14:nvPr/>
            </p14:nvContentPartPr>
            <p14:xfrm>
              <a:off x="6210958" y="112109"/>
              <a:ext cx="1977840" cy="259200"/>
            </p14:xfrm>
          </p:contentPart>
        </mc:Choice>
        <mc:Fallback xmlns="">
          <p:pic>
            <p:nvPicPr>
              <p:cNvPr id="136" name="Ink 135"/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200518" y="101669"/>
                <a:ext cx="1998720" cy="28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43" name="Ink 142"/>
              <p14:cNvContentPartPr/>
              <p14:nvPr/>
            </p14:nvContentPartPr>
            <p14:xfrm>
              <a:off x="319198" y="103469"/>
              <a:ext cx="4796640" cy="692280"/>
            </p14:xfrm>
          </p:contentPart>
        </mc:Choice>
        <mc:Fallback xmlns="">
          <p:pic>
            <p:nvPicPr>
              <p:cNvPr id="143" name="Ink 142"/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08758" y="93029"/>
                <a:ext cx="4817520" cy="71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60" name="Ink 159"/>
              <p14:cNvContentPartPr/>
              <p14:nvPr/>
            </p14:nvContentPartPr>
            <p14:xfrm>
              <a:off x="1897798" y="3967709"/>
              <a:ext cx="1038600" cy="1320480"/>
            </p14:xfrm>
          </p:contentPart>
        </mc:Choice>
        <mc:Fallback xmlns="">
          <p:pic>
            <p:nvPicPr>
              <p:cNvPr id="160" name="Ink 159"/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887358" y="3957269"/>
                <a:ext cx="1059480" cy="134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64" name="Ink 163"/>
              <p14:cNvContentPartPr/>
              <p14:nvPr/>
            </p14:nvContentPartPr>
            <p14:xfrm>
              <a:off x="4813438" y="2415389"/>
              <a:ext cx="26280" cy="421920"/>
            </p14:xfrm>
          </p:contentPart>
        </mc:Choice>
        <mc:Fallback xmlns="">
          <p:pic>
            <p:nvPicPr>
              <p:cNvPr id="164" name="Ink 163"/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802998" y="2404949"/>
                <a:ext cx="47160" cy="44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65" name="Ink 164"/>
              <p14:cNvContentPartPr/>
              <p14:nvPr/>
            </p14:nvContentPartPr>
            <p14:xfrm>
              <a:off x="4710118" y="3766469"/>
              <a:ext cx="1069920" cy="1170360"/>
            </p14:xfrm>
          </p:contentPart>
        </mc:Choice>
        <mc:Fallback xmlns="">
          <p:pic>
            <p:nvPicPr>
              <p:cNvPr id="165" name="Ink 164"/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699678" y="3756029"/>
                <a:ext cx="1090800" cy="119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72" name="Ink 171"/>
              <p14:cNvContentPartPr/>
              <p14:nvPr/>
            </p14:nvContentPartPr>
            <p14:xfrm>
              <a:off x="7453318" y="3646589"/>
              <a:ext cx="1026720" cy="1201680"/>
            </p14:xfrm>
          </p:contentPart>
        </mc:Choice>
        <mc:Fallback xmlns="">
          <p:pic>
            <p:nvPicPr>
              <p:cNvPr id="172" name="Ink 171"/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442878" y="3636149"/>
                <a:ext cx="1047600" cy="122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76" name="Ink 175"/>
              <p14:cNvContentPartPr/>
              <p14:nvPr/>
            </p14:nvContentPartPr>
            <p14:xfrm>
              <a:off x="1966918" y="2120189"/>
              <a:ext cx="497160" cy="450720"/>
            </p14:xfrm>
          </p:contentPart>
        </mc:Choice>
        <mc:Fallback xmlns="">
          <p:pic>
            <p:nvPicPr>
              <p:cNvPr id="176" name="Ink 175"/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956478" y="2109749"/>
                <a:ext cx="518040" cy="47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84" name="Ink 183"/>
              <p14:cNvContentPartPr/>
              <p14:nvPr/>
            </p14:nvContentPartPr>
            <p14:xfrm>
              <a:off x="939478" y="931829"/>
              <a:ext cx="19080" cy="206280"/>
            </p14:xfrm>
          </p:contentPart>
        </mc:Choice>
        <mc:Fallback xmlns="">
          <p:pic>
            <p:nvPicPr>
              <p:cNvPr id="184" name="Ink 183"/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929038" y="921389"/>
                <a:ext cx="39960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85" name="Ink 184"/>
              <p14:cNvContentPartPr/>
              <p14:nvPr/>
            </p14:nvContentPartPr>
            <p14:xfrm>
              <a:off x="1104358" y="1673429"/>
              <a:ext cx="667440" cy="871560"/>
            </p14:xfrm>
          </p:contentPart>
        </mc:Choice>
        <mc:Fallback xmlns="">
          <p:pic>
            <p:nvPicPr>
              <p:cNvPr id="185" name="Ink 184"/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093918" y="1662989"/>
                <a:ext cx="688320" cy="89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86" name="Ink 185"/>
              <p14:cNvContentPartPr/>
              <p14:nvPr/>
            </p14:nvContentPartPr>
            <p14:xfrm>
              <a:off x="1957198" y="2354909"/>
              <a:ext cx="185040" cy="759600"/>
            </p14:xfrm>
          </p:contentPart>
        </mc:Choice>
        <mc:Fallback xmlns="">
          <p:pic>
            <p:nvPicPr>
              <p:cNvPr id="186" name="Ink 185"/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946758" y="2344469"/>
                <a:ext cx="205920" cy="78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87" name="Ink 186"/>
              <p14:cNvContentPartPr/>
              <p14:nvPr/>
            </p14:nvContentPartPr>
            <p14:xfrm>
              <a:off x="1957198" y="3053669"/>
              <a:ext cx="10800" cy="224640"/>
            </p14:xfrm>
          </p:contentPart>
        </mc:Choice>
        <mc:Fallback xmlns="">
          <p:pic>
            <p:nvPicPr>
              <p:cNvPr id="187" name="Ink 186"/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946758" y="3043229"/>
                <a:ext cx="31680" cy="24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05" name="Ink 204"/>
              <p14:cNvContentPartPr/>
              <p14:nvPr/>
            </p14:nvContentPartPr>
            <p14:xfrm>
              <a:off x="2017678" y="4113869"/>
              <a:ext cx="398160" cy="303120"/>
            </p14:xfrm>
          </p:contentPart>
        </mc:Choice>
        <mc:Fallback xmlns="">
          <p:pic>
            <p:nvPicPr>
              <p:cNvPr id="205" name="Ink 204"/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2007238" y="4103429"/>
                <a:ext cx="419040" cy="32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11" name="Ink 210"/>
              <p14:cNvContentPartPr/>
              <p14:nvPr/>
            </p14:nvContentPartPr>
            <p14:xfrm>
              <a:off x="1475158" y="4665749"/>
              <a:ext cx="448920" cy="1261080"/>
            </p14:xfrm>
          </p:contentPart>
        </mc:Choice>
        <mc:Fallback xmlns="">
          <p:pic>
            <p:nvPicPr>
              <p:cNvPr id="211" name="Ink 210"/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464718" y="4655309"/>
                <a:ext cx="469800" cy="128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234" name="Ink 233"/>
              <p14:cNvContentPartPr/>
              <p14:nvPr/>
            </p14:nvContentPartPr>
            <p14:xfrm>
              <a:off x="7565278" y="3835949"/>
              <a:ext cx="743400" cy="831240"/>
            </p14:xfrm>
          </p:contentPart>
        </mc:Choice>
        <mc:Fallback xmlns="">
          <p:pic>
            <p:nvPicPr>
              <p:cNvPr id="234" name="Ink 233"/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554838" y="3825509"/>
                <a:ext cx="764280" cy="85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247" name="Ink 246"/>
              <p14:cNvContentPartPr/>
              <p14:nvPr/>
            </p14:nvContentPartPr>
            <p14:xfrm>
              <a:off x="2881318" y="4286309"/>
              <a:ext cx="1881000" cy="545400"/>
            </p14:xfrm>
          </p:contentPart>
        </mc:Choice>
        <mc:Fallback xmlns="">
          <p:pic>
            <p:nvPicPr>
              <p:cNvPr id="247" name="Ink 246"/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870878" y="4275869"/>
                <a:ext cx="1901880" cy="56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253" name="Ink 252"/>
              <p14:cNvContentPartPr/>
              <p14:nvPr/>
            </p14:nvContentPartPr>
            <p14:xfrm>
              <a:off x="5676358" y="4266509"/>
              <a:ext cx="1803240" cy="349200"/>
            </p14:xfrm>
          </p:contentPart>
        </mc:Choice>
        <mc:Fallback xmlns="">
          <p:pic>
            <p:nvPicPr>
              <p:cNvPr id="253" name="Ink 252"/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5665918" y="4256069"/>
                <a:ext cx="1824120" cy="37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255" name="Ink 254"/>
              <p14:cNvContentPartPr/>
              <p14:nvPr/>
            </p14:nvContentPartPr>
            <p14:xfrm>
              <a:off x="1587118" y="2328989"/>
              <a:ext cx="524520" cy="281160"/>
            </p14:xfrm>
          </p:contentPart>
        </mc:Choice>
        <mc:Fallback xmlns="">
          <p:pic>
            <p:nvPicPr>
              <p:cNvPr id="255" name="Ink 254"/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576678" y="2318549"/>
                <a:ext cx="545400" cy="30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256" name="Ink 255"/>
              <p14:cNvContentPartPr/>
              <p14:nvPr/>
            </p14:nvContentPartPr>
            <p14:xfrm>
              <a:off x="1699438" y="3269309"/>
              <a:ext cx="267840" cy="1044360"/>
            </p14:xfrm>
          </p:contentPart>
        </mc:Choice>
        <mc:Fallback xmlns="">
          <p:pic>
            <p:nvPicPr>
              <p:cNvPr id="256" name="Ink 255"/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688998" y="3258869"/>
                <a:ext cx="288720" cy="106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259" name="Ink 258"/>
              <p14:cNvContentPartPr/>
              <p14:nvPr/>
            </p14:nvContentPartPr>
            <p14:xfrm>
              <a:off x="4381438" y="2838029"/>
              <a:ext cx="475560" cy="1166040"/>
            </p14:xfrm>
          </p:contentPart>
        </mc:Choice>
        <mc:Fallback xmlns="">
          <p:pic>
            <p:nvPicPr>
              <p:cNvPr id="259" name="Ink 258"/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4370998" y="2827589"/>
                <a:ext cx="496440" cy="118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261" name="Ink 260"/>
              <p14:cNvContentPartPr/>
              <p14:nvPr/>
            </p14:nvContentPartPr>
            <p14:xfrm>
              <a:off x="6901078" y="2466509"/>
              <a:ext cx="518040" cy="1407960"/>
            </p14:xfrm>
          </p:contentPart>
        </mc:Choice>
        <mc:Fallback xmlns="">
          <p:pic>
            <p:nvPicPr>
              <p:cNvPr id="261" name="Ink 260"/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6890638" y="2456069"/>
                <a:ext cx="538920" cy="142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263" name="Ink 262"/>
              <p14:cNvContentPartPr/>
              <p14:nvPr/>
            </p14:nvContentPartPr>
            <p14:xfrm>
              <a:off x="4692838" y="1127309"/>
              <a:ext cx="34920" cy="417240"/>
            </p14:xfrm>
          </p:contentPart>
        </mc:Choice>
        <mc:Fallback xmlns="">
          <p:pic>
            <p:nvPicPr>
              <p:cNvPr id="263" name="Ink 262"/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4682398" y="1116869"/>
                <a:ext cx="55800" cy="43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264" name="Ink 263"/>
              <p14:cNvContentPartPr/>
              <p14:nvPr/>
            </p14:nvContentPartPr>
            <p14:xfrm>
              <a:off x="4873918" y="1086989"/>
              <a:ext cx="32040" cy="466200"/>
            </p14:xfrm>
          </p:contentPart>
        </mc:Choice>
        <mc:Fallback xmlns="">
          <p:pic>
            <p:nvPicPr>
              <p:cNvPr id="264" name="Ink 263"/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4863478" y="1076549"/>
                <a:ext cx="52920" cy="48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265" name="Ink 264"/>
              <p14:cNvContentPartPr/>
              <p14:nvPr/>
            </p14:nvContentPartPr>
            <p14:xfrm>
              <a:off x="1560838" y="2398109"/>
              <a:ext cx="371880" cy="641880"/>
            </p14:xfrm>
          </p:contentPart>
        </mc:Choice>
        <mc:Fallback xmlns="">
          <p:pic>
            <p:nvPicPr>
              <p:cNvPr id="265" name="Ink 264"/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550398" y="2387669"/>
                <a:ext cx="392760" cy="66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267" name="Ink 266"/>
              <p14:cNvContentPartPr/>
              <p14:nvPr/>
            </p14:nvContentPartPr>
            <p14:xfrm>
              <a:off x="431158" y="5641709"/>
              <a:ext cx="1018440" cy="362520"/>
            </p14:xfrm>
          </p:contentPart>
        </mc:Choice>
        <mc:Fallback xmlns="">
          <p:pic>
            <p:nvPicPr>
              <p:cNvPr id="267" name="Ink 266"/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420718" y="5631269"/>
                <a:ext cx="1039320" cy="38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280" name="Ink 279"/>
              <p14:cNvContentPartPr/>
              <p14:nvPr/>
            </p14:nvContentPartPr>
            <p14:xfrm>
              <a:off x="4778878" y="3519509"/>
              <a:ext cx="1674000" cy="630000"/>
            </p14:xfrm>
          </p:contentPart>
        </mc:Choice>
        <mc:Fallback xmlns="">
          <p:pic>
            <p:nvPicPr>
              <p:cNvPr id="280" name="Ink 279"/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4768438" y="3509069"/>
                <a:ext cx="1694880" cy="65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284" name="Ink 283"/>
              <p14:cNvContentPartPr/>
              <p14:nvPr/>
            </p14:nvContentPartPr>
            <p14:xfrm>
              <a:off x="4822078" y="2147909"/>
              <a:ext cx="35640" cy="300240"/>
            </p14:xfrm>
          </p:contentPart>
        </mc:Choice>
        <mc:Fallback xmlns="">
          <p:pic>
            <p:nvPicPr>
              <p:cNvPr id="284" name="Ink 283"/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4811638" y="2137469"/>
                <a:ext cx="56520" cy="32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289" name="Ink 288"/>
              <p14:cNvContentPartPr/>
              <p14:nvPr/>
            </p14:nvContentPartPr>
            <p14:xfrm>
              <a:off x="8445118" y="3649109"/>
              <a:ext cx="823320" cy="284760"/>
            </p14:xfrm>
          </p:contentPart>
        </mc:Choice>
        <mc:Fallback xmlns="">
          <p:pic>
            <p:nvPicPr>
              <p:cNvPr id="289" name="Ink 288"/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8434678" y="3638669"/>
                <a:ext cx="844200" cy="30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296" name="Ink 295"/>
              <p14:cNvContentPartPr/>
              <p14:nvPr/>
            </p14:nvContentPartPr>
            <p14:xfrm>
              <a:off x="2363638" y="3675029"/>
              <a:ext cx="360" cy="164160"/>
            </p14:xfrm>
          </p:contentPart>
        </mc:Choice>
        <mc:Fallback xmlns="">
          <p:pic>
            <p:nvPicPr>
              <p:cNvPr id="296" name="Ink 295"/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2353198" y="3664589"/>
                <a:ext cx="21240" cy="18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297" name="Ink 296"/>
              <p14:cNvContentPartPr/>
              <p14:nvPr/>
            </p14:nvContentPartPr>
            <p14:xfrm>
              <a:off x="2837398" y="3778349"/>
              <a:ext cx="768960" cy="509400"/>
            </p14:xfrm>
          </p:contentPart>
        </mc:Choice>
        <mc:Fallback xmlns="">
          <p:pic>
            <p:nvPicPr>
              <p:cNvPr id="297" name="Ink 296"/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2826958" y="3767909"/>
                <a:ext cx="789840" cy="53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298" name="Ink 297"/>
              <p14:cNvContentPartPr/>
              <p14:nvPr/>
            </p14:nvContentPartPr>
            <p14:xfrm>
              <a:off x="5167678" y="3924869"/>
              <a:ext cx="431280" cy="880560"/>
            </p14:xfrm>
          </p:contentPart>
        </mc:Choice>
        <mc:Fallback xmlns="">
          <p:pic>
            <p:nvPicPr>
              <p:cNvPr id="298" name="Ink 297"/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5157238" y="3914429"/>
                <a:ext cx="452160" cy="90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301" name="Ink 300"/>
              <p14:cNvContentPartPr/>
              <p14:nvPr/>
            </p14:nvContentPartPr>
            <p14:xfrm>
              <a:off x="1949638" y="4546229"/>
              <a:ext cx="543600" cy="641520"/>
            </p14:xfrm>
          </p:contentPart>
        </mc:Choice>
        <mc:Fallback xmlns="">
          <p:pic>
            <p:nvPicPr>
              <p:cNvPr id="301" name="Ink 300"/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939198" y="4535789"/>
                <a:ext cx="564480" cy="66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302" name="Ink 301"/>
              <p14:cNvContentPartPr/>
              <p14:nvPr/>
            </p14:nvContentPartPr>
            <p14:xfrm>
              <a:off x="2612758" y="4321229"/>
              <a:ext cx="139680" cy="631080"/>
            </p14:xfrm>
          </p:contentPart>
        </mc:Choice>
        <mc:Fallback xmlns="">
          <p:pic>
            <p:nvPicPr>
              <p:cNvPr id="302" name="Ink 301"/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2602318" y="4310789"/>
                <a:ext cx="160560" cy="65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303" name="Ink 302"/>
              <p14:cNvContentPartPr/>
              <p14:nvPr/>
            </p14:nvContentPartPr>
            <p14:xfrm>
              <a:off x="2467318" y="5546669"/>
              <a:ext cx="26640" cy="121320"/>
            </p14:xfrm>
          </p:contentPart>
        </mc:Choice>
        <mc:Fallback xmlns="">
          <p:pic>
            <p:nvPicPr>
              <p:cNvPr id="303" name="Ink 302"/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2456878" y="5536229"/>
                <a:ext cx="47520" cy="14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308" name="Ink 307"/>
              <p14:cNvContentPartPr/>
              <p14:nvPr/>
            </p14:nvContentPartPr>
            <p14:xfrm>
              <a:off x="7875958" y="3381629"/>
              <a:ext cx="17640" cy="138240"/>
            </p14:xfrm>
          </p:contentPart>
        </mc:Choice>
        <mc:Fallback xmlns="">
          <p:pic>
            <p:nvPicPr>
              <p:cNvPr id="308" name="Ink 307"/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7865518" y="3371189"/>
                <a:ext cx="38520" cy="15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309" name="Ink 308"/>
              <p14:cNvContentPartPr/>
              <p14:nvPr/>
            </p14:nvContentPartPr>
            <p14:xfrm>
              <a:off x="7996558" y="4960229"/>
              <a:ext cx="17640" cy="195840"/>
            </p14:xfrm>
          </p:contentPart>
        </mc:Choice>
        <mc:Fallback xmlns="">
          <p:pic>
            <p:nvPicPr>
              <p:cNvPr id="309" name="Ink 308"/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7986118" y="4949789"/>
                <a:ext cx="38520" cy="2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310" name="Ink 309"/>
              <p14:cNvContentPartPr/>
              <p14:nvPr/>
            </p14:nvContentPartPr>
            <p14:xfrm>
              <a:off x="5279278" y="5115389"/>
              <a:ext cx="26280" cy="121320"/>
            </p14:xfrm>
          </p:contentPart>
        </mc:Choice>
        <mc:Fallback xmlns="">
          <p:pic>
            <p:nvPicPr>
              <p:cNvPr id="310" name="Ink 309"/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5268838" y="5104949"/>
                <a:ext cx="47160" cy="142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22313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71634" cy="278154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/>
              <p14:cNvContentPartPr/>
              <p14:nvPr/>
            </p14:nvContentPartPr>
            <p14:xfrm>
              <a:off x="1578478" y="1803029"/>
              <a:ext cx="360" cy="36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68038" y="1792589"/>
                <a:ext cx="2124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96" name="Ink 95"/>
              <p14:cNvContentPartPr/>
              <p14:nvPr/>
            </p14:nvContentPartPr>
            <p14:xfrm>
              <a:off x="5037358" y="396869"/>
              <a:ext cx="1993680" cy="5323320"/>
            </p14:xfrm>
          </p:contentPart>
        </mc:Choice>
        <mc:Fallback>
          <p:pic>
            <p:nvPicPr>
              <p:cNvPr id="96" name="Ink 95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026918" y="386429"/>
                <a:ext cx="2014560" cy="534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49" name="Ink 148"/>
              <p14:cNvContentPartPr/>
              <p14:nvPr/>
            </p14:nvContentPartPr>
            <p14:xfrm>
              <a:off x="9489118" y="224429"/>
              <a:ext cx="880560" cy="241920"/>
            </p14:xfrm>
          </p:contentPart>
        </mc:Choice>
        <mc:Fallback>
          <p:pic>
            <p:nvPicPr>
              <p:cNvPr id="149" name="Ink 148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478678" y="213989"/>
                <a:ext cx="901440" cy="26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56" name="Ink 155"/>
              <p14:cNvContentPartPr/>
              <p14:nvPr/>
            </p14:nvContentPartPr>
            <p14:xfrm>
              <a:off x="10195798" y="672269"/>
              <a:ext cx="561600" cy="184320"/>
            </p14:xfrm>
          </p:contentPart>
        </mc:Choice>
        <mc:Fallback>
          <p:pic>
            <p:nvPicPr>
              <p:cNvPr id="156" name="Ink 155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185358" y="661829"/>
                <a:ext cx="58248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57" name="Ink 156"/>
              <p14:cNvContentPartPr/>
              <p14:nvPr/>
            </p14:nvContentPartPr>
            <p14:xfrm>
              <a:off x="10964038" y="1035149"/>
              <a:ext cx="888840" cy="520200"/>
            </p14:xfrm>
          </p:contentPart>
        </mc:Choice>
        <mc:Fallback>
          <p:pic>
            <p:nvPicPr>
              <p:cNvPr id="157" name="Ink 156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953598" y="1024709"/>
                <a:ext cx="909720" cy="54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60" name="Ink 159"/>
              <p14:cNvContentPartPr/>
              <p14:nvPr/>
            </p14:nvContentPartPr>
            <p14:xfrm>
              <a:off x="4166518" y="559589"/>
              <a:ext cx="478080" cy="925560"/>
            </p14:xfrm>
          </p:contentPart>
        </mc:Choice>
        <mc:Fallback>
          <p:pic>
            <p:nvPicPr>
              <p:cNvPr id="160" name="Ink 159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156078" y="549149"/>
                <a:ext cx="498960" cy="9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96" name="Ink 195"/>
              <p14:cNvContentPartPr/>
              <p14:nvPr/>
            </p14:nvContentPartPr>
            <p14:xfrm>
              <a:off x="9445918" y="2526629"/>
              <a:ext cx="1130400" cy="613800"/>
            </p14:xfrm>
          </p:contentPart>
        </mc:Choice>
        <mc:Fallback>
          <p:pic>
            <p:nvPicPr>
              <p:cNvPr id="196" name="Ink 195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435478" y="2516189"/>
                <a:ext cx="1151280" cy="63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218" name="Ink 217"/>
              <p14:cNvContentPartPr/>
              <p14:nvPr/>
            </p14:nvContentPartPr>
            <p14:xfrm>
              <a:off x="3614638" y="1500989"/>
              <a:ext cx="17280" cy="104040"/>
            </p14:xfrm>
          </p:contentPart>
        </mc:Choice>
        <mc:Fallback>
          <p:pic>
            <p:nvPicPr>
              <p:cNvPr id="218" name="Ink 217"/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604198" y="1490549"/>
                <a:ext cx="38160" cy="12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219" name="Ink 218"/>
              <p14:cNvContentPartPr/>
              <p14:nvPr/>
            </p14:nvContentPartPr>
            <p14:xfrm>
              <a:off x="3614638" y="2096069"/>
              <a:ext cx="17280" cy="147240"/>
            </p14:xfrm>
          </p:contentPart>
        </mc:Choice>
        <mc:Fallback>
          <p:pic>
            <p:nvPicPr>
              <p:cNvPr id="219" name="Ink 218"/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604198" y="2085629"/>
                <a:ext cx="38160" cy="16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221" name="Ink 220"/>
              <p14:cNvContentPartPr/>
              <p14:nvPr/>
            </p14:nvContentPartPr>
            <p14:xfrm>
              <a:off x="10056118" y="671549"/>
              <a:ext cx="219600" cy="1374120"/>
            </p14:xfrm>
          </p:contentPart>
        </mc:Choice>
        <mc:Fallback>
          <p:pic>
            <p:nvPicPr>
              <p:cNvPr id="221" name="Ink 220"/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0045678" y="661109"/>
                <a:ext cx="240480" cy="139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222" name="Ink 221"/>
              <p14:cNvContentPartPr/>
              <p14:nvPr/>
            </p14:nvContentPartPr>
            <p14:xfrm>
              <a:off x="8574718" y="2215949"/>
              <a:ext cx="3528360" cy="217440"/>
            </p14:xfrm>
          </p:contentPart>
        </mc:Choice>
        <mc:Fallback>
          <p:pic>
            <p:nvPicPr>
              <p:cNvPr id="222" name="Ink 221"/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8564278" y="2205509"/>
                <a:ext cx="3549240" cy="23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225" name="Ink 224"/>
              <p14:cNvContentPartPr/>
              <p14:nvPr/>
            </p14:nvContentPartPr>
            <p14:xfrm>
              <a:off x="8407318" y="60269"/>
              <a:ext cx="219600" cy="2295000"/>
            </p14:xfrm>
          </p:contentPart>
        </mc:Choice>
        <mc:Fallback>
          <p:pic>
            <p:nvPicPr>
              <p:cNvPr id="225" name="Ink 224"/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8396878" y="49829"/>
                <a:ext cx="240480" cy="231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229" name="Ink 228"/>
              <p14:cNvContentPartPr/>
              <p14:nvPr/>
            </p14:nvContentPartPr>
            <p14:xfrm>
              <a:off x="1785838" y="1552829"/>
              <a:ext cx="18000" cy="132120"/>
            </p14:xfrm>
          </p:contentPart>
        </mc:Choice>
        <mc:Fallback>
          <p:pic>
            <p:nvPicPr>
              <p:cNvPr id="229" name="Ink 228"/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775398" y="1542389"/>
                <a:ext cx="38880" cy="15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230" name="Ink 229"/>
              <p14:cNvContentPartPr/>
              <p14:nvPr/>
            </p14:nvContentPartPr>
            <p14:xfrm>
              <a:off x="1785838" y="2061869"/>
              <a:ext cx="8640" cy="129600"/>
            </p14:xfrm>
          </p:contentPart>
        </mc:Choice>
        <mc:Fallback>
          <p:pic>
            <p:nvPicPr>
              <p:cNvPr id="230" name="Ink 229"/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775398" y="2051429"/>
                <a:ext cx="29520" cy="15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253" name="Ink 252"/>
              <p14:cNvContentPartPr/>
              <p14:nvPr/>
            </p14:nvContentPartPr>
            <p14:xfrm>
              <a:off x="2665678" y="1526909"/>
              <a:ext cx="69120" cy="673200"/>
            </p14:xfrm>
          </p:contentPart>
        </mc:Choice>
        <mc:Fallback>
          <p:pic>
            <p:nvPicPr>
              <p:cNvPr id="253" name="Ink 252"/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2655238" y="1516469"/>
                <a:ext cx="90000" cy="69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254" name="Ink 253"/>
              <p14:cNvContentPartPr/>
              <p14:nvPr/>
            </p14:nvContentPartPr>
            <p14:xfrm>
              <a:off x="68998" y="1526909"/>
              <a:ext cx="4833360" cy="3761280"/>
            </p14:xfrm>
          </p:contentPart>
        </mc:Choice>
        <mc:Fallback>
          <p:pic>
            <p:nvPicPr>
              <p:cNvPr id="254" name="Ink 253"/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58558" y="1516469"/>
                <a:ext cx="4854240" cy="37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263" name="Ink 262"/>
              <p14:cNvContentPartPr/>
              <p14:nvPr/>
            </p14:nvContentPartPr>
            <p14:xfrm>
              <a:off x="5900638" y="3243389"/>
              <a:ext cx="846720" cy="453600"/>
            </p14:xfrm>
          </p:contentPart>
        </mc:Choice>
        <mc:Fallback>
          <p:pic>
            <p:nvPicPr>
              <p:cNvPr id="263" name="Ink 262"/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5890198" y="3232949"/>
                <a:ext cx="867600" cy="47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269" name="Ink 268"/>
              <p14:cNvContentPartPr/>
              <p14:nvPr/>
            </p14:nvContentPartPr>
            <p14:xfrm>
              <a:off x="7772278" y="4518149"/>
              <a:ext cx="802800" cy="968760"/>
            </p14:xfrm>
          </p:contentPart>
        </mc:Choice>
        <mc:Fallback>
          <p:pic>
            <p:nvPicPr>
              <p:cNvPr id="269" name="Ink 268"/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7761838" y="4507709"/>
                <a:ext cx="823680" cy="98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285" name="Ink 284"/>
              <p14:cNvContentPartPr/>
              <p14:nvPr/>
            </p14:nvContentPartPr>
            <p14:xfrm>
              <a:off x="7176478" y="3519509"/>
              <a:ext cx="682920" cy="966600"/>
            </p14:xfrm>
          </p:contentPart>
        </mc:Choice>
        <mc:Fallback>
          <p:pic>
            <p:nvPicPr>
              <p:cNvPr id="285" name="Ink 284"/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7166038" y="3509069"/>
                <a:ext cx="703800" cy="98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286" name="Ink 285"/>
              <p14:cNvContentPartPr/>
              <p14:nvPr/>
            </p14:nvContentPartPr>
            <p14:xfrm>
              <a:off x="7254958" y="2923349"/>
              <a:ext cx="1121760" cy="907200"/>
            </p14:xfrm>
          </p:contentPart>
        </mc:Choice>
        <mc:Fallback>
          <p:pic>
            <p:nvPicPr>
              <p:cNvPr id="286" name="Ink 285"/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7244518" y="2912909"/>
                <a:ext cx="1142640" cy="9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287" name="Ink 286"/>
              <p14:cNvContentPartPr/>
              <p14:nvPr/>
            </p14:nvContentPartPr>
            <p14:xfrm>
              <a:off x="7778398" y="4571069"/>
              <a:ext cx="1434960" cy="1192680"/>
            </p14:xfrm>
          </p:contentPart>
        </mc:Choice>
        <mc:Fallback>
          <p:pic>
            <p:nvPicPr>
              <p:cNvPr id="287" name="Ink 286"/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7767958" y="4560629"/>
                <a:ext cx="1455840" cy="121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289" name="Ink 288"/>
              <p14:cNvContentPartPr/>
              <p14:nvPr/>
            </p14:nvContentPartPr>
            <p14:xfrm>
              <a:off x="9221638" y="819149"/>
              <a:ext cx="459360" cy="1235520"/>
            </p14:xfrm>
          </p:contentPart>
        </mc:Choice>
        <mc:Fallback>
          <p:pic>
            <p:nvPicPr>
              <p:cNvPr id="289" name="Ink 288"/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9211198" y="808709"/>
                <a:ext cx="480240" cy="125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290" name="Ink 289"/>
              <p14:cNvContentPartPr/>
              <p14:nvPr/>
            </p14:nvContentPartPr>
            <p14:xfrm>
              <a:off x="8419558" y="2803469"/>
              <a:ext cx="276120" cy="198720"/>
            </p14:xfrm>
          </p:contentPart>
        </mc:Choice>
        <mc:Fallback>
          <p:pic>
            <p:nvPicPr>
              <p:cNvPr id="290" name="Ink 289"/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8409118" y="2793029"/>
                <a:ext cx="29700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291" name="Ink 290"/>
              <p14:cNvContentPartPr/>
              <p14:nvPr/>
            </p14:nvContentPartPr>
            <p14:xfrm>
              <a:off x="9670198" y="2924429"/>
              <a:ext cx="699120" cy="983520"/>
            </p14:xfrm>
          </p:contentPart>
        </mc:Choice>
        <mc:Fallback>
          <p:pic>
            <p:nvPicPr>
              <p:cNvPr id="291" name="Ink 290"/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9659758" y="2913989"/>
                <a:ext cx="720000" cy="100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292" name="Ink 291"/>
              <p14:cNvContentPartPr/>
              <p14:nvPr/>
            </p14:nvContentPartPr>
            <p14:xfrm>
              <a:off x="9169798" y="2422949"/>
              <a:ext cx="2907720" cy="3012120"/>
            </p14:xfrm>
          </p:contentPart>
        </mc:Choice>
        <mc:Fallback>
          <p:pic>
            <p:nvPicPr>
              <p:cNvPr id="292" name="Ink 291"/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9159358" y="2412509"/>
                <a:ext cx="2928600" cy="303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293" name="Ink 292"/>
              <p14:cNvContentPartPr/>
              <p14:nvPr/>
            </p14:nvContentPartPr>
            <p14:xfrm>
              <a:off x="8928238" y="4166429"/>
              <a:ext cx="1346400" cy="1260000"/>
            </p14:xfrm>
          </p:contentPart>
        </mc:Choice>
        <mc:Fallback>
          <p:pic>
            <p:nvPicPr>
              <p:cNvPr id="293" name="Ink 292"/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8917798" y="4155989"/>
                <a:ext cx="1367280" cy="128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294" name="Ink 293"/>
              <p14:cNvContentPartPr/>
              <p14:nvPr/>
            </p14:nvContentPartPr>
            <p14:xfrm>
              <a:off x="8720158" y="4649549"/>
              <a:ext cx="1054080" cy="354240"/>
            </p14:xfrm>
          </p:contentPart>
        </mc:Choice>
        <mc:Fallback>
          <p:pic>
            <p:nvPicPr>
              <p:cNvPr id="294" name="Ink 293"/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8709718" y="4639109"/>
                <a:ext cx="1074960" cy="375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19490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5" name="Ink 14"/>
              <p14:cNvContentPartPr/>
              <p14:nvPr/>
            </p14:nvContentPartPr>
            <p14:xfrm>
              <a:off x="655438" y="310109"/>
              <a:ext cx="2105280" cy="302760"/>
            </p14:xfrm>
          </p:contentPart>
        </mc:Choice>
        <mc:Fallback>
          <p:pic>
            <p:nvPicPr>
              <p:cNvPr id="15" name="Ink 1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4998" y="299669"/>
                <a:ext cx="2126160" cy="323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894508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11</cp:revision>
  <dcterms:created xsi:type="dcterms:W3CDTF">2023-10-10T12:50:26Z</dcterms:created>
  <dcterms:modified xsi:type="dcterms:W3CDTF">2023-10-10T14:30:32Z</dcterms:modified>
</cp:coreProperties>
</file>