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a Naidah Gani" userId="949d910cfffb8065" providerId="LiveId" clId="{633A8AB2-4ABB-46E9-A86C-FF235084FA28}"/>
    <pc:docChg chg="modSld">
      <pc:chgData name="MIna Naidah Gani" userId="949d910cfffb8065" providerId="LiveId" clId="{633A8AB2-4ABB-46E9-A86C-FF235084FA28}" dt="2022-10-05T07:54:19.714" v="6"/>
      <pc:docMkLst>
        <pc:docMk/>
      </pc:docMkLst>
      <pc:sldChg chg="addSp">
        <pc:chgData name="MIna Naidah Gani" userId="949d910cfffb8065" providerId="LiveId" clId="{633A8AB2-4ABB-46E9-A86C-FF235084FA28}" dt="2022-10-05T07:54:19.714" v="6"/>
        <pc:sldMkLst>
          <pc:docMk/>
          <pc:sldMk cId="862191034" sldId="256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862191034" sldId="256"/>
            <ac:inkMk id="2" creationId="{6C300EFB-3855-4855-D2B2-92BCEAE2DEBD}"/>
          </ac:inkMkLst>
        </pc:inkChg>
      </pc:sldChg>
      <pc:sldChg chg="addSp">
        <pc:chgData name="MIna Naidah Gani" userId="949d910cfffb8065" providerId="LiveId" clId="{633A8AB2-4ABB-46E9-A86C-FF235084FA28}" dt="2022-10-05T07:54:19.714" v="6"/>
        <pc:sldMkLst>
          <pc:docMk/>
          <pc:sldMk cId="2219164976" sldId="257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2219164976" sldId="257"/>
            <ac:inkMk id="2" creationId="{AC9D90E7-3933-25B6-05DF-FDAF7171CFE1}"/>
          </ac:inkMkLst>
        </pc:inkChg>
      </pc:sldChg>
      <pc:sldChg chg="addSp">
        <pc:chgData name="MIna Naidah Gani" userId="949d910cfffb8065" providerId="LiveId" clId="{633A8AB2-4ABB-46E9-A86C-FF235084FA28}" dt="2022-10-05T07:54:19.714" v="6"/>
        <pc:sldMkLst>
          <pc:docMk/>
          <pc:sldMk cId="3166953183" sldId="258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3166953183" sldId="258"/>
            <ac:inkMk id="2" creationId="{67E39AC0-7DBF-3061-E35C-1AF9A8AFD5D9}"/>
          </ac:inkMkLst>
        </pc:inkChg>
      </pc:sldChg>
      <pc:sldChg chg="addSp">
        <pc:chgData name="MIna Naidah Gani" userId="949d910cfffb8065" providerId="LiveId" clId="{633A8AB2-4ABB-46E9-A86C-FF235084FA28}" dt="2022-10-05T07:54:19.714" v="6"/>
        <pc:sldMkLst>
          <pc:docMk/>
          <pc:sldMk cId="1171208050" sldId="259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1171208050" sldId="259"/>
            <ac:inkMk id="2" creationId="{CD3B59F4-8709-8133-C133-1107C12205DA}"/>
          </ac:inkMkLst>
        </pc:inkChg>
      </pc:sldChg>
      <pc:sldChg chg="addSp">
        <pc:chgData name="MIna Naidah Gani" userId="949d910cfffb8065" providerId="LiveId" clId="{633A8AB2-4ABB-46E9-A86C-FF235084FA28}" dt="2022-10-05T07:54:19.714" v="6"/>
        <pc:sldMkLst>
          <pc:docMk/>
          <pc:sldMk cId="920140280" sldId="260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920140280" sldId="260"/>
            <ac:inkMk id="2" creationId="{F44EC8B5-F924-4A9D-25BF-6A714DECB430}"/>
          </ac:inkMkLst>
        </pc:inkChg>
      </pc:sldChg>
      <pc:sldChg chg="addSp modSp">
        <pc:chgData name="MIna Naidah Gani" userId="949d910cfffb8065" providerId="LiveId" clId="{633A8AB2-4ABB-46E9-A86C-FF235084FA28}" dt="2022-10-05T07:54:19.714" v="6"/>
        <pc:sldMkLst>
          <pc:docMk/>
          <pc:sldMk cId="1031464633" sldId="261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1031464633" sldId="261"/>
            <ac:inkMk id="2" creationId="{B7FF357B-F4B7-377A-0AEB-F7FC11C25EA0}"/>
          </ac:inkMkLst>
        </pc:inkChg>
        <pc:inkChg chg="mod">
          <ac:chgData name="MIna Naidah Gani" userId="949d910cfffb8065" providerId="LiveId" clId="{633A8AB2-4ABB-46E9-A86C-FF235084FA28}" dt="2022-10-05T06:58:28.393" v="0"/>
          <ac:inkMkLst>
            <pc:docMk/>
            <pc:sldMk cId="1031464633" sldId="261"/>
            <ac:inkMk id="4" creationId="{55770916-0342-1506-E89D-860724284038}"/>
          </ac:inkMkLst>
        </pc:inkChg>
      </pc:sldChg>
      <pc:sldChg chg="addSp delSp">
        <pc:chgData name="MIna Naidah Gani" userId="949d910cfffb8065" providerId="LiveId" clId="{633A8AB2-4ABB-46E9-A86C-FF235084FA28}" dt="2022-10-05T07:54:19.714" v="6"/>
        <pc:sldMkLst>
          <pc:docMk/>
          <pc:sldMk cId="2601905443" sldId="262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2601905443" sldId="262"/>
            <ac:inkMk id="2" creationId="{AAE6D660-3BE4-01B9-159D-F8E56B6EE185}"/>
          </ac:inkMkLst>
        </pc:inkChg>
        <pc:inkChg chg="del">
          <ac:chgData name="MIna Naidah Gani" userId="949d910cfffb8065" providerId="LiveId" clId="{633A8AB2-4ABB-46E9-A86C-FF235084FA28}" dt="2022-10-05T06:59:24.087" v="1"/>
          <ac:inkMkLst>
            <pc:docMk/>
            <pc:sldMk cId="2601905443" sldId="262"/>
            <ac:inkMk id="4" creationId="{A8E43B6E-EFFD-D154-F969-839414C0F114}"/>
          </ac:inkMkLst>
        </pc:inkChg>
      </pc:sldChg>
      <pc:sldChg chg="addSp delSp">
        <pc:chgData name="MIna Naidah Gani" userId="949d910cfffb8065" providerId="LiveId" clId="{633A8AB2-4ABB-46E9-A86C-FF235084FA28}" dt="2022-10-05T07:54:19.714" v="6"/>
        <pc:sldMkLst>
          <pc:docMk/>
          <pc:sldMk cId="3726059705" sldId="263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3726059705" sldId="263"/>
            <ac:inkMk id="2" creationId="{19C7AFA4-0FC7-F3A9-C092-BC98853E7731}"/>
          </ac:inkMkLst>
        </pc:inkChg>
        <pc:inkChg chg="del">
          <ac:chgData name="MIna Naidah Gani" userId="949d910cfffb8065" providerId="LiveId" clId="{633A8AB2-4ABB-46E9-A86C-FF235084FA28}" dt="2022-10-05T07:32:19.652" v="5"/>
          <ac:inkMkLst>
            <pc:docMk/>
            <pc:sldMk cId="3726059705" sldId="263"/>
            <ac:inkMk id="4" creationId="{7225815E-1698-85A7-0BB6-32BE8FD585C1}"/>
          </ac:inkMkLst>
        </pc:inkChg>
      </pc:sldChg>
      <pc:sldChg chg="addSp">
        <pc:chgData name="MIna Naidah Gani" userId="949d910cfffb8065" providerId="LiveId" clId="{633A8AB2-4ABB-46E9-A86C-FF235084FA28}" dt="2022-10-05T07:54:19.714" v="6"/>
        <pc:sldMkLst>
          <pc:docMk/>
          <pc:sldMk cId="4283985629" sldId="264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4283985629" sldId="264"/>
            <ac:inkMk id="2" creationId="{D2B71522-CEE0-F869-9A7F-02BF83B02A01}"/>
          </ac:inkMkLst>
        </pc:inkChg>
      </pc:sldChg>
      <pc:sldChg chg="addSp modSp">
        <pc:chgData name="MIna Naidah Gani" userId="949d910cfffb8065" providerId="LiveId" clId="{633A8AB2-4ABB-46E9-A86C-FF235084FA28}" dt="2022-10-05T07:54:19.714" v="6"/>
        <pc:sldMkLst>
          <pc:docMk/>
          <pc:sldMk cId="4188020017" sldId="265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4188020017" sldId="265"/>
            <ac:inkMk id="2" creationId="{D00F8642-67D2-CED0-04CB-8CAD7A333192}"/>
          </ac:inkMkLst>
        </pc:inkChg>
        <pc:inkChg chg="mod">
          <ac:chgData name="MIna Naidah Gani" userId="949d910cfffb8065" providerId="LiveId" clId="{633A8AB2-4ABB-46E9-A86C-FF235084FA28}" dt="2022-10-05T06:59:50.890" v="2"/>
          <ac:inkMkLst>
            <pc:docMk/>
            <pc:sldMk cId="4188020017" sldId="265"/>
            <ac:inkMk id="7" creationId="{A293C598-06C0-46DE-54F6-D587C4A15645}"/>
          </ac:inkMkLst>
        </pc:inkChg>
      </pc:sldChg>
      <pc:sldChg chg="addSp delSp">
        <pc:chgData name="MIna Naidah Gani" userId="949d910cfffb8065" providerId="LiveId" clId="{633A8AB2-4ABB-46E9-A86C-FF235084FA28}" dt="2022-10-05T07:54:19.714" v="6"/>
        <pc:sldMkLst>
          <pc:docMk/>
          <pc:sldMk cId="2087249645" sldId="266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2087249645" sldId="266"/>
            <ac:inkMk id="2" creationId="{BC86C376-9631-0D04-E70C-6CB7A1D9E5F2}"/>
          </ac:inkMkLst>
        </pc:inkChg>
        <pc:inkChg chg="del">
          <ac:chgData name="MIna Naidah Gani" userId="949d910cfffb8065" providerId="LiveId" clId="{633A8AB2-4ABB-46E9-A86C-FF235084FA28}" dt="2022-10-05T07:00:12.044" v="3"/>
          <ac:inkMkLst>
            <pc:docMk/>
            <pc:sldMk cId="2087249645" sldId="266"/>
            <ac:inkMk id="4" creationId="{A72DBB38-72D8-BD38-30D8-8A70F647B00E}"/>
          </ac:inkMkLst>
        </pc:inkChg>
      </pc:sldChg>
      <pc:sldChg chg="addSp delSp">
        <pc:chgData name="MIna Naidah Gani" userId="949d910cfffb8065" providerId="LiveId" clId="{633A8AB2-4ABB-46E9-A86C-FF235084FA28}" dt="2022-10-05T07:54:19.714" v="6"/>
        <pc:sldMkLst>
          <pc:docMk/>
          <pc:sldMk cId="2792460388" sldId="267"/>
        </pc:sldMkLst>
        <pc:inkChg chg="add">
          <ac:chgData name="MIna Naidah Gani" userId="949d910cfffb8065" providerId="LiveId" clId="{633A8AB2-4ABB-46E9-A86C-FF235084FA28}" dt="2022-10-05T07:54:19.714" v="6"/>
          <ac:inkMkLst>
            <pc:docMk/>
            <pc:sldMk cId="2792460388" sldId="267"/>
            <ac:inkMk id="2" creationId="{42828AAC-32FF-6766-AEA4-4AFD93D57B90}"/>
          </ac:inkMkLst>
        </pc:inkChg>
        <pc:inkChg chg="del">
          <ac:chgData name="MIna Naidah Gani" userId="949d910cfffb8065" providerId="LiveId" clId="{633A8AB2-4ABB-46E9-A86C-FF235084FA28}" dt="2022-10-05T07:00:15.793" v="4"/>
          <ac:inkMkLst>
            <pc:docMk/>
            <pc:sldMk cId="2792460388" sldId="267"/>
            <ac:inkMk id="4" creationId="{605D354B-F617-DD7A-3282-57C62076DB0E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04:14.76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12776 7160 515 0,'0'0'169'15,"0"0"-72"-15,0 0-3 16,0 0-9-16,0 0-3 15,0 0-35-15,0 0-10 0,5 0-9 16,-5 0-4 0,0 0 4-16,0 0-13 0,0 0 0 15,0 0-3-15,0 0-12 16,0 0-2-16,-5 0-3 16,-1 0-1-16,1 0 0 15,5 0 3-15,0 0-2 16,-8 4 1-16,-7 6 1 15,-1 6 1-15,-8 7-1 16,0 7 1-16,3 4-3 16,3 8 2-16,2 15 2 15,11 14-2-15,-3 19 3 16,8 23 0-16,0 6 5 16,0 0 17-16,0-16-5 0,0-24-3 15,0-25 21-15,13-18-5 16,3-7-7-16,-3-16-9 15,-8-3-8-15,1-7-4 16,-6-3 1-16,0 0-6 16,0 0-1-16,0 0-40 15,0 0-16-15,0 0-34 16,-24-3 11-16,-10-27-45 16,5-10-57-16,13-7-156 15</inkml:trace>
  <inkml:trace contextRef="#ctx0" brushRef="#br0" timeOffset="816.53">12526 7413 285 0,'0'0'93'0,"0"0"-38"16,0 0-18-16,0 0 9 15,0 0-16-15,0 0 1 16,0-127 1-16,0 107 14 16,18 4 3-16,-7-1-24 15,5 1 4-15,2 2 1 16,3-2-7-16,8-1-9 0,-5 0 1 16,10 1-3-16,-5 6-9 15,10 0 4-15,-5 4-5 16,6 2 3-16,-1-3 9 15,-5 4-9-15,1 0-1 16,-9 0 11-16,3-1-7 16,-5 4 4-16,-3 0 8 15,2 0-3-15,1 0-11 16,-8 0-5-16,-6 0 3 16,3 10 2-16,-2 4-1 15,-1 2 2-15,4 4-2 16,-14 3 2-16,0 7-4 15,0 3-2-15,0 7 4 16,0-3 0-16,0-1 0 16,0 1 2-16,-14-4 1 0,-7-1-1 15,-13 4 0-15,0-7-5 16,-5 1-1-16,-6 0 1 16,3 0-2-16,-8 0 0 15,0 2-7-15,3-5 4 16,-3 0 3-16,5-10-5 15,11-7-3-15,5-4-6 16,5-6 5-16,14 0 4 16,-1 0-21-16,6-3 2 15,5-20 15-15,0 0-7 16,0 3 4-16,0 0 8 16,0 7-4-16,0 6 7 0,10 7 0 15,1 0 0-15,7 0 1 16,-2 0 1-16,13 10 9 15,0 16 6-15,5 14-3 16,11 7 28-16,-6 9-2 16,11-3 4-16,-3-6 8 15,-12-7 4-15,-1-8 0 16,-13-9-18-16,-3-12-11 16,-7-4-13-16,-6-4-6 15,0 0-2-15,-5-3-5 16,0 0-2-16,0 0-38 15,0 0-36-15,0 0-4 16,0 0-58-16,0-6-62 0,-5 2-147 16</inkml:trace>
  <inkml:trace contextRef="#ctx0" brushRef="#br0" timeOffset="1366.21">13615 8031 383 0,'0'0'87'0,"0"0"-29"15,0 0 34-15,0 0-5 16,0 0-39-16,0 0-20 16,0 0 1-16,-6 0 10 15,-4 0-4-15,-9 0-12 16,4 0-6-16,-9 0-17 16,0 0 1-16,3 0 2 15,-13 0-3-15,-5 7-4 16,10 9 4-16,-5 1 9 15,10 3-3-15,13 1 15 0,6 3 12 16,5 0-8 0,0 11-15-16,11-3 7 0,33 3 3 15,9 1-5-15,-3 1-2 16,3-4-9-16,-19 0 0 16,-8-7-2-16,-13-2-2 15,-13-4-1-15,0-4-3 16,-13-2 1-16,-37-1 3 15,-13 0-1-15,2-6 1 16,-2-1-2-16,5 1 2 16,8-3 0-16,11-1 2 15,10-3-2-15,5 0-29 16,19 0-96-16,5 0-84 16,0-20-148-16</inkml:trace>
  <inkml:trace contextRef="#ctx0" brushRef="#br0" timeOffset="1886.81">14243 7952 138 0,'0'0'241'15,"0"0"-162"-15,0 0-1 16,0 0 46-16,0 0-6 16,0 0-43-16,5-24-15 15,14 24 9-15,-9 0 2 16,-4 0-13-16,7 0-16 0,-3 0-6 16,1 0 10-1,13 0-15-15,4 0-14 0,12 0 5 16,5 0-16-16,-6 0-1 15,6 0-4-15,-6 0 1 16,-5 0-2-16,-10 0 0 16,-8 0 0-16,-3 0-4 15,-8 0-6-15,-5 0-7 16,0-3-21-16,0-4-14 16,0 4-11-16,0-3-59 15,0-1-57-15,0 7-156 16</inkml:trace>
  <inkml:trace contextRef="#ctx0" brushRef="#br0" timeOffset="2128.69">14243 7952 262 0</inkml:trace>
  <inkml:trace contextRef="#ctx0" brushRef="#br0" timeOffset="2320.29">14243 7952 262 0,'58'190'116'0,"-68"-183"-29"0,2-2-27 0,8 0 18 0,0-5-2 16,0 1 10-16,0-1-27 16,0 0-4-16,0 0-14 15,18 0 0-15,16 0-19 16,0 0 20-16,11-6-6 16,0 1-15-16,-6 0-12 15,1 3-6-15,-11 2-2 16,-6 0-1-16,-2 0-1 15,-7 0-2-15,-4 0-2 16,-10 0-67-16,0 0-26 0,0 0-74 16,0 0-242-1</inkml:trace>
  <inkml:trace contextRef="#ctx0" brushRef="#br0" timeOffset="3249.64">15758 6644 207 0,'0'0'271'15,"0"0"-189"-15,0 0 13 16,0 0 48-16,0 0-75 15,84 170-3-15,-39-109-13 16,7 9 11-16,-2 16-5 16,8 4-1-16,-13-1 2 15,0-3-1-15,-6-17-26 16,-10-25-10-16,-5-14 0 16,-8-7-10-16,2-16-3 15,-8-4-1-15,-4-3-6 16,-1 0 3-16,-5 0-3 15,0 0-2-15,5-3-2 16,3-23-1-16,3-8-12 0,-1-15 4 16,19-8-18-16,-5-3 8 15,2-3 7-15,3 4-8 16,0-5 13-16,0 5-7 16,0 2-7-16,-3 2 12 15,-2 9 11-15,-8 9 0 16,2 7 0-16,-8 7 0 15,4 7 5-15,-9 6-2 16,5 3-1-16,-4 3-2 16,-6 4 0-16,5 0-5 15,-5 0-3-15,5 0-16 16,-5 0-18-16,0 7-45 16,0 20-46-16,0 13-18 15,0 6-163-15</inkml:trace>
  <inkml:trace contextRef="#ctx0" brushRef="#br0" timeOffset="4183">16789 7217 249 0,'0'0'175'0,"0"0"-104"0,0 0 6 16,0 0 17-16,0 0-23 16,0 0-21-16,0 0-2 15,0 0-3-15,0 0 3 16,0 0 6-16,0 0-3 15,0 0-5-15,0 0-19 16,0 3-8-16,0 4-12 16,0 2-4-16,0 8-3 15,0 3 10-15,0 3-2 16,0 4-7-16,0-1 5 16,0 11 3-16,0 1-5 0,0-2-1 15,18 1 8 1,3-4 8-16,-2 0 1 0,-3-10-11 15,2 1 4-15,3-8-2 16,-3-9 3-16,3-1 0 16,-2-2-5-16,-9-4 0 15,9 0-9-15,-3 0 0 16,2 0-4-16,-2-4-14 16,2-15 5-16,-2-8-11 15,0-3-8-15,-3-2 9 16,-8 0-4-16,0 2-2 15,-5 8 7-15,0-1-5 16,0 8 17-16,0 7 9 0,0 1 1 16,-15 2 1-1,-14 2 4-15,-16 3-2 0,-2 0-3 16,7 0-5-16,-10 0 1 16,11 0-1-16,-14 0 4 15,14 15 0-15,-1 0 1 16,19-1 0-16,3-5 10 15,18-1-5-15,0-7 5 16,0-1 3-16,0 0-4 16,0 0-5-16,24 0-2 15,2 0-2-15,8-16 0 16,13-7-6-16,-7-7-11 16,-6 0-9-16,0 0-24 15,-13 4 8-15,-16 3-3 0,3 3 16 16,-8 0-14-16,0 0 32 15,0 4 11-15,0-4 8 16,-23 3-7-16,-1 0 2 16,-2 7-3-16,-3 3-2 15,0 7 2-15,0 0 2 16,0 0 14-16,3 0 0 16,2 11 6-16,0 8-7 15,9 2 1-15,4-8-11 16,11-3-5-16,0-4-35 15,0-6-54-15,0 0-176 16,0 0-245-16</inkml:trace>
  <inkml:trace contextRef="#ctx0" brushRef="#br0" timeOffset="4801.85">17186 7213 360 0,'0'0'85'16,"0"0"-4"-16,0 0 38 15,0 0-35-15,0 0-32 16,0 0-11-16,5 7 6 16,-5-4-8-16,0 1-11 15,0 2 0-15,0 4-3 16,0 4 2-16,0 6-2 16,0 3-1-16,0 3-7 15,0 8 0-15,0 8-4 16,0 4-5-16,0 8 11 15,6 0 10-15,12-7-2 16,3-11 2-16,3-10 4 0,5-1-4 16,0-16-16-16,-8-2 0 15,8-7-8-15,5 0 6 16,-5-3-11-16,0-31-27 16,-8-2-16-16,2-7-20 15,-2-2 0-15,-2-1 10 16,-14 7-1-16,-5 3 22 15,0 6 32-15,0 5 2 16,0-2 7-16,0 8 2 16,0-4-6-16,0 3 1 15,0 3-3-15,0 4 1 16,0 6-3-16,0 4-1 16,0 3 1-16,0-4 6 15,0 4-1-15,0 0-6 0,-11 0-6 16,11 0-18-16,0 0-24 15,-5 0-39-15,-8 0-94 16,-8 0-212-16</inkml:trace>
  <inkml:trace contextRef="#ctx0" brushRef="#br0" timeOffset="5532.94">16308 7994 360 0,'0'0'148'0,"0"0"-67"16,0 0 44-16,0 0-25 16,0 0-25-16,0 0-21 15,97-3 1-15,-71 3 0 16,3 0-10-16,5 0-15 16,1 0-5-16,4 0-4 15,6 0-7-15,13 0 4 16,5 0-8-16,10 0 2 15,1 0-9-15,0 0-2 0,-1 0 1 16,6-3-1-16,-5 2-1 16,10 1-1-16,-10 0 1 15,-1 0 1-15,-10 0-1 16,-13-9-1-16,-2 6 1 16,-9-1 0-16,-5-3-1 15,-7 1 1-15,2 0-4 16,-16-1 2-16,-3 3 2 15,-5 1 3-15,1 3-2 16,-1 0 6-16,-5 0 15 16,0 0 6-16,0 0-4 15,0 0-7-15,0 0-6 16,0 0-8-16,0 0-3 16,0 0-4-16,0 0-17 15,0 0-16-15,-11 0-38 0,-17 0-29 16,-12 7-68-16,-10 16-295 15</inkml:trace>
  <inkml:trace contextRef="#ctx0" brushRef="#br0" timeOffset="6132.84">16734 8491 75 0,'0'0'150'16,"0"0"-132"-16,0 0 27 15,0 0 33-15,0 0-9 0,0 0-22 16,-13-57-2 0,13 57 25-16,0 0 4 0,-6 0-3 15,6 0-7-15,0 0-7 16,-5 0-5-16,0 0-17 15,5 0 2-15,0 4 3 16,0-1-12-16,0 0-13 16,0 10-9-16,0 8-6 15,0 5 10-15,0 10 2 16,0 14-11-16,5 13 7 16,11 18 6-16,2 19-1 15,-7 16 6-15,-6 0-5 16,3-3 2-16,-3-24 1 15,0-22 15-15,1-21 3 16,-6-17-13-16,5-16-11 0,0-6-7 16,-5-7 1-16,0 0-5 15,0 0-16-15,0-3-58 16,0-20-15-16,0 0 10 16,-5-2-75-16,-11-3-241 15</inkml:trace>
  <inkml:trace contextRef="#ctx0" brushRef="#br0" timeOffset="6699.81">17010 9356 321 0,'0'0'75'0,"0"0"-36"16,0 0 4-16,0 0 7 16,0 0 3-16,0 0-10 15,-16-51 5-15,16 44 1 16,0 7-5-16,0-1 0 16,0 1-15-16,0 0 1 15,0 0-16-15,0 0 6 16,0 0-4-16,0 0-4 15,0 0 1-15,0 0 6 16,0 12-9-16,0 7 2 16,0 16-10-16,5 13 8 15,11 17 18-15,8 8 38 0,-14 0-21 16,9-7-9 0,-3-9-9-16,-11-18-1 0,8-12-7 15,-13-13-10-15,0-14-3 16,0 0-6-16,0 0-22 15,0-14-46-15,0-15-15 16,0-8-19-16,0 4-20 16,0-7-125-16,0 3-162 15</inkml:trace>
  <inkml:trace contextRef="#ctx0" brushRef="#br0" timeOffset="6830.57">17010 9356 382 0</inkml:trace>
  <inkml:trace contextRef="#ctx0" brushRef="#br0" timeOffset="7030.34">17010 9356 382 0,'-61'-74'162'0,"61"74"-62"0,0 0 37 16,0 0-19-16,6 0-13 15,20 0-16-15,8 0-53 16,13 0-8-16,9 0 19 15,2 0 13-15,-3 0-25 16,3 0-15-16,-8 0-6 16,-3 0-3-16,-21 4-9 15,3-4-1-15,-10 5-2 16,-9-5-1-16,-5 0-19 0,-5 0-20 16,0 0-46-1,0 0 11-15,0 0-62 0,-5 0-29 16,-19 0-92-16,-10 0-97 15</inkml:trace>
  <inkml:trace contextRef="#ctx0" brushRef="#br0" timeOffset="7282.77">16970 9463 521 0,'0'0'143'16,"0"0"-4"-16,0 0-13 0,0 0-9 16,0 0-41-16,0 0-11 15,261 66-13-15,-232-59-23 16,-6-4-18-16,-2 0-11 16,-7-3 0-16,1 0-37 15,-4 0-58-15,7 0-63 16,-2-13-138-16</inkml:trace>
  <inkml:trace contextRef="#ctx0" brushRef="#br0" timeOffset="7766.1">17922 9286 432 0,'0'0'128'0,"0"0"-82"16,0 0 56-16,0 0 7 15,0 0-48-15,0 0-23 16,-26-18-2-16,2 18 10 16,-4 0 9-16,-1 0-21 15,-11 14-8-15,6 6-9 16,0 0 1-16,0 3 3 15,13 1-4-15,-3 5 1 0,19-4 3 16,-1-2-14-16,6 0 0 16,0 1-5-16,0 2-1 15,29 4-1-15,11 3 0 16,4-3 2-16,6 4-1 16,3-5 0-16,-3 1 5 15,-21-4 0-15,-13-2-1 16,-8-4 6-16,-8 0 4 15,0-1-7-15,-35 2 15 16,-12-5-15-16,2-2-8 16,-5-5-8-16,6-5-14 15,-4-4-6-15,9 0-9 16,10 0-18-16,3 0-8 0,7-24-27 16,3-12-20-1,11-7-96-15,-3-3-214 0</inkml:trace>
  <inkml:trace contextRef="#ctx0" brushRef="#br0" timeOffset="7969.17">17673 9298 777 0,'0'0'163'16,"0"0"-123"-16,0 0 55 15,0 0-20-15,336 17-35 0,-275-17-34 16,-9 0-6-16,-23 0-4 16,-13 0-26-16,-11 0-66 15,1-10-64-15,-6-13-232 16</inkml:trace>
  <inkml:trace contextRef="#ctx0" brushRef="#br0" timeOffset="8711.52">18427 7842 481 0,'0'0'158'15,"0"0"-10"-15,0 0-52 16,0 0-16-16,0 0-11 16,0 0-12-16,-5 7-13 15,29-7-10-15,10 0-15 16,5 0-6-16,11 0-5 16,0 0-1-16,13 0-5 15,1 0-2-15,-9 0 3 16,-3 0-7-16,-7 0-5 0,-16 0-7 15,-13 0-6-15,2 0-15 16,-18 0-24-16,0 0-38 16,0 0-36-16,0-4-135 15,0-6-284-15</inkml:trace>
  <inkml:trace contextRef="#ctx0" brushRef="#br0" timeOffset="10083.23">19805 7424 422 0,'0'0'80'16,"0"0"-28"-16,0 0 44 15,0 0 3-15,0 0-22 16,0 0-29-16,-102 6-6 16,91 3-8-16,6 6 0 15,-13 0 9-15,2 1-14 16,5 1-7-16,4 3-6 15,1-4-3-15,6 9-3 16,0-2 0-16,0 7-3 16,0 7 4-16,0 6-9 15,0 7 0-15,6 16 5 0,17 10-6 16,1 4 11-16,-3 5 4 16,3-9-5-16,-9-10 23 15,4-16-8-15,-9-10 0 16,-4-17-9-16,7-10 1 15,-13-9-4-15,0-4-13 16,0 0-1-16,0 0-3 16,0 0-3-16,0-4-26 15,0-12 18-15,-13-4-4 16,-3-8-3-16,-8-4-36 16,8-4 32-16,-2-4 0 15,2-9-10-15,-2 7-9 0,2-4 37 16,5-2-10-16,4-1 4 15,7-1 10-15,0-3-2 16,0 7 5-16,0-1-3 16,0 7 3-16,0 4 0 15,0 3 0-15,0 5 4 16,0 9 4-16,7-1 9 16,4 4 3-16,5 2 0 15,-3 3-5-15,3 1 0 16,2 3-13-16,-2-1 2 15,0 0-1-15,2-1-3 16,6-3 2-16,-3 7-1 0,-3-2-1 16,3-4 4-16,3 5-4 15,0 3 0-15,-3 0 3 16,2-4 1-16,-7 7-1 16,2-4 1-16,-2 3-3 15,-5 1 2-15,7 0-3 16,-2 0 1-16,2 0-1 15,-2 0 2-15,-3 0-3 16,-2 0 2-16,-6 0-1 16,6 0 4-16,-4 0-1 15,4 0 2-15,5 8-5 16,7 7 1-16,1 4-1 16,-8 0 1-16,2 9 2 0,-7 4 6 15,-1 2-9-15,-4 6 0 16,-6-3 3-16,0-5-1 15,0-1 0-15,0-5 5 16,0-2-7-16,0-4 3 16,-21 0-1-16,-14-4-4 15,-4 4-1-15,-8 0-6 16,-3 0 7-16,-8-7-10 16,2-3 3-16,-1-3 1 15,7 0-9-15,0-7 11 16,8 3-2-16,10-3 2 15,-2 0 0-15,10 0 4 0,8 0-4 16,3 0 6 0,8 0-4-16,5-7 1 15,0-6 2-15,0 3-7 0,0-4 1 16,0 5-4-16,5-1-6 16,19-1 8-16,-3 9-5 15,13 2 1-15,0 0 13 16,1 0 0-16,4 0 5 15,-5 13 1-15,6 10 11 16,-1 7 11-16,3 6-16 16,-2 11 14-16,-6 6-2 15,0-4-5-15,-13 3 7 16,3-9 0-16,-9-11-11 0,-1-9 5 16,-4-8-7-16,-10-9-9 15,0-6 3-15,0 0-7 16,0 0-9-16,0 0-28 15,0 0 1-15,0-3-4 16,0-10-23-16,0-7-38 16,0-3-70-16,-5 1-220 15</inkml:trace>
  <inkml:trace contextRef="#ctx0" brushRef="#br0" timeOffset="11233.63">20287 8112 195 0,'0'0'124'0,"0"0"-75"15,0 0-10-15,0 0 17 0,0 0-25 16,0 0-16 0,0 0-3-16,0-5 30 0,0 4 30 15,0 1 7-15,0 0-13 16,0-6-15-16,0 6-16 15,0-1-12-15,0 1-10 16,0 0 1-16,0 0-9 16,0 0 5-16,0 0 1 15,0 0-1-15,0 0 4 16,0 0-11-16,0 0 8 16,0 1-2-16,0 13 0 15,5 2-2-15,8 8 0 0,-2 11 2 16,-1 3 2-1,-2 10-10-15,-3-2 3 0,-5-6-2 16,0-3 6-16,6-10 4 16,-6-11 1-1,0-9-1-15,0-7-1 0,0 0-10 16,0 0 0-16,0 0 3 16,0 0-4-16,0 0-6 15,0-14-5-15,0-6 7 16,0 1 2-16,-6-5-7 15,1-3-19-15,5 4 13 16,-8-3 2-16,8 3-9 16,0-1 6-16,0-4 14 15,0 10 1-15,0-5 0 16,0-2 0-16,13 7 1 0,3 1 0 16,-5-2 0-1,12 8-1-15,-4-2 2 0,2 2-2 16,8 4 2-16,-6 3-1 15,-2 4 5-15,3 0 1 16,-3 0 6-16,3 4 10 16,10 20 9-16,-5 6-4 15,5 7 0-15,-8 3 1 16,-7-2-3-16,-9 3 0 16,3-7 7-16,-7-5 0 15,-6-5-13-15,0-11 0 16,0-7-13-16,0-6 1 15,0 0 0-15,0 0-7 16,0 0-1-16,0 0 1 0,0 0-3 16,-13 0 1-16,7 0-1 15,-4-9-1-15,-1-5-1 16,3-6 2-16,3-9-5 16,5-5-4-16,0-2-2 15,0-1-3-15,0 2-5 16,13 4 6-16,14 2 3 15,-4 6 2-15,1 7 8 16,-3 1 2-16,3 4 2 16,-9 4 1-16,9 3-2 15,0 4 6-15,-8 0 4 16,7 0 5-16,3 17 9 16,3 12 7-16,6 7-14 0,-1 7 14 15,-5-2-20-15,-6 3 5 16,-7-6 1-16,-5-8 2 15,-6-7-6-15,-5-4-4 16,0-5-6-16,0-7-3 16,0-7-6-16,0 0-21 15,0 0-35-15,0 0-57 16,-5-10-51-16,-11-7-265 16</inkml:trace>
  <inkml:trace contextRef="#ctx0" brushRef="#br0" timeOffset="12736.48">14630 11943 356 0,'0'0'125'15,"0"0"-40"-15,0 0 12 16,0 0-7-16,0 0-10 16,0 0-22-16,0 0-8 15,0 0 13-15,0-2-13 16,0 2-9-16,0 0-3 15,0 0-8-15,0 0 2 16,0 0 11-16,0 0-24 16,5 0-2-16,0 0-8 15,14 0-5-15,2 0-4 0,18 0 1 16,14 0-1 0,2 7 0-16,13-2-7 0,1 0 1 15,-6 1 1-15,-3-6 0 16,-12 0 3-16,-9 0-5 15,-18 0 4-15,-8 0-2 16,-7 0-3-16,-6 0-3 16,0 0-10-16,0 0-1 15,0 0-11-15,0-6-44 16,0-4-32-16,0-2-30 16,-19 5-176-16</inkml:trace>
  <inkml:trace contextRef="#ctx0" brushRef="#br0" timeOffset="13143.17">14693 12197 233 0,'0'0'267'0,"0"0"-202"0,0 0-15 16,0 0 29-16,0 0-4 15,0 0-24-15,-34 30-18 16,34-30 8-16,0 0 10 15,0 0 7-15,10 0-20 16,24 0-4-16,11 0-22 16,13-10-3-16,10-4-7 15,-7 1 1-15,-3 0-3 16,-8 3-1-16,-11 3-5 16,-10 7-19-16,-11 0-52 15,-7 0-18-15,-11 0-120 16,0 0-238-16</inkml:trace>
  <inkml:trace contextRef="#ctx0" brushRef="#br0" timeOffset="14965.68">15861 11621 353 0,'0'0'123'0,"0"0"-27"16,0 0 4-16,0 0-3 16,0 0-30-16,0 0-20 15,15-26-4-15,-15 22 0 16,6 1 6-16,-1 3-5 15,3 0-2-15,-8 0 4 0,5 0-3 16,-5 0-7-16,0 7-4 16,0 0-14-16,0 12-17 15,0 21 5-15,0 16 1 16,0 14 0-16,0 6-1 16,0-10-2-16,0-17-3 15,0-10 2-15,5-15-4 16,24-16 1-16,5-1-1 15,6-7 1-15,5 0 4 16,5 0-4-16,2 0 11 16,-2 0-11-16,-10 0 0 15,-1 0 0-15,-5 0-1 16,-15 0-4-16,-9 0-9 16,-5 0 1-16,1 0-13 0,-6 0-3 15,0 0 16-15,0 0-14 16,0 0-2-16,0 0-14 15,0 0-5-15,0 0-29 16,0 0 12-16,0 0-44 16,0 0-97-16,0 0 0 15,0-15-154-15</inkml:trace>
  <inkml:trace contextRef="#ctx0" brushRef="#br0" timeOffset="15398.9">16439 11604 439 0,'0'0'116'16,"0"0"-69"-16,0 0 36 16,0 0 3-16,0 0-29 15,0 0-22-15,0-2 2 16,0 2 12-16,0 0 8 15,0 0-18-15,0 2-13 16,0 8-11-16,0 7 1 16,0 3 1-16,0 10 3 15,-8 3-10-15,3 10 3 16,0 9-5-16,-6 8 2 0,11 7-4 16,-5 11 6-1,5 8 1-15,0-3 4 0,0-3-3 16,0-10 1-16,0-17 2 15,0-10-5-15,0-16-5 16,0-10 5-16,0-11-6 16,0-6-4-16,0 0 2 15,0 0-4-15,0 0-23 16,0 0-9-16,0 0-23 16,5-6 0-16,1-15-24 15,-1 1-47-15,5-10-48 16,3-3-178-16</inkml:trace>
  <inkml:trace contextRef="#ctx0" brushRef="#br0" timeOffset="16282.3">16976 11857 352 0,'0'0'114'0,"0"0"-95"15,0 0 27-15,0 0 43 0,0 0-20 16,0 0-34 0,52-96-5-16,-52 89 5 0,0 0 12 15,0 0-6-15,0 5-21 16,0-2-9-16,0 1-6 15,-13-1 3-15,3 1-8 16,-14 0 1-16,3-1-1 16,-8 4 0-16,0 0 2 15,3 0 0-15,2 0-1 16,0 0-1-16,3 0 0 16,3 0 0-16,-3 0 0 15,3 0 2-15,2 7-1 0,-3 9 8 16,9 5 12-1,-1-5-6-15,-2 7 3 0,3-2 1 16,-1 5-1-16,3 3-5 16,8 8 2-16,0 3 7 15,0 12 12-15,0-3 10 16,19 1 9-16,15-13-3 16,-5-11-13-16,10-13-15 15,6-13-1-15,0 0-21 16,7-16-4-16,-2-34-31 15,-5-10-38-15,2-7-18 16,-20 2-30-16,1-4 2 16,-9 10-67-16,-9 12-17 15,-4 11 88-15,-6 12 21 16,0 15 94-16,0 5 53 0,0 4 47 16,0 0 3-1,0 0 14-15,-11 13-43 0,6 8-4 16,-8-5-43-16,7 4 15 15,1-3-10-15,0-1-5 16,0 7-8-16,-3 0 9 16,8 5 9-16,0 2-8 15,0 6-7-15,0 5 4 16,0 9 1-16,0 3-4 16,0 10-2-16,0 7 1 15,0-1 8-15,0-2-17 16,-5-5 2-16,-11-11-10 15,-3-9-1-15,4-12-4 16,-4-6 1-16,-7-7 1 0,-3-8-2 16,-11 0-8-16,-4-9-3 15,-9 0-27-15,3 0-20 16,3 0 20-16,7-11-4 16,19-7-14-16,3 1-24 15,18 1 1-15,0-4-59 16,0 1-91-16</inkml:trace>
  <inkml:trace contextRef="#ctx0" brushRef="#br0" timeOffset="16932.25">17446 11851 300 0,'0'0'95'0,"0"0"-25"16,0 0 26-16,0 0-1 15,0 0-18-15,0 0-19 16,24-42 7-16,-24 42-4 15,0 0 13-15,0 0-17 16,0 8-22-16,0 14-4 16,0-1-15-16,-10 6-6 15,2 3 7-15,8 5 8 16,0-4-11-16,0 0-3 0,18 4-11 16,22 0-1-16,4-1-3 15,9 1-8-15,2-1 4 16,-2 3 2-16,-14-5 5 15,-13-5 0-15,-7 0 1 16,-19-4 0-16,0-3 2 16,0 0 6-16,-29-1 2 15,-16-2 3-15,-7-4-9 16,-4 3-4-16,-1-15-9 16,-4-1-12-16,3 0-2 15,8 0-16-15,11-7 1 16,10-17-39-16,10-8-5 0,14-5-36 15,5 1-132 1,0-1-159-16</inkml:trace>
  <inkml:trace contextRef="#ctx0" brushRef="#br0" timeOffset="17141.46">17481 11922 660 0,'0'0'131'16,"0"0"-56"-16,0 0 6 15,0 0 3-15,299 0-44 16,-241 0-30-16,-8 0-9 16,-21-5-2-16,0-1-34 0,-5-1-89 15,-8-4-105-15,7 5-225 16</inkml:trace>
  <inkml:trace contextRef="#ctx0" brushRef="#br0" timeOffset="17748.96">18333 11851 353 0,'0'0'115'0,"0"0"-75"0,0 0 18 16,0 0 63-16,0 0-2 15,0 0-45-15,0 0-9 16,0 0 2-16,0 0-19 16,0 0-11-16,0 0-19 15,0 0-11-15,0 0 9 16,0 0-5-16,0 0-7 15,-13 0 4-15,2 18-3 16,-7 5 0-16,-3 2 1 16,-3 1-1-16,8 9 9 15,-8-2 4-15,19 10 2 16,5 7 10-16,0 6 1 0,0 8 5 16,24-2-6-1,15-5 0-15,11-8 3 0,-5-15-1 16,2-17-8-16,3-17 0 15,8 0-22-15,-8-21-2 16,5-32-22-16,-2-9-8 16,-19-5-28-16,-5-2-4 15,-18 2-16-15,-11 4 0 16,0 5 16-16,0 11-3 16,-11 10 42-16,-28 1 23 15,-3 20 14-15,7 9 22 16,-4 7-5-16,5 0-6 15,-6 0 4-15,1 29-18 16,-1-5 0-16,1 6 3 0,5-1 1 16,13-10-14-16,2-1-1 15,14-6-6-15,5-5-32 16,0-4-37-16,0-3-106 16,0 0-192-16</inkml:trace>
  <inkml:trace contextRef="#ctx0" brushRef="#br0" timeOffset="18532.15">19398 12473 478 0,'0'0'194'16,"0"0"-79"-16,0 0-5 15,0 0 8-15,0 0-35 16,0 0-27-16,84 42-7 15,-39-30-2-15,-6 0-14 0,14-7-14 16,-14-5 5-16,6 0-13 16,-6 0-8-16,-4 0 0 15,-7-22-3-15,1-2-6 16,-13-6-1-16,-3 0-11 16,-13-6-2-16,0 7-3 15,0-7 9-15,0-1-8 16,-23 3 6-16,-6 1 5 15,8 1 5-15,-3 5 6 16,6 3 0-16,12-2-2 16,1-1 0-16,5 4 4 15,0-4-2-15,0-1 5 16,18 3 6-16,17 2 1 0,9 0-12 16,-4 4-4-16,5 7-1 15,7 6 1-15,-7 6 4 16,5 0 4-16,-5 0 3 15,-3 0 5-15,-3 11 11 16,-18 3-9-16,8 8 5 16,-13 2 6-16,2 8-9 15,-7 1 3-15,-6 8-3 16,-5 5-5-16,0 7-1 16,0 0-1-16,0 3-1 15,-5 4-3-15,-11-3 2 16,-2-1 5-16,7-13 2 0,11-10 0 15,0-8-4 1,0-13-2-16,0-6-1 0,29-1-5 16,21-5 15-16,13 0-17 15,5-5-10-15,11-18-4 16,-5 3-13-16,-11 2-17 16,-2 3-17-16,-22 8-34 15,-10 7-35-15,-16 0-51 16,-13 0-92-16</inkml:trace>
  <inkml:trace contextRef="#ctx0" brushRef="#br1" timeOffset="28215.89">27766 17648 662 0,'0'0'61'16,"0"0"3"-16,0 0 1 16,0 0-19-16,0 0-26 15,0 0-14-15,-23 0-6 16,7 0 8-16,-3 7 8 15,-4 0 9-15,7 8 18 16,0-9-14-16,-2 11-3 16,-6-4-7-16,3 7-14 15,-3 3 3-15,-5 7-6 16,3 3 2-16,-3 3 4 0,0 8-6 16,6-1-3-16,7 3 1 15,0 10 0-15,3 4 3 16,2 7 6-16,11 2 0 15,0 5 0-15,0-3 4 16,0-8-1-16,11-10-1 16,28-10 7-16,-5-9 0 15,6-11-9-15,-6-7-4 16,-5-9 28-16,-5-4-9 16,-3 1-1-16,2-4-8 15,-7 0-12-15,3 0 4 16,-9 0-6-16,1 0-1 15,-11 0-10-15,0 0-24 16,0 0-30-16,0-7-20 0,0-23-47 16,0-4-119-16,0-5-337 15</inkml:trace>
  <inkml:trace contextRef="#ctx0" brushRef="#br1" timeOffset="29681.35">28163 17713 385 0,'0'0'91'16,"0"0"-49"-16,0 0 37 15,0 0 30-15,0 0-27 16,0 0-36-16,-18 0-11 15,18 0 3-15,0 0-13 0,0 0-14 16,0 0 8-16,-5 0-4 16,-6 10 0-16,-2 10 3 15,2 0-10-15,1 10 9 16,-3 9 1-16,8 5-4 16,5 9 5-16,0 6-1 15,0 8 6-15,0 12 0 16,34 4 7-16,10 7-14 15,4 4 13-15,-9-11-10 16,-5-19-1-16,-7-15-6 16,-9-22-4-16,-2-14-2 15,-8-7-4-15,-8-6 3 16,0 0 0-16,0 0-6 0,0 0-9 16,0-6-6-1,-29-18-32-15,5-8 43 0,3-12-45 16,-3 2-6-16,1-2-18 15,7-2 14-15,-8 6-15 16,9-7 18-16,-4 6 9 16,3 4-63-16,3 2 68 15,-3 5-10-15,6-7 44 16,-3 7 2-16,2-4-43 16,6 2 39-16,-6 2-6 15,4-3 16-15,7 3 6 16,0 3 8-16,0 1 4 15,0-1-7-15,0 4-11 16,0-4 34-16,0 7-17 0,0 0-11 16,0 4 40-16,0 6-19 15,0 0-22-15,7-3 24 16,9-2-14-16,3 3-15 16,2-2-21-16,2 3 21 15,-2 3 2-15,-2 0-1 16,2 6 2-16,-3-3 7 15,11 3 10-15,-8-3 8 16,8 4 0-16,0-5-17 16,0 6-5-16,-8-1 2 15,8-3-2-15,0 0-3 16,-5 2 0-16,-3 2-2 16,2 0 0-16,-7 0 1 0,2 0 1 15,-2 0 11-15,3 0 2 16,-9 0 6-16,1 10 0 15,2 3 4-15,-3 0-12 16,-4 10 2-16,-1 1 1 16,0 7-2-16,0 8 0 15,3 1 4-15,-8 3-4 16,0-3-4-16,0-8-3 16,0-5 6-16,0-4-3 15,0 1 5-15,-23-1 0 16,-17 0-10-16,1 0-1 15,-14-3-3-15,3 1-1 0,5-9-1 16,-7 5-2 0,7-4 1-16,0-6-1 0,-7 8 1 15,2-3-1-15,5 0-1 16,11-5-5-16,10-2 3 16,9-5-11-16,9 0 0 15,6 0 15-15,0 0-2 16,0 0-7-16,0-5 10 15,0-7 0-15,21 1-1 16,8-3-6-16,5 5-11 16,1 6 10-16,-1-1-7 15,5 4 8-15,1 0 2 16,-6 0 5-16,-5 0-1 0,0 0 2 16,-3 0 1-1,3 4 5-15,0 15 7 0,0 4 5 16,-3 13-6-16,8 6-4 15,1 7 7-15,-1 9-5 16,0-5 16-16,-5-3 6 16,0-4 7-16,-8-3-5 15,2-19-17-15,-12-4-3 16,2-11-1-16,-13-6-9 16,0 1 0-16,0-4-3 15,0 0-2-15,0 0 0 16,0 0-27-16,0 0-16 15,-18 0-23-15,7-10-10 16,-7-10-107-16,2 0-167 0</inkml:trace>
  <inkml:trace contextRef="#ctx0" brushRef="#br1" timeOffset="30131.31">28968 18292 447 0,'0'0'113'0,"0"0"-37"16,0 0 38-16,0 0-9 15,0 0-45-15,0 0-13 16,-24 0 8-16,24 0-11 16,0 0-16-16,0 0-10 15,0 0 7-15,-5 7-10 16,5 8-1-16,0 14 8 16,0 10 7-16,0 5 3 15,0 14-7-15,0-1-1 16,5 3-7-16,6-4-12 15,7-10-3-15,-7-12 0 0,7-11-1 16,-7-10-1 0,-6-7 0-16,-5-6-1 0,0 0 0 15,0 0-25-15,0 0-25 16,0 0-23-16,-24-1-23 16,-2-28-58-16,-3 0-191 15,0-7-199-15</inkml:trace>
  <inkml:trace contextRef="#ctx0" brushRef="#br1" timeOffset="30362.8">28860 17972 521 0,'0'0'103'16,"0"0"-50"-16,0 0 7 16,0 0-12-16,0 0-44 15,0 0-4-15,-18 0-24 16,18 10-40-16,0 10-44 16,0 3-62-16</inkml:trace>
  <inkml:trace contextRef="#ctx0" brushRef="#br1" timeOffset="31050.81">29720 18395 216 0,'0'0'141'0,"0"0"-83"16,0 0-1-16,0 0 18 15,0 0 6-15,0 0-20 16,0-20-12-16,0 20-7 16,-10-4-10-16,-14-2-1 15,3 6-20-15,-8-7-1 16,-5 1-1-16,0 6-7 16,-6 0 2-16,1 0 5 15,5 0-1-15,-1 0 2 0,6 0-9 16,3 0 1-1,3 0 2-15,-1 0 5 0,8 6 2 16,-8 3-1-16,9 6 0 16,-4 4 14-16,9 4 0 15,-1-6-12-15,-2 10-5 16,8-4 3-16,5 7 2 16,0 0 0-16,0 6 8 15,0-6 5-15,13 7 9 16,18-7-6-16,4-4-8 15,-1 1 6-15,5-15 2 16,-5-1 2-16,1-11-9 16,-1 0 10-16,-5 0-31 15,5-23-3-15,-5-18-11 16,-3-8-23-16,-2-4-39 0,-6-4 20 16,-2-3-27-16,-11 1-7 15,1-7 29-15,-6-4-11 16,0-3-36-16,0-2-27 15,0 9 52-15,0 0-63 16,0 9-83-16</inkml:trace>
  <inkml:trace contextRef="#ctx0" brushRef="#br1" timeOffset="31498.34">29552 17696 211 0,'0'0'166'15,"0"0"-80"-15,0 0-18 16,0 0 30-16,0 0 3 0,0 0-34 15,-19-18-17-15,19 18-8 16,0 0-2-16,0 0-3 16,0 0 0-16,0 0-16 15,0 0-8-15,0 11 9 16,0 13 4-16,0 6-9 16,0-1 10-16,6 5-14 15,2 9 0-15,2 14-2 16,-5 2 3-16,1 11-7 15,-1 6-2-15,0 7 1 16,-5-8 3-16,13-3-6 16,-7-1 6-16,-1-12 5 15,5-2-1-15,-2-18 1 16,3-2-7-16,-6-10 0 16,-5-4-2-16,0-13-5 0,0-1 0 15,0-9 1 1,0 4 0-16,5-4-2 0,-5 0 0 15,0 0 0-15,0 0-2 16,0 0-7-16,0 0-9 16,6 0-28-16,7 0 0 15,-3 0-20-15,6 0 6 16,8-23-2-16,5-7-89 16,5-7-106-16,0 8-127 15</inkml:trace>
  <inkml:trace contextRef="#ctx0" brushRef="#br1" timeOffset="32398.4">30146 17872 427 0,'0'0'87'0,"0"0"-19"15,0 0 45-15,0 0-25 16,0 0-46-16,0 0-3 0,-63-3-22 16,42 13 14-16,8 0-5 15,2 0 2-15,1-1-3 16,-3 2 0-16,2 5-8 15,1 1-4-15,-1 6 11 16,3 4-7-16,3-1 0 16,5 8 4-16,0 5-11 15,0 11 4-15,0 4 6 16,0 11-6-16,0 8 5 16,18 8 3-16,-2-7-10 15,-5-1 3-15,7-10-6 16,-13-13-2-16,1-11-2 15,-1-13 0-15,-5-19-5 16,0-3 2-16,0-4-1 0,0 0-1 16,0 0 1-16,0 0-1 15,0 0-4-15,0 0-17 16,0-4-6-16,-5-19 9 16,-6 0-10-16,6-3-1 15,0-4-9-15,5 0 11 16,0 0 12-16,0 0-2 15,0 0 2-15,0 0 5 16,0 1-1-16,0-1-1 16,15 3-15-16,4 4 7 15,2-5 3-15,8 9-1 0,5 1 11 16,0 2-4 0,6 1-7-16,4 4 18 0,-4 0 2 15,-6 4 4 1,-5 7 10-16,-5-1-10 0,-3 1 2 15,2 0-2-15,-2 0 2 16,-2 0 7-16,-3 8 7 16,7 14-13-16,-4 1 7 15,-9-2-11-15,6 7 3 16,-11 2 7-16,-5 4 3 16,0-1 1-16,0 3-4 15,0-6-1-15,0 0-1 16,0 0-5-16,0 0 2 15,0 0 0-15,0-7 7 0,0-4 3 16,0-1 3 0,0-9-11-16,0-2 0 0,0-7-8 15,0 0 0-15,0 0 2 16,0 0-6-16,0 0-55 16,0 0 0-16,0-23-46 15,0 0-72-15,0-14-209 16</inkml:trace>
  <inkml:trace contextRef="#ctx0" brushRef="#br1" timeOffset="33048.25">31088 18365 251 0,'0'0'217'0,"0"0"-136"16,0 0 1-16,0 0 8 15,0 0-30-15,0 0-30 16,-29-13-8-16,29 13 11 0,-11 0 8 15,6 0-9-15,-8-4 10 16,-3 4-5-16,11 0-20 16,0 0 4-16,-9 0 5 15,9 0-10-15,-11 0 3 16,3 0-1-16,3 0-8 16,-6 0 6-16,3 10-7 15,8 3-1-15,-6 4 5 16,6 3 0-16,5 7 4 15,0 6-1-15,0 3-5 16,0 4 12-16,0 3-2 16,26-6-2-16,14-7 12 15,2 0-11-15,2-20-10 16,6-4 2-16,3-6-4 16,-3 0-8-16,0 0-2 0,-3-16-15 15,-7-14-9 1,-6 0 2-16,-13-4-25 0,-8 2 17 15,-3 2 0-15,-10-7 10 16,0 7 10-16,0-7 2 16,0 1 8-16,-34-4-2 15,-5 6 4-15,-6 4-4 16,-2 8 1-16,7 7 2 16,1 8-3-16,5 7-4 15,0 0 5-15,12 0 3 16,-6 0-3-16,12 0-18 15,-3 12-60-15,14-1-80 0,5 1-228 16</inkml:trace>
  <inkml:trace contextRef="#ctx0" brushRef="#br1" timeOffset="33514.93">31480 17736 503 0,'0'0'156'0,"0"0"-71"16,0 0 8-16,0 0 13 16,0 0-11-16,0 0-45 15,26-3-10-15,27 3-23 16,10 0-10-16,10 27 19 0,11 15-5 15,-5 15 1-15,-5 19-14 16,-11 7-2-16,-29 25 2 16,-34 12 12-16,0 16 3 15,-29 3-6-15,-50-17-15 16,-13-16 0-16,-2-24-2 16,2-28-16-16,2-18-68 15,17-30-77-15,9-6-422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03:28.420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13604 3676 285 0,'0'0'185'0,"0"0"-111"16,0 0 26-16,0 0-17 15,0 0-27-15,0 0-31 16,0 0-7-16,0 9-2 16,0-9 3-16,0 0 2 15,0 0 4-15,0 1 3 16,0 6-2-16,0-7 3 16,0 0-4-16,0 5-14 15,0-4-5-15,0-1 0 0,0 5-5 16,0-5 2-16,5 0-1 15,-5 0 0-15,0 0 3 16,0 5-1-16,6 9 3 16,4 8 0-16,9 2-2 15,-9 13 7-15,9 11-11 16,-4 5 8-16,1 7-7 16,2 2 12-16,-7-2 0 15,2 0 5-15,-2-7-2 16,-1-8-3-16,1-7-6 15,2-9 5-15,-8-13-2 16,0-8-9-16,-5-3 7 0,0-3-7 16,0-2 2-1,0 5 0-15,0-5-4 0,0 1-1 16,0-1-8-16,0 0-24 16,0 0 2-16,0 0-10 15,0-13-38-15,0-11-25 16,0-6-116-16,0-7-332 15</inkml:trace>
  <inkml:trace contextRef="#ctx0" brushRef="#br0" timeOffset="1116.84">13801 3693 268 0,'0'0'46'0,"0"0"18"0,0 0-16 16,0 0-20-16,0 0-9 15,0 0 4-15,11-17 13 16,-3 14 12-16,-8 3 14 15,0 0-2-15,5 0-14 16,-5 0-7-16,5 0-6 16,-5 0-7-16,0-3-7 15,6 1-6-15,-1-3-3 16,8-2 0-16,-8 6-2 16,11-8-3-16,-5 3 0 15,7-1-5-15,-8 6 0 0,-4-6-1 16,7 2 1-16,-3 5 0 15,6-3 1-15,-3 3 2 16,-2 0-2-16,-6 0-1 16,0 0 2-16,3 0-2 15,3 0 4-15,-6 0-1 16,0 0-3-16,-5 0 1 16,13 0-3-16,-7 0 4 15,4 15 1-15,1-1 3 16,-6 3 4-16,-5 6-2 15,8-1-7-15,-8-1 0 16,0 3 6-16,0-1-4 0,0 2 2 16,0-2 1-16,0-7-3 15,0 5 3-15,-8-1-5 16,-8-1 2-16,-7-5 0 16,7-1-3-16,-3-3 0 15,4-4 0-15,9-3-2 16,1 1-3-16,-3-4-2 15,-2 0-1-15,10 0 0 16,-6 0 4-16,1 0 2 16,5 0-1-16,0 0-3 15,0-4 5-15,0-5-2 16,0-5 1-16,0 2-11 16,21-2-2-16,8 4 7 0,-5 0 0 15,-1 3-2 1,-7 4 5-16,0-1-2 0,-3 2 7 15,-2 2 5-15,-1 0 0 16,-2 0 0-16,-3 0 9 16,6 0-2-16,-6 0-6 15,6 6 0-15,-3 8 5 16,2 2 14-16,1 7-8 16,-6 3 0-16,3-2-11 15,-8 3 3-15,0 2 5 16,0 1-1-16,0 3 0 15,0-3-1-15,0 4-7 16,-19-4 1-16,4-4-2 16,1-3-1-16,-1-8 3 0,4-2-4 15,-2-7 0-15,-3 0 0 16,3-1-2-16,-3-5-10 16,-18 0-55-16,5 0 2 15,-5-5-42-15,0-13-147 16,18 0 31-16</inkml:trace>
  <inkml:trace contextRef="#ctx0" brushRef="#br0" timeOffset="2065.23">14262 3577 88 0,'0'0'272'0,"0"0"-177"0,0 0-8 16,0 0 5-16,0 0-14 16,0 0-18-16,0 7-30 15,0-4-7-15,0 0 2 16,0 0-7-16,0-3-5 15,0 3-5-15,0 4-4 16,0 7 4-16,0 7-3 16,0-3 5-16,0 2 1 15,0 8-1-15,0-3 7 16,0 10 6-16,0-1 8 16,10 2 4-16,1 4-3 0,2-3-7 15,8 2 2 1,-3 1-6-16,3-7 9 0,8-4-8 15,-10-4-2-15,2-9-4 16,2 0-10-16,-7-6-1 16,3-6-2-16,-4 3 2 15,-2-4-4-15,-2-3 11 16,5 2-5-16,-3-2 4 16,-3 0-8-16,1 0-3 15,7 0 0-15,-2-9-12 16,8-21 1-16,-3-7-11 15,-8-2 14-15,-2-5-6 16,-1-2-17-16,-10 3 8 16,0-2 5-16,0 13 11 0,0-4-1 15,0 7 1-15,0-1 7 16,-26 0 0-16,-8 1-3 16,-1 5 1-16,6-5 2 15,-5 10-9-15,11 1 8 16,2 9 1-16,-3 2 0 15,13 4-1-15,-12-2 1 16,7 5-3-16,3-5-2 16,-3 5 3-16,11 0 1 15,-1 0 1-15,1-3-1 16,-3 0 0-16,8-4-2 16,0 7 3-16,-5 0 0 15,5 0-2-15,0 0-5 0,-5 0-2 16,5 0-13-16,0 0-12 15,0 0 9-15,0 0-8 16,0 0 9-16,0 13-26 16,0-3-38-16,0 0-25 15,0-4-68-15,0-6-96 16</inkml:trace>
  <inkml:trace contextRef="#ctx0" brushRef="#br0" timeOffset="2749.61">14993 3427 264 0,'0'0'99'0,"0"0"-8"15,0 0-25-15,0 0-1 16,0 0-2-16,0 0-5 16,5 0-18-16,-5 3-9 15,0 8-5-15,0-1-7 16,0 6 7-16,0 4 3 16,0 1-5-16,0-2-4 0,0 4-5 15,0 4-3 1,0 6 0-16,0 3 2 0,0 3 6 15,0-1 3-15,0 3 3 16,0-1 2-16,0 3 1 16,5-3 4-16,19-4-1 15,-3-6-6-15,3-3-5 16,-1-8 0-16,4-1-13 16,-9-12-3-16,3-3-5 15,3 0-2-15,-6-3 2 16,3 0 0-16,-2 0 0 15,-4-16-17-15,-4-3-16 0,7-8 20 16,-7-3-22 0,2-3 4-16,-8-4 2 0,-5-6-20 15,0-1 6-15,0-7 21 16,-13-5-9-16,-21 0 16 16,2 5-13-16,-2 12 16 15,0 9 10-15,0 11 4 16,-6 1 2-16,11 9-1 15,0 2 3-15,1 4 4 16,6 3 6-16,-12 0-9 16,11 0 4-16,-6 0 5 15,8 13 3-15,-3 4-17 16,13-1 1-16,6 1-3 16,5-1-2-16,-8-2-9 15,8-1-11-15,0 1-24 0,0-3-80 16,0-10-141-1</inkml:trace>
  <inkml:trace contextRef="#ctx0" brushRef="#br0" timeOffset="3765.1">15826 3920 261 0,'0'0'136'0,"0"0"-31"16,0 0 3-16,0 0 5 15,0 0-24-15,0 0-7 16,0 7-4-16,0-7 14 16,0 0-40-16,0 0-16 15,11 0-3-15,-1 0-4 16,14 0-15-16,5 0-6 16,5 0-5-16,6 0-1 15,-6 0 2-15,5 0-3 16,-10-13-1-16,-13-8-1 15,-5 5-9-15,-11-4 2 0,0-2 6 16,0 8-12-16,0-9 6 16,0-6 8-16,-11 5 1 15,-13-6-1-15,-2-12-12 16,-3 7 9-16,5-1-13 16,3-3 5-16,-2 10 9 15,-6-1-7-15,13 0 6 16,3 0 3-16,2 4-2 15,6 6 4-15,5-1-2 16,0 9 3-16,0-2-3 16,0 1 1-16,0 6 2 15,5-3-2-15,19 1 1 16,5-5-2-16,10 1-1 16,-4-1 1-16,-4 5 0 15,-2 6 1-15,0 3 1 0,-5 0-1 16,10 0 1-16,-8 0 5 15,3 0-1-15,5 0-4 16,-5 0 3-16,-8 9-5 16,3 5 1-16,0 2 0 15,-3 4 0-15,-8 4 18 16,3 6-15-16,-6-2-3 16,-2 9 4-16,-3 0-3 15,-5 6 6-15,0 3-4 16,0 1-3-16,0-2 6 15,0-9-3-15,0-6-3 16,0-5 2-16,0-7-1 0,0-6 3 16,11 3-1-1,12-8-3-15,12-1 0 0,4-6 8 16,16 0-5-16,8 0-4 16,6-22-3-16,-1-1-31 15,1 2-30-15,-14-2-3 16,-11 6-45-16,-4 5 11 15,-16 11-122-15,-6 1-46 16</inkml:trace>
  <inkml:trace contextRef="#ctx0" brushRef="#br0" timeOffset="23317.71">26025 4403 130 0,'0'0'82'0,"0"0"-21"0,0 0 3 16,0 0 15-16,0 0-19 16,0 0-16-16,0 0-4 15,0 0 7-15,0 0-12 16,0 0-5-16,0 0-3 15,0 0 0-15,-5 0-6 16,5 0-1-16,0 0 2 16,0 0-6-16,0 0 7 15,0 0-3-15,0-5-3 16,0 4 6-16,0 1-5 0,0 0-6 16,0-6 6-16,0 6-11 15,0 0 4 1,0-1-3-16,0 1 0 0,0 0-1 15,0-4 3-15,0 4-2 16,0 0-8-16,0 0 0 16,0 0-2-16,0-5-6 15,0 3 6-15,0 2-2 16,10-4 4-16,-4 4 0 16,4 0 3-16,-2 0 1 15,-3 0 1-15,6 0 0 16,-6 0-3-16,0 0 3 15,9 0-3-15,-14 15-2 0,5-2 0 16,0 0-1 0,-5 5 1-16,5 4-2 0,-5 5 4 15,0-4-2-15,0 0 0 16,0-3 6-16,0-3 1 16,0 3-7-16,0-8 2 15,0 6 1-15,0-2-1 16,0 1 1-16,0 3-3 15,0-1 7-15,-5 1 4 16,-11 1-4-16,3-5-1 16,3 7 1-16,-1-4-3 15,-7 6 1-15,-3 1-4 16,-3-3 4-16,-5 4-1 16,8-3-4-16,-3-6 4 0,6 0-4 15,2-7 1-15,6-5 0 16,2-6 0-16,3 0 3 15,-1 0 2-15,1 0 2 16,-6 0 2-16,6 0-9 16,-3 0 1-16,3-15-4 15,0-5 2-15,5-3-4 16,0 0 1-16,0 4-4 16,0 0 3-16,0 1-1 15,18 6 1-15,-2 1 0 16,0 0 0-16,2 8 3 15,-7-1-1-15,2 2 1 16,-8 2 1-16,6 0 4 0,-6 0-1 16,0 0 9-1,8 0-5-15,8 0 1 0,3 9-1 16,5 9 4-16,-3 5 0 16,3 7 9-16,5 4 2 15,-5 3 5-15,0-8 1 16,-8-4-6-16,3-7 2 15,0-13-14-15,-14-5-4 16,1 0-6-16,2 0-11 16,3-18-46-16,-1-24-79 15,-2 1-25-15,-7-1-170 16,-6 12-220-16</inkml:trace>
  <inkml:trace contextRef="#ctx0" brushRef="#br0" timeOffset="24448">26869 4397 16 0,'0'0'244'0,"0"0"-176"16,0 0-12-16,0 0 22 16,0 0-18-16,0 0-10 15,35-47-5-15,-35 42-9 16,0 3 13-16,0 2 1 16,0 0-15-16,0 0-10 0,0 0-10 15,0 0-6-15,0 0-3 16,-11 0-1-16,-13 0 2 15,9 0-2-15,-9 0 7 16,-5 0 0-16,13 0-2 16,-7 0-2-16,7 2-3 15,3 4-2-15,-8 4 0 16,2-3 1-16,-2 0-2 16,3 4 1-16,2 1 1 15,-2 1 1-15,7 2 8 16,-13 2 4-16,9-2-3 15,-4 3-5-15,-2 0 0 16,3 1-3-16,2 1 1 0,3-4 1 16,2-2-5-16,1-2 5 15,4-1-4-15,-7 1 3 16,8 6 8-16,5-2-1 16,-5 1-3-16,5 3 1 15,0-1 6-15,0 4-8 16,0 4-3-16,0-1 5 15,0 1 3-15,0-1-1 16,10 3-2-16,9-5 0 16,-3 0-3-16,2 0 7 15,-2-5 1-15,13 4 1 16,-6-1 2-16,12-2-2 16,-1-2-2-16,-3-5 1 15,3 2-8-15,-10-8-2 16,5-7 8-16,-8 0-7 0,-3 0-8 15,11 0-8-15,-8-17-12 16,-7-9-16-16,1-4 14 16,4-8-30-16,-3 6-40 15,-11-4 66-15,5 7 21 16,-10 10-1-16,0-1 6 16,0 3-1-16,0 1 2 15,-21 2-2-15,-2 5-1 16,2 2 1-16,-3 0 1 15,-5 3 0-15,0-1-1 16,3 5 1-16,-3 0-3 16,5 0 3-16,8 0-7 0,-7 0 1 15,7 0 4-15,-2 0 2 16,2 12 0-16,-3 8 5 16,9 1-3-16,-1 2 11 15,3 3 6-15,3 4 1 16,0 0-1-16,0-3-6 15,5-8-2-15,0-6-5 16,0-3-5-16,0-5-1 16,0-5-4-16,0 2-40 15,-6-2-58-15,1 0-78 16,0 0-257-16</inkml:trace>
  <inkml:trace contextRef="#ctx0" brushRef="#br0" timeOffset="25264">27477 4426 208 0,'0'0'86'15,"0"0"-38"-15,0 0 38 16,0 0-5-16,0 0-16 16,0 0-2-16,-5 8 1 15,5-8 3-15,0 0-14 16,0 0-12-16,0 0-2 16,0 5-2-16,0-1 4 15,0-1-2-15,0 1-2 16,0-4 6-16,0 3-29 15,0-3 3-15,21 5-1 0,8 6 2 16,5 3-6-16,11-3-5 16,-1 10 8-16,4 0-7 15,2 9 2-15,-6-1 2 16,9 8-1-16,-14-4 3 16,1 1 2-16,-6-2-5 15,-5-5 0-15,-3-3-3 16,-2-8-5-16,-8-2 0 15,-3-9-2-15,-13-1-1 16,0-1 0-16,0-3 0 16,0 0-12-16,0 0-11 15,0 0-6-15,0 0 12 16,0 0-15-16,-6 0 5 16,-12-8 16-16,8-14-43 15,-9 6-34-15,3-1-6 16,-2-6-53-16,2 3-68 0,6-3-108 15</inkml:trace>
  <inkml:trace contextRef="#ctx0" brushRef="#br0" timeOffset="25781.59">27974 4351 229 0,'0'0'91'0,"0"0"-26"16,0 0 38-16,0 0-12 15,0 0-8-15,0 0-12 16,0 0-11-16,0 0-15 15,0 0-15-15,0 0-6 16,0 0-3-16,0 0-1 16,0 0-6-16,-16 5 1 15,6 6 1-15,-14 3-2 16,0 8 3-16,-10-2-6 16,3 7 3-16,-12 3-3 0,4-1-5 15,-6 4-2-15,1 0-4 16,-1-3 1-16,5 4 2 15,-7-8-3-15,13-3 0 16,0 0 1-16,13-5 0 16,2-2-1-16,9-3 0 15,-1-3 0-15,6 0 0 16,-8-1 1-16,13 2-1 16,-5-8 0-16,5 1-2 15,0-4 2-15,0 0 0 16,0 0-13-16,0 0-27 15,10-18-19-15,9-1-135 16,-4-1-280-16</inkml:trace>
  <inkml:trace contextRef="#ctx0" brushRef="#br0" timeOffset="26832.34">28395 4269 145 0,'0'0'105'0,"0"0"-46"16,0 0 7-16,0 0 12 15,0 0-29-15,0 0-5 16,0 0-3-16,0 0 7 16,0 0 1-16,0 0 21 15,0 0-22-15,0 0-13 16,0 0-8-16,0 0-7 15,0 0-8-15,0 0-5 16,0 0-2-16,0 0-1 16,5 8 3-16,0 5 1 15,-5 5 10-15,13 5-1 16,-7 7 8-16,-1 0 10 16,5 5-6-16,-4-8-7 0,7 0-5 15,-8-8-2-15,0-3-2 16,1-2-6-16,-1-4 3 15,-5-10-6-15,0 0-3 16,0 0 3-16,0 0-2 16,0 0-2-16,0 0-10 15,0 0-4-15,0 0 9 16,0 0 3-16,0-3-1 16,0-7 2-16,0-1 1 15,13-1-9-15,3-2-2 16,13 1-23-16,0-5 11 15,10-1 14-15,-5 3-25 0,1 2-12 16,-1-4 44 0,-3 13-13-16,-7-2 15 0,0 7 2 15,-9 0 0-15,4 0 3 16,-3 0 0-16,2 7 15 16,-13 16 24-16,0 7-19 15,1-5-1-15,-6 5 0 16,0 2-5-16,0-9-4 15,0 3-7-15,0-6-1 16,0-3 3-16,-11-1-6 16,-12 2-4-16,-6-2 6 15,-6 3-5-15,-4 2-1 16,0-5 1-16,-6 0 0 16,5-2-1-16,-4-4-1 15,-4-4 0-15,9 1-5 16,5-7 0-16,7 4-10 15,9-4-16-15,7 0 29 0,-2 0-9 16,3 0 5-16,10 0-28 16,-5 0-15-16,5-11-14 15,0-5-24-15,0-3-112 16,0-6-41-16</inkml:trace>
  <inkml:trace contextRef="#ctx0" brushRef="#br0" timeOffset="27234.21">28400 4262 281 0,'0'0'116'0,"0"0"-71"16,0 0 34-16,0 0 44 15,0 0-18-15,0 0-28 16,29-7-7-16,0 7-25 15,10 0 0-15,11 0 0 16,13 0 2-16,6-7-19 16,-1 1 0-16,-2 0-12 15,-14-1-16-15,-12 3 0 16,-6 3-2-16,-10 1-24 16,-14 0-32-16,-4 0-53 15,-1 0-62-15,-5 0-225 16</inkml:trace>
  <inkml:trace contextRef="#ctx0" brushRef="#br0" timeOffset="28247.45">29307 4236 257 0,'0'0'99'16,"0"0"-7"-16,0 0-9 15,0 0 2-15,0 0-14 16,0 0-32-16,0 6 20 16,0-6-14-16,0 0-19 15,0 0-5-15,0 0 1 16,0 5-13-16,0-5 3 15,0 0-8-15,-15 1-2 16,-4 6-2-16,3 0 0 0,-2 0 1 16,2 1-2-1,3-1 3-15,-3-1-2 0,6 5 1 16,-9 2 1-16,4-1 7 16,1 5 2-16,4-4-4 15,-1 6 4-15,6-3-9 16,-8 9 9-16,8-2 1 15,-1 0 2-15,1 4 13 16,0 3-10-16,-3-4-3 16,8 4-4-16,0-3-1 15,0-4 0-15,0 1 1 16,0-1 2-16,0 0 4 16,0-3 3-16,8-1 4 15,13 2 11-15,3-5-3 0,5-2-2 16,-3-5-5-16,3 2-15 15,5-8 1-15,-5-3-2 16,5 0-2-16,0 0-6 16,0 0-3-16,6 0 2 15,-6-7-4-15,-5-7-1 16,-8 5-1-16,-10-5 6 16,7-2-5-16,-13-1 5 15,0-3 1-15,-5 4-9 16,0-7 1-16,6-3 0 15,-6-1-2-15,8-3 3 0,-8 0-6 16,5 0 5 0,-5 4-9-16,0-1 4 0,0 1 5 15,0 2 3-15,0 1 5 16,0-5 1-16,0 4 0 16,-13 3 0-16,-3-1-1 15,-2 4 0-15,2 0-1 16,0 8-2-16,3-4-4 15,-3 8 0-15,-2 0 7 16,2-1 0-16,-3 7-2 16,4 0 2-16,-9 0 5 15,3 0-1-15,-3 0 0 16,1 3 2-16,12 4-5 16,1 1-2-16,4-1-10 15,-2-1-42-15,-2 0-121 0,-6 5-283 16</inkml:trace>
  <inkml:trace contextRef="#ctx0" brushRef="#br0" timeOffset="30381.94">22112 3395 159 0,'0'0'213'16,"0"0"-133"-16,0 0 17 16,0 0 18-16,0 0-22 15,0 0-29-15,52-7-21 16,-52 7-10-16,6 0-4 0,-1-4-9 16,0 4 5-16,1 0 10 15,7 0-1-15,-8 0-12 16,0 0-4-16,6 0 2 15,7 0-3-15,-2 0 1 16,8 0 0-16,-1 0-1 16,-2 0-2-16,8 0-2 15,11 0-1-15,10 0 5 16,13 0 1-16,10 0-5 16,14 0-4-16,-3 0-8 15,0 0 3-15,9 0-3 16,-15 0 0-16,-9 0-1 15,-9 0 0-15,-2 0 0 0,-18 0 0 16,-11 0 1 0,-14 0-1-16,-9 0 0 0,1 0 0 15,-7 0 0 1,0 0 8-16,0 0-5 0,0 0-1 16,0 0-2-16,0 0 2 15,0 0-2-15,0 0-15 16,6 0-49-16,-6 0-68 15,0-7-139-15</inkml:trace>
  <inkml:trace contextRef="#ctx0" brushRef="#br0" timeOffset="32024.88">30157 4635 264 0,'0'0'60'0,"0"0"-6"16,0 0 40-16,0 0-24 16,0 0 12-16,0 0-10 15,-16 0 5-15,16 0-15 16,0 0-20-16,0 0-7 16,-5 0-4-16,5 0 3 15,0 0-5-15,-6 0-2 16,-1 0-5-16,7 0-4 15,-6 4-6-15,6-4-3 0,0 3 9 16,0-3-8 0,0 0 4-16,0 0 1 0,0 0 11 15,0 0-16-15,6 0 5 16,17 4-14-16,11-4 5 16,1 3-2-16,9-1-3 15,1-2 4-15,-3 0-5 16,3 0 0-16,-11 4-2 15,0-4 0-15,-18 0 0 16,2 0 0-16,-12 0 2 16,-6 0 0-16,0 0 0 15,0 3-3-15,0-3 0 0,0 0 0 16,0 0-1 0,0 0-2-16,0 0 6 0,0 0 0 15,0 0-6-15,0 0-24 16,0 0-30-16,0 0-28 15,0 0-19-15,0 4-141 16,0-1-180-16</inkml:trace>
  <inkml:trace contextRef="#ctx0" brushRef="#br0" timeOffset="32676.82">30136 4847 216 0,'0'0'88'15,"0"0"5"-15,0 0-17 0,0 0-7 16,0 0 2-16,0 0-4 15,0 7 0-15,0-3-5 16,0-4-6-16,0 3-4 16,0-3-13-16,0 4-5 15,0-2-7-15,0-2-12 16,0 3-2-16,0 3-8 16,0-5 0-16,5 4 2 15,11-3-2-15,2 2 0 16,11-1-2-16,5-3 4 15,6 3 8-15,-1-3-13 0,6 0 1 16,-6 0-3 0,1 0 1-16,-6 0-1 0,0 0 1 15,-5 0-1-15,-8 0 0 16,-2 0 0-16,-9 0-1 16,8 0-1-16,-12 0-2 15,-1 0 2-15,0 0 1 16,-5 0 0-16,0 0-3 15,0 0-12-15,0 0-14 16,0 0-3-16,0 0-19 16,6-3-56-16,-1 0-112 15,-5-3-66-15</inkml:trace>
  <inkml:trace contextRef="#ctx0" brushRef="#br0" timeOffset="37596.51">31161 4420 35 0,'0'0'33'0,"0"0"10"15,0 0 19-15,0 0-31 16,0 0-7-16,0 0-7 16,-18 0 7-16,18-4-7 15,0 4 1-15,0 0 18 16,0 0 32-16,-5 0-24 15,5 0-16-15,0 0-10 0,0 0-9 16,0 0-7 0,-6 0 0-16,6 0 1 0,-5 0-2 15,5 0 3-15,-5 0 1 16,5 0 3-16,0 0 15 16,0 0 25-16,0-5-1 15,0 5-3-15,0 0 14 16,-5 0-17-16,-1 0-9 15,-1 0-9-15,7 0-5 16,-6 0 4-16,6 0-3 16,0 0-5-16,0 0 7 15,0 0 3-15,0 0 6 0,0 0-4 16,0 0-2 0,0 0-1-16,0 0-7 0,0 0-8 15,0 0-1-15,0 0-3 16,0 0 3-16,0 0-3 15,0 0-2-15,0 0-1 16,0 15 0-16,0-2 11 16,0-2-11-16,0 1 2 15,0 6 7-15,0-6-9 16,0 9 10-16,0 5-7 16,6 3 1-16,1 5-1 15,4-1-2-15,-6 1 0 16,-5-4 1-16,5-4 1 15,6-3-2-15,-3 4 5 16,2-4-3-16,1 7 4 16,2-4 1-16,-2-3-5 15,-1-1 1-15,-5-14-1 0,1 3-2 16,-6-8 2-16,0-3-4 16,0 0 1-16,0 0 0 15,0 0-2-15,0 0-1 16,0 0-3-16,0 0 5 15,0 0-3-15,0 0 2 16,0 0-2-16,0 0 3 16,0 0-8-16,0 0-7 15,0 0-17-15,0 0-12 16,0-9-21-16,0-15-55 16,0-6-89-16,0-4-254 15</inkml:trace>
  <inkml:trace contextRef="#ctx0" brushRef="#br0" timeOffset="38829.42">31343 4411 205 0,'0'0'90'0,"0"0"-40"15,0 0 1-15,0 0 28 0,0 0-23 16,0 0-5 0,0 5 3-16,0-5-2 0,0 0 2 15,0 0-18-15,0 0-5 16,0 0-10-16,10 0-1 15,9 0-9-15,-3 0-2 16,7 0-6-16,-2-7-1 16,3 1 5-16,5 0-5 15,5-1 0-15,-13-2-2 16,8 3 0-16,-5-1 0 16,-3 6 0-16,8-5 2 15,-11 6-2-15,-2 0 1 16,-6 0 0-16,-2 0-2 15,-2 0 0-15,-1 0 1 16,0 0 4-16,0 0 9 0,1 0-10 16,1 0 0-16,-1 6-2 15,-1 2 7-15,5 7-1 16,-4-7-3-16,-1 3-2 16,3 3 1-16,-8-3-1 15,0 5 1-15,0-2-3 16,0 5 0-16,0-8 7 15,0 4-6-15,0-5 3 16,-13 0-3-16,7-3-1 16,-4-1-1-16,-8 1-3 15,2 0-4-15,-13 0-4 16,13-2-21-16,-8-1 12 0,9-1 21 16,1-3 0-16,4 4 0 15,-8-4-3-15,7 3 2 16,1-3 1-16,4 4-2 15,6-4 3-15,0 0-1 16,0 0 1-16,0 0 1 16,0 0-1-16,0 0 6 15,0 0-2-15,0 0-1 16,0 0-4-16,0 0 0 16,0 0-6-16,11 0-10 15,-1 0-7-15,9 0 22 16,-4 0 0-16,4 0 2 15,-3 0 8-15,-6 0-9 0,9 0-8 16,-4 0 8 0,4 0 24-16,-9 6-19 0,3 0 3 15,-7 1-7-15,-1 0 2 16,5 6 8-16,-4 4 11 16,-1 3-4-16,3 3-1 15,-3 3-7-15,-5-3 5 16,0-2-5-16,0-1 8 15,0-8-6-15,0-1-3 16,0-4-3-16,0 0-1 16,0-3 2-16,-13 1-6 15,-13 5-1-15,-8-6-2 16,-1 1 1-16,-4 2-10 16,-1-3-18-16,1-1 21 0,10-3-1 15,0 0 2 1,0 0-7-16,19 0-14 0,-9 0 15 15,14 0-14-15,-6 0 21 16,6 0 5-16,5 0 1 16,-5 0-1-16,5 0-5 15,0 0-18-15,0 0-64 16,0-7-62-16,0-2-36 16</inkml:trace>
  <inkml:trace contextRef="#ctx0" brushRef="#br0" timeOffset="39779.67">31961 4428 126 0,'0'0'124'16,"0"0"-32"-16,0 0 8 16,0 0-21-16,0 0-6 15,0 0-11-15,0 0-6 16,0 0-13-16,0 0-5 16,0 0-6-16,0 0-9 15,0 11 2-15,-5 0-9 16,-14-3-5-16,9 7 1 15,-9 1 1-15,4 1-6 0,4 3 1 16,-7-1-1 0,7 4 5-16,1-5-1 0,2 1-3 15,2-2-4-15,6 0 6 16,-5 2 6-16,5 1 3 16,0-3-4-16,0 3 2 15,0-1-3-15,0 2 2 16,0-1-6-16,0-1 0 15,0-1-2-15,19-9 5 16,2 1 8-16,-3-3-6 16,3-5 10-16,3-2-7 15,-1 0-7-15,-2 0-11 16,3 0-8-16,5 0 4 16,-3 0-4-16,8-12 0 0,-5-4 0 15,0 2 6-15,-5-2 2 16,2-2 0-16,-2 2-2 15,-8-3 0-15,-3-2-3 16,-3 1 1-16,-4-3-8 16,-6-3 11-16,5-4-18 15,-5 0 2-15,0-4 4 16,0 8 0-16,0-1 7 16,0 8 2-16,0-1-1 15,-11 6-1-15,-4-2 5 16,-14-2 0-16,5 10 1 15,3 1-2-15,-3-2-1 16,6 7 1-16,2 2 0 0,6 0 1 16,-9 0 1-1,14 0 0-15,0 0 4 0,5 0-3 16,0 0 0-16,-6 0 1 16,6 0-1-16,-5 0-1 15,5 0-3-15,0 0-9 16,0 0-17-16,0 0-27 15,0 11-21-15,0-4-40 16,26-6-139-16,9-1-245 16</inkml:trace>
  <inkml:trace contextRef="#ctx0" brushRef="#br0" timeOffset="40513.31">32608 4356 304 0,'0'0'102'16,"0"0"-63"-16,0 0 22 0,0 0 26 15,0 0-21-15,0 0-26 16,-19 11-3-16,14-5-6 16,-11 0 7-16,3 1 2 15,3 5-3-15,-9-1-19 16,4 3-1-16,-1-3-3 15,-3 8-7-15,4-3 0 16,1 4-2-16,-7-3-3 16,-2 3 0-16,7-1 6 15,-8 4-3-15,6 4 3 16,2-3 8-16,6 3 0 16,-4-1 3-16,14 4 1 0,0 2 3 15,0 2 3 1,0-4-4-16,0 0-4 0,0-4-2 15,19-4 3-15,10-7-3 16,-3-6-5-16,-2-3 13 16,5-6-23-16,0 0-1 15,5-12-27-15,-3-17-7 16,4-5-24-16,-1-3-10 16,-5-2-27-16,0-1 19 15,-14 0 5-15,-2 0 4 16,-13 3 33-16,0 5 9 15,0 2 23-15,0 3 2 16,-13 4 9-16,-13 6-5 16,-3-2-3-16,5 1-1 0,3 6 0 15,-2 3 3-15,12 3 9 16,-7 6 42-16,2 0-11 16,3 0-6-16,2 0-14 15,11 0-22-15,-5 0-1 16,5 0-4-16,0 0-34 15,0 0-109-15,0 0-118 16</inkml:trace>
  <inkml:trace contextRef="#ctx0" brushRef="#br0" timeOffset="41695.83">32771 4923 389 0,'0'0'58'0,"0"0"4"15,0 0 35-15,0 0 5 0,0 0-27 16,0 0-18 0,160 0-3-16,-139 0-26 0,3 0-4 15,-8 0-9-15,7-5 8 16,-7 1-10-16,3-3 0 15,-9 0 14-15,1 6-11 16,2-10-1-16,-3 5-5 16,1 0 2-16,2-5-4 15,-13 4-6-15,0-5-1 16,0-3 1-16,0 0-2 16,0-7-4-16,0-1 1 15,0-3-5-15,0-1 7 16,0-3 1-16,0 4 0 15,-5 3 0-15,-8 3 0 16,2-1 2-16,1 2-1 0,-4 3-1 16,-1-2-1-1,2 6 0-15,7-2 1 0,1 4-1 16,5 4 1-16,0-3 0 16,0 4 0-16,0 2 9 15,0-7-2-15,0-2-5 16,0 6 0-16,0-2-2 15,18 1 2-15,-2-4-2 16,8 2 0-16,-14 2 0 16,14 0 3-16,-13 3-3 15,4 2 1-15,-2-3 0 16,3-2 0-16,3 7 1 0,-4 0 0 16,4 0-2-1,-9 0 6-15,6 0-5 0,3 0 3 16,2 0-3-16,2 0 0 15,-4 12 5-15,2 1-6 16,2 5 0-16,-7 6 5 16,3 1-1-16,-4-2 9 15,4 4-11-15,-3-4-2 16,2 3 7-16,-8-6-7 16,1-3 1-16,-11-4-1 15,5 1 1-15,-5-2 0 16,0 5-1-16,0 0 2 15,0-1 1-15,0 1-3 16,0 3 0-16,-21-1 4 16,3 2 0-16,2-1-3 0,-2 3-1 15,7-4 0-15,1 4 2 16,10 1-2-16,0 0 5 16,0 0 1-16,0-1-5 15,5-5 11-15,29 1 18 16,5-8-6-16,6 1-5 15,0-6-12-15,2-6-4 16,-2 0-3-16,-6 0-9 16,-10-4-41-16,-13-10-34 15,-11 4-26-15,-5 10-77 16,0 0-253-16</inkml:trace>
  <inkml:trace contextRef="#ctx0" brushRef="#br1" timeOffset="83593.82">26772 17733 443 0,'0'0'108'16,"0"0"-58"-16,0 0 16 15,0 0 7-15,0 0-12 16,0 0-28-16,0 0-11 16,0 0 2-16,0 0 6 15,0 3-11-15,-10 14 6 16,-6 2 2-16,-8 2-7 0,0 2-9 16,-2 7-2-16,-3 0-4 15,0 2 0-15,6 2-4 16,-4-1 6-16,4 4 5 15,-1-1-10-15,3 1 5 16,8-4 5-16,2 5-4 16,1 0 5-16,10-1-6 15,0 9 5-15,0 6 13 16,0 1 0-16,16 6 13 16,23 1 0-16,8-3-5 15,-2-11-9-15,-6-10-8 16,1-6 1-16,-11-10-7 15,-8-14-5-15,-3-2 10 16,-18-1-14-16,0-3 2 0,0 0 0 16,0 0-3-16,0 0-3 15,0 0-17-15,0 0-36 16,0 0-30-16,0 0-9 16,0-26-93-16,0-8-313 15</inkml:trace>
  <inkml:trace contextRef="#ctx0" brushRef="#br1" timeOffset="84477.2">27069 17763 5 0,'0'0'120'15,"0"0"-79"-15,0 0 13 16,0 0-4-16,0 0-2 16,0 0 3-16,-47 0 1 0,47 0 15 15,0 0-17-15,0 0 0 16,0-3 11-16,0 3-6 15,0-4-4-15,0 4-12 16,0-3 1-16,0-1 4 16,0-1-4-16,0 5 4 15,0-1 2-15,0 1-6 16,0 0-1-16,0 0-17 16,0 0-3-16,0 0-4 15,0 0-7-15,0 0-2 16,5 0-1-16,-5 0-3 0,0 0-4 15,8 6 1-15,-3 17 1 16,6 1-1-16,7 9 5 16,-2 7-4-16,0 3 0 15,7 10 3-15,-4 0 2 16,2 10 0-16,-3-3 5 16,-7-3-1-16,-1-3 0 15,4-7 1-15,-9-16-4 16,-5-3 0-16,0-8-2 15,0-3-4-15,0-11 0 16,0 1 2-16,0 0-2 16,0-4 0-16,0 3 0 15,0-4-14-15,0 3-11 16,0-5-27-16,0 0-20 16,0 0-40-16,-13-7-8 0,7-22-163 15</inkml:trace>
  <inkml:trace contextRef="#ctx0" brushRef="#br1" timeOffset="85177.02">26835 17779 222 0,'0'0'199'16,"0"0"-139"-16,0 0-17 15,0 0 48-15,0 0-6 16,0 0-35-16,29-79-24 15,-5 64 6-15,2 7-16 16,3-7 5-16,-5 8 2 16,2 0 10-16,-2 6-5 15,10-5-7-15,0 5 9 0,0-3-20 16,6 0 5-16,-1 4-8 16,1 0-4-16,-6 0-1 15,5 0 9-15,-10 0 1 16,0 21 16-16,0 3-13 15,-8-1-11-15,3 10 8 16,-9 0-5-16,4 7 1 16,-3 0 5-16,2-1-7 15,-13 2 7-15,6-2-4 16,-6-2-2-16,-5 0 9 16,5-2-8-16,-5 2-3 15,0 0 7-15,0 1-6 16,0-2 1-16,0-4 4 15,0-2-6-15,-21 0 1 0,-8-3-4 16,-5-3 1-16,-5-7-3 16,-1-3-5-16,-10 5-3 15,3-8-1-15,-3 1 5 16,11-5 3-16,10-1 1 16,5-3 0-16,13 4 0 15,6-7 0-15,0 0 0 16,5 0-1-16,0 0-7 15,0 0-11-15,0 0-12 16,0-13-28-16,0-4-52 16,0-2-82-16,21-5-327 15</inkml:trace>
  <inkml:trace contextRef="#ctx0" brushRef="#br1" timeOffset="86428.02">27890 18092 148 0,'0'0'55'0,"0"0"-4"16,0 0 39-16,0 0 11 16,0 0-35-16,0 0 12 0,34-41 0 15,-29 38-18-15,0 3-14 16,-5 0-9-16,6 0-2 15,-6-4-6-15,0 4-4 16,0-2 2-16,0-1 4 16,0-1-3-16,0 4-1 15,0 0-5-15,0 0-3 16,0 0-4-16,-6 0-5 16,1-3-5-16,0-1 1 15,-6 4-2-15,-2-3-1 16,8-1 0-16,-5 1-3 0,-1 3 5 15,3-3-3-15,-2 3-1 16,4 0 3-16,6 0-2 16,0 0 1-16,0 0-3 15,-5 0 1-15,-5 0 1 16,2 0-2-16,2 0 1 16,1 0 7-16,0 0-7 15,0 0 4-15,-1 10-1 16,-7 0 2-16,8 3 2 15,-6 1-8-15,1-2 5 16,2 6 5-16,-2-6-9 16,4 10 5-16,1-7-3 15,-8 8-2-15,8-7 4 0,-1 9-3 16,6 1-1 0,0-3 2-16,0 7 8 0,0 4 17 15,0 0-1-15,6-1 3 16,23-6-5-16,-6-8 4 15,3-5-10-15,3-8-2 16,-5-6-13-16,5 0 4 16,-8 0-8-16,-3-3-10 15,3-21-13-15,-7 1-24 16,-4-3 1-16,1-1-1 16,-11 8 7-16,5-10 8 15,-5 4-1-15,0-4-21 16,0-1 11-16,0-7-6 15,0 3 15-15,0-3-1 0,0 7-5 16,0 3 5-16,-5 11 16 16,-1 2 19-16,6 5 0 15,0 6 2-15,0 3 12 16,-5 0 16-16,5 0-4 16,0 0 0-16,0 0-7 15,0 0-6-15,0 0 5 16,0 0-9-16,0 0 14 15,0 0-9-15,0 6-12 16,5 11 10-16,6 9 5 16,7 4-9-16,-2 4 15 15,-3 8-3-15,3-1-5 16,-11 6 7-16,1 0-8 0,1-5 2 16,-7-5-6-16,0-7 0 15,0-12-1-15,0 1-9 16,0-10 5-16,0-9-10 15,0 0 4-15,0 0-3 16,0 0-25-16,0 0-34 16,0-3-37-16,0-17-15 15,0 1-166-15</inkml:trace>
  <inkml:trace contextRef="#ctx0" brushRef="#br1" timeOffset="87294.99">28566 17647 199 0,'0'0'150'0,"0"0"-120"0,0 0 15 16,0 0 36-1,0 0-30-15,0 0-14 0,-40-30 5 16,17 30 13-16,-1 0-6 16,-2 0 1-16,2 0-26 15,-5 0-1-15,0 0-5 16,8 0-9-16,-8 0-1 16,-5 8-5-16,10 7 4 15,-2-2 22-15,-3 4-9 16,5-4-2-16,9 4 1 15,1 2-3-15,4 5 3 16,5-7-5-16,5 6-11 16,0 0 11-16,0 0-7 15,0 7 5-15,0 3 8 16,0 4-1-16,5 6-3 0,19-3-4 16,-9-1-5-16,4 2-1 15,-3 5 0-15,-6 2-6 16,8-1 11-16,-7 4-7 15,2 0 8-15,3-1-8 16,-11-4-2-16,6-2 5 16,-11-8-3-16,0-6 0 15,0 0-2-15,0-7 1 16,0 7-4-16,-32-11 2 16,3 2 3-16,-10-1-4 15,5-8 0-15,5-5-1 16,-6 0 0-16,12-7 0 0,-4 0-13 15,4 0-30 1,7-20-30-16,3-16-33 0,2-5-38 16,11 2-123-16</inkml:trace>
  <inkml:trace contextRef="#ctx0" brushRef="#br1" timeOffset="87584.54">28095 18068 45 0,'0'0'657'15,"0"0"-557"-15,0 0-13 16,0 0 5-16,0 0-7 16,0 0-51-16,250-20-20 15,-211 16-14-15,-5 4-8 16,-13-5-58-16,-7-6-91 16,-14-2-219-16</inkml:trace>
  <inkml:trace contextRef="#ctx0" brushRef="#br1" timeOffset="91994.23">28921 18005 292 0,'0'0'148'0,"0"0"-49"16,0 0-6-16,0 0-15 16,0 0-21-16,0 0-24 15,0 0-24-15,-61-3-1 0,48 3-4 16,3 0 3-1,-6 0 9-15,-3 0 0 0,4 0-1 16,1 0 0-16,-1 0-3 16,4 0 2-16,-2 0 3 15,-3 10-5-15,6 3-1 16,-9 4-3-16,9-4 1 16,-3 3 8-16,2 1-3 15,6 6 0-15,0 4-7 16,-9 3-3-16,9 7 4 15,0 4-7-15,5 5 8 16,0 3 16-16,0 5 5 16,0-1 14-16,5-3 4 15,19-7 1-15,5-17-7 0,0-6-16 16,-3-20-8-16,8 0-3 16,0 0-15-16,1-27-14 15,-1-19-15-15,0-7-33 16,-10 0-15-16,-9 3 2 15,-4 4-29-15,-3 3 19 16,-3-2-20-16,-5 7-6 16,0 3 5-16,0 10 36 15,0 3 17-15,0 3 42 16,0 5 11-16,-5 1 16 16,-3 3-8-16,3 4-1 15,-1 3 3-15,6 3 19 16,-5 0 12-16,5 0-5 15,0 0 13-15,0 0-6 16,0 0-3-16,0 0 3 0,0 0-4 16,0 0-5-16,0 0-5 15,0 0 1-15,0 0-16 16,0 3-8-16,0 13 7 16,0 4 0-16,5 3-5 15,6 3 9-15,2 4 2 16,-8 7-3-16,6 8-3 15,-6 8 1-15,-5 7-3 16,5 3 15-16,3-7-3 16,-2-6-9-16,-1-13-5 0,-5-8-2 15,5-19-1 1,0-3 0-16,1-7-5 0,-6 0-2 16,0 0-21-16,0-7-47 15,0-16-24-15,0 0-43 16,0 0-150-16</inkml:trace>
  <inkml:trace contextRef="#ctx0" brushRef="#br1" timeOffset="93677.96">30328 17535 141 0,'0'0'90'0,"0"0"-10"0,0 0 15 16,0 0 17-16,0 0-19 16,0 0-8-16,0 0-3 15,0 0-32-15,0 0-18 16,0 0-13-16,-6 0-2 15,1 0-2-15,5 0 4 16,0 0 3-16,-5-1 10 16,5 1-2-16,-8 0-7 15,8 0-9-15,0 0-5 16,-5 0 1-16,0 0-6 16,-1-6-4-16,-4 4 4 15,-3 2-1-15,2-7-2 16,1 7-1-16,-4-3-2 15,9 3 2-15,0-4-1 0,0 4 1 16,-6 0 1-16,-2 0-1 16,-3 0 0-16,-7 0 0 15,1 0-2-15,-6 0-1 16,4 0 1-16,3 0-2 16,2 7 0-16,-4 0-2 15,7 1 1-15,-8-2 4 16,9 3 1-16,-4 0-2 15,9 3 2-15,-6-3-1 16,-3 0-1-16,9 5 0 16,-9 1 2-16,9-2 2 15,-6 4-2-15,3 2 3 0,3 0 1 16,-1 9-4-16,-2 2 3 16,8-1 4-16,5 5-2 15,0-1 1-15,0-3 1 16,0 7 0-16,0-8 0 15,0-3-6-15,0 1 5 16,0 0-3-16,0-3 11 16,0-1-10-16,5-7 5 15,19-2 4-15,-6-2-8 16,3-1 10-16,3-4-8 16,-9-3-4-16,9-3-2 15,-8-1-1-15,2 0-10 16,3 0 10-16,3 0-7 15,0 0-2-15,-3 0 8 16,2 0 0-16,-7 0 1 0,-3 0-3 16,-2 0 0-16,-1 0 2 15,9 0-2-15,-9 0 3 16,9 0 0-16,-4 0 3 16,-4 7 3-16,2-3-6 15,-2 3 0-15,-1 4 3 16,-5-3-3-16,14-1 0 15,-14 8 1-15,11-3 2 16,-3-1 1-16,-8 2-4 16,6-2 1-16,-11 3-1 0,0 1 4 15,0-8-1 1,0 1 4-16,0 14-7 0,0-14 2 16,0 14 6-16,0-8-7 15,0 8 5-15,-11-9-3 16,-7 4-2-16,-3 0 6 15,-3-3-5-15,-5 1 1 16,8-2 0-16,-8-2-3 16,-5-1 1-16,5-1-1 15,-5 5 1-15,-6-5-2 16,6 5-1-16,-10-7 2 16,9 2 0-16,-4-2-3 15,10 0 2-15,3 0-3 16,2-7 0-16,0 0-1 15,3 0 0-15,3 0-11 0,2-10-18 16,3-7-31-16,-3-3-42 16,11 0-47-16,0 0-298 15</inkml:trace>
  <inkml:trace contextRef="#ctx0" brushRef="#br1" timeOffset="96777.78">30696 18224 328 0,'0'0'112'0,"0"0"-89"16,0 0-16-16,0 0 8 16,0 0-5-16,0 0-3 15,0-7 15-15,0 7 36 0,0 0-1 16,0 0-2-16,0-1-3 16,0-5-17-16,0 5-12 15,-5 1-7-15,-1-4-9 16,-4 0-7-16,-3 4-6 15,-3-3-3-15,3-1-12 16,-3 4-3-16,0 0 17 16,-2 0 7-16,7 0 0 15,-2 0 1-15,3 0 2 16,-1 0-3-16,1 0 0 16,-4 0-3-16,9 0 6 15,-5 0-7-15,4 4 5 16,-7 3-1-16,-3-2 7 0,3 7-4 15,3-3 11-15,-1 0 3 16,6 3-8-16,-8-2 0 16,8-3-8-16,-6 6 3 15,6-7 6-15,0 5-2 16,-3-3 4-16,2-1 3 16,1 8 4-16,0-9-9 15,5 11-2-15,0-4 3 16,0 4 8-16,0 6 4 15,0-2 13-15,24 14 5 16,-3-5 1-16,8 0 5 16,-6 0-12-16,-2-14-10 0,3-2-8 15,-8-8 5 1,-3-6-3-16,3 0-6 0,2 0-13 16,-2-23-24-1,7-7-13-15,-7-3 1 0,3-3-33 16,-9-3-12-16,1 8-2 15,-6 1-10-15,3 0-18 16,-8 7 5-16,0-5 23 16,0 7 52-16,0 5 19 15,0 0 0-15,0 1 11 16,5 0-1-16,0 1-5 16,6 2 7-16,-11 5-6 15,0 3 6-15,0 4 3 16,0 0 4-16,0 0 14 15,0 0 5-15,0 0 6 0,0 0 6 16,0 0 17-16,0 11-11 16,0 8 16-16,0 11-17 15,5 15 7-15,8 8 11 16,-2 7-4-16,5-1 21 16,-3-5-18-16,-3-8-20 15,1-13-12-15,2-17-19 16,-8-5-3-16,6-11-6 15,-6 0-43-15,-5 0-81 16,0-30-61-16,0-4-248 16</inkml:trace>
  <inkml:trace contextRef="#ctx0" brushRef="#br1" timeOffset="97593.57">30985 18179 330 0,'0'0'158'0,"0"0"-98"15,0 0 41-15,0 0 14 0,0 0-51 16,0 0-32-16,0 0-8 16,0 0 0-16,0 0-8 15,0 0 1-15,0 0 4 16,0 0-9-16,0 0-1 16,0 8-3-16,0 6-4 15,0 7 4-15,11 3-3 16,-3 12 0-16,-3 11 15 15,0 9 7-15,0 13 10 16,6 11 9-16,-3-1-18 16,2-2 8-16,1-11-5 15,-6-25-6-15,8-15-4 16,-8-11-14-16,1-15-1 0,-6 0-6 16,0 0 0-16,0-7-17 15,0-21-19-15,0-2-20 16,0 1 31-16,0-8-24 15,0 3-15-15,0-5-7 16,0-1 20-16,-11 4 9 16,3-8 9-16,-2 5 0 15,-6 2 15-15,-2 4 10 16,7 6 8-16,-7 1 4 16,18 3-3-16,-6-7 6 15,6 0-1-15,0 1 5 16,0 5 6-16,0 2-6 15,0-1 1-15,24 8 4 0,0-3 2 16,2 7-7-16,8-1-3 16,-5 5-4-16,5 3 6 15,6 4-3-15,-1 0 3 16,-10 0 10-16,-5 0 3 16,-8 11 7-16,-6 12 7 15,-10 7-29-15,0 7 10 16,0 5-2-16,0 10-3 15,-26-8-6-15,-16 8 1 16,2-12 3-16,6-10 1 16,13-14-3-16,3-6-8 15,7-10-1-15,6 0-22 0,5 0-32 16,0-30-62 0,0-13-33-16,0-4-316 0</inkml:trace>
  <inkml:trace contextRef="#ctx0" brushRef="#br1" timeOffset="98109.9">31540 17723 342 0,'0'0'123'16,"0"0"-77"-16,0 0 32 16,0 0 3-16,0 0-26 15,0 0-17-15,0-4 7 16,0 4 7-16,0 0 3 15,0 4-8-15,0 3-13 16,0 6-16-16,8 0-10 16,3 3 9-16,-1 11 1 0,-5-1-6 15,1 11-3 1,7 13-2-16,-8 10 5 0,5 3 0 16,4 17 7-16,-9 3 4 15,5 3 6-15,6-5 3 16,-8-20 2-16,-3-10 2 15,1-17-15-15,-1-14-3 16,-5-14-7-16,5-6-9 16,-5 0-1-16,0 0-1 15,0 0-42-15,0-3-9 16,-10-17-10-16,-9 1 9 16,-2-5-42-16,-8 1-72 15,0 6-104-15,8-2-54 16</inkml:trace>
  <inkml:trace contextRef="#ctx0" brushRef="#br1" timeOffset="98645.29">31372 18134 89 0,'0'0'529'0,"0"0"-403"0,0 0-45 16,0 0-9-16,0 0-15 15,0 0-22-15,323-46-22 16,-262 39-10-16,-3 0-2 15,-8 1-1-15,-16 0-11 16,0 2-7-16,-10 1 8 16,-14 3-4-16,1 0 10 15,-11 0 4-15,0 0 3 16,0 0 14-16,0 0-5 16,0 0-3-16,0 0 8 15,0 0-8-15,0 13-5 16,0-3-4-16,0 4 1 15,0 5 3-15,-6 4-3 0,6 7 3 16,0 7 14-16,0 2 30 16,0 9-4-16,0-1 4 15,0-11-8-15,19-6-1 16,-3-7-21-16,2-12-8 16,-7-8-10-16,-6-3 0 15,-5 0-1-15,0 0-26 16,5 0-25-16,-5-14-18 15,0-15-74-15,0-1-31 16,0 0-90-16</inkml:trace>
  <inkml:trace contextRef="#ctx0" brushRef="#br1" timeOffset="98864.07">31916 17744 563 0,'0'0'171'15,"0"0"-96"-15,0 0 12 16,0 0-21-16,0 0-46 16,0 0-20-16,142-29-37 15,-131 29-34-15,-11 0-152 16,0 8-227-16</inkml:trace>
  <inkml:trace contextRef="#ctx0" brushRef="#br1" timeOffset="100042.72">32600 18068 408 0,'0'0'45'0,"0"0"-18"15,0 0 21-15,0 0 10 16,0 0-26-16,0 0 5 16,-11 0 4-16,6 0 1 15,0-6-4-15,0-1-6 16,-1 3-11-16,-1-3-5 16,-4 5-4-16,-5-5-3 15,3 4 0-15,-8-4-3 16,3 3 2-16,2 1 9 15,-3 3-5-15,9 0 0 16,-6-3-2-16,3 3-2 0,2 0-2 16,1 0-6-16,-8 0 4 15,12 0 2-15,-4 0-4 16,-3 0 3-16,2 0 1 16,6 0-3-16,-6 0 3 15,-2 6 4-15,8 1-1 16,-6 4-1-16,6-2-7 15,-8-2 1-15,13 0 4 16,-5-1-4-16,-1 4 9 16,1-3-6-16,0 5 6 15,5-5 0-15,0 4-7 0,0 1-2 16,0 6 8-16,0 5-8 16,0 3 5-16,0 11 3 15,0-5 9-15,0 10 5 16,0-4 5-16,5-3-5 15,11-12 15-15,2-6-5 16,-7-9-8-16,-1-8-3 16,4 0-3-16,-9 0-8 15,5 0-12-15,-10 0-1 16,11 0-5-16,2 0-2 16,-2-8-15-16,-1-2 8 15,-2 3-10-15,2 1 4 16,1-11-2-16,-11 4-2 15,5-11 13-15,3 1-5 0,-3-3-1 16,1-3 5-16,-1 6-1 16,0 7 3-16,6 1-4 15,-3 0 13-15,2 7-2 16,-5-7 6-16,1 8-2 16,-1-9 0-16,3 2 1 15,-3 6-2-15,-5-7 5 16,5 5-6-16,1-3 2 15,-1 3 0-15,-5 3 0 16,5 4 1-16,-5-3 2 16,0 2-3-16,0 1 3 15,5-4-5-15,-5 3 4 0,0 4-2 16,0 0 0 0,0 0 4-16,0 0-4 0,0 0 13 15,0 0-12-15,0 0 12 16,0 7-3-16,0 0-1 15,0 6-6-15,0 8 1 16,0 5 0-16,8 13 2 16,3 9 5-16,-6 9 15 15,6-5 5-15,2-1-4 16,-8-8-4-16,0-10-7 16,0-9-8-16,1-12 1 15,-1-5-6-15,-5-7-1 16,0 0-2-16,0 0-22 15,0 0-45-15,0 0-4 16,0-7-41-16,0-9-13 0,0-10-89 16,0 3-289-16</inkml:trace>
  <inkml:trace contextRef="#ctx0" brushRef="#br1" timeOffset="100775.39">32800 18088 80 0,'0'0'328'0,"0"0"-240"15,0 0-16-15,0 0 50 16,0 0-27-16,0 0-40 16,0 0-17-16,0 0-8 15,0 0-2-15,0 9 6 16,0-2 2-16,0 11-1 16,0 1-3-16,0 11 1 15,0 9 4-15,16 13-5 16,2 4 24-16,-7 1-5 15,2 3-16-15,-8-18-8 0,0-8-9 16,0-14-2-16,1-10-5 16,-6-10-6-16,0 0 1 15,0 0-6-15,0-4-7 16,0-22-28-16,0-4 26 16,0 0-6-16,0-6-28 15,0 3 2-15,10-1-12 16,9-2 16-16,-4 6 17 15,9-5 6-15,0 5-3 16,-3 7 17-16,2-3 6 16,-1 9-1-16,-4 4 2 15,-2 2-3-15,-3 6-3 0,3 1 4 16,-3 4-4 0,-8 0 6-16,0 0 1 0,1 0 6 15,-6 0-1-15,5 0 2 16,-5 8-1-16,5 7 1 15,8 12 20-15,-8 10-15 16,1 10 7-16,-1 1-2 16,-5 4-6-16,11-3-2 15,-11-2-3-15,13-14 4 16,-8-10-13-16,-5-6 1 16,5-10-6-16,-5-7-1 15,0 0 0-15,0 0-41 16,0 0-43-16,0-17-21 0,0-10-76 15,0-3-42 1,0 0-227-16</inkml:trace>
  <inkml:trace contextRef="#ctx0" brushRef="#br1" timeOffset="101128.03">33300 17736 660 0,'0'0'176'0,"0"0"-101"0,0 0 28 15,0 0-26-15,0 0-26 16,0 0-23-16,84 20 1 15,-40 17 32-15,1 13-12 16,2 13-18-16,-7 10-2 16,5 16-11-16,-11-1-3 15,-18 10-8-15,-16 13-1 16,0-5-4-16,-32-3-2 16,-42-16-14-16,-12-15-13 15,-17-19-9-15,-5-8 7 0,0-8-87 16,19-14-134-1,5 0-614-15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03:16.419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22777 5307 468 0,'0'0'93'16,"0"0"-23"-16,0 0 11 0,0 0-17 15,0 0-27-15,0 0-15 16,0-13-15-16,0-1-4 15,0 2 2-15,0-2-2 16,0 1-3-16,0-1 3 16,0 5-3-16,0-5 0 15,0 4-2-15,0-3-1 16,0-1-6-16,0-2-9 16,0 3-4-16,0 0 5 15,0 2-4-15,0 8 20 16,0 0-4-16,0 3 5 15,0 0 4-15,0 0-4 16,0 0 5-16,0 0-1 16,0 0-3-16,0 0-2 15,0 0 1-15,0 0 0 0,0 0-2 16,0 0 2-16,0 0 0 16,0 0 2-16,0 0-2 15,0 3 5-15,0 11-5 16,0-4 4-16,0 3 2 15,0 0-3-15,0 4 1 16,0-1 0-16,0-2 0 16,0 2 0-16,0 1 0 15,0-1-2-15,0 1 0 16,0 0-1-16,0-1 1 16,0 1 0-16,0-1-1 15,0 0 1-15,0 2-1 0,0 1 2 16,0 1 5-16,0 1-4 15,6 2 6-15,4-7 0 16,1 3-6-16,-4-1 3 16,4-6-7-16,-6 0 2 15,0 0 0-15,1 6 0 16,-1-1-1-16,-5 2 1 16,8 5 1-16,-8-7 1 15,0-4 2-15,5-3-6 16,-5-3 4-16,5-6-4 15,-5-1 0-15,0 5 0 16,0-3 2-16,0 4-4 16,0 3 4-16,0-6 1 15,0 0 3-15,0-3-5 16,0 0 3-16,0 0-4 0,6 0-1 16,-6 0-2-16,5 0 0 15,-5 0 1-15,5 0-83 16,-5 0-127-16,0 0-94 15</inkml:trace>
  <inkml:trace contextRef="#ctx0" brushRef="#br0" timeOffset="609.47">23166 5594 236 0,'0'0'69'0,"0"0"-11"0,0 0 2 15,0 0 0-15,0 0-11 16,0 0-21-16,0 0 4 15,0 0 8-15,0 0-3 16,0 0 3-16,0 0-11 16,0 0-13-16,0 0-6 15,0 0 1-15,0 6 0 16,0 11-2-16,0 1 1 16,-10 11-3-16,5 1 12 15,-6 0-4-15,-2 3 2 0,3-3-5 16,4 0-4-16,1-4 0 15,0-6-2-15,5-4-3 16,0-5 2-16,0-8-4 16,0 0 1-16,0-3 0 15,0 0 1-15,0 0 1 16,0 0 10-16,0 0-14 16,0-24-31-16,0-5-42 15,5-1-81-15,0-3-106 16</inkml:trace>
  <inkml:trace contextRef="#ctx0" brushRef="#br0" timeOffset="1634.72">23356 5264 249 0,'0'0'51'0,"0"0"13"0,0 0 9 16,0 0-5-16,0 0-27 15,0 0-1-15,31 13 4 16,-23 1-3-16,-2-4 0 16,-1 3-11-16,-5 3 7 15,5 5-7-15,-5-2-3 16,0 4 0-16,0 0 1 15,0 0-6-15,5 6-4 16,-5 1 2-16,6 0-3 16,1 0-2-16,-1 0 10 15,10-6 0-15,-6-1-3 0,8-4 2 16,6-2-10-16,-13-9-6 16,4-2-3-16,-1-1-5 15,-4-5 0-15,1 0 0 16,7 0 1-16,3 0 21 15,3 0-19-15,-9 0 3 16,9-18-6-16,-5 0-3 16,-9-10-6-16,1-2-8 15,-11-2-3-15,0 4-9 16,0-2 4-16,0 7 25 16,0 0-4-16,0-3 4 15,-16 5 11-15,-3 1-9 16,-10 1 1-16,3 1-5 15,-13-1 4-15,-3-4 6 0,-3 3-7 16,0 0 0-16,6 0-1 16,-1 7 2-16,1-4-1 15,5 4 0-15,5-1-1 16,0 5 1-16,13-1-1 16,-2-3 2-16,12-1 1 15,1 1-3-15,5-4-1 16,0 4-3-16,0-4-2 15,0 1 5-15,0 6 0 16,11-5-8-16,7 7 9 16,-2-7-2-16,2 1 5 15,3 3-6-15,3-1 3 16,0 4 0-16,2-2 0 0,3 5-2 16,-5 3-4-16,-9-3 6 15,4 5 0-15,-9 0 0 16,-4 0 0-16,-1 0-7 15,8 7 6-15,-3 21 1 16,1 10 5-16,2 7-3 16,-8 2 6-16,-5-1 2 15,0-3-5-15,0 0 5 16,0-6-6-16,0-7 1 16,0-7 0-16,0-10-3 15,0-6 1-15,0-7-3 0,0 0-12 16,0 0-121-16,0-16-209 15</inkml:trace>
  <inkml:trace contextRef="#ctx0" brushRef="#br0" timeOffset="3068.95">24024 4997 93 0,'0'0'110'0,"0"0"-59"15,0 0 1-15,0 0-3 16,0 0 3-16,0 0-11 16,-19 0-3-16,19 0-5 15,0 0 4-15,0 0 8 16,0 0 0-16,0 0-10 15,0 0-10-15,0 0-5 16,0 6 3-16,0 10 6 16,0 3-10-16,8 4 13 0,3 2-5 15,12 10-2-15,-1-1-1 16,1 2-12-16,-7-3 8 16,-3-7-5-16,-2-2 4 15,-6-7-6-15,-5-7-4 16,0-4 2-16,0-3-9 15,0 1-1-15,0-4 0 16,0 0-1-16,0 0 6 16,0 0-5-16,0 0 10 15,0 0-9-15,-5-7-2 16,-14-16-7-16,9-4-7 16,-1 1-6-16,6-8 10 0,-3 4-11 15,8 1 1-15,0 2 6 16,0 0-7-16,0 4 3 15,0 0 6-15,0 5 1 16,0 1 5-16,0 4 0 16,0 1-3-16,8 6 8 15,8-6-4-15,-6 2-1 16,9 4 0-16,-4-1 2 16,-1 6-1-16,1-6 3 15,-4 1-2-15,7 4 4 16,-2-1 0-16,2 3 5 15,-7 0 0-15,0 0 0 16,2 0 9-16,-3 0 12 16,1 18-8-16,7-1 10 15,-7 13-17-15,7 6 6 16,-7 0 6-16,-1 4-6 16,3 0 9-16,-2-4-8 0,-11-6 4 15,5-4-4-15,-5-6-9 16,0-6 2-16,0-7-8 15,0-4 0-15,0-3 0 16,0 0-3-16,0 0 2 16,0 0 5-16,0 0-6 15,0 0 4-15,0-17-5 16,0-10-12-16,0-6 3 16,5 0-6-16,1 0-8 15,-6 0-5-15,13 3 3 0,-8-2 6 16,0 1 7-1,6 7-2-15,-11-4 7 0,5 8-2 16,-5 2-4-16,13 0 12 16,-2 6-7-16,-1 0 8 15,3 3-2-15,-2 2 3 16,-1-1-1-16,4 2 0 16,1 4 0-16,-4-1 3 15,7-1-3-15,-7 4 9 16,-1 0-2-16,-2 0-4 15,3 0 3-15,-1 0 0 16,3 0 3-16,3 0 1 16,0 4 0-16,8 12 1 15,-1 3 9-15,-7 17-4 16,2 2 8-16,3 7 0 0,-7-3-6 16,-4-5-3-16,1-7-7 15,-6-3 1-15,-5-8-4 16,8-5-2-16,-8-5-3 15,0-5 0-15,0-4-2 16,0 0 1-16,0 0-15 16,0 0-44-16,0-16-32 15,0-11-21-15,0-3-259 16,0-3-79-16</inkml:trace>
  <inkml:trace contextRef="#ctx0" brushRef="#br0" timeOffset="4102.52">25107 4375 321 0,'0'0'64'0,"0"0"-4"0,0 0 9 16,0 0-3-16,0 0-21 16,0 0-10-16,6 0-3 15,-6 0-1-15,0 0 3 16,0 0-2-16,0 0-2 15,0 15-2-15,0 0-5 16,0 3-4-16,0 9-6 16,0 3-6-16,0 9 5 15,0 8 0-15,-6 6 1 16,-7 3 4-16,8 0 4 16,0-5-1-16,5-2 4 15,-6-4-4-15,6-9-2 0,0-4-10 16,0-9 0-1,0-7-2-15,0-4-6 0,0-5 1 16,0-6 0-16,0-1 0 16,0 0 1-16,0 0-2 15,0 0-4-15,-5 0 1 16,0 0-15-16,-3-8-4 16,8-20 2-16,0 3-9 15,0-5 1-15,0-6-3 16,0-5-2-16,0-7-10 15,0-1 2-15,0-1-28 16,0 1 26-16,0-1-6 16,0 6 14-16,8 5 28 15,-3 6 7-15,0 10 7 16,-5 1 9-16,0 10 13 0,0-1 11 16,0 0-2-16,0-2-3 15,0 7-8-15,0 1-6 16,6-2-2-16,4 8-5 15,-5-4 2-15,3 5 6 16,-8 0-14-16,6 0 9 16,-6 0 4-16,5 0-3 15,0 0-2-15,-5 0-3 16,5 0 1-16,1 0-2 16,7 0-5-16,3 0 7 15,2 0 2-15,3 16-5 16,8 13 5-16,0 4-6 0,5 6 1 15,6 8 10-15,-1 3-1 16,-5 3-1-16,0 4 10 16,6-4-9-16,-11 0 9 15,5 0-6-15,0-5-6 16,-8-6-5-16,3-10-8 16,-10-4 1-16,-3-9-1 15,-6-8-2-15,-2-7-2 16,-3-3 0-16,-5 5 0 15,0-5 4-15,0-1-4 16,0 0-6-16,0 0-1 16,0 0-17-16,0 0 3 15,-5 0-20-15,-13 0-5 0,7-12 28 16,-13-14-45 0,1 3-32-16,-4-6-9 0,-2-1-85 15,-5 7-124-15</inkml:trace>
  <inkml:trace contextRef="#ctx0" brushRef="#br0" timeOffset="4343.53">25026 4821 413 0,'0'0'73'15,"0"0"-5"-15,0 0 44 0,0 0 19 16,0 0-36-16,0 0-44 15,-5 7 9-15,33-7-37 16,12 0 12-16,18 0-12 16,15-11-12-16,6-12-6 15,11-3-5-15,7-1-12 16,-5 1-44-16,-18 10-63 16,-19 2-110-16,-21 7-121 15</inkml:trace>
  <inkml:trace contextRef="#ctx0" brushRef="#br1" timeOffset="116893.65">26154 17713 84 0,'0'0'381'0,"0"0"-315"16,0 0-1-16,0 0 21 16,0 0-3-16,0 0-30 15,0-10-28-15,0 10 4 16,0 0 4-16,0 0-11 16,0 0 13-16,0 0-6 15,0 0-10-15,0 0-1 16,0 0-8-16,0 0-2 15,0 10 1-15,0 7-3 16,0-3 1-16,-16 14 0 16,-13-1-6-16,0 6 2 0,8 1-2 15,-8-1-1 1,6 3 0-16,2 1 1 0,2 3 2 16,9 6-3-16,-1 4 0 15,-2 13 2-15,8 12-1 16,5 1 7-16,0 3 13 15,0 4 14-15,34-7 11 16,11-5 18-16,7-12-22 16,-2-16-5-16,-10-20-23 15,7-9 7-15,-7-14-1 16,-14 0-1-16,-8 0 13 16,-12-7-29-16,-6-12-3 15,0-5-34-15,5-6-21 16,-5 10-16-16,0 4-48 15,0-1-39-15,0 7-108 16</inkml:trace>
  <inkml:trace contextRef="#ctx0" brushRef="#br1" timeOffset="117559.15">26988 18194 428 0,'0'0'107'16,"0"0"-54"-16,0 0 30 15,0 0-8-15,0 0-18 16,0 0-36-16,0-14 1 0,0 14 5 15,0 0-2 1,0 0-1-16,0 0-1 0,-6 0 2 16,-4 0-5-16,-14 0-8 15,3 0-7-15,-13 0-4 16,5 6-1-16,-5 9 1 16,5 6 0-16,18-3 3 15,1 4-3-15,10 4 2 16,0-2 6-16,0 5-1 15,50 1-8-15,8 4 3 16,-8 2 0-16,0-2-1 16,-11-2 1-16,-10-2-2 15,-10-3 3-15,-19-4-4 16,0 3 6-16,0-2 4 0,-14 0-4 16,-25 5-3-16,-11-9-1 15,-8 7 1-15,8-8-3 16,5-2 3-16,-2-4-3 15,21-6 2-15,7-7-2 16,9 0-14-16,10 0 0 16,0-15-117-16,0-19-47 15,0 0-321-15</inkml:trace>
  <inkml:trace contextRef="#ctx0" brushRef="#br1" timeOffset="118142.48">27453 18587 592 0,'0'0'86'16,"0"0"-32"-16,0 0 45 16,0 0-25-16,0 0-38 15,0 0-18-15,58-96 7 0,-24 56-4 16,0 4-8-16,-2-4-4 16,-3 2-9-16,0 8 0 15,-13 7-5-15,-8 8-21 16,-8 8 0-16,0-3-3 15,0 4 17-15,0 6-4 16,0-6 3-16,0 6 7 16,-14 0 4-16,-7 0 2 15,-8 0 11-15,1 0-11 16,-1 0 0-16,2 0 2 16,-2 7-1-16,6 8 3 15,7-8 7-15,-3 6 4 16,9 4 6-16,5 2-4 0,5 0 4 15,0 11 5-15,0 8-4 16,0 5 10-16,5 10 2 16,29 6 6-16,0-8 1 15,1-5 6-15,-1-13-5 16,-8-13-11-16,3-10-12 16,0-10 3-16,-5 0-22 15,-3 0-12-15,8-30-36 16,-1-13-78-16,-12 0-43 15,3 6-26-15,-9 7-186 16</inkml:trace>
  <inkml:trace contextRef="#ctx0" brushRef="#br1" timeOffset="119075.93">27856 18329 455 0,'0'0'65'0,"0"0"-38"16,0 0 71-16,0 0 5 15,0 0-53-15,0 0-12 16,0 0-1-16,0 0-2 16,0 0-12-16,0 0-7 15,0 0 0-15,0 0-6 16,0 1-5-16,0 12 12 15,0 9-4-15,0-5-4 0,0 6 0 16,0 10-1-16,0 6 18 16,5 12 3-16,19-1 0 15,-14 3 3-15,3-7-8 16,-8-3 0-16,6-14 9 16,-1-8-14-16,-4-5 0 15,-6-16-8-15,0 0-6 16,0 0 1-16,0 0-5 15,0 0 0-15,0 0-1 16,0-16-41-16,-6-21 16 16,1-6-57-16,5 0-33 15,0-3-12-15,0 3 34 0,0-1-6 16,0 5 1 0,0 2 47-16,5 4 34 0,9 6 17 15,1 7 10-15,4 3 24 16,-9 6 49-16,1 10-17 15,2 1 1-15,-2 0-16 16,4 0-9-16,-2 0-8 16,14 0-5-16,2 8 14 15,5 20 12-15,5 2-20 16,-10 10 8-16,11 9-4 16,-6 8 18-16,-5 3-10 15,-8-7-9-15,-3-11-3 16,-12-5-13-16,-1-14 0 15,-5-16-6-15,0-7-8 16,0 0 0-16,0 0-6 0,0 0-2 16,0-14-6-16,0-15-12 15,0-18-9-15,0-2-17 16,0-1-7-16,0-3-22 16,0 3-6-16,29 3 4 15,5 8-5-15,0 6 18 16,-5 11 35-16,-3 10 27 15,-2 6 10-15,-8 6 16 16,2 0 10-16,-13 0 18 16,6 0-3-16,2 0-17 15,3 10 4-15,2 20-13 0,3 6-1 16,-2 7 9-16,-3 3-6 16,-3 8 3-16,-8-7 2 15,5-8-10-15,-10-2 6 16,0-18-6-16,0-2-12 15,6-7-5-15,-6-10-5 16,0 0-1-16,0 0-2 16,0 0-61-16,0 0-14 15,0-10-42-15,0-13-54 16,0-4-217-16</inkml:trace>
  <inkml:trace contextRef="#ctx0" brushRef="#br1" timeOffset="119625.88">29063 18365 285 0,'0'0'103'16,"0"0"-6"-16,0 0 33 15,0 0 3-15,0 0-37 16,0 0-29-16,-6-7-6 16,6 7-7-16,0 0-18 15,0 0-12-15,0 0-7 0,0 0-3 16,0 0-2-16,0 0 10 16,0 0-3-16,0 0 2 15,0 0 3-15,0 0-3 16,0 9-6-16,0 19 3 15,11 8 4-15,7 14 10 16,6 6 9-16,-3 4-1 16,8-3-10-16,0-11-4 15,-8-13-1-15,3-10-10 16,-9-16-4-16,-1-7-5 16,-4 0-2-16,1-23-4 15,2-17-16-15,3-6-17 16,2-11-4-16,-13 4-7 15,6 4 4-15,-6 2-1 16,8 7 12-16,-8 3 29 0,6 9 3 16,-11 14 4-16,5-8 7 15,-5 3 1-15,5 1-13 16,3 0-2-16,-2 5-1 16,-1-2-34-16,0 8-22 15,-5 0-33-15,5 7-74 16,-5 0-82-16,6 0-198 15</inkml:trace>
  <inkml:trace contextRef="#ctx0" brushRef="#br1" timeOffset="120559.77">30028 18358 130 0,'0'0'215'16,"0"0"-134"-16,0 0-12 15,0 0 19-15,0 0-4 16,0 0-36-16,0 0-15 15,0 0-1-15,0 0-1 0,0 0-4 16,0 0-2-16,0 0 1 16,0 0-4-16,0-6 0 15,0 6 4-15,-13-4-4 16,2-1-1-16,1 3-13 16,-1-2-5-16,-7 2 1 15,2-3-4-15,-2 5-1 16,2 0 1-16,3 0 0 15,-3 0 5-15,5 0 3 16,-2 0-5-16,3 0 0 16,4 0 3-16,6 0-2 15,-5 0 8-15,0 0-4 0,-3 0 2 16,3 0 1-16,5 0 2 16,-5 5 5-16,-1 1-3 15,1 1-7-15,0 3 2 16,5-3-6-16,-8-5 5 15,8 9 0-15,-5 6-3 16,5-7 2-16,0 9-1 16,-6 2 6-16,6 2 0 15,0 7 5-15,0 6 5 16,0 4 8-16,0 3 7 16,0 1 10-16,24-5-12 15,10-9 7-15,-8-11-13 16,3-12-12-16,0-7 1 15,0 0-19-15,5-30-16 16,6-12-16-16,-1-5-34 0,-10-3-3 16,-2-6-27-16,-9 2-18 15,-7 3-1-15,-11 7 27 16,0-1 26-16,0 8 14 16,0 7 32-16,0 7 13 15,0 9 3-15,0 12 19 16,-6-5 3-16,1 7 1 15,5 0-3-15,0 0 11 16,0 0-12-16,0 0-3 16,0 0 3-16,0 0-1 15,0 16 5-15,0 13 15 16,0 7-4-16,0 17 7 0,0 7 6 16,0 6-2-16,5 1 4 15,14-11-18-15,-4-16-11 16,-4-10-3-16,-6-13-10 15,8-11-2-15,-13-6-5 16,6 0-19-16,-6 0-84 16,0-23-6-16,5-7-110 15,-5-6-247-15</inkml:trace>
  <inkml:trace contextRef="#ctx0" brushRef="#br1" timeOffset="120885.92">30559 17733 597 0,'0'0'278'0,"0"0"-260"15,0 0-5-15,0 0 33 16,0 0 23-16,0 0-30 16,324 60 0-16,-277 9-5 15,-2 14 13-15,-16 20 6 0,-24 13-17 16,-5 19 7-16,-5 1-15 16,-53 0-17-16,-11-17-11 15,1-23-4-15,0-36-83 16,2-37-48-16,-3-23-89 15,1 0-564-15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02:18.33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626 17320 163 0,'0'0'59'15,"0"0"-8"-15,0 0 6 16,0 0 5-16,0 0-1 16,0 0-15-16,0 0-9 15,0 0 4-15,0 0 12 16,0 0-8-16,0 0 3 0,0 0-11 16,-6 0 0-16,1 0 5 15,5 0-8-15,-5 0 4 16,5 0-1-16,-13 0-5 15,13 0 4-15,0 0-11 16,0 0-7-16,0 0 3 16,0 0-13-16,0 0 5 15,0 0-5-15,0 0-5 16,0 0-3-16,0 0-1 16,8 0-11-16,13 0 12 15,13 0 10-15,0 0 4 16,11 0-9-16,-6 0-5 15,3 0 1-15,-2 0 0 0,-6 0-1 16,-13 0 1-16,3 0-1 16,-9 0 1-16,-2 0 0 15,-7 0-1-15,4 0 0 16,-10 0-2-16,0 0 1 16,0 0 1-16,0 0 0 15,0 0 1-15,5 0-2 16,-5 0 4-16,0 0-8 15,6 0 3-15,-6 0-9 16,0 0 0-16,5 0-2 16,-5 0 7-16,0 0-5 15,0 0 3-15,0 0-3 16,0 0-10-16,0 0-4 0,0 0 3 16,0 0-3-16,0 0 8 15,0 0-8-15,0 0 1 16,0 0-7-16,-5 0-13 15,-6 0-22-15,1 0-44 16,-3 0-32-16,-8 0-4 16</inkml:trace>
  <inkml:trace contextRef="#ctx0" brushRef="#br0" timeOffset="741.46">796 17339 153 0,'0'0'76'0,"0"0"-34"15,0 0 0-15,0 0 5 0,0 0-12 16,0 0-16 0,0 0-9-16,0 0 8 0,0 0-1 15,0 0 3-15,0 0 7 16,0 0-6-16,0 0 1 15,0 0-5-15,0 0 2 16,0 0-4-16,0 0-12 16,0 11 8-16,0-1-1 15,0 3 0-15,0 4-1 16,0 3-6-16,0-4 7 16,0 7 0-16,0 3-5 15,0 4 10-15,0 0-6 16,0 7 10-16,0-1-6 15,0 9-7-15,0-2 5 0,0 10-2 16,0-3 15 0,0 6 2-16,0-5-2 0,0-5-3 15,0-7-5-15,0-9 1 16,0-9 3-16,0-1-5 16,0-8-5-16,-10 2 0 15,-3-1-6-15,-8-3 5 16,-3 5-2-16,-15-7-7 15,10-1-4-15,-11-3 0 16,6-4-8-16,-5 0 8 16,-1 0-7-16,11 0 5 15,-5-18-1-15,18-5-3 16,-7-3 4-16,7 3-3 16,3 0-2-16,2 0-16 15,6 5-4-15,0 6 1 0,5 5-15 16,-6 7 23-16,6-7-10 15,0 7-28-15,0 0-17 16,0 0-52-16,0 0-267 16</inkml:trace>
  <inkml:trace contextRef="#ctx0" brushRef="#br0" timeOffset="1230.36">1370 17706 186 0,'0'0'427'15,"0"0"-301"-15,0 0-54 16,0 0-31-16,0 0 8 16,0 0-32-16,0-44-17 15,0 44-1-15,0 0-4 0,0 0-11 16,0 0-29-1,0 0-51-15,0 0-110 0,0 0-132 16</inkml:trace>
  <inkml:trace contextRef="#ctx0" brushRef="#br0" timeOffset="1573.73">1351 18018 430 0,'0'0'143'16,"0"0"-21"-16,0 0-17 16,0 0-25-16,0 0-43 15,0 0-25-15,0-59-4 16,0 45 3-16,11 4-3 16,-11 10-8-16,8-9-3 15,-8 2-43-15,0 3-175 16,0-3-415-16</inkml:trace>
  <inkml:trace contextRef="#ctx0" brushRef="#br0" timeOffset="3322.26">670 5498 568 0,'0'0'150'16,"0"0"-66"-16,0 0-40 16,0 0-9-16,0 0-9 15,0 0-13-15,0 0-2 16,8-6-1-16,3 1 24 0,-6-2-2 16,5-4 4-1,4 2-6-15,1-5-3 0,9-5-13 16,5-8 1-16,10-6-14 15,11-4 5-15,0-2-4 16,13-2-1-16,-10 2 2 16,2-5-3-16,14-2 0 15,-6 0 2-15,5-9-2 16,-2 7 0-16,-3-6 6 16,5 1-6-16,-4-7 3 15,14-4 0-15,1-2-3 16,0-4 5-16,8 1-4 15,-3 6-1-15,-10-1 0 16,-1 11-4-16,-4 5 4 0,-14 12 2 16,-2 6-2-16,-14 6 1 15,-5 5 1-15,-13-1 1 16,-2 10 1-16,-3-3 0 16,-3 6 8-16,-3 0-3 15,1 0 4-15,-3 7 11 16,-8 0-10-16,0 0 4 15,0 0 6-15,0 0-5 16,0 0 6-16,0 0-11 16,0 0-10-16,0 0 3 15,0 0-6-15,0 0-2 16,0 0 1-16,0 0-24 16,0 0-34-16,0 0-77 0,0 7-84 15,0 13-261 1</inkml:trace>
  <inkml:trace contextRef="#ctx0" brushRef="#br0" timeOffset="12405.58">1980 17493 204 0,'0'0'58'15,"0"0"-22"-15,0 0-4 16,0 0 19-16,0 0-6 0,0 0-19 16,0 0-9-16,0 0 7 15,0 0-2-15,0-4 1 16,0 4-1-16,0 0-13 15,0 0 1-15,0 0-2 16,0 0 0-16,0 0 18 16,0-3 1-16,0 3 3 15,0-4-2-15,0 4-1 16,0 0 2-16,0 0-8 16,0 0-6-16,0 0 6 15,0 0-6-15,0 0-3 16,0 0-1-16,0 0-11 15,0 0 5-15,0 0-5 0,0 0 2 16,0 0-5-16,0 0 1 16,0 0-5-16,0 4 5 15,0 9 2-15,0 4 5 16,0 2-3-16,0 4 5 16,0 7-5-16,0 5 10 15,8 2-8-15,-8 6 3 16,5 7-5-16,-5-1 5 15,0 4 3-15,0-2-5 16,0-19 4-16,5 2-3 16,1-11-3-16,-6 0-1 15,0-2 1-15,0 2 0 16,0 0-3-16,0 3 0 0,0-3 0 16,0-1 0-16,0-3 0 15,5 0 1-15,0-8 2 16,3 1-3-16,-8-5 3 15,11 0-3-15,-6-7 0 16,0 0-6-16,0 0-28 16,-5-9 0-16,0-19 0 15,0 2-117-15,0-1-8 16,0 4-25-16</inkml:trace>
  <inkml:trace contextRef="#ctx0" brushRef="#br0" timeOffset="13822">1975 17660 5 0,'0'0'200'16,"0"0"-200"-16,0 0-2 16,0 0-3-16,0 0 5 15,0 0-31-15,52-114-20 16,-41 102 49-16,-6 1 2 0,0 0 36 15,1 11 37-15,1-7-13 16,-7 6-6-16,6 1 6 16,-6 0-5-16,5 0-15 15,-5 0-12-15,0 0-10 16,0 0 5-16,0 0 8 16,0 0-9-16,0 0 2 15,0 0-3-15,0 0-5 16,0 0 2-16,0 0-8 15,0 0-5-15,0 1-4 16,5 6 0-16,6 7 13 16,2 6 1-16,-3 4 3 0,1 6 6 15,7 10-13 1,-2 3 6-16,3 7 3 16,-4 3 7-16,-2-7 1 0,-2-6-9 15,5-6-9-15,-11-11 8 16,8-7-14-16,-8-6-1 15,-5-4 0-15,0-2-1 16,0-4 0-16,0 0-2 16,0 7 1-16,6-7 0 15,-6 0 0-15,0 0-1 16,5 0 1-16,0 0 2 16,8 0-3-16,-7 0 0 15,4-7-4-15,1-9 3 16,2-4 2-16,3-3 13 15,2-4-8-15,-7 0-6 0,4 4-1 16,-2-4-3-16,-2-1 2 16,-6 3 2-16,8-5-11 15,-2 2-11-15,-1 3 10 16,9 0 3-16,-9 7 9 16,1 3-10-16,2 1 10 15,-2 1-6-15,-6 11 8 16,0-12-2-16,-5 7 0 15,0 2 3-15,5 1-2 16,-5 1-1-16,8-1 1 16,-3 4-1-16,-5-2 0 15,0-3 0-15,6 4 0 0,-6 1 2 16,0 0-1 0,0 0 3-16,0 0 0 0,0 0 7 15,0 0-11-15,0 0 0 16,0 0 2-16,0 0 1 15,0 0-6-15,0 8 5 16,0 7-2-16,0 7 1 16,0-1 0-16,5 15 4 15,0 5 6-15,1-3-4 16,-6 13 5-16,5-4-4 16,3-1-6-16,-8 1 6 15,0-15-8-15,0 5 5 16,0-7 1-16,0 4-6 15,5-5 5-15,0-9-3 16,-5 0-1-16,0-2-1 0,0-6 0 16,0-5 0-16,0-4 4 15,0-3-3-15,0 8 2 16,0 0-2-16,0 3 2 16,0 1 6-16,0-1-6 15,0 1-3-15,0-5 5 16,0-2-2-16,0-5-1 15,0 0 6-15,0 0-6 16,0 0 7-16,5 0-9 16,-5 0 0-16,6 0 0 15,-6 0 2-15,0 0-2 16,5 0 0-16,-5 0-11 0,8 0-28 16,2-6-53-16,1-16-100 15,7-8-242-15</inkml:trace>
  <inkml:trace contextRef="#ctx0" brushRef="#br0" timeOffset="14639.61">2843 18263 355 0,'0'0'51'15,"0"0"-24"-15,0 0-20 0,0 0 15 16,0 0-19 0,0 0 7-16,113-175 1 0,-84 138 14 15,-6 4-11-15,-7 6 2 16,-5 8 4-16,2-4 9 15,-8 9-12-15,5-6 1 16,-4 11 7-16,-6-8-3 16,0 7-1-16,0 0-6 15,0 7-15-15,0 3 4 16,-6-4 5-16,-9 4-5 16,-9 0-4-16,0 0 4 15,3 0 3-15,-2 0-2 16,7 0-5-16,-8 0 5 0,3 0-5 15,-3 0 0-15,6 0-2 16,2 0 2-16,-2 0 0 16,-3 7 2-16,2 3 4 15,4 0 0-15,4 7-2 16,-2-11-3-16,2 4-1 16,6-3-1-16,-5 2 1 15,2 5 0-15,3-1 0 16,5 1 9-16,0-5-7 15,0 5 13-15,0 2 11 16,0 5-6-16,0 8 3 16,0 4 8-16,23 14 9 0,6 3 11 15,11 4-2 1,4-7 10-16,-4-17-21 0,-1-1-7 16,-5-12 3-16,-5-4-8 15,6-6-2-15,-1-7-3 16,5 0-21-16,6 0-9 15,5-30-23-15,2-6-43 16,-12-5-1-16,-11 15-22 16,-8-5-23-16,-8 5-99 15,-8 8-19-15</inkml:trace>
  <inkml:trace contextRef="#ctx0" brushRef="#br0" timeOffset="16325.12">3363 17899 468 0,'0'0'99'0,"0"0"-13"15,0 0-60-15,0 0-15 16,0 0-8-16,0 0-2 15,-5-23 19-15,5 23 19 16,0 0 8-16,0 0-9 16,0 0-19-16,0 0 5 15,0 0-11-15,0 0-10 0,0 0 7 16,0 0-10-16,0 0 5 16,0 0 10-16,0 0-3 15,0 0-2-15,0 0-2 16,0 0-5-16,0 6-3 15,0 11 6-15,0 6-3 16,0 14 9-16,0 6-6 16,0 3 9-16,0 7 2 15,5 3 2-15,3 3 12 16,-8-6-21-16,0-4 5 16,0-9 3-16,0-10-9 15,0-10 6-15,0-13-11 16,0 2-2-16,0-9 4 15,0 0-5-15,0 0-1 16,0 0 4-16,0 0-2 0,0 0 0 16,0 0-2-16,0 0-8 15,0 0 8-15,0-6-2 16,0-7-1-16,0-7-6 16,0 0 9-16,0-8 2 15,0-2-2-15,0 5 2 16,0-3-1-16,0 5-1 15,0-7 0-15,0 4 0 16,0-4 3-16,0 0-7 16,0 0 4-16,0-4 0 15,0 4-4-15,0 4 2 16,5 10 2-16,1 2 3 0,-1 4-3 16,0 0 8-16,0 7-4 15,3-4-1-15,-8 7 4 16,6-9-7-16,-1 2 0 15,5 0-2-15,-4 1 3 16,7 6-1-16,-3-7 1 16,1 7 2-16,-6 0 3 15,8 0-4-15,-7 0 4 16,4 0-5-16,1 0 3 16,2 0 0-16,8 0-2 15,2 0 4-15,1 0 12 16,-3 0-16-16,3 9 5 15,-8 2 0-15,2-4-7 0,-7-7 3 16,-6 0-3-16,0 0 2 16,-5 0 3-16,0 0-3 15,0 0-2-15,0 0 0 16,0 0-3-16,0 0-24 16,0 0-10-16,0 0-45 15,0 0-43-15,0-4-68 16,0-6-352-16</inkml:trace>
  <inkml:trace contextRef="#ctx0" brushRef="#br0" timeOffset="21705.38">3916 17843 233 0,'0'0'41'15,"0"0"-11"-15,0 0-14 16,0 0 15-16,0 0 16 15,0 0-12-15,0 0-1 16,0 0 2-16,-8 0 0 16,8 0-8-16,0 0-3 15,0 0-1-15,0 0 1 16,0 0 1-16,0 0 2 16,0 0-7-16,0 0-1 0,0 0-1 15,0 0-6 1,0 0 2-16,0 0-6 0,0 0 1 15,0 0 4-15,0 0-6 16,0 0 2-16,-6 0 0 16,6 0-3-16,0 0 2 15,0 0-5-15,0 0 2 16,0 0-4-16,0 0-2 16,0 3 0-16,0 0 0 15,0 3 0-15,0-2 7 16,0 3-6-16,0 3 12 15,0-4-4-15,0 4-6 0,0 4 0 16,0-8 1 0,0 1-3-16,0 3 2 0,0 3-3 15,0-3 1-15,0 3 6 16,0 1-6-16,0-2 2 16,0 2-2-16,0-1 0 15,0 4 0-15,0-4-1 16,0 1 0-16,0 2 1 15,0 3 0-15,0-5 1 16,0 1-1-16,0 0-1 16,0 0 1-16,0-3-1 15,0 0 1-15,0 2 0 16,0 1 0-16,0-2-1 16,0-2 0-16,0 3 1 15,0 1-2-15,0-8 1 0,0 1 0 16,0 3 0-1,0 0 0-15,0 2 0 0,0 4 1 16,6-9 1-16,-6 7 0 16,8-2-2-16,-3-3 0 15,-5-3 2-15,5 6-2 16,0-13 2-16,-5 6-2 16,0-2 1-16,6 3-2 15,-6-1 1-15,5 0 0 16,-5 1 0-16,0 3 1 15,0 0-1-15,0 0 1 16,0-6-1-16,0-4 2 16,0 0-1-16,0 0-1 15,0 0 4-15,0 0-4 0,0 0 3 16,0 0 2-16,0 0 1 16,0 0 2-16,0 0-5 15,0 0-2-15,0 0 1 16,0 0-1-16,0 0-1 15,0 3 0-15,0-3 0 16,0 0-2-16,0 0 2 16,0 0 0-16,0 0-2 15,0 0 4-15,0 0-1 16,0 0 3-16,0 0-4 16,0 0 0-16,0 0-9 15,0 0-34-15,0 0-55 16,-11-7-156-16,1-16-277 0</inkml:trace>
  <inkml:trace contextRef="#ctx0" brushRef="#br0" timeOffset="24263.16">4804 17988 375 0,'0'0'125'15,"0"0"-65"-15,0 0 1 0,0 0-20 16,0 0-1-16,0 0-6 16,0 0-23-16,0 0 11 15,0 0 20-15,0-3 0 16,0 3-5-16,0 0-8 16,0 0-9-16,0-3-13 15,0 3 1-15,-10-3-5 16,-3 3-2-16,-3 0 2 15,-2-4-3-15,2 1 1 16,-8 3 1-16,8-7-2 16,-7 3 2-16,7 2-2 15,3 2 0-15,-3 0-2 16,5 0 5-16,-12 0-3 16,-1 0 0-16,8 0-1 15,1 0 1-15,1 0 1 0,-1 0-1 16,-4 0 0-16,3 0 1 15,-2 0 0-15,2 0 0 16,6 2-1-16,-3 2 0 16,-8 3 0-16,-14 3 0 15,1-4 1-15,5 8 5 16,6-11-2-16,12 7-1 16,1 0-2-16,-4 0 3 15,4 3-3-15,5-3 2 16,-1 3 2-16,-7-3-2 15,8 6-1-15,0-5-1 16,5 3-1-16,0-2 4 0,0 2 2 16,0 2 0-1,0-1 5-15,0 0-9 0,0 7-2 16,0 1 13-16,0 0-13 16,0-3 2-16,0-3 1 15,18 2-1-15,-7-2 0 16,-6 0-1-16,13-2 3 15,-2 3 9-15,24-7-8 16,-1 5 2-16,-10-4-3 16,5-5-2-16,-18 0 4 15,2 0 0-15,-2-1 3 16,8-6-4-16,-8 3-5 16,7-3 6-16,-4 0-6 15,2 0 0-15,-3 0 4 16,-2 0-3-16,13 0-1 0,-19 0 1 15,9 0 0-15,-4 0-1 16,-9-6 1-16,7-4-1 16,-8 3-2-16,0-6 2 15,-5 0-1-15,6-7 0 16,-1-7 1-16,0-1 5 16,8-3-5-16,-2-6 0 15,-11-9-5-15,0-2 1 16,0 2-2-16,0 2 6 15,0 5-2-15,0 2-6 16,0 7 6-16,0-4-1 16,0 8 0-16,0-4 6 0,-11 0-3 15,-2-6 0-15,-3-1-3 16,6 1 1-16,2 6-15 16,3 6 6-16,-1 5 2 15,6 2 6-15,0 0 3 16,0 4 2-16,0-2-2 15,0 2 0-15,0-3 9 16,0 1-3-16,0 4 0 16,-5 0-2-16,5 11 0 15,0-2-4-15,0-3 0 16,0 4-2-16,0-5 3 16,0 1-1-16,0 1 2 15,0-3-2-15,-5 7 4 16,-8-8-4-16,13 3 2 15,-5 2-4-15,5-4 2 0,-6 4 0 16,1-1 0-16,5 1 1 16,-5 3 2-16,5 0 0 15,0-4-2-15,-6 4 5 16,6 0-6-16,0 0 4 16,0 0 1-16,0 0-5 15,0 0 5-15,0 0-3 16,0 0 0-16,0 0 5 15,0 0-6-15,0 0-1 16,0 0-1-16,0 11-3 16,0 8 4-16,0 4 0 15,0 6 1-15,0 2 5 0,0 4-5 16,0-3 8-16,6 9-4 16,-1-4-4-16,11-4 4 15,-8 0-5-15,-3-3 4 16,5 0-4-16,-10-4 0 15,6 4 0-15,-6 4 1 16,5 2 1-16,-5 4-1 16,0 3-1-16,0-3 1 15,0 0-1-15,0-2 0 16,0-8 0-16,0-6 0 16,0-1 1-16,0 2-1 15,0-1 0-15,0-1 1 16,0 7-2-16,0-7 1 0,0 7 0 15,0-3 0-15,0-4 2 16,8 0-2-16,-3-10 0 16,-5 4 0-16,0-1-1 15,5 5 1-15,1-8 0 16,-1 3-1-16,5-2 3 16,-2-4-2-16,-2-8 0 15,-6-2 1-15,0 0 0 16,0 0-1-16,5 0 0 15,-5 0-2-15,5 0 2 16,0 0 0-16,-5 0 3 16,6 0-3-16,-6 0 4 0,0 0-4 15,0 0 0-15,0 0 1 16,0 0-1-16,0 0 0 16,0 0-2-16,8 0-3 15,-3 0 1-15,0-2 6 16,-5-2-4-16,0 1 2 15,0 3-3-15,0-3 2 16,0-1-6-16,0-3-19 16,0-9-52-16,0 0-108 15,0-11-433-15</inkml:trace>
  <inkml:trace contextRef="#ctx0" brushRef="#br0" timeOffset="26377.61">5451 18042 61 0,'0'0'391'15,"0"0"-318"-15,0 0-4 16,0 0-20-16,0 0-13 16,0 0-13-16,0-10-17 15,0 6-3-15,0 1 18 0,0 3 19 16,0 0 6-16,0 0-3 15,0 0-15-15,0 0-8 16,-5 0-8-16,5 0-9 16,0 0 3-16,-13 0-6 15,13 0 1-15,-10 0-1 16,-9 0 2-16,3-4-2 16,1 4 4-16,1 0-4 15,4 0 2-15,-1 0 0 16,3 0-1-16,-2 0 8 15,-6 0-8-15,3 0 9 16,-3 0-2-16,6 0-7 0,-3 0 2 16,2 7 13-16,1 0-16 15,-4 0 7-15,4-1-7 16,-1-3 5-16,-2 4-1 16,3-3 4-16,-1 5-1 15,-2-2-3-15,8 3 0 16,-6-1 4-16,1 2-5 15,10-1 0-15,-13-1-3 16,7 2 2-16,6-1 8 16,-5-1-6-16,5 5-3 15,0-5 1-15,0 9-2 16,0-6 20-16,0 9-15 16,0-6 4-16,0 1-2 0,0-1-4 15,0 7 0 1,0-7 5-16,0 8-5 0,0-2 0 15,0 3-1-15,0-5-1 16,0 4 5-16,0-6-4 16,0 3 1-16,5 0 6 15,19-3-5-15,-8-1 2 16,2 1 3-16,-7-7-9 16,7 0 10-16,-2-3-5 15,-6-5 8-15,9 2-8 16,-3-4 5-16,2 0-5 15,3 0-5-15,8 0-4 16,-5 0-5-16,5-13 4 16,-3-7-7-16,3 0 11 0,-6 0-16 15,-2 0 17-15,-2 0-2 16,-9 4-1-16,1-1 1 16,-3 4 4-16,-3 3-1 15,-5-7 4-15,0 4-4 16,0-4 1-16,0-2-2 15,0-3 2-15,5-1-6 16,1-7 4-16,-1 0 0 16,0 0-1-16,-5-8-1 15,0 8 1-15,0 1-7 16,0 0 2-16,0 5 1 16,0 5-2-16,0-1 3 15,0 3 2-15,0 8 3 0,0 2-1 16,0 0 0-1,0 1-1-15,0 6-1 0,-5 0 1 16,0 0 1-16,5 0 2 16,0 0 0-16,0 0 1 15,0 0-3-15,0 0 3 16,0 0 1-16,0 0-2 16,0 0-1-16,0 0 5 15,0 0-6-15,0 6 0 16,0 4 2-16,0 6 0 15,0 5 3-15,0-1-4 16,0 3 1-16,0 3 7 0,0-3-7 16,0 0 7-1,0-2-8-15,0 2 0 0,0 4 0 16,0-1-1-16,0 4 6 16,0-2-3-16,0 2-2 15,5-1 1-15,0-3-1 16,3 2 0-16,-3-8-1 15,-5 3-1-15,6 0 1 16,-1-7 3-16,0 8-3 16,-5-4 0-16,0-7 0 15,5 4 2-15,-5-8-3 16,6 2 1-16,-6-8 0 16,0-3 1-16,0 4-1 15,0-4-1-15,7 0 1 16,-7 0 5-16,6 0 2 0,-6 0-1 15,0 0-2-15,0 0 3 16,0 0-4-16,0 0 1 16,0 0-1-16,0 0-1 15,0 0 1-15,0 0-2 16,0 0 13-16,5 0-2 16,-5 0-4-16,0 0 2 15,5 0-2-15,-5 0 1 16,5 0-6-16,1 0-3 15,-6 0-6-15,0-7-13 16,8 0-30-16,-8-6-25 16,0 3-65-16,0 3-261 0</inkml:trace>
  <inkml:trace contextRef="#ctx0" brushRef="#br0" timeOffset="28568.92">3976 17572 589 0,'0'0'144'0,"0"0"-75"16,0 0-8-16,0 0-22 15,0 0-13-15,0 0-17 16,0-7-7-16,0 6 9 16,0 1 7-16,0-6 15 15,0 5 10-15,0 1-1 16,0 0-5-16,0 0-3 16,0 0-11-16,0 0-1 0,0 0-5 15,5 1-2 1,3-1-9-16,-3 0-3 0,-5 0-2 15,6 0 0-15,-6 0 0 16,0 0 8-16,0 0-5 16,0 0 3-16,0 0 1 15,0 0-7-15,0 0 4 16,0 0-5-16,5 0-1 16,-5 0 0-16,11 0-69 15,2 0-84-15,-13 0-247 16</inkml:trace>
  <inkml:trace contextRef="#ctx0" brushRef="#br1" timeOffset="182611.86">27169 17929 201 0,'0'0'107'16,"0"0"-14"-16,0 0-14 16,0 0-17-16,0 0-16 0,0 0-11 15,13-3-1-15,-13 3 1 16,0 0-6-16,0 0-2 16,0 0 5-16,0 0-7 15,0 0-1-15,0 0-8 16,0 0-7-16,0 0 3 15,0 0-7-15,0 0 12 16,0 0-7-16,0 0-5 16,0 0 4-16,0 3-5 15,0 13 1-15,0 11 3 16,0 3-8-16,0 7 2 16,0 9 5-16,0 14-3 15,0 11 15-15,0 12-7 16,0-4 10-16,0 4 10 0,0-16-13 15,0-8-1-15,0-19 5 16,0-13-10 0,0-17 3-16,6-7-5 0,-6 0-7 15,0-3-1-15,0 0-3 16,5 0-7-16,-5 0-16 16,0 0-16-16,0 0-12 15,0 0 14-15,0 0-12 16,0 0-22-16,0-3-53 15,0-17-62-15,5-3-54 16</inkml:trace>
  <inkml:trace contextRef="#ctx0" brushRef="#br1" timeOffset="183277.5">26751 17564 539 0,'0'0'93'0,"0"0"-32"16,0 0 9-16,0 0 14 15,0 0-35-15,0 0-33 16,0 24-1-16,0 5 12 15,-13 7 3-15,-19 0-5 16,-10 18-14-16,3 2-2 16,5 14-4-16,-1 13-1 15,9 7 0-15,8 9-4 16,12 7 11-16,6-1 10 16,0-3 14-16,50-12 1 15,14-10-5-15,9-14 1 16,-4-23-2-16,-6-9-22 0,-13-11-8 15,-6-5 0-15,-9-10-7 16,-17-8-37 0,-8 0-17-16,-10 0-55 0,0 0-83 15,0 0-188-15</inkml:trace>
  <inkml:trace contextRef="#ctx0" brushRef="#br1" timeOffset="184310.75">27182 18097 293 0,'0'0'83'16,"0"0"-9"-16,0 0-4 16,0 0-30-16,0 0-10 15,0 0-13-15,0 0-4 16,11-88 20-16,-1 88 10 16,-4 0 9-16,-6 0-2 15,8 0-11-15,-8 0 13 16,0 0-9-16,5 0-19 15,-5 0-7-15,0 0-7 16,0 3 3-16,0 0 8 16,0 3 0-16,0 5-1 0,0 8 9 15,10 4-17-15,14 11-5 16,-8 9 8-16,13 4-4 16,-6 7 8-16,4-1 0 15,2 0 1-15,0-15 7 16,-8-8-2-16,2-8-4 15,-4-16-7-15,-4-6-12 16,1 0 10-16,3 0-4 16,-4-23-8-16,14-13-15 15,0-11-41-15,0-2-6 16,-8 2 2-16,3-4-9 16,5 6-1-16,-13-3 13 15,7 8 16-15,-7 0 17 16,-8 7 17-16,2 10 7 15,-4-4 5-15,-1 8-5 0,0 5 5 16,-5 8 0 0,5-1 3-16,3 4 0 0,-8-1 11 15,6 4 8-15,-1 0-1 16,0 0 1-16,-5 0 6 16,5 0-6-16,-5 0-9 15,0 0 8-15,0 0-9 16,6 14-1-16,2-5-5 15,-3 14 1-15,11 4 6 16,2 10-3-16,-2 0-6 16,2 9 7-16,-2 3-4 15,8 11 4-15,-14 8 4 0,1-8-13 16,-6 3 0 0,8-7-3-16,-13-2-3 0,5-12 6 15,-5 2-4-15,0-8 12 16,0-10-5-16,0-5-8 15,0-8 3-15,0 0-2 16,0-13-3-16,0 4 1 16,0-4-1-16,0 0-8 15,0 0-24-15,0 0-45 16,0-4 9-16,0-22-73 16,0 2-113-16,0 8-435 15</inkml:trace>
  <inkml:trace contextRef="#ctx0" brushRef="#br1" timeOffset="184910.72">28229 18690 458 0,'0'0'77'0,"0"0"-23"0,0 0 79 16,0 0-24-16,0 0-65 15,0 0-10-15,-5-36-13 16,28 6-12-16,6-7 2 15,-2-6-10-15,7 0-1 16,5 3-8-16,-10 3-6 16,-5 1 4-16,-8 13-7 15,-8-5 16-15,-3 13 1 16,0-2 0-16,-5 4 5 16,0 5 1-16,0-1-5 0,0-3-1 15,-5 11-2 1,-19 1-4-16,1-8-5 0,-4 8-14 15,-2 0 9-15,6 0 16 16,2 0 1-16,-3 8 1 16,8 7 15-16,3 7 1 15,2-7-2-15,6 12 7 16,5 7-1-16,0 6 13 16,0 13 10-16,21 0 18 15,19 4-18-15,7-4 18 16,3-11-8-16,3-12-16 15,-9-13-8-15,1-11-11 16,-6-6-5-16,1 0-15 16,-6-32-27-16,-5-8-49 15,-5-7-72-15,-9 11-68 16,-9 2-175-16</inkml:trace>
  <inkml:trace contextRef="#ctx0" brushRef="#br1" timeOffset="185494">28792 18282 410 0,'0'0'90'0,"0"0"-35"16,0 0 50-16,0 0 2 16,0 0-41-16,0 0-27 15,-5 0 7-15,5 0-8 16,0 0 7-16,0 0-8 16,0 0-2-16,0 0-8 15,0 0-8-15,0 0-7 16,0 17 2-16,0 14 9 15,5 21-5-15,11 7 30 16,-3 11 6-16,3 6-2 16,-6-16-19-16,3-7-3 15,-8-16 3-15,1-18-11 16,-1-15-10-16,-5-4-3 0,0 0-9 16,0-30-13-16,0-16-37 15,0-14 1-15,0-6-20 16,5 3-41-16,-5 6 50 15,13 7 2-15,3 5-7 16,8 14 42-16,5 11 23 16,-8 5 8-16,13 15 36 15,-5 0 17-15,5 0-6 16,-5 0 2-16,5 0-23 16,-7 0 0-16,-4 0-4 15,-7 5-20-15,-3-5-10 16,-13 0-3-16,5 0-21 15,-5 0-28-15,0 0-27 0,0 0-32 16,0 0-63 0,0 0-190-16</inkml:trace>
  <inkml:trace contextRef="#ctx0" brushRef="#br1" timeOffset="185855.57">29552 18270 675 0,'0'0'74'0,"0"0"-55"0,0 0 40 15,0 0 11-15,0 0-29 16,0 0-9-16,-5 5 10 15,5 19 2-15,0 12-11 16,0 11-1-16,0 12 20 16,0 11 3-16,0 0-3 15,0 3-9-15,0-17-12 16,0-10-9-16,0-23-12 16,0-9-6-16,0-14-2 15,0 0-2-15,0 0-36 16,0-37-13-16,0 1-70 0,0-17-67 15,0 10-64-15,-19 0-285 16</inkml:trace>
  <inkml:trace contextRef="#ctx0" brushRef="#br1" timeOffset="186044.04">29410 17991 813 0,'0'0'106'16,"0"0"-76"-16,0 0 17 16,0 0-39-16,0 0-8 15,0 0-85-15,34-19-53 16,-34 19-111-16,0 30-282 0</inkml:trace>
  <inkml:trace contextRef="#ctx0" brushRef="#br1" timeOffset="187010.56">30249 18418 420 0,'0'0'80'0,"0"0"-56"0,0 0 26 15,0 0 8-15,0 0-1 16,0 0-4-16,-5 0 3 16,-9-3-10-16,4-4-9 15,-1 0-10-15,-7 1-8 16,7-7-9-16,-4 6 0 15,-9-3-3-15,6 10-5 16,2-7 0-16,-8 1 0 16,8 2-1-16,-2-1 2 15,7 3 5-15,-4-2-7 0,1 2-1 16,-1-3 4-16,9 5-4 16,-7 0 4-16,8 0-1 15,0 0 17-15,0 0-4 16,-6 0-5-16,3 0-1 15,3 7 3-15,0 8-3 16,-1 4 4-16,6 6-4 16,0 5 9-16,0 12 7 15,0 11-7-15,0-7 10 16,0 11 4-16,29-14 11 16,0-10-8-16,3-13-1 15,-3-14 4-15,0-6-25 0,0 0-14 16,-1-36-7-1,-1-17-16-15,2-3-29 16,-11-4-35-16,-2 0 1 0,-11-5-4 16,-5 6 1-16,0-1 5 15,0 0 4-15,0 0 11 16,0 0 36-16,-10-2-1 16,-9-1 25-16,3 6 9 15,6 1 2-15,-8 10-1 16,12 7 2-16,-4 14 1 15,-3 6 0-15,2 8 28 16,-5 5 10-16,11 6 11 16,-8 0 3-16,13 0 1 15,0 0-12-15,0 0-20 16,0 0 5-16,0 0 3 0,0 2-5 16,0 19 4-16,0 3-11 15,0 5-7-15,0 5 15 16,0 12-8-16,18 4-7 15,-2 16 3-15,2 11 0 16,9 12 1-16,-4 14-1 16,1 8-5-16,-8-8 2 15,-6-20 0-15,4-21-5 16,-9-18 17-16,0-11-6 16,0-20-8-16,-5-6-10 15,6-3 0-15,-6-4-4 16,0 0-8-16,0 0-3 15,0 0-15-15,0 0-12 0,0 0-10 16,0 0-17-16,0-4-17 16,0-16-70-16,0-13-118 15</inkml:trace>
  <inkml:trace contextRef="#ctx0" brushRef="#br1" timeOffset="187777.23">30906 18322 16 0,'0'0'459'0,"0"0"-436"15,0 0-6-15,0 0 65 16,0 0 17-16,0 0-48 15,0-15-10-15,0 13-2 16,0-4 0-16,0-1-17 16,-10-1-12-16,-9-1-1 15,9 3 12-15,-1-1-11 16,-2-3-1-16,3 4 2 16,-9 0-3-16,9-1 10 15,-6 5-8-15,3 2-3 0,2 0 5 16,1-9-10-16,-3 4 2 15,-3 4-2-15,5-5 1 16,-2 6-2-16,3 0 4 16,-1 0 5-16,-2 0 4 15,2 0 0-15,1 0 2 16,-8 0-2-16,2 6-10 16,5 9 12-16,-7-6-8 15,2 13 6-15,3-7 2 16,2 15-3-16,6 11 13 15,5 12 27-15,0 14-9 16,0 2 15-16,0-5 0 16,11-8-6-16,18-19-10 15,5-17-14-15,0-14-5 16,-13-6-14-16,13-6-10 0,6-41-16 16,7-9-14-16,-8-7-25 15,-4 6-13-15,-1-3-16 16,-18 7 3-16,2 10 2 15,-8 7 42-15,-10 12 33 16,0 12 4-16,0 12 27 16,0 0 44-16,0 0-7 15,0 25-8-15,0 17-10 16,0 23-20-16,0 5-8 16,6 2 14-16,-6-2-10 15,0-10-6-15,5-13-11 16,0-12-4-16,-5-6-1 15,0-14-2-15,0-5-4 0,0-10-2 16,0 0-39-16,0 0-11 16,0 0-48-16,0-3-73 15,0-24-24-15,-16-13-280 16</inkml:trace>
  <inkml:trace contextRef="#ctx0" brushRef="#br1" timeOffset="188110.95">31048 17549 491 0,'0'0'243'15,"0"0"-228"-15,0 0 61 16,0 0 47-16,0 0-47 16,0 0-40-16,334 99 17 15,-265-28 1-15,-1 23 11 16,-18 19-16-16,-16 19-9 16,-23 19-2-16,-11 5-18 15,-11 0-7-15,-39-10-12 0,-18-27-1 16,10-36-16-16,-2-25-29 15,-4-41-76-15,1-17-71 16,0-10-338-16</inkml:trace>
  <inkml:trace contextRef="#ctx0" brushRef="#br0" timeOffset="198593.2">12486 4296 415 0,'0'0'250'0,"0"0"-161"15,0 0 0-15,0 0-22 16,0 0 6-16,0 0-8 15,0 30-30-15,0-30 0 16,6 0-9-16,12 5-4 16,-2 1-7-16,13 2-6 15,0 8 4-15,5 4-5 16,11 10 0-16,10 12 0 16,19 18-5-16,12 19-1 15,22 17 5-15,5 14 6 16,6-1 0-16,-6-4 6 15,-6-22-7-15,-14-17 7 16,-20-16-4-16,-18-7-8 0,-20-13 9 16,-7-11-2-16,-17-5-4 15,2-7-10-15,-13-4-1 16,0 0 0-16,0-3-8 16,0 0-5-16,0 0-17 15,0 0-45-15,-42 0-22 16,-8 0-18-16,-18-6-124 15,13-21-348-15</inkml:trace>
  <inkml:trace contextRef="#ctx0" brushRef="#br0" timeOffset="199109.82">13575 4314 181 0,'0'0'181'0,"0"0"-95"16,0 0 6-16,0 0 17 0,0 0-37 15,0 0-16-15,84-108-22 16,-70 104-8-16,-14 4 15 16,0 0 12-16,0 0 6 15,0 0-10-15,0 0-15 16,0 0-24-16,0 4 4 16,0 5-9-16,-8 12 6 15,-32 5-10-15,-15 13 0 16,-19 16 3-16,-18 12-2 15,-10 9-2-15,-22 17-1 16,6 10 1-16,-14 3 7 16,3 0 0-16,8-5 4 15,19-11 5-15,23-14-4 16,18-16 0-16,14-10-8 0,13-17-3 16,18-6 2-16,16-15-3 15,0-1-7-15,0-8 5 16,0 1-37-16,0-4-28 15,0 3-103-15,0 0-156 16</inkml:trace>
  <inkml:trace contextRef="#ctx0" brushRef="#br0" timeOffset="199843.67">11755 5996 424 0,'0'0'100'0,"0"0"-83"16,0 0 10-16,0 0 64 15,0 0 5-15,0 0-17 16,-34 12-36-16,34-12-1 15,0 4 24-15,0-4-23 16,0 0 3-16,5 0 7 16,14 0-23-16,7 3-9 15,27 1 7-15,20 3-6 16,17-4 7-16,18 0-11 16,13 0-11-16,2-3 3 15,1 0-9-15,2 0-1 16,-8 0 1-16,-5 0-1 15,-5 0 2-15,0 0-1 16,-5 0 2-16,-1 0-5 0,1 0 3 16,2 0-1-16,-2 0 0 15,4 0 0-15,-4-3-1 16,-6 3-9-16,-7 0 10 16,-4 0-1-16,-12 0 3 15,-19 0 1-15,-10 0 1 16,-6 0-3-16,-15 0 5 15,0 3 10-15,-8 4 3 16,-6 0-1-16,3-4-7 16,-2 1-1-16,-1-1 2 15,9-3-5-15,-9 0 2 16,-5 0 4-16,1 0-4 0,-6 0-1 16,0 0-8-16,0 0-2 15,0 0-36-15,0 0-55 16,-21 0-43-16,-37 3-26 15,-21 10-298-15</inkml:trace>
  <inkml:trace contextRef="#ctx0" brushRef="#br0" timeOffset="200443.05">11903 6838 230 0,'0'0'212'0,"0"0"-165"0,0 0 36 16,0 0 20-16,0 0-10 16,0 0-19-16,73-35-11 15,-73 35 3-15,0 0 14 16,0 0-33-16,0 0-8 15,-5 14-28-15,-29 19 3 16,-6 10-9-16,-4 9-4 16,2 1 2-16,26-9-3 15,16 5 0-15,0-6-1 16,0-7-2-16,29-3-13 16,26-6-10-16,-2-7-10 15,-4 3 34-15,-4 0 1 16,-21 4 1-16,-14 6 0 15,-10 12-18-15,0 8 14 16,-10 0 4-16,-35 0 6 0,6-8-1 16,5-7-1-16,-1-8 1 15,6-11-1-15,6-12-4 16,7-7-2-16,11 0-50 16,-1-20-72-16,6-26-115 15</inkml:trace>
  <inkml:trace contextRef="#ctx0" brushRef="#br0" timeOffset="201026.43">12294 6475 435 0,'0'0'67'16,"0"0"1"-16,0 0 44 15,0 0-13-15,0 0-37 0,0 0-14 16,0-4-6-16,0 4 3 16,0 0 3-16,0 0-15 15,0 0-10-15,0 0-7 16,0 4-5-16,0 3-5 16,0 6-6-16,0 4 0 15,0 13 6-15,0 9-2 16,0 11 5-16,0 9-3 15,0 15-3-15,0 9 0 16,0 15-3-16,0 14 3 16,0 7 0-16,0-6 1 15,0-13 5-15,0-22-8 0,0-23 2 16,0-14 0 0,0-14 2-16,0-7-5 0,0-7 5 15,0-3-4-15,0 0-1 16,0-7 0-16,0 1-2 15,0-4-2-15,0 0-18 16,0 0-36-16,6-15-47 16,15-17-37-16,2-15-63 15,-4-1-141-15</inkml:trace>
  <inkml:trace contextRef="#ctx0" brushRef="#br0" timeOffset="201510.92">12702 6959 385 0,'0'0'89'16,"0"0"-15"-16,0 0 50 16,0 0-25-16,0 0-43 0,0 0-38 15,0 0 1-15,0 15-5 16,-10 9 4-16,-30 9-7 16,-12 3-2-16,-4 4-5 15,4 0-2-15,7-4 1 16,6-9-1-16,15-7-1 15,19-7 0-15,5-6-1 16,0-4 0-16,0 3 0 16,23 5 20-16,27 8 12 15,8 4-16-15,3 4 22 16,-4 6-5-16,-1 1-15 16,-9-8 1-16,-13 2-2 15,-13-16-2-15,-8 1-13 0,-7-8 2 16,-6-3-4-1,0-2-5-15,0 0 0 0,0 0-29 16,0 0-61-16,0 0-34 16,0-30-121-16,0 0-353 15</inkml:trace>
  <inkml:trace contextRef="#ctx0" brushRef="#br0" timeOffset="202510.72">13320 7104 257 0,'0'0'93'0,"0"0"-10"15,0 0 16-15,0 0-3 16,0 0-22-16,0 0-18 16,0-13-9-16,0 13-6 15,0 0-10-15,0 0-6 16,0 0-10-16,-5-7-8 16,0-3-1-16,-3 3 0 15,2 4-2-15,1-4 3 16,0 1-2-16,0-3 4 15,-1 5-4-15,-7 0-4 16,3 1-1-16,4 3-1 0,-4-3-1 16,2-1-1-16,3 1 3 15,0-1 0-15,-6 0 1 16,6 4-1-16,-3 0 5 16,3 0-4-16,-1-2 0 15,1 2-1-15,0 0 0 16,-6 0 0-16,-2 0 0 15,3 0 6-15,4 0-1 16,-7 0-2-16,8 0 6 16,-6 0-5-16,1 0 2 15,-3 0-6-15,2 0 0 0,1 0 0 16,-9 0 3-16,9 0 0 16,-1 0 3-16,-2 6-4 15,3 1 3-15,-6 3-5 16,3-2 1-16,7 11 11 15,1 4-2-15,5 7 8 16,0 9 5-16,0 11 4 16,0 6 13-16,0 1 8 15,0 3 4-15,16-11 3 16,13-12-13-16,-5-7-25 16,-3-14 4-16,2-11-6 15,-7-5-14-15,13 0 1 16,0-6-2-16,5-32-29 15,-5-7-19-15,5-7-10 0,-7-4-34 16,1 6 20 0,-4 1-32-16,0 2 29 0,-14 7 23 15,-4 10 15-15,-6 7 37 16,0 7 0-16,0 2 19 16,0 7 10-16,0 1-8 15,0 0-10-15,0 6-3 16,0 0-4-16,0 0 3 15,0 0-3-15,0 0 3 16,0 0-1-16,0 0 13 16,0 12 16-16,0 18-23 15,0 17 13-15,0 16 11 0,0 7 1 16,0 3 8-16,0-10 7 16,0-6-14-16,0-22-17 15,5-6-9-15,5-21-9 16,-2-3-2-16,3-5-1 15,-1 0-40-15,3 0-63 16,-2-23 10-16,-11-7-53 16,0-7-137-16,0 1-242 15</inkml:trace>
  <inkml:trace contextRef="#ctx0" brushRef="#br0" timeOffset="202926.23">13620 6488 388 0,'0'0'128'0,"0"0"-56"15,0 0 24-15,0 0-12 16,0 0-18-16,0 0-20 15,0-3-5-15,0 3 1 16,0 0 2-16,0 0-19 16,0 3-14-16,0 17 0 0,0 3-4 15,0 17 17 1,0 17-9-16,18 9 11 0,-2 20-4 16,3 20 0-16,-9 19 10 15,6 8 20-15,-3-7-4 16,-3-13-15-16,1-24-1 15,2-24-5-15,3-20-5 16,-6-17-11-16,-4-15-5 16,2-13-3-16,-8 0-3 15,0 0-10-15,0 0-78 16,0-13-21-16,0-15-20 16,0-4-47-16,-8 2-85 15</inkml:trace>
  <inkml:trace contextRef="#ctx0" brushRef="#br0" timeOffset="203776.19">14159 7164 194 0,'0'0'214'15,"0"0"-157"-15,0 0-23 0,0 0 28 16,0 0-1-16,0 0-18 16,0-47-5-16,0 37-7 15,0 0-2-15,0 0 3 16,0 0-6-16,0-3 6 15,0 3-7-15,0-4-4 16,0 5-13-16,0-5 1 16,0 8-5-16,0-1 1 15,0 4-1-15,0 0 4 16,0 3-7-16,0 0 1 16,0 0 5-16,0-4-4 15,0 4 0-15,0-3 4 16,0-1-5-16,0 4 4 0,0-4 1 15,0 4 5-15,0 0 3 16,0 0-1-16,0 0-2 16,-5 0-3-16,0 0-7 15,-9 0 5-15,9 0 1 16,-5 0-8-16,-1 0 7 16,-2 0-6-16,2 0 3 15,1 0-4-15,2 8 2 16,-8 2 4-16,6 2-1 15,-9 9-5-15,4 6 8 16,1 12 0-16,9 14 18 16,5 7 0-16,0 10 25 15,0-7 21-15,0-7-8 16,13-4-6-16,14-21-9 0,1-14-19 16,7-6-20-16,-1-11 10 15,0 0-20-15,0-14-4 16,-5-30-33-16,-3-9-31 15,-2-3-7-15,-5-1-35 16,-9 1 1-16,-5 10-50 16,-5 6 18-16,0 14 57 15,0 12 84-15,0 14 12 16,0 0 97-16,0 0-16 16,6 33 37-16,-1 14-58 15,0 9-20-15,3 11 16 16,-3-5-8-16,6-4-24 15,-6-16-13-15,8-7-21 0,-8-12 1 16,-5-10-3 0,0-4-5-16,0-9-37 0,0 0-87 15,0 0-22-15,-23 0-111 16</inkml:trace>
  <inkml:trace contextRef="#ctx0" brushRef="#br0" timeOffset="207074.24">15087 5707 184 0,'0'0'395'15,"0"0"-305"-15,0 0 17 16,0 0-14-16,0 0-29 16,0 0-33-16,42 0-9 15,-20 0-5-15,6 6 4 0,-4 17 13 16,10 7 2-16,6 4 2 16,-1 6-2-16,6 3-5 15,5 0 0-15,2 0-7 16,-2-4-6-16,-5-5 2 15,-5-8-11-15,-11-8 0 16,-6-9-7-16,-12-2 2 16,-6-7-2-16,3 3-2 15,-8-3 1-15,0 0-1 16,0 0-13-16,0 0-57 16,0 0-3-16,-19 0-20 15,-4-14-21-15,7-12-33 16,-13-1-203-16</inkml:trace>
  <inkml:trace contextRef="#ctx0" brushRef="#br0" timeOffset="207409.88">15537 5783 462 0,'0'0'69'0,"0"0"2"16,0 0 31-16,0 0-25 16,0 0-38-16,0 0-11 0,0-49-4 15,0 49 4 1,0 0 2-16,0 0-12 0,0 0 4 16,0 9-6-16,-18 8-4 15,-9 16 7-15,-15 11-6 16,-2 12-12-16,-12 6 12 15,4 9-3-15,7-6-6 16,6-5 3-16,10-16-7 16,13-16-6-16,8-24-32 15,8-4-34-15,0 0-69 16,0-17-155-16</inkml:trace>
  <inkml:trace contextRef="#ctx0" brushRef="#br0" timeOffset="208311.35">16681 5383 406 0,'0'0'80'15,"0"0"-34"-15,0 0 42 16,0 0-19-16,0 0-16 16,0 0-8-16,0 70 1 15,0-43 2-15,0 3-3 16,0 3-2-16,0 6 3 16,0 9 1-16,0 5-8 15,0 7-10-15,0 10 5 16,0 0-5-16,13 0 7 0,3 3 0 15,13-8 11 1,5-6-4-16,6-14-16 0,-1-13-6 16,1-7 5-16,-6-13-24 15,0-7 12-15,-5-5 3 16,-8 0-17-16,8-5-7 16,-6-25-10-16,-1 0-8 15,1-5 10-15,-18-2-7 16,-5-4 3-16,0-5-10 15,0 4 5-15,-5-2 7 16,-34 1 0-16,-6 10 15 16,-2 6 2-16,-3 8 2 15,0 8 3-15,-3 11 4 0,8 0-9 16,6 0 3-16,5 0 4 16,10 20 9-16,8 6-4 15,11-5 21-15,5-1-24 16,0-10-4-16,0-10-1 15,5 0 4-15,35 0-8 16,15-24-21-16,13-26-23 16,6-16-22-16,-6-8-27 15,-10 0-10-15,-13 9-21 16,-21 5 28-16,-24 14 12 16,0 12 23-16,0 11 61 15,-40 13 55-15,-12 6 52 16,2 4-13-16,-8 0-9 15,3 0-27-15,-3 4-24 0,0 9-3 16,13-3-14 0,0 0-9-16,11-1 0 0,0 2-6 15,5-1-1-15,13-1-2 16,6-2 1-16,10 0-50 16,0 0-31-16,0-7-74 15,0 0-185-15</inkml:trace>
  <inkml:trace contextRef="#ctx0" brushRef="#br0" timeOffset="209159.61">17588 5380 315 0,'0'0'133'16,"0"0"-85"-16,0 0 0 0,0 0 51 15,0 0-13-15,0 0-34 16,-21 17-2-16,14-7 1 16,1 3-2-16,1 5 16 15,-6-3-6-15,6 8-14 16,-3 6-2-16,3 9-8 16,5 7 6-16,0 16-1 15,0 14-6-15,0 8 1 16,5-4 2-16,37-6-9 15,3-17 9-15,-5-12-10 16,4-13-14-16,-4-16-12 16,12-15 7-16,-2 0-2 0,13 0-6 15,-7-33-29 1,-4-13-9-16,-2-4-11 0,-16 0 1 16,1-6 0-16,-12 3-1 15,-12-4 1-15,-1-1 16 16,-10-2 13-16,0 6 10 15,0-5 6-15,0 13 3 16,0 2 1-16,0 15 1 16,0 2 8-16,0 11-2 15,0 3 7-15,-10 6-1 16,5 7 1-16,-1 0 6 16,-2 0-3-16,8 0 4 15,0 0-2-15,0 0 3 16,0 0-11-16,0 0 0 15,0 13-9-15,0 13 6 0,0 15 10 16,0 15-9-16,0 12 11 16,0 15-9-16,0 10 4 15,0-1-3-15,0-2-6 16,0-10-3-16,0-17 0 16,0-13-3-16,0-13 3 15,0-14-4-15,0-11 0 16,0-5 0-16,0-7-6 15,0 0-2-15,0 0-18 16,0 0-24-16,0 0-15 16,0 0-17-16,0-7 5 15,-10-2-91-15,-1 0-54 0,11-8-134 16</inkml:trace>
  <inkml:trace contextRef="#ctx0" brushRef="#br0" timeOffset="209774.7">19437 5777 402 0,'0'0'132'16,"0"0"-34"-16,0 0 35 15,0 0-35-15,0 0-28 16,0 0 2-16,0 6-5 15,0-6-9-15,0 0 6 16,6 0-8-16,12 0-23 16,3 0-17-16,13 0-3 15,11 0-4-15,7 0-2 16,-7 0-3-16,0 0-4 16,-6 0 0-16,1 0 0 15,-11 0 0-15,-6 0-2 16,-12 0-2-16,-6 0-2 15,0 0 2-15,-5 0-17 0,0 0-11 16,0 0-15-16,0 0-13 16,0 0-16-16,0 0-65 15,0 0-98-15,-15 0-152 16</inkml:trace>
  <inkml:trace contextRef="#ctx0" brushRef="#br0" timeOffset="210177.63">19393 6120 340 0,'0'0'168'0,"0"0"-87"16,0 0 39-16,0 0-15 16,0 0-40-16,0 0-26 15,78 0-8-15,-38 0 13 16,15 0 17-16,-8 0-18 15,3-5-11-15,-10 5-11 0,-1 0-9 16,1-3-8-16,-11 3-4 16,-6-3-2-16,-7-1-15 15,-3 1-23-15,-7-1-37 16,-6 4-37-16,0 0-118 16,0 0-264-16</inkml:trace>
  <inkml:trace contextRef="#ctx0" brushRef="#br0" timeOffset="213245.02">22375 4162 466 0,'0'0'173'16,"0"0"-70"-16,0 0-7 16,0 0-7-16,0 0-6 15,0 0-15-15,-29 10-27 16,39-10 0-16,9 0-20 0,7 0-4 15,8 0-13-15,14 0 4 16,7 0-6-16,3 0 0 16,2 0-2-16,-7 0-16 15,-3 0-5-15,-16 0 0 16,-5 0 14-16,-19 0-12 16,-4 0 19-16,-6 0-5 15,0 0 2-15,0 0-5 16,0 0 8-16,0 0 5 15,0 22-5-15,-21 8 2 16,-8 1 3-16,-11 12-5 16,-4 9 0-16,-9 3 4 15,-2-2 0-15,2-2 1 16,8-11 1-16,6-14-4 0,15-9 2 16,9-11-3-16,-4-2-2 15,9-4-1-15,4 0-21 16,6-4-3-16,0-15-1 15,11-8-15-15,34 8-9 16,7 1 18-16,-7 2 2 16,5 6 1-16,2 4 4 15,-7-1 4-15,-5 7 22 16,-1 0 1-16,-10 0 15 16,0 0 7-16,5 0-5 15,0 7 4-15,-5 16 19 16,-2 4-7-16,-9 3-5 15,-2-4 3-15,-11 4-5 16,-5-3-4-16,0-4-4 0,0 7 3 16,0-4-6-16,-34 4-1 15,-11 0-5-15,-10-3-6 16,-3-4 2-16,-10 0 0 16,7-5-4-16,-7-6-2 15,-1-1-4-15,12-4-6 16,12-7-7-16,5 0-3 15,17 0-11-15,17 0-29 16,6-22-35-16,0-4-29 16,0-1-178-16</inkml:trace>
  <inkml:trace contextRef="#ctx0" brushRef="#br0" timeOffset="213943.88">23093 4206 414 0,'0'0'93'0,"0"0"10"16,0 0 36-16,0 0-51 15,0 0-26-15,0 0-12 16,29-17-7-16,-24 17-1 16,0 0-2-16,-5 0-9 15,8 0-1-15,-8 0-7 0,0 6 4 16,5 14-13-16,-5 12 32 16,0 11-18-16,0 12 11 15,0 9-17-15,0 0-4 16,0-4-3-16,0-11-2 15,0-22-2-15,16-11-10 16,3-16-1-16,15 0-8 16,5 0-10-16,6-13-28 15,5-7-10-15,-3 3 1 16,-2 8 29-16,-6 9 4 16,6 0 15-16,-5 0 7 15,-17 29 11-15,-12 11 5 0,-11 3 22 16,0 4 13-1,0-4-21-15,-21-3-11 16,-21-2-6-16,-3-8-2 0,-5 0 0 16,-3-6-3-16,-7-4-7 15,-3-5-1-15,5-6-8 16,8-9-13-16,11 0-15 16,10 0-63-16,18-21-12 15,11-18-89-15,0-8-156 16</inkml:trace>
  <inkml:trace contextRef="#ctx0" brushRef="#br0" timeOffset="214259.17">23156 4189 408 0,'0'0'272'15,"0"0"-147"-15,0 0-51 16,0 0 42-16,0 0-24 16,0 0-36-16,39 0-2 15,14 0-21-15,2 0-7 16,14 0 14-16,4 5-14 15,-4-5-17-15,-14 1-9 0,-3-1-1 16,-2 0-40-16,-10 0-76 16,-6 0-107-16,-16 0-217 15</inkml:trace>
  <inkml:trace contextRef="#ctx0" brushRef="#br0" timeOffset="-214303.06">22204 5902 32 0,'0'0'434'0,"0"0"-362"16,0 0 15-16,0 0 25 0,0 0-28 16,0 0-9-16,39-3-19 15,-23 3 19-15,8-3-11 16,-1 0 3-16,4 0-17 15,15-1-7-15,-3 1-13 16,17-4-14-16,7 1 0 16,5-1-11-16,6 0 2 15,5 0-5-15,-1-5-1 16,15 1 1-16,-9 2-1 16,0-5 0-16,8 1-1 15,-3 0-1-15,9-1 1 16,-9-2-1-16,3-1-1 15,5 4-1-15,-12-2 3 0,-1 7-2 16,-5 4 4-16,-6-1 0 16,-10 3 0-16,0-2 3 15,-13-3 4-15,3 6 1 16,-19-3 13-16,-13 1-5 16,-8 3-13-16,-7 0 5 15,-1 0-2-15,-5 0 2 16,0 0 1-16,0 0-2 15,0 0-7-15,0 0 8 16,0 0-6-16,0 0-1 16,0 0 2-16,0 0-5 15,0 0 0-15,0 0-13 16,0 0-28-16,0 0-18 16,-5 0-30-16,-30 0-46 0,-9 7-124 15,-9 16-284-15</inkml:trace>
  <inkml:trace contextRef="#ctx0" brushRef="#br0" timeOffset="-213251.39">22925 6429 226 0,'0'0'111'0,"0"0"-58"15,0 0 20-15,0 0 2 0,0 0-7 16,0 0-23-16,0-11-16 16,0 11 7-16,0 0 3 15,0 0 8-15,0 0-9 16,0 0 2-16,0 0 0 16,0 0 1-16,0 0 2 15,0 0-8-15,0 0-1 16,0 0-6-16,0 0-1 15,0 0 3-15,0 0-11 16,0 0 2-16,0 0-3 16,0 0-4-16,0 0-2 15,0 0 1-15,0 0-2 0,0 0 1 16,0 0-8-16,0 0 1 16,0 0 3-16,0 7-6 15,0 3 4-15,0 10-3 16,0 7 9-16,0 15 1 15,0 12-13-15,0 9 5 16,0 4-2-16,0-2 4 16,0-6 8-16,0-12-6 15,0-11 0-15,26-17 5 16,8-8-11-16,5-11-1 16,14 0 4-16,2 0-6 15,3-22-12-15,-8 7-3 0,3 7 2 16,-9 8 8-1,6 0-5-15,-8 0 8 16,-10 11 2-16,-19 12 5 0,-13 7-1 16,0 0 7-16,0 4 7 15,-13 2-10-15,-32-3-5 16,-5-3-2-16,-13-4-1 16,-5-3-2-16,-1-9-2 15,4-7-12-15,7-7-2 16,13 0-6-16,6 0-25 15,10-21-32-15,10-18-31 16,9-7-43-16,10-7-111 16,0-4-245-16</inkml:trace>
  <inkml:trace contextRef="#ctx0" brushRef="#br0" timeOffset="-213009.81">22783 6578 569 0,'0'0'186'16,"0"0"-78"-16,0 0-42 16,0 0 19-16,305-27-24 15,-232 14-38-15,-4 3-12 16,-12 0-11-16,-17 4-12 0,-1 2-42 15,-18 4-67-15,-2 0-72 16,-9 0-221-16</inkml:trace>
  <inkml:trace contextRef="#ctx0" brushRef="#br0" timeOffset="-212386.66">23905 6515 332 0,'0'0'122'0,"0"0"-67"15,0 0 30-15,0 0 2 16,0 0-20-16,0 0-15 15,0-27 1-15,-7 27 3 16,1 0 6-16,6 0 0 16,0 0-21-16,-5 0-3 15,0 0-5-15,0 0-10 16,-14 0-5-16,3 0-2 16,-2 4-5-16,2 9 10 15,-7 10-4-15,1 0 4 16,4 10 3-16,8 11-6 15,-1 6 0-15,11 10 10 16,0 12-3-16,0 9 3 0,0 2 11 16,45-6-4-16,10-14-6 15,3-20-10-15,5-20 1 16,-3-20-9-16,14-3-11 16,-6-26-7-16,-4-34-16 15,-1-16-4-15,-19-4-17 16,-20 1-21-16,-19 1 14 15,-5 8 4-15,-5 7 18 16,-53 10 29-16,-5 9 2 16,-5 14 20-16,12 14 8 15,-1 9-2-15,12 7 2 16,0 0 5-16,6 0-17 0,10 11-4 16,0 1-11-16,13 2 2 15,11-10-5-15,-3-1-37 16,8 0-25-16,0 0-78 15,0 0-60-15,0 4-158 16,0 10-294-16</inkml:trace>
  <inkml:trace contextRef="#ctx0" brushRef="#br0" timeOffset="-209621.65">25021 5450 469 0,'0'0'108'16,"0"0"-56"-16,0 0-3 16,0 0 2-16,0 0 13 15,0 0-18-15,-61-4-3 0,61 4-6 16,0 0 7-16,-8 0-2 16,8 0-1-16,0 0-5 15,0 0-11-15,0 0 3 16,0 0 5-16,0 0-18 15,42 22 1-15,13 20 14 16,14 12-17-16,5 6 9 16,-6-1 3-16,0-6-4 15,-18-9-4-15,-10-7-13 16,-6-17 5-16,-16-8-1 16,-7-8-6-16,-6-1 1 15,-5-3-3-15,0 0-3 0,0 0-7 16,0 0-35-1,0 0-36-15,-24-10 9 0,3-17-17 16,-13-9-91-16,10 0-177 16</inkml:trace>
  <inkml:trace contextRef="#ctx0" brushRef="#br0" timeOffset="-209506.66">25021 5450 456 0</inkml:trace>
  <inkml:trace contextRef="#ctx0" brushRef="#br0" timeOffset="-209328.23">25021 5450 456 0,'397'-16'113'0,"-397"16"-25"0,0 0 13 0,0 0-11 16,0 0-32-16,0 0-23 16,0 0-8-16,-11 9-8 15,-28 24 14-15,-14 19-18 16,-7 9 6-16,-22 17-6 15,-2 2-6-15,0-1 11 16,10-9-9-16,16-13-4 16,24-14-5-16,13-20-2 15,21-10-8-15,0-13-59 16,11 0-69-16,57-43-5 16,0-10-237-16</inkml:trace>
  <inkml:trace contextRef="#ctx0" brushRef="#br0" timeOffset="-208652.73">26217 5647 365 0,'0'0'120'15,"0"0"-29"-15,0 0 33 16,0 0-27-16,0 0-56 16,0 0-13-16,-5-47-16 15,5 20-8-15,0-6-4 0,5 3-13 16,6 3-5-16,-3 1-12 15,-3 7 10-15,-5 4 12 16,0 5 3-16,0 4 5 16,0 6 7-16,0 0 0 15,0-3 5-15,0 3 4 16,0 0 2-16,0 0-2 16,0 0-7-16,0 0 0 15,0 3 2-15,0 13 14 16,0 7-14-16,0 11-9 15,0 14 7-15,0 6 24 16,0 19 18-16,16 8 0 16,2 2-6-16,-2-6-12 0,2-14-4 15,-7-10-1 1,-1-16 1-16,-10-18-4 0,6-5-14 16,1-10-5-16,-7-4-2 15,0 0-4-15,0 0-73 16,0-14-27-16,0-20-66 15,0-1-109-15</inkml:trace>
  <inkml:trace contextRef="#ctx0" brushRef="#br0" timeOffset="-207685.69">26698 5457 187 0,'0'0'265'15,"0"0"-191"-15,0 0 8 16,0 0 21-16,0 0-25 15,0 0-27-15,0 0-19 16,0 0-1-16,0 0 2 16,0 0-7-16,0 0-3 15,0 3-5-15,0 10 5 0,0 12-14 16,0 5 16-16,0 12 0 16,0 18 5-16,0 4 7 15,8 2 3-15,3-9 0 16,-1-8-14-16,-4-13-6 15,7-12 0-15,-8-11-5 16,-5-6-10-16,0-7-2 16,0 0 3-16,0 0-6 15,0 0-10-15,0 0-14 16,0-20-13-16,0-10 36 16,0-6-15-16,0-5-37 15,0 2 7-15,0-5 20 0,0 5-2 16,0 2 11-1,0 1 15-15,0 0 1 0,16 6 0 16,13 0 1-16,-6 0 1 16,4 8-1-16,2 3 3 15,-11 8-3-15,3 8 3 16,3 3 4-16,-14 0 5 16,14 0 14-16,5 3-1 15,-3 24 9-15,16 10-2 16,-10 12 23-16,-3 16-17 15,0-4 0-15,-14 4-5 16,4-5 5-16,-14-10-6 16,0-11-2-16,1-12-8 15,-6-10-13-15,0-11 1 0,0-6-4 16,0 0-6-16,0 0 0 16,0 0-7-16,0-13-7 15,0-21 2-15,0-12-4 16,0-3-15-16,0-4-10 15,0-7 11-15,34 7-5 16,13 0 3-16,-2 8 1 16,0 15 11-16,-11 15 9 15,-5 15 11-15,0 0 13 16,-8 0 9-16,-3 8 10 16,8 22-1-16,-7 15 3 15,-3 8-4-15,-3-2-5 16,-13 0-3-16,0-4-12 0,0-11-2 15,0-6-1-15,0-7 1 16,0-9-4-16,0-4-4 16,0-7-3-16,-13-3-16 15,2 0-12-15,6 0-25 16,0 0-29-16,5-27-44 16,0-5-74-16,0-8-94 15</inkml:trace>
  <inkml:trace contextRef="#ctx0" brushRef="#br0" timeOffset="-207185.66">28219 5317 242 0,'0'0'254'16,"0"0"-153"-16,0 0-8 0,0 0-10 16,0 0-29-1,0 0-27-15,0-16 7 0,0 16-2 16,0 0 2-16,0 0 16 15,0 0-4-15,-6 0-13 16,-4 13-16-16,-9 3 8 16,-10 10-2-16,3 8 0 15,-3 14 13-15,-10 13-6 16,5 13-2-16,-11 7 8 16,3 1-15-16,2-5 1 15,14-14 0-15,8-16-15 16,2-21 6-16,11-13-10 15,-3-6-2-15,8-7 0 16,0 0-1-16,0 0 0 16,0 0-57-16,0 0 15 15,0-14-18-15,0-15-11 16,0-4-4-16,0-11-59 0,8 2-47 16,13-11-92-16</inkml:trace>
  <inkml:trace contextRef="#ctx0" brushRef="#br0" timeOffset="-206869.77">28095 5271 421 0,'0'0'142'16,"0"0"-28"-16,0 0 3 16,0 0-25-16,0 0-38 0,0 0-5 15,26-7 6 1,-13 20-19-16,-7 13-11 0,4 15 2 15,9 15 23-15,2 17 11 16,2 12-5-16,6 6 0 16,5 14-4-16,1-10 1 15,-9-5-19-15,-2-14-14 16,-9-19-8-16,9-14 1 16,-13-19-7-16,2-12-2 15,-13-5-4-15,0-7-2 16,0 0-44-16,0 0-21 15,-6-26-5-15,-23-8-27 16,1-5-43-16,-12 2-64 16,1-3-87-16,-1 1-156 15</inkml:trace>
  <inkml:trace contextRef="#ctx0" brushRef="#br0" timeOffset="-206687.31">27861 5787 894 0,'0'0'136'16,"0"0"-69"-16,0 0 3 15,0 0-16-15,308 9-54 16,-235-12-7-16,-12-10-53 16,-19 1-70-16,-26 12-101 15,-16 0-421-15</inkml:trace>
  <inkml:trace contextRef="#ctx0" brushRef="#br0" timeOffset="-205434.39">19466 9476 372 0,'0'0'330'0,"0"0"-208"16,0 0-38-16,0 0 40 15,0 0-29-15,0 0-34 16,5 2-6-16,11-2-15 16,8 0-22-16,5 0-5 15,16 0-5-15,12 0 7 16,4 0-3-16,7 0-10 0,1 0 4 15,-1 0-4-15,-13 0-1 16,-7 5 0-16,-14-5 0 16,-13 3-2-16,-16-3-2 15,3 0-14-15,-8 0-11 16,0 0-48-16,0 0-27 16,0 0-57-16,-8 0-117 15,-18 0-245-15</inkml:trace>
  <inkml:trace contextRef="#ctx0" brushRef="#br0" timeOffset="-205187.83">19364 9858 567 0,'0'0'211'0,"0"0"-128"16,0 0-22-16,0 0 36 16,352 13-48-16,-268-13-38 15,-15-13-11-15,-19-1-11 16,-16 1-50-16,-11 3-54 16,-17 0-106-16,-6 7-255 15</inkml:trace>
  <inkml:trace contextRef="#ctx0" brushRef="#br0" timeOffset="-202519.64">21670 9159 447 0,'0'0'157'16,"0"0"-11"-16,0 0-44 15,0 0-32-15,0 0-9 16,0 0-10-16,0 0-13 16,5 0-9-16,-5 0 0 15,0 0-9-15,0 0 5 0,0 0-1 16,0 0-6-16,0 0-1 15,-5 0-10-15,0 0-1 16,0 7-6-16,-1 0-3 16,1 3 0-16,-8 6 3 15,-3-2 6-15,-8 5 1 16,3 5-3-16,-2-1-4 16,-1 7 1-16,3 5 0 15,-3 2-1-15,9 15 2 16,1 8 15-16,14 8 3 15,0 6 2-15,0-4 10 16,40-10 4-16,12-14 13 16,4-19-2-16,7-17-24 15,0-10-7-15,0 0-6 16,3-34-10-16,-3-12-6 0,0-7-14 16,-13 0-9-16,-16 0-4 15,-5 3-17-15,-24 7 18 16,-5-2-2-16,0 8 3 15,0-2 6-15,-39 0 12 16,-6 4 2-16,-7-4 4 16,2 9-3-16,10 7 10 15,1 7-2-15,5 6 3 16,-1 10-1-16,-4 0 2 16,5 0-1-16,5 0 2 15,5 0-3-15,8 0-3 16,11 0-12-16,5 3-50 0,0-3-60 15,0 0-91-15,0 0-131 16</inkml:trace>
  <inkml:trace contextRef="#ctx0" brushRef="#br0" timeOffset="-201978.14">22367 9745 157 0,'0'0'325'0,"0"0"-258"15,0 0 22-15,0 0 30 16,0 0-36-16,0 0-29 16,-5-14-18-16,5 14 9 15,0 0 5-15,0 4-21 16,0 13-3-16,0 15-19 16,0 12 2-16,0 16 16 15,0 9 12-15,0 0-3 16,0-10 4-16,0-14-15 15,0-13-8-15,0-20-11 16,0-8-4-16,0-4 0 16,0-10-91-16,18-35-38 15,-2-8-140-15,2-7-447 16</inkml:trace>
  <inkml:trace contextRef="#ctx0" brushRef="#br0" timeOffset="-201386.83">22630 9256 670 0,'0'0'216'0,"0"0"-143"0,0 0 35 16,0 0-46-16,0 0-44 16,0 0-18-16,310 5-7 15,-247-5-2-15,6-16-15 16,-19-7-28-16,-6 4-17 16,-9-1 22-16,-17 6-4 15,-7 4-8-15,-11 0 44 16,0 10 15-16,0 0 12 15,0 0 14-15,0 0 6 16,0 0 10-16,-6 0-8 16,6 0 2-16,-5 7-23 15,5-1-3-15,-5 8 4 0,-8 2-3 16,2 1 4 0,-5 0-8-16,8 6 3 0,3 0 2 15,-5 3 6-15,10 11 2 16,0 9-7-16,0 12 4 15,0 15 17-15,0 14 13 16,0 13 0-16,0-4-1 16,10-3-11-16,9-17 1 15,-4-20-7-15,-4-21-11 16,7-20-8-16,-7-10-10 16,-6-5 0-16,-5 0-24 15,0 0-25-15,0-20-14 0,0-9-14 16,0-1-42-1,0-9-3-15,-10 2-99 0,-19-5-154 16</inkml:trace>
  <inkml:trace contextRef="#ctx0" brushRef="#br0" timeOffset="-201204.62">22935 9561 754 0,'0'0'157'16,"0"0"-76"-16,0 0 5 16,0 0-34-16,334-53-46 0,-266 38-6 15,-10-2-46-15,-18 4-75 16,-19 3-81-16,-8 3-339 16</inkml:trace>
  <inkml:trace contextRef="#ctx0" brushRef="#br0" timeOffset="-200305.7">24161 9315 279 0,'0'0'194'0,"0"0"-118"15,0 0 34-15,0 0 10 16,0 0-45-16,0 0-32 16,-14-24 0-16,14 24 20 15,0 0-19-15,0 0-8 16,0 0-14-16,0 0 4 15,0 0 1-15,0 0-10 16,0 0 2-16,0 6 14 16,0 18-14-16,0 11-5 15,0 13 14-15,14 11 2 16,-4 0 12-16,-5-2-17 16,-5-7 6-16,6-14 2 0,-6-9-9 15,0-17-6-15,0-7-11 16,0-3-3-16,0 0-4 15,0-6-4-15,0-28-43 16,0-6 33-16,0-6-28 16,0-2-26-16,0-5 0 15,0-2-13-15,5 1 29 16,24-3-2-16,0 13 10 16,5 5 23-16,0 13 21 15,-13 15 31-15,3 11 21 0,-1 0 9 16,-1 0 10-1,6 37-4-15,7 9-18 0,-1 18-2 16,-5 13 4-16,0 1-6 16,-8-3-19-16,2-12 1 15,-7-10 6-15,3-20-18 16,-14-13-5-16,0-6 3 16,-5-14-9-16,0 0 1 15,0 0-5-15,0-17-12 16,0-19-3-16,0-11-2 15,0-10-2-15,0 1-19 16,24 0 7-16,-3 0-17 16,8 3-3-16,10 6 15 15,-5 12 19-15,1 11 13 16,-6 24 4-16,-8 0 14 0,-3 0 11 16,3 4 10-16,-3 29-9 15,-7 12-1-15,7 3 7 16,-12 17-16-16,-1-9-8 15,-5-3-2-15,0-6 4 16,0-14-2-16,0-10-8 16,0-6-1-16,0-7-2 15,0-10-14-15,-5 0-11 16,-1 0-14-16,1 0-18 16,-3 0-15-16,8-10-53 15,0-13-62-15,0-14-186 16</inkml:trace>
  <inkml:trace contextRef="#ctx0" brushRef="#br0" timeOffset="-199819.43">25946 8983 437 0,'0'0'156'0,"0"0"-33"0,0 0 13 16,0 0-32-16,0 0-41 16,0 0-25-16,0-6 1 15,-5 6-12-15,5 0 1 16,0 0-8-16,-8 0-2 15,3 0-7-15,-11 10-2 16,-8 6-6-16,1 7 17 16,-4 11 5-16,-7 9-7 15,0 10 5-15,-11 17-4 16,-2 13 5-16,-3 12-3 16,0 7 1-16,3-9 2 15,7-17-13-15,19-20-3 0,8-19 4 16,8-14-3-1,5-13-8-15,0-10 0 0,-5 0-1 16,-1 0-16-16,6 0-32 16,-5 0 3-16,0-13-3 15,5-7-18-15,-8-13-7 16,8-3-53-16,0-11-47 16,0-6-94-16,0-4-184 15</inkml:trace>
  <inkml:trace contextRef="#ctx0" brushRef="#br0" timeOffset="-199405.15">25746 8884 455 0,'0'0'91'0,"0"0"-10"16,0 0 42-16,0 0-37 15,0 0-34-15,0 0 10 16,24-20 6-16,-19 20-4 16,6 0-9-16,7 13-4 15,3 0-15-15,8 21 0 16,11 12 7-16,7 20 4 16,-2 17-13-16,-6 13 11 0,1 11-10 15,-6-2-10 1,-11-10-2-16,-1-12 2 0,-12-16-1 15,-2-17-1-15,2-11-12 16,-10-9-4-16,6-13-6 16,-6-11 1-16,0-6-4 15,0 0-14-15,0 0-15 16,0 0-7-16,0-16-6 16,-6-11-11-16,-22-6-33 15,-1-3-78-15,-6-1-32 16,1 1-60-16,-5-4-215 15</inkml:trace>
  <inkml:trace contextRef="#ctx0" brushRef="#br0" timeOffset="-199223.75">25652 9441 940 0,'0'0'189'0,"0"0"-127"16,0 0 18-16,0 0-12 15,355 22-41-15,-253-32-27 16,-15-16-1-16,-13-3-35 16,-19 6-57-16,-16 6-49 15,-10 4-132-15,-13 3-346 16</inkml:trace>
  <inkml:trace contextRef="#ctx0" brushRef="#br0" timeOffset="-198977.73">27913 9506 1030 0,'0'0'92'15,"0"0"-87"-15,0 0 6 16,0 0 17-16,0 0-28 16,0 0-49-16,0 0-65 0,0 0-19 15,-23 0-305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09:43.09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22267 14429 499 0,'0'0'151'0,"0"0"-80"16,0 0 33-16,0 0-22 15,0 0-3-15,0 0-30 16,0 0-11-16,0 0 9 16,-39 0-18-16,39 0-1 15,0 0-7-15,0 0-11 16,0 0 11-16,0 0-20 16,0 0 2-16,0 0 3 15,0 0-3-15,0 0 1 16,0-12-4-16,15 0 1 15,-4 1-5-15,7-1-1 16,-2 2 1-16,8 2 1 16,-3 2-9-16,2-4 7 15,1 10 2-15,-3 0-3 0,-8 0 4 16,-2 0-3-16,-1 0-3 16,4 0 6-16,1 0-10 15,4 4 11-15,-9 19 0 16,1-3 2-16,-1 2-1 15,3 2 0-15,-7 1 0 16,-6 0-2-16,0 7 2 16,0-2 0-16,0 7-1 15,0-5 5-15,0 8-8 16,-19-1 4-16,-7 2 0 0,-3 1 0 16,5-5 3-1,3-3-3-15,-2-4 0 0,-6 0 0 16,0-4-2-16,8-6 2 15,-13-1-1-15,5-7 0 16,0-4-6-16,8 1-2 16,-3-9-18-16,-5 0 4 15,8 0 18-15,8 0-27 16,2-23-18-16,11-7 3 16,0-8-2-16,0 5 4 15,29 6 24-15,5 4-15 16,1 2 7-16,-6 9 10 15,-8 1 19-15,2 11 6 16,-7 0 7-16,2 0 12 16,-2 0 7-16,8 0-9 0,-3 11 4 15,3 12 0-15,-6 3-4 16,-2 4 11-16,8-7-14 16,-14-1 10-16,1-10-9 15,-11-3-10-15,5 0 1 16,-5-4-10-16,0-5 0 15,0 3-2-15,0 4-4 16,0-4-8-16,0 3-8 16,0 0-53-16,0-6-43 15,0 0-241-15</inkml:trace>
  <inkml:trace contextRef="#ctx0" brushRef="#br0" timeOffset="817.08">22925 14424 112 0,'0'0'214'16,"0"0"-176"-16,0 0 14 16,0 0 18-16,0 0-22 15,0 0-13-15,-24-24-11 16,24 12 10-16,0 6 1 15,0-1 10-15,0-4-10 16,0-1-8-16,0-5 6 16,0 4-14-16,10 3-6 15,4 2 8-15,1-3-14 16,4 0-7-16,2 8 13 16,-3-4-13-16,-2 4 5 0,2 3-3 15,-7 0-1-15,5 0 12 16,-3 0-6-16,-3 0-2 15,9 10 8-15,-9 15-12 16,1 10 10-16,-1 4-3 16,-2 14 13-16,-8 0 12 15,0 5-9-15,0-1-10 16,0-4-5-16,0-4-9 16,-8-5 8-16,-18-7-8 15,2-1 0-15,-10-3 3 16,-11-3-1-16,11-3-2 15,-10-8 0-15,4-8 3 16,6-4-5-16,-6-7 2 16,6 0-6-16,5 0-4 0,6-27-18 15,17-6-15-15,6-4 7 16,0 7 4-16,0 7 28 16,0 7 1-16,19 5 3 15,2 11 11-15,8 0 8 16,5 0 10-16,5 30 23 15,6 10 3-15,8 3 6 16,-14 2 7-16,6-7-19 16,0-4-7-16,-11-8-22 15,0-4-5-15,-10-11-10 16,-9-5-3-16,-9 0-4 16,-1-6 0-16,-5 0-71 0,0 0-72 15,0 0-86-15,0-22-326 16</inkml:trace>
  <inkml:trace contextRef="#ctx0" brushRef="#br0" timeOffset="1448.79">21896 15447 469 0,'0'0'103'0,"0"0"-53"16,0 0 70-16,0 0-22 15,0 0-48-15,0 0-2 16,297-83-20-16,-207 76 4 16,7 1 10-16,6 6-17 15,10 0 11-15,5 0-8 16,-5 9-11-16,0 11 24 16,-5 4-12-16,0-1 5 15,-11-3-15-15,-7-6-14 16,2-9 2-16,-13-1-4 15,-11-4-2-15,-13 0 2 16,-7 0 3-16,-9 0-6 16,-13-4 0-16,-7-8-12 0,-3 5 0 15,-16 3-1-15,0 4 1 16,0 0 8-16,0 0-15 16,0 0 1-16,0 0-25 15,-27 0-16-15,-25 0 30 16,-17 11-137-16,-10 8-175 15</inkml:trace>
  <inkml:trace contextRef="#ctx0" brushRef="#br0" timeOffset="2017.88">22175 15537 195 0,'0'0'214'0,"0"0"-136"0,0 0 44 16,0 0 16-16,0 0-39 16,0 0-29-16,74-4-15 15,-74 34 39-15,0 6-32 16,-11 9-28-16,-13 2-4 15,3-3 8-15,8 2-16 16,13-9-20-16,0 5 2 16,6-6-4-16,46 4-6 15,11-3 1-15,3 2 10 16,2 2-4-16,-5-6 6 0,-13 9-4 16,-15-10 1-1,-12-5-2-15,-17-2 11 0,-6-11-1 16,0 6-12-16,0-7 0 15,-40 1-2-15,-18-5 2 16,-15-6-6-16,-17-5-69 16,-12 0-49-16,-11 0-30 15,23 0 16-15,9-9-115 16,20-6 43-16</inkml:trace>
  <inkml:trace contextRef="#ctx0" brushRef="#br0" timeOffset="2648.68">22504 15682 657 0,'0'0'111'16,"0"0"-53"-16,0 0 26 16,300 28-16-16,-237-17-59 15,-5-3-7-15,-9-4-4 16,-4-4-5-16,-11 0-22 16,-10 0-11-16,-8 0-1 0,-3 0 37 15,-8 0 2-15,-5 0 2 16,0 2 5-16,0-2 8 15,0 0 5-15,0 0-12 16,0 0-4-16,0 0 26 16,0 5-23-16,0-1 1 15,-10 4 1-15,-9 10-7 16,-10 5 15-16,0 11 18 16,8-1-2-16,3 10 18 15,7 6 12-15,6 11 7 16,5 0 9-16,0-3-33 15,0-8 11-15,24-12-12 16,15-10-23-16,11-15-8 16,0-12-4-16,19 0-3 15,-1-30-5-15,0-23-19 0,-10-12-19 16,-24-2-5-16,-23 1-13 16,-11 6 27-16,0 7 2 15,-11 5 27-15,-31 17 4 16,-2 7 14-16,4 7 12 15,-4 10 1-15,-1 3-13 16,-3 4 10-16,4 0-21 16,4 0-7-16,6 0-17 15,10 0-42-15,9 0-64 16,15 0-83-16,0 0-199 16</inkml:trace>
  <inkml:trace contextRef="#ctx0" brushRef="#br0" timeOffset="3158.61">24403 15251 321 0,'0'0'180'15,"0"0"-104"-15,0 0 41 16,0 0 9-16,0 0-54 15,0 0-4-15,-16 0 0 16,16 0-20-16,0 0-1 16,0 0-13-16,0 0 8 15,0 0 5-15,0 0-6 16,0 3-21-16,5 17-2 16,29 10-8-16,6 7 12 0,4 2-10 15,9 1 3-15,-8-3-1 16,-1-1-13-16,-9-10 9 15,-12-8-10-15,-7-6 0 16,-3-5-2-16,-8 0 1 16,-5-7-2-16,0 0-26 15,0 0-35-15,0 0-44 16,0 0-50-16,-5-3-95 16,-19-17-239-16</inkml:trace>
  <inkml:trace contextRef="#ctx0" brushRef="#br0" timeOffset="3499.06">24794 15175 420 0,'0'0'111'0,"0"0"-19"16,0 0 38-16,0 0-52 15,0 0-28-15,0 0-12 16,0-9-1-16,0 9-11 16,-10 0-14-16,-14 9-2 15,-5 4 3-15,-5 11-12 16,-5 2 7-16,-1 13 17 16,-5 2-15-16,1 5 5 15,-4-6-6-15,9-8-6 0,5-5 6 16,13-6-9-16,10-12 0 15,3-2-2-15,3-4 2 16,5-3-38-16,0 0-99 16,0 0-165-16,0-16-217 15</inkml:trace>
  <inkml:trace contextRef="#ctx0" brushRef="#br0" timeOffset="4081.02">25497 14926 387 0,'0'0'142'0,"0"0"-18"16,0 0 9-16,0 0-37 15,0 0-31-15,0 0-29 16,-45 12 7-16,24 7-22 16,-3 4-14-16,6 1 7 15,18 2-8-15,0 7 7 16,0 3-1-16,23 0-11 15,35-5-2-15,3 4-1 16,-3-1 2-16,5-4 10 0,-19 0-8 16,-9-7-2-1,-14 0 8-15,-13-7-7 0,-8 1 2 16,0-4-3-16,-14 1 4 16,-30-2-14-16,-1-5 10 15,-8 0-62-15,-2-7-39 16,3 0-51-16,2 0-136 15,0 0-92-15</inkml:trace>
  <inkml:trace contextRef="#ctx0" brushRef="#br0" timeOffset="4649.43">25639 14977 611 0,'0'0'70'16,"0"0"18"-16,0 0 12 15,0 0-61-15,347 47-19 16,-287-44-16-16,-12-3 12 16,-14 0-2-16,-13 0-7 15,-8 0 9-15,-8 0 0 16,-5 0 11-16,0 0 6 15,0 0-6-15,0 0 7 16,0 0-17-16,0 0-12 16,0 0 4-16,0 3-9 0,0 6 17 15,0-1 0-15,0 8-15 16,-13 9 20-16,8 5 12 16,-6 4 4-16,6 4 5 15,0 7-15-15,5 4 5 16,0 4 7-16,0 0-11 15,0-3-3-15,26-6 0 16,8-12-21-16,14-11 0 16,-4-10 7-16,6-11-6 15,8 0 0-15,-8-38-6 16,3-18-15-16,-14-8-25 16,-18-8-14-16,-21-2 5 0,0 5 9 15,-10 1 1 1,-59 13 19-16,1 13 20 0,-6 12 20 15,6 14 11-15,7 9-3 16,9 6 23-16,7 1-26 16,6 0-10-16,4 0-15 15,12 0-22-15,2 0-55 16,8 0-111-16,2 0-207 16</inkml:trace>
  <inkml:trace contextRef="#ctx0" brushRef="#br0" timeOffset="6299.85">22420 11996 125 0,'0'0'95'0,"0"0"35"16,0 0-35-16,0 0-24 0,0 0 5 15,0 0 4-15,0 0-10 16,-74-48-17-16,69 43-4 15,5 3-4-15,0-3-7 16,0 3 5-16,0 2 3 16,0 0-11-16,-8 0 7 15,8 0-19-15,0 0 0 16,0 0 6-16,0 0-4 16,0 0 16-16,0 0-41 15,18 0 0-15,32 18 2 16,19 26 24-16,17 14-13 15,-2 6 6-15,-5-2-14 16,-5-2 14-16,-11-7-10 16,-18-7-8-16,-6-9 0 15,-10-14-1-15,-18-6-2 0,-11-11-6 16,0-2-12-16,0-4-66 16,0 0-30-16,-6 0-79 15,-38 0-189-15</inkml:trace>
  <inkml:trace contextRef="#ctx0" brushRef="#br0" timeOffset="6616.72">22925 11876 430 0,'0'0'95'0,"0"0"37"16,0 0-20-16,0 0-29 16,0 0-29-16,0 0-20 15,-103 95-15-15,35-40-5 16,-1 7 10-16,-10-6-9 16,0 1-3-16,-7-4 8 15,12 0-17-15,0-7 5 16,14-7-8-16,7 1 3 15,9-10-9-15,4-1 4 16,11-15-47-16,13 2-62 16,-2-15-199-16,13 4-120 0</inkml:trace>
  <inkml:trace contextRef="#ctx0" brushRef="#br0" timeOffset="7015.55">21886 12676 443 0,'0'0'180'0,"0"0"-94"15,0 0 27-15,0 0-15 16,0 0-37-16,0 0-14 16,323-7-20-16,-199-9-21 15,18-1 4-15,5 8-5 16,14 5 2-16,-4 4 17 16,-4 0-12-16,2 0 13 15,-16 0-7-15,-12 0-11 16,-20 0 5-16,-22 0-11 15,-28 0 2-15,-17 0-2 16,-19 0-1-16,-8 0 0 0,-13 0-17 16,0 0-64-1,-13 0-16-15,-42 0-76 0,-19 0-197 16</inkml:trace>
  <inkml:trace contextRef="#ctx0" brushRef="#br0" timeOffset="7569.25">22351 13051 439 0,'0'0'136'0,"0"0"-56"16,0 0 34 0,0 0-9-16,0 0-51 0,0 0-36 15,5 3 4-15,-5 14 5 16,0 7-8-16,0-5-8 16,19 10-11-16,26-6-5 15,5-2 2-15,7 7-4 16,-1-5 3-16,1 0-6 15,-17 2 10-15,-16-6 0 16,-9-1-4-16,-15 3 3 16,0 0-3-16,0 2 8 15,-44 0 9-15,-19-3-12 16,-1-3-2-16,9-8-22 16,11-2-40-16,-4-7 22 0,9 0-30 15,23 0-70-15,3-3-44 16,13-24-41-16</inkml:trace>
  <inkml:trace contextRef="#ctx0" brushRef="#br0" timeOffset="8048.91">23093 12770 16 0,'0'0'254'16,"0"0"-126"-16,0 0-12 16,0 0-15-16,0 0-15 15,0 0-25-15,-21 0-21 16,21 0-2-16,0 0-3 15,0 0-18-15,0 0-1 16,0 0-16-16,0 12 5 16,0 11-5-16,0 11 8 15,0 9 13-15,0 16 5 16,0 15-3-16,0 9 38 16,0 15-9-16,10-6 0 15,-4-2 5-15,-6-14-22 0,0-16-12 16,0-14 4-16,0-9-19 15,0-17 2-15,0-7-10 16,0-9 3-16,0-4-8 16,0 0-7-16,0 0-33 15,0 0-26-15,0 0-15 16,0-20 11-16,-6-10-54 16,1-7 12-16,5 0-104 15,0-5-93-15</inkml:trace>
  <inkml:trace contextRef="#ctx0" brushRef="#br0" timeOffset="8400.95">23582 13068 419 0,'0'0'33'0,"0"0"15"16,0 0 25-16,0 0-23 15,0 0-8-15,0 0 2 16,50-20 16-16,-50 20-17 16,-29 0-24-16,-16 0 9 15,-5 0-19-15,-13 3-4 16,0 17-5-16,8 4 0 16,2 2-1-16,14 3 1 0,18-5 0 15,8-1 12-15,13 7 25 16,0-1 19-16,0-3 1 15,39-8-10-15,1 0-3 16,2-8-29-16,-3-3 1 16,-5-3-6-16,0-4-10 15,-2 0-16-15,2 0-62 16,6-18-87-16,2-12-103 16</inkml:trace>
  <inkml:trace contextRef="#ctx0" brushRef="#br0" timeOffset="8485.94">23582 13068 608 0</inkml:trace>
  <inkml:trace contextRef="#ctx0" brushRef="#br0" timeOffset="8844.57">23582 13068 608 0,'368'15'115'0,"-378"-24"-74"0,-9 3 20 0,14-2-2 0,0-1-38 16,-8 0-14-16,7-2 9 15,-9 5 3-15,-4-1 13 16,3 1 11-16,-2 2-8 15,7 4 1-15,-4 0-13 16,-4 0 3-16,-10 0 4 16,-5 27 8-16,-5 22 37 15,-1 4-38-15,6 2-2 16,13-7 22-16,8-9-27 0,13-25-16 16,0-7-11-1,0-7-3-15,0 0-21 0,24-7-61 16,15-23-6-16,0-6-10 15,-15 6-17-15,-8 7 1 16,-16 16 41-16,0 7 73 16,0 0 39-16,0 18 49 15,5 19 10-15,8 9 39 16,8-2-41-16,3-12-52 16,15-11-10-16,6-12-31 15,2-9-3-15,9 0 0 16,2-26-33-16,-8-22-53 15,-6 0-81-15,-10-8-68 16,-15 3-111-16</inkml:trace>
  <inkml:trace contextRef="#ctx0" brushRef="#br0" timeOffset="9135.29">24176 12641 124 0,'0'0'52'0,"0"0"-23"15,0 0 15-15,0 0 46 16,0 0-22-16,0 0 11 16,-29-5 25-16,29 29-8 15,0 6 29-15,0 13-48 16,0 10-17-16,0 16 11 16,0 14-9-16,6 14 3 0,7-5 3 15,-8-9-23-15,0-5-5 16,-5-18-20-16,0-16-8 15,0-12-5-15,0-18-5 16,0-4-4-16,0-10-10 16,0 0-79-16,0 0-54 15,0 0-85-15,-10-24-230 16</inkml:trace>
  <inkml:trace contextRef="#ctx0" brushRef="#br0" timeOffset="9534.93">24805 13078 376 0,'0'0'162'0,"0"0"-55"16,0 0 36-16,0 0-11 15,0 0-14-15,0 0-19 16,-5-36 2-16,-24 36-29 16,-11 0-23-16,-4 26-26 15,-1 7 8-15,5-3 2 16,11-10-22-16,19-5-4 0,5-8-7 16,5-6-1-1,0-1 0-15,0 0-24 0,0 5-29 16,10 3 31-16,24 22 21 15,6 16 1-15,-6 12 2 16,-13-1 1-16,-3-11 31 16,-7-19-8-16,2-17-12 15,-8-10-13-15,1-7-21 16,-1-39-94-16,5-18-167 16,-10 6-608-16</inkml:trace>
  <inkml:trace contextRef="#ctx0" brushRef="#br0" timeOffset="9932.29">24942 12505 142 0,'0'0'459'16,"0"0"-331"-16,0 0 25 16,0 0-67-16,0 0-34 0,0 0 9 15,165 46-11 1,-115-4-14-16,13 13 8 0,-2 3 10 15,-8 2-27-15,-9-7-2 16,-10-7-16-16,-15-9-6 16,-9-10 5-16,-10-15-6 15,0-8-4-15,0-1-3 16,0-3-20-16,0 0-57 16,0 0-18-16,-10 0-41 15,-14-23-33-15,6-3-195 16</inkml:trace>
  <inkml:trace contextRef="#ctx0" brushRef="#br0" timeOffset="10178.99">25481 12586 565 0,'0'0'100'0,"0"0"-7"16,0 0-9-16,0 0-49 15,0 0-2-15,0 0-5 16,-98 41-5-16,49 1 25 16,-9 15-10-16,-3 10-11 15,-7-2-6-15,10 2-16 16,18-21 1-16,17-12-6 0,12-14-5 16,11-15-36-16,0-5-128 15,0-5-153-15</inkml:trace>
  <inkml:trace contextRef="#ctx0" brushRef="#br0" timeOffset="10915.49">25741 12369 332 0,'0'0'141'0,"0"0"-35"16,0 0 39-16,0 0-48 16,0 0-43-16,0 0-17 15,0-3-7-15,0 3-12 16,0 0 16-16,0 7 7 15,0 6-19-15,5 3 16 16,-5 1-17-16,6 7 5 16,2 1 4-16,-3-2-9 15,0 7 11-15,-5 1-6 16,0 3-2-16,0 10 7 16,0-5-17-16,11 5 2 0,-6-1 3 15,13-3-4 1,-2-7 10-16,2-4-5 0,9-5-13 15,-4-11 2-15,6-2-9 16,-5-9 0-16,2-2 8 16,3 0-7-16,-5 0 5 15,-3 0-6-15,3-20-28 16,-14-3 6-16,-5-7-16 16,-5 0-3-16,0 0-1 15,0 4-19-15,-26-1 61 16,-13 11 5-16,4 6 13 15,-4 6 34-15,15 4-21 16,6 0-1-16,7 0-9 16,6 0-12-16,5 0 3 15,0-5-5-15,0-16-7 0,0-11-5 16,0-16-33-16,16-3-32 16,8-2-30-16,-14 9-15 15,-10 2-10-15,0 12 18 16,0 13 107-16,-10 7 17 15,-30 10 32-15,6 0 42 16,-5 0 13-16,15 0-46 16,8 0-18-16,11 0-31 15,5 0-9-15,-5 0-9 16,5-9-101-16,0-5-116 16,0 1-310-16</inkml:trace>
  <inkml:trace contextRef="#ctx0" brushRef="#br0" timeOffset="11281.95">26133 12313 231 0,'0'0'192'16,"0"0"-83"-16,0 0 67 15,0 0-36-15,0 0-22 0,45 190-5 16,-35-107-3 0,3 7-30-16,-2 6-12 0,13-13-3 15,-9-13-36-15,14-24-14 16,0-22-14-16,11-21-1 16,4-3-9-16,6-43 3 15,-2-33-58-15,-22-17-42 16,-2-3-49-16,-19 10 10 15,-5 9 23-15,0 18-65 16,0 10 127-16,0 22 60 16,0 14 89-16,0 13 34 15,-5 0-54-15,-6 4-28 0,-13 26-41 16,1 3-22 0,2 0-305-16</inkml:trace>
  <inkml:trace contextRef="#ctx0" brushRef="#br1" timeOffset="16718.25">25849 17410 394 0,'0'0'248'0,"0"0"-188"16,0 0 10-16,0 0-6 15,0 0-16-15,0 0-22 16,0 0-12-16,0 0 30 15,0 0-6-15,0 0 7 16,0 0-30-16,-16 0-9 16,-7 0 7-16,-1 9-4 15,-10 12-9-15,-1 5 13 16,-4 4-11-16,-11 14 1 16,5 3-3-16,-2 6 4 15,8 7-4-15,12 6 0 16,9 14 1-16,13 16 15 0,5 10 7 15,0 14 15-15,44-4 22 16,30-12-23-16,5-15-8 16,13-22 0-16,-13-21-19 15,0-12-1-15,-6-21-5 16,-20-10 1-16,-14-3 5 16,-23 0-7-16,-11 0-6 15,-5 0 3-15,0 0-40 16,0 0-33-16,0-23-46 15,0 0-41-15,-5-7-83 16,-16-3-333-16</inkml:trace>
  <inkml:trace contextRef="#ctx0" brushRef="#br1" timeOffset="20915.89">26993 17565 408 0,'0'0'94'0,"0"0"-38"16,0 0 43-16,0 0 15 15,0 0-64-15,0 0 6 16,-5-61-4-16,-1 50 4 16,-9 4 1-16,-4 3-26 15,4-3 0-15,-14 6-6 16,0-3-16-16,0-3-2 0,-3 7-7 16,-2 0 3-16,-8 0-3 15,2 0 0-15,6 0 0 16,-5 0-3-16,-1 0 4 15,-4 7-1-15,9 9 0 16,1 3 0-16,5 10-7 16,8 2 6-16,3 6 1 15,-3 8-4-15,-3 4 7 16,8 8-3-16,3 13 0 16,3 13 3-16,10 13 6 15,0-6-3-15,0 4 25 16,44-10 13-16,9-11-5 15,8-20-5-15,2-18-6 16,10-18-21-16,-4-17 5 0,4 0-2 16,-4 0-7-16,-19-33-3 15,-11-11-92-15,-10 2-64 16,-24-3-87-16,-5 8-61 16</inkml:trace>
  <inkml:trace contextRef="#ctx0" brushRef="#br1" timeOffset="21966.15">27498 18055 231 0,'0'0'165'0,"0"0"-91"0,0 0 67 16,0 0-36-16,0 0-37 15,0 0 1-15,0-53-16 16,0 46-3-16,0 0-16 16,0 4 7-16,0-3-11 15,-5-1-21-15,-6 0-5 16,-13 3 4-16,3-2-6 15,3 3 1-15,-3 0-3 16,-3-1 0-16,-5 1-1 16,8 3 2-16,-8 0-1 15,1 0 0-15,4 0 2 16,3 0-3-16,-8 0 1 0,5 0-2 16,8 13-1-1,-2 4 6-15,2-7-3 0,-2 10 0 16,7-7 1-16,-4 4-1 15,9-1 0-15,-2 4 0 16,3 4 2-16,0-1 0 16,5 0 3-16,0 3 1 15,0 4-5-15,0 7 15 16,0 1-2-16,5-2-1 16,14 7 17-16,7-9-8 15,3-4 9-15,-6-7-2 16,-2-10-15-16,8 0 1 15,-5-13-11-15,-3 0-1 16,3 0 9-16,-1 0-9 0,-2 0-3 16,3-16-21-16,5-5-40 15,-8-7 2-15,-8-1-10 16,3-3-22-16,-5-4 21 16,-11-1-29-16,7-1 24 15,-7 1-7-15,0 7-55 16,0 0 74-16,0 4 10 15,0-1 27-15,0 1-6 16,0 6 18-16,0 1-16 16,0 5 30-16,0 4 6 15,0 4 20-15,0-1 23 16,0 7 1-16,0 0 11 16,0 0-15-16,0 0-10 0,-7 0-3 15,7 0-18-15,0 0 24 16,-11 16 15-16,11 11-12 15,0 9 4-15,0 10-4 16,0 13 11-16,0 2 13 16,0 4-1-16,0-4-14 15,0-8-16-15,18-8-12 16,-12-15-2-16,-1-6-21 16,0-15 3-16,0-2-3 15,-5-7-5-15,6 0-16 16,-6 0-112-16,0-13-124 15,0-17-174-15</inkml:trace>
  <inkml:trace contextRef="#ctx0" brushRef="#br1" timeOffset="22632">27693 17995 337 0,'0'0'159'16,"0"0"-46"-16,0 0 14 16,0 0-35-16,0 0-48 15,0 0-5-15,0 0-12 0,0 7-3 16,0 16 34-16,0 14-10 15,0 16 1-15,0 7 20 16,5 5-18-16,5 7 12 16,9-13-24-16,-9-6-16 15,-4-16 4-15,4-7-19 16,-10-17 1-16,13-6-5 16,-13-7 0-16,0 0-1 15,0 0-3-15,0 0-5 16,0-4-2-16,0-26-32 0,0-2 8 15,0-5-15 1,0-6-12-16,0 0 8 0,0-4-14 16,0 3 13-16,16-7 6 15,13 9-4-15,10 1 49 16,-4 2 3-16,-7 9-1 16,-1 7-4-16,7 6 7 15,-16 4-5-15,6 3 13 16,-8 6-10-16,-6 4 10 15,3 0 2-15,3 0-2 16,3 14 12-16,2 20-5 16,-3 8-1-16,3 18 22 15,-2 8 0-15,-14 5 18 16,0 4 10-16,-5-5-27 16,0-8-5-16,0-15-23 0,0-15-13 15,0-15 11 1,0-8-11-16,0-8-1 0,0-3 0 15,0 0-25-15,5-10-46 16,1-27-82-16,-1-6-1 16,8-7-41-16,-2-3-229 15</inkml:trace>
  <inkml:trace contextRef="#ctx0" brushRef="#br1" timeOffset="23048.81">28508 17749 257 0,'0'0'164'16,"0"0"-93"-16,0 0 60 15,0 0-21-15,0 0-40 16,0 0-10-16,0-19-26 15,0 19-1-15,0 0-6 16,0 0-11-16,0 23 30 16,0 10-13-16,0 6 1 15,5 12 0-15,13 11-3 16,-2 9 9-16,3 12-2 0,-9 4 6 16,1 3 12-1,-6-7-18-15,-5-11-1 0,8-5-4 16,-8-17-25-16,0-13 4 15,5-8-9-15,-5-12 2 16,0-4-7-16,0-3 2 16,0-3-2-16,0 0 1 15,0-4-43-15,-5-3-21 16,-19 0-43-16,6 0-22 16,-3 0-57-16,2-21-95 15,4-11-168-15</inkml:trace>
  <inkml:trace contextRef="#ctx0" brushRef="#br1" timeOffset="23549.55">28229 18134 651 0,'0'0'121'16,"0"0"-42"-16,0 0 23 15,0 0-11-15,337-7-56 0,-237 6-32 16,-3-3 10 0,-5 0-13-16,-8 1 0 0,-15 3-2 15,-14 0-4-15,-21 0 3 16,-10 0 1-16,-14 0 4 15,-5 0 1-15,-5 0-1 16,0 0-1-16,0 0 6 16,0 0-2-16,0 0 5 15,0 0-8-15,0 19 6 16,0 11 42-16,0 11-6 16,0 8 5-16,0 9-11 15,0-5-14-15,0-6 9 16,0-5-6-16,0-12-16 15,0-7 8-15,0-9-19 0,0-7 1 16,0-7-3 0,0 0-2-16,0 0 3 0,0 0-1 15,0 0-28-15,0 0-15 16,8 0-62-16,3-17-15 16,-1-17-50-16,-4 2-102 15,-1-12-323-15</inkml:trace>
  <inkml:trace contextRef="#ctx0" brushRef="#br1" timeOffset="23739.08">29036 17715 874 0,'0'0'117'0,"0"0"-40"0,0 0-19 15,0 0-31-15,0 0-27 16,0 0-37-16,232-134-120 16,-222 132-255-16</inkml:trace>
  <inkml:trace contextRef="#ctx0" brushRef="#br1" timeOffset="24197.39">29547 17588 456 0,'0'0'129'15,"0"0"-30"-15,0 0-10 16,0 0-31-16,0 0-26 16,0 0-18-16,-19 7 14 15,19 9-3-15,-5 5 3 0,0 7-5 16,5 8-9 0,0 12 18-16,0 14 6 0,0 21-7 15,0 16 12-15,0 10-11 16,5 4 9-16,11-5-11 15,2-18 5-15,-7-17 2 16,-1-20-11-16,9-16-14 16,-14-18 3-16,0-8-15 15,0-5 0-15,-5-6-1 16,0 0 0-16,0 0-3 16,0 0-88-16,0-3-50 15,0-20-3-15,0 0-29 16,0-7-120-16,0-7 60 15</inkml:trace>
  <inkml:trace contextRef="#ctx0" brushRef="#br1" timeOffset="24531.23">30102 18028 534 0,'0'0'135'15,"0"0"-60"-15,0 0 34 16,0 0-46-16,0 0-58 16,0 0 10-16,-166 27-9 15,92-1-2-15,1 4-1 16,12-3-2-16,8-1-1 0,19-10 1 16,13 5-4-1,13 0 2-15,8-3 1 0,0 11 11 16,19 1-6-16,31-7 26 15,8 3 21-15,5-3-31 16,-3 1-14-16,-7-11 2 16,-14 3-5-16,-18-14-4 15,-8 3-4-15,-7-1-33 16,-1-4-70-16,0 0-103 16,-5 0-84-16</inkml:trace>
  <inkml:trace contextRef="#ctx0" brushRef="#br1" timeOffset="25264.6">30741 18164 149 0,'0'0'478'15,"0"0"-456"-15,0 0 1 16,0 0 72-16,0 0-36 15,0 0-22-15,-27-79 2 16,27 68-3-16,0 5 9 16,-8-7 13-16,-2 6-25 15,-1-2-8-15,1-2-15 16,-3 1-6-16,7-3 2 16,-4 3-6-16,-3 0 0 0,2 4 4 15,1-1-1-15,-1 0 7 16,3 3 7-16,-2 2-12 15,5-2 6-15,-1 1-9 16,1 3-1-16,-3-3 3 16,3 3-2-16,-6 0 0 15,6 0 0-15,-5-4 2 16,2 4 4-16,2 0-5 16,-4 0-1-16,-1 0 5 15,-7 0-7-15,2 0 6 16,-2 0-4-16,2 0 1 15,-8 0 5-15,1 4-7 0,2 12 3 16,-8 14 8 0,-5 14 14-16,10 14 27 0,3 16 15 15,2 9-20-15,14 0 0 16,5-12-8-16,0-18-14 16,5-19-5-16,43-18-21 15,12-16-8-15,9 0 6 16,10-27 1-16,-11-22-40 15,-16-11-48-15,-17 3-7 16,-20 1-19-16,-9 10 17 16,-6 9 24-16,0 15 74 15,0 13 12-15,0 9 63 16,0 0 3-16,0 27-18 16,0 29 20-16,0 18-12 15,0 3-8-15,0 2-20 0,0-12-17 16,0-8-6-16,18-9-17 15,3-14-2-15,3-9 1 16,-14-13-12-16,-10-8-34 16,0-6-51-16,0 0-81 15,0-13-120-15,0-24-296 16</inkml:trace>
  <inkml:trace contextRef="#ctx0" brushRef="#br1" timeOffset="25577.14">30748 17528 804 0,'0'0'127'16,"0"0"-29"-16,0 0-4 16,329 155-44-16,-229-66 2 15,-8 15-9-15,-23 22-7 0,-25 13-4 16,-44 12-7 0,0 2 26-16,-63-11-41 0,-26-19-7 15,-14-25-6-15,1-32-5 16,-6-34-123-16,0-24-244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4T07:00:04.79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20334 14788 655 0,'0'0'149'0,"0"0"-84"15,0 0 6-15,0 0 3 16,0 0-35-16,0 0-24 16,11-16-9-16,-1 5-6 15,1-1-9-15,2-9-52 16,3-6-57-16,-11 4-187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17:10.968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10814 5969 359 0,'0'0'88'15,"0"0"-56"-15,0 0 45 16,0 0-2-16,0 0-20 15,0 0-16-15,0 0-17 16,29-7 2-16,-29 7-11 16,0 0-9-16,0 0 17 15,0 0-6-15,0 0 13 0,0 0 3 16,0 0-16-16,0 0-6 16,0 0-6-16,0 0-2 15,0 0 4-15,0 0-5 16,0 0 0-16,5 0 2 15,6 0-2-15,7 0 7 16,-2 0-6-16,2 0 0 16,3 0 1-16,3 0-2 15,5 0 0-15,5 0-1 16,-8 0 3-16,8 0-2 16,1 0 0-16,4 0 0 15,8 0-2-15,-2 0 2 0,0 0 0 16,-6 0-2-16,1-3 2 15,7 3 0-15,3-4-4 16,-5 2 4-16,-1 2-4 16,-1-4 3-16,-4 4-5 15,0 0 5-15,6-3-8 16,-5 3 8-16,-1-3-6 16,0 3 7-16,1 0 0 15,-6 0 0-15,0 0 0 16,6 0-1-16,-1 0 0 15,9 0 1-15,2 0 0 16,13 0 0-16,-8 0-3 16,8 0 1-16,0 0-3 15,-8 0 4-15,3 0-2 0,-8 0 3 16,3 0 0-16,2 0 0 16,-10 0 0-1,7 0 0-15,-2 0 0 0,8 0 0 16,-3 0 1-16,-2 0-2 15,2 0 1-15,8 0 0 16,6 0-4-16,-6 0 4 16,3 0 0-16,-3 0 0 15,-6 0 0-15,-1 0-1 16,7 0 1-16,0 0 0 16,-8 0 0-16,3 3 0 15,-13 0 0-15,-6 1 0 16,6-4 2-16,2 0-3 0,-7 2 1 15,4-2 0 1,1 4-2-16,2-1 2 0,-2 1 0 16,0-4 1-16,0 3 0 15,-6 1-1-15,0-4 0 16,9 3 2-16,2-3-3 16,8 0 2-16,-3 0-1 15,-3 3 0-15,4-3 2 16,-4 0-4-16,-2 0 2 15,5 0 0-15,-2 0 0 16,2 0-1-16,8 0 1 16,-10 0 0-16,8 0 3 15,-14 0-3-15,3 0 0 16,0 0 0-16,-3 0-3 16,3 3 7-16,8-3-5 0,-8 3 1 15,5 1 0-15,-2-4 3 16,2 3-3-16,3-3 0 15,0 0-2-15,-3 0 4 16,8 7-2-16,-13-3 0 16,13-4 1-16,0 5-1 15,-2-5 0-15,2 4 0 16,0-1 1-16,0-3 0 16,-8 0-2-16,-5 0 1 15,3 0 0-15,-14 0 4 16,-4 4-4-16,-7-4 2 15,-12 0-1-15,-5 0 3 0,-3 0-3 16,-3 0-1-16,-5 0 2 16,0 0 4-16,0 0-5 15,0 0 3-15,0 0 10 16,0 3-11-16,0 1 6 16,0-4-9-16,0 0 4 15,0 3-5-15,0-3 1 16,0 0-4-16,0 0 3 15,0 3 2-15,0 3 0 16,0 8 1-16,0-1 0 0,0 1 0 16,0 2-2-1,0 1 0-15,0-1-1 16,0 7 3-16,0 0-2 0,0 1 0 16,0 3 2-16,0 4-2 15,0 2 0-15,0 0 0 16,0 4-2-16,0-1 2 15,0-2 0-15,0 2 2 16,0-3 1-16,0 0-2 16,0 1-1-16,0-4 0 15,0-7 2-15,0 7 0 16,0-7-1-16,0 3 2 16,0-3-3-16,0-1 5 15,0-3-5-15,0-1 1 16,0-1 1-16,0 1 0 0,0 0 0 15,0-3 2-15,0 1 0 16,0 6 5-16,0-7-6 16,0 6 0-16,0-1 3 15,0-2-6-15,0 4 0 16,5-5 1-16,-5 2 0 16,5 2-1-16,1-5 1 15,-6 0-1-15,0 1 0 16,0 0 4-16,0 2-3 15,0 5-1-15,0-1 1 16,0 1 0-16,0-1 1 16,0 3-1-16,0 1 5 15,0-4-6-15,5 3 5 0,3-3-4 16,-3 1 1 0,6-4-3-16,-6-4 2 0,5 1-1 15,-2 3 4-15,-8-5-4 16,6 0 0-16,-6 1-2 15,0 1 5-15,5 3-3 16,-5 3 6-16,0-1-2 16,0-3 4-16,0 0-7 15,0 2 0-15,0-4-1 16,0-4 1-16,0 4-1 16,0-7 0-16,0 3 3 15,0-6-1-15,0 3-2 16,0-7 0-16,0-3 1 15,0 0 2-15,0 0-6 0,0 3 3 16,0-3-2-16,0 0-40 16,0 0-56-16,0 0-132 15</inkml:trace>
  <inkml:trace contextRef="#ctx0" brushRef="#br0" timeOffset="2232.39">17147 7952 381 0,'0'0'59'15,"0"0"-17"-15,0 0-2 16,0 0 35-16,0 0-15 15,0 0-20-15,-45-47-1 16,27 41-10-16,2-5 6 16,-3 2-10-16,4-1-11 15,-9-4 3-15,-5 1 1 0,3 3-4 16,-9-3 5 0,7 3-11-16,-7 0-3 0,1-3 3 15,-5 2-3-15,5 2 7 16,-6-1-6-16,1 0-4 15,-1 0 7-15,1 0-8 16,-1 0 0-16,1-3 2 16,-3 2-2-16,10-2 0 15,-2 3-1-15,0 4 1 16,5-1 4-16,-5 1-5 16,5-1 2-16,0-1-2 15,3 6 2-15,-9 2-1 16,6 0 0-16,-5 0 0 15,-5 0 3-15,-1 0-4 0,1 0 0 16,-1 0 4-16,1 0-1 16,5 6-1-16,-8 5-1 15,10-1-1-15,-10 3 9 16,11 4-8-16,-12-1 0 16,4 4-1-16,5 0 3 15,-6 0-3-15,6 3 0 16,-5 4 0-16,-1-1 9 15,1 4-7-15,-1-3-2 16,1 2 1-16,5 5-1 16,5-5 0-16,8 3-1 15,-3-2 1-15,0-1 10 0,9 3-9 16,-4 7 8-16,3-7-4 16,-2 3-5-16,8 0 6 15,-6-3-4-15,3 6-2 16,2-2 10-16,1 4-7 15,4 0 2-15,-2-1-4 16,-2-2 2-16,5 3 0 16,-6 0-3-16,-2 3 1 15,8-3 4-15,-1 2 1 16,1-5 3-16,5 5 4 16,0-2-9-16,0-7 6 15,0 2-5-15,0 3-4 16,0-5 11-16,0 4-7 0,0 2 1 15,0 1 1 1,0 0-4-16,0 3 7 0,11-7-2 16,2 5-3-16,-3-5 13 15,6-1-15-15,8 1 14 16,-8-1-2-16,7 0-7 16,1 1 2-16,2 1-3 15,3-1-3-15,0 1 7 16,-5-7-8-16,10 3 3 15,-8-10 0-15,8 4-2 16,1-4 1-16,4 0-5 16,1 4 4-16,-1-1 1 0,3 4-5 15,-2 0 4-15,-1 0-4 16,6-7 1-16,-1-3-2 16,1 5 1-16,2-7 0 15,-2 2 3-15,0 3 1 16,7-6-3-16,-2 3-1 15,0-4 0-15,-2 0 0 16,2-9 0-16,0 5 0 16,2-10-4-16,3-2 3 15,9 5-1-15,-1-5 1 16,0 0 2-16,-3 0 0 16,-2 0-1-16,5 0 1 15,3-5-7-15,2-10 6 16,1-2-5-16,-1-4 3 15,-5 1-5-15,-2 1 6 0,-3 2-4 16,-1-1 4-16,-1-1-4 16,2-4 5-16,-14 5 0 15,6-7 0-15,-2 2 1 16,-4-1-3-16,1 1 2 16,-6 0 0-16,-4-1-3 15,-1 1 5-15,0-3-2 16,0-1 0-16,0-3-2 15,1-3-1-15,-6 3 3 16,-3-3 0-16,-3-5-4 16,1 0 5-16,-3 2-1 15,-2-5 0-15,-14 0 0 0,0 1-1 16,-5-3 1-16,0 0 0 16,0 0 1-16,0 3 1 15,0 0 0-15,-18 7-1 16,-3 0 1-16,-8-1 0 15,13 4-2-15,-8 1 0 16,9 1 2-16,1 3 1 16,-1-5-3-16,1 2 0 15,-1 3 2-15,-4-1-4 16,3-3 2-16,6 5 0 16,-8 1 1-16,7 4 1 15,-7-1-2-15,2 0 0 16,5 0 3-16,-2 0-4 0,3 0 1 15,-6-3 0-15,-3 3 2 16,4-3 0-16,-9 0-3 16,8 3 1-16,3-3 0 15,-3 2 2-15,3-2-2 16,8 3 0-16,-6-3-1 16,1 0 3-16,5 3-2 15,-3 0 0-15,-3 4 0 16,6 2-2-16,-6-2 2 15,-2 2 0-15,3 1 1 16,-6-4 0-16,3-1-2 16,2 0 1-16,-7-5 0 0,2 3-1 15,6-3 1 1,-14 1 0-16,13 7 0 0,-7-2 2 16,2 5-2-16,-2 0 0 15,2 0 0-15,-2-3-1 16,2 2 1-16,-3 3 0 15,4 0-2-15,-1 3 4 16,-3 3-2-16,4-5 0 16,-4 6 2-16,3-1-4 15,-2 1 2-15,2-3 0 16,3 2 0-16,3-6 0 16,10 7-1-16,-6-4-5 15,6 4-2-15,0-4 6 16,-5 1-5-16,0-5-10 15,-8 5-14-15,-14-4-55 0,-2 7-52 16,-23-1-93-16</inkml:trace>
  <inkml:trace contextRef="#ctx0" brushRef="#br0" timeOffset="3647.98">15763 8610 465 0,'0'0'118'0,"0"0"16"16,0 0-22-16,0 0-41 15,0 0-17-15,0 0 8 16,-5 4-22-16,5-4-10 16,0 2 3-16,0-2-10 15,0 4 7-15,0-4-10 16,0 0 0-16,0 0 7 15,0 0-21-15,0 0 0 16,0 0-1-16,16-4-5 16,7-8 7-16,6-2-7 15,6-2 5-15,-1-1-4 16,5 0 0-16,1-2-1 16,4 2 1-16,-4-3 1 15,-1 0-2-15,6 7 0 16,-3-4-5-16,-2 1 4 0,-1 2 0 15,0 5-4-15,6-5 5 16,-5 4-5-16,-1-3 5 16,0-1-4-16,9 5-1 15,-3 2 4-15,-1-4-5 16,6 6 0-16,3-2 3 16,2 0-11-16,-2 4 13 15,-9-1 0-15,6 0-3 16,-8 4 1-16,-10 0-3 15,-3 0-2-15,0 0 6 16,5 0-1-16,-5 11 2 16,10 3 0-16,-4 2-9 0,-1 0 8 15,-8 1 2-15,-2 0 0 16,-1 0 5-16,-2-1-5 16,-2-6 4-16,-9-4 0 15,-10 1-3-15,0-7 7 16,0 0-5-16,0 4-1 15,0-4-4-15,0 0 1 16,0 0-5-16,0 0-13 16,0 0-16-16,-5 0-14 15,-19 0-31-15,-10 3-58 16,-10 0-239-16</inkml:trace>
  <inkml:trace contextRef="#ctx0" brushRef="#br0" timeOffset="4314.6">16597 8540 355 0,'0'0'85'15,"0"0"1"-15,0 0 17 16,0 0-20-16,0 0-23 15,0 0-14-15,0 0-4 16,0-9-19-16,0 9 2 16,0 0-12-16,0 0-4 15,0 0 11-15,0 0-8 16,0 0 6-16,0 0 5 16,0 3-7-16,0 0 5 0,0 0-21 15,0 4 0 1,0 7 6-16,0 9 0 0,0 7 2 15,0 9-1-15,0 12-7 16,0 9 4-16,0 7 0 16,0 9 1-16,0-3-3 15,0 3 1-15,0-9 0 16,0-1 5-16,0-10-3 16,0-9-1-16,0-4-4 15,0-9 6-15,0-5-4 16,0-9-2-16,0-5-1 15,0-9 1-15,0 1-1 16,0-7-5-16,0 0 3 16,-5 0-9-16,-1 0-5 0,6 0-5 15,-7 0-19-15,7-7-10 16,0-9-10-16,0-9-8 16,0-8-54-16,0 0-75 15,0-7-61-15</inkml:trace>
  <inkml:trace contextRef="#ctx0" brushRef="#br0" timeOffset="5114.34">16681 8570 167 0,'0'0'163'0,"0"0"-77"16,0 0 1-16,0 0 9 15,0 0-37-15,0 0-11 16,5-23-17-16,-5 23 5 15,0 0 3-15,0 0 5 16,0 0 5-16,0 0-13 0,0 0-15 16,0 4 4-1,0 2-6-15,0 4-19 0,-15 3 9 16,-9 4-8-16,-2 6-1 16,-9 3 6-16,1 4-4 15,-13 4-1-15,2-3-1 16,1 1 3-16,4-4-3 15,6-5 0-15,5-5 0 16,5 4 0-16,8-9 2 16,11-6-4-16,0-4 2 15,5-3 0-15,0 0-2 16,0 0-2-16,0 0-10 16,0 0 3-16,0 0-8 15,0 0-2-15,0 0 6 16,0 0 0-16,0-13 0 0,0-5-23 15,10-4 28 1,14-7-20-16,10-3-18 0,-7 2-7 16,2 4 9-16,0-1 3 15,-1 7-10-15,-1 3 38 16,-9 4 15-16,6 7 7 16,-8-5 7-16,-1 8 14 15,4-3-3-15,-3-1 12 16,2 7-12-16,6 0 4 15,-9 0 5-15,1 0-13 16,8 0 13-16,5 0-3 16,0 13 7-16,10 13-6 0,1 3-10 15,-1 2-2-15,-5-1 14 16,6-2-4-16,-17-5-15 16,-2-9 4-16,-2-4-8 15,-9-9-6-15,-4 4-3 16,-1-5-2-16,-5 0-1 15,0 0-61-15,0-6-38 16,0 0-84-16,-5-3-101 16</inkml:trace>
  <inkml:trace contextRef="#ctx0" brushRef="#br0" timeOffset="7914.65">16573 10082 167 0,'0'0'70'16,"0"0"-3"-16,0 0 25 15,0 0-19-15,0 0-7 16,0 0 1-16,19-3 8 16,-19 3-14-16,0 0-14 15,0 0-4-15,0 0-6 16,0 0 0-16,0 0-11 16,0 0-2-16,0 12-7 15,0 2-1-15,5 2-7 0,-5 1 9 16,5 3-13-1,0 0-1-15,-5 3 5 0,0 0-6 16,0 0-3-16,0 4 5 16,0 3-2-16,0 0-3 15,0 0 0-15,0 3 4 16,0-3-5-16,0 0 1 16,0 0 0-16,0 2-2 15,0-2 5-15,0 7-3 16,0-4 0-16,0 3-4 15,0 1 0-15,0 5 0 16,0-6-3-16,0-1 6 16,0 3 0-16,0-8-3 15,0 0 3-15,0-4 1 0,0-3 2 16,0 1-2-16,0-1 0 16,0 4-3-16,0-1 9 15,0-3-9-15,0 7 3 16,0-3 0-16,0 5-1 15,0-8 3-15,0 5-2 16,0-8 0-16,0 2 0 16,0 5-1-16,0-5 1 15,0 0 0-15,0 2 0 16,0-2 0-16,0-2 0 16,0 2 0-16,0-2 1 15,0 3-1-15,0 2 0 16,0-2 0-16,0 5 2 0,0 1-2 15,-5 0-2-15,0 0 1 16,0-7-3-16,-8 4 4 16,13-4 0-16,0 1 2 15,0 2-1-15,-6-4-1 16,6 1-1-16,-5 2 1 16,5 1 0-16,-5-3-1 15,5 5 1-15,-5-9 0 16,5 3 2-16,-6-3-2 15,-2-1 0-15,3 4-3 16,5-2 4-16,-5 3-1 16,5 2 0-16,-5-4 2 0,5 3-6 15,0-1 5-15,0-3-1 16,0 3 2-16,0-3-1 16,0-3-1-16,0 3 1 15,-6-1 2-15,1 1 3 16,0 7-6-16,-3-1 0 15,3 1 3-15,5-1-1 16,0-2 1-16,0-1-2 16,0-6 1-16,0-4 2 15,-6-3-4-15,6 2-1 16,-5-4-1-16,5 2 0 16,0-4 2-16,-5 1 0 15,5 4 0-15,-5-5 4 16,-3-1-4-16,8 2 0 15,-6-7-1-15,6 1 4 0,0-1-3 16,0 4 0-16,-5-2 1 16,5-2-4-16,-5 0 3 15,5 0 0-15,0 0-1 16,-5 0-2-16,5 0 3 16,0 0-2-16,0 0 2 15,-6 0 0-15,6 0 0 16,0 0 0-16,0 0 3 15,0 0-2-15,-5 0 5 16,-3-2-6-16,-2-3 3 0,-6-7 0 16,3 6-3-1,-3-5 0-15,6 4 0 0,-9 1 2 16,3 0-2-16,-7 1 0 16,4-1 0-16,-2-1 0 15,-2 4 0-15,-6 0 0 16,2 3 0-16,-2-4 0 15,-5 2 0-15,-5 2 0 16,-1 0 0-16,1 0-2 16,-1 0 4-16,6 0-2 15,-5 0 0-15,-3 0 5 16,10 0-4-16,-10 0-1 16,3 0 0-16,-1 0-2 15,1 0 1-15,-1 0 1 16,1 0 2-16,-6 0 2 0,6 0-2 15,-9 0-2-15,-2 0 0 16,0 0 0-16,-18 0 0 16,-6 2 0-16,-5-2 0 15,-2 4 2-15,2-4-3 16,0 3 1-16,6 0 0 16,-1-3 0-16,6 0 0 15,4 0 0-15,9 0 0 16,-3 0 0-16,3 0 0 15,2 0 0-15,4 0 0 16,-1 0 0-16,-14 7 0 16,-4 0 0-16,0-1-1 0,-6 4-9 15,0-3 10-15,-4 4-1 16,-1 0 1-16,-8-3 8 16,8 3-6-16,-5-4-2 15,5-2 0-15,10 2 1 16,-4-3-1-16,10 3 0 15,0-5 1-15,2 3-4 16,-2-1 5-16,0-3-2 16,0 3 0-16,8-4 0 15,-3 0 0-15,2 0 0 16,4 0 0-16,2 0-1 16,0 0 2-16,3 0-1 15,-3 0 0-15,0 0 2 16,-8 0-4-16,0 0 2 15,3 0 0-15,-8-9 0 0,7 2 1 16,-7-4-1-16,0 4 0 16,0 2 3-16,3-2-3 15,2 7 0-15,-5 0 2 16,7 0 1-16,4 0-1 16,-4 0 2-16,7 0 3 15,1 0-6-15,-2 0 4 16,-2 0-5-16,7 0 0 15,-5 0 4-15,-3 0-4 16,9 0 0-16,-6 0 4 16,5 0-3-16,-2 0 12 15,12 0-4-15,1 0-4 0,8 0 9 16,-3 0-10-16,0 2 7 16,5 3-6-16,-2-1-4 15,-3-3 2-15,-5-1-3 16,0 6 0-16,-6-6 3 15,1 1-3-15,-1 3 0 16,1 3 6-16,5-5-6 16,0-2 7-16,-1 5-3 15,-4-5-4-15,5 4 7 16,0-4-5-16,10 0-2 16,3 0 7-16,8 0-6 15,8 0 8-15,5 0 3 16,0 0-5-16,0 0 11 0,0 0-16 15,0 0 5 1,0 0-3-16,0 0-1 0,0 0-5 16,0 0 2-16,0 0-19 15,0 0-39-15,0 0-47 16,23 0-127-16,40-16-416 16</inkml:trace>
  <inkml:trace contextRef="#ctx0" brushRef="#br0" timeOffset="10385.51">15587 8722 381 0,'0'0'100'16,"0"0"-27"-16,0 0 0 15,0 0-5-15,0 0-36 16,0 0 1-16,11 0-6 15,2 0 25-15,-8 0-3 16,0 0-17-16,-5 0 11 16,0 0 3-16,6 0-12 15,-6 0-7-15,0 0-10 16,0 0-6-16,0 0 8 16,13 0-4-16,-8 0 0 15,0 0-5-15,6-9-1 0,-6 6 5 16,13-8-12-16,3 5 2 15,-2 3 3-15,-3-7-6 16,2 6 1-16,-7-2-2 16,-1 5 1-16,3-8 0 15,-8 6 0-15,6-1-1 16,-6-3 10-16,8 6-7 16,-2-5 2-16,5-3 2 15,-3 2-5-15,3 0 1 16,-11 1-2-16,8 3-1 15,-2 0 5-15,-1-1-5 16,3 1 0-16,-2-4 0 0,-1 4 0 16,3-4 2-1,-2 1-2-15,-1-1 0 0,4 3 1 16,-4-2 1-16,-5 3-3 16,6 0 1-16,2-1 0 15,-2-3 1-15,-6 4 0 16,13 0-1-16,-7 0 2 15,-1-4 1-15,1 4-5 16,2-1 3-16,-8 1-1 16,6 3 0-16,-6-4-3 15,8 1 3-15,-2 0 1 16,-1 0 2-16,9-4-2 16,-4 4-1-16,4-8 1 15,2 5-2-15,-3 3 1 16,-2-4-3-16,8 7 3 0,-9-3-4 15,4-1 4-15,-9 1 0 16,9 0 2-16,-3 3 1 16,-6-3-3-16,14-4 0 15,-6 4 2-15,3-4-2 16,-2 3 0-16,-4 2 0 16,4-2 1-16,-3 1-1 15,-6-1 0-15,3 4 0 16,-2 0-3-16,-6 0 8 15,6-3-4-15,2 3-1 16,-3-3 0-16,9-1-4 16,-9 4 4-16,6-3 0 0,-3 3-1 15,3 0 3-15,-6 0-3 16,9-3 1-16,-9 0 0 16,1 3 0-16,2-4 0 15,-2 4 0-15,-1 0 0 16,8-3 4-16,-7 3-4 15,-6-3 0-15,8 3 2 16,-7 0-7-16,4 0 3 16,-5 0 2-16,9 0 7 15,-4 0-6-15,1 0 4 16,2 0-5-16,-3 0 2 16,6 0-1-16,-11 0-1 15,8 0 0-15,-2 0 4 16,-6 0-4-16,0 0 1 15,9 0-1-15,-14 0 0 0,10 0 0 16,1 0 1-16,-6 0 0 16,13 0 3-16,-2 0 0 15,3 0-3-15,-4 0-1 16,-2 0 1-16,3 0 0 16,-10 0-1-16,7 0-2 15,-8 0 2-15,0 3 0 16,6 4 12-16,2-4-5 15,-8 0-5-15,6 0 3 16,-1 1-5-16,-5-1 0 16,9 4 2-16,-4-4 1 15,-5 1-2-15,8-2-1 0,-2 5 1 16,-6-3-3-16,6 6-2 16,-6-4 4-16,3 1 1 15,-3 0 3-15,6-1-3 16,-6-2 0-16,8-2 0 15,-2 9-1-15,-6-8 0 16,0 7 0-16,8-4 2 16,-7 1 0-16,-1 3-2 15,0-3 1-15,-5-1 0 16,11 5 2-16,-6-8-3 16,8 4 0-16,-8 2 4 15,-5-5-3-15,6 6-1 16,-1-4 0-16,0 1 1 0,8 3-2 15,-8-3 1-15,1 2 0 16,4-2 2-16,-4 3 0 16,1-4-2-16,4 1 0 15,-11 0 2-15,10 2-3 16,-10-8 1-16,6 9 0 16,2-3 0-16,-3-1 3 15,0 0-3-15,-5 5 0 16,5-4 2-16,-5 4-3 15,6-5 1-15,-1-4 0 16,0 5-1-16,3-4 4 16,-8 3-3-16,0 0 0 0,0-6 2 15,0 0-2-15,0 0 1 16,0 0-1-16,0 0 5 16,0 0-3-16,0 0 0 15,0 0-1-15,0 0 0 16,0 0 0-16,0 0-1 15,5 0 0-15,-5 0-1 16,0 0-3-16,0 0-24 16,0 0-29-16,0 0-63 15,0 0-97-15,0 0-246 16</inkml:trace>
  <inkml:trace contextRef="#ctx0" brushRef="#br0" timeOffset="15814.42">16602 6870 91 0,'0'0'23'16,"0"0"1"-16,0 0 8 15,0 0-9-15,0 0 21 16,0 0 5-16,0 0 24 16,119-38-9-16,-114 32-9 15,-5 6 2-15,0 0 1 16,0 0 4-16,0 0-8 16,0 0-11-16,0 0-16 15,0 0-11-15,8 0-1 16,8 0-7-16,7 0-8 0,-2-1 0 15,3 1 1-15,0-4-2 16,-9 0-5-16,4 4-4 16,-14 0 10-16,0 0 0 15,1-3 1-15,-6 3 8 16,0 0-3-16,0 0 20 16,0-4 8-16,0 4-15 15,5 0-4-15,-5-2-2 16,0 2 0-16,0-5 8 15,5 5 4-15,0 0 11 16,3-1 4-16,-8-5-14 16,0 6 7-16,0-5-1 0,0 5-2 15,0 0 8-15,0-4-22 16,0 4-3-16,0 0 1 16,0 0-10-16,0 0 9 15,0-3-8-15,0 3-3 16,0 0 8-16,0 0-9 15,0 0 5-15,0 0-3 16,0 7-3-16,0-7 0 16,0 4-8-16,0 15 2 15,0 22 4-15,0 15 3 16,0 24-1-16,0 16 10 16,0 7-8-16,0 0 6 15,0-7-4-15,0-16 3 16,0-18 11-16,0-13-16 15,0-24 3-15,0-10 1 0,0-9-5 16,0-6 1-16,0 0-2 16,0 0-2-16,0 0-11 15,0 0-13-15,0 0 11 16,0-16 1-16,0-1-27 16,0-13 25-16,0-6-40 15,0-7-5-15,0-5 0 16,0 1-17-16,0 0 27 15,-8 1-1-15,3 3-6 16,-5 3 30-16,4 3 15 16,1 5 13-16,0 2 4 0,5 7 1 15,-8-1 4-15,8-1 13 16,0 7 0-16,0-2 0 16,0 7-4-16,0-4-3 15,0 2 5-15,0 7-13 16,8-9 13-16,2 6 4 15,6 3-10-15,2-7 2 16,-2 6-4-16,3-7-6 16,2-3 1-16,2 3-5 15,-7 1-2-15,8-7 0 16,-1 6 1-16,-7 2-1 16,3 5 0-16,-4 2 0 15,-4 4 16-15,2 3-4 16,-2 0 7-16,-1 0-10 0,-5 0-6 15,3 0 17 1,3 0-12-16,-6 0 1 0,6 0 8 16,7 7-12-16,-2 11 6 15,2-2 3-15,-2 3-7 16,-3 5 1-16,-2 0 2 16,-1 0-8-16,-5-2 19 15,-5 0-10-15,8 6 3 16,-8-5 1-16,0 4-4 15,0-1 7-15,0 1-6 16,0-4-4-16,-18 4 12 16,-11-1-17-16,-5-3 2 0,-6 0-5 15,-4 0-2-15,-6-2 2 16,-3-5-11-16,3-6 8 16,5-4-2-16,16-2 4 15,1-4-7-15,17 0 6 16,11 0-4-16,0 0 5 15,0 0-4-15,0-4-6 16,0-2 6-16,0 6-5 16,0-3 9-16,11 3 0 15,4 0 2-15,9 0 3 16,5 0-3-16,0 9 3 16,5 15 17-16,5 5-12 15,-4 8 11-15,4 3-3 16,-13-4-8-16,3-1 13 15,-10-17-11-15,-3-4-8 0,-11-7 0 16,-5-7-2-16,0 3-1 16,0-3 0-16,0 0-12 15,0 0-7-15,0 0-27 16,0 0-46-16,0 0-7 16,0 0-84-16,0-17-72 15,0-1-151-15</inkml:trace>
  <inkml:trace contextRef="#ctx0" brushRef="#br0" timeOffset="16865.81">17378 7270 424 0,'0'0'91'0,"0"0"-14"15,0 0 12-15,0 0-6 16,0 0-34-16,0 0-14 15,8-13 22-15,-8 13-11 16,0-4-2-16,0 4 2 16,0 0-14-16,0 0 0 15,0 0-10-15,0 0-4 16,0 6 6-16,0 1-16 16,0 10-1-16,5 10-2 15,-5 12 9-15,11 13 20 16,-6 1 9-16,0 0-19 0,8-10 9 15,-13-11-15-15,6-4-4 16,-1-12-7-16,-5-7-5 16,5-5 1-16,-5 0-3 15,0-4 1-15,0 0-3 16,0 0-2-16,0 0-9 16,0 0-2-16,0-13-17 15,0-4 9-15,0 0 11 16,0-11-26-16,0-2 5 15,0 0 6-15,0 0 14 16,0 0 1-16,0 1-1 16,0 4 5-16,5-4 4 0,14 3-3 15,2 3 6-15,-3 0-9 16,3 0 8-16,-2 6 2 16,-3 4 0-16,2 3 2 15,-8 3 0-15,1 4-1 16,-3 3 11-16,-3 0-11 15,-5 0 5-15,5 0 6 16,1 0-4-16,-6 0 1 16,0 0 0-16,0 7 3 15,0 13 11-15,10 13 0 16,9 17 4-16,2 6 4 16,-8 5-13-16,-3-9 2 15,-4-1-2-15,-6-15-4 16,5-2 12-16,-5-19-16 15,0-4 0-15,0-7-6 0,0-4-4 16,0 0 6-16,0 0-6 16,0 0-21-16,0-11 16 15,0-8-13-15,0-5 12 16,0-5 4-16,8-8-15 16,2-3-5-16,1 4 5 15,7-2-2-15,-2 1-8 16,8 0-4-16,-3 11 14 15,2-1 5-15,-7 8-5 16,8-1 11-16,-1 6 0 16,-7 1 6-16,8 3-4 15,-8 3 5-15,2 1-1 0,-7 6 2 16,-6 0 1-16,8 0 8 16,-13 0-5-16,0 0 0 15,0 0 16-15,0 17-4 16,5 9-1-16,6 8 12 15,5 5-9-15,-3 11 9 16,-3-3-12-16,-5 2-4 16,1-4 9-16,-6-14-13 15,0-2 3-15,0-6-2 16,0-10-8-16,0-3 5 16,0-7-7-16,0 4 1 15,0-4-1-15,0 1 0 16,0-1-3-16,0-3-5 0,0 0-17 15,0 0-11 1,-6 0-42-16,1-23-42 0,5-14-53 16,0-9-243-16</inkml:trace>
  <inkml:trace contextRef="#ctx0" brushRef="#br0" timeOffset="17362.64">18485 7054 401 0,'0'0'79'0,"0"0"-12"16,0 0 17-16,0 0 1 16,0 0-10-16,0 0-11 15,-5 7 5-15,5-7 2 0,5 0-12 16,6 0-9-1,12 0-24-15,-2 0-9 0,19 0 10 16,-1 0-2-16,9 0-10 16,-9 0-8-16,6 0-6 15,-11 0 1-15,-5 0-2 16,0 0 0-16,-19 0 2 16,-4 0 1-16,-1 0-3 15,-5 0 0-15,0 0 0 16,0 0-2-16,0 0-10 15,0 0-33-15,0 0-14 16,0 0-59-16,0 0-55 0,-16 0-178 16</inkml:trace>
  <inkml:trace contextRef="#ctx0" brushRef="#br0" timeOffset="17523">18485 7054 268 0</inkml:trace>
  <inkml:trace contextRef="#ctx0" brushRef="#br0" timeOffset="17744.52">18485 7054 268 0,'29'176'202'0,"-37"-173"-112"0,8 0 43 0,0-3-6 16,0 4-64-16,0-4-11 0,0 3 14 15,0 1-12-15,0 2-10 16,0-2-11-16,24-2-1 16,0 5 2-16,2-3-15 15,8-4 0-15,6 0 3 16,2 0-13-16,-3 0 6 16,-5 0-4-16,-2 0-9 15,-8 0 3-15,-1 0-5 16,-7 0 0-16,-11 0-1 15,8 0-1-15,-7 0-9 16,-6 0-44-16,0 0-29 16,0 0-56-16,0 0-150 0</inkml:trace>
  <inkml:trace contextRef="#ctx0" brushRef="#br0" timeOffset="18263.93">19232 6941 182 0,'0'0'133'0,"0"0"-31"15,0 0-27-15,0 0 3 16,0 0-17-16,0 0 7 16,-21 0 12-16,21 0-17 15,0 0-17-15,0 0-3 16,0 0-5-16,0 0 2 15,0 0-8-15,0 0-9 16,0 0-4-16,0 0-12 16,0 12-1-16,0 11 7 15,0 14-7-15,0 17 16 0,0 16 3 16,0 10 8-16,5 3 18 16,-5-4-2-16,0-11-13 15,0-13 1-15,0-19-20 16,0-7 4-16,0-16-11 15,0-11-10-15,0-2 0 16,0 0-19-16,0-2-52 16,0-26-46-16,0-9-16 15,0-1-51-15,0-3-170 16</inkml:trace>
  <inkml:trace contextRef="#ctx0" brushRef="#br0" timeOffset="18832.24">19579 7001 207 0,'0'0'361'15,"0"0"-233"-15,0 0-6 16,0 0-43-16,0 0-36 15,0 0 9-15,0 0-16 16,0 0-2-16,-18 10 2 16,2 7-4-16,-2-3 4 0,2 8-7 15,-8 1 2-15,8 1-5 16,6 2 1-16,2 4-6 16,3 6 6-16,5 4-7 15,0 10-1-15,0 6 10 16,0-3 3-16,0-1 7 15,18-9-17-15,8-13-5 16,9-14-3-16,-6-14-4 16,5-2 0-16,0 0-10 15,11-30-15-15,2-18-13 16,-8-13-13-16,1-3-29 16,-19 2 40-16,-3 2-16 15,-7 4 17-15,-11 6 6 16,0 6 19-16,0 14 4 15,-29 7 20-15,-5 10 0 0,0 3 3 16,7 7 7-16,-7 3-13 16,5 0-10-16,0 0-4 15,0 0 3-15,8 0-6 16,3 0-1-16,7 0 0 16,6 0-15-16,5 0-10 15,0 0-20-15,0 0-46 16,0 0-30-16,0-8-48 15,29 1-121-15</inkml:trace>
  <inkml:trace contextRef="#ctx0" brushRef="#br0" timeOffset="19275.31">20011 6941 445 0,'0'0'348'15,"0"0"-281"-15,0 0 9 16,0 0 34-16,0 0-47 16,0 0-28-16,-35 50-4 15,35-30 1-15,0 7 8 16,-5 2 2-16,-3 4-15 16,3 7-4-16,5 7-3 15,0 2-1-15,0 4 5 16,0 0-7-16,0-1 9 0,5-10-7 15,24-6-6-15,0-11-3 16,0-9-4-16,0-9 1 16,-3-7-4-16,3 0-3 15,-5 0-6-15,2-18-2 16,3-12-14-16,-5-3 5 16,-8-5-14-16,-11-10 14 15,-5-9-1-15,0-12-9 16,0-1-8-16,-16-3 3 15,-18 13 13-15,-6 17 6 16,6 13 10-16,5 17 0 16,8 9-3-16,-13 4-18 0,-5 0-3 15,-9 11-41-15,-7 20-119 16,-8 6-284-16</inkml:trace>
  <inkml:trace contextRef="#ctx0" brushRef="#br0" timeOffset="21497.16">20542 7460 514 0,'0'0'136'0,"0"0"-15"16,0 0-35-16,0 0 6 15,0 0-27-15,0 0-22 0,0 0 1 16,0 0-2-1,5 0-13-15,3 0-1 0,3 0-4 16,4 0 0-16,14 9-10 16,5 6 11-16,1-7-14 15,4-3-3-15,0-5 1 16,1 0-2-16,7-12-7 16,-7-19-1-16,-6-10-13 15,-13 0-12-15,-3-1 11 16,-12-2-12-16,-6 8 25 15,0 3-9-15,0 3 1 16,0 3 5-16,0 4 8 16,-19 0-3-16,-2 0 5 15,3-1-2-15,-3 8-3 0,-3 3 0 16,14-1 0-16,4 3 5 16,-2 9-5-16,8-5 0 15,0 4 3-15,0 0-2 16,0-1 6-16,0 1 7 15,0-1-3-15,24-7 4 16,16 6-14-16,-1-8 0 16,14 1-1-16,-9 11-1 15,11-6 1-15,-2 7 0 16,-8 0 0-16,5 0 5 16,-8 0-5-16,-11 3 8 15,-2 14 0-15,-5-1-2 16,-8 1 9-16,-3 0-6 15,-3 3-9-15,-10 6 12 16,0 7-7-16,0 7 3 0,0 7 3 16,0 6-5-16,-28-3 5 15,6-1-7-15,4 1-1 16,13-13 7-16,5-7-8 16,0-11 3-16,0-4-5 15,5-15 2-15,29 0 5 16,11 0-7-16,0 0-31 15,2-17-11-15,-8-7-50 16,-10 4-21-16,-13 6-74 16,-11 13-65-16,-5 1-225 0</inkml:trace>
  <inkml:trace contextRef="#ctx0" brushRef="#br0" timeOffset="31342.76">17097 5863 294 0,'0'0'84'0,"0"0"6"16,0 0 8-16,0 0-1 15,0 0-21-15,0 0-20 16,0 0-16-16,0 0-9 16,0 0-5-16,0 0-9 15,0 0 4-15,0 0 0 16,0 0 0-16,0 0 4 15,0 0-12-15,0 0-2 16,0 0 1-16,0 0-10 16,0 0 4-16,0 0-5 15,0 0-1-15,0 0 4 16,0 0-4-16,0 0 4 0,0 0 0 16,0 0-2-16,0 0 2 15,0 0-3-15,0 0 0 16,0 0 2-16,0 0-2 15,0 0-1-15,0 0 4 16,0 0-2-16,0 0 0 16,0 0 0-16,0 0-2 15,0 0 0-15,0 0 0 16,0 0 0-16,0 0 0 16,0 0 0-16,0 0 0 15,0 0 0-15,0 0 0 16,0 0-1-16,0 0 1 15,0 0-1-15,0 0 1 16,0 0-1-16,0 0 0 16,0 0-1-16,0 0 0 0,0 0 1 15,0 0-1-15,0 0 1 16,0 0 1-16,0 0 0 16,0 0-2-16,0 0 2 15,0 3-2-15,0-3 2 16,0 4-19-16,0-4-56 15,0 6-44-15,0 1-197 16</inkml:trace>
  <inkml:trace contextRef="#ctx0" brushRef="#br0" timeOffset="32146.98">17078 5790 114 0,'0'0'80'0,"0"0"-22"16,0 0-1-16,0 0-4 15,0 0-20-15,0 0-4 16,0 0 1-16,-21-3 2 16,21 3 4-16,0 0 5 15,0 0-1-15,0 9-12 16,-13 2-4-16,8-1-8 15,0 3 16-15,-1 0 3 16,1 4-13-16,5 2-11 16,-8 8 5-16,8 6 7 0,0 10 3 15,0 10 6-15,-5 10 9 16,5 4-8-16,0 2 21 16,0-9-23-16,0-2-3 15,0-11-7-15,0-11-9 16,0-9-1-16,0-7-7 15,0-4-2-15,0-9-2 16,-5 3-1-16,-1-7-5 16,1 3-24-16,0-2-34 15,-3-4-25-15,3 0-40 16,5 0-128-16</inkml:trace>
  <inkml:trace contextRef="#ctx0" brushRef="#br0" timeOffset="32543.08">16647 6548 312 0,'0'0'183'16,"0"0"-83"-16,0 0 20 16,0 0-21-16,0 0-41 0,0 0-12 15,142 0-16-15,-89 0 1 16,-3 0-15-16,-1 0 4 16,-9 0-5-16,-6-6-1 15,-5 2-1-15,-11 4-1 16,-7 0-5-16,-6 0 3 15,1 0-10-15,-6 0 2 16,0 0-1-16,0 0 0 16,5-3-2-16,-5-8-29 15,0 2-15-15,0-5-12 16,0-2-11-16,0-10-91 0,0-4-50 16,0-4-117-16</inkml:trace>
  <inkml:trace contextRef="#ctx0" brushRef="#br0" timeOffset="32879.68">16734 5790 452 0,'0'0'129'0,"0"0"-18"16,0 0-5-16,0 0-23 16,0 0-24-16,0 0-9 15,231 13-20-15,-173-9-9 16,-8-4-15-16,0 0-1 15,-11 0-3-15,9 0-2 16,-14 0-41-16,0-14-42 16,-8 4-28-16,-2 10-80 15,-8 0-107-15</inkml:trace>
  <inkml:trace contextRef="#ctx0" brushRef="#br0" timeOffset="33412.99">17407 6241 230 0,'0'0'152'0,"0"0"-112"0,0 0-1 16,0 0 22-16,0 0-10 16,0 0-22-16,0-46 10 15,0 43 10-15,0 3-5 16,0 0 3-16,0 0-9 15,0 0 8-15,0 0-10 16,0 3-9-16,0 6-1 16,0 3-8-16,0 6-6 15,0 17 16-15,0 8-12 16,0 10 8-16,0 0 7 0,0-2-9 16,0-5 1-1,0-13-7-15,-5-6-2 0,5-11-3 16,-6-6-10-16,6-6 4 15,0-4-5-15,0 0-2 16,0 0-15-16,0 0-38 16,0 0-7-16,0 0-16 15,0 0 6-15,0-4-29 16,0-6-53-16,0-10-26 16,0 3-130-16</inkml:trace>
  <inkml:trace contextRef="#ctx0" brushRef="#br0" timeOffset="33803.35">17294 6233 452 0,'0'0'90'0,"0"0"26"16,0 0 2-16,0 0-32 15,0 0-21-15,0 0-20 16,18 0-31-16,9 0 21 16,2 0-2-16,10 0 0 0,14 0-4 15,-3 0-18-15,-6 0-4 16,14 0-4-16,-13-6-3 15,-6 2 0-15,6-1-1 16,-11 3-4-16,-10-4-6 16,-14 6-5-16,-4-6 2 15,-6 6-20-15,0 0-14 16,0 0-3-16,0 0-8 16,0 0-48-16,-27 0-105 15,-2 0-47-15</inkml:trace>
  <inkml:trace contextRef="#ctx0" brushRef="#br0" timeOffset="33968.12">17294 6233 340 0</inkml:trace>
  <inkml:trace contextRef="#ctx0" brushRef="#br0" timeOffset="34131.85">17294 6233 340 0,'24'236'87'0,"-24"-236"4"0,0 2 29 0,5 2 10 0,16-1-53 16,8 4-26-16,0 0 1 16,0-1 3-16,5-3-15 15,11-3-7-15,-11 0-14 0,0 0-5 16,-5 0 6-16,-8 0-18 15,-3 0-2-15,-2 0-11 16,-5 0-7-16,7 0-9 16,-7 0-52-16,7 0-46 15,-8 0-156-15</inkml:trace>
  <inkml:trace contextRef="#ctx0" brushRef="#br0" timeOffset="34830.19">18143 6256 328 0,'0'0'85'16,"0"0"-16"-16,0 0 24 15,0 0-17-15,0 0-17 16,0 0-27-16,0-17 7 16,0 17 0-16,0 0-11 0,0-5-5 15,0 4-4-15,0 1-12 16,0-6-3-16,-10 4-2 15,10 2 0-15,-11-2 1 16,6-3-3-16,-8 3 0 16,2 2-2-16,1 0 5 15,-3 0-3-15,2 0 7 16,1 0-6-16,-3 0 7 16,2 0 0-16,0 11 2 15,-7 10 0-15,8 2 5 16,-1 0 14-16,6 7 13 15,-3-2-14-15,8-4-5 16,0-1-7-16,0 0-4 0,0-3 7 16,0-3-8-1,13 2 5-15,3 1-11 0,2-3-4 16,3-1 6-16,8 1-7 16,0 0 4-16,-8-1-2 15,-2 4-1-15,-4-7-1 16,-15-2 0-16,0-2-4 15,0-2 4-15,0 3-5 16,0-1 2-16,-10 5 1 16,-30-1 0-16,1 1 2 15,-19-1-2-15,8-3 2 16,11 0 7-16,4-2-7 0,17-3-3 16,8-5-4-1,-1 0-51-15,11 0-28 0,0 0-17 16,0-23-76-16,0 0-226 15</inkml:trace>
  <inkml:trace contextRef="#ctx0" brushRef="#br0" timeOffset="35347.19">18943 6156 274 0,'0'0'97'0,"0"0"-25"15,0 0 10-15,0 0 13 16,0 0-23-16,0 0-11 16,0 0-12-16,-11-5-6 0,11 5 1 15,0 0-4 1,0 0 4-16,0 0-3 0,0 0-8 15,0 0 1-15,0 0-18 16,0 0-2-16,0 0-4 16,19 0-9-16,2 0 0 15,13 0 11-15,5 0-10 16,1 0 4-16,-6 0-6 16,0 0-1-16,-10 0-6 15,-3 0-25-15,-8 0-24 16,-8 0-53-16,1 0 13 15,-6 0-80-15,0 0-12 16,0 0-146-16</inkml:trace>
  <inkml:trace contextRef="#ctx0" brushRef="#br0" timeOffset="35697.42">18830 6415 453 0,'0'0'82'0,"0"0"8"0,0 0 11 16,0 0 1-16,0 0-53 15,0 0-9-15,234 0 5 16,-195 0-13-16,-5 0 0 16,-12 0-15-16,-4 0-13 15,-8 0 5-15,-4 0-9 16,-1 0-23-16,8 0-39 16,-2 0-13-16,-1 0-57 15,14-10-94-15,-1-5-158 16</inkml:trace>
  <inkml:trace contextRef="#ctx0" brushRef="#br0" timeOffset="36897.79">20192 5949 75 0,'0'0'199'0,"0"0"-149"16,0 0 18-16,0 0-5 15,0 0-18-15,0 0-16 16,-47 17 7-16,41-14 24 15,1-3 9-15,5 0-7 16,0 0-2-16,0 0-19 16,-5 0 0-16,5 0-12 15,0 0-3-15,0 0 6 16,0 0-12-16,0 0 1 16,0 0-3-16,0 0-12 15,0 0 0-15,0 0-6 16,5 0-5-16,0 0 0 15,9 0-8-15,1-3 7 16,-4 3 5-16,2 0-3 16,-2 0 4-16,-6 0-1 0,0 0 2 15,0 0-2-15,-5 0 2 16,0 0 2-16,0 0 6 16,0 10-1-16,0 6 4 15,0 4 3-15,0 0-6 16,0 0 1-16,0 3-5 15,0 7-4-15,-10 4 6 16,-24 1-5-16,5 16 6 16,-16 2-3-16,0-2-5 15,6-4 5-15,-6-11-1 16,3-9 4-16,16-7 3 16,2-8-9-16,0-5 1 15,14-3-3-15,-1-4-6 16,6 0-7-16,5 0-10 0,0-7-2 15,0 1 3-15,0-4 2 16,0 6 11-16,5 4 9 16,11 0 4-16,3 0 7 15,2 0 7-15,8 0 4 16,5 10 11-16,5 10-6 16,-5 0 2-16,-5-3-16 15,0-15-4-15,-13 2 3 16,-5-4-11-16,2 0 0 15,-8 0-2-15,-5 0-1 16,0 0-40-16,5 0-6 16,0-6-36-16,1-18-29 15,12 1-70-15,3-7-179 0</inkml:trace>
  <inkml:trace contextRef="#ctx0" brushRef="#br0" timeOffset="37431.98">20413 6115 423 0,'0'0'49'0,"0"0"25"0,0 0 3 16,0 0-19-16,0 0-16 15,0 0 7-15,0-13 6 16,0 13 4-16,-13 0-20 15,13 0 11-15,-5 3-15 16,5 4-14-16,0 1-4 16,-11 0-8-16,6 6 4 15,-8 6 12-15,2 6-6 16,6 9 15-16,5 5 14 16,0 4 4-16,0 8 2 15,0-6-12-15,0-3-11 16,24-6 6-16,10-14-18 15,-3-3-4-15,3-10-6 16,-5-10-4-16,6 0-5 16,-6 0-11-16,5-26-20 0,0-11 2 15,-13-13-23-15,-3 1 1 16,-7-3-22-16,-11 4 17 16,0 5 18-16,0 5-11 15,-16 5 40-15,-18 13 9 16,5 5 4-16,-5 3 7 15,0 6 7-15,5 2 1 16,8 4 2-16,-3 0-8 16,0 0-4-16,3 0-9 15,3 0-2-15,-3 7-13 16,8 2-13-16,7-2-32 16,1 0-33-16,5 0-48 15,0-5-96-15,0-2-23 16</inkml:trace>
  <inkml:trace contextRef="#ctx0" brushRef="#br0" timeOffset="37980.1">20802 6075 441 0,'0'0'60'0,"0"0"22"0,0 0 39 16,0 0-36-16,0 0-14 15,0 0-21-15,0 0-12 16,0 0-1-16,0 0-8 16,0 7 10-16,0 2-7 15,-5 9-3-15,5 5-1 16,0 7-6-16,0 12 6 15,0 10 19-15,0-1 1 16,0 1-10-16,0-2-5 16,5-14-10-16,19-3-2 15,0-6-7-15,-9-20-5 16,9-7 0-16,-3 0 2 0,-3 0-11 16,11-17-8-1,-2-13-17-15,2-13-6 0,0-3 6 16,-14-1-45-16,-7 4 6 15,-8 5 37-15,0 8 12 16,0 4 15-16,0 3 2 16,-34 5 11-16,0-5 6 15,-14 7-7-15,4-1-6 16,10 4-6-16,7-1-2 16,4 8 0-16,12 0-2 15,-2 6-4-15,13 0-10 16,0 0-2-16,0 0-11 15,0 0-49-15,0 0-74 16,0 6-189-16</inkml:trace>
  <inkml:trace contextRef="#ctx0" brushRef="#br0" timeOffset="38917.5">21233 6561 402 0,'0'0'105'0,"0"0"-15"16,0 0 32-16,0 0-13 16,0 0-45-16,0 0-28 15,14-10-15-15,1-13 5 16,14-10-10-16,-8-3-9 15,-2-8-7-15,4-2-6 16,-1-4-13-16,-4-5-3 0,-2 7-3 16,-11-3-11-16,0 13-23 15,-5 1 13-15,0 3 3 16,0 7 17-16,0 6 26 16,0 5 5-16,0 3-2 15,-5 3 7-15,0 3-3 16,-6 0 2-16,6 5 6 15,-3 2 1-15,8 0 8 16,-5 0 5-16,0 0-3 16,5 0 8-16,0 0-2 15,0 0 4-15,0 6 8 16,0 4-16-16,0 13 12 0,0 7-7 16,0 13-6-1,0 12 23-15,0-2 2 0,0 1-4 16,18 1-3-16,3-6-16 15,3-11-8-15,-3-8-3 16,2-14-7-16,-4-13 1 16,-9-3-7-16,6 0-5 15,-3 0-9-15,8-16-17 16,3-17-2-16,-8-7-8 16,7 0-26-16,-7 7-4 15,-3 0 7-15,-2-2 25 16,-6 5 3-16,-5 0-8 15,0 0 19-15,0 4 18 16,0 3-3-16,0 3 3 16,0 6 4-16,0 5-2 0,0 9 9 15,0 0-5-15,0 0 18 16,0 0 3-16,0 0 0 16,0 6 5-16,0 17-8 15,0 4-16-15,0 9 9 16,18 10 24-16,4 13 15 15,-4-6-18-15,3 7-13 16,-8-15 5-16,-2-4-19 16,-1-11-6-16,-2-14-1 15,-8-12 0-15,0-4-4 16,0 0-38-16,0-10-84 16,0-30-46-16,0-8-181 0</inkml:trace>
  <inkml:trace contextRef="#ctx0" brushRef="#br0" timeOffset="39363.9">22420 5738 110 0,'0'0'357'0,"0"0"-270"0,0 0 54 16,0 0-40-1,0 0-27-15,0 0-18 0,5 0-16 16,-5 0 7-16,0 9-19 16,0 4-5-16,-5 7-3 15,-14 10-9-15,-2 6 1 16,-8 11-2-16,0 9 2 15,-10 21 14-15,-1 6-6 16,6 0-5-16,0-6 5 16,10-17 10-16,9-17 3 15,9-6-6-15,1-17-16 16,5-10-5-16,0-10-6 0,0 0-1 16,0 0-5-1,0-10-38-15,0-10-16 0,0-10-28 16,5-3-15-16,11-1 5 15,2-7-83-15,-2 3-47 16,3-3-116-16</inkml:trace>
  <inkml:trace contextRef="#ctx0" brushRef="#br0" timeOffset="39713.03">22401 5768 468 0,'0'0'119'0,"0"0"5"16,0 0-17-16,0 0-27 16,0 0-28-16,0 0-30 0,58 49-3 15,-34-23 37-15,-9 3 8 16,-4 12-10-16,13 5-17 16,-9 7 8-16,9 3 4 15,5-3-14-15,-8 0-8 16,3 0-3-16,-14-9-8 15,3-3 1-15,-7-11 4 16,-1-3-16-16,-5-8 0 16,5 2-4-16,-5-1 2 15,0 10-4-15,0-1 1 16,5 5 0-16,1-5-1 16,2-9 1-16,-3-10 0 15,-5-10-18-15,0 0-56 16,0-6-74-16,0-27-35 0,-5-1-100 15</inkml:trace>
  <inkml:trace contextRef="#ctx0" brushRef="#br0" timeOffset="39967.58">21983 6301 538 0,'0'0'194'0,"0"0"-21"0,0 0-27 16,0 0-63-16,0 0-10 16,0 0-12-16,300-23-31 15,-216 16-16-15,-2 5-14 16,-9-10-12-16,-28 11-79 15,-16-3-50-15,-24 4-150 16</inkml:trace>
  <inkml:trace contextRef="#ctx0" brushRef="#br1" timeOffset="54814.79">9023 5480 216 0,'0'0'41'0,"0"0"-3"16,0 0 49-16,0 0-4 16,0 0-32-16,0 0 3 15,-34 0 3-15,34 0 19 16,0 0 1-16,0 0-17 15,0 0-3-15,0 3-13 16,0-3 1-16,0 4 0 16,0-1-14-16,0-3-6 0,0 2 1 15,0-2-3-15,0 6 3 16,0-6-12-16,0 0 3 16,0 0 9-16,5 0-8 15,0 0-7-15,8 0-11 16,3 0-3-16,13 0 3 15,10 0 12-15,6 0-4 16,13 0-3-16,-3 0-1 16,8 0-1-16,1 0-3 15,-4 0 2-15,8 0-4 16,-10 0 2-16,-3 0 0 16,-2 0-2-16,-8 0 6 15,-6 0-4-15,-5 0 0 16,6 0 0-16,-6 0-2 0,5 0 2 15,6 0-10-15,-5 0 2 16,2 0-6-16,-11 0 6 16,3 0 7-16,1 0-2 15,-6 0 2-15,-6 0-4 16,-2 0 4-16,3 0 0 16,5 0 2-16,-8 0 1 15,13 0-2-15,-5 0-2 16,5-6-5-16,-10 4-3 15,-3-1 8-15,3 3 0 16,-14 0 3-16,9 0-1 16,-9 0 0-16,-5 0-4 0,6 0 4 15,-11 0 0-15,8 0 0 16,-8 0 2-16,0 0 0 16,0 0-1-16,0 0 0 15,0 0 0-15,0 0 3 16,0 0-3-16,0 0 2 15,0 0 16-15,0 0-16 16,0 0 2-16,0 0-5 16,0 0-2-16,0 0 0 15,0 0-2-15,0 0-6 16,0 0-14-16,-8 0-6 16,3 0 3-16,-1-4-1 15,6 1 1-15,-10-8 1 0,-1 2 5 16,-7-1 6-16,-6-2-4 15,3 1 0-15,-2 0 18 16,1 2 2-16,-1-1-1 16,12 3 2-16,-2 3-2 15,3 1 4-15,4 0 4 16,1 3-6-16,0-3 2 16,5 3 4-16,0 0-5 15,0 0 13-15,0 0-3 16,0 0 6-16,0 0-1 15,0 0-7-15,0 0 9 16,0 0-7-16,0 0-2 16,0 0-1-16,0 0-5 0,0 0 5 15,0 0-1 1,0 0-4-16,16 0-8 0,13 9 7 16,5 5 4-16,10 6-2 15,1-2-6-15,-5-3 2 16,-1 0-2-16,-10-10 1 15,-5 2-1-15,-9 0 0 16,-9-4 1-16,-6-3-1 16,0 0 0-16,0 0-4 15,0 0-3-15,0 0-2 16,0 0 4-16,0 0 0 16,0 0-10-16,0 0 13 0,0 0 1 15,-6 0-1 1,-4 0 1-16,-6 0-1 0,-13 20 2 15,0 6 0-15,-5 8-3 16,0 7 3-16,0 2 2 16,5 0 2-16,2-6 9 15,4-5-9-15,7-8 1 16,8-7-5-16,8-11-3 16,0-6-21-16,0 0-91 15,0-20-76-15,0-26-278 16</inkml:trace>
  <inkml:trace contextRef="#ctx0" brushRef="#br1" timeOffset="56096.57">9759 4635 328 0,'0'0'109'0,"0"0"-44"15,0 0-5-15,0 0 8 16,0 0-23-16,0 0-4 16,0 0-1-16,0 0-4 15,0 0-6-15,0 0-15 16,0 0 4-16,-5 0-3 16,-6 0-6-16,-2 11 1 15,8-2 4-15,-5 1-8 16,-1 0 7-16,-7 3-4 15,7 3 0-15,-7 2 2 16,7-2-2-16,1 4 2 0,-4 4 1 16,4-1-3-16,5 3 6 15,5 1 7-15,0-1 0 16,0 4 3-16,0-7-13 16,0 0 6-16,0-1-15 15,0-7 3-15,5 1 2 16,5-9-8-16,9-2 7 15,-14-5-2-15,0 0-4 16,6 0 13-16,-11 0-15 16,13 0-6-16,-8 0 2 15,11 0-1-15,3 0 5 16,9-5 2-16,-1-3 2 16,-4-9-8-16,6 4 1 15,-13 3-8-15,-3-3 6 0,-2 2-12 16,-6 0 6-16,0 3 2 15,-5-3 0-15,0-7-1 16,0 2 4-16,0-10 0 16,0 3 4-16,0-7-1 15,0 3 0-15,0 4-2 16,0 2-4-16,0 5 7 16,0 2-7-16,0 2-2 15,-10 1 3-15,-1 2 2 16,-2-1 6-16,3 3 8 15,-1 3-4-15,3 2 4 16,3-1-1-16,0 3-7 0,-6 0 5 16,6 0-1-16,0 0-4 15,-9 0 3-15,4 0-3 16,-1 0 0-16,-2 0-3 16,8 0 2-16,5 0-3 15,0 0-10-15,0 0-1 16,0 0-15-16,0 0-44 15,0 0-65-15,0 0-192 16</inkml:trace>
  <inkml:trace contextRef="#ctx0" brushRef="#br1" timeOffset="56737.26">10122 5042 184 0,'0'0'114'0,"0"0"-42"16,0 0-10-16,0 0-19 15,0 0-17-15,0 0-3 16,0 0 15-16,0-39 11 0,0 39-4 16,-5 0-7-16,0 0-1 15,-1 0-21-15,6 0 1 16,-8 0-4-16,3 0 6 15,0 5 2-15,0 0-9 16,-6 9-4-16,-7 4-1 16,7 5 3-16,1 4 10 15,-3-1 5-15,7 4-5 16,-4-10 2-16,5 3-6 16,5-9-2-16,0-2-4 15,0-5-7-15,0 0 2 16,0-7-5-16,0 4-3 15,0-4-11-15,0 0-34 16,0-7-28-16,0-23-70 16,0 0-200-16</inkml:trace>
  <inkml:trace contextRef="#ctx0" brushRef="#br1" timeOffset="57495.34">10333 4688 204 0,'0'0'81'15,"0"0"-6"-15,0 0-5 16,0 0-13-16,0 0 1 16,0 0-14-16,0-3-1 15,0 3 3-15,0 0-9 16,0 0-3-16,0 7-18 15,0 5 6-15,0 9 1 16,0-5-4-16,0 4 8 16,0 4 1-16,0-1-2 15,0 4 4-15,0-1-3 0,0 4 4 16,0 0 0-16,0-1-1 16,0 3-4-16,15-6 2 15,4-3-9-15,2-4-1 16,-3-4-13-16,-2-5-3 15,2-10 8-15,-2 0-5 16,3 0-5-16,2 0-6 16,2 0-4-16,1-18 1 15,-3-6-8-15,3 3 2 16,-3-9 4-16,-3 1-4 16,-7-1-5-16,2 1 7 15,-13 5 1-15,0 1 6 0,0 0 2 16,0 0 4-16,0 4 10 15,0 1-7-15,-13-1 0 16,-3 3-1-16,-8 2 1 16,3 1-3-16,3 6 0 15,-6 4 0-15,-2-1 3 16,2 4 1-16,0 0 4 16,3 0-8-16,3 0-3 15,2 0 2-15,6 0-11 16,-3 0 12-16,7 0-3 15,6 0-13-15,0 4-27 16,0 3-20-16,0-2-41 16,0 2-97-16,0-3-65 0</inkml:trace>
  <inkml:trace contextRef="#ctx0" brushRef="#br1" timeOffset="58303.78">10877 4748 248 0,'0'0'117'15,"0"0"-42"-15,0 0-15 16,0 0-6-16,0 0-20 15,0 0 1-15,-24 0 2 16,24 0-13-16,0 0-8 16,0-3-1-16,0-8 1 0,0 6-14 15,0-6-2-15,19 4 0 16,-4 0-8-16,-4 7-2 16,2 0-5-16,-8 0 12 15,6 0 3-15,-1 0 6 16,-2 0 0-16,-2 0-4 15,-1 0 3-15,-5 0 2 16,5 0 1-16,-5 11-2 16,0 5 1-16,0 1 7 15,0-1 7-15,0 7 10 16,0-2-5-16,0 2 6 0,0 0-12 16,0 0 2-1,0 6-2-15,-10 1 2 0,-9-6 8 16,-2 5-3-16,3-10-12 15,-3-7-4-15,8-5-2 16,-3-3 0-16,5-4-9 16,-7 0-18-16,7 0-4 15,6 0-31-15,5-19 1 16,0 2 8-16,0 4 0 16,0 3 35-16,0 3 9 15,11 7 1-15,4 0 16 16,9 0 6-16,5 0 5 15,0 0 1-15,-3 0-6 16,-2 0 15-16,-1 0-13 16,-1 2-12-16,-12 3-2 0,3-5-8 15,-2 0-1-15,-11 0-2 16,5 0-34-16,-5 0-32 16,0 0-53-16,0 0-98 15,5 0-46-15</inkml:trace>
  <inkml:trace contextRef="#ctx0" brushRef="#br1" timeOffset="59328.4">11432 4619 298 0,'0'0'93'15,"0"0"-19"-15,0 0 8 16,0 0-4-16,0 0-30 15,0 0-11-15,0-3 17 0,0 3-8 16,0 3-8-16,0 3-8 16,0 1-10-1,-5 3-7-15,-6 3-7 0,-2 10 1 16,-3 3 2-16,-8 8-2 16,-4 6-2-16,-7 10 8 15,9-1 10-15,-3-3 10 16,5-2-6-16,9-14 6 15,-4-2-11-15,14-8-14 16,0-8 4-16,5-4-9 16,0-1-2-16,-6-4 1 15,6-3 3-15,0 0-4 16,0 3 0-16,0-3-1 0,0 0-3 16,0 0-19-1,0 0-18-15,0 0-14 0,0-17 3 16,6-11-6-16,17-2-28 15,-2-6 29-15,3 5-39 16,-8-5 22-16,2 3 2 16,3 4 8-16,-2 3-15 15,-3-1-3-15,2 3 41 16,-13 1 18-16,6 3 14 16,-6 1 8-16,-5 8 0 15,8 4 5-15,-8 4 42 16,0 3 54-16,0 0-1 15,0 0-10-15,0 0-6 16,0 0-5-16,0 7-27 16,0-7-12-16,0 3-16 0,0-3-7 15,0 0 5-15,0 0-5 16,0 0 2-16,0 0-6 16,0 0 0-16,0 0 8 15,0 0-12-15,0 0-8 16,5 0 1-16,-5 0 2 15,5 0-1-15,-5 0 1 16,0 0 2-16,0 0-3 16,0 0-3-16,0 0 0 15,0 4 0-15,6 6 0 16,-1 3 8-16,8 10 6 16,-2 3 9-16,-1 11 1 15,14 9-2-15,-8 6 10 16,2-3 2-16,-2 0-5 0,2-1 7 15,-2-9-8-15,-6-2-4 16,4-10-8-16,-9-10-6 16,0-8-6-16,-5-5-4 15,0-4 1-15,0 0-3 16,0 0-10-16,0 0-65 16,0 0 4-16,0 0-6 15,0-7-38-15,-5-6 17 16,-14-4-84-16,4 1-207 15</inkml:trace>
  <inkml:trace contextRef="#ctx0" brushRef="#br1" timeOffset="59527.54">11108 5012 459 0,'0'0'312'0,"0"0"-236"16,0 0-6-16,0 0-3 16,0 0-12-16,334 0-40 15,-271 0-15-15,-13 0-68 16,-21-10-97-16,-23 3-345 0</inkml:trace>
  <inkml:trace contextRef="#ctx0" brushRef="#br1" timeOffset="72643.37">13110 5999 235 0,'0'0'57'0,"0"0"11"15,0 0 7-15,0 0-15 16,0 0-4-16,0 0-3 15,0 0 5-15,5 0-2 0,0 0-27 16,-5 0 2 0,8 0-12-16,-8 0-10 0,0 0 2 15,0 0-6-15,0 0 1 16,0 0 9-16,0 0-5 16,0 0 1-16,0 0-1 15,0-3-6-15,0-1 2 16,0 4-2-16,0 0-3 15,0 0 8-15,0 0-7 16,0 0 8-16,0 0 2 16,0 0-3-16,0 0 3 15,0 0-5-15,0 0-1 16,0 0 7-16,0 0-11 0,0 0 7 16,0 0 3-1,0 0-1-15,0 0 14 0,0 0-24 16,0 0 4-16,0 0-5 15,0 0 7-15,0 11 7 16,0-2-3-16,0 1-8 16,11 0 3-16,-6 3-2 15,0 4-4-15,0 3 9 16,-5 7-7-16,8-1 6 16,-8 4-2-16,0 0-5 15,6 0 8-15,-6-3-7 16,0-1 1-16,0-3 7 15,0-5-10-15,0 2 4 16,0-5-4-16,0 10 2 0,5-2-2 16,-5 0 0-16,5 0 0 15,0 0 0-15,-5 1 3 16,6 3-3-16,-6-4 0 16,5 0 1-16,-5 0-2 15,0-7 1-15,0 5 0 16,0-5 0-16,0 4 1 15,0 3 0-15,0 3-1 16,0-1 3-16,0 1-3 16,0-6 0-16,0-1 0 15,0-1 0-15,0-1 2 16,0 0-2-16,0 3 0 16,0-4 1-16,0 1-4 0,0 3 3 15,0 3 0-15,0 0 1 16,0 1 1-16,0-5-2 15,0-2 0-15,0 0 1 16,0-1-3-16,0 4 2 16,0-3 0-16,0 2 0 15,0 2 2-15,0-1-2 16,0 3 0-16,0 0 1 16,-5 0-3-16,-1 1 2 15,1-4 0-15,0 3-1 16,5-7 3-16,-5 1-2 15,5-1 0-15,-6 4 1 16,-2 0-3-16,8 4 2 16,-5-1 0-16,0 1-1 0,5 1 1 15,-5 3 0-15,5-3 0 16,0-3 1-16,0-2-2 16,0-7 1-16,0 4 0 15,0 3-3-15,0 0 5 16,0 3-2-16,0-4 0 15,0-2 1-15,0 0-3 16,0 0 2-16,0-4 0 16,0 0 0-16,0-3 2 15,0 3-2-15,0 0 0 16,0-2 1-16,0 1-2 0,0 5 1 16,0 0 0-1,0 0-1-15,0-4 3 0,0 0-2 16,0-3 0-1,0 0 1-15,0-3-2 0,0-4 1 16,0 3 0-16,0 1-2 16,0-3 3-16,0 2-1 15,0 4 0-15,0 0 0 16,0-1-3-16,0-5 3 16,0-1 0-16,0-3-2 15,0 0 5-15,0 0-3 16,0 4 0-16,0-4 2 15,0 0-4-15,0 0 2 16,0 0 0-16,0 0-3 0,0 0 3 16,0 0-2-16,0 0-1 15,0 0-1-15,0 0 4 16,0 0 0-16,0 0-1 16,0 0 1-16,0 0-8 15,0 0 1-15,0 0 6 16,0 0 1-16,0 0 2 15,10 0-2-15,14 0 0 16,-3 0 6-16,13 0-6 16,-5 0 6-16,-5 0-5 15,5 0 0-15,-14 0 1 16,9 0-2-16,2 0 0 16,-2 0 5-16,0 10-4 0,-3-1 12 15,2-8-8 1,1 5-1-16,-3-2 1 0,-10-4-5 15,2 0 0-15,-13 0 0 16,5 0 1-16,0 0-1 16,-5 0 1-16,6 0-1 15,-6 3 3-15,0-3-3 16,0 0 0-16,0 0-1 16,0 4 5-16,0-4-4 15,0 3 0-15,0 0-2 16,0 3 2-16,0 0-10 15,0-6 1-15,-6 0 6 16,-9 0-3-16,1 1 6 16,-7 6-6-16,-8 2 6 0,0-2 0 15,-5 0 0-15,5 4 0 16,-2-6-1-16,-3 2-2 16,10 0 1-16,-5 0-2 15,8 2 4-15,-3-2 0 16,-5 5-2-16,0-7 2 15,3 6 0-15,-8 3 0 16,0-4-2-16,5-2-2 16,5-1-11-16,-2 1 14 15,7-1-11-15,4-6-8 16,-4 4 7-16,9-3 5 16,-1-2 5-16,11 0-1 15,-8 0 4-15,3 0 1 0,5 0-1 16,-5 0 0-16,5 0 4 15,0 0-1-15,0 0-1 16,0 0 1-16,0 0-3 16,0 0 8-16,0 0-2 15,18 0 2-15,-2 0 1 16,0 0-9-16,2 0 0 16,-2 0 3-16,13 0 3 15,-5 0 3-15,4 0-7 16,-6 5 0-16,1-3 6 0,-2 6-7 15,3-2 9 1,5 1-3-16,-8 3-2 0,3 0 7 16,4 0 1-1,-6 3-3-15,1 1 2 0,1-1-5 16,-3 0 2-16,-3-3 0 16,3 3-5-16,-8-3 8 15,3-3-12-15,-3 0 2 16,-2-4 1-16,-1 0-1 15,1-3 2-15,2 4-4 16,-8-1 2-16,6 0-1 16,-11 0-1-16,13-3 0 15,-13 0 1-15,0 0 0 16,0 0 2-16,0 0-3 16,0 0-4-16,0 0-1 0,-8 0-9 15,-2 0 0 1,-1 0 10-16,6 0 3 0,-14 0 1 15,-15 0-2-15,-5 7-2 16,-1-4 4-16,-4-3-11 16,4 7-6-16,1-3 17 15,-1-2-4-15,-2 5 2 16,3-3 1-16,5 2-3 16,-1 1 1-16,9-1-9 15,-3-2-2-15,6 3 11 16,7-4-8-16,-3 0 5 15,9-3 6-15,-1 4-4 0,6-4 2 16,-3 0 1 0,3 0 1-16,0 0-4 0,5 2 3 15,-6 2 0-15,6-4 1 16,0 3-5-16,0-3 3 16,0 4-1-16,0-4 3 15,0 0 12-15,0 3-8 16,0-3 12-16,0 3-2 15,11-3-3-15,13 0-3 16,-9 4 2-16,14-1-6 16,0 0 11-16,11 0-10 15,-6 1 2-15,11-1 1 16,-6 4-3-16,-5 3 7 16,11 0-6-16,-3 0-2 15,3 3 6-15,-6-3-7 0,1 0 6 16,-1 0-2-16,-5-7-6 15,-10 4 1-15,-8 0-2 16,-6-5 0-16,3 2-1 16,-7-1 1-16,4-3-1 15,-5 4 0-15,-5-4-2 16,0 3 3-16,0-3 0 16,0 4 0-16,0-4 0 15,0 0-9-15,0 0 1 16,-5 0 0-16,0 0-9 15,0 0 10-15,-6 0-8 16,-7 6 15-16,-11-1 5 0,2 3-4 16,-15-1-1-1,3 3 0-15,-1 0-2 0,1 0 1 16,0-1-3-16,-1 2 4 16,6 1 2-16,0-5-1 15,0 5-1-15,-1-1 0 16,-4 1 1-16,5 0-3 15,-6-1 2-15,1 3-20 16,-1-3 19-16,6 3-4 16,5-3 5-16,8-6 0 15,3 0-1-15,7-3-2 16,1 3 3-16,-3-5 0 16,13 2 0-16,0 2 3 0,0 3-5 15,0-7 2-15,0 3-6 16,0 1 1-16,0-1 3 15,0 4 2-15,0-1 10 16,13 1-5-16,8 3 10 16,13 0-3-16,0 0-2 15,0 0-2-15,6 0-5 16,-6-4-1-16,5 5 2 16,-10-5-1-16,6 4 0 15,-1 0-2-15,-8 0-1 16,8 0 3-16,-10-7-3 15,-6 1 0-15,-7-1 4 16,-6-3-3-16,0 0-2 16,-5 0 1-16,0 0-9 0,0 0 6 15,0 0-2-15,0 0 3 16,0 3 0-16,0-3 3 16,0 0-3-16,0 0 0 15,0 3-11-15,0-3 6 16,0 4-6-16,0-4-2 15,0 3 11-15,0 4-5 16,-10 3 9-16,-9 0-2 16,-2 3 5-16,3 4-3 15,-3-1 0-15,3 10 0 16,2-2 3-16,3-1-2 16,7 1 1-16,-4-5-2 15,5-2 1-15,-1 5 1 0,6-8-2 16,0 8 0-1,0 2 9-15,0-1-6 0,0 2 5 16,0 1 1-16,0 9-5 16,0-2 3-16,0-2-6 15,0 6-1-15,0-2 4 16,0-2-4-16,0-3 0 16,0 0-1-16,0-1 1 15,0-5-3-15,0 6 3 16,0-1 0-16,0 1-1 15,0 4 3-15,0-2-2 16,6 2 0-16,-1-1-6 0,0-6 5 16,0-3-1-16,1-1 2 15,-6 2-2-15,7-2 4 16,-1 6-2-16,-6-5 0 16,0-3-2-16,0 2 1 15,0 2-1-15,0-2 1 16,0 3 0-16,0 1 2 15,0 3 0-15,0 3-1 16,0 1 1-16,0 2-2 16,5 0 1-16,6 1-1 15,-6 3 0-15,0-4-3 16,-5 0 4-16,0 5-4 16,0-5 1-16,0-1 0 15,8 1 3-15,-8-4 0 0,5 3 1 16,-5-8 0-16,5-4-1 15,1-7 0-15,-6 1 1 16,5-1-2-16,-5 4 1 16,0 0 0-16,5-3 0 15,-5 6 2-15,0 0-2 16,0 0 0-16,0 4-1 16,0-1 0-16,0 1 0 15,0-4 1-15,0 4-1 16,0-5 3-16,0 1-2 15,0-9 0-15,0 9 1 16,0-6-2-16,0 3 1 16,0 1 0-16,0 3 0 0,0 0 2 15,0 2-2-15,0-3 0 16,0 7 1-16,0 0-3 16,0 3 2-16,0 0 0 15,0 4 1-15,0-4 0 16,0 6-1-16,13-2 0 15,-7-1 1-15,-6-9-3 16,0-1 2-16,0-5 0 16,0-5 0-16,0 4 2 15,0-7-2-15,0 7 0 16,0-3 0-16,0 6-2 16,0 0 2-16,0 1 0 15,0 7 0-15,0-4 0 0,0-1 0 16,0-1 1-16,-6 3 2 15,1-5-1-15,-3 0-2 16,8-3 0-16,-5 4 5 16,5-8-4-16,0 1 2 15,-5 3-1-15,5-4-2 16,0 4 4-16,-6-3-3 16,1-4 0-16,0 4 0 15,5-7 4-15,-8 0-4 16,8 0-1-16,0-1 1 15,0 2-3-15,-5 2 2 16,5 0 0-16,-5 0 0 0,5-3 2 16,0 3-2-16,0-3 0 15,0-3 0-15,0 3-1 16,-6 3 1-16,6 1 0 16,0 1 0-16,0-7 2 15,0 2-2-15,0 2 0 16,0-4 2-16,0-2-2 15,0 1 0-15,0 2 0 16,0-8 2-16,0 4 0 16,0 1-1-16,0 0-1 15,0 0 1-15,0 5 0 16,0-2 0-16,0 1 3 16,0-3 5-16,0-3-6 0,0-4 2 15,0 0-4-15,0 0 0 16,0 2 0-16,0-2-1 15,0 5 0-15,0-5 3 16,0 0-2-16,0 2 1 16,0-2 0-16,0 0-2 15,0 0 0-15,0 0 0 16,0 0 0-16,0 0 2 16,0 0 0-16,0 0-1 15,0 0-1-15,0 0 0 16,0 0 2-16,0 0-2 15,0 0 0-15,0 0-1 0,0 0-2 16,0 0-3 0,0 0-3-16,0-2-6 0,0-3 8 15,0 3 0-15,0-3 7 16,0-2 0-16,0 3 1 16,0-8-1-16,0 5 0 15,0-11-8-15,0 0-15 16,0 1-18-16,0 1-10 15,0 3-3-15,0 5 4 16,0 3 26-16,0 1 3 16,0 4 17-16,0 0 3 15,0 0-2-15,0 0 0 16,0 0 0-16,0 0 6 16,0 0-2-16,0 0 1 15,0 0-1-15,0 0 13 0,0 0 5 16,0 0 2-16,0 0 8 15,0 0-16-15,0 0 1 16,0 0-2-16,0 0-9 16,0 0 2-16,0 0-5 15,0 0 1-15,0 0-2 16,0 0-1-16,0 0 0 16,0 0-3-16,0 0 5 15,0 0-3-15,0 0 3 16,0 0 0-16,0 0 3 15,-5 0 11-15,0 0 20 16,-1 16-6-16,-1 7-2 0,7 1-7 16,0 6 1-16,0-10 16 15,0-3 2-15,0-6-9 16,7-11-3-16,9 0-18 16,0 0-8-16,-3-11-24 15,-2-15-29-15,7-8 16 16,-13-3-26-16,1 1 19 15,-6 9-41-15,0 7 10 16,0 10 17-16,0 8 15 16,-6 2-46-16,-23 0 89 15,1 2-5-15,-7 8-94 16</inkml:trace>
  <inkml:trace contextRef="#ctx0" brushRef="#br1" timeOffset="75229.69">11624 8295 283 0,'0'0'133'0,"0"0"-69"15,0 0 14-15,0 0 9 16,0 0-23-16,0 0-25 15,0 0-23-15,5-30-1 16,-5 30 15-16,0 0 8 0,0 0 7 16,0 0-12-16,0 0-6 15,0 0 7-15,0 0-15 16,0 0 0-16,0 0-10 16,0 0-8-16,0 0 7 15,0 7-6-15,0-4-1 16,0 7 5-16,0 3-2 15,0 10-2-15,0 11 3 16,0 6-2-16,0 9 0 16,0 11-3-16,0 16 3 15,0 4 7-15,0 11-3 16,8-1 10-16,8-14 10 16,-6-6-10-16,9-24 4 0,-9-9 2 15,1-17-7-15,-3-14 0 16,-3-2-15-16,-5-4-1 15,0 0-4-15,0 0-25 16,0 0 11-16,0-7-10 16,0-9-7-16,0-5 16 15,0-5-1-15,0-8-9 16,0-9-20-16,-5-1 5 16,-3-1 17-16,2-2-3 15,6 1-4-15,-5-2 0 16,0 5 3-16,0 2-4 15,-6 2 11-15,3 6 6 16,-2-3 8-16,-1 2 8 16,-2 5 2-16,8-1 8 0,-6 0-8 15,6 3 16-15,0 4-5 16,0 0 2-16,5 3 2 16,0 0-1-16,0 3-10 15,0 1 9-15,0 2-1 16,0 0 5-16,0-1 0 15,0 4-2-15,0-2-3 16,0 0-3-16,0-2-1 16,0 7 1-16,0-2-2 15,0 3 12-15,0 1-13 16,0 0 1-16,0 5 7 16,5 1 0-16,0-5 3 15,6 2-6-15,-1 1-4 0,3 2 0 16,-2-5 13-16,7 5-4 15,-2 0-5-15,0 0-8 16,7 0 5-16,-4 0 7 16,2 0-12-16,8 0-2 15,0 0-1-15,-8 0 1 16,8 5 0-16,-11 6-1 16,-7 1 0-16,-1 0 9 15,3 6-8-15,-2 0 8 16,5 7 0-16,-3-6-4 15,-8 4 3-15,0-2-6 16,0 3-2-16,1-9 6 0,-1 6-6 16,-5-1 4-1,0-4 3-15,0 8-4 0,0-1 4 16,0 7-4-16,0-1 1 16,0 1 6-16,-5 0-7 15,-11 0 4-15,-8-3-3 16,-5-1-3-16,8-3 3 15,-13 0-2-15,5-9-1 16,0 1 9-16,-10-3-10 16,5 0 2-16,-1-6-2 15,9 0-9-15,2-6 8 16,6 0-3-16,13 0 0 16,0 0 3-16,5 0-1 0,0 0 1 15,0 0 0 1,0 0-6-16,0-6 7 0,0-5-5 15,0 4 1-15,0 1 2 16,0 1-1-16,5 5 3 16,8-1-1-16,-3 1 2 15,1 0-2-15,7 0 2 16,-2 0 2-16,8 8 4 16,10 15 6-16,0 7-2 15,0 16 13-15,1-4-10 16,-4 8 10-16,3-4-4 15,-5-2 4-15,-5-8 7 0,-8 1-14 16,2-14 0 0,-13-3-8-16,6-4-8 0,-11-9 4 15,5-1-5-15,-5 1 0 16,8-3 1-16,-8 2-1 16,0-2 0-16,5 5 0 15,1-2 4-15,-6-3-8 16,5-4 4-16,-5 0-15 15,0 0-27-15,0 0-89 16,0-20-29-16,0-10-226 16</inkml:trace>
  <inkml:trace contextRef="#ctx0" brushRef="#br1" timeOffset="75826.99">12187 9090 224 0,'0'0'123'0,"0"0"-66"0,0 0 18 16,0 0-1-16,0 0-34 15,0 0-4-15,29-27 8 16,-29 27 7-16,0-3 1 16,0 3-30-16,0 0 0 15,0 0 1-15,-8 0-7 16,-3 0 4-16,11 0-20 15,-5 0 12-15,-6 0 14 16,-2 0-8-16,3 3 10 16,-1 11 17-16,-2 2-16 15,8 4-5-15,5-3-6 16,0 6-1-16,0 7 5 16,0-4-12-16,0 10 8 0,10 1-7 15,9-4-5-15,4 2-2 16,-2-5-3-16,-2-7-2 15,-9-3-8-15,-4-4-5 16,-6-2 9-16,0-4-9 16,-6 3 0-16,-33-3 12 15,-6-3-4-15,6-1-6 16,-3-6-13-16,10 0-33 16,3 0-9-16,11 0 14 15,12-10-58-15,1-20-45 16,5 1-44-16</inkml:trace>
  <inkml:trace contextRef="#ctx0" brushRef="#br1" timeOffset="76429.7">12355 8675 281 0,'0'0'115'0,"0"0"-46"15,0 0 19-15,0 0 3 16,0 0-32-16,0 0 5 16,0 0-11-16,0 0-2 15,0 0-9-15,0 0-8 16,0 0 2-16,0 1 3 16,0 10-6-16,0 0-12 15,0 8-8-15,0 0-5 16,0 4-4-16,0 7-1 0,0 5 2 15,0 5 1 1,8 10-1-16,-3 6 9 0,6 4-1 16,-6 10 3-16,0-1 4 15,8 4-4-15,-7-6 14 16,-1-11-8-16,0-11-8 16,0-9 6-16,-5-13-15 15,0-3-1-15,6-10-4 16,-6-8 0-16,0-2-1 15,0 0-10-15,0 0-10 16,0 0 1-16,0 0-15 16,0 0 6-16,0 0 4 15,0 0-4-15,0 0-7 16,0 0-17-16,0 0-27 16,0-8-22-16,0-14-35 0,0 4-50 15,0-5-97 1</inkml:trace>
  <inkml:trace contextRef="#ctx0" brushRef="#br1" timeOffset="76844.33">12436 9315 219 0,'0'0'109'16,"0"0"-58"-16,0 0-27 16,0 0 1-16,0 0-17 15,0 0-4-15,66-76-1 16,-47 73 3-16,-9 3 24 15,3 0 46-15,3 0-6 16,0 0-13-16,2 0 9 16,-2 0-16-16,8 6-2 15,-6 13 0-15,3-1-16 16,-10 12 0-16,2 6-6 0,-8 12 8 16,-5-2-9-1,0 1-7-15,0-4-1 0,0-3-12 16,0-7-5-16,0-3-3 15,-18-7-98-15,-3-6-197 16</inkml:trace>
  <inkml:trace contextRef="#ctx0" brushRef="#br2" timeOffset="138839.63">23769 5393 370 0,'0'0'106'0,"0"0"-54"16,0 0 15-16,0 0 9 0,0 0-24 16,0 0-18-16,0 0-11 15,-19-10 15-15,19 10-4 16,0 0 0-16,0 0 7 15,0 0 4-15,0 0-1 16,0 0-5-16,0 0-12 16,0 0-5-16,0 0-1 15,0 0-10-15,0 0 5 16,0 0-3-16,0 0-2 16,0 0 4-16,0 0-7 15,0 0 2-15,0 0 3 16,0 0-8-16,0 0 1 15,0 0-1-15,0 17 4 0,0 6 5 16,19 0-14-16,-3 7 9 16,2 4-1-16,-2 8-3 15,2 11 4-15,-2 14 0 16,2 15 1-16,-2 10 4 16,2 8-7-16,-2-1 4 15,3 7 7-15,-4-11-14 16,9-17 12-16,2-7 3 15,3-21-4-15,6-7-5 16,-1-7-3-16,0-6-6 16,-5-9-2-16,0-8 3 15,-13-3-5-15,-6-10-1 0,-5 0 3 16,3 0 1-16,-8 0-3 16,0 0-1-16,5-27 3 15,1-20-12-15,-1-15 13 16,6-14 0-16,7-3 0 15,-2 5-4-15,2 3 2 16,3 0 0-16,8 2 2 16,-5 0-5-16,5-1 3 15,-8-6-7-15,8-1 2 16,-6-4 4-16,-2 13-5 16,3 4 4-16,-8 16 3 15,2 9 2-15,-2 9-1 16,-3 7 0-16,-2 2 0 15,-6 5 3-15,0 3-3 16,8-4 3-16,-7 4 3 0,4-4-6 16,-5 8 6-16,1 6-5 15,-6 3 3-15,0 0 7 16,0 0-10-16,0 0-1 16,0 6-7-16,0 7-12 15,0 10-16-15,0 7-41 16,-16 10-98-16,-13-4-163 15</inkml:trace>
  <inkml:trace contextRef="#ctx0" brushRef="#br2" timeOffset="140540.85">24647 6498 286 0,'0'0'177'0,"0"0"-106"16,0 0 6-16,0 0 13 15,0 0-19-15,0 0-49 0,5-50-13 16,-5 37 1-16,6 3 15 16,-6 0 0-16,0 4-6 15,0-1 5-15,0 0-2 16,0 7 4-16,0-5 3 15,0 5-9-15,0 0-1 16,0 0-4-16,0 0-6 16,0 0 1-16,0 0-1 15,0 0-1-15,0 0 1 16,0 0-8-16,0 0 3 16,0 0-2-16,0 0-2 15,0 0 6-15,0 0-5 16,0 9 2-16,0-6 9 0,0 4-6 15,0-4 6 1,0 0-10-16,0 0 1 0,0 1-3 16,0 9 3-16,0 4-3 15,0 13 2-15,0 12-2 16,0 12 6-16,0 12 1 16,0 7 10-16,0 6 12 15,0-5-5-15,0-6-2 16,0-8-3-16,0-11-3 15,0-5 3-15,0-12-10 16,0-8-6-16,0-11 1 16,0-6-4-16,0-7-2 15,0 0-1-15,0 0-25 16,0 0 1-16,0-17 4 0,0 4-6 16,0-1 16-16,0-5 4 15,0-4-6-15,0-4-3 16,0-3-7-16,0-3 5 15,0-5-4-15,0 1-10 16,0-1 0-16,0-7 6 16,-6 7 6-16,6 0 11 15,0 8 2-15,0 0 8 16,0 4-1-16,0-1 4 16,0 1 0-16,0-1-2 15,0 4 0-15,0-3 2 16,0 2 0-16,0 4-1 15,0-3 0-15,0 7 0 16,0-1 9-16,0-3-8 16,0 7 7-16,0-6-3 0,0 5 2 15,0 3-1-15,6-5 0 16,-1 2-2-16,8-2-1 16,-8-2-4-16,6 3 1 15,-6-2-1-15,8 5 3 16,-8 7 0-16,6 1 4 15,-6 2 4-15,3 2 3 16,3 0-1-16,-11 0 0 16,5 0-1-16,5 0-6 15,-4 0 4-15,7 0 2 16,-3 0-6-16,9 0 8 16,-3 0-11-16,-1 2 6 0,4 13-1 15,-3 0-2-15,2 6 3 16,-2-1-5-16,7 7-2 15,-7-4 3-15,3-2-4 16,-4 7 7-16,-1-1 3 16,-9-1-2-16,0 8 1 15,-5-8 4-15,0 4-4 16,0-3-2-16,0-4-6 16,0 0-1-16,0-9 2 15,-5 2-3-15,-19 1 0 16,-5 3-6-16,3-7 5 15,-8 0 0-15,-14 2-1 16,9-10-3-16,-6 5 4 0,6-6 0 16,15-4-1-16,-2 0 1 15,13 0-4-15,2 0 2 16,6 0-9-16,5-14 3 16,0 1 9-16,0-1-8 15,0-2 7-15,0 2-3 16,5 5-1-16,19 2 2 15,-3 0-7-15,2 7 6 16,6 0 4-16,-2 0 0 16,7 0 0-16,-5 20 6 15,0 13-1-15,5 8 12 16,-13 12 2-16,8 3 6 0,-5 4 10 16,-1-3 2-1,-2-2-4-15,-2-3-10 0,-9-12-6 16,1-10 3-16,2-11-17 15,-8-12 1-15,-5-3-2 16,0-4-2-16,0 0-14 16,0 0-17-16,0 0-18 15,0-7-21-15,0-6 5 16,0-8 0-16,-18 2-89 16,2-4-159-16</inkml:trace>
  <inkml:trace contextRef="#ctx0" brushRef="#br2" timeOffset="141072.84">25373 6941 413 0,'0'0'94'16,"0"0"-7"-16,0 0-2 0,0 0-25 15,0 0-2-15,0 0-4 16,-29-13 3-16,24 13-2 15,-11 0-4-15,3 0-3 16,2 6-3-16,1 6-20 16,-3 6-3-16,2 1-20 15,11 9-1-15,0 3 20 16,0 8-21-16,0-6 2 16,16 6-2-16,18-2 0 15,0 3 2-15,0 0-1 16,-5-7 1-16,-5 0 5 15,-13-3-2-15,-11-2 11 16,0-9 1-16,0-2-10 0,-16-8 8 16,-26-5-15-16,2-4-13 15,1 0-4-15,5 0-12 16,-1 0-11-16,20-24-17 16,-4-6-33-16,14-3-23 15,5-7-94-15,0-6-219 16</inkml:trace>
  <inkml:trace contextRef="#ctx0" brushRef="#br2" timeOffset="141922.74">25618 6429 70 0,'0'0'370'0,"0"0"-266"16,0 0 0-16,0 0 1 15,0 0-29-15,0 0-21 16,10-34-7-16,-5 34 3 16,-5 0 6-16,6 0-17 15,-6 0-14-15,0 4 0 16,0 2-9-16,0 7-2 15,0 8 2-15,0 9-5 0,5 16 8 16,8 4-7-16,-8 6-5 16,6 10 13-16,-6 1-5 15,3 11 6-15,-3 5-2 16,-5 3 1-16,0 10 7 16,0 1-10-16,0-8-8 15,0-16 9-15,0-13-12 16,0-16 9-16,0-14-9 15,0-13-6-15,0-11 3 16,0-4-3-16,0-2-1 16,0 0 0-16,-5 0-9 15,-3 0 2-15,3 0 3 16,5 0-7-16,0-2 9 16,0-4-5-16,0-9-5 0,0-8 5 15,0-3 2-15,0-11 1 16,0-4-4-16,0-5-4 15,0 0-1-15,0 3-6 16,0 3-10-16,0 3 5 16,18 7 10-16,-2 4 9 15,2 6 2-15,-2 0-5 16,3 5 8-16,-4 4 0 16,1 1 0-16,-3 6 10 15,-2 4-9-15,-6 0 5 16,13 0-2-16,-7 0-2 15,0 0 4-15,7 0 1 16,-13 11 0-16,11 3 6 0,2 11-6 16,-7 5 7-16,7 7-6 15,-7 5 1-15,5 9 5 16,-3-1-3-16,-3 3-3 16,-4-4 5-16,-1-3 3 15,-5-4 1-15,0-12-5 16,8-7-3-16,-8-6 2 15,5-16-11-15,-5 6 0 16,0-7-6-16,0 0 2 16,0 0-21-16,0-14 6 15,0-9-14-15,0-16-7 16,5-11-28-16,0-13-58 0,1-7-90 16,-1-3-206-1</inkml:trace>
  <inkml:trace contextRef="#ctx0" brushRef="#br2" timeOffset="142680.76">26683 5879 376 0,'0'0'136'0,"0"0"-14"16,0 0-4-16,0 0-35 15,0 0-10-15,0 0-6 16,0 0-3-16,10 0-7 0,-5 0-16 15,9 0-21 1,1 0 8-16,20-3-3 0,-1-3 4 16,10 2-16-16,14-2-8 15,-13 6 10-15,13 0-10 16,-8 0 8-16,8 0-5 16,-14 0-7-16,-4 0 13 15,-11 0-6-15,-13 0 8 16,-6 0 3-16,3 0-10 15,-7 0 5-15,-1 0-4 16,-5 0-4-16,0 0-4 16,0 0-2-16,0 0-6 15,0 0 5-15,0 0-32 16,0 0-17-16,0 0-27 0,-5 0-27 16,-14 0-71-16,-2 0-70 15,-8 0-280-15</inkml:trace>
  <inkml:trace contextRef="#ctx0" brushRef="#br2" timeOffset="143222.73">26746 6195 258 0,'0'0'177'0,"0"0"-107"15,0 0 18-15,0 0 25 16,0 0-39-16,0 0-27 16,0 3 9-16,0-3-4 15,0 0 8-15,0 0-3 16,0 0-19-16,5 0-2 16,16 0-11-16,8 0-4 0,5 0 9 15,6-3-21-15,4 0 12 16,4-1-2-16,2 4-7 15,-6 0 11-15,-4 0-8 16,2 0-1-16,-16 0 6 16,3 0-15-16,-5 0 8 15,-8 0-10-15,-11 0-1 16,8 0 0-16,-8 0-2 16,-5 0-3-16,0 0 1 15,0 0-33-15,0 0-14 16,0 0-35-16,0 0-20 15,0 0-58-15,0 0-123 16</inkml:trace>
  <inkml:trace contextRef="#ctx0" brushRef="#br2" timeOffset="144322.57">28282 5138 383 0,'0'0'164'0,"0"0"-52"16,0 0-25-16,0 0-16 15,0 0-32-15,0 0-7 16,-11 0-19-16,11 0 8 16,0 0 9-16,0 0 12 15,0 3 5-15,5 14-9 16,6 6-5-16,13 10 3 0,-9 10-12 15,9 7 12 1,2 13 2-16,3 17-7 0,11 21 8 16,-1 12-2-1,3 13-3-15,-2-3 10 0,-6-10-19 16,-8-19-1-16,8-26-1 16,-10-15-7-16,5-23 3 15,-8-19-19-15,-3-7 4 16,-2-4-6-16,8 0 2 15,-3-22-2-15,8-17-1 16,0-13-1-16,0-9 0 16,0-9-6-16,-8 1-1 15,13-8 9-15,-5-2-17 16,0-2 12-16,-3-6-3 0,3 8-3 16,0 7 10-1,-5 1-1-15,-3 18 4 0,2 3 0 16,-7 10 2-16,2 10-4 15,3 0 2-15,-2 7 0 16,-3 7-2-16,2 2 2 16,-7 4 0-16,-1 7 1 15,-2 0-1-15,-3 3 0 16,-5 0 0-16,0 0-11 16,0 0-28-16,0 0-31 15,0 0-55-15,0 10-55 16,0 6-67-16,-23 14-347 15</inkml:trace>
  <inkml:trace contextRef="#ctx0" brushRef="#br2" timeOffset="145472.6">29499 6162 465 0,'0'0'138'0,"0"0"-19"15,0 0-53-15,0 0-26 16,0 0-14-16,0 0-16 16,0 0 10-16,13-12 15 15,-13 6 10-15,0 6 12 16,0-2-9-16,0-1-15 0,0-1-4 16,0 4-14-1,0 0-4-15,0 0 2 0,-7 0-2 16,-4 0 4-16,1 0-5 15,4 0-2-15,-7 0 5 16,8 0-11-16,-11 0-2 16,-2 0 1-16,2 0 2 15,-8 0-5-15,8 0 3 16,-12 7-1-16,4 2 7 16,3 9-6-16,-3-6-1 15,0 10 1-15,9-7 1 16,-1 6-1-16,-3-4-1 15,4 3 0-15,-4 3 4 0,4-3 1 16,-4 3-4-16,9 4 1 16,-1-1 0-16,3 4 1 15,8-3-1-15,0 3 4 16,0 6 7-16,0 4-4 16,0 9 2-16,8 2 12 15,18 4-5-15,3-7 10 16,5-6-5-16,1-7-2 15,-6-5 6-15,0-13-18 16,2-11 5-16,-7-6-11 16,-1 0-3-16,6 0-2 15,-2-29-17-15,2-8-4 16,0-8 5-16,-14 7-11 16,9-7-2-16,-8 6-3 0,-3 6-1 15,-3 6 17-15,-10 7 16 16,6 7 2-16,-6-1-2 15,0 8 4-15,0-1-2 16,0 7 0-16,0-7 2 16,0 4-2-16,0-3 0 15,0-1 1-15,0 4-1 16,0 3 0-16,0 0-1 16,5 0 0-16,-5 0-6 15,0 0-14-15,0 0-28 0,0 0-20 16,0 0-47-1,0 3-30-15,0-3-116 16,-21 3-81-16</inkml:trace>
  <inkml:trace contextRef="#ctx0" brushRef="#br2" timeOffset="145872.57">29313 6584 287 0,'0'0'241'15,"0"0"-88"-15,0 0-17 16,0 0-34-16,0 0-2 16,0 0-50-16,78 27-17 15,-30-20 20-15,-9-4-13 16,16-3 1-16,-2 0-14 0,-3 0-22 16,8 0-4-16,-19 0-1 15,-4 0-22-15,-14-3 1 16,-8 3-18-16,-13 0 26 15,0 0 12-15,0 0 2 16,0 0 3-16,0 0 7 16,0 0-8-16,0 0 10 15,0 0-13-15,0 0 5 16,0 13 6-16,0 14-2 16,0 9 8-16,0 13 4 15,0 10-4-15,5 7 2 16,0 7-12-16,6-3 1 15,-11-4-8-15,13-13-31 16,-3-16-69-16,-4-14-102 16,-6-16-328-16</inkml:trace>
  <inkml:trace contextRef="#ctx0" brushRef="#br2" timeOffset="154162.98">27369 8600 188 0,'0'0'78'0,"0"0"-27"16,0 0 7-16,0 0 1 15,0 0-28-15,0 0-4 16,0 0 21-16,-5 0 20 16,5 0 9-16,0 0-15 15,-8 0-1-15,8 0-4 16,0 0-17-16,-5 0 2 15,5 0-4-15,0 0-1 16,-6 0 1-16,6 0-14 16,0 0 7-16,0 0 4 0,0 0-1 15,0 0 6 1,0 0-10-16,0 0-12 0,0 0 5 16,0 0-12-16,0 0 4 15,0 0 1-15,0 0-16 16,0 0-3-16,0 0-8 15,6 0 10-15,23 0 0 16,10 0 2-16,0 0-1 16,1 0 1-16,-1 0 3 15,3 0-4-15,-15 0 0 16,7 0 0-16,-10 0 2 16,-3 0-2-16,2 0-2 15,-4 0 1-15,-9 0-4 16,1 0 4-16,-6 0 0 0,3 0-1 15,-3 0-2-15,-5 0-5 16,0 0-5-16,0 0 1 16,0 0-18-16,0 0-7 15,0 0-20-15,-5 0-19 16,-13 0-40-16,-6 0-93 16,-2 0-274-16</inkml:trace>
  <inkml:trace contextRef="#ctx0" brushRef="#br2" timeOffset="154741.35">27364 8794 207 0,'0'0'190'16,"0"0"-109"-16,0 0-10 16,0 0 37-16,0 0-29 15,0 0-24-15,-13 0-19 0,7 0-3 16,1 0 7-16,0 0-9 15,5 0 11-15,-5 0 2 16,5 0-10-16,0 0-1 16,0 0-13-16,0 0-8 15,0 0 7-15,0 0-15 16,0 0 2-16,0 0 2 16,0 0-7-16,0 0 6 15,0 0-7-15,0 0 1 16,0 0 1-16,0 0 0 15,0 0-2-15,0 0 0 16,0 0 3-16,0 2-3 16,0 3 8-16,0-1-2 0,15 2-1 15,9-5-4 1,-3 4 3-16,8-5-1 0,0 0-3 16,-5 0-1-16,-3 0-3 15,2 0-5-15,-2 0 7 16,8 0-16-16,-10 0-12 15,2 0-24-15,-3 0-34 16,-2 2-5-16,2 3-57 16,-7 2-110-16</inkml:trace>
  <inkml:trace contextRef="#ctx0" brushRef="#br2" timeOffset="156105.62">28758 8153 150 0,'0'0'118'0,"0"0"-50"16,0 0-12-16,0 0-5 15,0 0-15-15,0 0-8 16,-6-32 13-16,6 25 11 16,0 5 5-16,0-4 2 15,0 6-4-15,0-6-4 0,-5 6-3 16,-3 0-11-16,8 0-2 16,-5 0-6-16,0 0-14 15,-1 0 9-15,6 0-6 16,-10 0-7-16,10 0 10 15,0 7-11-15,0-2 3 16,0-5-3-16,0 0-8 16,0 2 7-16,0-2-7 15,0 7 1-15,0 8 3 16,0 8-3-16,0 13 6 16,0 14 0-16,0 10-3 15,0 9 12-15,5 11 2 16,6-3 6-16,-1-1 13 15,3-8-11-15,-2-14 1 0,-1-2-3 16,4-7-7-16,-4-7-3 16,-5-8-14-16,1-7 0 15,-1-10 1-15,-5-4-3 16,0-5-2-16,0 0-11 16,0-4-20-16,0 0-2 15,0 0-7-15,0 0-13 16,0 0-1-16,0 0-38 15,0-8-35-15,0-11-103 16,0-1-203-16</inkml:trace>
  <inkml:trace contextRef="#ctx0" brushRef="#br2" timeOffset="156495.04">28645 9100 349 0,'0'0'99'15,"0"0"-68"-15,0 0 42 16,0 0 39-16,0 0-44 16,0 0-6-16,-6 6-6 15,6-6-9-15,0-6-5 16,0-4-21-16,0-7-14 0,16-3-1 15,18-7-4-15,0-3-3 16,11 4 1-16,-5 6-2 16,7 4-1-16,-2 9-4 15,-6 7 7-15,-5 0 9 16,1 0 10-16,-7 10 20 16,-7 10-1-16,-10 3-7 15,2-7 7-15,-8-5-23 16,1-5-3-16,-1-6-12 15,-5 0 0-15,0 0-19 16,0 0-41-16,0-30-45 16,0-10-18-16,-21-3-197 15</inkml:trace>
  <inkml:trace contextRef="#ctx0" brushRef="#br2" timeOffset="156819.43">28610 8053 390 0,'0'0'138'16,"0"0"-21"-16,0 0 0 16,0 0-17-16,0 0-40 15,0 0-10-15,182 46-10 16,-119-39-24-16,-3-6-15 16,-2-1-1-16,-13 0-28 15,-6 0-44-15,-15 0-51 16,-13 0-208-16</inkml:trace>
  <inkml:trace contextRef="#ctx0" brushRef="#br2" timeOffset="157439.03">29426 8759 178 0,'0'0'229'0,"0"0"-181"16,0 0-5-16,0 0 11 16,0 0-19-16,0 0-12 15,18 0 4-15,-18 0 10 0,0 5 13 16,0 12-18-16,0 3-3 16,0 5-1-16,0 9-3 15,0 10 6-15,0 12-1 16,0 17 2-16,0 10 34 15,0-7-1-15,5 0-7 16,1-17-12-16,4-17-12 16,3-8-3-16,-7-19-15 15,4-6-11-15,-5-9-5 16,1 0-21-16,-6-11-33 16,0-24-30-16,0-1-78 15,0-7-9-15,0 2-89 16</inkml:trace>
  <inkml:trace contextRef="#ctx0" brushRef="#br2" timeOffset="157793.22">29439 8794 217 0,'0'0'248'15,"0"0"-174"-15,0 0 16 16,0 0 33-16,0 0-40 0,0 0-39 16,158-7-14-16,-114 2-10 15,-10 4-3-15,6-7-2 16,-6 1-15-16,-5 5 3 15,0-3-1-15,-8 5-1 16,-3-1-2-16,-2 1-2 16,3 0-8-16,-9 0-5 15,-10 0-26-15,0 0-14 16,0 0-43-16,0 0-50 16,0 6 12-16,0 1-83 15</inkml:trace>
  <inkml:trace contextRef="#ctx0" brushRef="#br2" timeOffset="157944.46">29439 8794 439 0</inkml:trace>
  <inkml:trace contextRef="#ctx0" brushRef="#br2" timeOffset="158085.03">29439 8794 439 0,'45'206'117'0,"-40"-203"11"0,29 4 4 0,11 0-33 16,-1-4-21-16,9-3-21 15,2 0-8-15,-7 0-10 0,-9 0-15 16,-10 0 4-16,-13 0-25 16,-11-3-3-16,-5-1-9 15,0 1-33-15,0-4-28 16,0-2-63-16,0-5-94 15,0 4-279-15</inkml:trace>
  <inkml:trace contextRef="#ctx0" brushRef="#br2" timeOffset="158739.14">30317 8826 426 0,'0'0'81'16,"0"0"-44"-16,0 0 44 15,0 0 10-15,0 0-40 16,0 0-13-16,-13-37-6 16,13 35 5-16,-5-3-4 15,-6-1-15-15,1 3-6 16,-9-4-11-16,-2 5 1 0,3 2 5 16,7-5-5-1,-7 5-2-15,-3-1 0 0,3 1 1 16,-4 0-3-16,-1 0 1 15,-1 0 1-15,-2 0 0 16,2 13 2-16,0 3-2 16,3 8 11-16,3 6 7 15,2 6 11-15,3 1-2 16,13 2 10-16,0 2 5 16,0-2-19-16,0-2 4 15,0-4-5-15,34 0-14 16,6-7-2-16,7 1-6 0,-2-3 0 15,-11-5 1 1,0-2-1-16,-13 2-1 0,-8-12 1 16,-13 9-14-16,0-2 3 15,0 3 1-15,-23 5 8 16,-22 8 2-16,-5-6 4 16,-3 5-1-16,-2 1-1 15,8-11 0-15,13-6 0 16,7-8-2-16,14-5-9 15,13 0-15-15,0-18-90 16,0-24-44-16,0-6-177 16</inkml:trace>
  <inkml:trace contextRef="#ctx0" brushRef="#br2" timeOffset="159008.41">30814 8841 368 0,'0'0'582'0,"0"0"-499"15,0 0 1-15,0 0-28 0,0 0-15 16,0 0 1-16,63-34-30 15,-52 28-3-15,-3 1-9 16,-8-2-5-16,5-1-23 16,6-14-79-16,7-1-62 15,3-9-178-15</inkml:trace>
  <inkml:trace contextRef="#ctx0" brushRef="#br2" timeOffset="160255.35">31735 8054 331 0,'0'0'125'0,"0"0"-61"16,0 0 19-16,0 0 9 15,0 0-39-15,0 0-9 16,0-13 7-16,0 13-13 16,0 0 3-16,0 0-1 15,0 0 2-15,0 0 1 16,0 5-21-16,0 2-1 0,0-2-8 15,0 13-12-15,0 6 12 16,0 18 1-16,0 6 4 16,0 24 22-16,0 10-2 15,0 12 7-15,0 2 1 16,0-7-16-16,0-14 1 16,0-14-6-16,0-13-5 15,0-14-2-15,0-15-15 16,0-9 2-16,0-6-5 15,0-4-10-15,0 0-4 16,0 0-16-16,-6-7-7 16,6-13 6-16,0-8 0 15,-13-4-33-15,8-4 2 16,0-2 10-16,5 1 20 16,0 0-4-16,0-2 2 0,0 0 8 15,0-1-6-15,0-7 11 16,0 0 0-16,0 1-8 15,0 0 3-15,0 2-19 16,0 5 19-16,0 2 18 16,0 4 5-16,0 4 3 15,0 0 7-15,0 4-5 16,0-3 13-16,0 10 0 16,5-4-7-16,6 3 3 15,2 5-7-15,-8-2 8 16,5 5-3-16,1 2-7 15,2-1 11-15,3 3-2 0,2 3-2 16,-2-2 12-16,8 6-8 16,-3-3 3-16,8-4-6 15,-6 7-1-15,-2 0 3 16,14 0-8-16,-6 0-3 16,0 0 12-16,10 0-5 15,-5 7 3-15,0 6 15 16,1 6-8-16,-7 4 3 15,-6-9-9-15,-9 13 0 16,-3-2 13-16,1-1-11 16,-6 6 0-16,-5-1 3 15,0-5-6-15,0 6 9 16,0-5-6-16,0 2-3 0,0-4 8 16,0-3-9-1,-16 3-5-15,-13-3 0 0,-10 3-5 16,-6-3 3-16,-8 4-3 15,-2-5 0-15,-8 1 0 16,0 0 0-16,3-6 0 16,12-8 0-16,9-2-13 15,12-4 8-15,9 0-10 16,13 0-16-16,5 0 16 16,0-17-7-16,0 0-2 15,0 0 5-15,23 4-5 16,4 7 21-16,2 2-2 0,5 4 5 15,5 0-1 1,-4 0 3-16,4 27-2 0,-5 13 11 16,0 6-4-16,-5 7 26 15,0 4-4-15,-13-4 5 16,0-4 15-16,-3-7-25 16,-3-12-5-16,1-14 0 15,-3-9-17-15,-8-7 4 16,0 0-6-16,0 0-12 15,0 0-11-15,0-12-37 16,0 1-15-16,0-3 0 16,0 0-29-16,0-1-49 15,0-2-168-15</inkml:trace>
  <inkml:trace contextRef="#ctx0" brushRef="#br2" timeOffset="161190.09">32495 8683 197 0,'0'0'235'0,"0"0"-225"15,0 0 3-15,0 0 19 0,0 0 22 16,0 0-15-1,-8-3-1-15,8-2 11 0,-5-1 5 16,-1 0-28-16,1 3 4 16,5 3-7-16,-5 0-2 15,0 0 14-15,5 0-13 16,0 0 8-16,0 0-8 16,0 0-3-16,0 0 16 15,0 0-1-15,-8 15-19 16,8 0 23-16,-6 17-20 15,1-2 5-15,5 14 8 16,0 7-4-16,0 9 19 16,0-3-6-16,0 2-10 0,-5-5 5 15,0-18-15 1,5-10-4-16,0-9-2 0,0-11-9 16,0-6 4-1,0 0-9-15,0 0-9 0,0-13 9 16,0-10-21-16,0 0-1 15,0-7 14-15,0-7-16 16,0 1-12-16,0-4 7 16,0 4-9-16,0 2 17 15,0 4 4-15,0 1 13 16,0 5 3-16,5-1-6 16,11 9 1-16,2 1 6 15,-7 0 0-15,12 2 0 16,-7 0 0-16,8 2 3 0,-1-1-1 15,4 0 1 1,-4 0-6-16,6 2 2 0,0 3 1 16,-2 6 4-16,1-4-3 15,-4 5 3-15,-3 0 7 16,-2 0-9-16,-4 0 8 16,4 0-5-16,-3 0 2 15,2 0 8-15,-2 0-12 16,2 0 10-16,-7 0-4 15,4 0-3-15,-1 5 3 16,-9 0-3-16,5 8-3 16,-4 0 12-16,-6 4-12 15,5 0 6-15,3 7 2 16,-8 1-10-16,0 10 15 16,0 5-10-16,0 10 7 0,0 0 9 15,0 3-12-15,0-7 11 16,0-2-5-16,0-8-7 15,0-13 5-15,0-3-9 16,0-14-4-16,0-6 0 16,0 0-1-16,0 0-3 15,0 0-17-15,0 0-10 16,0-13 3-16,-8-6-28 16,8-2 6-16,-5-9-23 15,-1 4-66-15,1-4-44 16,-5 7-166-16</inkml:trace>
  <inkml:trace contextRef="#ctx0" brushRef="#br2" timeOffset="161534.84">32634 8704 236 0,'0'0'96'0,"0"0"-25"15,0 0 22-15,0 0 1 16,0 0-2-16,0 0-16 15,0 13-6-15,0 13 12 16,13 7 0-16,-7 15-5 16,-1 7-18-16,-5 19-17 15,0 3-16-15,0 2-26 16,0-5-9-16,0-15-66 16,-24-4-218-16</inkml:trace>
  <inkml:trace contextRef="#ctx0" brushRef="#br2" timeOffset="169671.12">25865 8160 211 0,'0'0'69'0,"0"0"-34"15,0 0 0-15,0 0-10 0,0 0-17 16,0 0-3-16,0 0-4 15,0 0 2-15,0 0 22 16,-5 0-3-16,5 0 6 16,0 0-10-16,0 0-10 15,0 0-5-15,0 0-3 16,0 0-3-16,0 0-1 16,0 0 4-16,0 0 3 15,0-6 1-15,0 1 8 16,0 0 15-16,0-2 5 15,0 6-2-15,0 1-13 16,0 0-9-16,0 0 0 16,0 0-2-16,0 0 4 15,0 0 13-15,0 0-11 16,0-6 10-16,0 6-7 0,0-1-6 16,0-4 3-16,0 2-5 15,0 1 0-15,0 2 4 16,0 0 3-16,0 0 9 15,0 0-2-15,0 0-8 16,-6 0 2-16,6 0-8 16,-5 0 4-16,0 0 5 15,5 0-4-15,-6 0-1 16,6 0-5-16,-5 0-1 16,5 2 12-16,0 1-9 15,0 2 2-15,0-4 1 16,0 5-7-16,0 0 1 0,0 5 2 15,-8 1-1-15,-2 2 0 16,5 9-6-16,-1-5 1 16,1 7 7-16,-3 2 0 15,3-4 0-15,0 7-5 16,5 0-1-16,-6 3 8 16,6 0-5-16,0 7 1 15,0 3 6-15,0 0-8 16,0 3 7-16,-5 6 3 15,5-7 1-15,-5 1 18 16,0 0-16-16,-3-2 4 16,-3-6-3-16,6-8-12 15,0-10 0-15,-1-10 0 16,6-4-6-16,0-6 0 16,0 0 0-16,0 0 0 0,0 0-1 15,0 0-7-15,0 0-5 16,-8 0-13-16,8 0 12 15,0-13 8-15,0 0-15 16,0-1 16-16,0 1 0 16,0-8-14-16,0 6-9 15,0-7 5-15,0 4-11 16,0-1 2-16,0-5 1 16,0 0 10-16,0-4-4 15,0-2 8-15,0 4 17 0,0-1 0 16,0 4 0-1,0-3 2-15,0 6-1 0,0-3-1 16,0-1 0-16,0-3 2 16,0 4-2-16,0-3 0 15,0-1 1-15,0 4-2 16,0 0 1-16,0 0 0 16,0 5 4-16,0 6-2 15,0-6 4-15,0 3 5 16,0 0-6-16,0 0 6 15,0-2-2-15,0 0 0 16,0-1 3-16,14 2-12 16,-9 1 9-16,5-2-6 15,-4 5-2-15,7 1 4 16,-8 4-4-16,6-5 3 0,-1 3 5 16,3-5-6-16,-2 7 7 15,-1-9-3-15,-2 8-7 16,-3-3 3-16,6 0-3 15,0 4 0-15,-6-5 6 16,8 8-3-16,-3-3 6 16,9 4 0-16,-9 0-3 15,-4 2 3-15,4 1-6 16,-2-5 0-16,-3 5 4 16,1 0-6-16,-1 0 5 15,5 0 2-15,3 0 0 16,-2 0 3-16,5 0-10 0,-3 0 0 15,-3 0 2 1,1 0-1-16,2 0 3 0,-8 5-5 16,6 9 0-16,-1 2 15 15,-2-2-12-15,-2 8 2 16,-1 1 10-16,0-4-11 16,-5 5 2-16,0-1-1 15,0 0-4-15,0 1 0 16,0 2-1-16,0-3 0 15,0-4 1-15,0 2 3 16,0-8-4-16,0 1 2 16,-5-4-2-16,-6 6 5 15,-7 1-3-15,-6 3-2 16,3 3 0-16,-8 0 0 16,0 1 0-16,-5 2 0 0,-5-3 4 15,5-3-3-15,-1-3-1 16,1-4 0-16,8-6-3 15,-3-4 2-15,5-3 1 16,8 0-4-16,6 0-11 16,10 0 12-16,0 0-15 15,0 0 9-15,0-7 2 16,0-2 1-16,0-1 5 16,10 6 0-16,1 1 1 15,-1 3 1-15,4 0 0 0,-4 0-1 16,9 0 0-1,-4 0 3-15,9 0 0 0,-3 13 6 16,8 11-7-16,-5 12 16 16,10 4 1-16,-8 9 3 15,-2 9 20-15,5-3-8 16,-8-3 0-16,2-3-3 16,1-12-17-16,-3-11 5 15,-2 1-16-15,-9-13-1 16,1-1-2-16,-4-10 1 15,-7-3 0-15,0 0-1 16,0 0-12-16,0 0 8 16,0 0-22-16,0 0-9 15,0 0-19-15,0 0-16 16,0-7 20-16,0-6-44 0,0-7-87 16,-7-7-242-16</inkml:trace>
  <inkml:trace contextRef="#ctx0" brushRef="#br2" timeOffset="170389.08">26399 8805 178 0,'0'0'104'0,"0"0"-14"15,0 0-6-15,0 0-4 16,0 0-9-16,0 0-18 16,0-29 5-16,5 26-11 15,-5 1-6-15,0-3-4 0,0 5-10 16,0-2 5-16,0-3-13 16,0 5-3-16,0 0 6 15,0 0-9-15,0 0 5 16,-11 0-12-16,6 0 1 15,-13 0 11-15,2 0-6 16,-8 14-11-16,-5-5 3 16,3 10-2-16,2-3-1 15,9 4-1-15,-4-1 0 16,9 2 15-16,4-1-13 16,6-3 5-16,0 3 4 15,0-4-7-15,0 1 4 0,0 6 2 16,21-6-10-1,8-1 14-15,0 4-14 0,0-3 3 16,5 2 3-16,-13 5-4 16,3-4 5-16,-8 0 0 15,-11-4-6-15,3 1 10 16,-8-7-10-16,0 3 1 16,0 1-2-16,-8-1-2 15,-18 3 2-15,-3-2 0 16,0-2 3-16,5-1 2 15,3 1-5-15,3-5 0 16,2-3 0-16,11-4-43 16,0 0-60-16,5 0-54 15,0-16-147-15,0-14-158 16</inkml:trace>
  <inkml:trace contextRef="#ctx0" brushRef="#br2" timeOffset="171504.45">26551 8374 331 0,'0'0'109'0,"0"0"-44"15,0 0 22-15,0 0-13 16,0 0-13-16,0 0-16 16,19 0-11-16,-19 0 5 15,0 0-18-15,0 7 7 16,0 7 7-16,0-1-5 0,0 6 8 16,5 8-4-16,-5 3-17 15,5 3 5-15,-5 4-13 16,5 2 3-16,1 8 1 15,-6 3-3-15,8 11 2 16,-3-1-2-16,-5 3-4 16,5-3 9-16,-5-4-11 15,0 1 2-15,0-11 5 16,0-3-1-16,0-10 0 16,0-10-3-16,0-6-6 15,0-4 3-15,0-3-4 16,0 0 0-16,0 4-2 15,0-2 5-15,0 2-3 0,0-4 0 16,0 0 2-16,0-3-3 16,0-4 1-16,0 0-1 15,0-3 1-15,0 0-12 16,0 0 5-16,0 0 5 16,0 0-12-16,0-6 11 15,0-1-8-15,0 3 3 16,0 3 3-16,0-5-8 15,0-6 13-15,0 1 4 16,0 4 0-16,0-9 1 16,5 3-5-16,1-6 0 15,-1-5-1-15,8 4 1 16,-3-3-1-16,1-7-3 0,2-3-12 16,-2 3 11-16,-1-6-10 15,9 13 3-15,-4-1 6 16,-4 1-10-16,2 6 11 15,-2-4-1-15,-1 9 6 16,8 2-5-16,-2 0 5 16,-3 3 0-16,-7 4-1 15,-1 3 4-15,0 0 7 16,0 0 8-16,-5 0-6 16,14 0 8-16,-4 10-13 15,1 0 3-15,2 3 8 16,-3 1-9-16,1 6 2 0,-1 3 1 15,4 3-4 1,-4 8 15-16,1 2-13 0,7 4 4 16,-13 6 5-16,0-2-7 15,-5 2 10-15,0-7-5 16,0-2-3-16,0-3 12 16,0-8-22-16,0-10-3 15,0-4 1-15,0-7-1 16,0-5-2-16,0 0-11 15,0 0-25-15,0 0-13 16,0 0-51-16,0-12-18 16,0-18-90-16,-21-5-279 15</inkml:trace>
  <inkml:trace contextRef="#ctx0" brushRef="#br2" timeOffset="184583.2">10740 4997 261 0,'0'0'52'16,"0"0"-52"-16,0 0 2 15,0 0 1-15,0 0 7 16,0 0-10-16,0 0-19 15,0 0-85-15</inkml:trace>
  <inkml:trace contextRef="#ctx0" brushRef="#br2" timeOffset="185655.43">21347 6614 362 0,'0'0'61'16,"0"0"-5"-16,0 0-11 15,0 0-3-15,0 0 8 16,0 0-11-16,13 0-21 0,-3 0 2 15,-4 0 11-15,-6 0-26 16,0 0 4-16,0 0-9 16,0 0 1-16,0 0 0 15,0 0-1-15,0 0-26 16,0 4-129-16,0 3-111 16</inkml:trace>
  <inkml:trace contextRef="#ctx0" brushRef="#br2" timeOffset="205302.48">19748 8308 74 0,'0'0'240'0,"0"0"-184"16,0 0 10-16,0 0-15 15,0 0-7-15,0 0 5 16,57-26-6-16,-46 19 13 16,-6 4-2-16,3-1-15 15,-3 4 2-15,-5 0 0 16,0 0 4-16,0 0-11 15,0 0-14-15,0 0-4 16,0 0-16-16,0 0 0 0,0 0-1 16,0 0 5-1,0 0-4-15,0 0 0 0,0 0 2 16,0 0-2-16,0 0 0 16,0 0 0-16,0 0 8 15,0 0 12-15,0 0 10 16,0 0-4-16,0 0-17 15,0 0 4-15,0 0-8 16,0 0 0-16,0 0 0 16,0 0-2-16,-5 14 5 15,-8 2 5-15,-8 7-2 16,3 4 15-16,-4-1-11 16,-1 8-1-16,-1-1 0 15,3 0 2-15,-8 3 6 16,13-2-5-16,-7 2-5 0,12-2 11 15,-2 2-20-15,13 4 3 16,0 6 1-16,0 7 4 16,0 5-2-16,0 2 3 15,5 6-2-15,24 1 9 16,5-7-10-16,6-4 2 16,-1-6 3-16,-4-14-11 15,-1-3 8-15,-11-11-9 16,-7-10 1-16,-3-6-6 15,-7 0 3-15,-6-6-4 16,5 0-4-16,0 0-10 16,0 0 9-16,-5 0-3 0,0 0-9 15,6 0-4 1,2 0-36-16,-3 0-33 0,0-23-28 16,6-13-76-16,-6-7-238 15</inkml:trace>
  <inkml:trace contextRef="#ctx0" brushRef="#br2" timeOffset="205935.37">20287 8338 226 0,'0'0'118'0,"0"0"-35"0,0 0-21 16,0 0-2-1,0 0-13-15,0 0-12 0,0-21 7 16,0 21 11-16,0 0 14 16,0 0-10-16,0 0-7 15,0 0 9-15,0 0-8 16,0 0-7-16,0 0-12 15,0 0-13-15,0 8 3 16,0 11-2-16,0 2-2 16,5 5 6-16,3 4-17 15,-3 0 5-15,-5 6-5 16,5 8-6-16,-5 5 9 16,0 17-8-16,0 11-2 15,0 11 13-15,0 8-4 16,0 0 5-16,0-9 8 0,0-15-11 15,0-15 8 1,0-14-3-16,0-13-15 0,0-10 9 16,0-10-10-16,0-4-4 15,0-2 3-15,0-4-39 16,0 0-10-16,0 0-30 16,6-4-6-16,-6-19-54 15,0-3-102-15,0 3-203 16</inkml:trace>
  <inkml:trace contextRef="#ctx0" brushRef="#br2" timeOffset="206280.9">20084 9351 509 0,'0'0'118'16,"0"0"-90"-16,0 0 74 15,0 0-16-15,0 0-67 16,0 0 41-16,61 7-7 16,-22-7-6-16,3 0-15 15,-2 0-10-15,4-2 7 16,1-4-14-16,-5 1-10 16,-1 5 5-16,-10 0-8 15,-5 0 5-15,-14 0 4 16,1 0-4-16,-11 0 6 15,0 0-2-15,0 0-7 0,0 0 6 16,0 0-10-16,0 0-28 16,0-1-7-16,0-22-58 15,-6-16-26-15,-9-11 7 16,-9-6-132-16,8-14-169 16</inkml:trace>
  <inkml:trace contextRef="#ctx0" brushRef="#br2" timeOffset="206543.04">20218 8219 496 0,'0'0'198'15,"0"0"-92"-15,0 0 12 16,0 0-20-16,0 0-44 15,0 0-15-15,53 6-26 16,-24 11 17-16,5-2 13 16,-2 3-21-16,2-6-10 15,5-1-12-15,3-4-7 16,-15-7 6-16,2 0-73 16,-11 0-87-16,-7 0-216 15</inkml:trace>
  <inkml:trace contextRef="#ctx0" brushRef="#br2" timeOffset="207601.98">20747 9146 256 0,'0'0'127'0,"0"0"-54"15,0 0-17-15,0 0-9 16,0 0 8-16,0 0-7 16,0 0 4-16,0 0 19 15,0 0-27-15,0 7-4 16,0 6 3-16,0-3 2 16,0 3 0-16,0 4-10 15,0-4-14-15,0 4 10 16,0-1-17-16,0 0-2 15,0 2-5-15,0 1-4 16,0-2 7-16,0 6 4 0,0 1-8 16,-5 2 17-1,5 6-11-15,0 0 6 0,0 3 5 16,0 0-18-16,0-3 11 16,0 9-5-16,0-1 5 15,0 0 9-15,0 0-12 16,5-4 7-16,16-6-2 15,-3-10-14-15,-2-3 1 16,3-11-5-16,-9-6 0 16,3 0-6-16,-2 0-11 15,5 0-7-15,-3-10 11 16,-3-16-11-16,1-4-11 16,-11-6-24-16,0-5 3 15,0 8 37-15,0-3-18 16,0 10 29-16,0 5 8 0,0 8 2 15,-5 6 19-15,-1 4 16 16,-4 3-8-16,-9 0 2 16,9 0-17-16,-1 0 2 15,-2 0 8-15,13 0-9 16,0 0 10-16,0 0-11 16,0 0-9-16,0 0-5 15,13-3-3-15,8-24-10 16,3-9-17-16,-8-13-27 15,7 1-2-15,-12 6-35 16,-11 0-21-16,0 8 46 16,0 15 10-16,0 9 59 0,0 7 19 15,-29 3 28 1,-5 0 27-16,8 0 14 0,-9 3-40 16,6 3-3-16,11-2-27 15,7-4-15-15,11 0-3 16,0-7-67-16,0-29-42 15,0-4-59-15,11 4-234 16</inkml:trace>
  <inkml:trace contextRef="#ctx0" brushRef="#br2" timeOffset="208368.59">21233 9222 62 0,'0'0'174'0,"0"0"-101"0,0 0 1 15,0 0-5-15,0 0-3 16,0 0 4-16,-10 14 8 15,5-11 5-15,5 0-30 16,-6 0 0-16,-1 8-8 16,1-5-6-16,1 7 6 15,0-2-5-15,0 1-17 16,-1 5 4-16,6 0-6 16,-5 2 6-16,-3 4 4 15,3 1-14-15,0 8 10 16,5 1 1-16,0 5-2 0,0 13 4 15,0 6-9-15,0-1 9 16,0 4-2-16,0-3-6 16,0-8 3-16,0-9-13 15,0-10-6-15,0-11 9 16,18-12-14-16,-7-3 0 16,-6-4-1-16,5 0-10 15,-4 0-4-15,7 0-11 16,2-17 5-16,9-6 11 15,5-10-4-15,-8 0 5 16,3-1 3-16,-8-2-10 16,-3-1 11-16,-3 1-5 0,-4 2 9 15,-1-2-5 1,0 6 7-16,3 4-2 0,-8 1 0 16,0 6 2-16,0 1-6 15,0 7-1-15,0-1-11 16,0 0-5-16,0-6-30 15,0 0-7-15,0-7-30 16,0 1-100-16,0 0-161 16</inkml:trace>
  <inkml:trace contextRef="#ctx0" brushRef="#br2" timeOffset="208828.58">21483 8917 28 0,'0'0'393'16,"0"0"-328"-16,0 0 15 15,0 0 35-15,0 0-27 16,0 0-32-16,0 0-16 16,0 0 3-16,0 0-13 15,24 0 11-15,-3 0 5 16,8 0-14-16,5 0-9 16,0 0-21-16,1 0-1 15,-7 0-2-15,7-3-24 0,-14-14-106 16,2-1-117-16,-17-5-202 15</inkml:trace>
  <inkml:trace contextRef="#ctx0" brushRef="#br2" timeOffset="209401.36">22091 8395 408 0,'0'0'71'0,"0"0"-25"0,0 0 31 16,0 0 0-1,0 0-32-15,0 0-12 0,-5 85 10 16,5-64-18-16,0-1 12 16,5 3 1-16,5 10-17 15,9 0 14-15,-3 14-6 16,-6 9 7-16,8 7 2 16,-7 15-6-16,0-2 3 15,2-3-5-15,-3-6-10 16,-10-21 3-16,0-9-19 15,5-7-3-15,-5-21-2 16,0 2-19-16,0-11-25 16,0 0-33-16,0 0-61 15,0 0 10-15,-5 0-42 0,-18 0-3 16,-4 0-62-16</inkml:trace>
  <inkml:trace contextRef="#ctx0" brushRef="#br2" timeOffset="209668.44">22091 9249 106 0,'0'0'227'16,"0"0"-86"-16,0 0-18 15,0 0-17-15,0 0-33 16,0 0-10-16,-24 30-6 16,24-30-22-16,0 0-2 15,19 0-4-15,2 0-9 16,2 0 2-16,6-11-4 0,5 4-4 16,-7-9-6-1,2 7-8-15,-6-5 6 16,-2 7-6-16,-2-2-1 0,-9 2 0 15,-4-3-11-15,-6 0-1 16,0-3-9-16,0 0-21 16,0-4-6-16,0-6-8 15,0-7-26-15,-16-3-30 16,-13-10-40-16,-5-7 3 16,-1-3-95-16</inkml:trace>
  <inkml:trace contextRef="#ctx0" brushRef="#br2" timeOffset="209864.87">21920 8454 445 0,'0'0'168'15,"0"0"20"-15,0 0-60 16,0 0-33-16,0 0-32 16,0 0-25-16,205-29-10 15,-137 18-20-15,-12 1-4 16,-4 1-1-16,-12-1-3 15,-6 3-21-15,-13 0-51 16,-8 7-72-16,-8 0-75 16,-5 0-217-16</inkml:trace>
  <inkml:trace contextRef="#ctx0" brushRef="#br2" timeOffset="210468.46">22646 9077 212 0,'0'0'80'0,"0"0"2"16,0 0-1-16,0 0-17 15,0 0-3-15,0 0 9 16,0-14 14-16,0 14-8 16,0 0-25-16,0 0-16 15,0 10 0-15,0-4 0 16,0-2-3-16,0 9-9 16,0 7-13-16,0 13 2 15,0 4 14-15,0 6-10 0,0 10 19 16,0 9 0-16,0 5 6 15,0 0-6 1,0-3-9-16,0-7-8 0,0-14 0 16,0-10-12-16,0-9 5 15,0-15-11-15,0-2-4 16,0-4-4-16,0-3-32 16,0 0-21-16,0 0 14 15,0-6-12-15,-6-14-22 16,1-3-4-16,-8-7-73 15,3-4-188-15</inkml:trace>
  <inkml:trace contextRef="#ctx0" brushRef="#br2" timeOffset="210847.05">22596 9143 317 0,'0'0'138'15,"0"0"-57"-15,0 0 65 16,0 0-22-16,0 0-57 16,0 0-18-16,100-40-4 15,-71 33 3-15,5-3-9 0,0 3-15 16,0 1 4-16,6-1-9 15,-11 7 0-15,5 0 8 16,-5 0-4-16,-8 0-3 16,2 0-3-16,6 0-9 15,-8 0 13-15,-2 0-15 16,2 0-4-16,-8 0-1 16,-8 0-1-16,1 0-3 15,-6 0-34-15,0 0-31 16,0 0-13-16,0 0-77 15,0 0-27-15,-29 7-98 16,0 10-171-16</inkml:trace>
  <inkml:trace contextRef="#ctx0" brushRef="#br2" timeOffset="210953.91">22596 9143 308 0</inkml:trace>
  <inkml:trace contextRef="#ctx0" brushRef="#br2" timeOffset="211117.08">22596 9143 308 0,'44'185'139'0,"-44"-174"-40"0,0 0 43 0,0-5-45 0,0-4-26 15,0-2-20-15,11 0 1 16,18 0 3-16,5 0-15 16,6 0-15-16,-1 0-4 15,6 0-9-15,-6-2 3 0,-5-4-14 16,-10 0-1-16,0 1 0 15,-14 1-6-15,1 1-40 16,-6-1-71-16,3 3-88 16,-8-5-222-16</inkml:trace>
  <inkml:trace contextRef="#ctx0" brushRef="#br2" timeOffset="211736.02">23151 9229 375 0,'0'0'98'16,"0"0"-60"-16,0 0 41 16,0 0 2-16,0 0-41 15,0 0-9-15,-6-20 14 16,6 17-12-16,0 3 10 16,0-3-17-16,0 3 15 0,-5 0-10 15,-8 0-7 1,8 0 6-16,0 0-17 15,-1 0 2-15,1 0-2 0,0 0 1 16,-3 0 14-16,3 0-15 16,-6 10-1-16,1 6-3 15,-14 7-4-15,0 7 6 16,3 0 8-16,-3 3-1 16,19 2 23-16,5-5-17 15,0-7-4-15,0 1-10 16,5-3-10-16,35-5-9 15,-1 2 0-15,-4-4-7 16,-1-4 11-16,-5 3-16 16,-14-3 4-16,4 0 7 15,-19 7 0-15,0-1 8 0,0 4 2 16,0 4 3-16,-11 2 11 16,-31 1-14-16,11-1-3 15,-11-6 3-15,7-4-13 16,14-9-2-16,-2-7-38 15,17 0-30-15,1 0-20 16,0-26-88-16,5-11-148 16</inkml:trace>
  <inkml:trace contextRef="#ctx0" brushRef="#br2" timeOffset="212352.19">23435 8225 369 0,'0'0'118'0,"0"0"-25"15,0 0 17-15,0 0-14 16,0 0-38-16,0 0-1 15,-19 17 1-15,19-11 5 16,0 1-10-16,0 3-13 16,0 3 5-16,0 4 3 15,0 5-21-15,19 3 3 16,7 11-13-16,8 0 1 16,14 4 2-16,2 10-14 15,7 0 5-15,-1 6-11 0,1 17 2 16,-12 15 0-16,-5 25-1 15,-22 20-2-15,-18 3 1 16,0-3-1-16,0-21 0 16,-47-21 1-16,-9-19 0 15,4-11 12-15,7-14-12 16,0-14 0-16,17-17-14 16,4-16-3-16,8 0-10 15,-2 0-19-15,12-26-44 16,1-20 5-16,5-7-77 15,0-11-74-15,0 4-300 16</inkml:trace>
  <inkml:trace contextRef="#ctx0" brushRef="#br2" timeOffset="212849.23">25089 8856 596 0,'0'0'337'16,"0"0"-250"-16,0 0-22 15,0 0 8-15,0 0-24 16,0 0-39-16,-74 64-2 16,74-64-5-16,0 0-3 15,0 0-7-15,0-20-19 16,0 4-8-16,0-1 24 15,-5 6 7-15,0 9 3 0,0 2 3 16,-9 0 12 0,9 0 35-16,0 13 3 0,5 4-6 15,0-1 10-15,-5 4-12 16,5-6-1-16,0-9-18 16,0-1-10-16,0-4-12 15,0 0-4-15,0-23-25 16,0-20-11-16,10-8-59 15,3 1-44-15,-7 15-97 16,-6 17-76-16</inkml:trace>
  <inkml:trace contextRef="#ctx0" brushRef="#br2" timeOffset="-212678.74">7889 4563 271 0,'0'0'61'16,"0"0"-9"-16,0 0 23 15,0 0-10-15,0 0-8 16,0 0 26-16,0 0-11 16,-39-4-12-16,31 4-4 15,8 0-16-15,0 0-5 16,0 0-9-16,0 0 5 15,-5 0-7-15,5 0-4 16,-6 0 4-16,6 0-1 16,-5 0-1-16,5 4 12 15,-5-1-16-15,5-1 1 0,0-2-4 16,0 4-2-16,0-4 3 16,0 3-6-16,0 1-5 15,0-1 7-15,0 1-11 16,0 2 6-16,0 4 0 15,0 13-4-15,0 7 14 16,0 7 1-16,0 9-5 16,0 3 3-16,0 10-15 15,0 2 5-15,0 10-2 16,0-1-1-16,0-2 3 16,0-6-1-16,0-9-3 0,0-10 10 15,0-7-12 1,0-9 3-16,0-8-3 0,0-1 4 15,0-9-5-15,0 1 1 16,0-6 0-16,0-4 1 16,0 0-1-16,0 0 0 15,0 0-3-15,0 0-19 16,0 0-10-16,0 0-31 16,0 0-27-16,0-7-8 15,0-16-41-15,0 0-10 16,0-11-205-16</inkml:trace>
  <inkml:trace contextRef="#ctx0" brushRef="#br2" timeOffset="-211394.86">7989 5075 55 0,'0'0'150'0,"0"0"-87"15,0 0-5-15,0 0 5 16,0 0-12-16,0 0-9 0,0-20 0 16,0 20 17-1,0 0 7-15,0 0 9 0,0 0-11 16,0 0-18-16,0 0-12 15,0 0-11-15,0 0-5 16,0 0-12-16,0 0 3 16,0 0-2-16,0 0-3 15,0 0 2-15,0 0-2 16,0 0-1-16,0 2 6 16,0-2-9-16,0 8 0 15,0 2-1-15,0 10 3 16,0 6 1-16,0 11 13 15,0 2 5-15,0 5 14 16,0 2-15-16,0-6 0 16,0-4 1-16,0-2-8 15,0-11 3-15,0-5-9 16,0-10-6-16,0-4 5 0,0-4-5 16,0 0-1-16,0 0 0 15,0 0-2-15,0 0-2 16,0 0-6-16,0 0-5 15,0 0 12-15,0 0-8 16,0-7 2-16,0-6-3 16,0-1-13-16,0-2 7 15,0-7 6-15,0-3-11 16,0-1 8-16,0-3-2 16,0 0 16-16,0 0 0 0,0 0-5 15,0 7 4 1,0 7-2-16,0-1 4 0,0 4-2 15,0-1 3-15,0 1-1 16,0 3 0-16,0 3 0 16,0 0 0-16,0 1 0 15,8 0 0-15,-3-1 5 16,1-3-5-16,-1 3 0 16,0 4 0-16,0-4 1 15,-5 2 0-15,8 3 3 16,-2 2-3-16,-1-4 6 15,0 4-6-15,0-7 3 16,1 6-4-16,7-10 2 16,-3 5-4-16,-4 6 2 15,-1-5 0-15,8 5 2 0,-8-2-1 16,1 2 3-16,4 0 1 16,-5 0 1-16,8 0-4 15,-7 0 2-15,-1 0-6 16,0 0 5-16,0 0-3 15,1 0 10-15,2 13-7 16,-3 4 2-16,0 0 3 16,6 2-2-16,-11 0 0 15,0 6 25-15,0 1-26 16,0-2 0-16,0 6-2 16,-11-4-3-16,-18 1-5 15,-5-1 0-15,13-10-1 0,3-2 6 16,7-5 4-16,6-9 3 15,0 0-7-15,5 0-16 16,0 0-24-16,0-6 2 16,0-7 18-16,0 6 15 15,0 4-23-15,0 0-6 16,10 3-6-16,6 0 13 16,8 0 11-16,4 0 16 15,-7 0 7-15,3 13 19 16,0 6-2-16,-8-1 18 15,2 5-5-15,-7-4-13 16,-11 4 5-16,0 4 7 16,0-2-17-16,0-3-1 15,0 1-10-15,-35 0-6 0,6-1 0 16,-5-4-2-16,-5-6 0 16,-1-6-8-16,6-6-13 15,5 0-19-15,13 0-10 16,3-5 14-16,13-18-4 15,0-3-53-15,0-11-188 16</inkml:trace>
  <inkml:trace contextRef="#ctx0" brushRef="#br2" timeOffset="-210460.78">8542 5098 93 0,'0'0'135'0,"0"0"-62"16,0 0 11-16,0 0-13 15,0 0-26-15,0 0 3 16,0 0 24-16,0-3-14 16,-8 3-19-16,-3 0-11 15,6 0 3-15,5 0 2 16,0 0-9-16,0 0 4 15,0 3-10-15,0-3-5 16,0 4 9-16,0-1-8 16,0 3 4-16,-5 8 5 15,-1 2 2-15,6 1 9 16,-5 6-3-16,5 4-9 0,0 6 8 16,0 0-13-1,0 7 6-15,0 0 3 0,11 6 6 16,10-3 10-16,8-3-7 15,0-2-11-15,-1-13 0 16,7-1-17-16,-9-12-3 16,-2-5-4-16,-6-7 0 15,3 0-5-15,3 0 2 16,-3 0-23-16,2-25 8 16,1-10-16-16,-8-4 8 15,-6 2-21-15,-2-6-1 16,-8 0 6-16,0 0-7 15,0-1-7-15,0 2-1 16,0 5 1-16,-8 3 16 16,-2 8 28-16,-6 10 12 0,3 5 0 15,2 8 13-15,11 3 2 16,-10 0 7-16,10 0-16 16,-13 0 10-16,8 0-7 15,5 0 0-15,0 0 14 16,0 0 9-16,0 0-2 15,0 0 0-15,0 3 0 16,0 8-11-16,0 2-12 16,0 10 2-16,0 7 17 15,0-1-17-15,5 5-1 16,13 3 8-16,-2 5-10 16,2-1 1-16,-2 8 5 0,8 1-9 15,-8-1 6-15,-3-1 3 16,-8-7-9-16,0-5 2 15,-5-11-5-15,0-7-1 16,0-6 1-16,0-7-3 16,0-5 0-16,0 0-25 15,0 0-16-15,0 0-8 16,0-35-72-16,0-7 14 16,0-6-272-16</inkml:trace>
  <inkml:trace contextRef="#ctx0" brushRef="#br2" timeOffset="-209693.32">9044 4870 328 0,'0'0'78'16,"0"0"-34"-16,0 0-3 0,0 0 4 16,0 0 1-16,0 0 37 15,-5 0 13-15,5 0-32 16,0 0-19-16,0 0-8 15,0 0-13-15,0 0-2 16,0 0-13-16,5 0-9 16,8 0 11-16,8 0 5 15,8 0-3-15,10 0-6 16,1 0-3-16,-6 0 3 16,0 0-6-16,-10 0 0 0,-3 0-1 15,-3 0 2-15,-7 0-2 16,-6 0 2-16,-5 0-2 15,0 0 5-15,0 0-4 16,0 0-1-16,0 0 5 16,0 0-4-16,0 0-2 15,0 0-4-15,0 0-19 16,0 0-30-16,0 0-20 16,0 0-49-16,0 0-98 15,-10 0-162-15</inkml:trace>
  <inkml:trace contextRef="#ctx0" brushRef="#br2" timeOffset="-209101.79">9136 4997 261 0,'0'0'71'0,"0"0"1"0,0 0-7 16,0 0-19-16,0 0 9 16,0 0 11-16,-11 6-5 15,11-6-1-15,0 0-8 16,0 0-11-16,0 0-3 16,0 0-11-16,0 0 3 15,0 0 5-15,0 0-2 16,0 0-3-16,0 0-4 15,0 0-11-15,0 0 7 16,0 0-15-16,0 0 0 16,0 0-7-16,0 0 3 0,0 0 3 15,0 0-4-15,0 0 6 16,6 5 5-16,15-5-8 16,2 0 15-16,6 0 1 15,11 0-19-15,-11 0 6 16,-3 0-5-16,3 0 2 15,-11 0 3-15,3 0-8 16,-2 0-4-16,-9 0-17 16,1 4-21-16,-3 3-18 15,-8-1-57-15,0 7-82 16,0 6-271-16</inkml:trace>
  <inkml:trace contextRef="#ctx0" brushRef="#br2" timeOffset="-202228.94">15655 5624 232 0,'0'0'121'15,"0"0"-38"-15,0 0-5 16,0 0-9-16,0 0-15 16,0 0 2-16,0 0 3 15,0 0-3-15,0 0-20 16,0 0 6-16,0 0-3 15,11 0-5-15,2 0 1 16,-2 0-1-16,4 0-15 0,4 0 1 16,5 0-15-1,-3 0-3-15,7-5 7 0,1 5-8 16,-8-2 0-16,14-3 0 16,-12 5-1-16,6-1 0 15,-2 1 4-15,-4-6-4 16,6 6 0-16,-8 0 0 15,3 0 1-15,5 0-1 16,-8 0 0-16,8 0-2 16,-6 0 7-16,6-1-5 15,-8 1 0-15,3-4 1 16,-8 0-1-16,2 4 0 16,-7 0 0-16,7 0-2 15,-7 0 3-15,-1 0-2 0,3 0-1 16,-2 0-2-16,-1 0 2 15,4 0-2-15,1 0 4 16,-4 0 2-16,-6 0-2 16,8 0 0-16,-7 0-2 15,-1 0-3-15,5 0 5 16,-2 0 0-16,-3 9 4 16,6-2 3-16,-6 5-6 15,0-6 1-15,9-1-1 16,-9 7-1-16,0-5 0 15,0 3 2-15,1-3-1 16,7-1 0-16,-8 0 1 16,6 1-2-16,-6 0 0 0,0-2 1 15,0 0-1-15,9 1 0 16,-9 5 2-16,0-1-4 16,6 3 3-16,-4-3-1 15,9 1 0-15,-11-2 1 16,1 1-1-16,7-4 0 15,-13 1 1-15,5 3 1 16,-5-3-1-16,5-5-1 16,-5 2 0-16,6 3 1 15,-6 0-1-15,5-1 1 16,-5 0 0-16,0-2 11 16,0-1-11-16,0-3 6 15,0 4-5-15,0-4-2 0,0 0 3 16,0 0-3-16,0 0-1 15,0 0-2-15,0 0-12 16,0 0-1-16,0 0-15 16,0 0-57-16,-11 0-43 15,1 0-113-15,-14-4-254 16</inkml:trace>
  <inkml:trace contextRef="#ctx0" brushRef="#br2" timeOffset="-201519.5">16460 5817 249 0,'0'0'83'0,"0"0"-18"16,0 0 27-16,0 0-16 15,0 0 12-15,0 0-1 16,-5 0-9-16,5 0-26 16,0 0-15-16,0 0-18 15,0 0 9-15,0 0 0 16,0 0-1-16,0 0 2 16,5 0-7-16,14 0 2 15,7 2-11-15,-2 5-5 16,-1 0 13-16,4 0-11 15,-4-1 5-15,-4 1 1 16,2 3-7-16,-11-7 3 16,9 3-2-16,-9-6-4 15,3 4 6-15,3-1-9 0,-11-3 4 16,1 0-3-16,-6 4-4 16,0-4 4-16,5 0-4 15,-5 0 0-15,0 0 4 16,0 0-3-16,0 0 2 15,0 0-3-15,0 0 1 16,8 0 6-16,-8 0-4 16,0 0-2-16,0 0-2 15,0-13-2-15,0-8 3 16,0-2 0-16,0 0-2 16,0-3 1-16,0 3-10 0,5 3-5 15,-5 6 3-15,0 1-9 16,0 8-3-16,0 0-20 15,0 2-38-15,0 3-50 16,0-9-163-16</inkml:trace>
  <inkml:trace contextRef="#ctx0" brushRef="#br2" timeOffset="-194141.23">12050 6293 258 0,'0'0'102'16,"0"0"-29"-16,0 0-4 0,0 0-26 16,0 0-1-16,0 0 0 15,0 0 28-15,5-15 7 16,-5 15-23-16,0 0 2 16,0 0-11-16,0 0-12 15,0 0-5-15,0 0-12 16,0 0-7-16,0 0 3 15,0 0-2-15,0 4 10 16,0 0 1-16,0-4-11 16,0 3 7-16,0-3-10 15,0 4-5-15,0-4 1 16,0 6 3-16,0 2-9 16,0 9 3-16,0 8 0 15,0 2 1-15,-5 6-1 0,0 3 0 16,-6 7 5-16,3 0-3 15,-2 1-2-15,4-5 2 16,1 5-2-16,0 2 2 16,-3-7-2-16,-3 2 0 15,6 0 0-15,0-10 1 16,-6 6-1-16,-2-2 0 16,3-5 3-16,-1-1-4 15,3-3 1-15,3-1 0 16,0-2 3-16,5-3-1 15,-5-4 6-15,5-2-2 16,0-8-6-16,0-2 8 16,0-2-8-16,0-2 0 0,0 0 1 15,0 0 2 1,0 0-3-16,0 4 0 0,0-4 2 16,0 0-2-16,0 0 0 15,0 0-1-15,0 0-3 16,0 0-30-16,0 0-6 15,0 0-24-15,0 0-45 16,0 0-22-16,0-16-162 16</inkml:trace>
  <inkml:trace contextRef="#ctx0" brushRef="#br2" timeOffset="-193787.29">11619 6928 256 0,'0'0'109'16,"0"0"-47"-16,0 0 11 15,0 0-24-15,0 0-17 16,0 0 2-16,0-12 10 0,0 12 13 16,0 0-21-1,0 0-9-15,0 0-9 0,0 0-9 16,0 0 4-16,0 0-13 16,0 0-1-16,0 0 1 15,0 0-21-15,0 0-30 16,0 0-38-16,0 0-69 15,0-1-171-15</inkml:trace>
  <inkml:trace contextRef="#ctx0" brushRef="#br2" timeOffset="-190577.46">11732 7160 237 0,'0'0'135'15,"0"0"-46"-15,0 0 6 16,0 0-12-16,0 0-28 15,0 0-16-15,0 0 14 0,0-3 0 16,0 3-14-16,0 0 5 16,0 0-4-1,0 0 10-15,0 0-15 0,0 0-14 16,0 0 1-16,0 0-8 16,0 0 3-16,0 0 5 15,0 0-9-15,0 0 11 16,0 0-6-16,5 0-7 15,-5 0-11-15,8 0-4 16,2 0-2-16,1-4 6 16,18-5 11-16,5-1-6 15,5 3-5-15,6 1 5 16,2-1-12-16,-7 4 7 16,-6 3 0-16,-13 0 0 15,3 0-1-15,-19 0 1 0,-5 0-1 16,0 0 1-16,0 0 0 15,0 0 0-15,0 0 0 16,0 0-3-16,0 0 2 16,0 0-18-16,0 0-12 15,0 0-11-15,0 0-9 16,0 0-51-16,0-7-41 16,0-13-109-16,0-7-95 15</inkml:trace>
  <inkml:trace contextRef="#ctx0" brushRef="#br2" timeOffset="-190037.67">11834 6376 188 0,'0'0'104'0,"0"0"-37"16,0 0-11-16,0 0-15 15,0 0-14-15,0 0 29 16,0-34 0-16,0 34-5 16,11-3-4-16,7-1-16 15,11-2 8-15,-8-1-1 16,13 7-12-16,6-6-11 15,7 2-1-15,3-2-8 16,-5 1 1-16,-6-2-4 0,1 6-2 16,-6-6 0-16,-10 3-1 15,-9 4 0-15,-2-4 15 16,-7 4-10-16,-6 0 6 16,0 0-11-16,0 0 0 15,0 0-9-15,0 0-35 16,0 11-71-16,0 1-90 15,-24 3-165-15</inkml:trace>
  <inkml:trace contextRef="#ctx0" brushRef="#br2" timeOffset="-188862.63">12216 6959 197 0,'0'0'115'0,"0"0"-72"16,0 0-14-16,0 0 8 15,0 0-29-15,0 0-4 16,0 0 13-16,5 0 3 16,0 5 12-16,-5-1-2 15,5-1 0-15,1 7 15 16,-1-4-10-16,0 8 2 16,-5-2 7-16,0 6-21 15,0 5 8-15,0 7 1 16,8 7-10-16,-3 2 9 15,1 11-7-15,4-1 11 16,-5 4 5-16,8 1 0 16,-2-7-7-16,-1-13-8 0,4-9-11 15,-4-7 0-15,-5-9-13 16,-5-6 0-16,6-3 4 16,-6 0-5-16,0 0-5 15,0 0-8-15,0 0-19 16,0-5-8-16,0-14-34 15,0 3 22-15,0-3-9 16,-6-8-50-16,-4 0-28 16,-9-2 61-16,14-1-19 15,-5 0-47-15</inkml:trace>
  <inkml:trace contextRef="#ctx0" brushRef="#br2" timeOffset="-188213.64">12247 7054 86 0,'0'0'68'16,"0"0"-18"-16,0 0 2 16,0 0-13-16,0 0-20 15,0 0-14-15,0-23 13 16,0 23-9-16,0-7 9 15,0 4 22-15,0-1-14 16,0-5-16-16,0 2 0 16,0 0-10-16,8 4 5 15,-3-1 3-15,6 0 15 0,-6 4-1 16,8 0 1-16,-8 0 2 16,6 0 8-16,-1 0-9 15,4 0-2-15,7 0 1 16,-3 0 1-16,3 0 4 15,-2 0-16-15,-4 0-2 16,-2 0 10-16,-2 0-9 16,0 0 9-16,-6 15-6 15,-5 0 8-15,0 10 12 16,0 1-16-16,0 4 8 0,0 6-14 16,-34 1-6-1,-6-1-2-15,6-9-4 0,8-10 2 16,7-5-3-16,3-8 1 15,16-4-9-15,0 0-32 16,0 0 0-16,0-10 28 16,21 4-7-16,3 2 20 15,5 4 4-15,-3 0 6 16,-7 0 11-16,4 0 3 16,-7 23 2-16,-5 0 17 15,-11 4-9-15,0-1 1 16,0 1-4-16,0-1-22 15,-27-2 1-15,-7-4-10 16,5-4-3-16,-5-4 3 16,5-2-12-16,13-9-25 15,-2-1-14-15,8 0-18 16,4 0-45-16,6 0-67 0,0-1-49 16</inkml:trace>
  <inkml:trace contextRef="#ctx0" brushRef="#br2" timeOffset="-187462.56">12673 7013 82 0,'0'0'203'0,"0"0"-148"0,0 0 0 15,0 0 2-15,0 0-20 16,0 0 0-16,0-2 33 16,0 2 14-16,0 0-2 15,0 0-32-15,0 0-9 16,0 0-3-16,0 0-5 15,0 0 2-15,0 10-5 16,0 3-4-16,0 0 7 16,0 4-20-16,0 0 6 15,0 6-2-15,0 7-1 16,0 3 2-16,0 3 3 0,0 4 5 16,0 3 17-1,5-3-10-15,9 0 0 0,1-5-3 16,9-11-10-16,-13-6 2 15,4-7-12-15,-7-5-10 16,3-6 2-16,-1 0 5 16,3 0-14-16,3-12-6 15,-5-11-17-15,2-8 5 16,3-10-13-16,-6-2-35 16,3-4 13-16,-7 4 4 15,4 6 30-15,-5 11 16 16,-5 6 10-16,0 10 6 15,0 6-1-15,0 2 1 16,8-2 12-16,-8 4-11 0,0-3-1 16,0 0-6-1,0-8-6-15,0 2-8 16,5-8-91-16,-5-3-58 0,0 0-126 16</inkml:trace>
  <inkml:trace contextRef="#ctx0" brushRef="#br2" timeOffset="-186751.23">13054 6634 305 0,'0'0'104'0,"0"0"-39"16,0 0 17-16,0 0-16 16,0 0-3-16,0 0-8 15,0 0 7-15,0 0 0 16,0 0-8-16,0 0 7 0,0 0-11 16,0 0-24-1,6 0-1-15,4 0-15 0,14 0 5 16,2 0-3-16,8 0-10 15,14-6 4-15,-4-1-3 16,1 0-1-16,-5 4-4 16,-11-3 1-16,-6 6 1 15,-12-4-2-15,-6 4 3 16,0 0-2-16,-5 0-1 16,0 0 2-16,0 0-1 15,0 0 1-15,0 0-3 16,0 0 0-16,0 0-2 15,0 0-15-15,0 0-27 16,0 0-36-16,0 0-42 0,0 0-122 16,-5 6-228-16</inkml:trace>
  <inkml:trace contextRef="#ctx0" brushRef="#br2" timeOffset="-186047.26">13728 6405 179 0,'0'0'196'0,"0"0"-139"16,0 0-3-16,0 0 5 15,0 0-28-15,0 0-26 16,-6-17 14-16,6 17 32 15,0 0-5-15,0 0 6 16,0 0-5-16,0 0-7 16,0 0 2-16,0 0-17 0,0 0-3 15,0 0-6-15,0 0-4 16,0 0 10-16,0 0-1 16,0 0-5-16,0 7 5 15,0 7-13-15,0 2 11 16,0 4-4-16,0 4-8 15,0 2 4-15,0 10-10 16,6 1 5-16,-6 6 1 16,0 0-7-16,0 4 9 15,0 2 5-15,0-3-10 16,0 5 8-16,0-5 0 16,5 2-1-16,0-8 8 15,3-10-8-15,-3-1 5 0,1-2-3 16,-6 0-7-16,5-7-1 15,0-4-5-15,-5-6 4 16,5-3-5-16,-5-1 2 16,0-6-1-16,0 4 0 15,0-4-21-15,0 0-18 16,0 0-19-16,0 0-13 16,0 0-10-16,0-7-12 15,0-3-51-15,0 0-72 16,0 3-60-16</inkml:trace>
  <inkml:trace contextRef="#ctx0" brushRef="#br2" timeOffset="-185664.23">13673 7176 174 0,'0'0'119'15,"0"0"-82"-15,0 0 20 16,0 0 15-16,0 0-20 15,0 0 5-15,-43 27 33 16,43-27-8-16,0 0-10 16,0 0-15-16,0 0-23 15,0-3 1-15,8-3-27 16,3-1-8-16,5 0 0 16,2 1 3-16,-2-1 6 0,7 4 8 15,1-1 17-15,-8 4 3 16,8 0-8-16,-9 0-7 15,4 0 12-15,-3 0-18 16,-11 0 4-16,8 0-10 16,-8 0-7-16,-5 0 4 15,0 0-7-15,6 0-2 16,-6 0 0-16,0 0-34 16,0 0-5-16,0 0-9 15,0 0-37-15,0-13-11 16,0-11-33-16,0-5-89 15,0-4-109-15</inkml:trace>
  <inkml:trace contextRef="#ctx0" brushRef="#br2" timeOffset="-185191.9">13659 6422 107 0,'0'0'149'0,"0"0"-86"0,0 0-20 15,0 0-10-15,0 0-9 16,0 0-22-16,-29-46 3 16,24 39-4-16,5 3 1 15,0 0 36-15,0 2 21 16,0-3 18-16,0 3-3 16,0-4-25-16,0-1-4 15,19-1-14-15,2 1 0 16,8 5 8-16,5 2-15 0,5 0-2 15,6 0 8 1,-3 0 0-16,-3-3 9 0,-12 3-15 16,-4 0-9-16,-12 0-1 15,-6 0-11-15,3 0-3 16,-8 0-1-16,0 0-53 16,0 0-72-16,0 0-122 15,0 10-204-15</inkml:trace>
  <inkml:trace contextRef="#ctx0" brushRef="#br2" timeOffset="-184562.91">14159 6923 238 0,'0'0'83'0,"0"0"-16"15,0 0-1-15,0 0-18 16,0 0-11-16,0 0 9 15,16-30 19-15,-8 30 1 16,-3 0-27-16,-5 0 4 16,5 0-22-16,-5 0-3 15,0 0 0-15,0 0-18 16,0 5 13-16,0 5 5 0,0 5 2 16,0 13 16-1,0 8 3-15,5 17 17 0,1 7-12 16,-6 7-9-16,5-1 2 15,-5-13-1-15,0-13-13 16,5-13 2-16,-5-14-16 16,0-7 3-16,8-6-11 15,-8 0-1-15,0 0-16 16,0 0-38-16,0-12-12 16,0-18-19-16,0 0-34 15,0-7-29-15,0 4-226 16</inkml:trace>
  <inkml:trace contextRef="#ctx0" brushRef="#br2" timeOffset="-184179.65">14159 6930 434 0,'0'0'108'15,"0"0"13"-15,0 0-12 16,0 0-77-16,0 0-12 16,0 0-11-16,0-9 21 0,24 9 10 15,-3 0-6 1,2 0 1-16,6 0-15 0,-2 0 1 15,7 0 3-15,-5 0-16 16,-6 0 2-16,-2 0-7 16,-2 0-2-16,-9 0 4 15,1 0-5-15,-11 0 0 16,8 0-4-16,-8 0-10 16,0 0-46-16,0 0-24 15,0 0-53-15,0 0-87 16,0 0 6-16</inkml:trace>
  <inkml:trace contextRef="#ctx0" brushRef="#br2" timeOffset="-184020.63">14159 6930 344 0</inkml:trace>
  <inkml:trace contextRef="#ctx0" brushRef="#br2" timeOffset="-183894.95">14159 6930 344 0,'24'177'183'0,"-24"-173"-79"0,31-4 22 0,-2 0-26 16,5 3-48-16,1-3-15 0,-1 0-1 16,-11 0-13-1,4 0-6-15,-9 0-13 0,-2 0-4 16,-3 0-1-16,-8 0-40 15,1 0-38-15,-1-7-46 16,-5 4-149-16</inkml:trace>
  <inkml:trace contextRef="#ctx0" brushRef="#br2" timeOffset="-183247.48">14732 6971 225 0,'0'0'120'16,"0"0"-62"-16,0 0 15 16,0 0-7-16,0 0-2 15,0 0-24-15,0-18 22 16,0 16-5-16,0 2-18 16,0-5-7-16,-13 5-13 0,8 0-3 15,0 0 9-15,-6 0-18 16,6 0 7-16,-3 0-2 15,3 0-3-15,0 0-2 16,-6 0 1-16,-2 5-8 16,-3 3 14-16,0 7-14 15,3-6 6-15,3 9 5 16,-1-6 14-16,-2 6-5 16,13-2 2-16,0 4-4 15,0 0 7-15,0 0-6 16,0 0-6-16,0 0 3 15,5 0-14-15,14 3 0 0,10-7-2 16,-3 5 0-16,3-5-2 16,-6 4 3-16,-12 0-2 15,-1-3-4-15,-10-1-2 16,0 1 5-16,0-1 4 16,0 1-3-16,-10 3 1 15,-24-4 0-15,-6 6 6 16,6-7 7-16,0 1-8 15,8-4 2-15,7-10-7 16,3 1-13-16,-2-3-41 16,2 0-158-16,3 0-302 15</inkml:trace>
  <inkml:trace contextRef="#ctx0" brushRef="#br2" timeOffset="-180331.23">13757 7409 317 0,'0'0'131'0,"0"0"-55"15,0 0-11-15,0 0-32 16,0 0-19-16,0 0 9 15,34 0 10-15,-34 0 17 16,10 4-9-16,-10-4 3 16,11 3 4-16,-11 0-7 15,8 2 1-15,-8-4-19 16,0 4-7-16,5-3 3 16,0 5-19-16,1 1 12 0,-6-1 5 15,0-1-2-15,5 3 7 16,-5 0-1-16,5-2-9 15,-5 7 8-15,8-5-19 16,-8 3 5-16,0-1 3 16,0-4-7-16,0 5 3 15,5-2-1-15,-5-2-3 16,0 6 11-16,0 0-9 16,0 3 2-16,0-4 5 15,0 0-8-15,0 4 10 16,0-4-8-16,0 1-4 15,0 2 10-15,0 1-7 0,0 0-1 16,0-1-1 0,0 1 2-16,0-1-1 0,0 1-2 15,0 3 0-15,0 3 4 16,0 0-2-16,0 0-2 16,-5-2 0-16,-3-2 4 15,3 5-5-15,5-8 1 16,-5 4 0-16,-1-3 1 15,-4 2 1-15,10 4-2 16,-13 0 0-16,13-2 3 16,-6 2-2-16,6 0-1 15,0 0 0-15,0-1 2 16,0-2-2-16,-5-3 0 16,0 2-3-16,5 0 7 15,-5-1-4-15,5 2 0 0,0 2 0 16,0 3 2-16,0-2-2 15,0 0 0-15,0 0-3 16,0-3 6-16,-8 0-4 16,2 3 1-16,1 0 0 15,0 1-1-15,0-5 2 16,5 2-1-16,0-2 0 16,0-2 1-16,0 0-1 15,0-1 0-15,0 0 2 16,0 1-3-16,0-4 1 15,0 4 0-15,0 0 0 16,0 1-1-16,0 5 1 0,0-3 0 16,0 3 3-1,0 0-9-15,0-3 7 0,0-1-1 16,0-1 0-16,0-2 4 16,0-2-6-16,0-1 2 15,0 0 0-15,0 4 2 16,0-4-2-16,0 4 0 15,0 0-1-15,0-1 0 16,0 0 1-16,0-2 0 16,0-4 1-16,0 0-4 15,0 7 3-15,0-1 0 16,0 4 0-16,0-3 3 16,0-1-3-16,0 0 0 15,0 1 1-15,0-4-5 16,0 4 4-16,0 0 0 0,0-1 0 15,0 3 3-15,0-8-3 16,0 3 0-16,0 2 1 16,0 4-2-16,0-3 1 15,0 0 0-15,0 1-1 16,0-11 3-16,0 0-2 16,0-2 0-16,0-5 0 15,0 0-4-15,0 0-8 16,0 0 10-16,0-12 1 15,0 11-13-15,0 1 7 0,0-5-3 16,0 4-9-16,0-4 15 16,0-8-18-16,0-8-12 15,0-2-26-15,-6-10-52 16,-7-1-41-16,3 4-222 16</inkml:trace>
  <inkml:trace contextRef="#ctx0" brushRef="#br2" timeOffset="-179581.01">13502 9090 132 0,'0'0'69'16,"0"0"-6"-16,0 0 6 15,0 0-43-15,0 0 12 16,0 0 26-16,-6-57 6 16,6 54 2-16,0 3-13 15,0 0 4-15,0 0-2 16,0 0-10-16,0 0 0 0,0 0-15 15,0 0-9 1,0 0 28-16,0 0-17 0,6 0-7 16,-1 0 8-16,0 0-8 15,0 0-1-15,-5 0-9 16,6 3-4-16,-6 0 13 16,8 8-17-16,7 2 8 15,4 10 2-15,7 7-8 16,8 0 11-16,-5 6-1 15,5 0-10-15,-5 1 15 16,0 3-25-16,3-4 2 16,-14-1 3-16,11-3-4 15,-8 0 8-15,-2-11-9 16,-4 0-5-16,-2-7 12 16,-2-4-10-16,-6-4-2 15,-5-4 0-15,5-2 3 16,-5 0-7-16,0 0 2 0,6 0-10 15,-6 0 7-15,0 0-5 16,0-2-13-16,0-3 6 16,0 0-9-16,0-6 20 15,0-8 6-15,8-6 0 16,-3 2 10-16,11-8-10 16,2-4 2-16,-7-5-2 15,4 3-7-15,4-2 4 16,-9-4-5-16,9 10-8 15,-9-1 9-15,-5 11-8 0,1 10-4 16,-1 7 13 0,-5 6-14-16,8 0-6 0,-8 0-38 15,0 0-20-15,0 0-36 16,0 0-57-16,0 6-367 16</inkml:trace>
  <inkml:trace contextRef="#ctx0" brushRef="#br2" timeOffset="-175013.2">21988 11022 218 0,'0'0'82'0,"0"0"-19"16,0 0 26-16,0 0 13 15,0 0-24-15,0 0-7 16,0 0 2-16,-5-30-18 15,0 30-3-15,0 0-10 16,-9 0-10-16,9 0 15 16,0 0-19-16,0 0-3 15,5 4 9-15,0-1-24 16,0 10-2-16,0 4 1 16,0 16-6-16,-6 14 11 0,-2 9-14 15,-2 20 5-15,5 14 23 16,5 27-12-16,-6 16 11 15,6 20 14-15,-5-11-27 16,5-13 5-16,0-34-11 16,0-35-1-16,0-19 12 15,0-25-13-15,5-6-2 16,6-4-4-16,-1-6-28 16,4 0-9-16,-9 0-41 15,5 0 12-15,-10-3 11 16,0-17-50-16,0-13 36 15,0-10 23-15,0-7-81 0,0-10-67 16,0 0-62-16</inkml:trace>
  <inkml:trace contextRef="#ctx0" brushRef="#br2" timeOffset="-174164.55">21830 11195 328 0,'0'0'86'15,"0"0"-71"-15,0 0 10 16,0 0 34-16,0 0 4 0,0 0-17 16,-23-77 9-16,23 64 1 15,0 0-28-15,0 3 2 16,0 0-4-16,0 0-16 15,0-3 3-15,0-3-13 16,0-1 4-16,10-7 2 16,9 5-3-16,2-2-3 15,-3 5 7-15,-2 3-7 16,2-1 13-16,3 8-2 16,3 2 3-16,0-2 21 15,2 3-27-15,-2 3 1 16,5-4 4-16,-8 4-13 0,8 0 12 15,5 0 3-15,0 0-8 16,5 20 20-16,1 3-22 16,-1 0 11-16,-4 7 1 15,-7-3-11-15,-4 3 14 16,-3-4-3-16,-2 4-7 16,-4-3 10-16,4 3-18 15,-9 0 9-15,-4-1-2 16,7-2-8-16,-8 5 15 15,-5-1-4-15,0 10-6 16,0 6 23-16,0 3-23 16,0 3 11-16,-18 0-1 15,-17 6-14-15,-9-2 10 0,-6-4-6 16,-8 0-3 0,-5-11 2-16,13-11-3 0,-8-8-2 15,8-16 0-15,0-7-15 16,3 0 3-16,7-7-24 15,6-22-11-15,18-8 28 16,6 4-22-16,10 3 34 16,0 4-3-16,0 15 8 15,5 5 2-15,21 6 0 16,8 0 1-16,14 0 25 16,7 20-18-16,8 20 13 15,5 9 8-15,1 14-6 0,-9 8 19 16,3 0-15-1,-18-2-12-15,3-6 14 0,-27-13-15 16,2-10 1-16,-2-17-8 16,-13-10-1-16,3-6-4 15,-11-7-2-15,5 0-7 16,-5 0 7-16,0 0-29 16,0-4 10-16,0-12-24 15,0-1-16-15,0-13 26 16,0-6-59-16,0-7-87 15,0-2-136-15</inkml:trace>
  <inkml:trace contextRef="#ctx0" brushRef="#br2" timeOffset="-173729.24">22838 11923 362 0,'0'0'84'0,"0"0"-9"16,0 0 68-16,0 0-2 16,0 0-48-16,0 0-31 15,0 20 19-15,-6 1-22 16,-9 9-6-16,-9 7-2 0,0-1-39 15,9 1-1-15,9 0-11 16,6-1-1-16,0-3-5 16,0 0-54-16,35 1 9 15,4-4 30-15,6 0-3 16,-11-4 15-16,-5-3 4 16,-8-7 10-16,-8 1-1 15,-13 3 7-15,0-3 9 16,0 2 7-16,-5 4-24 15,-29-6-1-15,-6 1-2 16,6 0-4-16,0-13-1 16,10-5-30-16,-5 0-46 15,19-4-20-15,4-36-145 16,1-10-260-16</inkml:trace>
  <inkml:trace contextRef="#ctx0" brushRef="#br2" timeOffset="-172912.73">23072 11379 287 0,'0'0'205'15,"0"0"-118"-15,0 0-11 0,0 0 13 16,0 0-20-16,0 0-29 16,-5-7 9-16,5 7-9 15,0 0 19-15,0 0-3 16,0 0-28-16,0 0 16 16,0 7-19-16,0 0-6 15,0 2 16-15,0 9-26 16,0 1 6-16,0 15 0 15,0 5-15-15,0 11 14 16,0 20-8-16,0 16-5 16,0 19 22-16,0 20-16 15,0 8 10-15,0 3-6 16,0-7-7-16,0-16 6 0,0-20-8 16,-8-22 0-1,-3-27 24-15,11-21-22 0,-5-14 1 16,5-5-5-16,0-4 0 15,0 0-2-15,0 0-6 16,0-9-1-16,0-2 6 16,0 6-8-16,0 0 2 15,0-4 8-15,0-12-4 16,0-6 0-16,0-8 4 16,0-11-26-16,5 3 16 15,24-3-28-15,0-1-4 16,5 4 6-16,0 7 2 0,-7 0 11 15,2 9 1 1,0 4 11-16,-8-1 7 0,2 4 2 16,1 8 3-16,-14 1 0 15,9 8 0-15,-14 3 0 16,0 0 8-16,1 0 3 16,-1 23 21-16,13 7-17 15,3 16 8-15,3 1 6 16,-8 13-1-16,-3 3 3 15,-3 2-15-15,-4-4-1 16,-1-8 17-16,-5-10-17 16,0-8 4-16,0-19-12 15,0-5-2-15,0-8-10 0,0-3 5 16,0 0-22 0,0 0 6-16,0 0-30 0,0-21-13 15,0-5 7-15,0-4-15 16,0-11-57-16,13-2-101 15,3-4-168-15</inkml:trace>
  <inkml:trace contextRef="#ctx0" brushRef="#br2" timeOffset="-172402.27">24142 11823 280 0,'0'0'246'0,"0"0"-209"16,0 0 4-16,0 0 63 16,0 0-32-16,0 0-32 0,-55 46-14 15,55-46 6 1,0 0 19-16,0 0-14 0,0 0 2 16,0 0 2-16,0 0-14 15,0 0 3-15,16 0-15 16,13 0-4-16,10 0 13 15,1 0-17-15,4 0 1 16,9 0 0-16,-3-6-3 16,8 3-1-16,-14 3-4 15,-4 0 0-15,-6 0 14 16,-10 0-13-16,-9 0 5 16,-4 0 0-16,-6 0-3 15,3 0-6-15,-8 0 0 16,0 0-48-16,0 0-8 0,0-3-77 15,0-7-19-15,-8 2-184 16</inkml:trace>
  <inkml:trace contextRef="#ctx0" brushRef="#br2" timeOffset="-172146.44">24161 11519 505 0,'0'0'274'16,"0"0"-235"-16,0 0 16 16,0 0 15-16,0 0-6 0,294 6-52 15,-233-6-11-15,-4 0-2 16,-17 0-1-16,-11 0-51 15,-13-6-40-15,-11-8-157 16,-5 1-113-16</inkml:trace>
  <inkml:trace contextRef="#ctx0" brushRef="#br2" timeOffset="-171214.72">26025 10609 381 0,'0'0'146'0,"0"0"-78"16,0 0 0-16,0 0 17 16,0 0-31-16,0 0-12 15,-10-63 2-15,10 60-7 16,0 3 10-16,0 0-4 15,0 0-17-15,0 0 13 16,0 0-16-16,0 0 2 16,0 0 3-16,0 0-26 15,0 10 5-15,0 2-7 16,0 2 0-16,0 14 5 16,0 19-4-16,0 19 9 15,0 19 17-15,0 13-16 16,0 2 9-16,0-8-9 15,0-16-9-15,0-23 7 0,0-18-9 16,0-17-4-16,0-11-22 16,0-7-37-16,0 0-9 15,0 0-54-15,0 0-18 16,0-13-146-16,0 1-49 16</inkml:trace>
  <inkml:trace contextRef="#ctx0" brushRef="#br2" timeOffset="-170915.84">25781 11291 467 0,'0'0'101'16,"0"0"-84"-16,0 0-3 0,0 0-2 16,0 0-5-16,0 0-3 15,136-73 8-15,-96 66 41 16,-6 1 0-16,0 6 21 15,0 0-33-15,-5 0 2 16,-2 0 4-16,-4 0-22 16,-7 3 6-16,-8 6-14 15,-3-2-13-15,-5-7-4 16,0 5-2-16,0-5-26 16,0 0-17-16,0 0-24 15,0 0 2-15,0-12-47 16,-18-11-32-16,2-6 40 0,-2-1-71 15</inkml:trace>
  <inkml:trace contextRef="#ctx0" brushRef="#br2" timeOffset="-170714.87">25804 10480 865 0,'0'0'124'0,"0"0"-57"16,0 0 6-16,0 0-4 16,0 0-58-16,300 80-11 15,-242-80-15-15,-13 0-52 0,-16 0-41 16,-8 0-77 0,-21 0-223-16</inkml:trace>
  <inkml:trace contextRef="#ctx0" brushRef="#br2" timeOffset="-170264.33">26443 10883 167 0,'0'0'85'15,"0"0"-10"-15,0 0 14 16,0 0-27-16,0 0-6 16,0 0-3-16,-5-27 4 15,5 27 26-15,0 0-22 16,0 0-11-16,0 0 4 15,0 4-31-15,0 12 12 16,0 11 8-16,0 13-11 16,0 20 23-16,0 12-15 15,0 5 17-15,13 2-5 16,-8-4-15-16,1-16 1 0,-6-9-16 16,0-17-20-1,0-13 11-15,0-13-13 0,0-7-12 16,0 0-24-16,0-7-54 15,0-19-19-15,0-12-36 16,0-1-126-16,-6 0-163 16</inkml:trace>
  <inkml:trace contextRef="#ctx0" brushRef="#br2" timeOffset="-169881.94">26314 10886 472 0,'0'0'120'0,"0"0"-35"16,0 0 17-16,0 0-15 15,0 0-25-15,0 0-22 16,187-3 23-16,-137 3-30 16,3 0-10-16,-3 0 3 15,-6 0-21-15,4 0 4 0,-22-4-9 16,3 1 3 0,-5 0-8-16,-14 3 0 0,-5 0-17 15,-5 0 0-15,0 0-26 16,0 0-22-16,0 0-10 15,0 0-38-15,-21 0-14 16,3 0-10-16,-3 0 12 16,-8 10-73-16</inkml:trace>
  <inkml:trace contextRef="#ctx0" brushRef="#br2" timeOffset="-169775.01">26314 10886 492 0</inkml:trace>
  <inkml:trace contextRef="#ctx0" brushRef="#br2" timeOffset="-169641.94">26314 10886 492 0,'69'200'167'0,"-59"-191"-66"0,30 1 0 0,-1-6-20 0,6-1-27 16,8 0 6-16,-3-3-34 16,-6 3 1-16,-2-3 3 15,-10 0-22-15,-14 0 0 16,-12 0-8-16,4 0-28 15,-2 0-21-15,-3-3-100 16,0-13-111-16,-5 3-265 16</inkml:trace>
  <inkml:trace contextRef="#ctx0" brushRef="#br2" timeOffset="-169145.69">27290 10879 311 0,'0'0'125'0,"0"0"-120"15,0 0 33-15,0 0 29 16,0 0-7-16,0 0 6 0,-29-19-12 15,11 19 3 1,-16 0-24-16,-6 0-10 0,-5 0-8 16,-10 3 2-16,3 13-13 15,-4 11 28-15,4 0-22 16,12 2 8-16,6 8 9 16,13-7-7-16,8 6 16 15,13-2 1-15,0-5-22 16,0-2 4-16,13 0-18 15,27-8-1-15,15-2 0 16,3 3 3-16,-3-6-3 16,-2 4 0-16,-14-6 0 15,-18 0-8-15,-3 1 6 16,-18 6-14-16,0-3 13 16,0 7-2-16,-34 4 5 0,-16-1-7 15,-8 1-18-15,-5-4 24 16,8-6-30-16,2-1-15 15,9-9-17-15,10-7-93 16,-1 0-150-16</inkml:trace>
  <inkml:trace contextRef="#ctx0" brushRef="#br2" timeOffset="-167813.31">25060 11959 112 0,'0'0'310'15,"0"0"-283"-15,0 0-15 16,0 0 23-16,0 0 42 15,0 0-26-15,-11-23 5 16,11 21 22-16,0 2-11 16,0 0-17-16,0-4 1 15,0 4-13-15,6 0 2 0,7 0-28 16,-3 0-4 0,6 0 16-16,8 0-5 0,0 0-4 15,2 0 1-15,3 0-14 16,0 0 7-16,10 0-9 15,1 0 3-15,-1 0 1 16,0 0-4-16,1-7 0 16,-6 6 1-16,0-4 1 15,1 1 2-15,4 2-4 16,0-5 0-16,-4 7 4 16,4-4-2-16,0 3-2 15,-4-5 0-15,12 5 1 16,-2 1-1-16,-1-5 0 15,9 5 3-15,-8 0-5 0,5 0 2 16,2 0 0-16,-7 0 1 16,5 0 3-16,-11 0-4 15,1 0 1-15,7 0 1 16,-13 0 3-16,6 0-5 16,5 0 0-16,-6 0-1 15,6 0 6-15,7 0-5 16,-2 0 0-16,8 0 2 15,3 0-3-15,2 0 1 16,5 0 0-16,1 0-1 16,-9-6 6-16,8 1-4 15,-5-1-1-15,-5 5 3 16,-2-5-4-16,-4 6 1 0,3-6 0 16,-2 0-4-1,2 1 7-15,3-7-3 0,-3-1 0 16,8 2 2-16,1 1-5 15,-4 4 3-15,-2 3 0 16,-8-1-1-16,8 4 6 16,-8 0-5-16,2 0 0 15,-2-1 3-15,-5-5-6 16,2 6 3-16,-20-3 0 16,2 3 3-16,-6 0 2 15,-12 0-5-15,7 0 11 16,-13 0-3-16,1 0 19 0,-1 0-19 15,-5 0 7 1,0 0 11-16,0 0-14 0,0 0 4 16,0 0-15-16,0 0-1 15,-11 0-10-15,-7 0-43 16,-21 0 2-16,-1 0-6 16,-28 0-111-16,-22 0-61 15,-12 10-187-15</inkml:trace>
  <inkml:trace contextRef="#ctx0" brushRef="#br2" timeOffset="-167187.02">24784 12485 56 0,'0'0'192'0,"0"0"-176"15,0 0 12-15,0 0 11 16,0 0-38-16,0 0-1 16,45-10-17-16,-40 8 1 15,0 2-38-15,0 0-90 16</inkml:trace>
  <inkml:trace contextRef="#ctx0" brushRef="#br2" timeOffset="-166631.6">24784 12485 228 0,'250'-112'157'0,"-250"112"-123"15,-8 0 33-15,8 0 47 16,0 0-14-16,0 0-20 15,0 0-8-15,0 0 3 16,0 0-29-16,-5 0-4 16,5 0-9-16,0 13-17 15,-6 0-2-15,6 4-1 16,0 5-8-16,0-4 13 16,0 11-9-16,0 8 5 15,0 6 3-15,0 10-7 16,0 16 7-16,6 7 12 15,7 7-6-15,8 9 8 0,2 0-11 16,-7-9-4-16,3-17 5 16,-4-12-12-16,-9-19 8 15,2-12-6-15,-3-14-8 16,-5-4 0-16,0-5-3 16,0 0-18-16,0 0-5 15,0 0-25-15,0-17-19 16,0-1 10-16,0 4-21 15,-19-9-56-15,9-2-40 16,-9 2-122-16,14-1-172 16</inkml:trace>
  <inkml:trace contextRef="#ctx0" brushRef="#br2" timeOffset="-165548.21">25334 12989 293 0,'0'0'94'16,"0"0"-83"-16,0 0 31 0,0 0 12 15,0 0-4-15,0 0-5 16,0-11-21-16,0 11 32 16,0 0 7-16,0 0-7 15,0 0-6-15,0 0-16 16,0 0-8-16,0 0-3 16,0 0 4-16,0 4-6 15,0 5-4-15,0 1-10 16,0 7 13-16,0 3-18 15,0 7 14-15,0 6 19 16,0 6-11-16,0 9 6 16,0 1 2-16,0 3-8 15,5-10 5-15,0-5-13 16,-5-10 2-16,0-11 5 16,5-6-16-16,-5-6 4 0,0-4-11 15,0 0-2-15,0 0-4 16,0-7-10-16,0-4-11 15,0 8 8-15,0-6-5 16,0-5 12-16,0-6 3 16,0-3-12-16,0-3 12 15,0-4-11-15,0 3 0 16,0-3 15-16,0 0-12 16,0-1-2-16,0 1-11 15,0 3-14-15,0 6 20 16,0-1 3-16,0 3 13 15,0-2 3-15,0 8 8 0,0 0-3 16,0 3 0-16,0 7 1 16,0-4-2-16,0 0 1 15,0 1 0-15,0 3-1 16,0-4 4-16,0 7-3 16,0-4 0-16,0 1 0 15,0-1-6-15,0-2 2 16,13 0 4-16,-2-1 3 15,-6 3-2-15,14 1 13 16,-4 3-1-16,-4 0-13 16,13 0 19-16,-9 0-1 15,4 0 21-15,4 17 8 16,-1 6-18-16,-4 7 5 0,-13 3 0 16,-5 0-4-16,0 0 1 15,0 3-25-15,-18-6-4 16,-22-6-2-16,6-2-6 15,13-15 1-15,8-7-9 16,13 0-20-16,0 0 13 16,0 0-2-16,0-7 9 15,13 3 6-15,3 4 2 16,8 0 6-16,-3 0 11 16,8 0-11-16,5 11 13 15,-5 12-9-15,-14 0 5 16,-9-2 5-16,-6 2-9 0,0-1 4 15,0-2-9 1,0-4-5-16,-32 2 3 0,-15-6-12 16,2 2-13-16,-5-5 15 15,11 5-12-15,-3-5 16 16,10 5-2-16,8-7-2 16,6-7 6-16,7 0-31 15,11 0-74-15,0-30-40 16,0-14-210-16</inkml:trace>
  <inkml:trace contextRef="#ctx0" brushRef="#br2" timeOffset="-164796.1">25657 13065 186 0,'0'0'103'0,"0"0"-81"0,0 0-3 16,0 0 11-16,0 0 11 15,0 0-10-15,0 0 12 16,0 0 11-16,0 0 25 16,0 0-25-16,0 0-13 15,0 0-2-15,0 0-5 16,0 0-8-16,0 0-11 16,0 0 7-16,5 0 5 15,1 0-11-15,-1 0 17 16,0 0 6-16,-5 0-14 15,8 0 16-15,-3 3-8 16,0 3-7-16,1 10 4 16,-1-8-20-16,-5 7 6 15,5-1 1-15,-5 3-12 16,0 5 16-16,0-3-21 0,0 6 2 16,0 5 11-16,0 0-2 15,5 12 7-15,3-6 5 16,-2 4-3-16,4-6 7 15,1-8-5-15,7-10-9 16,-2-9 12-16,-3-7-21 16,-2 0 0-16,4 0-4 15,4-7-26-15,-3-16 15 16,7-14-11-16,6-2-9 16,-8-5-2-16,-2-2-16 15,2-2-3-15,-3 0 32 16,-13 6-21-16,-5 3 28 15,0 6-2-15,0 3 15 16,0 7-4-16,0 2 12 0,0 5-3 16,0 6-3-16,0 4 4 15,0 6 0-15,0 0 6 16,0 0-11-16,0 0 3 16,0 0-4-16,0 0-11 15,0 0-19-15,0 0-83 16,0-7-27-16,0 0-146 15</inkml:trace>
  <inkml:trace contextRef="#ctx0" brushRef="#br2" timeOffset="-164353.53">26620 12812 44 0,'0'0'260'0,"0"0"-215"0,0 0 0 16,0 0 27-16,0 0 22 16,0 0-6-16,-74-16-2 15,74 16-10-15,0-3 3 16,0-1-27-16,0 4 9 16,5-3-6-16,29 3-25 15,14-4-15-15,-4 4-3 16,12 0-12-16,-4 0 21 15,3 0-19-15,-2 0-1 16,-13 0-1-16,-6 0-4 16,-19-3 0-16,4-1-41 15,-14-5-60-15,-5-5-48 16,0 2-162-16</inkml:trace>
  <inkml:trace contextRef="#ctx0" brushRef="#br2" timeOffset="-163531.95">27624 12399 226 0,'0'0'157'16,"0"0"-101"-16,0 0-13 15,0 0 13-15,0 0 5 16,0 0-18-16,0-20 16 15,0 20 13-15,0 0-10 16,0 0-6-16,0 0-17 16,0 0-16-16,0 0 10 15,0 0-21-15,0 0 6 16,0 0-5-16,0 0-12 16,0 0 9-16,0 0-10 0,0 0 0 15,-5 0 14-15,5 0-14 16,0 0 3-16,-8 0-2 15,8 0 3-15,0 0-6 16,0-3 2-16,0 3-4 16,0 0 0-16,0-3-4 15,0 3 8-15,0 0-1 16,0 0 4-16,0 0-1 16,0 0-2-16,0 0 0 15,0 0-3-15,0 0 3 0,0 0 0 16,0-4-1-1,0 4 8-15,0 0-5 0,0 0 2 16,0 0-1-16,0 0 17 16,0 0-14-16,0 0 4 15,0 4 5-15,0 15-13 16,0 11 12-16,0 10-4 16,0 19-8-16,0 6 30 15,0 12-8-15,0 3-5 16,0 3-4-16,0-7-14 15,0-13 6-15,0-7-6 16,0-12 2-16,0-11 2 16,0-6-5-16,0-2 0 15,0-8 0-15,0-4-11 16,0 3 3-16,-5-8-10 0,5-4-25 16,-5-4 28-1,-6 0-38-15,6 0-42 0,-1-12-31 16,-1-11-112-16,1 0-114 15</inkml:trace>
  <inkml:trace contextRef="#ctx0" brushRef="#br2" timeOffset="-163221.52">27498 13179 424 0,'0'0'145'16,"0"0"-64"-16,0 0 19 0,0 0-11 15,0 0-47-15,0 0 30 16,-5 84-3-16,5-79 8 16,5-5-14-16,13 0-31 15,-7 0 7-15,13 0-27 16,-3 0-4-16,2 0-14 16,6 0 6-16,0-12-12 15,-8 1 11-15,-2 0-17 16,-4 3 4-16,-4-1 1 15,2 2-30-15,-8 1 25 16,1 5-29-16,-6 1-3 16,0-6-2-16,0 1-11 15,0-8-17-15,0 0-9 0,0-10-99 16,0 0-24-16</inkml:trace>
  <inkml:trace contextRef="#ctx0" brushRef="#br2" timeOffset="-162928.96">27448 12456 450 0,'0'0'131'0,"0"0"-55"16,0 0 34-16,0 0-48 16,0 0-17-16,0 0 0 15,118-18-11-15,-83 12 28 16,-1 6-57-16,0-3-3 16,0 0-4-16,-5-4-45 15,-8-3-57-15,-3 3-126 16,-7-3-253-16</inkml:trace>
  <inkml:trace contextRef="#ctx0" brushRef="#br2" timeOffset="-162264.23">27934 13127 53 0,'0'0'85'0,"0"0"-15"0,0 0-14 16,0 0 4-16,0 0-14 16,0 0-22-16,0-19 11 15,6 6-18-15,2 2 16 16,-8-2-32-16,0 7 12 16,0 1 36-16,0-1-21 15,0 6 8-15,0-3 32 16,0 3-8-16,5-3 2 15,-5 3-22-15,0 0-11 16,0 0 3-16,0 0-7 16,0 0-9-16,0 0 17 15,5 0-13-15,-5 0 5 0,0 0 1 16,0 12-17-16,0-1 15 16,0 9 0-16,0 3-19 15,0 14 20-15,0 4-14 16,5 7 3-16,-5 12 17 15,6-2-9-15,-6-5 5 16,5-7-13-16,3-12 4 16,-3-11 13-16,0-9-30 15,1-14 0-15,-1 0-1 16,0 0-18-16,-5 0-5 16,0-11-38-16,0-1-9 15,0-6 43-15,0-5-20 0,0-3-64 16,0-1 12-1,-10 4-124-15,-1 4 40 0,-2-6-149 16</inkml:trace>
  <inkml:trace contextRef="#ctx0" brushRef="#br2" timeOffset="-161878.27">27861 13127 378 0,'0'0'137'16,"0"0"-36"-16,0 0-17 15,0 0-4-15,0 0-8 16,0 0-41-16,29-19-18 15,-11 19 6-15,3 0 23 16,8 0 22-16,0 0-29 16,5 0-9-16,0 0-8 15,6 0-16-15,-6 0 13 16,0 0-12-16,-13 0 3 16,3 0-4-16,-13 0-2 15,-1 0 0-15,-2 0-3 16,-8 0-9-16,0 0-5 0,0 0-25 15,0 0-55-15,0 0 10 16,0 0-64-16,0 0-57 16,-18 0-29-16</inkml:trace>
  <inkml:trace contextRef="#ctx0" brushRef="#br2" timeOffset="-161742.02">27861 13127 413 0</inkml:trace>
  <inkml:trace contextRef="#ctx0" brushRef="#br2" timeOffset="-161578.67">27861 13127 413 0,'24'182'118'0,"-24"-179"20"0,0 3-34 0,0-3-21 0,15-1-24 15,9-2-33-15,5 0 18 16,5 0-8-16,0 0-15 15,0 0 7-15,1 0-20 16,-4-2-2-16,-7-4-5 16,0 3 3-16,-9 3-8 15,-4-3 4-15,-11 3-25 16,8-4-39-16,-8-3-34 16,0-3-99-16,0-8-177 15</inkml:trace>
  <inkml:trace contextRef="#ctx0" brushRef="#br2" timeOffset="-161015.36">28531 13113 270 0,'0'0'126'15,"0"0"-75"-15,0 0 14 0,0 0-9 16,0 0 0-16,0 0-18 16,-28-12-14-1,22 12 13-15,-7 0 19 0,3 0-30 16,-6 0 16-16,-3 0-7 15,4 0-1-15,-9 0-4 16,0 0-17-16,9 7 12 16,-9 10 9-16,3 2 8 15,2-2-12-15,9 7-13 16,-1 1 7-16,11-1 5 16,0-1-14-16,0-5 5 15,0-2-5-15,6-7-13 16,23 3 0-16,-8-3-2 0,8 0-1 15,-1 5-2 1,-6 0 5-16,6 2-4 0,1 5 1 16,-13-5 0-16,3 4-5 15,-19-3 6-15,0-1-4 16,0-2 1-16,0-1-17 16,-29 1 11-16,-6 2-21 15,1-6 12-15,-5-4-5 16,10-6-42-16,13 0-39 15,-2 0-57-15,7-6-7 16,6-18-27-16</inkml:trace>
  <inkml:trace contextRef="#ctx0" brushRef="#br2" timeOffset="-160481.96">28994 12210 5 0,'0'0'404'0,"0"0"-305"15,0 0 3-15,0 0 13 16,0 0-40-16,0 0-11 16,-21 0-21-16,21 14 12 15,0 9 10-15,21 3-33 16,8 8 5-16,5 5-3 0,6 7-25 16,-1 11 20-16,9 9-23 15,-14 12 3-15,-8 7 5 16,-21 12-13-16,-5 7-1 15,0 2-8-15,-39-7-12 16,-35-9-11-16,1-24-32 16,4-18 20-16,4-21-43 15,-4-14-51-15,11-13-240 16</inkml:trace>
  <inkml:trace contextRef="#ctx0" brushRef="#br2" timeOffset="-159298.8">24844 12260 19 0,'0'0'168'15,"0"0"-81"-15,0 0-1 16,0 0 2-16,0 0-11 16,0 0 12-16,-10 0 6 15,10 6-18-15,-5 5-18 16,-1-2-26-16,-4 1 8 15,2 7 4-15,-3 0-13 16,1 2-4-16,-9 5-8 16,-2-1-7-16,8 0 8 15,-8 7-18-15,3 0 7 0,2 6 14 16,-2 7-16-16,7 4 5 16,1 5-3-16,-4 4-5 15,9 3 10-15,5 4-13 16,0 8 3-16,0 8 10 15,0 10-14-15,0 17 22 16,0 5-6-16,5 6-5 16,24-15 22-16,11-12-22 15,-1-23-3-15,9-28-7 16,-4-19-2-16,-9-11-6 16,-1-9-4-16,-19 0-34 15,-4-15-25-15,2-18-29 16,-13-7-57-16,0 7-161 15</inkml:trace>
  <inkml:trace contextRef="#ctx0" brushRef="#br2" timeOffset="-158871.39">25078 13374 328 0,'0'0'133'0,"0"0"-69"16,0 0 32-16,0 0 16 16,0 0-25-16,0 0-21 15,16 0-9-15,18 0 22 16,-5 0-36-16,6 0-2 0,-7 0-30 15,-7 0-9-15,3 0-4 16,-8 0-13-16,-3 0-96 16,-8 0-97-16,-5 0-276 15</inkml:trace>
  <inkml:trace contextRef="#ctx0" brushRef="#br2" timeOffset="-157782.16">29484 11572 314 0,'0'0'120'0,"0"0"-58"16,0 0 59-16,0 0 17 16,0 0-69-16,0 0-10 15,0 0 20-15,0 0 0 0,0 0-22 16,0 0-16 0,0 0-2-16,0 0-8 0,0 9-8 15,21 21 1-15,21 14-18 16,2 9 11-16,6 9 16 15,-5 2-25-15,2-6 10 16,-12-16 0-16,-14-12-12 16,2-11 7-16,-17-13-13 15,-1-1 0-15,-5-5-1 16,0 0-5-16,0 0-18 16,0 0-17-16,0-16-26 15,0-3-26-15,0-6 5 16,-16-9-67-16,-2-3-121 15,7 1-98-15</inkml:trace>
  <inkml:trace contextRef="#ctx0" brushRef="#br2" timeOffset="-157684.23">29484 11572 590 0</inkml:trace>
  <inkml:trace contextRef="#ctx0" brushRef="#br2" timeOffset="-157505.91">29484 11572 590 0,'352'-4'135'0,"-352"4"-112"0,0 0 41 0,0 0 5 0,0 0-21 16,0 0-28-16,0 0 20 0,-13 7 5 15,-16 20-24 1,-11 12 7-16,-4 5-11 0,-1 5-11 16,-13 8 10-16,3-8-13 15,2 4 0-15,9-5-3 16,15-18-1-16,13-7-9 15,11-12-33-15,5-11-51 16,0 0-18-16,10-9-68 16,24-23-60-16</inkml:trace>
  <inkml:trace contextRef="#ctx0" brushRef="#br2" timeOffset="-156432.12">30940 11289 219 0,'0'0'316'0,"0"0"-285"15,0 0-8-15,0 0 47 16,0 0-14-16,0 0-19 16,0-11 5-16,0 11 25 0,-5 0-6 15,0 0-26-15,-3 0-1 16,8 0 4-16,0 0-12 15,0 11 2-15,0 7-12 16,0 10-10-16,0 11 10 16,0 14-2-16,0 21 19 15,0 13 16-15,8 16-4 16,-3 0-8-16,6-10-20 16,-6-14-10-16,0-26 7 15,1-16-13-15,7-16 5 16,-8-21-6-16,11 0-9 15,-8 0 1-15,-8-16-19 0,0-14-18 16,0-5 10-16,0-9 26 16,0-9-24-16,0 1-5 15,0-4 9-15,-8-1 13 16,-3 4-7-16,6 0-6 16,-6 3 15-16,4 3-2 15,1 8 13-15,-4-1-1 16,10 6-8-16,0 8 9 15,0 1 2-15,0 2 1 16,0 5-1-16,0-2 3 16,0-2 0-16,0 9 2 15,10 1 3-15,3-6-8 0,3 6 1 16,3 1 0-16,2-6-2 16,2 4 2-1,-2 3 0-15,8 1-3 0,0-2 10 16,0 8-5-16,0 3-2 15,3 0 2-15,-3 0 11 16,5 0-5-16,0 0 3 16,-5 3 6-16,5 17-11 15,-5 3 10-15,-3 7-10 16,3 0 2-16,-10 3 15 16,-14 3-11-16,0-1 14 15,-5-3 11-15,0 7-12 16,-5-7 9-16,-40 1-25 0,-13 4-9 15,-5-3 0 1,-5-2-1-16,2-8-4 0,8-11-9 16,13-13-6-16,22 0 8 15,18 0-27-15,5-10 2 16,0-7 5-16,0 1 13 16,28 2 16-16,12 11 3 15,5 3 1-15,13 0 16 16,-3 33-6-16,13 17 7 15,-10 17 18-15,-8 2-11 16,-21 1 5-16,-13 1 18 16,-11-23-25-16,-5-2 4 15,0-25-27-15,0-7-2 0,0-10-1 16,0-4-33 0,0 0-32-16,0-4-30 0,0-22-39 15,0 1-75-15,0 0-107 16</inkml:trace>
  <inkml:trace contextRef="#ctx0" brushRef="#br2" timeOffset="-155598.95">31942 11817 488 0,'0'0'0'0,"0"0"-3"16,0 0 3-16,0 0 51 16,0 0-10-16,0 0 13 15,0-30 60-15,0 30-5 16,0 0-37-16,0 0-17 16,0 0-19-16,0 0-1 15,0 0-23-15,0 0-7 16,0 0 11-16,0 13-13 15,0 3 9-15,-5 2 4 16,-5 8 1-16,4 7 19 16,6 10-8-16,0 8-1 15,0 6 11-15,0-1-22 0,0 4 5 16,-5-3 2-16,5-14-15 16,0-10 14-16,0-13-21 15,0-10 3-15,0-10 0 16,0 0-4-16,0 0-5 15,0-13-7-15,0-14-31 16,0-6 25-16,0-4 12 16,0-9-46-16,0-1 35 15,0-3 5-15,0-6 4 16,0 1 8-16,5 7-32 16,16 0 18-16,3 15-3 15,0 7 8-15,-14 8 7 16,1 9 4-16,2 2 7 0,3 7 18 15,-6 0-6 1,9 10 34-16,2 27-19 0,-3 16-5 16,6 25 22-16,-8 9-8 15,-6 8 4-15,-2 2 4 16,-8-14-16-16,0-20 6 16,0-20-22-16,0-21-12 15,0-22 14-15,0 0-23 16,0-16-5-16,5-30-20 15,6-14 2-15,-6-16 20 16,24-4-41-16,10-1 0 16,1 10 21-16,5 6-13 0,2 15 13 15,-8 17 13 1,-4 20 4-16,-9 13 6 0,-2 0 14 16,-1 29 9-16,4 24 20 15,1 12-24-15,1 8 6 16,-13-6 1-16,-3-7-20 15,-13-11 6-15,6-15-12 16,-6-18-15-16,0-13-3 16,0-3-31-16,0 0-24 15,0-6-44-15,0-21-69 16,0 4-189-16</inkml:trace>
  <inkml:trace contextRef="#ctx0" brushRef="#br3" timeOffset="-142332.77">25604 17594 280 0,'0'0'60'16,"0"0"-38"-16,0 0 23 16,0 0 39-16,0 0-36 15,0 0 10-15,69-45 30 16,-51 36-12-16,-13 3-9 16,1-2-13-16,-1 5-7 15,-5 3 4-15,0 0-16 16,0 0-7-16,0 0 3 15,0 0-8-15,0 0 8 16,0 0 3-16,0 0-7 0,0 0 15 16,0 0-10-1,0 0-8-15,0 0 3 0,0 3-15 16,0-1 1 0,0 10-3-16,0 5-9 0,-5 7 9 15,-6 6-10-15,-7 7 2 16,2 0 4-16,-8 11-5 15,9 2-1-15,-9 6 3 16,8 4-2-16,-2 6 1 16,7-3-2-16,-2 6 1 15,13-2 10-15,0 2-7 16,0 10 10-16,0 4 6 16,29-7-10-16,10 1 8 15,9-12-6-15,-4-11-8 16,1-21 10-16,-11-13-10 0,-10-17-4 15,-8-3 0 1,-11 0 1-16,0 0-2 0,-5 0-10 16,8 0-12-16,8 0 7 15,8 0-49-15,10 0-13 16,0-13-54-16,-8-13-70 16,9-18-224-16</inkml:trace>
  <inkml:trace contextRef="#ctx0" brushRef="#br3" timeOffset="-141464.21">26422 17565 315 0,'0'0'106'16,"0"0"-20"-16,0 0 22 15,0 0 3-15,0 0-46 16,0 0-29-16,11-25 21 0,-11 25-15 16,0 0 4-1,0 0 8-15,0 0-14 0,0 0-3 16,0 0-7-16,0 6-1 16,0-3 18-16,0 5-25 15,0 7-6-15,0 7 10 16,0 1-13-16,0 7 15 15,0 1-7-15,-5 6-12 16,-1 11 16-16,1 2-19 16,5 3 2-16,0 7 12 15,0 5-19-15,0 12 11 16,0 0 2-16,0 9-10 16,0 1 20-16,0 3-22 15,0-7 4-15,5-10-1 16,11-13 1-16,2-14-5 0,-2-13-1 15,-5-6 7 1,2-13-9-16,-3-9 2 0,-4-5 0 16,7 0 0-16,-3 0-13 15,1-5-2-15,-1-9-15 16,14 4 30-16,0-3-4 16,5 9 4-16,10 1-2 15,6 3 1-15,0 0-16 16,-1 0 9-16,4 0 2 15,-14 0 6-15,-13 7 3 16,3-4-3-16,-14-3-6 16,-5 0 1-16,8 0-43 0,-7 0-53 15,4-14-32-15,1-15-58 16,7-4-101-16,3 0-322 16</inkml:trace>
  <inkml:trace contextRef="#ctx0" brushRef="#br3" timeOffset="-140598.87">27169 18231 124 0,'0'0'30'0,"0"0"-8"15,0 0 3-15,0 0 26 16,0 0 9-16,0 0 9 0,-21-45 6 16,21 45 4-16,0 0 4 15,0 0 24-15,0 0-23 16,0 0-21-16,0 0-4 16,0 0-13-16,0 0 3 15,0 0-17-15,0 0-9 16,0 0 13-16,0 0-21 15,0 1 6-15,0 6 1 16,0-7-16-16,0 0 17 16,0 7-14-16,0 8-3 15,0 0 15-15,0 1-16 16,0 6 9-16,0 1-1 16,0 3-10-16,0-3 12 15,0 1-7-15,0-1-7 16,0 1 16-16,0-1-15 0,0 7-2 15,0 0 14-15,0 9-12 16,0 1 8-16,0 10 7 16,21-7-8-16,13 4 18 15,-10-12-17-15,10-11 0 16,-5-11 0-16,-3-13-6 16,3 0-8-16,6 0 3 15,4-30-15-15,-5-19 14 16,6-4-25-16,-11-4-5 15,-6 1 0-15,-7-1-16 16,-5-1 25-16,2 7-16 16,-13 6 7-16,0 3 30 0,0 16-2 15,0-3 4 1,0 18 18-16,0 5-1 0,0 0 11 16,0 6-3-16,0 0-12 15,0 0 15-15,0 0-20 16,0 0-3-16,0 0-5 15,0 0-9-15,0 0-6 16,0-1-21-16,0-7-44 16,10 1-6-16,14-7-71 15,-8 5-100-15,7 2-253 16</inkml:trace>
  <inkml:trace contextRef="#ctx0" brushRef="#br3" timeOffset="-139549.12">27924 17611 255 0,'0'0'109'0,"0"0"-47"15,0 0 13-15,0 0 27 16,0 0-23-16,0 0-21 16,0 0 0-16,-5 0 5 15,5 0-21-15,0 0 4 16,-6 7 0-16,6-2-4 15,0-3-7-15,0 3-16 16,0 1-8-16,0 6 6 16,0 10-14-16,0-3 14 15,0 11 6-15,0 0-11 16,0 4 10-16,0 6-18 16,0 6 7-16,0 0-3 15,0 11-6-15,0 3 1 16,0 0-3-16,0 5 3 15,0 2-1-15,0 1-1 0,6 5-1 16,-6-7 0-16,0-2 3 16,5-8-3-16,0-6 1 15,0-8 1-15,1-1 0 16,-6-15-1-16,8 1-1 16,-3-4 9-16,0-5-7 15,6-6 0-15,-6 1-2 16,3 0 2-16,-8-2-4 15,0-6 1-15,0 2-9 16,0-7-10-16,0 0-6 16,0 0-3-16,0 0 0 15,0 0-6-15,0 0 11 0,0-12-9 16,0-6-8-16,0 2-30 16,-8-7-12-16,-3 2-43 15,1-8-129-15,-14-1-214 16</inkml:trace>
  <inkml:trace contextRef="#ctx0" brushRef="#br3" timeOffset="-139205.36">27698 18288 486 0,'0'0'184'15,"0"0"-100"-15,0 0-9 16,0 0-13-16,0 0 5 15,0 0-11-15,123 11-3 16,-70-5 2-16,7 3-15 16,4-5-21-16,-14-4-10 0,-3 0-9 15,-13 0-2-15,-13 0-35 16,-2 0-38-16,-4-11-72 16,-9 3-164-16</inkml:trace>
  <inkml:trace contextRef="#ctx0" brushRef="#br3" timeOffset="-136648.85">28400 18168 188 0,'0'0'123'16,"0"0"-49"-16,0 0-3 16,0 0 9-16,0 0 0 15,0 0 1-15,0 0 1 16,0-4-25-16,0 4-1 0,0 0 1 15,0 0-11-15,0 0 6 16,0 0-9-16,0 0-12 16,0 0 9-16,0 0-10 15,0 0-4-15,0 0-1 16,0 4-9-16,0 8-3 16,0 2 0-16,5 1-8 15,8 0 10-15,-2 7-13 16,5-5 1-16,-3 12 5 15,-3 8 3-15,6-8 10 16,3 14-6-16,-4 1-7 16,9 2 17-16,-8 4-17 0,7-4 5 15,-4-9 7-15,-3-7-19 16,-1-11 12-16,-7-2-13 16,3-13 3-16,-1-4-7 15,-4 0 4-15,2 0 0 16,-3 0-3-16,-5 0 6 15,0 0-3-15,5 0 0 16,0 0-1-16,14 0 0 16,-4-4 1-16,14-25-4 15,0-8 1-15,3-27-18 16,-3-12 12-16,5-3-2 16,0 3-11-16,-5 9 15 15,-5 6-24-15,-3 24 24 16,-3-1 1-16,-7 13-2 15,-6 9 8-15,0 5 0 0,-5 8 5 16,0 0 4-16,0 3-7 16,0 0 16-16,0 0 9 15,0 0-19-15,0 13 3 16,0-6-11-16,0 2 7 16,0 5-14-16,0-3 4 15,0 1-20-15,0-12-9 16,0 0-69-16,0 0-50 15,0 0-96-15,0 0-247 16</inkml:trace>
  <inkml:trace contextRef="#ctx0" brushRef="#br3" timeOffset="-135698.21">29370 18179 57 0,'0'0'44'16,"0"0"19"-16,0 0 8 15,0 0-4-15,0 0-7 16,0 0-3-16,-13-34-2 16,8 27 31-16,5 3 4 15,0 4 0-15,0-7-26 0,0 6-18 16,0-7 7-16,0 5-17 15,0-1 7-15,0 4 13 16,0 0-24-16,0 0 10 16,0 0 0-16,0 0-12 15,0 0 6-15,0 0-10 16,0 0-2-16,0 0 8 16,0 0-16-16,0 0 0 15,0 0-6-15,0 4 1 16,0 3 7-16,0-2-12 15,0 9 4-15,0 2 4 16,0 13-14-16,0 2 10 0,0 6-9 16,0 9 1-1,0 6 7-15,0 4-7 0,0 4 4 16,0 0 10-16,13-7-10 16,-8-10 7-16,6-20-4 15,-11-9-9-15,5-11 5 16,-5-3-5-16,0 0-6 15,0 0 2-15,0-3-16 16,0-11-11-16,0 4-12 16,0-3-10-16,0-7 6 15,0-3-42-15,-5 0-18 16,-6 2-28-16,-2-2-21 16,-2 4-108-16,-4-5-75 15</inkml:trace>
  <inkml:trace contextRef="#ctx0" brushRef="#br3" timeOffset="-135351.1">29318 17799 592 0,'0'0'272'0,"0"0"-193"0,0 0-7 16,0 0 20-16,0 0-33 15,0 0-42-15,-5-10-15 16,5 7-1-16,0 0-2 16,0-1-3-16,0-1-24 15,0 5-38-15,0 0-99 16,0 0-233-16</inkml:trace>
  <inkml:trace contextRef="#ctx0" brushRef="#br3" timeOffset="-131182.92">30009 17360 511 0,'0'0'57'0,"0"0"-28"0,0 0 32 15,0 0 4-15,0 0-24 16,0 0-20-16,0 0 5 16,121 89 18-16,-99-68-13 15,-4-5 13-15,3 3 5 16,-3 4-13-16,-2 2 4 16,8 1-22-16,-8-3-4 15,-3 7 4-15,8 4-16 16,-8 3 6-16,3 3-2 15,-6 3-5-15,-2 10 8 16,-3 7-9-16,1 2 0 0,-6 5 3 16,0 2-1-16,0 2 0 15,0 0-2-15,0-3 4 16,0 7 0-16,0-9-4 16,0 7 0-16,-11-13-1 15,-13-4 2-15,6-9-1 16,2-5 0-16,-2-12 1 15,2 0-3-15,6-7 2 16,-4-1 0-16,9-7 3 16,-5 7-3-16,4-7 0 15,1-6 0-15,5 3-1 16,0-2-10-16,0-10-16 16,0 0-28-16,0 0-33 15,0 0-49-15,0 0-168 16</inkml:trace>
  <inkml:trace contextRef="#ctx0" brushRef="#br3" timeOffset="-130903.42">31869 18604 1281 0,'0'0'66'0,"0"0"-60"0,0 0 23 16,0 0 16-16,0 0-45 15,0 0-37-15,58 0-24 16,-35 0-36-16,-7 0-68 15,-16 0-108-15,0 0-361 16</inkml:trace>
  <inkml:trace contextRef="#ctx0" brushRef="#br3" timeOffset="-120253.45">24166 14761 148 0,'0'0'240'16,"0"0"-162"-16,0 0 17 15,0 0 31-15,0 0-32 16,0 0-23-16,0 0-12 16,-19-3-4-16,19 3 1 0,0 0-10 15,0 0-8-15,0 0 6 16,0 0-14-16,0 0 15 16,0 0-8-16,0 0-15 15,0 0 1-15,0 0-14 16,0 0-8-16,0 0-1 15,6-6-8-15,23 3 8 16,10-4 5-16,8 0-4 16,-2-2-2-16,-5 2-13 15,-6-4 0-15,0 2 13 16,0 6-6-16,-18-1 7 16,2 1 0-16,-7 3 0 0,-6-4-7 15,-5 1 7-15,0 3-11 16,0 0-5-16,0 0-28 15,0 0-10-15,0 0-8 16,0 0-33-16,0 14-37 16,0 2-157-16</inkml:trace>
  <inkml:trace contextRef="#ctx0" brushRef="#br3" timeOffset="-119827.41">24069 14992 255 0,'0'0'227'0,"0"0"-182"15,0 0 21-15,0 0 1 16,0 0-2-16,0 0-19 16,44-5 2-16,-20 5-4 15,5 0-8-15,0 0 2 0,2 0-16 16,4 0 0-16,-1 0 4 15,-5 0-9-15,0 0 3 16,-6 0-16-16,-2 0-1 16,-2 0-3-16,-9 0 0 15,-5 0-1-15,6 0-9 16,7 0-45-16,-2 0-17 16,3 0-74-16,-4 0-182 15</inkml:trace>
  <inkml:trace contextRef="#ctx0" brushRef="#br3" timeOffset="-117668.14">25899 14874 478 0,'0'0'136'16,"0"0"-62"-16,0 0 27 0,0 0-17 15,0 0-28-15,0 0-25 16,47-39-6-16,-36 25 18 15,-1-2-6-15,-4-1-21 16,1-6-2-16,4-4-14 16,-6-3-5-16,1-5 3 15,-1-2-19-15,8 5 2 16,-8 2-1-16,0 9 4 16,1 4 12-16,-6 11 2 15,0 2 2-15,0 4 4 16,0 0 0-16,0-3 0 15,0 3-2-15,0-4 2 16,0 4 3-16,0 0-6 0,5 0-1 16,-5 0 3-16,0 0 2 15,5 0-4-15,-5 0-1 16,0 7 0-16,0 0-1 16,0-4 1-16,0 5 0 15,0 15 8-15,0 19-8 16,0 18 19-16,0 13 1 15,0 10 6-15,0 3 17 16,0-5-13-16,0-13-3 16,0-15 10-16,0-14-23 15,0-13 2-15,0-14-16 16,0-6 0-16,0 3-3 16,0-9-24-16,0 0-17 15,0 0-17-15,0 0-40 0,0-4-38 16,0-12-84-16,0-3-216 15</inkml:trace>
  <inkml:trace contextRef="#ctx0" brushRef="#br3" timeOffset="-117134.03">26404 15143 309 0,'0'0'157'0,"0"0"-112"16,0 0 40-16,0 0 41 16,0 0-50-16,0 0-27 15,160 35-5-15,-139-8-5 16,-2 6 8-16,-14 3 4 16,-5 1-15-16,0-4-3 15,0 1-23-15,-10-5-5 16,-14-5-2-16,0-5-3 15,8-6-12-15,6-6-12 16,2-7-63-16,8 0-59 0,0-4-192 16</inkml:trace>
  <inkml:trace contextRef="#ctx0" brushRef="#br3" timeOffset="-115534.14">27006 14636 167 0,'0'0'100'0,"0"0"-41"16,0 0 5-16,0 0-1 16,0 0-21-16,0 0 7 0,50-50 11 15,-45 50-1-15,-5-3 9 16,0-1-18-16,0 4-1 16,0 0 3-16,0 0-18 15,0 0-2-15,0 0-17 16,0 0-3-16,-5 0 21 15,-5 0-17-15,4 0 2 16,6 0-3-16,-13 4-13 16,3 5 3-16,-6 3-4 15,-3 9 2-15,-2 0 4 16,-2 2-1-16,4 0-2 16,-2 11 12-16,11 8 2 0,2 11 27 15,8 11 11-15,0 7-9 16,0-3 22-16,18-4-26 15,27-11-7-15,18-16-1 16,-8-25-26-16,19-12 6 16,-6 0-15-16,6-38-8 15,0-26 5-15,-11-8-34 16,-13-3-9-16,-16-2 13 16,-16 8-9-16,-18 2 28 15,0 8 4-15,0 6 7 16,0 9 3-16,0 16 0 15,-29 14 6-15,-10 10 16 16,0 4-14-16,-14 0 8 16,-2 0-8-16,-8 7-5 15,13 13 2-15,-3-1-5 0,19-1-5 16,8-9 1-16,2 1-31 16,13-3 2-16,-2-4-46 15,8 0-14-15,5-3-42 16,0 0-80-16,0 0-106 15</inkml:trace>
  <inkml:trace contextRef="#ctx0" brushRef="#br3" timeOffset="-114984.35">27732 14802 501 0,'0'0'138'16,"0"0"-12"-16,0 0-14 15,0 0 6-15,0 0-59 16,0 0-19-16,0 0-6 15,68-20-17-15,-57-1-2 16,-1-5-15-16,4-1-14 16,-4 1 0-16,1-4-12 0,-6 7 7 15,0 3 13-15,-5 1-1 16,0 3 7-16,0 7 0 16,0 7 4-16,0 2 2 15,0 0-6-15,0 0 0 16,0 0 5-16,0 2-5 15,0 7 12-15,0 7-8 16,0 3-2-16,0 18 12 16,0 13-8-16,8 12 19 15,3 5 26-15,-1 2-3 16,3-2-7-16,-2-6-2 16,-1-14-16-16,-5-11 8 0,1-12-22 15,2-17 1-15,-8-2-9 16,0-5-1-16,0 0-13 15,0 0-28-15,0-6-28 16,0-18-13-16,0 5-17 16,0-3-32-16,0 4-23 15,0-7-174-15</inkml:trace>
  <inkml:trace contextRef="#ctx0" brushRef="#br3" timeOffset="-113700.2">28395 15107 401 0,'0'0'59'16,"0"0"-27"-16,0 0 83 0,0 0-20 16,0 0-28-1,0 0-7-15,0 15-1 0,0-15 12 16,0 0-11-16,0 0-18 15,0 0 6-15,0 0-21 16,0 0 4-16,0 0-5 16,10 0-10-16,24 0 4 15,1 1-1-15,9 5-11 16,-4-6 8-16,7 0-15 16,-13 0 3-16,1 0 2 15,-14 0-3-15,2 0-3 16,-7-6 0-16,2-6 0 15,-7 0-5-15,7-6 5 16,-7 0-6-16,-6 2 4 16,6-4-14-16,-6-3 6 0,-5 5 5 15,0-11-7-15,8 3 9 16,-8 3-12-16,0-7 7 16,0 3 3-16,0 4 8 15,0-7-5-15,0 0 2 16,0-3 0-16,0 3-4 15,0 7 2-15,0 3-2 16,0 1 1-16,0 1 3 16,0 6 0-16,0-2 0 15,0 7 2-15,0-2 0 16,0-2-2-16,0 4 0 16,0 5 0-16,0-1 4 15,0-4-4-15,0-2 1 16,0 1-1-16,0-2 8 0,0-4-8 15,0 3 0-15,0 1-1 16,0 2 3-16,10-4-2 16,-4 2 0-16,4-4 3 15,3 2-4-15,-8 1 1 16,1-5 0-16,10 8-1 16,-3-5 2-16,-3 1-1 15,1 7 0-15,-3-1 2 16,2-1-4-16,1-2 2 15,2 7 0-15,3-2 12 16,-1 4-11-16,4 0 6 16,-3 0-5-16,-3 0 2 15,8 0 9-15,8 0-6 0,0 0-4 16,5 15 9-16,-5 0-9 16,-3 1 0-16,-2 4-3 15,5 3 4-15,-8 1 7 16,-3-1-9-16,-2 6 4 15,-3-10 8-15,-2 4-14 16,-1-5 10-16,-5 1-6 16,3-3 0-16,-8 1 1 15,0-7-5-15,0 4-1 16,0-2-2-16,0 8 4 0,0 1-2 16,-8 2 1-1,-13 3 0-15,-2 1 0 0,2-1 0 16,-3 4 0-16,-5 0-1 15,8 0 2-15,-3 0-1 16,1-1 0-16,12 1 3 16,1-3 0-16,4-1 0 15,6-2 1-15,0-1 12 16,0 0-10-16,0 0 14 16,0-3 2-16,27-5-15 15,7-9 14-15,5-4-21 16,9-2 0-16,2 0 0 15,-1 0 1-15,9 0-2 16,-8-11 1-16,-2-1-5 16,-17 10-2-16,-7-3 7 15,-14 5-12-15,-10 0-2 16,0 0-36-16,0 0-23 0,-5 12-62 16,-34 4-123-16,-11 8-381 15</inkml:trace>
  <inkml:trace contextRef="#ctx0" brushRef="#br3" timeOffset="-111218.52">21930 14215 305 0,'0'0'130'0,"0"0"-45"15,0 0 3-15,0 0-17 16,0 0-32-16,0 0-25 0,14-39 4 16,-9 25-3-1,0 5 1-15,0-5 9 0,1 5-6 16,-6 2 8-16,0 0 12 15,0 0-12-15,0 4 3 16,0 0-10-16,0 3-13 16,0-3 9-16,0 3-16 15,0 0 2-15,0 0 7 16,0 0-9-16,0 0 7 16,0 0-1-16,0 0-1 15,0 0 9-15,-6 3-13 16,6 3 1-16,-5-2 3 15,5 6-2-15,0 10-3 16,0 13 10-16,0 20 5 16,0 22 16-16,0 16-10 0,5 15 7 15,9 12 22 1,-9-9-12-16,-5-16 1 0,0-10-19 16,0-23-3-16,0-15 15 15,0-21-23-15,0-10-6 16,0-7 4-16,0-7-4 15,0 0-3-15,0 0 0 16,0 0-4-16,0 0 3 16,0 0-15-16,0 0-1 15,0-15 0-15,0-8-25 16,0-6 41-16,0-2-26 16,0-10-41-16,0-7 43 0,0 2-3 15,0-3 3-15,-5-4 13 16,-9 0-14-16,4 6 5 15,5 0 1-15,5 8-8 16,0-3 22-16,0 10-5 16,0-2 11-16,-6 4-1 15,-2 5 4-15,8-3 1 16,0 5-2-16,0 3-2 16,0 0 8-16,0 4-3 15,0-2-1-15,0 6 5 16,0-2-7-16,0 1 3 15,0-1-5-15,0 5 2 16,8-5-2-16,-2 4 0 16,4 1 0-16,-5-5 2 15,9 5 0-15,-4-5-1 0,1 1 0 16,7 3 4-16,-8-1-10 16,6 6 4-16,-3-2-2 15,-2 3 3-15,-1 4-5 16,9-3 5-16,-9 3 1 15,1 0-1-15,7 0 2 16,-2 0 4-16,8 0-3 16,-8 0 11-16,7 0-11 15,-4 0 2-15,2 3-2 16,8 4 1-16,-6 2-6 16,-2-2 2-16,-2 7-4 15,-4 2 3-15,4 4 1 0,-9 1 3 16,6 2 6-16,-8 3-3 15,-3 1 17-15,1-1-15 16,-6 4 3-16,0 0 5 16,0-3-14-16,0-1 3 15,0-4-3-15,0-5-1 16,0 3 1-16,-6 2-2 16,-12 2 0-16,2 0 2 15,-8 5 3-15,1 6-4 16,-4-1 8-16,-7-1-9 15,-5 1 9-15,-1-8-9 16,-2-3 0-16,3-7-1 16,13-5-2-16,2-4 2 15,8-4 1-15,8-3-5 16,-2 0 0-16,10 0-2 0,0 0-10 16,0 0 7-16,0 0-17 15,0 0 7-15,0 0-2 16,0 0-6-16,0 0 21 15,0-3-4-15,10 3 8 16,14-4 2-16,-8 4 1 16,18 0 5-16,0 0 2 15,-5 0-7-15,16 20 21 16,-6 13-10-16,3 10 8 16,3 7 15-16,-6 0-11 15,-4 3 17-15,-1-8 10 16,-13-14-5-16,2-2-7 0,1-15-27 15,-8 2 3-15,-11-10-8 16,0-5-3-16,-5-1-6 16,0 0-17-16,0 0-49 15,0 0-32-15,0 0-52 16,0-13-140-16</inkml:trace>
  <inkml:trace contextRef="#ctx0" brushRef="#br3" timeOffset="-110617.5">22969 14848 305 0,'0'0'157'0,"0"0"-74"16,0 0 10-16,0 0-12 15,0 0-35-15,0 0-6 16,0 0 0-16,-142 26 11 16,113-3-12-16,8 1-11 15,3 2 25-15,13-5-16 16,5 5-9-16,0 2 3 15,0-4-20-15,29 5-5 16,5-4-6-16,5 4 0 16,1-6-4-16,-1 0 2 0,-10-4 2 15,-8-1-1-15,-8-6 5 16,-8 2-2-16,-5-1-1 16,0-3 2-16,0 3 3 15,-10 1-4-15,-32-2-2 16,2-1 0-16,-4-1-12 15,4-4-11-15,6-6 3 16,5 0-18-16,19 0-29 16,-1-13-13-16,11-20-112 15,0-13-210-15</inkml:trace>
  <inkml:trace contextRef="#ctx0" brushRef="#br3" timeOffset="-109650.73">23185 14375 371 0,'0'0'87'0,"0"0"-6"16,0 0 40-16,0 0-37 15,0 0-42-15,0 0 0 0,-19-18 8 16,14 18-12-16,0 0 9 16,0 0-9-16,-1 0-5 15,1 0 1-15,5 0-15 16,0 0 7-16,0 7-9 15,0-1-8-15,0-1 3 16,0 8-9-16,0 16-3 16,0 2 23-16,0 12-16 15,0 8 4-15,0 2-1 16,0 4-4-16,0 10 16 16,0 5-7-16,0 8-3 15,0-1 7-15,11 4-12 0,-6-5 3 16,0-7 0-16,-5-15-7 15,5-6 10-15,3-17-13 16,-8-13 0-16,0-10 3 16,6-10 0-16,-6 0-3 15,0 0 0-15,0 0 0 16,0 0-2-16,0 0-5 16,0 0 4-16,0 0 3 15,0-7-6-15,0-3 0 16,0 0-9-16,0 0 15 15,0-4 2-15,0-2-2 16,0 3 0-16,0-4-3 16,0 4 1-16,0-4 2 0,0 1-2 15,0-2-11 1,0-1 4-16,0 3-11 0,0-4 10 16,5-2 6-16,5 2-9 15,1 2 9-15,7-5-4 16,-2 4 1-16,8 2 5 15,-1-1-5-15,4 7 2 16,-4 1-1-16,-4 4-4 16,-3-1 10-16,-1 4 3 15,4 3-1-15,-9 0 5 16,3-4-4-16,-2 4 0 16,0 0 10-16,-11 0-12 15,0 0 9-15,0 0 1 0,0 0-10 16,0 0 14-16,5 17-8 15,0 7 6-15,8 5 5 16,-2 7-7-16,-6 12 4 16,0-1 2-16,-5 3-4 15,8-7 8-15,-8-10-14 16,0-3 0-16,0-14 3 16,0-9-7-16,0-7-2 15,0 0-1-15,0 0-28 16,0 0-17-16,0-10-55 15,0-13-22-15,0 0-75 16,0 3-220-16</inkml:trace>
  <inkml:trace contextRef="#ctx0" brushRef="#br3" timeOffset="-107568.61">21965 15800 160 0,'0'0'192'16,"0"0"-135"-16,0 0-6 16,0 0 85-16,0 0 4 0,0 0-52 15,-6 0-19-15,6 0-5 16,0 0-13-16,0 0-2 16,0 0-21-16,0 0-10 15,0 0 10-15,0 0-14 16,0 0 9-16,6 0-1 15,17 0-12-15,1 4 7 16,15-4-12-16,1 0 1 16,5 0 1-16,18 0-5 15,-13 0 1-15,7 0-3 16,-1 0 3-16,2 0-8 0,5 0 3 16,2 0 2-1,-1 0-4-15,4-4 5 0,6-3-2 16,-11-4-6-16,5 6-4 15,-13-2 7-15,-2 0 4 16,-8 1 0-16,-11 0-6 16,0 0 9-16,0 5-3 15,0-3 2-15,6-1 0 16,-6 3-3-16,11 2 1 16,-1-4 0-16,6 2 2 15,8-4-2-15,0-1 0 16,-3 3 0-16,3 0 2 15,-3 2-4-15,3-4 2 16,-2 0 0-16,1 5-2 16,-1-5 5-16,-4 6-3 15,-2-3 1-15,3 3 1 16,2-3-2-16,3 0 0 0,-3-4 0 16,3 0-3-16,-3 6 4 15,3-8-1-15,5 7 0 16,-2-2 2-16,2 2-3 15,5-4 1-15,-5 0 0 16,-2 5-2-16,7-7 6 16,-10 5-2-16,-3-1-2 15,-7 4 0-15,-4 0-4 16,6 0 0-16,-2 0 4 16,2-3 2-16,-1 3-2 15,-1-4 2-15,7 3-2 16,-2-5 4-16,2 3-7 0,-10 3 3 15,7 0 0-15,-7 0-4 16,5 0 6-16,2 0-2 16,-2 0 0-16,8 0 2 15,-2-2-3-15,7 2 1 16,-6-7 0-16,-1 7-1 16,2 0 2-16,-8 0-1 15,2 0 0-15,3-4 4 16,-5 4-6-16,8-3 2 15,5-1 0-15,-7 3-2 16,1-10 4-16,-1 7-2 16,7-3 0-16,0 4 3 15,-8-1-4-15,3 4 1 0,5-1 0 16,-13 1-4-16,13 0 6 16,-8 0-2-16,-2 0 0 15,7-5 5-15,-7 2-10 16,10 3 4-16,-2-3 1 15,-3 3-2-15,-9 0 4 16,9 0-2-16,-13 0 0 16,13 0 5-16,-8 0-11 15,8 0 5-15,2 0 1 16,-2 0 1-16,5 0-1 16,-8 0 0-16,-2 0 0 15,8 0 5-15,-4 0-11 0,-1 0 6 16,12 0 0-16,-5 0 1 15,0 0-1-15,-2 0 0 16,2 0 0-16,5 0 4 16,-5 0-6-16,6 0 2 15,-9 0 0-15,3-4 2 16,0 4-1-16,6 0-1 16,-14-3 4-16,3 3-3 15,-3-4-2-15,3 1-1 16,-3 3 2-16,3 0 4 15,-8 0-1-15,3 0-3 16,2 0 0-16,-3 0 0 16,-2 0 1-16,0 0-1 15,3 0 0-15,-8 0 5 16,-6 0-4-16,1 0 2 0,-17 0 4 16,1 0-7-16,-19 0 15 15,0 0-7-15,-5 0 2 16,0 0 16-16,0 0-3 15,0 0-5-15,0 0-6 16,-10-4 1-16,10 4 2 16,0-3-15-16,-8 3-1 15,3 0-2-15,-11 0-11 16,-23 0-16-16,-30 0-61 16,-18 0-67-16,-20 0-137 15</inkml:trace>
  <inkml:trace contextRef="#ctx0" brushRef="#br3" timeOffset="-106461.95">25717 15523 255 0,'0'0'185'0,"0"0"-118"16,0 0-11-16,0 0 17 15,0 0-25-15,0 0-30 16,0 0 5-16,0 0 13 16,0 0 11-16,0 0-5 15,0-4-12-15,0 1-9 16,0 3-21-16,0-2 1 16,0-2-3-16,0 1-1 0,0-4-1 15,8 3-11-15,-8-3-3 16,6 5 13-16,-6 2 1 15,5 0 4-15,-5 0 2 16,0-3-1-16,0 3 8 16,0-4-7-16,0 4 1 15,0 0-6-15,0 0 2 16,0 0 1-16,0 0 1 16,0 0 0-16,0 0 8 15,0 0 8-15,0 0-7 16,0 0 8-16,0 0-6 15,0 0 2-15,0 0 2 16,0 0-9-16,0 0 3 0,0 9-5 16,0 2-2-1,0 8 13-15,0 5-6 0,0 6-6 16,0 5 11-16,-11 1-9 16,-2 2 13-16,8 2-4 15,-6-5-11-15,6-10 16 16,-8-3-13-16,8-10-6 15,5-10 8-15,0 3-7 16,0-5 0-16,0 0-2 16,0 0-19-16,0 0 5 15,0-7-22-15,0-9-50 16,0-2 8-16,0-1-104 0,0 1-112 16</inkml:trace>
  <inkml:trace contextRef="#ctx0" brushRef="#br3" timeOffset="-105884.56">25888 15537 30 0,'0'0'92'16,"0"0"-85"-16,0 0 7 15,0 0-14-15,0 0-1 16,0 0-21-16,24-27 3 15,-24 24 19-15,0 3 56 16,0 0 23-16,0 0-3 16,0-4-12-16,0 1-27 15,0-4-9-15,0 3-20 16,0 2-3-16,0-1 4 16,0 3-2-16,0-4 23 0,0 4 21 15,0 0 19-15,0 0-2 16,0 0-18-16,0 0 4 15,0 0-5-15,0 0-18 16,0 0-1-16,0 7-3 16,0-5-6-16,0 9 2 15,-5 5-7-15,-3 11 7 16,8 3-1-16,-5 10 5 16,-1 3 14-16,-4-1-16 15,-3-7-11-15,2-5 7 16,6-6-19-16,0-7-2 15,-1-9-2-15,1-2-44 16,-8-1-38-16,3-5-87 16,-9 0-289-16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35:33.24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16965 4367 23 0,'0'0'22'16,"0"0"-5"-16,0 0 2 16,0 0 1-16,0 0-9 15,0 0-3-15,0 0-4 16,-24 0 13-16,24 1-2 15,-5-1-5-15,0 5 13 16,0-3-9-16,5 2 0 16,-6-2-5-16,1-2-7 15,-3 5 5-15,3-5-3 16,5 4 0-16,0-4 4 16,0 0-5-16,0 0 0 15,0 0-3-15,0 0-6 16,0 1 0-16,0-1-1 0,0 0 4 15,0 0-1-15,0 0-24 16,5 0-30-16,3 0 29 16,3 0 11-16,-1 0 13 15,-5 0-1-15,9 0 6 16,1 0-12-16,-4 0-24 16</inkml:trace>
  <inkml:trace contextRef="#ctx0" brushRef="#br0" timeOffset="13649.17">17102 4589 308 0,'0'0'57'0,"0"0"-15"15,0 0 19-15,0 0 6 16,0 0-3-16,0 0-3 16,0 0 10-16,0 0-4 15,0 0-13-15,0 0-13 16,0 0-10-16,0 0-4 16,0 0-1-16,0 0-8 15,0 0-3-15,0 0-5 16,0 0-8-16,0 0 1 0,0 0-3 15,0 0-5-15,0 16 3 16,0 11 2-16,0 13-3 16,0 13 4-16,0 16-1 15,0 21 13-15,0 21 1 16,0 10-4-16,5 17 6 16,0-2-3-16,1-9-4 15,-1-18 3-15,8-22-8 16,-8-32 5-16,1-16-9 15,-1-20 2-15,0-12 1 16,-5-7-3-16,0 4 0 16,0-4 2-16,0 0-2 15,0 0-1-15,0 0-18 0,0 0-16 16,0 0 13 0,0-18-22-16,0-8 21 0,0-7-8 15,0-7-10-15,0-3-1 16,0-4 11-16,0-1-5 15,0 6-2-15,0 0-40 16,0 1-25-16,0 7 42 16,0 1-35-16,0 3 26 15,0 3-57-15,0 1 89 16,-16-4 38-16,6 0 18 16,-9-6 13-16,9-4 10 15,-3-3 13-15,2-5-9 0,6 6-7 16,5-1-26-1,-5 1 5-15,-1 3-15 0,1 7-2 16,-3 1 1-16,3 1-1 16,-5 3 10-16,4 4-5 15,-7-3 7-15,8-1 7 16,0 4-13-16,5 0 7 16,0 0 7-16,0 2-11 15,0 5-5-15,0-1-4 16,0 4 0-16,0-1 0 15,0 2-9-15,0-2 8 16,5 5 1-16,13-2 7 16,-7 2 6-16,7 2-9 0,9 0 0 15,1 2 9 1,7 3-7-16,4 2-2 0,6 0-2 16,-11 0 0-16,5 0 5 15,1 0-7-15,-6 0 0 16,0 0 5-16,-5 7-2 15,0 3 27-15,-8 3-22 16,3 4-8-16,-1-4 11 16,-1 1-7-16,-4 2-3 15,-2-3 11-15,2 4-12 16,-7-1 9-16,7 5-1 16,-7-5-1-16,-6 4 11 15,0-1 0-15,0 2-11 16,-5-1 6-16,0-4-5 0,0 5 2 15,0-2 2-15,0 4 0 16,0 0 0-16,0 6-5 16,0-6-1-16,-5 1 1 15,-11 1-6-15,-2 1 3 16,-3 3 3-16,2 6-4 16,-2-5 9-16,-8 7 3 15,1-1-7-15,-7 1 8 16,1-1-6-16,0 4-1 15,-5-7 4-15,-6 1-9 16,5-4 2-16,-12-4-6 16,7-3 9-16,0 0-1 15,1-8-8-15,15-7 0 0,-5-8 0 16,10 0-2 0,8 0 1-16,3 0-13 0,8-7 6 15,-1-16 8-15,6-3-16 16,0-4-4-16,0 0 9 15,0 3 0-15,29 4-2 16,6 4 11-16,-1 5-4 16,-5 5 3-16,-3 2 1 15,3 7 2-15,0 0 4 16,0 0 0-16,-3 0 2 16,3 0 6-16,-5 13 3 15,-1 11 3-15,4 5-10 0,7 11 7 16,0 20 11-1,5 16 22-15,-4 24 20 0,9 6-13 16,4-5-7-16,-4-15-11 16,12-23-19-16,1-23-7 15,12-17-4-15,-6-23-6 16,3 0-2-16,2-49-50 16,-15-24-45-16,-32-7-104 15,-21 10-144-15</inkml:trace>
  <inkml:trace contextRef="#ctx0" brushRef="#br0" timeOffset="14547.65">18554 5566 389 0,'0'0'167'16,"0"0"-101"-16,0 0 1 0,0 0 20 16,0 0-41-1,0 0-21-15,0-37-8 0,0 30 8 16,0 6 8 0,0-3-2-16,0 0-4 0,0 1-2 15,-19-1-8-15,3 3-4 16,-7-6-9-16,-1 1-2 15,3 6-4-15,-3 0 4 16,-5 0-5-16,8 0 3 16,-13 0-4-16,5 13 2 15,0 4 2-15,3 7 0 16,-3 3 11-16,11 0-9 16,2 7 18-16,11-1 1 15,5 0-5-15,0 1-2 0,0-2-9 16,0-5 8-16,0-3-10 15,10-4-1-15,19-8-2 16,5 2 7-16,-7-7-1 16,7-1 0-16,-5-3 0 15,5 1 2-15,0-1 2 16,0 4-8-16,6 2-1 16,-11 2-1-16,0-1 1 15,-8-1-2-15,-8 5 1 16,-8 2-8-16,-5 1 7 15,0 3-2-15,0 7 3 16,-5 3 8-16,-43 0-3 16,-1-1 2-16,-9-5-4 15,-3-1 1-15,3-11 4 16,8 0-8-16,3-10-12 0,2-2 6 16,6 0-27-16,-1-7-31 15,6-23-63-15,18 0-81 16,9-9-229-16</inkml:trace>
  <inkml:trace contextRef="#ctx0" brushRef="#br0" timeOffset="15148.78">18809 5020 390 0,'0'0'93'16,"0"0"-58"-16,0 0 5 16,0 0 22-16,0 0-13 15,0 0-16-15,-24 0 22 0,24 0 6 16,0 0-14 0,0 0 3-16,0 5-15 0,0 3 2 15,-5 9-2-15,5 1-5 16,0 0-3-16,0 7-9 15,0-1-1-15,0 2 0 16,0 7-1-16,0 0-5 16,0 11 7-16,0-1-8 15,0 6 4-15,0 11-2 16,0 7-2-16,0 16 3 16,0 4-3-16,0 7 4 15,0-5 0-15,0-3-1 16,10-7 3-16,9-12 1 15,-14-14-7-15,6-12-1 0,-1-15-7 16,-2-11 2-16,-3-7 1 16,0-8-5-16,-5 0 0 15,0 0-1-15,0 0-81 16,0-14-1-16,-5-16-4 16,-8-9-3-16,-3 2-82 15,6-2-138-15</inkml:trace>
  <inkml:trace contextRef="#ctx0" brushRef="#br0" timeOffset="15714.74">18761 5837 508 0,'0'0'148'15,"0"0"-70"-15,0 0 8 16,0 0-53-16,0 0-29 16,0 0-4-16,82-107-1 0,-56 90 1 15,-2 6 0 1,5 9 8-16,-13 2 7 0,7 0 3 15,-2 0 11-15,8 0-14 16,0 0-2-16,0 0 11 16,0 2 8-16,-3 13-12 15,-7-2-4-15,-3 4-3 16,2-1-1-16,-2 4 7 16,-3 0-4-16,-8 7 3 15,0 3-4-15,1 3-1 16,-6 0 4-16,0 3-11 15,0 5 6-15,0 1 0 16,0 4 5-16,0 2 8 16,0 1-2-16,0 2-5 15,0-12 1-15,0-10-11 16,0-7-3-16,0-12-2 16,0-3-2-16,0-7 2 0,0 0 1 15,0 0-1-15,0 0-2 16,0 0-1-16,0 0-30 15,0-24-14-15,0-20-74 16,5-11-77-16,5-10-290 16</inkml:trace>
  <inkml:trace contextRef="#ctx0" brushRef="#br0" timeOffset="16399">20032 5025 129 0,'0'0'271'16,"0"0"-180"-16,0 0-30 16,0 0 67-16,0 0 1 15,0 0-64-15,-16 2 7 16,16-2 0-16,0 4-10 0,0-4-11 15,0 0-5-15,0 0 6 16,21 0-22-16,13 0-14 16,6 0 0-16,12 0-9 15,11 0-3-15,-2 0 6 16,2 0-9-16,-5 0 1 16,-14 0 3-16,1 0-3 15,-5 0-2-15,-11 0 1 16,-6 0 1-16,-2 0 1 15,-10 0-3-15,-3 0 0 16,-3 0-3-16,-5 0-1 16,0 0-3-16,0 0-5 15,0 0 1-15,0 7-7 0,0 3-16 16,0 3 12 0,0 4-11-16,0 0-61 0,-19-4-79 15,-7-7-120-15</inkml:trace>
  <inkml:trace contextRef="#ctx0" brushRef="#br0" timeOffset="16896">20089 5450 424 0,'0'0'142'16,"0"0"-38"-16,0 0 20 16,0 0-34-16,0 0-24 15,0 0 2-15,16 3-31 0,3-3-8 16,15 0 8-16,-8 0 8 16,8 0-6-16,6-3-9 15,-6-1 1-15,13 4-12 16,3 0-9-16,0 0 7 15,3 0-7-15,-8 0-2 16,-6 4 0-16,-5-1-4 16,-10 1-4-16,-3-4 0 15,-13 0-3-15,-3 3-2 16,-5-3-32-16,0 0-47 16,0 0-33-16,0 0-88 0,0 4-211 15</inkml:trace>
  <inkml:trace contextRef="#ctx0" brushRef="#br0" timeOffset="23633.52">23695 3464 328 0,'0'0'153'0,"0"0"-88"16,0 0-1-16,0 0 37 15,0 0-17-15,0 0-36 0,0 0-1 16,0 0 9 0,0-4 3-16,0 4-11 0,0 0-19 15,0 0 4-15,0 0-8 16,0 0-10-16,0 0-3 16,0 0-8-16,0 0-2 15,0 0 0-15,0 0-1 16,0 0-1-16,-5 0 0 15,5 0-1-15,0 0 0 16,0 0-2-16,-5 0 1 16,-9 11-1-16,4 12 1 15,-9 3 2-15,14 4-1 16,-5 7 2-16,10 2-2 0,0 11 1 16,0 1 0-16,0 9 4 15,0 7-3-15,0 6 2 16,0 6-3-16,0 1 1 15,0-1 0-15,0-8-1 16,0-6 0-16,0-5 1 16,0-1-1-16,0-10 0 15,0 1 0-15,23-1-6 16,-2 2 5-16,8-5-1 16,6-3 0-16,-12-6 4 15,4-7-1-15,-9-11 1 16,-8-12-2-16,-4-3-12 0,-6-4 6 15,0 0 3 1,0 0-11-16,0 0-14 0,0 0 10 16,0 0-7-16,-16 0-30 15,-8-11-41-15,8 2-23 16,-7-1-137-16,-6-10-139 16</inkml:trace>
  <inkml:trace contextRef="#ctx0" brushRef="#br0" timeOffset="24037.99">23508 4838 529 0,'0'0'100'0,"0"0"-100"16,0 0 3-16,0 0 14 16,0 0 8-16,0 0-13 15,316-47 20-15,-263 47 43 16,-9 0-22-16,6 7-15 15,-16 11 4-15,1-3 3 0,-6 1-10 16,-11-2-14-16,-2-8-8 16,-11 3-7-16,-5-9-5 15,0 0 0-15,0 0-1 16,0 0 7-16,0 0-7 16,0 0-42-16,-21 0-40 15,-8-30-27-15,-10-15-181 16,4-8-130-16</inkml:trace>
  <inkml:trace contextRef="#ctx0" brushRef="#br0" timeOffset="24362.18">23387 3384 300 0,'0'0'175'16,"0"0"-101"-16,0 0-10 15,0 0 57-15,0 0-39 16,308 34-30-16,-224-11-10 0,-10-4-11 15,-6-15-8 1,-18-4-14-16,-8 0-7 0,-8 0-2 16,-12-13-2-16,-4-11-64 15,-8 8-73-15,1 3-133 16</inkml:trace>
  <inkml:trace contextRef="#ctx0" brushRef="#br0" timeOffset="24948.74">24442 4194 261 0,'0'0'137'16,"0"0"-134"-16,0 0 33 16,0 0 18-16,0 0-29 15,0 0-15-15,29-108 27 0,-29 99 35 16,0-2 3-1,0 8-28-15,0-4-2 0,0 7-5 16,0-4-18-16,0 4-7 16,0 0-2-16,0 0-5 15,0 0-1-15,0 0 3 16,0 0-8-16,0 0 8 16,0 0-9-16,0 0 5 15,0 7 5-15,0 16-4 16,0 4 8-16,0 6-9 15,0 11 5-15,0 12 7 16,0 10-10-16,0 7 9 16,0 4 2-16,5-2-5 15,14-13-6-15,-9-15-2 16,-5-14 0-16,9-13 0 16,-14-13-5-16,5-7 3 0,-5 0 1 15,0 0-5-15,0 0 0 16,0 0-44-16,0-14-23 15,-13-16-37-15,2-3-83 16,1 0-73-16</inkml:trace>
  <inkml:trace contextRef="#ctx0" brushRef="#br0" timeOffset="25352.51">24387 4066 279 0,'0'0'142'0,"0"0"-75"16,0 0-9-16,0 0 0 15,0 0 15-15,0 0-57 16,102-67 0-16,-67 65 23 16,9 2 7-16,1 0-5 15,0 0 1-15,2 0 1 16,-8 13-14-16,1-3-1 0,-6-1-13 16,-8-2-10-16,-7-3 0 15,-3-4-5-15,-9 3 3 16,-7-3-6-16,0 0-7 15,0 0-32-15,0 0-28 16,0 0-23-16,0 0-35 16,-7 0-12-16,-14 0 21 15,-8 0-151-15</inkml:trace>
  <inkml:trace contextRef="#ctx0" brushRef="#br0" timeOffset="25663.58">24381 4350 432 0,'0'0'88'0,"0"0"12"15,0 0 27-15,0 0-31 16,0 0-30-16,0 0-19 16,295 41 0-16,-240-41 1 15,-7 0-28-15,-9 0-11 0,-5 0-6 16,-13-1-3 0,-2-10-2-16,-14 5-34 15,5-6-69-15,1 1-37 0,-3-1-162 16</inkml:trace>
  <inkml:trace contextRef="#ctx0" brushRef="#br0" timeOffset="26398.97">25334 4056 343 0,'0'0'84'0,"0"0"-22"15,0 0-3-15,0 0-3 16,0 0-7-16,0 0-2 16,0-36 0-16,0 33 7 15,0-1-20-15,0 1-16 16,-11-4-9-16,-7 7-5 0,-6 0-2 16,8 0 2-16,0 0-2 15,-2 0 3-15,2 0 5 16,-7 0-9-16,4 0 7 15,9 0-3-15,-1 0 5 16,1 7 2-16,-9 9 0 16,9 1-3-16,-4 6 7 15,4 0-9-15,5 4 1 16,5-1 1-16,0 1-8 16,0-2 8-16,0-4 3 15,0 3 4-15,0-1-1 16,0 0-11-16,10 0 11 15,19 0-15-15,0-4 6 0,5-2-11 16,6-5 8-16,-1-1-3 16,1-3 2-16,-1-1 2 15,0 4 4-15,-4-1 0 16,-1 3-7-16,-5 4 1 16,-6 3-2-16,-12-4 0 15,-6 1-2-15,-5 0-3 16,0-1 5-16,0-2 0 15,-16 2 3-15,-31 1 3 16,-21-4-5-16,-6-6 2 16,0 0 1-16,1-7-3 15,12 0 12-15,14 0-13 0,8 0 0 16,4 0-4 0,14-7-65-16,3-7-80 15,7 1-204-15</inkml:trace>
  <inkml:trace contextRef="#ctx0" brushRef="#br0" timeOffset="28663.89">21857 5274 118 0,'0'0'85'0,"0"0"-24"16,0 0-14-16,0 0 13 16,0 0 8-16,0 0-22 15,-5-20-7-15,5 13 13 16,0 4 7-16,0 3 17 16,0 0-19-16,0 0-23 15,0 0-8-15,0 0-9 16,0 0 0-16,0 0-5 0,0-3-8 15,0 3 9 1,0-3-5-16,5 3 0 0,3 0 3 16,2 0 1-16,1 0 9 15,7 0-1-15,-2 0-10 16,2 0 3-16,-2 0-2 16,8 6-7-16,-8 0 12 15,7-2-8-15,-2-1 5 16,8 1 3-16,-5-1-12 15,5-3 10-15,-8 4-14 16,2-1 1-16,6 0 4 16,-2-3-4-16,2 6 1 15,0-6 2-15,-6 4-2 16,-2 3-1-16,3-7-1 0,5 3 0 16,-3-3 1-16,3 0 0 15,5 0-1-15,-5 0 3 16,-8 0-3-16,8 0 0 15,0 3-2-15,-5 1 2 16,2-2-1-16,3 5 4 16,0-3-3-16,-5 3 0 15,-3-4 2-15,2-3-2 16,-7 0 0-16,8 0 0 16,10 0 1-16,-13 0 1 15,3 0-2-15,-1 0 0 16,-2 0 1-16,3 0-3 15,0 0 2-15,-3 0 0 0,8 3-1 16,0 0 2-16,-8-3-1 16,8 3 0-16,-6-3 4 15,-2 0-6-15,3 0 2 16,-6 0 0-16,-2 0 0 16,8 4 2-16,-8-4-2 15,2 0 0-15,3 0 3 16,-3 0-4-16,-2 0 1 15,3 0 0-15,2 0 0 16,-8 0 1-16,3 0-1 16,-6 0 0-16,14 3 1 15,10-3-3-15,11 4 4 16,13 3 11-16,2-4 1 16,3 3-11-16,-5 1-3 0,-8-4 0 15,-11 7-1-15,-4-4-1 16,-6 5 0-16,-14-8 2 15,4 4 0-15,-9-7 0 16,9 3 5-16,2 0-4 16,2 0 0-16,6 1 2 15,5-1-3-15,-7-3 0 16,12 0 0-16,1 0 3 16,-6 0-3-16,5 0 0 15,3 0 1-15,-7 0 0 16,-4 0-1-16,11 0 0 0,-2 0 1 15,4 0-1-15,6 0 0 16,8 0 2-16,-8 0 0 16,8-3-2-16,5-1 0 15,-13 1 0-15,0 3 0 16,-3-3 2-16,-2 0-2 16,-5 0 1-16,4-1 0 15,9 1 3-15,-8-1-2 16,5 1 0-16,7 3 1 15,-7-4-2-15,8 4 1 16,-3-3-2-16,3-3 1 16,-2 3 0-16,1-4-1 15,7 3 0-15,-9-3 4 16,8-2-2-16,-8 2 1 0,3 4-1 16,5-4 0-16,-13 4-2 15,-5 0 0-15,2 3 0 16,-7 0 0-16,-1 0 0 15,6 0 0-15,-1 0 1 16,-4 0 2-16,12 0-1 16,-12 0-2-16,5 0 2 15,-6 0-1-15,1 0 1 16,-1 0 1-16,-10 0 6 16,0 0-8-16,-5 0 11 15,-3 0-7-15,-3 0 4 16,-8 0 3-16,6 0-7 15,-3 0 1-15,-7 0 1 0,-1 0-3 16,0 0 7 0,-5 0-6-16,0 0 0 0,0 0 8 15,0 3-5-15,0-3 6 16,0 0-1-16,0 0-3 16,0 0 2-16,0 0-8 15,0 0-1-15,5 0 4 16,-5 0-6-16,0 0 1 15,0 0 5-15,0 0-6 16,8 0 3-16,3 0-4 16,-6 0 2-16,0 0-3 15,-5 0 1-15,0 0-21 0,0 0-27 16,0 0-49 0,0 0 2-16,0-3-83 0,0-4-68 15,0 0-246-15</inkml:trace>
  <inkml:trace contextRef="#ctx0" brushRef="#br0" timeOffset="57479.9">22317 5793 32 0,'0'0'365'0,"0"0"-299"16,0 0-7-16,0 0 19 15,0 0 14-15,0 0-46 16,0 0-17-16,0 0 1 16,-5-6-16-16,-1 2-5 15,1-6-3-15,5 3-1 16,-8 1 18-16,8 0 3 15,-10 2 13-15,5-8-9 0,-6 8-16 16,-2-6-6 0,2 6-8-16,1 1 3 0,5 3-3 15,5 0 0-15,0 0 0 16,0 0 5-16,0 0-5 16,0 0 4-16,0 0 4 15,0 0-6-15,0 0 10 16,0 0-11-16,0 0 1 15,0 10 11-15,0 10-6 16,0 6 0-16,0 1 3 16,0 3-4-16,0 0 14 15,0 6-15-15,0 0-1 16,0 8 4-16,0-1-6 16,0 6 4-16,0 10-2 15,0 0-2-15,-14 11 2 16,-7-2-3-16,-2 7-1 15,-1 1 6-15,3-6-4 0,3-1 3 16,-3-9 5-16,7-14-10 16,9-9 9-16,5-7-8 15,0-9 2-15,0-8-2 16,-5-2-1-16,0-5 0 16,-1-6 0-16,-7 0 1 15,13 2-4-15,-5-2 1 16,5 0 2-16,0 0-1 15,0 0 1-15,0 0-18 16,0 0-16-16,0 0-8 0,0 0-19 16,0-8-26-1,0-10-71-15,0-1-250 0</inkml:trace>
  <inkml:trace contextRef="#ctx0" brushRef="#br0" timeOffset="59280.02">22278 6847 59 0,'0'0'330'0,"0"0"-258"0,0 0-25 15,0 0 25-15,0 0-6 16,0 0-32-16,0-56-12 16,0 44 6-16,0 5-2 15,0-4-4-15,0 4-12 16,0 3 8-16,0 1 5 16,0-2-10-16,0 1 9 15,0 4-3-15,0 0 1 16,0 0 7-16,0 0-10 15,0 0 0-15,5 0 10 0,0 0-9 16,0 0 6 0,3 0 2-16,-8 0-17 0,5 0 3 15,-5 0-11-15,6 4 0 16,-1 8 3-16,0-2 4 16,1 6-3-16,-1 6 1 15,-5 1-5-15,0 2 9 16,8 3-9-16,-8 5 2 15,0 2 6-15,5 6-5 16,-5 6 10-16,5 6 2 16,6 0-3-16,2 1 11 15,-3-12-7-15,6-5 5 16,8-14 6-16,5-3-18 16,0-10 0-16,2 0-3 15,3-10-6-15,-5 0 13 0,6 0-6 16,-1 0-5-16,5 0-3 15,-5-6-10-15,-5-14-9 16,0-7-1-16,-8-3-7 16,-8-6 4-16,-2-1-9 15,-1 4-1-15,-4 3 22 16,-1 4 5-16,3 5 6 16,-8 2 5-16,0 2-4 15,0-4 1-15,0-1 2 16,0-1-4-16,-29 0 0 15,-10-1 1-15,-1 1-1 16,-7 0 0-16,-3 10 0 0,5-2-2 16,-8 8 2-1,9 7 0-15,4 0-2 0,-4 0 4 16,-1 0 1-16,-2 16-3 16,7 6 0-16,11-7 4 15,13 7-4-15,6-9 0 16,10 0-2-16,0-3-1 15,0-8 3-15,0-2 0 16,26 0 0-16,16 0 0 16,3-7-14-16,0-16-22 15,-6-7-14-15,1 5-40 16,-12-3 34-16,-4 5-5 16,-13 1 12-16,-11 6 26 15,0-2 23-15,0 7 5 16,0 3 13-16,0-3-4 0,0 0 7 15,-11-1-5-15,-23 1-10 16,5 1 5-16,-5 4-4 16,-6 3-4-16,6 3 7 15,0 0 5-15,5 0 2 16,-5 0-5-16,13 12-10 16,2-5-2-16,14 4-30 15,5-6-87-15,0-5-270 16</inkml:trace>
  <inkml:trace contextRef="#ctx0" brushRef="#br0" timeOffset="60330.03">23032 6734 261 0,'0'0'163'16,"0"0"-91"-16,0 0 11 16,0 0-11-16,0 0-31 0,0 0-19 15,-8 0-3-15,3 0 28 16,5 0-13-16,-5 0 3 16,5 0-9-16,0 0 3 15,-5 0-6-15,5 0-7 16,-6 0-3-16,1 4 19 15,-8 12-14-15,13 3 0 16,-5 10 3-16,-1-5-1 16,6 12-4-16,0 0 9 15,0 11 1-15,0 6 18 16,0-4-1-16,29 1-3 16,6-7-7-16,-1-13-20 15,0-6 4-15,5-12-11 0,-4-12-6 16,-1 0 7-16,5 0-9 15,-5-19-9-15,6-15-15 16,-6-5-25-16,-8-1 6 16,3 4-6-16,0-1 9 15,-5 0 19-15,-3 7 3 16,-8-4 12-16,-2 12 0 16,-1-9-4-16,-10-2 6 15,0 3-1-15,0 0-12 16,0 7 7-16,0 5 2 15,0 2 8-15,0 9 3 16,0 4-3-16,0 3 10 16,0 0 0-16,0 0-1 0,0 0 6 15,0 0-7-15,0 0 1 16,0 0-6-16,0 0 0 16,0 3-1-16,0 8-2 15,0 2 2-15,0 4 0 16,0 2 2-16,0 4 1 15,0 14 9-15,5 3-3 16,1 18 13-16,12 2 0 16,-2 0 1-16,8-1 7 15,4-6-18-15,-7-13 5 16,3-10-4-16,0-13-11 16,-8-11 4-16,-6-3-7 0,-10-3 1 15,0 0-2-15,0 0-23 16,0-9-11-16,0-21-20 15,0-7-44-15,0 0-53 16,0-5-75-16,0-1-342 16</inkml:trace>
  <inkml:trace contextRef="#ctx0" brushRef="#br0" timeOffset="60750.1">24387 6294 149 0,'0'0'372'0,"0"0"-299"16,0 0-29-16,0 0 47 0,0 0 9 16,0 0-43-16,-29 18-6 15,29-18 10-15,5 0-3 16,19 0-27-16,15 0-13 15,6 0-3-15,0 0-12 16,7-5-3-16,-2-3-5 16,-5 2-25-16,-3 2-24 15,-16 4-54-15,-2 0-15 16,-8 0-107-16,2 5-43 16</inkml:trace>
  <inkml:trace contextRef="#ctx0" brushRef="#br0" timeOffset="61411.88">25181 5962 150 0,'0'0'75'0,"0"0"-64"0,0 0 58 16,0 0 41-16,0 0-39 15,0 0 3-15,0-53 11 16,0 53-1-16,0 0-12 16,0 0-25-16,5 0-6 15,-5 0-3-15,6 0-8 16,-6 0 7-16,0 0-4 16,0 0-1-16,5 0-9 15,-5 0-6-15,5 0 7 16,0 0-10-16,3 14 3 15,-8 12 5-15,5 1-2 16,-5 3 0-16,6 2 0 16,-1 5-16-16,-5 8 9 15,5 8-7-15,0 13 1 0,3 7 13 16,3 10-1-16,-6-3 10 16,0-4-6-16,1-6-7 15,7-13 1-15,-3-11-9 16,1-13-6-16,2-11 0 15,-8-10 2-15,-5-8-3 16,0-4-1-16,0 0-6 16,0 0 3-16,0 0-19 15,0 0-3-15,0 0-14 16,0 0-18-16,0 0-24 16,6 0 1-16,9-4-19 15,-9-15-30-15,12-6-157 0</inkml:trace>
  <inkml:trace contextRef="#ctx0" brushRef="#br0" timeOffset="61946.62">25604 6501 345 0,'0'0'131'0,"0"0"-28"16,0 0 17-16,0 0-36 15,0 0-22-15,0 0-4 16,0 0-18-16,19-19 6 15,-14 19-6-15,0 0-12 16,-5 0-6-16,0 0-6 16,0 0 0-16,6 0 13 15,-6 0-14-15,0 0-2 16,5 0-3-16,8 6-6 16,-8 7 3-16,1 8-5 0,-1 8 0 15,0 15 9-15,3 9 1 16,-8 13 20-16,0 4 4 15,5-7-5-15,0-6 0 16,6-15-10-16,-1-5-8 16,4-12-6-16,-4-12-4 15,-5-6-2-15,-5-7-1 16,0 0-4-16,0 0-4 16,0 0-25-16,0 0-29 15,0 0-11-15,0-7-7 16,0-13-9-16,0-7-10 15,0-6-68-15,0-4-114 16,0-5-130-16</inkml:trace>
  <inkml:trace contextRef="#ctx0" brushRef="#br0" timeOffset="62294.04">25633 6415 267 0,'0'0'196'15,"0"0"-119"-15,0 0 20 16,0 0 37-16,0 0-63 16,0 0-31-16,19 0-7 0,7 0 1 15,8 0 7-15,14-3-5 16,7 0-16-16,8-4 1 15,-8 0-9-15,-2 7-5 16,-14 0 5-16,-5 0-5 16,-13 0-3-16,-2 0-4 15,-3 0 4-15,-3 0-8 16,-8 0-16-16,0 0-7 16,-5 0-18-16,0 0-30 15,0 0 2-15,0 0-56 16,-5 7-95-16,-29 0-79 15</inkml:trace>
  <inkml:trace contextRef="#ctx0" brushRef="#br0" timeOffset="62548.59">25639 6678 387 0,'0'0'122'16,"0"0"-6"-16,0 0 20 16,0 0-38-16,0 0-48 15,0 0 1-15,255 19-4 16,-208-15 2-16,-15-4-20 16,-9 0-19-16,-4 3-5 0,-9-3-5 15,-10 0-15-15,0 0-54 16,0 0-102-16,0 0-133 15</inkml:trace>
  <inkml:trace contextRef="#ctx0" brushRef="#br0" timeOffset="63163.04">26462 6522 363 0,'0'0'97'16,"0"0"-21"-16,0 0 25 15,0 0 2-15,0 0-35 16,0 0-23-16,0-57-15 16,0 47 18-16,0 7-6 15,0 3-1-15,0 0-2 16,0 0-18-16,0-4 1 16,0 1-2-16,-11 3-11 15,-2 0 2-15,3 0-10 0,-9 0 5 16,3 0-3-16,-7 0-3 15,2 0 0-15,2 3-2 16,3 11 2-16,-7 6 2 16,12 6-2-16,6 4 0 15,5-3 14-15,0 3-14 16,0-4 7-16,5 7-4 16,29 0 1-16,11 0 2 15,5 1-3-15,-3-4-2 16,-7 3-2-16,-11-3-4 15,-13-2 4-15,-16-10 1 16,0 4-5-16,0-9 5 16,-11 4-6-16,-28-4-2 0,-9-7 2 15,-2 4 6-15,0-8 2 16,8 3-2-16,3-5-16 16,13 0-28-16,2 0-77 15,8-10-28-15,3-20-200 16</inkml:trace>
  <inkml:trace contextRef="#ctx0" brushRef="#br0" timeOffset="63749.32">27277 5231 670 0,'0'0'216'16,"0"0"-73"-16,0 0-38 15,0 0-39-15,0 0-36 16,0 0-15-16,5-4-15 16,14 1-6-16,-14 3-24 15,13 0-23-15,-7 0-25 16,-1 0-101-16,14-4-200 16</inkml:trace>
  <inkml:trace contextRef="#ctx0" brushRef="#br0" timeOffset="64594.97">27948 4870 419 0,'0'0'88'15,"0"0"-27"-15,0 0 21 16,0 0-15-16,0 0-22 16,0 0-2-16,0 30 2 15,0-12-2-15,0 0 2 16,0 6-13-16,0 5 2 16,0 7-6-16,0 7-9 15,5 5 9-15,5 14-12 0,9 10 5 16,-9 18 10-16,6 16-5 15,-3 14 25-15,-2-9-7 16,-1-22-20-16,3-18-1 16,-2-29-5-16,0-15-4 15,-6-10-1-15,3-11-13 16,-8-6 4-16,0 0-4 16,0 0-8-16,0 0-32 15,0 0-13-15,0-23-39 16,0-7 41-16,0-9-55 15,0-5-24-15,-13-2-15 16,2-7-20-16,6 1-5 16,-1-1-18-16,-7 0-28 0</inkml:trace>
  <inkml:trace contextRef="#ctx0" brushRef="#br0" timeOffset="65331.73">28003 5294 98 0,'0'0'159'15,"0"0"-28"-15,0 0-33 16,0 0-3-16,0 0-13 15,0 0-21-15,-5-169-17 16,5 149-1-16,0 1-17 16,0 5 1-16,0-3-3 15,0 0-7-15,5 4 2 16,0 0 0-16,8-2-1 16,3 1 7-16,2 3-13 0,4-2-5 15,-4-2-3-15,8 7-3 16,-2-5 2-16,5 8-3 15,-8-6 2-15,8 3-2 16,-6-3 0-16,1 5 0 16,-3 1 0-16,-2 4-3 15,-4 1 1-15,9 0 2 16,-8 0 0-16,2 0 3 16,-2 0-1-16,-5 1-2 15,2 13 5-15,2 2-4 16,-1 6 5-16,7 2-1 15,-11 5-4-15,9 2 14 16,-4 4-10-16,-2-3 0 16,-7-4 5-16,-6 2-3 15,0-3 2-15,0-4-4 0,0 3 0 16,0-2 8-16,-11 2-11 16,-18-3 3-16,-5 4-3 15,-11-1 1-15,-2-3-3 16,-8 4 0-16,-3-4 1 15,3-2 0-15,2-5 1 16,14-6-2-16,5-2 0 16,-1-7-3-16,20-1-1 15,-4 0-1-15,14 0-6 16,5 0 10-16,0 0-12 16,0 0-2-16,0-5 9 15,13-6-9-15,19 1 7 0,2 1-1 16,5 9-2-16,3 0 8 15,3 0 6-15,-6 0-3 16,6 12 12-16,-11 22-3 16,1 7 15-16,-1 8-2 15,-5 5 0-15,0-6 11 16,-3 0 6-16,-2-11 6 16,-9-11-12-16,9-6-21 15,-13-13 1-15,7-4-13 16,-8-3-1-16,9 0-2 15,-9 0-39-15,6-26-38 16,3-4-62-16,-9 0-115 16,1 3-233-16</inkml:trace>
  <inkml:trace contextRef="#ctx0" brushRef="#br0" timeOffset="66628.02">28792 5543 184 0,'0'0'144'0,"0"0"-49"15,0 0-31-15,0 0 17 16,0 0-11-16,0 0-14 15,-11-3-11-15,11-1-19 16,0 2 2-16,0-3 5 16,0 5-21-16,0 0 13 15,0 0-4-15,0 0 14 16,0 0 6-16,0 0-12 16,0 0-1-16,0 0-12 15,0 11-11-15,0 7 14 16,0 6 0-16,0 6-7 15,0 7 12-15,0 11-8 16,0 2 4-16,0-7 8 16,6 0-1-16,-1-6 4 15,0-11-13-15,-5-2 2 0,5-8-5 16,-5-9-14-16,0-4 2 16,0-3-3-16,0 0-4 15,0 0-3-15,0 0-14 16,0-17-14-16,0-6 13 15,0 0 16-15,0-4-2 16,0-3-34-16,0 0 14 16,0 0 15-16,0 0-7 15,0 1-4-15,0-6 8 16,0 4-7-16,0 2 18 16,0 5-6-16,0 2 11 15,11 7 3-15,2-2 0 0,-2 0-1 16,-1 5-2-16,8-1 1 15,-2 8-1-15,8-2 0 16,0 0-6-16,-3 2 5 16,2-3-9-16,-2 1 6 15,3 4 3-15,0-1-6 16,-9 4 7-16,-4 0 7 16,2 0-3-16,-2 0 12 15,-6 0-11-15,0 7 10 16,8 20 6-16,-2 6-2 15,-6 6 3-15,0 9 6 16,-5 6-5-16,8-1 14 16,-8-6-10-16,0-5 0 0,6-5-3 15,-6-7-13-15,5-7 1 16,0-10-8-16,0-6-2 16,-5-4 0-16,0-3 0 15,0 0-3-15,0 0 1 16,0 0-25-16,0 0-8 15,0-16-2-15,0-5 13 16,0-2 18-16,0 0-20 16,0-7 1-16,0 7 3 15,0-3-2-15,0 9 3 16,0 0 1-16,0 6 3 16,0 6 15-16,0 2-9 0,0-1 2 15,0-3 4-15,0-4-5 16,0 3 4-16,0-9 4 15,0 0-4-15,0 4 0 16,0-4-4-16,0-1 7 16,0 6-2-16,0 1 5 15,0-2-2-15,0 3 0 16,11-4 1-16,2 5-3 16,-3 1 4-16,9 1-2 15,2-1 2-15,3 5 1 16,-9-1 2-16,9 1-2 15,-3 3 0-15,3 0 4 16,-1 0-5-16,-2 0 5 0,3 0 0 16,0 0-5-1,-14 0 6-15,6 0-1 0,-8 0-4 16,3 10 13-16,-6 13-3 16,0 7 7-16,0 8 6 15,1 5 4-15,-6 4 8 16,0 6 8-16,0 0 1 15,0 3-5-15,7-6-13 16,-7-10-10-16,6-10-8 16,-1-14-10-16,-5-12-1 15,0-4-4-15,0-4-88 16,0-26-107-16,0-7-243 16</inkml:trace>
  <inkml:trace contextRef="#ctx0" brushRef="#br0" timeOffset="68821.02">20923 9232 516 0,'0'0'122'15,"0"0"-61"-15,0 0-26 16,0 0-5-16,0 0-7 16,0 0-14-16,-58 7 13 15,58-7 15-15,0 0-8 0,0 0 0 16,-5 0 6 0,5 0-3-16,0 0 3 0,0 0-11 15,0 0-11-15,0 0 4 16,0 0-12-16,0 0 2 15,0 3 0-15,0-3 3 16,0 0 12-16,0 0-3 16,0 0-3-16,0 0 7 15,0 3-5-15,0-3 8 16,0 0 8-16,0 4-19 16,0-4-2-16,29 3-13 15,10 1 3-15,11 2 21 16,14 0-23-16,-7 1-1 15,-1-3 1-15,-12-4 1 16,-4 0-2-16,2 0 0 0,-16 0-1 16,-7 0-2-1,-4 0 3-15,-9 0-4 0,-6 0 2 16,7 0-2-16,-7 0 2 16,0 0-7-16,0 0-12 15,0 0 4-15,0 0-22 16,0 0-13-16,0 0-7 15,0-4-71-15,0 1-56 16,-23-1-263-16</inkml:trace>
  <inkml:trace contextRef="#ctx0" brushRef="#br0" timeOffset="69465.2">21013 9489 363 0,'0'0'107'16,"0"0"-25"-16,0 0 11 15,0 0-19-15,0 0-33 16,0 0-14-16,0 4 4 15,0-4 3-15,0 6-9 16,0 1 8-16,0-1-15 16,0 1 3-16,0-4-2 15,0 4-8-15,0-5-3 16,0-2-1-16,0 5-6 16,0-5 6-16,0 0-5 0,0 0 8 15,0 0 6-15,0 0-4 16,0 0 1-16,0 0-2 15,5 0-9-15,24 0 28 16,5 0-28-16,11 0 4 16,-6 0-3-16,1-7 1 15,7 0-3-15,-8 4-1 16,1 3 3-16,-6 0-3 16,-5 0 0-16,-3 0 0 15,-7 0-1-15,-4 0 1 16,-1 0 0-16,-9 0 0 15,-5 0-12-15,0 0-12 16,0 0-41-16,0 0-34 16,0 0-44-16,0 0-198 15</inkml:trace>
  <inkml:trace contextRef="#ctx0" brushRef="#br0" timeOffset="109342.88">23995 8335 482 0,'0'0'98'16,"0"0"-29"-16,0 0 14 16,0 0-21-16,0 0-32 15,0 0-9-15,0 0-7 16,0 0 15-16,0 0-2 16,-24 0 5-16,19 0 17 15,0 0-4-15,5 0-7 16,-6 0-10-16,6 0-12 15,0 0-2-15,0 0-8 0,0-7-6 16,0-23 0-16,0-6-21 16,0-6 5-16,6 4-7 15,12 0-5-15,-13 8 8 16,1 5 2-16,-1 12 5 16,-5-2-2-16,0 8 9 15,0-1 6-15,0 0 0 16,0-2 0-16,0 0-1 15,0 0-3-15,0 3-5 16,0 0 6-16,0 1-6 16,0 6 5-16,0-1 3 15,0 1-3-15,0 0 4 16,0 0-3-16,0 0-4 0,-5 4 6 16,-1 22-5-16,-7-5 2 15,8 6 4-15,5 7 0 16,0 4 4-16,0 14 7 15,0 7-6-15,0 8 9 16,0 6 2-16,0 3 5 16,0-6 1-16,0-7-10 15,0-10 3-15,0-10 0 16,0-8-6-16,0-11 3 16,0-3-11-16,0-7 0 15,0-5-1-15,0 0-2 16,0-9 0-16,0 0-14 15,0 0-47-15,0 0-18 16,0 0-29-16,0 0-69 0,0-18-68 16</inkml:trace>
  <inkml:trace contextRef="#ctx0" brushRef="#br0" timeOffset="110924.7">24481 8130 123 0,'0'0'132'15,"0"0"-76"-15,0 0-28 16,0 0 20-16,0 0 1 15,0 0-15-15,0 0-9 16,0 0-15-16,0 0 10 16,0 0-4-16,0 0-8 15,8 7 24-15,-8 9-12 16,6-2 9-16,-1 14 3 0,0 2 3 16,6 10 2-1,2 7 7-15,3-1-5 0,2 4 9 16,-8 3-16-16,1 0-9 15,2-6 3-15,-8-1-11 16,6-8 2-16,-6-13-10 16,0-8-5-16,3-5 4 15,-8-7-6-15,0-3 0 16,0 2 1-16,0-4 3 16,0 0-8-16,0 0 1 15,0 0-8-15,0-17 9 16,0-6-14-16,0-1-6 15,0 1 12-15,0-3-19 16,0 3 20-16,0-4-6 0,0 4-19 16,0-4 21-16,-8 1-13 15,3 3-6-15,5 0-1 16,0-1 6-16,-5 4 19 16,5 0 8-16,0-3 0 15,0 2 0-15,0 6 0 16,0-5 0-16,0 3 8 15,0 0-4-15,0-4 10 16,0 9-12-16,5-6 4 16,14 6-12-16,-9-1-14 15,6 0 20-15,-3 3 9 16,3 3-8-16,2 1-2 16,-2-1 2-16,2 2 2 0,-2 5-3 15,-5 0 16-15,7-3-4 16,-2 3 2-16,2 0-13 15,-2 0 6-15,-3 0-5 16,-2 0 1-16,-1 8 10 16,-4 16-3-16,-6 8 6 15,7 8 13-15,-7 7-9 16,0 9 17-16,0 4 14 16,6 0-10-16,-1 2 13 15,0-5-30-15,0-8-1 16,1-8 2-16,-6-15-20 15,5-11 5-15,-5-9-10 0,8-4 8 16,-8-2 2-16,0 0-10 16,0 0 1-16,0-8-1 15,10-27-18-15,-4 6 11 16,4-5-7-16,-2-3-21 16,-8 5 17-16,0-2-9 15,0 5-1-15,0-1 13 16,0 3-14-16,0 4 10 15,0 0 9-15,0 0-8 16,0-2 15-16,5 3-3 16,6 2 6-16,-1 0-3 15,4 3 6-15,-4 4-3 16,-5 0 0-16,6-2 1 16,2 3 0-16,-3 1-1 15,-4-3 0-15,7 7-1 0,-8-4 5 16,6 5-4-16,-1 0 7 15,3 5-4-15,3-4 24 16,-5 5-25-16,2 0 6 16,-3 0 5-16,1 0-13 15,7 0 12-15,-7 0 4 16,-1 0-10-16,3 18 16 16,3 7-14-16,-3 5 4 15,-2 5 13-15,-1 8-15 16,-4 3 15-16,7 4 0 15,-8 6-12-15,0 4 22 16,-5 0-19-16,0-3 6 0,0-11 9 16,0-6-29-16,0-13 9 15,6-10-10-15,-1-8 9 16,-5-1-6-16,0-8-4 16,0 0-40-16,0-22-48 15,0-17-75-15,0-5-35 16,0-2-223-16</inkml:trace>
  <inkml:trace contextRef="#ctx0" brushRef="#br0" timeOffset="111544.04">26025 7865 200 0,'0'0'108'0,"0"0"6"0,0 0-22 15,0 0 23-15,0 0-29 16,0 0-29-16,16-13-2 16,-16 13-28-16,0 0 11 15,0 0-1-15,0 0-13 16,0 0 18-16,0 13-16 15,-5 4-6-15,-11 6 8 16,3 7-18-16,2-1 11 16,-5 12 2-16,-7 1-15 15,-1 11 19-15,-2 12-16 16,-8 12 1-16,5 6 11 0,-5-4-21 16,5-3 11-1,0-5 7-15,8-15-15 0,7-10 32 16,-1-12-34-16,9-11-1 15,6-5-2-15,0-10 2 16,-5-3-2-16,5-3 0 16,0 1-1-16,-5-3-2 15,5 0-21-15,-8 0-23 16,8 0 3-16,0-10-32 16,0-27-13-16,0-2-7 15,8-7-12-15,13-1-11 16,3 4-237-16,-9-7 44 15</inkml:trace>
  <inkml:trace contextRef="#ctx0" brushRef="#br0" timeOffset="111993.57">25888 7955 82 0,'0'0'201'0,"0"0"-105"16,0 0 4-16,0 0-43 15,0 0 13-15,0 0-3 0,53-3-17 16,-37 3 13 0,0 0-24-16,7 10-19 0,1-1 16 15,2 8-17-15,3 3 0 16,0 3 18-16,5 11-13 15,-5 7 17-15,5 6 2 16,1 4-17-16,4 2 22 16,-5 2-12-16,0-2 2 15,-7-7 9-15,-4-3-37 16,6-3 4-16,-8-10-10 16,3-10 2-16,-8-3 0 15,-8-15-6-15,-3-2 0 16,-5 0-3-16,0 0 3 15,0 0 0-15,0 0-15 0,0 0-41 16,0 0 9 0,0 0-18-16,-18 0-13 0,2-2 6 15,-8-8-63-15,-5-1-56 16,3 2-43-16</inkml:trace>
  <inkml:trace contextRef="#ctx0" brushRef="#br0" timeOffset="112234.04">25791 8425 559 0,'0'0'170'0,"0"0"-42"0,0 0-38 16,0 0-7-16,0 0-51 15,0 0-27-15,211 0 19 16,-125 0-24-16,-2 0 0 16,-10 0-4-16,-6-11-82 15,-23 1-86-15,-26 4-170 16</inkml:trace>
  <inkml:trace contextRef="#ctx0" brushRef="#br0" timeOffset="114208.9">22193 9559 37 0,'0'0'308'15,"0"0"-246"-15,0 0 12 16,0 0 11-16,0 0 5 0,0 0-31 15,0-30-17-15,6 30 9 16,4-3-6-16,1-1-10 16,-3 4 5-16,-3 0-19 15,11 0-7-15,-6 0 6 16,9 0-12-16,-4-3 5 16,4 0-4-16,2 3-7 15,2-4 8-15,6 4-7 16,11 0-1-16,-6 0 5 15,0 0-5-15,6 0-1 16,-6 0-1-16,5 0 4 16,1 0-5-16,-6 0 1 15,0 0 0-15,0 0-1 16,6 0 4-16,-1 0-3 16,11 0 0-16,3 0 2 0,2 0-4 15,-2 0 2-15,-3 0 0 16,2 0-1-16,-7 0 3 15,-11 0-2-15,0-4 0 16,-7 4 4-16,-4 0-6 16,6 0 2-16,0 0 0 15,-8 0 0-15,8 0 3 16,0 0-3-16,5 0 0 16,0 0 3-16,16 0-4 15,3-2 1-15,-8-3 0 16,5 3-2-16,-6-3 4 15,-2 5-2-15,3 0 0 0,-11 0 3 16,0 0-4 0,1 0 1-16,-4 0 0 0,3 0 1 15,8 0 1-15,-2 0-2 16,-1 0 0-16,1 0 3 16,-1 0-4-16,1 0 1 15,-1 0 0-15,1 0 0 16,-1 0 1-16,1 0-1 15,7 0 0-15,-8 0 3 16,6 0-5-16,0 0 2 16,7-1 0-16,-2 1-2 15,0-4 2-15,3 4 0 16,-3-3 0-16,8 3 4 16,-8-3-6-16,2 3 2 15,3-5 0-15,-5 5-4 0,8 0 4 16,0 0 0-16,-3 0 0 15,-2 0 1-15,-8 0-1 16,5-2 0-16,2 2 0 16,4-5-1-16,-4 3 1 15,9-3 0-15,2 0-2 16,-5 3 5-16,2-2-5 16,-2-1 2-16,-8 3 0 15,2-3-3-15,-12 5 3 16,-1 0 0-16,6-2 0 15,5-3 5-15,3 4-6 16,-9-2 1-16,14 0 0 0,-13 3-3 16,10-4 4-16,-2 4-1 15,-3 0 0-15,2 0 2 16,-2 0-3-16,-5 0 1 16,8 0 0-16,-9 0 1 15,14 0-1-15,-13 0 0 16,15 0 0-16,-2 0 2 15,0 0-2-15,8 0 0 16,-14 0 0-16,-2 0-4 16,-5 0 5-16,-16 0-1 15,0 0 0-15,0 0 5 16,0 0-2-16,-3 0 3 16,-2 0 6-16,-8 0 10 0,7 0-10 15,1-5 8-15,-3 3 4 16,8-3-8-16,-5 4 7 15,-9-5-8-15,4 5-2 16,-3-4 7-16,-6 2-2 16,8 1 1-16,-12-3-2 15,-1 3-12-15,0 2 5 16,-5 0-7-16,0 0-2 16,0 0 9-16,0 0-9 15,0 0 2-15,0 0-3 16,0 0-3-16,0 0-3 15,0 0-46-15,-26 0-48 0,-32 0-12 16,-21 0-145 0,-29 2-386-16</inkml:trace>
  <inkml:trace contextRef="#ctx0" brushRef="#br0" timeOffset="117959.74">22596 10201 69 0,'0'0'57'16,"0"0"-29"-16,0 0 16 16,0 0 22-16,0 0 0 15,0 0-17-15,0 0-8 16,0 0-5-16,0 0-6 15,5 0-10-15,0 0-10 16,-5 0-4-16,0 0 4 16,0 0 7-16,6 0 3 15,-6 0 8-15,0 0 5 16,0 0-4-16,0 0 12 0,0 0-8 16,5 0 1-16,8 0-3 15,-3 0-7-15,6 0 8 16,3 0-2-16,-4 0-2 15,9 0 17-15,0 0-11 16,2 0-8-16,8 0-2 16,6-13-11-16,-1-11-1 15,-5 1-6-15,1-3-3 16,-12-3-6-16,1 11-4 16,-8 2-10-16,-11 2 6 15,0 8-19-15,-5 0 6 16,0 0 10-16,0 3 12 0,0 1 2 15,0 2 2 1,0-5-1-16,0 5 9 0,0 0-9 16,0 0 4-16,0 0 3 15,0 0-7-15,0 0 7 16,0 0-8-16,0 0 1 16,0 0 1-16,0 0 2 15,0 5-4-15,0 13 4 16,0 4-2-16,0-7 2 15,0 8-3-15,0 0-1 16,5 9 9-16,9 3-5 16,-4 6 5-16,-5 3 0 15,1 2-7-15,7 4 11 0,-3-1-9 16,9 8 1 0,-3 3 8-16,-1 5-7 0,9-6 2 15,-14-6 7-15,4-3-12 16,-4-11 11-16,-5-2-6 15,1-10-6-15,-6-8 6 16,0 1-7-16,0-6 1 16,0-1 2-16,0-3-3 15,0 0 3-15,0-4-4 16,0 1 0-16,0-4-2 16,0-3 4-16,0 0-4 15,0 0 1-15,0 0-27 16,0 0 8-16,0 0-7 15,0 0-10-15,0 0-10 0,0-16-48 16,0-7-83 0,-6-3-194-16</inkml:trace>
  <inkml:trace contextRef="#ctx0" brushRef="#br0" timeOffset="118952.03">24171 10503 151 0,'0'0'93'0,"0"0"-22"16,0 0-21-16,0 0 6 15,0 0 14-15,0 0 9 16,-29 3 15-16,24 1-12 16,0-4-24-16,-6 3-10 15,3 1-19-15,3-2 8 16,0 2-5-16,-1 3-7 16,1-2 4-16,5 2-5 15,-5-7-11-15,5 1 7 16,0-1-12-16,0 0 2 15,0 0 8-15,0 0-10 0,0 0 13 16,0 0-11 0,0 0-4-16,0 0 5 0,26 0-10 15,22 3 19-15,12-3-8 16,14 0-7-16,12 0 3 16,-1 0-7-16,-6 0 5 15,-11 0-3-15,-10 0-3 16,-8 0 0-16,-16 0-1 15,-10 0 3-15,-9 0-2 16,4 0 0-16,-9 0 2 16,1 0-1-16,-6 0-1 15,-5 0 0-15,0 0-1 16,0 0 3-16,0 0-2 0,0 0 0 16,0 0 2-16,0 0-7 15,0 0 5-15,0 0-19 16,0 0-19-16,0 0-26 15,0 0-11-15,0 0-52 16,0 0-110-16,0 0-192 16</inkml:trace>
  <inkml:trace contextRef="#ctx0" brushRef="#br0" timeOffset="119909.66">25731 10337 410 0,'0'0'104'0,"0"0"12"15,0 0-30-15,0 0-9 0,0 0-58 16,0 0-9-16,5-23-5 16,11 0 2-16,2-4-7 15,3-3-5-15,3 4 1 16,-6-1 0-16,-7 4-3 16,-1 6 6-16,1 4-4 15,-3 6 9-15,-8 1-4 16,5 2 5-16,-5 4-3 15,0 0 18-15,0 0-6 16,0 0 3-16,0 0 9 16,0 0-23-16,0 0 11 15,0 0-3-15,0 0-9 0,0 0 21 16,0 0-14-16,0 0-3 16,0 5 1-16,0 2-5 15,0 8-1-15,-5-2 5 16,-3 7-3-16,3 3 16 15,5 4-8-15,-6 3 0 16,6 10 15-16,0 6-20 16,0 7 9-16,0 7 2 15,0 3-15-15,0 0 23 16,6-9-14-16,12-10-4 16,-8-11 9-16,-4-6-12 15,-1-9 10-15,3-3-5 16,-8-7-7-16,0-1 18 15,0-2-20-15,0-2 0 16,0 0 1-16,0-3 6 0,0 0-7 16,0 0 0-16,0 0-3 15,0 0-2-15,0 0-17 16,0 0-10-16,0-13-5 16,0-22-40-16,0 3-50 15,0-3-116-15,10-4-239 16</inkml:trace>
  <inkml:trace contextRef="#ctx0" brushRef="#br0" timeOffset="121175.27">26065 10460 151 0,'0'0'53'16,"0"0"-9"-16,0 0-4 15,0 0 16-15,0 0-15 16,0 0-6-16,23-33-6 16,-23 33 30-16,0-4-5 15,0 4-19-15,0 0 13 16,0 0-20-16,0-3-2 15,0 3 17-15,0 0-6 0,0 0 8 16,0 0-4-16,0 0-18 16,0 0 4-16,0 0-17 15,0 0-5-15,0 0 8 16,0 0-13-16,0 0 0 16,0 0 0-16,0 0-1 15,0 0-3-15,0 3 4 16,0 1-1-16,6 3 0 15,-1 2 2-15,-5 5 12 16,10 6 3-16,-4 3-11 16,7 3 15-16,3 8-9 15,-11 1 3-15,8-4 10 16,-8-2-14-16,0 0 6 16,1-9 2-16,4-4-16 15,-2-2 14-15,-8-10-16 0,0 1 0 16,0-5 3-16,0 0-3 15,0 0-3-15,0 0-8 16,0-5-5-16,0-13 6 16,0-5-14-16,0 0-15 15,0-8 12-15,0 1-3 16,0 3 12-16,0-3 18 16,0 4 0-16,11-4-2 15,4 3 2-15,-1 1-17 16,1-1 11-16,-4 7-8 15,7 3 7-15,-7 1 4 16,-1 3 3-16,-2 6-1 0,3 0 1 16,-6 1 0-16,0 2 7 15,8 4-2-15,-7-3 4 16,-1 3 1-16,0 0-9 16,0 0 7-16,1 0-6 15,7 0 5-15,-8 0 10 16,11 0-1-16,2 13 6 15,-7 11 0-15,12 5-5 16,-7 8 6-16,3 3-4 16,-4 3-5-16,4-3 16 15,-3 2-7-15,-6-12 0 16,3-6 1-16,-7-6-10 0,-6-7 2 16,0-5-13-16,0-6-2 15,0 0-1 1,0 0 0-16,0 0-6 0,0 0-11 15,0 0-4-15,0-15 10 16,-14-5-1-16,14-3-9 16,-5-2 5-16,5-4 3 15,0 0-4-15,0-1-8 16,0 0-2-16,0 4 0 16,0 3-4-16,5-1 5 15,14 1 16-15,-3 6 4 16,2 4 6-16,-2 0-3 15,2 3 3-15,-2 6-2 0,-3 1 2 16,3 3 0 0,-6 0 9-16,4 0-1 0,-4 0 7 15,1 0-2-15,7 3 2 16,-13 11 8-16,11 9-4 16,2 0-6-1,6 10 10-15,-8 1-8 0,-6-1 3 16,4 0 5-16,-9-3-9 15,5 0 11-15,-4-4-6 16,-1-3-1-16,3-1 4 16,-8-9-17-16,0-2 5 15,0-5-6-15,0-5-4 16,0 4 0-16,0-5 0 16,0 0-14-16,0 0-7 15,0 0-36-15,0-11-14 0,0-25-26 16,0-5-109-16,0-8-298 15</inkml:trace>
  <inkml:trace contextRef="#ctx0" brushRef="#br0" timeOffset="121709.55">27256 10052 333 0,'0'0'52'0,"0"0"22"16,0 0 5-16,0 0-14 0,0 0 17 15,0 0-27-15,55-12-8 16,-50 12 5-16,-5 0-13 16,0 0 1-16,0 0-5 15,0 0-13-15,0 0 1 16,0 5-5-16,0 13 0 15,0 12 6-15,-10 7-14 16,-19 11-5-16,0 15 7 16,-2 20-4-16,-12 16 25 15,12 8-5-15,-3-11-5 16,10-18 0-16,14-25-8 16,10-17 1-16,0-15-5 15,0-15-11-15,0-6-2 16,0 0-17-16,0-15-25 15,15-20-37-15,4-13-38 0,7 5-39 16,-2 1-78 0,-9 6-21-16</inkml:trace>
  <inkml:trace contextRef="#ctx0" brushRef="#br0" timeOffset="122126.05">27398 10116 312 0,'0'0'82'15,"0"0"4"-15,0 0 4 0,0 0-28 16,0 0-5 0,0 0-6-16,39-5 2 0,-39 5 2 15,0 0-12-15,0 0-16 16,6 10 25-16,4 10-7 15,1 3-9-15,2 7-3 16,3 7-14-16,7 9 10 16,-2 11 3-16,3 2 6 15,5 5 16-15,-8 2-18 16,8-3 0-16,0 0-3 16,0-5-9-16,0-13-5 15,-8-7-16-15,-3-12-2 16,-7-12 5-16,-6-11-6 15,-5-3-1-15,0 0 0 16,0 0-45-16,0 0 8 0,0 0-18 16,-11-7-25-16,-12-9 11 15,-11-4-60-15,-1-3-37 16,-4-1-76-16,-6-4-67 16</inkml:trace>
  <inkml:trace contextRef="#ctx0" brushRef="#br0" timeOffset="122391.99">26988 10549 434 0,'0'0'100'0,"0"0"31"15,0 0-49-15,0 0-21 16,0 0-15-16,0 0 2 15,328 0-15-15,-246 0 2 16,-3 0-11-16,-5 0-9 16,-14-6 0-16,-7-1-15 15,-14-3-2-15,-15 3 1 16,-8-6-59-16,-11 0-22 16,-5 0-61-16,0-1-135 15</inkml:trace>
  <inkml:trace contextRef="#ctx0" brushRef="#br0" timeOffset="123116.05">28258 9236 328 0,'0'0'131'0,"0"0"-37"15,0 0-8-15,0 0-26 16,0 0-23-16,0 0 15 16,-16 0-15-16,16 0-2 15,0 0 4-15,-5 0-7 16,5 0 0-16,0 0-9 15,0 0-7-15,0 0 11 16,0 0-8-16,0 0 0 16,0 0 2-16,0 3-12 15,0 3 14-15,0 11-8 16,21 12 23-16,13 2 13 0,6 10-10 16,-1-6-6-16,-5 1-4 15,-5-6-19-15,0-8 2 16,-18-9-10-16,-1-4-1 15,-10-5-4-15,0-4 1 16,0 0-28-16,0 0-53 16,0 0-43-16,-10-18-3 15,-11 0-41-15,2-5-126 16,3 3-43-16</inkml:trace>
  <inkml:trace contextRef="#ctx0" brushRef="#br0" timeOffset="123234.06">28258 9236 257 0</inkml:trace>
  <inkml:trace contextRef="#ctx0" brushRef="#br0" timeOffset="123453.57">28258 9236 257 0,'137'-14'60'0,"-132"11"8"0,6-1-12 0,2 4-19 15,-13 0-1-15,0 0 3 16,0 0 46-16,0 0 30 15,0 0-40-15,0 0-31 16,0 0-7-16,0 0-15 16,0 0 5-16,0 0-7 15,0 7-12-15,0 7 20 16,0 2-7-16,-6 7-3 16,-12 7 2-16,2 9-11 0,-13-3 6 15,6 0-10-15,2 5-2 16,2-12-6-16,9 1-3 15,4-7-58-15,6-6-55 16,0-7-104-16,0-10-210 16</inkml:trace>
  <inkml:trace contextRef="#ctx0" brushRef="#br0" timeOffset="125576.07">29410 9169 508 0,'0'0'98'0,"0"0"-30"16,0 0-28-16,0 0-40 16,0 0-11-16,0 0-44 0,0 0-71 15,29-169 11-15,-29 136 105 16,0-4-72-16,0 4 82 15,0 6 43-15,0 4 19 16,0 7 0-16,0 9-17 16,0 2 21-16,0 5-13 15,0 0-25-15,0 0 2 16,0 0-15-16,0 23 16 16,0 9 14-16,0 11-19 15,0 4 7-15,0 6-5 16,0 9 1-16,0 8 18 15,0 0-10-15,16 2-1 0,2-18-9 16,-7-1-10 0,-1-12 9-16,-5-9-11 0,1-10-10 15,-6-9 6-15,7-11-10 16,-7-2 1-16,0 0-2 16,0 4 1-16,0-4-2 15,0 0-6-15,0 0-12 16,0 0-10-16,0 0-42 15,11 0-35-15,5-26 6 16,7-7-174-16,-7-9-179 16</inkml:trace>
  <inkml:trace contextRef="#ctx0" brushRef="#br0" timeOffset="126225.97">29783 8983 61 0,'0'0'244'16,"0"0"-149"-16,0 0-21 16,0 0 14-16,0 0-25 15,0 0-16-15,0 0-9 16,0 0-3-16,0 0 5 15,0 0 4-15,0 4-9 16,-5 16 7-16,-13-1-3 0,12 2-6 16,-4 2 5-16,-1 0-13 15,6 7-5-15,-3 0 2 16,8 6-9-16,0 1 7 16,0 5-1-16,0 11 1 15,0 0 17-15,13 3-10 16,14-3 8-16,-4 3-2 15,12-9-11-15,-7-8 4 16,1-5-10-16,-2-18-9 16,-4-9 2-16,6-7-7 15,0 0 9-15,11-20-11 16,-1-20-14-16,6-6-12 16,-6-4-16-16,-5-5-4 0,-10 7 8 15,-19-6-9 1,1-3 24-16,-6 6 9 0,0-7-10 15,0 4-2-15,0 5 26 16,-11 5 1-16,-18 1 1 16,0 3 2-16,0 6-4 15,3 12 0-15,-3 9 2 16,-5 9 2-16,0 4 5 16,0 0-7-16,-6 0 10 15,6 9-9-15,0 9 1 16,5-6-2-16,8-1 0 15,13-4-4-15,3-4-7 0,5-3-31 16,0 0-64 0,0 0-79-16,0 0-103 0,23 0-197 15</inkml:trace>
  <inkml:trace contextRef="#ctx0" brushRef="#br0" timeOffset="126844.03">30656 8877 298 0,'0'0'112'0,"0"0"-8"0,0 0-8 16,0 0-7-16,0 0-38 16,0 0-7-16,0 30-14 15,0-13 11-15,-10-4 3 16,-8 0-3-16,7 7 7 16,-13-3-14-16,9 6-5 15,-4 3-2-15,3 8-9 16,1-1 12-16,1 3-2 15,9 1-3-15,5 6 18 16,0 6-16-16,0 10 1 0,19-5 10 16,12 4-11-16,22-4 4 15,-9-11-2-15,6-13-18 16,3-7-3-16,-8-13-8 16,7-10 0-16,-7 0 9 15,5-27-9-15,-5-23-19 16,-3-9-12-16,-11-1-25 15,-7-11 17-15,-19 7-1 16,-5-8-6-16,0 6 21 16,0 6 8-16,-5 0 17 15,-34 3 3-15,-6 11 0 16,5 6 16-16,-12 14-11 16,12 9 13-16,-10 10-1 0,6 7-11 15,2 0 5-15,-3 0-6 16,5 2-3-16,6 21-4 15,5 5-1-15,8 2-23 16,8-3-45-16,-3-1-61 16,1-2-120-16,-9-1-431 15</inkml:trace>
  <inkml:trace contextRef="#ctx0" brushRef="#br0" timeOffset="128088.22">21042 12157 414 0,'0'0'100'0,"0"0"-39"16,0 0-4-16,0 0 13 15,0 0-27-15,0 0-1 0,0 3-1 16,0-3-16-16,0 0 6 16,0 0-10-1,0 0-4-15,0 0 14 0,5 0-14 16,-5 0-3-16,10 4-11 15,3-1 4-15,3 7 17 16,18-4-18-16,1 8-4 16,4-4 9-16,6 0-11 15,2 0 10-15,-7-1-4 16,-6 2-3-16,-8-4 2 16,-8-5-5-16,-7 2 0 15,-6-4-2-15,8 3 3 16,-7-3-1-16,-1 0 0 0,0 3-9 15,-5-3-17 1,0 0-60-16,0 0-33 0,0 0-140 16,-10 0-82-16</inkml:trace>
  <inkml:trace contextRef="#ctx0" brushRef="#br0" timeOffset="128524.43">21047 12482 280 0,'0'0'118'0,"0"0"-47"16,0 0 15-16,0 0 9 16,0 0-34-16,0 0-17 15,0-20 4-15,23 20 2 16,-2 0-6-16,14 0-21 16,4 0 7-16,1 0 0 15,12 0-1-15,-7 0 1 16,0 7-15-16,-6 6 10 15,-5 3-21-15,-5-11-3 0,-5 4 3 16,-8-6-3 0,-3 3-1-16,-3-5 0 0,-4 4 2 15,-6-5-5-15,0 0-25 16,0 0-35-16,5 0-24 16,0 0-86-16,-5 0-161 15</inkml:trace>
  <inkml:trace contextRef="#ctx0" brushRef="#br0" timeOffset="130092.06">23445 11787 145 0,'0'0'375'16,"0"0"-291"-16,0 0-22 15,0 0-3-15,0 0-1 16,0 0-33-16,-23 4-12 15,12 5 22-15,-5 0 3 16,3-1-6-16,-3 2 3 16,6 3-9-16,-14 4-8 0,6 2 2 15,-3 4-18 1,2 1 8-16,4 6 3 0,-4 4-6 16,14 10 12-16,-6-5-7 15,11 15 4-15,0 5 15 16,0 5-4-16,0 2 7 15,40-3 8-15,10-7-19 16,13-13 11-16,0-13-22 16,0-13-7-16,3-12-5 15,-8-5 2-15,0 0 10 16,-8-22-5-16,-16-1-6 16,0-3-2-16,-13-1-13 15,-8 6 5-15,-2-8-3 16,-6-1-7-16,0-3 8 15,-5 0-5-15,0-7 3 0,0-2 7 16,0-9-6 0,-5-2-16-16,-16-3 4 0,-13-2-3 15,5 11 15-15,-5 4 2 16,5 7-6-16,-6 13 14 16,6 5 3-16,3 6-1 15,-3 5 3-15,0 7 2 16,6 0-2-16,-4 0-3 15,-2 24 2-15,1 8-6 16,6 2-19-16,-1 2-84 16,12-6-57-16,3-5-206 15</inkml:trace>
  <inkml:trace contextRef="#ctx0" brushRef="#br0" timeOffset="130475.06">24284 12503 472 0,'0'0'79'0,"0"0"-13"16,0 0-11-16,-79 180 11 15,69-144-50-15,2-9-15 16,3-10-1-16,5-14-29 16,0-3-114-16,0-7-24 15,0-30-107-15</inkml:trace>
  <inkml:trace contextRef="#ctx0" brushRef="#br0" timeOffset="131091.93">24873 11881 453 0,'0'0'74'0,"0"0"19"16,0 0 1-16,0 0-16 15,0 0-39-15,0 0-6 16,0-28-18-16,0 14-2 15,0-8-13-15,0 2-6 16,0-3-16-16,0 3-8 16,0 6-4-16,0 8 20 15,0 3 6-15,0 3 8 0,0 0 6 16,0 0-5 0,0 0 12-16,0 0-7 0,0 9 0 15,0 12 9-15,0 5-10 16,0 3 2-16,0 8 3 15,0 14-4-15,0 11 11 16,6 21 9-16,12 15 0 16,-2 9 22-16,2-8-16 15,3-14-10-15,-2-20 1 16,-9-24 4-16,3-20 5 16,-2-5-12-16,-6-15-17 15,-5-1 5-15,5 0-7 16,-5 0-2-16,0 0-14 15,0-8-14-15,0-14-19 16,0 5-48-16,0-6-8 0,0 2-61 16,0-2-101-16</inkml:trace>
  <inkml:trace contextRef="#ctx0" brushRef="#br0" timeOffset="132424.51">25412 11913 238 0,'0'0'31'0,"0"0"59"15,0 0-41-15,0 0-20 16,0 0-6-16,0 0 0 0,0-7 15 15,0 7 13-15,0 0 5 16,0 0-5-16,0 0-22 16,-5 0 0-16,-5 0-3 15,-4 0-20-15,4 0 6 16,5 0 0-16,-1 0 1 16,-1 0 6-16,1 5-7 15,1-3 8-15,0 7-3 16,5-2-10-16,-11-2 13 15,6 4-9-15,-3 1-5 16,3 8 15-16,5-6-15 16,-11 6-2-16,6-5 3 0,5 8-7 15,-5-2 7 1,5 6 2-16,0 3 4 0,0 2 10 16,0 0-9-16,0 0 7 15,0 0 2-15,5-1-10 16,24 5 19-16,-3-1-13 15,8-7-4-15,1 1 9 16,-6-11-13-16,5 0 7 16,0-5-3-16,-13-4-13 15,8-1 7-15,0-6-2 16,0 0-1-16,0 0 1 16,-8 0-3-16,2 0-2 15,6 0-2-15,-13-23-3 16,3-7 0-16,-4 0-10 15,1-3-9-15,-3 0 13 0,-2 0-10 16,-11 7 7-16,0-4 5 16,0 3-2-16,0 7 4 15,0-7-4-15,0 4 7 16,-24-4-2-16,8-2 5 16,-13-1-1-16,0 1 0 15,-2-1-2-15,7 7 0 16,-5 0 0-16,0 10 2 15,8 7 7-15,-2-5-4 16,7 11 2-16,-2 0 4 16,-4 0-9-16,4 0 10 15,-6 0-10-15,3 0-5 0,-2 0 3 16,-6 17-9-16,8-4-5 16,-3 3-28-16,14-4-34 15,-1-5-9-15,-2 0-45 16,2-3-135-16,6-4-130 15</inkml:trace>
  <inkml:trace contextRef="#ctx0" brushRef="#br0" timeOffset="143477.29">27080 12088 270 0,'0'0'77'16,"0"0"-10"-16,0 0-9 0,0 0 15 15,0 0-32-15,0 0 5 16,0 0 9-16,0 0 8 16,0 0-2-16,-5 0-13 15,-1 0-7-15,6 0 8 16,0 0-4-16,0 0-11 16,0 0-10-16,0 0-14 15,0 0 7-15,0 0-8 16,0 0-1-16,0 0 5 15,0 0-1-15,0 0 2 16,0 0 1-16,0 0 1 16,0 0 9-16,0 0-6 0,0 0-9 15,0 9 8-15,0 12-16 16,0 5 18-16,0 4-6 16,0 6-6-16,0 1 6 15,0 6-6-15,0 4-3 16,0-1 8-16,0 0-8 15,6-6-2-15,-1-4 3 16,5-6-4-16,-10-9 1 16,6-3-3-16,-6-11 0 15,0-2 0-15,0-3 2 16,0-2-2-16,0 0 1 16,0 0 4-16,0 0-7 15,0 0 2-15,0 0-8 16,0 0 1-16,0 0-19 15,0 0 1-15,0 0-10 0,0 0-31 16,0-7 4 0,0-16-38-16,13 0-26 0,-3-7-94 15,6-2-143-15</inkml:trace>
  <inkml:trace contextRef="#ctx0" brushRef="#br0" timeOffset="144642.07">27958 12449 333 0,'0'0'91'16,"0"0"-54"-16,0 0 1 16,0 0-17-16,0 0-7 15,0 0 3-15,-10 13 4 0,2-13 14 16,8 0 14-16,0 0 3 16,0 0 0-16,0 0-18 15,0 0-7-15,-6 0 7 16,6 0-8-16,0 0 15 15,0 0-1-15,0 0-4 16,0 0 6-16,0 0-23 16,0 11-5-16,0 1 11 15,14 6-12-15,25 0 2 16,6-12-9-16,5-5-5 16,13-1 18-16,5 0-18 15,-10 0-1-15,-3-7 0 16,-10-15-9-16,-5-2 4 15,-17 1-4-15,-12 9 6 0,-11-8 1 16,0 8 4-16,0-2-1 16,0-1-1-16,0-6 0 15,-6-4 1-15,-15 1-1 16,-2-7 0-16,-6 3-3 16,8 3 4-16,-3 1-1 15,14 2 3-15,2 5-3 16,2 3 0-16,6 2-4 15,0 1 4-15,0-4 4 16,0-8-4-16,19 2-8 16,15 2 3-16,5-2-10 15,1 5 4-15,5 6 1 0,-1 1 2 16,4 4 5 0,2 2 1-16,0 5 2 0,2 0 6 15,-2 0-6-15,-10 0-1 16,-6 0 0-16,-11 0 2 15,-1 0 13-15,-4 5-8 16,-2 9 5-16,-3 4 6 16,-8 3-11-16,-5 6 5 15,0 6 4-15,0-1-7 16,0 13 15-16,0 5-17 16,-10 6 2-16,-14 0 9 15,6 7-8-15,7-4 6 16,11-5 3-16,0-7-1 15,0-5 11-15,24-12-15 16,20-11 0-16,6-10-9 0,3-9-1 16,10 0 3-16,-8 0-6 15,-2-23-28-15,-3-12-21 16,-21-4-71-16,-8 6-30 16,-8 10-95-16,-13 13-266 15</inkml:trace>
  <inkml:trace contextRef="#ctx0" brushRef="#br0" timeOffset="145856.46">26325 11964 460 0,'0'0'147'0,"0"0"-38"16,0 0-40-16,0 0-11 15,0 0-31-15,0 0-8 16,0 7 8-16,0-7-8 15,0 0 6-15,0 7 1 16,0-2-7-16,-16 6 4 16,3 3-19-16,-3-3 2 0,-2 8 9 15,2-1-9-15,6 3 11 16,-4 6 0-16,4-1-7 16,-1 1 10-16,6 6-11 15,-3 1 2-15,8 2 7 16,0 14 2-16,0 3 14 15,0 3 5-15,29 0-13 16,11-9 8-16,-1-6-17 16,1-11-8-16,7-12-3 15,-2-2-5-15,-6-13-1 16,0-3 11-16,6 0-9 16,-11-19-2-16,-5-11-17 15,-5-7-7-15,-14-8-1 16,6-2-9-16,-8 3 4 15,-3-4-2-15,-5-2 3 0,0 3 17 16,0-3-7 0,0 1 7-16,-29 3 6 0,-5 2-2 15,0 8 8-15,5 6 0 16,-5 5 2-16,8 8 3 16,-3 9-4-16,0-2 8 15,-5 3 8-15,5 0-10 16,-5 3 6-16,7 3-13 15,-2-5 0-15,6 6-6 16,2 0-19-16,7 0-26 16,-1 0-39-16,-4 0-62 15,3 0-243-15</inkml:trace>
  <inkml:trace contextRef="#ctx0" brushRef="#br0" timeOffset="149259.12">18157 11331 257 0,'0'0'81'15,"0"0"-28"-15,0 0 1 16,0 0 0-16,0 0-6 0,0 0 12 16,0 0 2-16,-103 0-5 15,92 0 0-15,-7 0-22 16,2 4-3-16,-2 5-8 16,2 6-4-16,3 5 2 15,-3-2-5-15,6 7-4 16,-4 1-3-16,14 11-5 15,0 13-4-15,0 23 21 16,0 30-8-16,0 25 10 16,0 11 2-16,29-10-5 15,6-26-3-15,-7-23-15 16,1-31 32-16,-2-15 2 0,-9-11-19 16,-2-11-4-16,2-7-11 15,-12-5-2-15,-1 0 9 16,-5 0-10-16,0 0-10 15,0 0-12-15,0-4 3 16,0-15-2-16,0-5 6 16,0-3 3-16,0-2-2 15,-5-4-21-15,5-4 13 16,-6-2-8-16,1-9-5 16,-8 2 12-16,8-7-8 15,-11-5-16-15,-8 3 20 16,1-3-38-16,1 2 22 15,4 6 7-15,8 4 19 0,10 6 17 16,0 7 10 0,0 6 5-16,0 4 10 0,0-4-7 15,0 7-9-15,0-3-6 16,0 4-2-16,0-2 13 16,0 5-10-16,10 2-1 15,3-2 14-15,3 6-14 16,8 0 1-16,-3 0 4 15,8 3-5-15,0 1 9 16,0 1-6-16,5-2-5 16,0 5 13-16,-8 2-13 15,8 0 3-15,6 0-4 0,-6 0 3 16,0 0-3 0,0 0 0-16,1 0 2 0,-1 7 7 15,0 13 0-15,0 6-1 16,-5 1 7-16,-3-1-8 15,-7 1 7-15,-3-4-2 16,-3 4 0-16,-8 3 15 16,-5 3-3-16,0 0 2 15,0 7 6-15,0 3-20 16,-18 0 1-16,-22 4-2 16,-5-2-7-16,-10-3 12 15,-13 2-11-15,-6-5 1 16,-7-7 1-16,2-7-4 0,5-11 3 15,14-8-6 1,12-6-4-16,22 0 3 0,8 0-13 16,18-17-22-16,0-4 3 15,0 6-3-15,5-2 7 16,24 7 10-16,0 7 7 16,10 3 12-16,6 0 1 15,18 24 10-15,5 18 23 16,-7 15 14-16,7-8-7 15,-10 1 2-15,-8-10-15 16,-5-17 7-16,-3-9-23 16,-16-8-9-16,-2-6-3 15,-8 0-5-15,2 0-33 16,-8-3-44-16,-4-20-76 0,2 3-77 16</inkml:trace>
  <inkml:trace contextRef="#ctx0" brushRef="#br0" timeOffset="149991.43">19419 12124 39 0,'0'0'244'0,"0"0"-170"0,0 0-28 16,0 0 3-16,0 0-2 15,0 0 8-15,-32-4-6 16,19 4 14-16,3 0-7 15,-9 0-15-15,9 0-8 16,-14 0 11-16,8 0-9 16,-7 0-1-16,2 0-5 15,-3 0-11-15,-10 0 0 16,-6 10-13-16,1 10 2 16,-6 4 9-16,6 3-12 15,-1-4 10-15,6 0-3 16,0-4-4-16,15 1 8 15,9-3-7-15,10-1-2 0,0 2 13 16,0 1-9-16,16 1-4 16,36 3-3-16,17 0 5 15,4 1-3-15,1-8-3 16,-14 1 3-16,-7-4-4 16,-14-2 1-16,-23-2-4 15,-16 1 2-15,0 3-12 16,0 4 7-16,-21 5-5 15,-37-3 10-15,3-1-2 16,-8-2 2-16,0-9-23 16,13-7-3-16,10 0-58 15,17 0-10-15,12-34-86 16,11-14-123-16</inkml:trace>
  <inkml:trace contextRef="#ctx0" brushRef="#br0" timeOffset="151057.74">19443 11671 203 0,'0'0'130'0,"0"0"-27"16,0 0-17-16,0 0 2 16,0 0-34-16,0 0-9 15,-6-20-12-15,6 20-12 16,0 0 10-16,0 0-16 15,0 0 2-15,0 0 11 16,0 0-1-16,0 0 4 16,0 4-11-16,0 8-5 15,0 2 9-15,6 2-2 16,-1 11-3-16,0 3-4 16,8 3-9-16,-8 10 6 15,6 8-11-15,-1-2 5 16,-2 10 7-16,3 1-11 15,-6 2 9-15,0-2 1 16,-5-1-5-16,6-6 8 0,2 3-6 16,2-5-1-16,-5-2 9 15,1 4-5-15,-6 0 11 16,5-5-2-16,-5-5-6 16,5-8 1-16,3-7-7 15,-3-10-7-15,-5-13 5 16,6-5-6-16,-6 0 0 15,0 0-1-15,0 0-12 16,0-16 0-16,0-7-14 16,0-3-8-16,0 8 17 15,0 2 12-15,0 2 5 16,0 0-4-16,0 0-6 0,0-9 8 16,0 0-2-16,0-3-20 15,0-4 8-15,0 3-6 16,0 4 8-16,0 3 9 15,0 1-2-15,0-2 7 16,5 1-15-16,18 4-7 16,-7-1 3-16,8 1-2 15,-3 6 10-15,3 0 8 16,10 0-5-16,-5 3 8 16,-8 0-1-16,8 5 1 15,-6-2 2-15,-2 4-2 16,-2 0 8-16,-9 0 3 15,4 0-1-15,-4 6 10 0,1 18 5 16,-1 12 0 0,-2 11 1-16,-3 9-1 0,6 16 13 15,-6-7 13-15,0 2 2 16,3-12-13-16,-3-14-14 16,6-11-15-16,-6-20-5 15,0-6-6-15,9-4-27 16,-9-7-105-16,-5-27-65 15,0-5-442-15</inkml:trace>
  <inkml:trace contextRef="#ctx0" brushRef="#br0" timeOffset="157790.76">17991 13065 309 0,'0'0'62'15,"0"0"-5"-15,0 0-6 16,0 0-11-16,0 0-17 16,0 0 0-16,0 0-2 15,102-35 3-15,-96 30 14 16,-1 5-11-16,-5-4 12 15,0 4-8-15,0 0-11 0,0 0 4 16,0 0-13-16,0 0-6 16,0 0 7-16,0 0-12 15,13 0 9-15,-8 0-4 16,-5 0-1-16,11-3 3 16,-6 3-6-16,0 0-1 15,3 0 4-15,-8 0-4 16,11 0 0-16,-6 0-1 15,-5 0 5-15,5 0-4 16,1 0 0-16,-1 0 0 16,3 0 0-16,-3 0 2 0,0 0-2 15,0 0 0 1,-5 0 2-16,0 0-4 0,0 0 1 16,6 0 1-16,-6 0 1 15,5 0 1-15,-5 0-2 16,0 0 0-16,0 0 2 15,0 0-3-15,0 0 1 16,0 0 0-16,18 0 2 16,-2 0 1-16,13 0 8 15,11 0 6-15,-12 0-17 16,7 3 3-16,-1-3-3 16,0 0 0-16,0 0 0 15,-5 0 2-15,-8 0-2 16,-2 0 0-16,-4 0 1 0,4 0-3 15,-9 0 2-15,1 0 0 16,7 0 0-16,-2 0 0 16,2 0 0-16,3 0 0 15,3 0 2-15,-3 0-2 16,8 0 0-16,-5 0 0 16,-3-3-3-16,3 3 2 15,-6-3 1-15,-2 0-1 16,7 3 1-16,-7-7-3 15,13 3-2-15,-5-2-3 16,2 2 5-16,-2 2 3 16,-1 2 0-16,-2 0 0 15,-2 0 1-15,15-4-2 0,-8 4 1 16,3 0 0 0,11 0 0-16,-6 0 0 0,11 0-1 15,2 0 0-15,-2 0-3 16,-6 0 2-16,1 0 2 15,-1 0 0-15,0 0-2 16,1 4 3-16,-1-2-1 16,-4 2 0-16,4-1 3 15,-10-3-4-15,0 3 1 16,5-3 0-16,0 0 0 16,0 0 0-16,11 0 0 15,-5 0 0-15,-1 0-9 0,6 0 9 16,-3 0 0-1,-3 0-2-15,-5 0 1 16,1 0 1-16,-4 0 0 0,-2 0 0 16,5 0 3-16,0 0-5 15,6 0 2-15,-1 0 0 16,1-3 0-16,-1 0 0 16,9-1 0-16,-9 4-1 15,1-2 3-15,-1 2-2 16,6 0 0-16,-6 0 1 15,1-4-4-15,7 1 3 16,-2-1 0-16,-1 4 0 16,9-3-6-16,-8-1 1 15,-1 4 2-15,1-3 3 16,2 3 0-16,-2 0 0 0,-5 0 2 16,4 0-2-16,9 0 0 15,-8-3 0-15,10 0 0 16,-3-4-2-16,-7 7 2 15,5-3-1-15,3 3 1 16,-3 0 0-16,2 0 0 16,3 0 0-16,-2-7 0 15,2 0-3-15,3 1 1 16,-3-1 1-16,8 4 0 16,1-4 1-16,1 0-11 15,-2 5 1-15,1-5 4 16,-14 3-2-16,13-3 8 15,5 4 0-15,-5 0 0 0,3 3 0 16,2-3 0 0,-5-4 4-16,6 4-4 0,-6-1 0 15,-3 1-1-15,9-1 1 16,-6 1 0-16,0 1 0 16,-3 2 0-16,4 0-1 15,-7 0 1-15,4 0 0 16,2 0 1-16,5 0 0 15,1 0-1-15,4 0 0 16,-4 0 3-16,4 0-1 16,-4 0-2-16,4 0 1 15,6 0 3-15,-5 0-3 0,5 0 7 16,-5 0 4 0,10 0-4-16,2 0-1 0,4 0-7 15,2 0 0-15,-8 0-2 16,0 0 0-16,3 0 2 15,-13 0 0-15,5 0 2 16,-1 0-4-16,1 0 2 16,8 0 0-16,-3 0-1 15,0 0 2-15,3 0-1 16,3 0 0-16,-6 0-3 16,-3 0 3-16,4 0-2 15,-7 0 2-15,-4 0 2 16,5 0-2-16,2 0 0 15,4 0-1-15,-1 0 2 0,3 0-3 16,2 0 2-16,-5 0-9 16,3 0 3-16,2 0-9 15,3 0 10-15,3 0 3 16,2 0 1-16,6 0 0 16,0 0 1-16,-4 0 0 15,4 0-2-15,0 0 4 16,-1 0-2-16,-12 0 0 15,-4 0 0-15,-7 5 0 16,5 2 0-16,1 4 0 16,1-5-4-16,4 4 4 15,7-3-3-15,0-4-9 16,-2 1-12-16,2-4 16 0,-7 2 0 16,-3 5 8-16,-14-4-4 15,6 4 4-15,0 0 0 16,0-4-3-16,0 3-16 15,2-2 5-15,-2-1-3 16,0-3 11-16,5 0 6 16,-5 0 0-16,-10 0 4 15,-6 0 7-15,-13 0 0 16,-3 0 10-16,-13 0-12 16,-8 0-7-16,3 0 7 15,-10 0-8-15,-3 0 2 16,-6 0 0-16,-2 0-2 15,-8 0 12-15,0-3 11 0,0 3-2 16,0 0 12-16,0-4-7 16,0 1-7-16,0 3 8 15,-13 0-5-15,-13 0-4 16,-3 0-19-16,-11 0-1 16,1 0-12-16,-14 0-80 15,-21 0-113-15,-23-9-273 16</inkml:trace>
  <inkml:trace contextRef="#ctx0" brushRef="#br0" timeOffset="159190.26">24534 12763 55 0,'0'0'6'16,"0"0"22"-16,0 0 40 15,0 0-7-15,0 0 10 0,0 0-3 16,0 0-22-1,0 0-3-15,0 0-8 16,0-4 3-16,0 4 4 0,0 0-17 16,0 0-5-16,0 0-6 15,0 0 3-15,0 0-1 16,0 0-13-16,0 0 7 16,0 0 3-16,0 0-2 15,0 0 13-15,0 0-4 16,0 0-4-16,0 0 2 15,0 0 2-15,0 0-5 16,0 0-2-16,0 0-8 16,0 0 1-16,0 0-3 15,0 4 0-15,-10 8 11 16,-4 6-13-16,9-2 3 0,0 7 1 16,0 0 9-16,-1 4-1 15,6-3-9-15,-8-1 2 16,3-7 3-16,0 1-7 15,-6-8 0-15,11-2-2 16,0-3 2-16,0-1-1 16,0 1 1-16,0-4-2 15,0 0 6-15,0 0-5 16,0 0 8-16,0 0 5 16,0 0-13-16,0 0-1 0,0 0-26 15,16 0-1 1,-3 0-10-16,3-4-35 0,-11 4-70 15,9-3-19-15,-9-4-114 16</inkml:trace>
  <inkml:trace contextRef="#ctx0" brushRef="#br0" timeOffset="159813.39">24687 12826 197 0,'0'0'33'0,"0"0"5"16,0 0-8-16,0 0 17 15,0 0 2-15,0 0-8 16,0 0-11-16,0 0 1 16,0 0 5-16,0-3-8 15,0-1-1-15,0 1-10 16,0 3-11-16,0-4 12 16,0 4-4-16,0-3 3 15,0 3-1-15,0 0-5 0,0 0-3 16,0 0-1-1,0 0-6-15,0-4 6 16,0 4-4-16,0 0 1 0,0 0 5 16,0 0 5-16,0 0 5 15,0 0 1-15,0 0-6 16,0 0 12-16,0 0-19 16,0 0 6-16,0-3-3 15,0 0-2-15,0 3-3 16,0 0-3-16,0 0 0 15,0 0 3-15,0 0-3 16,0 0-2-16,-6 0 5 16,-4 3-3-16,-9 24 15 15,9 6 6-15,-9 4 15 16,9 5 11-16,-6-1-7 0,8-8-14 16,3-4-6-16,5-8-15 15,0-8 5-15,0-7-12 16,0-6-10-16,0 0-51 15,0 0-131-15,0 0-200 16</inkml:trace>
  <inkml:trace contextRef="#ctx0" brushRef="#br1" timeOffset="184120.2">26041 17452 366 0,'0'0'106'0,"0"0"-6"15,0 0 9 1,0 0-34-16,0 0-23 0,0 0-26 16,0 0 1-16,0 0 4 15,24-19-2-15,-24 19 10 16,0 0-5-16,0 0-3 15,0 0 9-15,0 0-14 16,0 0 5-16,0 0-14 16,0 0-9-16,0 0-4 15,0 7-4-15,0 9 0 16,0 7 12-16,0 10-12 16,-11-3 0-16,-7 7-2 15,-3 1 9-15,-8 5-12 16,0 3 5-16,-5 4 0 0,5 3 7 15,0 4-5-15,2 6-1 16,4-4-1-16,7 4 4 16,3-3-4-16,8 0 0 15,5 0 0-15,0 1 1 16,0 5 2-16,0-6-3 16,23-1 5-16,17 1-3 15,4-10 24-15,1-6-4 16,-5-11-10-16,7-7 8 15,-21-9-18-15,-2-4 8 16,-6-10-10-16,-12-3-1 16,-1 0-3-16,-5 0-13 15,0 0-73-15,0-23-19 16,0-13-170-16</inkml:trace>
  <inkml:trace contextRef="#ctx0" brushRef="#br1" timeOffset="185104.47">27085 17512 402 0,'0'0'105'0,"0"0"-11"16,0 0 9-16,0 0-44 0,0 0-16 16,0 0-16-16,0-23-8 15,0 20 7-15,0-1-1 16,-5 4-4-16,-14-3-5 15,-2-2-14-15,-8-3 7 16,6 1-9-16,-4 0-1 16,-7 4-3-16,5-1 1 15,-5 4 1-15,0 0 1 16,0 0-10-16,0 0 10 16,-1 0 1-16,6 4 0 15,-5 6-4-15,8 6 4 16,-3 2-5-16,0 5 3 0,0 3 2 15,8 2-1-15,3 2 3 16,-3 0 6-16,13 0 4 16,3-1 1-16,-1-3-1 15,6 3-5-15,0 1 3 16,0-2-6-16,0-7-4 16,0-1 0-16,34-8 7 15,1 2-7-15,4-7 5 16,1-1-3-16,-1 1 5 15,0 0 5-15,9 3-12 16,-9-4 0-16,6 8 3 16,-6 2-1-16,-4 1-2 15,-1 3 0-15,-5-4 4 0,5 4-1 16,-13-3-1 0,3-1-1-16,-14-2 11 0,9-5-11 15,-9 5 1-15,1-2 7 16,-6 6-7-16,-5 5 16 15,0 3-5-15,0 8 5 16,0-1 15-16,0-1-19 16,0 4 6-16,0-17 0 15,0 4-9-15,-26 1-5 16,-3-7-6-16,-16-3 0 16,-8 5 5-16,-2-8-2 15,-13 4-1-15,5-5-1 0,-6 0 7 16,1-6-10-1,13-4 2-15,-3 0-22 0,18 0-9 16,6 0-5-16,13 0-33 16,3-17-28-16,12-7-40 15,6-5-140-15</inkml:trace>
  <inkml:trace contextRef="#ctx0" brushRef="#br1" timeOffset="186086.87">27324 18275 453 0,'0'0'147'0,"0"0"-44"0,0 0-8 16,0 0-27-16,0 0-35 16,0 0-10-16,-8 2 13 15,8-2-7-15,0 0 3 16,19-7-5-16,15-16-11 15,6 0-14-15,-1-7-2 16,0 4-35-16,-4-4-9 16,-6 7-24-16,-8 5 14 15,-8 2 16-15,-8 6 1 16,-5 7 37-16,0 3 6 16,0 0 0-16,0 0 10 15,0 0-14-15,0 0-2 0,-24-6-2 16,9 6-16-16,-9 0 13 15,-10 0 5-15,5 0 0 16,2 0-1-16,-1 0 2 16,4 0 3-16,8 0 8 15,-8 0-5-15,9 0 4 16,-4 0-5-16,3 0-3 16,-2 0 8-16,8 6-6 15,4-3 2-15,6 7 5 16,0 1-2-16,0 1 14 15,0 11 1-15,0 7-9 16,0 11 16-16,16 8 15 16,18 11-11-16,11 0 12 15,-3-3-10-15,-10-6 15 16,10-19-15-16,-16-5-15 0,8-13 7 16,-5-11-24-16,0-3-2 15,0 0-1-15,-3-7-3 16,8-23-22-16,-10-7-41 15,5 1-60-15,-8 3-7 16,-3 3-57-16,-7 17-240 16</inkml:trace>
  <inkml:trace contextRef="#ctx0" brushRef="#br1" timeOffset="187005.84">28055 17540 154 0,'0'0'164'0,"0"0"-85"0,0 0-15 15,0 0-16-15,0 0-12 16,0 0 9-16,-23-6 11 16,18 6-1-16,5 0 4 15,0 0-17-15,0 0-16 16,0 0 10-16,0 0-12 15,0 0 6-15,0 0 11 16,0 8-13-16,-6 8 1 0,6 5-11 16,0 0-4-1,0 2 9-15,0 7-10 0,0 0 0 16,0 2 2-16,0 9-11 16,0 2 3-16,0 7-1 15,0 7-1-15,0-2 6 16,0 9-10-16,0-1 4 15,0 5 0-15,0-7-1 16,0-1 7-16,0 0 5 16,0-1-1-16,0-1 2 15,0-8-11-15,0-10-1 16,0-6-3-16,0-15 0 16,0-5 1-16,0-8-3 15,0-6 0-15,0 0-4 16,0 0 3-16,0 0 1 0,0 0-1 15,0 0-6-15,0 0 7 16,0 0-12-16,0 0-9 16,0-6-12-16,0-8-13 15,0-2-10-15,0-7-36 16,0-7-74-16,6-7-192 16</inkml:trace>
  <inkml:trace contextRef="#ctx0" brushRef="#br1" timeOffset="213752.06">28566 17763 268 0,'0'0'142'0,"0"0"-100"15,0 0 33-15,0 0-5 16,0 0-16-16,0 0-1 16,0-30-9-16,0 23 4 15,5 0-1-15,0-4-22 16,-5 3 5-16,0-3-10 15,0 5-20-15,0 0 15 16,0 6-13-16,0-11 3 16,0 7-5-16,0 2-11 0,0 2 11 15,0 0 3-15,0 0-2 16,-10 0 5-16,-3 0 0 16,-9 0-3-16,-6 0-3 15,4 0 1-15,-2 10-1 16,2 3 2-16,6 7-2 15,2 0 0-15,5 1-2 16,3 9 5-16,3 2-1 16,5 5 3-16,0-4-5 15,0 6 10-15,0-2-10 16,0 2 2-16,0 5-2 16,0-5 1-16,18 5 7 15,4 2-8-15,6 0 1 0,1 6 1 16,0-9-1-1,-8 10 6-15,3-3 5 0,0 7-11 16,-9 6 13-16,4-4-8 16,-9-9 0-16,1-3 6 15,-6-8-12-15,0-6 5 16,-5 1-5-16,0-8 1 16,0 4 2-16,0-14-3 15,0 5 0-15,0-5 1 16,-15-1 0-16,-9-7 0 15,-2 4 2-15,-9-10-3 16,1-2 0-16,-5 0-29 16,-8 0-50-16,7-7 36 15,6-8-46-15,8-14-104 0,2 6-2 16,13 0-56-16</inkml:trace>
  <inkml:trace contextRef="#ctx0" brushRef="#br1" timeOffset="214046.27">28195 18441 607 0,'0'0'101'15,"0"0"8"-15,0 0-58 16,0 0-11-16,0 0-17 16,0 0 0-16,331-83-19 15,-257 60-4-15,-8 2-37 16,-14 6-73-16,-12-2-258 15</inkml:trace>
  <inkml:trace contextRef="#ctx0" brushRef="#br1" timeOffset="-213824.68">29036 18198 131 0,'0'0'60'0,"0"0"-4"15,0 0 15-15,0 0-19 16,0 0-13-16,0 0-3 16,0-42-11-16,0 31 11 15,6 4 17-15,-6 3-17 16,0-4 4-16,5 8 5 15,-5 0-6-15,0 0 4 0,0 0-9 16,0 0-10 0,0 0 4-16,0 0-12 0,0 0-1 15,0 0 4-15,0 0-9 16,0 0 6-16,0 0-2 16,0 0-1-16,0 0 3 15,0 0-13-15,0 0 4 16,0 0-3-16,0 0-3 15,0 0 1-15,0 15-2 16,0 12 6-16,5 6 14 16,6 12-6-16,7 8 4 15,-2-9 8-15,8 8 1 16,-9-16 3-16,4-6-11 16,2-7-1-16,2-12-5 15,1-8-13-15,-3-3 6 16,13 0 1-16,1-7-7 15,4-23 0-15,-5-7-35 0,0 1-19 16,-10 0 31-16,-3 2-2 16,-13 8 1-16,-3-3 16 15,1 6 6-15,-6 5 0 16,0-6 2-16,0 1-11 16,0-1 8-16,0-1-7 15,0 3 0-15,0 3 1 16,0 5-5-16,0 11 14 15,0-3-4-15,0 2 4 16,0 4 3-16,0 0-1 16,0 0 1-16,0 0 3 15,0 0-5-15,0 0 12 0,0-3-9 16,0 3 6-16,0 0 2 16,0 0-10-16,0 0 3 15,0 0-5-15,0 0 2 16,0 0-1-16,0 0 0 15,0 0-1-15,0 0 13 16,0 0-12-16,0 0 3 16,0 0-1-16,0 0-1 15,0 0 6-15,0 13-5 16,0 4-2-16,0-1 6 16,5 9-7-16,0-3 3 15,0 1 0-15,1 11-3 16,7 0 14-16,-8 2-9 0,5 3-2 15,4-1 7-15,-9-2-8 16,0 0 3-16,6 1 1 16,-6-3-3-16,0 2-1 15,3-3-2-15,-8 0 0 16,0 1 1-16,0-1 0 16,0-1-1-16,0 2 0 15,0-4 2-15,0-4-4 16,0-3 2-16,-13 6 0 15,-3-6-1-15,-2-1 4 16,-3 1-3-16,-3-2 0 16,3 3-1-16,-3-16-4 0,1 3 2 15,2-1-7 1,-3-10 2-16,0 0-16 0,9 0-1 16,-4 0 7-16,3 0-19 15,6-16-10-15,-9-8-30 16,9-2-50-16,5-3-127 15</inkml:trace>
  <inkml:trace contextRef="#ctx0" brushRef="#br1" timeOffset="-212411.55">30057 18151 173 0,'0'0'129'0,"0"0"-62"16,0 0 12-16,0 0-32 15,0 0-17-15,0 0 3 16,10-29-3-16,-10 25 4 16,0 1 6-16,0-1 9 15,0 4-3-15,0-3-14 16,0 3-1-16,0 0-9 15,0 0-13-15,0 0 2 0,0 0-11 16,0 0 0 0,0-4 0-16,0 1 2 0,0 3-2 15,-5-4 5-15,0 4-5 16,-8 0 12-16,2 0-11 16,1 0-1-16,-9 0 0 15,9 0 0-15,-1 0 0 16,-2 0 0-16,8 0 4 15,-6 0-6-15,-2 0 2 16,-3 0 0-16,6 0 5 16,-3 0-2-16,2 0 3 15,1 7 4-15,-4 4-8 16,4 0 14-16,-1 1-15 16,1-2 9-16,-3 6-4 15,8-9 1-15,-1 8 1 16,1-3-6-16,0 6 0 0,-3-3 13 15,-3 6-10-15,6-3 3 16,5 11 6-16,0-10-6 16,0 11 6-16,0 4 5 15,0-1-2-15,0 0 10 16,0 0-3-16,0-7 2 16,16-2 5-16,2-7-12 15,-7-7 2-15,7-8-3 16,-2-2-8-16,8 0 10 15,-3 0-20-15,8-12 0 16,5-15-8-16,0 1-21 16,0-8-1-16,0 4-9 15,-10 0 13-15,-3-4 7 0,-10 4-13 16,2 0 25-16,-13-7-26 16,0 6-18-16,0-3 8 15,0 0-4-15,0 8-2 16,0 3-1-16,0 5 50 15,0 11 3-15,0-2 17 16,0 6-7-16,0 3 6 16,0 0-7-16,0 0 1 15,0 0 8-15,0 0-14 16,0 0 5-16,-6 0 12 16,-1 12 0-16,-4 2 0 15,11 9-6-15,-5-6 1 16,0 11 9-16,-1 2-16 0,6 0 2 15,0 6-2-15,0 1-6 16,0 3 10-16,0 4-8 16,0 1 5-16,21-5 7 15,-2 0 0-15,2-10 3 16,2-3-5-16,-7-4-12 16,-3-11 5-16,-2-1-11 15,-6-4 0-15,-5-7-3 16,0 0 0-16,0 0-23 15,0 0-44-15,0 0-52 0,0 0-41 16,0-7-188 0</inkml:trace>
  <inkml:trace contextRef="#ctx0" brushRef="#br1" timeOffset="-202394.56">28860 18078 107 0,'0'0'43'0,"0"0"-18"16,0 0 7-16,0 0 8 15,0 0-4-15,0 0 11 16,0 0 8-16,0 0-12 16,0 0-12-16,0 0-11 15,0 0-4-15,0 0-8 16,0 0 1-16,0 0 0 16,0 0-4-16,0 0 4 15,0 0 4-15,0 0 8 16,0 0 14-16,0 0-7 15,0 0 3-15,0 0-5 0,0 0-8 16,0 0-6 0,0 0-5-16,0 0-7 0,0 0 6 15,0 0-5-15,0 0-1 16,0 0 9-16,0 0-7 16,0 0 8-16,0 0-6 15,0 0 0-15,0 0 3 16,0 0-7-16,0 0 0 15,0 0 0-15,0 0 4 16,0 0 0-16,0 3-1 16,0 1-3-16,0-1 4 15,-5 1-4-15,5 1 2 16,0-1-2-16,0-1 1 16,0 4-1-16,-8 0 0 0,8-3 0 15,-5 1 4-15,0 2-4 16,5 0 0-16,0 0-3 15,-6 1 3-15,6 0 0 16,0-4-1-16,0-1 1 16,0 5 4-16,0-1-4 15,-5-6 0-15,5 6 0 16,0-3 0-16,0 3-2 16,0-3 1-16,0 3 1 15,0-1-1-15,0-4 1 16,0 5 0-16,0-5 2 15,0 4 1-15,0 1-3 16,0-1 0-16,0 4 0 0,0-3 3 16,0-1-3-16,0 1 0 15,0-1 0-15,0-2 2 16,0 3-3-16,0-6 1 16,0 4 0-16,0 2 2 15,0-1-2-15,0 5 0 16,0-11-1-16,0 6 1 15,0 0 0-15,0 1-1 16,0 3 6-16,0-3-9 16,0-5 5-16,0 6-1 15,0-1 0-15,0-4 2 16,0 0-2-16,0 4 0 16,0-6 1-16,0 8 0 15,0-2-1-15,0-4 0 0,0 6-5 16,0-7 9-16,0 3-4 15,0 2 0-15,0-4 0 16,0 4 2-16,0-1-2 16,0 1 0-16,0 0-2 15,0 0 4-15,0-1-2 16,0 4 0-16,0-6 1 16,0 2-2-16,-5-3 1 15,5 0 0-15,-8 4 0 16,8-7 1-16,0 7-1 15,-5 0 0-15,5-7 1 16,0 6-3-16,0-3 3 16,0 4-1-16,-6 0 0 0,6 0 2 15,0-1-2-15,0-3 0 16,0 4 0-16,0-3-1 16,0-1 1-16,0 3 0 15,0-6 1-15,0 7-1 16,0 0 0-16,0-1 2 15,0 4 1-15,0-3-2 16,0-7-1-16,0 3 0 16,0-3 5-16,0 0-5 15,0 0 8-15,0 0-3 16,0 0 1-16,0 0 4 16,0 4-10-16,0-4 0 0,0 0 1 15,0 0 2-15,0 0-3 16,0 0 2-1,0 0 0-15,0 0 3 0,0 0-4 16,0 0-1-16,0 0-9 16,0-18-44-16,0-8-138 15,0-10-142-15</inkml:trace>
  <inkml:trace contextRef="#ctx0" brushRef="#br1" timeOffset="-201786.62">28645 17819 188 0,'0'0'81'16,"0"0"-30"-16,0 0 16 15,0 0 6-15,0 0-27 0,0 0-12 16,0 0 18 0,10 0 13-16,-5 0-10 0,1 0 13 15,2 0-28-15,-8 0-4 16,5 0-8-16,-5 0-6 16,10 0-1-16,1-6-10 15,2 2-3-15,3 1-2 16,-6-4-5-16,9 4 0 15,-4-4-1-15,4 4-5 16,-3 0-8-16,2-6-88 16,-7 7-208-16</inkml:trace>
  <inkml:trace contextRef="#ctx0" brushRef="#br1" timeOffset="-199577.93">30520 17572 368 0,'0'0'102'0,"0"0"-20"16,0 0 67-16,0 0-53 16,0 0-66-16,0 0-5 15,0 0 1-15,0 0-8 16,0 0 1-16,0 0-13 16,0 0 5-16,0 0-1 15,0 0-1-15,0 0 1 0,0 0-9 16,0 0 8-16,8 0-7 15,18 7 16-15,8 9-11 16,6 7 1-16,7 7-5 16,-8 5 12-16,11-3-9 15,-5 6-4-15,-6-5 11 16,9 6-11-16,-9-2 3 16,1 7 0-16,-6-5-3 15,0 11-1-15,-13 10-1 16,3 7 5-16,-19 9 3 15,-5 3-3-15,0 9-4 16,-11-8 3-16,-33-4-4 16,-9 0 10-16,-2-3-10 0,2-10 1 15,3-3 3-15,-2-7-3 16,18-8-1-16,7-9 0 16,4-11-12-16,7-3-57 15,-8-9-53-15,6-3-104 16,-9-3-326-16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41:14.43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28752 4100 313 0,'0'0'130'16,"0"0"-39"-16,0 0-5 16,0 0-2-16,0 0-28 15,0 0-28-15,0 0 15 16,0 0-9-16,0 0 0 15,-5 0 17-15,5 0-15 16,-8 0 7-16,3 0-3 0,0 0-21 16,-1 0 8-16,1 0-14 15,0 0-6-15,5 0 22 16,0 0-17-16,0 0 7 16,0 0 5-16,0 0-21 15,0-4 14-15,0 4-14 16,0 0-2-16,0 0 6 15,0 0-4-15,0 0-3 16,0 0 0-16,0 0 7 16,0 0-7-16,0 0 0 15,0 0 0-15,0 0 2 16,0 7-1-16,0 13 10 16,0 10 3-16,0 0-11 0,0 5 7 15,0 7-7 1,0 5-2-16,0 2 16 0,0 0-16 15,0 4 10-15,0-5 7 16,5-2-15-16,0-3 14 16,1-3-11-16,-1-6-5 15,-5-1 19-15,5-4-20 16,3 1 6-16,-3-6-3 16,-5-4 3-16,0-8-6 15,0-1 0-15,0-4 0 16,0-7-7-16,0 3 7 15,0-3 0-15,0 0 0 0,0 0 3 16,0 0 3 0,0 0-6-16,6 0 0 0,-6 0-5 15,5 0 5-15,5 0 0 16,-2 0 0-16,-2 0-8 16,-1 0 5-16,11 0 3 15,7 0 2-15,6 0 15 16,-8 0-15-16,3 2-2 15,5 4 0-15,-8-5 5 16,3-1-6-16,-1 0 1 16,-2 4 0-16,-2-4 0 15,-9 0 0-15,6 0 0 16,-8 0-1-16,-3 0-12 16,-5 0-1-16,0 0-13 15,0 0-11-15,0 0-11 0,0 0-74 16,0 0-8-16,0 0-89 15,0 0-224-15</inkml:trace>
  <inkml:trace contextRef="#ctx0" brushRef="#br0" timeOffset="458.13">28729 4398 377 0,'0'0'151'0,"0"0"-48"16,0 0-12-16,0 0 7 16,0 0-45-16,0 0-6 15,-11 18-10-15,16-11-12 0,19-2 35 16,2 1-7 0,14-1-25-16,2-1 17 0,3-4-25 15,-1 0-4-15,1 0 4 16,-5 0-20-16,-6 0 7 15,0 0-7-15,-10 0 4 16,-9 0-8-16,-1 0 4 16,-9 0-6-16,0 0-5 15,-5 0-36-15,0 0 0 16,0 0-40-16,0 0-43 16,0 0-23-16,-5 0-188 15</inkml:trace>
  <inkml:trace contextRef="#ctx0" brushRef="#br0" timeOffset="831.66">28813 4086 61 0,'0'0'393'16,"0"0"-246"-16,0 0-32 15,0 0-14-15,0 0-40 0,0 0-11 16,-5 0-1-16,34 0-14 15,5 7 17-15,0-4-16 16,0 1 1-16,6-4 7 16,-11 0-18-16,5 3-6 15,-8-3-20-15,-2 0 1 16,-1 0-2-16,-7 0-81 16,3 0-79-16,-14 0-136 15</inkml:trace>
  <inkml:trace contextRef="#ctx0" brushRef="#br0" timeOffset="2029.99">29586 4338 382 0,'0'0'218'16,"0"0"-74"-16,0 0-24 15,0 0-33-15,0 0-12 16,0 0-29-16,11 7-27 0,-1-7-1 16,3-14-18-16,-2-9-5 15,-1-1 4-15,-4-6-33 16,-6 0-7-16,0 1-9 16,0 10-9-16,0 3 34 15,0-2-1-15,0 9 10 16,0-1 12-16,0 3-7 15,0 0 11-15,0 1 5 16,0 6-5-16,0 0 13 16,0 0-2-16,0 0 0 15,0 0 14-15,0 9-19 16,0 12-1-16,0 2 7 16,0 4-9-16,0 5 22 0,0 8-10 15,0 3 1-15,0 9 20 16,0 3-14-16,0 4 8 15,0 3 2-15,0-2-13 16,0-11 14-16,0-3-11 16,13-12-2-16,-3-4 15 15,-10-11-30-15,5-5 2 16,-5-5-7-16,0-5 7 16,0-4-14-16,0 0 7 15,0 0-18-15,0 0-17 16,0 0-25-16,0 0 3 15,0-16 17-15,0-7-82 0,-10-7-51 16,5 0-159 0</inkml:trace>
  <inkml:trace contextRef="#ctx0" brushRef="#br0" timeOffset="2913.5">29931 4269 214 0,'0'0'60'16,"0"0"43"-16,0 0-10 16,0 0-14-16,0 0-7 15,0 0-14-15,29-63-18 16,-19 52 13-16,3 5-19 16,-2 0-4-16,-1-1 16 15,9 0-26-15,-9 0 0 16,14 1 3-16,-8-1-20 15,2 4 8-15,-7-1-3 0,4 1-8 16,-2 3 26-16,-2 0-15 16,5 0 14-16,-3 0 6 15,3 10-23-15,7 3 11 16,-7 4-15-16,3-7-1 16,-9 0 5-16,1 4-7 15,2-3-1-15,-3 1 4 16,1 0-2-16,-6 2 6 15,3-4-5-15,-8 3-1 16,0-6 9-16,0 2-11 16,0 4 0-16,0-7 0 15,0 4 5-15,0 3-5 16,0-5 0-16,0 8 7 16,-18-4-1-16,7 0-4 0,-7 6 2 15,-3-1 6-15,7 3-9 16,-1 3 9-16,4 7 1 15,-7 0-2-15,2 4 27 16,-2-2-20-16,2-2 2 16,-3-4 7-16,4-2-17 15,-4-4 17-15,9-4-9 16,-1-2-14-16,-2-5 13 16,8 2-14-16,-6-8-1 15,6 1 0-15,0-4 1 16,-9 0-3-16,4 0 2 15,-6-7-30-15,3-20 11 0,8 8-53 16,5-2 6 0,0 8 49-16,0 3 17 0,0 6 18 15,23 4 11-15,-2 0-14 16,14 0 24-16,12 30-4 16,3 4 11-16,-5 3 11 15,-1-7-31-15,-4-7 1 16,-6-11-27-16,8-8 9 15,-10-4-20-15,-3 0-44 16,-11-30-90-16,-18-9-115 16,0-2-464-16</inkml:trace>
  <inkml:trace contextRef="#ctx0" brushRef="#br0" timeOffset="3383.24">30980 4373 338 0,'0'0'261'16,"0"0"-127"-16,0 0-22 15,0 0-9-15,0 0-37 16,0 0-23-16,-18 0-9 16,18 0-26-16,0-6 5 0,0-1-13 15,7 3-15-15,-1 4-11 16,-6 0-61-16,5 0-54 15,-5 0-128-15,0 0-182 16</inkml:trace>
  <inkml:trace contextRef="#ctx0" brushRef="#br0" timeOffset="3577.01">31048 4675 298 0,'0'0'304'0,"0"0"-199"16,0 0-19 0,0 0-22-16,0 0-21 0,0 0-12 15,40 6-17-15,-40-6-14 16,0 0-47-16,0 0-31 16,0 0-215-16</inkml:trace>
  <inkml:trace contextRef="#ctx0" brushRef="#br0" timeOffset="7866.02">31706 4296 422 0,'0'0'178'0,"0"0"-69"16,0 0-31-16,0 0-4 15,0 0-11-15,0 0-50 16,0 0 4-16,39-19 7 0,-23 2-5 16,8-4 9-1,-1-3-9-15,-7-5-16 0,8-1 0 16,-8-3-3-16,2 3-9 15,-7 0-10-15,-1 3-12 16,-10 8 23-16,5 5 8 16,-5 5 0-16,0 5 12 15,0 4-11-15,8 0 7 16,-8 0 6-16,0 0-12 16,0 0 10-16,0 0-2 15,0 0-5-15,0 0 13 16,0 0-10-16,0 0 6 15,0 13 1-15,0 1-14 16,0 2 10-16,5 3-5 0,-5 6-5 16,6-2 15-16,-1 10-15 15,-5 3 8-15,5 4 10 16,-5 5-7-16,0-1 7 16,5 1-3-16,3 2-10 15,-8 2 8-15,0-2-12 16,0 0-2-16,0-5 11 15,0-1-11-15,0-8 10 16,0-10-3-16,0-7-6 16,0-5 4-16,0-6-5 15,0-5 0-15,0 4-1 16,0-4 5-16,0 0-4 16,0 0 0-16,0 0-14 0,0 0-38 15,0 0-47 1,0 0-34-16,-8-6-86 0,-13-15-345 15</inkml:trace>
  <inkml:trace contextRef="#ctx0" brushRef="#br0" timeOffset="9530.39">31745 5438 376 0,'0'0'115'0,"0"0"-34"15,0 0 6-15,0 0-29 16,0 0-23-16,0 0-35 16,98-55 9-16,-88 42-1 15,6-3-6-15,-3 2 6 16,3-2-8-16,-11-1 6 15,0 1-12-15,3 2 5 0,-8 5-5 16,0 2 2-16,0 0 8 16,0 3-4-16,5 1 3 15,1 3-2-15,-1-3 16 16,-5 0-12-16,5 0 5 16,0-1 4-16,-5-3-10 15,8 7 7-15,-8 0-4 16,0-3-6-16,0 3 13 15,0 0-12-15,0 0 8 16,0 0 1-16,0 0-9 16,0 0 11-16,0 0-8 15,0 0-4-15,0 0 21 16,0 3-21-16,0 11 3 16,0 2 3-16,0 1-5 0,-8 6 6 15,3 7 1 1,-5 6-3-16,4 8 17 0,1 9-11 15,-3 8 9-15,8 7 15 16,0 3-3-16,0 3 3 16,-5-8-5-16,5-17-16 15,0-5 8-15,0-14-18 16,0-14 4-16,0-6-1 16,0-6-5-16,-5-4 0 15,5 0-3-15,-11 0-6 16,6 0 1-16,5 0-28 15,-13 0-6-15,13 0 8 0,0-17-46 16,-5-10-78-16,5 4-143 16,-6 0-278-16</inkml:trace>
  <inkml:trace contextRef="#ctx0" brushRef="#br0" timeOffset="10131.54">32137 5913 187 0,'0'0'210'0,"0"0"-141"15,0 0 19-15,0 0 21 16,0 0-28-16,0 0-34 15,0-14-3-15,0 14-7 16,0 0 2-16,0 0 8 16,0 10-21-16,0 20-4 15,0 4 18-15,0 5-12 0,0 1-3 16,0-6-13 0,0-5-10-16,0-12 2 0,0-10-4 15,0-7-4 1,0 0 3-16,0 0-68 0,0-24-73 15,0-16-63-15,0-3-460 16</inkml:trace>
  <inkml:trace contextRef="#ctx0" brushRef="#br0" timeOffset="10961.56">32703 5443 148 0,'0'0'201'16,"0"0"-126"-16,0 0-7 16,0 0 14-16,0 0-32 15,0 0-5-15,0-33 7 16,0 27-25-16,5-5 10 16,13-2-18-16,6 3-3 15,-14 3 2-15,6-2-8 0,3 2-2 16,-4 0-7-16,4 0 4 15,-3 1-7-15,7 0 2 16,-7-5-4-16,8 4 2 16,-9 5-4-16,-1-2 6 15,-4 4 0-15,-10 0 0 16,11 0 9-16,-6 0-7 16,3 0-1-16,-3 0 10 15,-5 6-11-15,0 1 4 16,5 7 2-16,-5-5-6 15,0 9 15-15,0 1-4 16,0 1-7-16,0 3 14 0,0 7-11 16,0-4 4-16,-5 4 0 15,-13 0-11-15,7-7 11 16,-5 6-8-16,-2-6 0 16,2 3 8-16,-8-2-10 15,9-1 2-15,-9 7 3 16,-5-1-4-16,5 1 20 15,-7-3-8-15,2-3 0 16,0-8 11-16,5-3-13 16,3-6 0-16,-2-7-8 15,-1 0-2-15,3 0-4 16,10-7-31-16,-2-20-27 16,13-2 13-16,0 2 24 0,0 7 17 15,0 4 3 1,29 9 3-16,5 7 24 0,6 0 1 15,5 0 16-15,2 16 29 16,3 5-36-16,-5-1 0 16,-1-7-2-16,4-7-28 15,-14-6-4-15,-8 0-11 16,-8 0-98-16,-12-23-76 16,-6 7-396-16</inkml:trace>
  <inkml:trace contextRef="#ctx0" brushRef="#br0" timeOffset="11993.83">31779 6757 120 0,'0'0'336'16,"0"0"-203"-16,0 0-13 16,0 0-25-16,0 0-16 15,0 0-43-15,29 0-12 16,-18-10 2-16,-1 1-9 16,-4-5 4-16,2-2-21 15,-8 2-4-15,0-2-9 16,0 2-27-16,0 1 22 15,0 3 4-15,5 3-1 0,-5 4 15 16,0 0 4 0,0 0-3-16,0 3 8 0,0 0-9 15,0 0 0-15,0 0-1 16,0 0 2-16,0 12-1 16,0 11 7-16,0 11-4 15,0 10 20-15,-5 14-3 16,-9 16 18-16,-1 14 13 15,-4 1-1-15,9 1 17 16,4-14 0-16,6-12-22 16,0-18 2-16,0-13-32 15,0-10-7-15,0-13-6 16,0-5 4-16,0-5-12 0,0 0 6 16,-5 0-64-1,5 0-50-15,-5-25-47 0,-3 5-25 16,8 4-230-16</inkml:trace>
  <inkml:trace contextRef="#ctx0" brushRef="#br0" timeOffset="12472.02">32245 7259 350 0,'0'0'177'15,"0"0"-62"-15,0 0-9 0,0 0-30 16,0 0-34 0,0 0-8-16,-13 57-1 0,-3-24 27 15,-8 4 14 1,3 7-11-16,-8-2 4 0,6-1-5 15,2-9-27-15,-3-9-1 16,13-5-30-16,6-6-4 16,5-5 1-16,0-2 1 15,0-5-4-15,0 0-3 16,-8 0-40-16,8 0-27 16,0-7-33-16,0-23-30 15,0-6-31-15,0-4-476 16</inkml:trace>
  <inkml:trace contextRef="#ctx0" brushRef="#br0" timeOffset="13494.76">32697 6664 160 0,'0'0'152'0,"0"0"-51"16,0 0-42-16,0 0 38 16,0 0-22-16,0 0-19 15,0-13-2-15,0 13-13 16,0 0-6-16,0 0 15 16,0 0-20-16,0 0-1 0,0 0-5 15,0 0-12-15,0 0 10 16,0 3-6-16,0 27 21 15,0 6 26-15,0 16-8 16,0 1 25-16,0 0-18 16,0-10-28-16,6-11 3 15,7-9-17-15,-8-12-16 16,5-7-4-16,-4-4 0 16,12 0-5-16,-2-4-29 15,2-19-22-15,3 0-14 16,3 5-2-16,-8 10 39 15,2 1 27-15,3 7-3 0,-2 0 9 16,-4 0 16-16,9 3 2 16,-13 14 15-16,7-4-1 15,-2 4-9-15,-3 1 7 16,3 4-19-16,-11-3 2 16,0 4 0-16,1 4-11 15,-6-3 15-15,0-1-10 16,0 3-7-16,0 1 9 15,0-4-4-15,-11 0 1 16,-23-3 3-16,5-3-6 16,-11-4 1-16,6-3-4 15,8-3 0-15,-3-1-6 0,5-3-2 16,9 1 1-16,-9-4-11 16,3 0-25-16,-3 0-17 15,1 0-53-15,12-16-39 16,6-14-49-16,5 0-145 15</inkml:trace>
  <inkml:trace contextRef="#ctx0" brushRef="#br0" timeOffset="13843.72">32668 6714 429 0,'0'0'188'0,"0"0"-51"16,0 0-37-16,0 0-9 16,0 0-31-16,0 0-8 15,269 0-40-15,-214-1-8 16,-3-8-4-16,-12 2-13 16,-11 4-38-16,-19-1-67 0,-10 4-115 15,0 0-328 1</inkml:trace>
  <inkml:trace contextRef="#ctx0" brushRef="#br0" timeOffset="15013.19">31761 8232 448 0,'0'0'229'0,"0"0"-139"16,0 0-56-16,0 0-22 15,0 0-12-15,0 0-53 0,68-126-61 16,-49 97 12 0,-14 5 44-16,-5 6 37 0,0 6 21 15,0 6 55-15,0 1 24 16,0 5-15-16,0 0-27 16,0 0-15-16,0 0-22 15,0 0 5-15,0 0 2 16,0 6-3-16,0 11 10 15,0 6-5-15,0 8 17 16,0 4 8-16,0 15 0 16,0 10 18-16,0 8 3 15,0 4-4-15,0-5 14 16,0-4-12-16,0-13-3 16,0-11-5-16,0-12-32 0,11-7 3 15,-6-14-16-15,-5-2 1 16,0-4-3-16,0 0-21 15,0 0-102-15,0-16-46 16,0-8-203-16</inkml:trace>
  <inkml:trace contextRef="#ctx0" brushRef="#br0" timeOffset="15472.19">32334 8527 420 0,'0'0'135'16,"0"0"-33"-16,0 0-9 0,0 0-17 15,0 0-18 1,0 0-21-16,0 96 6 0,0-59 15 15,-5 2-10-15,-5 3 3 16,-4-7-6-16,4-4-19 16,5-12-5-16,-1-4-21 15,6-9-6-15,0-6 2 16,0 0-34-16,0 0-31 16,0 0-17-16,0-16-18 15,0-10-50-15,0-3-298 16</inkml:trace>
  <inkml:trace contextRef="#ctx0" brushRef="#br0" timeOffset="16228.02">32931 8190 337 0,'0'0'159'0,"0"0"-44"15,0 0 7-15,0 0-42 16,0 0-22-16,0 0-14 16,0-5 1-16,0 5 13 15,0 0-17-15,0 10-11 16,0 15 0-16,0 7-10 16,0 7 21-16,0 1-13 15,0 7 4-15,-13 0 14 16,13-1-4-16,0-3 7 15,0-10-2-15,0-10-20 16,0-6-3-16,24-11-22 0,5-6-1 16,-3 0 4-16,3-3-5 15,10-26-7-15,-4-8-18 16,-6 0-29-16,-14 1 5 16,-15 3-12-16,0 0 0 15,0-1 34-15,0-2 21 16,-39-1 6-16,-11 1 5 15,-8-2-4-15,-2 6 15 16,-4 2 0-16,7 0 3 16,-4 0 3-16,14 2-8 15,7-2 0-15,19 7-5 16,3-7-8-16,13 7-2 16,5 0-14-16,0 3-10 0,18 0 2 15,32 4-6-15,0 5 7 16,8 5 1-16,0 6-1 15,-8 0 19-15,0 0-3 16,-11 13 6-16,-10 14 9 16,-11 3-5-16,-7 3 9 15,-6 0 8-15,0 2-13 16,-5-11 5-16,0 5-13 16,0-6-12-16,0-3-19 15,0-2-116-15,-5-2-219 16</inkml:trace>
  <inkml:trace contextRef="#ctx0" brushRef="#br0" timeOffset="17843.59">31790 9536 159 0,'0'0'255'16,"0"0"-155"-16,0 0 4 15,0 0-25-15,0 0-22 16,0 0-5-16,0 0-12 16,0 0 6-16,0 0-2 15,0-10-21-15,0 0 2 16,0 0-25-16,0-3 2 15,0-2-4-15,0 1-16 16,13 7 8-16,-2-4-9 0,4 4 19 16,-1 1-15-16,-4 3 21 15,1 0-6-15,2-1 0 16,3 4 2-16,-6 0-2 16,8 0 3-16,-2 0 1 15,-3 0 6-15,-2 0-8 16,-6 0 3-16,-5 0 12 15,5 0-10-15,-5 16 19 16,0 4 0-16,0 7-9 16,0 3 16-16,0 3-17 15,0 7 3-15,0 0 8 16,0 9-2-16,0-2 7 16,-21 3 4-16,3-7-16 0,-11-3 17 15,3-4-19 1,-3-6-2-16,-5 0 1 0,-1-4-14 15,6-3 5-15,-10-6-8 16,0-4 5-16,-1-6-10 16,6-2 5-16,-5-5-11 15,4 0 1-15,6-7-26 16,8-16-3-16,21-1-10 16,0 6 2-16,0 6 42 15,0 5 1-15,27 3 2 16,7 4 2-16,5 0 13 15,14 0 19-15,-8 14 5 0,-6 7-10 16,-5-4 9 0,-5-2-22-16,-8-5-7 0,-8-5-5 15,-7-4-2-15,-1-1-1 16,-5 0-69-16,0 0-83 16,0-6-107-16,0-6-433 15</inkml:trace>
  <inkml:trace contextRef="#ctx0" brushRef="#br0" timeOffset="18231.59">32387 10033 384 0,'0'0'132'0,"0"0"2"15,0 0-17-15,0 0-15 16,0 0-18-16,-103 178-5 0,80-138-16 16,7-4-32-16,-8-6-8 15,14-10-16-15,-3-3-3 16,7-11-8-16,6-2-2 16,-5-4-26-16,5 0-36 15,0 0-75-15,0-13-46 16,0-17-125-16</inkml:trace>
  <inkml:trace contextRef="#ctx0" brushRef="#br0" timeOffset="18979.86">32816 9692 233 0,'0'0'98'0,"0"0"-40"16,0 0 1-16,0 0-15 16,0 0-4-16,0 0-3 15,52-76 23-15,-23 59-14 16,-3 0-22-16,9 1 1 16,-1 2-24-16,-5 4 10 15,-6-1 0-15,-2 2 5 16,3 6 1-16,-8-4-8 15,2 1 2-15,-7 1 13 16,-6 5-17-16,8 0 7 16,-8 0 3-16,1 0 0 15,-1 0 10-15,0 0-13 16,1 0-2-16,1 11 19 16,-1 13-2-16,-6 1 0 0,0 0-5 15,0 1-7-15,0 8 8 16,0-2-8-16,0 12 4 15,0 2 14-15,-19 4 3 16,-2-3 2-16,-8 1-6 16,0-11-10-16,6-2 7 15,-4-5-18-15,4-12-10 16,-6 1 1-16,0-15-4 16,-3-4 0-16,-10 0-15 15,16 0-31-15,-3-9-4 16,11-12-31-16,18 3 28 15,0 7 32-15,0 5 21 16,7 6 17-16,33 0-3 0,10 0 12 16,13 19 42-1,-2 3-7-15,-4-7-27 0,1-6 1 16,-18-9-29-16,-6 0-1 16,-8 0-5-16,-18-11-50 15,-3-19-99-15,-5 0-93 16,0 9-370-16</inkml:trace>
  <inkml:trace contextRef="#ctx0" brushRef="#br0" timeOffset="21763.99">31682 10830 34 0,'0'0'54'16,"0"0"1"-16,0 0 10 16,0 0-9-16,0 0-9 15,0 0-8-15,0 0 3 0,0-4-1 16,0 4-11 0,0 0 14-16,0 0 4 0,0 0-7 15,0 0 9-15,0 0-4 16,0 0-2-16,0 0 1 15,0 0-16-15,-5 0 4 16,5 0-12-16,-5 0-8 16,5 0 12-16,-6 0-14 15,6 0 6-15,0 0 9 16,-5 0-15-16,-3 0 8 16,8 0-1-16,-5 0-10 15,5-3-1-15,-5 3-7 16,5-7 0-16,0 1-4 15,0-1 2-15,0 0 2 16,0 1 0-16,0-4-8 0,0 0-5 16,0 1 4-16,0 0-21 15,18 2 13-15,-7 0-16 16,-1 3 22-16,-5 1 10 16,14 3 1-16,-14 0 14 15,0 0-13-15,14 0-1 16,-14 0 10-16,5 0-6 15,1 0 14-15,-3 0-5 16,-3 0-1-16,6 6 5 16,7 7-15-16,-7 4 1 15,-1-4 13-15,-5 0-16 16,1-1 12-16,2 6-1 0,-3-1-7 16,-5 6 21-16,5-3-10 15,-5 6-7-15,0 1 11 16,0 3-15-16,0-4 8 15,0 1-4-15,0-1-7 16,0-6 13-16,-18 7-14 16,2-4 5-16,0 1 11 15,3 2-15-15,-3 3 12 16,-2-6 0-16,-3 1-9 16,-8 6 19-16,5-7-17 15,-5 4 3-15,-2-4 14 16,-4-2-19-16,1 0 8 15,0-5-9-15,5-5-1 0,5-6 4 16,-2-5-6 0,8 0 0-16,7 0-5 0,-7 0-1 15,2-26-6-15,11-7-29 16,0-12-21-16,5 13 12 16,0 2 2-16,0 7 15 15,21 5 18-15,7 8 9 16,1 10 6-16,0 0 13 15,16 0 12-15,-5 10 21 16,-1 20-5-16,-5 6-5 16,0 1 33-16,-5 5-26 15,-8-9 2-15,3-4-10 0,-8-5-21 16,2-11 2-16,-13-2-16 16,1-9-1-16,-6 2-3 15,0-4-14-15,0 0-28 16,0 0-39-16,0 0-55 15,0 0 3-15,10 0-72 16,3 0-141-16</inkml:trace>
  <inkml:trace contextRef="#ctx0" brushRef="#br0" timeOffset="22021.29">31985 11374 371 0,'0'0'153'0,"0"0"5"16,0 0-14-16,0 0-44 15,5 210-14-15,-5-166-41 16,0-5-34-16,0-15-11 15,0-14 0-15,0-10-47 16,0 0-130-16,0-34-238 16</inkml:trace>
  <inkml:trace contextRef="#ctx0" brushRef="#br0" timeOffset="22761.02">32392 10933 538 0,'0'0'180'16,"0"0"-102"-16,0 0-1 0,0 0-9 15,0 0-8-15,0 0-23 16,50 6-1-16,-16-6-20 16,1 0-10-16,4 0-1 15,-5 0-2-15,0 0-6 16,-5-10 1-16,0-3-36 15,-2 3 8-15,-4 3 2 16,-7 7 16-16,8 0 12 16,-9 0 0-16,4 0 23 15,-3 0-4-15,-3 0-10 0,-8 0 11 16,0 0-17-16,-5 0 1 16,0 0-2-16,0 0 1 15,0 0 8-15,0 0-9 16,0 0 0-16,0 0 4 15,0 0-6-15,0 0-1 16,0 0-3-16,0 0 2 16,0 0 2-16,0 4 0 15,0 2 0-15,0 5 9 16,0 2-8-16,0 6 2 16,0 5 13-16,0 12-5 15,0 4 21-15,0 10-3 16,0 13 18-16,0 7 15 15,0 14-20-15,0-6 2 16,0 0-1-16,0-11-15 0,0-14 3 16,6-17-22-16,-1-9-8 15,3-18 1-15,-3-9-2 16,-5 0 0-16,0 0 0 16,0 0-17-16,0 0-27 15,0-16-25-15,0-10-31 16,0-1-26-16,0-3-65 15,-5 4-36-15,-8 3-170 16</inkml:trace>
  <inkml:trace contextRef="#ctx0" brushRef="#br0" timeOffset="22955.28">32663 11259 499 0,'0'0'273'0,"0"0"-153"16,0 0 5-16,0 0-52 16,0 0-46-16,0 0 0 15,289-18-27-15,-244 8 0 16,-21-3-10-16,-8 3-60 16,-16 0-79-16,0 6-183 15</inkml:trace>
  <inkml:trace contextRef="#ctx0" brushRef="#br0" timeOffset="24844.02">31614 12323 233 0,'0'0'103'0,"0"0"-35"16,0 0 0-16,0 0 9 15,0 0 1-15,0 0-5 16,0 0-5-16,0 0 3 15,0 0-26-15,0 0-4 16,0 0 1-16,0 0-17 16,0 0 7-16,0 0-5 15,0 0-13-15,0 0 1 16,8 0-14-16,18 0 18 16,8 0-17-16,6 0 0 15,-1 0-4-15,-5 0 2 16,0 0-13-16,-5 0 7 15,-5-4-13-15,-8 1 16 16,-6 3-1-16,-2 0 7 0,-3 0-3 16,1 0 0-16,-6 0 2 15,0 0-6-15,0 0 4 16,0 0-1-16,5 0-2 16,-5 0 0-16,5 0 2 15,-5 0 1-15,0 0-4 16,0 0 0-16,0 0 0 15,0 0 4-15,0 0-4 16,0 0 7-16,0 0-3 16,0 0 0-16,0 0-3 0,0 0-4 15,0 0-5 1,0 7 4-16,-5 9 7 0,-19 5 2 16,9 2 7-16,-9 3-3 15,8 4-4-15,-13 0 9 16,0 0-10-16,3-1-1 15,-3-1 1-15,5-3-2 16,3-13 1-16,8 0-2 16,8-8 3-16,-6 3 0 15,6-7-4-15,5 0 2 16,0 0-8-16,0 0-31 16,0 0 1-16,0-11 25 15,11-1-20-15,4 1-2 16,4 3 3-16,-3-1 16 15,2 2 17-15,-2 1-10 0,2-1 11 16,-7 6 3 0,-1-4-2-16,3 1 14 0,-2 4 0 15,-1 0 2-15,4 0 11 16,-4 0-13-16,1 0 1 16,-6 0 1-16,13 0-3 15,-2 4 16-15,-3 13-8 16,-2 2-7-16,-1 6 17 15,-5 5-9-15,3 0 3 16,-2 0 2-16,-1-1-8 16,-5-5 7-16,0-1-10 15,0 0-1-15,0 0 10 0,0-3-13 16,-5 3 1 0,-30-2-7-16,1-2-5 0,-10-2 8 15,4 0-10-15,6-8 0 16,-19-6-1-16,9-3 1 15,-1 0-5-15,11 0-3 16,10 0-16-16,8 0 14 16,3 0-5-16,8 0 2 15,5 0 4-15,0-6-35 16,0-4-6-16,0-3-43 16,0-7-51-16,13 4-294 15</inkml:trace>
  <inkml:trace contextRef="#ctx0" brushRef="#br0" timeOffset="25214.19">32250 12925 377 0,'0'0'75'0,"0"0"4"0,0 0 18 16,0 0-17-16,0 0 15 15,0 0-14-15,-29 153 14 16,19-111-22-16,-3-7-25 16,7-5-2-16,6-11-31 15,0-6-9-15,0-4-6 16,0-9-16-16,0 0-31 16,0 0-70-16,0-29-16 15,0-11-139-15</inkml:trace>
  <inkml:trace contextRef="#ctx0" brushRef="#br0" timeOffset="26328.42">32653 12438 163 0,'0'0'92'16,"0"0"23"-16,0 0-50 16,0 0 0-16,0 0-20 15,0 0 3-15,-6-16 15 16,1 16-7-16,5-3 9 15,-8 3 0-15,8 0-14 16,0 0 10-16,0 0-28 0,0-3-7 16,0 0 0-16,24-1-9 15,10 4-4-15,5-1-11 16,-4 1 1-16,-1 0-2 16,5 0-1-16,-10 0 0 15,-8 0-1-15,-2 0 5 16,-4 0-4-16,-1 0 0 15,-4 0 2-15,-10 0-9 16,5 0 4-16,-5 0-15 16,0 0 6-16,0 0-3 15,0 0 14-15,0 0 1 16,0 0 0-16,0 0 4 0,0 0-4 16,0 0 0-16,0 0 0 15,0 0-3-15,0 0 3 16,0 0-3-16,0 0 3 15,-5 0-1-15,0 0 2 16,-14 1-1-16,4 16 2 16,4 3 4-16,-13 3-6 15,9 6 0-15,-9 0 1 16,0 2-1-16,-5 4 0 16,3-5 0-16,-3-5-1 15,6-7 1-15,7-6-2 16,5 0-6-16,-2-6-23 15,8-3 25-15,0-1-9 0,5-2 0 16,0 0 11 0,0 0-19-16,0 0 14 0,0 0-2 15,0 0-17-15,0-2 5 16,10-5-41-16,8 5 3 16,-7 2 8-16,0-3 53 15,7 3 8-15,-8 0 15 16,9 0-2-16,2 0 15 15,3 0-14-15,-3 0 1 16,2 0 7-16,-4 5-9 16,-9 4 7-16,1 3-7 15,-1 4-4-15,-2 1 18 16,-3 0-15-16,-5 2 10 0,0-5 2 16,0 2-20-16,0 1 2 15,0 0 4-15,0-1-11 16,-13-2 15-16,-13 2-22 15,-14-6 1-15,6 3-2 16,0-6 2-16,-5 0-3 16,15-7 0-16,-5 0-19 15,13 0-1-15,-2 0-65 16,2 0-26-16,3-14-99 16,-3-6-335-16</inkml:trace>
  <inkml:trace contextRef="#ctx0" brushRef="#br0" timeOffset="27777.3">31530 13457 245 0,'0'0'138'0,"0"0"-68"16,0 0-3-16,0 0 8 15,0 0-22-15,0 0 6 16,0 0 7-16,0 0-13 0,0 0-6 16,0 0 5-16,5 0-18 15,13 0 8-15,3 0-12 16,8 0-18-16,0 0-9 16,11 0-3-16,-6 0 0 15,5-3 0-15,-5-3-11 16,1-1 0-16,-1 4 1 15,-13-1 6-15,3 4 1 16,-9 0 3-16,-2 0 0 16,-2 0-4-16,-6 0 6 15,-5 0-4-15,0 0 2 16,0 0-14-16,0 0 14 0,0 0-5 16,0 0-10-16,0 0 15 15,0 0 0-15,-5 0 16 16,-11 0-14-16,-2 7 2 15,-3 3-2-15,2 3-2 16,4 4 0-16,1 3 1 16,-1 3 2-16,-9 4-2 15,3-1 2-15,-3 1 1 16,-5-1-4-16,8-3 0 16,-2-6 0-16,4-5-2 15,3-7 2-15,6-5 0 16,-3 0-7-16,2 0 2 15,11 0-5-15,0 0-24 0,0-4 2 16,0-9 23-16,0 0-32 16,5-3-8-16,19 5-10 15,-8 1-32-15,8 4 50 16,5 3 12-16,-1 3 29 16,-1 0 14-16,-4 0 8 15,1 0 19-15,-3 9 10 16,3 14 6-16,-8 1-2 15,2 3-27-15,-13 2-10 16,-5-2 22-16,0 6-8 16,0-2 1-16,-5-1-3 15,-29-5-20-15,0-2 7 0,-11 0-11 16,-2-4-1-16,-3-10-3 16,0 0-2-16,-8-4-1 15,8-5-28-15,10 0-30 16,6 0 15-16,16 0-36 15,12 0 7-15,6 0-19 16,0-14-94-16,0-2-235 16</inkml:trace>
  <inkml:trace contextRef="#ctx0" brushRef="#br0" timeOffset="28153.83">32216 13860 413 0,'0'0'80'0,"0"0"-7"16,0 0-7-16,0 0 16 15,0 0-7-15,0 0-14 0,-11 110 8 16,-7-73-9-16,2-4 2 16,11-6-21-16,-8-11-26 15,8-2 4-15,-1-8-19 16,1-3 0-16,5-3-5 15,0 0-46-15,0 0-78 16,0-27-16-16,0-5-117 16,0-1-214-16</inkml:trace>
  <inkml:trace contextRef="#ctx0" brushRef="#br0" timeOffset="29027.4">32795 13434 244 0,'0'0'121'0,"0"0"-33"16,0 0 15-16,0 0-18 16,0 0-19-16,0 0-6 15,-6-3-9-15,-2 3 4 16,3 0-18-16,-5 0 0 15,-1 0 6-15,6 0-18 16,-3 0 5-16,8 0-11 16,0 0-17-16,-11 0 14 15,1 0-15-15,-8 0 2 16,2 0 8-16,-3 10-4 16,4 3 12-16,-4 1-3 15,3 5-8-15,-2 1 13 16,7-3-21-16,1 6 9 15,-1 0 4-15,11 0-12 16,-13 1 13-16,13 2-5 0,-5 1-8 16,0-3 18-16,5-1-17 15,0 3 7-15,0-3 14 16,0 6-7-16,0 1 12 16,0 0 0-16,0 1-11 15,0-2 19-15,23-1-25 16,4-4 7-16,2-7 1 15,5-7-16-15,0-8 4 16,0-2-7-16,0 0 2 16,1 0-4-16,-14-2-7 15,13-19-17-15,-11-2 2 16,1 0-21-16,-3 0 16 0,-2 5 3 16,-9 1 11-16,-10 3 8 15,0-2 4-15,0 3 3 16,0 5 7-16,0-3-4 15,0 0-3-15,-10-2 0 16,-4 2-7-16,4-2-1 16,-1 4 1-16,-2 2-6 15,8 7 11-15,0 0-1 16,-1 0 3-16,1 0 0 16,-5 0 0-16,-14 10 5 15,6 14-5-15,-9 8 0 16,4 14 6-16,-1-9-4 15,3 5 1-15,-3-9-3 0,14-9-85 16,-1-12-75 0,-2-8-258-16</inkml:trace>
  <inkml:trace contextRef="#ctx0" brushRef="#br0" timeOffset="30870.08">31574 14514 141 0,'0'0'285'0,"0"0"-206"16,0 0-9-16,0 0-6 16,0 0-6-16,0 0-25 15,29 0-5-15,-24 0 24 16,-5 0-12-16,0 0 4 15,0 0 1-15,0 0-18 16,0 5 8-16,0 14-10 16,0 8 4-16,0 10 4 15,0 4-14-15,0 1 0 0,-15 1-1 16,2-6-10 0,7-11 12-16,-4-6-10 0,10-10-3 15,0 1 1-15,0-8-8 16,0-3 0-16,16 0-3 15,12 0 7-15,7 0-8 16,-6 0-1-16,0 0-16 16,5 0 18-16,-13 0-20 15,2 0-10-15,1 0 7 16,-8 0-18-16,8 0 13 16,-14-7-5-16,-5 4-6 15,1-1 14-15,-6 4-31 16,0 0-42-16,0 0-61 0,0 0-60 15</inkml:trace>
  <inkml:trace contextRef="#ctx0" brushRef="#br0" timeOffset="31410.39">31843 14533 250 0,'0'0'99'0,"0"0"-25"16,0 0-3-16,0 0-25 16,0 0-19-16,0 0 14 15,15 0 13-15,-15 0 3 16,0 0-7-16,6 0 0 16,-1 11 0-16,3 5-18 15,-8-2 6-15,5 7-3 16,-5 6-12-16,5 3 8 15,-5 7-13-15,0 2 0 0,0 15 17 16,0-1-18 0,0 9 5-16,0 9 20 0,0-6-18 15,0 1 5-15,0-17-14 16,0-12-11-16,0-17 12 16,0-10-16-16,0-8 0 15,0-2 0-15,0 0-1 16,0 0-6-16,0 0-39 15,0 0-7-15,0 0 12 16,0-16-28-16,0-7-46 16,0-3-104-16,0 3-251 15</inkml:trace>
  <inkml:trace contextRef="#ctx0" brushRef="#br0" timeOffset="31814.61">32255 15054 378 0,'0'0'92'0,"0"0"-15"0,0 0 11 15,0 0 14-15,0 0-14 16,0 0-33-16,58 0 8 16,-47 21 20-16,-6 9-41 15,-5 1 13-15,0 8-18 16,0-2-19-16,0-5 8 15,-10 5-25-15,-14-11-1 16,-5-6 0-16,8-6-5 16,3-14-20-16,2 0-45 0,-3 0-50 15,14-34-14 1,5-5-129-16,0-5-313 0</inkml:trace>
  <inkml:trace contextRef="#ctx0" brushRef="#br0" timeOffset="32577.12">32482 14765 513 0,'0'0'190'16,"0"0"-95"-16,0 0-3 16,0 0-28-16,0 0-35 15,0 0-10-15,131 0-5 16,-97-7-14-16,0-13-6 15,-7 4-11-15,2 2-8 16,-11 2 8-16,3 1 4 16,-8 4-5-16,-2 7 14 15,-6-3 4-15,-5 3 0 0,5 0 2 16,-5 0-1 0,0-2 9-16,0 2 1 0,0 0-6 15,0 0 10-15,0 0-8 16,0 0 0-16,0 0 6 15,0 0-8-15,0 0-3 16,0 0 9-16,0 0-9 16,0 0 5-16,0 0-2 15,0 0-2-15,0 5 5 16,0 6-7-16,0-1 7 16,-5-1-6-16,0 2-1 15,-6 1 4-15,3 6-5 16,3 1 0-16,0 4 9 15,5 4-7-15,-5 6 11 16,5 10 0-16,0 10-1 0,0 10 25 16,0 8-18-16,0-4 13 15,0-3 10-15,0-15-24 16,0-15 7-16,0-11-4 16,10-14-17-16,-10-6 6 15,0-3-10-15,0 0 0 16,0 0-1-16,0 0-23 15,0 0-4-15,0 0 10 16,0 0-23-16,0 0 30 16,-5 0-38-16,0-9-14 15,5 2-14-15,-6-3-36 16,1-3-22-16,5-4-71 0,-5-3-141 16</inkml:trace>
  <inkml:trace contextRef="#ctx0" brushRef="#br0" timeOffset="32804.17">32676 15040 641 0,'0'0'169'0,"0"0"-76"15,0 0 6-15,0 0-67 0,0 0-11 16,0 0-21-16,226-72-14 16,-197 60-40-16,-8-3-62 15,-10 12-140-15,-11 3-271 16</inkml:trace>
  <inkml:trace contextRef="#ctx0" brushRef="#br0" timeOffset="34543.72">31835 15722 36 0,'0'0'75'0,"0"0"-18"16,0 0 0-16,0 0-57 16,0 0 0-16,0 0 0 15,-11-30 11-15,6 29-5 16,0 1 28-16,5-6-4 15,0 3-13-15,-6 0-9 16,6 0-6-16,-5 1-3 16,5-3 1-16,0 4 0 15,-13 1 4-15,13-6-3 16,-11 5 13-16,11-4 3 0,-10 5-9 16,2-4-2-16,3 4-4 15,-1 0 14-15,6-2 4 16,-5-2-18-16,5 2 5 15,0-3 12-15,-5-2 1 16,5 6 39-16,0-4 7 16,0 2-13-16,0 3 7 15,0-3-11-15,0-1 4 16,0 1 1-16,0-2-19 16,0-1 14-16,0 6-12 15,0-3-1-15,0 3 6 16,0 0-23-16,0 0 4 15,0 0 6-15,0 17-9 0,0 19 43 16,0 11 7-16,0 5-32 16,0-6 10-16,0-9-29 15,0-14-3-15,0-13-11 16,0-8-1-16,0-2-8 16,0 0-2-16,10-12-34 15,25-11 17-15,-1 1-21 16,0 14 19-16,-5 4 9 15,-3 4-14-15,8 0 30 16,-10 12-2-16,-5 16 5 16,-9 1 26-16,-10 1-6 15,0-3 4-15,0-1 4 0,0 1-23 16,-10-3 6-16,-33-1-12 16,-1 0 3-16,-6-3-9 15,-3-1 4-15,3-1-11 16,6-6 1-16,15-5-12 15,5-3 1-15,8-4-35 16,6 0-23-16,2-4 12 16,8-22-56-16,0-8-32 15,0 1-148-15</inkml:trace>
  <inkml:trace contextRef="#ctx0" brushRef="#br0" timeOffset="34805.76">31627 15631 488 0,'0'0'172'0,"0"0"-64"16,0 0-16-16,0 0-4 15,0 0-38-15,0 0-38 16,310-61 3-16,-257 54-15 16,-19 0-3-16,-13 7-22 15,-3 0-71-15,-7 0-37 16,-6 0-154-16</inkml:trace>
  <inkml:trace contextRef="#ctx0" brushRef="#br0" timeOffset="35243.87">32545 15982 219 0,'0'0'133'0,"0"0"-58"16,0 0 23-16,0 0 0 15,0 0-25-15,0 0-13 16,-58 71-10-16,47-52 4 15,-4 8 3-15,1 3-7 16,-1 7 0-16,-4 2-5 16,9-6-25-16,-6 1-2 15,8-15-3-15,3-6-10 0,5-4 9 16,0-9-14 0,0 0-1-16,0 0 0 0,0-15-37 15,0-11 6-15,0-4-66 16,0-7-49-16,0 3-167 15</inkml:trace>
  <inkml:trace contextRef="#ctx0" brushRef="#br0" timeOffset="35944.03">33123 15523 313 0,'0'0'89'0,"0"0"12"15,0 0-14-15,0 0-8 16,0 0-14-16,0 0-21 16,0 0 6-16,0 0-6 15,-10 0-14-15,2 0 3 16,-8 0-23-16,-2 0-5 15,2 0 15-15,-2 7-1 16,2 11 6-16,-8-6-1 16,3 7-9-16,-3 1 10 15,3 7-12-15,-2-1-2 16,4 4 10-16,3 3-9 16,1 4 11-16,2 8 7 15,7 0-3-15,1 9 22 16,5 2-12-16,0 4-1 15,0-10 4-15,0-10-8 0,29-10-9 16,5-17-9 0,6-3-13-16,4-10 7 0,6 0-7 15,-2-19-2-15,-4-25-13 16,-15 1-32-16,-13-1-5 16,-16 5-12-16,0 9-3 15,0 7 21-15,0 3 25 16,-24 10 20-16,-2 3 4 15,-3 7 26-15,5 0 14 16,3 0-12-16,-8 0-8 16,1 2-7-16,-1 16-17 15,8-4-3-15,-3 2-32 0,8-6-121 16,-8 1-240 0</inkml:trace>
  <inkml:trace contextRef="#ctx0" brushRef="#br0" timeOffset="37159.35">31869 16464 78 0,'0'0'335'16,"0"0"-245"-16,0 0-17 16,0 0-10-16,0 0-9 15,0 0-26-15,0 0 18 16,0 0 8-16,0 0-4 16,-5 0 6-16,-1 0-10 15,-4 0-9-15,-3 0-3 16,7 0-25-16,-9 11 9 0,4 3-5 15,-2 2-7 1,-8 0 13-16,2 8-9 0,4 3 5 16,-4-1 6-16,4 7-9 15,1 7 16-15,9 10 5 16,5 6 4-16,0 11 18 16,0-5-15-16,0-2 0 15,29-16-11-15,0-21-29 16,0-8 9-16,-3-15-9 15,3 0 0-15,0 0 14 16,-5-23-14-16,-3-13-29 16,-11 3-8-16,-2 4-21 0,-8 8 13 15,0 12 15 1,-8 6-8-16,-23 3 38 0,-11 0 6 16,2 0 20-16,1 18 4 15,-1 6-24-15,6-1 11 16,13-2-17-16,3-12-2 15,12-2 1-15,6-2-50 16,0-5-58-16,0 0-123 16,6-13-205-16</inkml:trace>
  <inkml:trace contextRef="#ctx0" brushRef="#br0" timeOffset="37535.49">32261 17074 85 0,'0'0'377'0,"0"0"-304"16,0 0 9-16,0 0 12 15,0 0-29-15,0 0-5 0,-29 12-17 16,13 13 11-16,-2 8 2 16,2 17 1-16,-8 0-7 15,8-1-6-15,-2-6-10 16,7-16 1-16,11-10-35 15,0-14 0-15,0-3-1 16,0-14-68-16,0-28 4 16,0-15-132-16,6 1-282 15</inkml:trace>
  <inkml:trace contextRef="#ctx0" brushRef="#br0" timeOffset="38208.89">32663 16671 567 0,'0'0'119'0,"0"0"-12"15,0 0-48-15,0 0-22 16,0 0 6-16,0 0-17 0,0 0 24 16,0 13 13-16,0 17-12 15,0 7 12-15,0 5-10 16,0 12-5-16,0 5 4 15,0 7-6-15,0-12 0 16,0-9-17-16,29-15-23 16,5-17 4-16,6-9-10 15,-1-4 0-15,1-4-3 16,-1-36 2-16,0-8-21 16,-10 0-19-16,-5 5-18 15,-24 2 13-15,0 7-6 16,0 8 33-16,-5-1 19 15,-43 8 0-15,-7-5 36 0,-8 7 0 16,0-2-9-16,8-4 11 16,2-1-29-16,19-5 3 15,13-8-1-15,3-6-10 16,18-8-2-16,0 5-13 16,0 5-12-16,23 6 7 15,11 10-23-15,11 13 14 16,0 8 9-16,-3 4-15 15,-3 0 34-15,-12 29 7 16,-9 13-5-16,-7-1 27 16,-11 4-6-16,0-2-12 15,0-9 8-15,0-8-19 0,0-3-4 16,-11-9-52-16,-7-5-147 16,7-5-270-16</inkml:trace>
  <inkml:trace contextRef="#ctx0" brushRef="#br0" timeOffset="40026.47">31829 17595 66 0,'0'0'374'15,"0"0"-305"-15,0 0-17 16,0 0 3-16,0 0-15 16,0 0-11-16,0 75 9 15,0-54 0-15,-5 11-5 16,-11 5 7-16,-2 2-11 15,2 14-4-15,-2 3-6 16,7 1-4-16,6-4 27 16,5-3 9-16,0-17 2 15,0-7-12-15,0-8-17 0,16-7-8 16,13-11 0-16,10 0-10 16,-5-5 16-16,6-28-22 15,-1-11-31-15,-15 2-9 16,0 1-36-16,-19 5 8 15,-5 3 37-15,0 3 3 16,-5 0 17-16,-38-3 11 16,4 3 1-16,-11 3 21 15,5-2-10-15,-2-8 7 16,2 8 5-16,1-8-20 16,15-1-4-16,8 6 0 15,13-4-22-15,8 7 10 16,0 3-14-16,13 6 7 0,32 6-12 15,-1 2 23 1,1 8 8-16,2 4-4 0,-7 0 1 16,-6 4-1-16,-8 26 8 15,-7 0 9-15,-9 11 19 16,-5-3-1-16,-5 7 15 16,0-2-16-16,0 3-14 15,0-8 7-15,0 1-23 16,-5-6 0-16,-11-6 0 15,11-1-2-15,-3-3-18 16,8-3-83-16,0 3-82 16,0-9-163-16</inkml:trace>
  <inkml:trace contextRef="#ctx0" brushRef="#br0" timeOffset="40365.24">32466 18141 577 0,'0'0'111'0,"0"0"-51"16,0 0 18-16,0 0-24 16,0 0-3-16,0 0 2 15,-97 194-8-15,81-154-4 16,3-10-23-16,2-9-15 16,11-6 4-16,0-8-7 15,0-7-13-15,0 0-95 16,0 0-136-16,0-24-238 15</inkml:trace>
  <inkml:trace contextRef="#ctx0" brushRef="#br0" timeOffset="40960.37">32816 17774 321 0,'0'0'147'0,"0"0"-56"0,0 0 5 15,0 0-33-15,0 0-17 16,0 0-13-16,68-83-17 16,-34 77-2-16,0-1 4 15,-5 6 0-15,0 1 12 16,-8 0 16-16,3 0 9 15,-8 0 4-15,2 0-32 16,-2 8 0-16,-3 15 6 16,-13 12-8-16,0 5 10 15,0 6-8-15,-13 7-10 16,-27 3 14-16,1 8-16 0,-6-11-5 16,1-4-3-16,15-12-3 15,10-14-2-15,14-8-2 16,5-14 4-16,0 5-11 15,5-6 7-15,48 0 0 16,10 0 7-16,11 0-7 16,-9 0 4-16,4 0-4 15,-11-7-33-15,-14-1-20 16,-10 5-50-16,-23 3-19 16,-11 0-66-16,0 0-214 15</inkml:trace>
  <inkml:trace contextRef="#ctx0" brushRef="#br1" timeOffset="135554.12">28389 3759 252 0,'0'0'127'0,"0"0"-36"16,0 0-17-16,0 0 30 16,0 0-18-16,0 0-36 15,0 0-13-15,0 0-18 16,0 0-5-16,0 0 4 16,0 0-7-16,0 0 7 15,0 0 0-15,0 0-15 16,0 0 8-16,0 0-11 15,0 0 0-15,0 17 9 16,0 13-9-16,-5 4 4 16,5 0 1-16,0-1-4 0,0 0-1 15,0 0 0 1,0 7 0-16,0-3 6 0,0 9-6 16,0-3 0-16,0 4-1 15,0 6 4-15,0 0-2 16,0 0-1-16,0 5 0 15,0-5-4-15,0-3 5 16,0-4-1-16,0 0 0 16,0 2 3-16,0-2-5 15,0 0 2-15,0-2-1 16,0-2-6-16,11 1 8 16,-1 2-1-16,-4-7 0 15,1 2 0-15,-7-3-1 16,0 4 1-16,0-4 0 0,6 2-2 15,-1-2 2-15,5 2 0 16,-4-2-1-16,12 0 1 16,-2-1-2-16,-3-6 1 15,-8 0 1-15,1-7-2 16,-6-2 4-16,0 2-2 16,0-4 0-16,0 3 1 15,0-3-2-15,0 0 1 16,0-3-3-16,0 2 3 15,0-7 0-15,0-4 3 16,0-6-3-16,0-1-8 16,0 0-9-16,10 0-17 15,3 0 8-15,8 0 14 0,-2 0 12 16,7-1 4 0,8-14-4-16,-5 8-6 0,0 0 3 15,5-1-3-15,-5 0-3 16,5 1 9-16,-2 0-7 15,-3-1 7-15,5 0-1 16,-5 0 0-16,0 1-1 16,5-1 2-16,-8 5 0 15,3-1 0-15,5 4-1 16,1 0 1-16,-1 0-3 16,5-3 7-16,-5 3-3 15,6 0-1-15,5 0 1 16,13 0-1-16,10 0 55 15,6 0-46-15,-6 0-3 0,6 7-5 16,-1-4-2-16,-4 5 1 16,-14-8 0-16,-11 1 0 15,-15-1 1-15,-5 0-1 16,-13 6 1-16,-1-6 4 16,-2 0-5-16,-8 0 0 15,5 0 0-15,-5 0 3 16,0 0-1-16,11 0 4 15,-6 0 3-15,8 0-8 16,-8 0 6-16,6 0-7 16,-1 0 0-16,14 0-3 15,10 0 3-15,6 0 0 16,-1 0 27-16,6 0-25 0,-16 0-4 16,0 0 2-16,-13 0 0 15,-3 0-3-15,-8 0 4 16,0 0-1-16,1 0 3 15,12 0 0-15,-8-6 2 16,6 5-5-16,-3 1 2 16,-2-6-2-16,5 6 1 15,-3-2-1-15,-3-1 0 16,1-1 1-16,-3 1 1 16,2 3-2-16,1-4 0 15,-1 1-3-15,3-1 7 16,-2 3-4-16,7-7 0 0,-2 8-1 15,-5-3-3-15,7-1 4 16,-13 1 0-16,6-1-5 16,-6 1 4-16,-5-1 1 15,8 3 0-15,-8 1 4 16,0 0-1-16,0 0-3 16,0 0 0-16,5 0 0 15,1 0 4-15,4 0-2 16,3-4-1-16,-2 4 2 15,-6-4-2-15,6 4-1 16,-11-3 0-16,0 3 0 16,0 0 1-16,0 0-1 15,0 0 1-15,0-4 3 0,0 1-1 16,0-4 0 0,0-2-2-16,0-5 1 0,0 1 1 15,0-4-3-15,0 1 0 16,0-1 3-16,0-3-6 15,0 0 3-15,0 1 0 16,0-5 2-16,0-2 1 16,0-4-3-16,5-3 1 15,-5-6 2-15,0 3-4 16,0 1 1-16,0 2 0 16,0-5-4-16,0 1 4 15,0 0 0-15,0 2-2 16,0 1 2-16,0 1-4 15,0-4 4-15,0 5 0 0,0-2-2 16,0 4 4-16,0 0 0 16,0-3-1-16,0 3 2 15,0 0-3-15,0 1 0 16,0-4 0-16,0-1-1 16,0-1 1-16,0 5 0 15,13 0 0-15,-8 5 4 16,0 0-6-16,1 2 2 15,-6 5 0-15,0-6-2 16,0-3 4-16,0 1-2 16,0-4 0-16,0 3 0 0,0 1-3 15,0-1 3 1,0 4-6-16,0-1 5 0,0-3 0 16,0 4 1-16,0 0 0 15,0 0 1-15,0 0-5 16,13 0 3-16,-8 0-4 15,0 2 4-15,1 5 0 16,-6-2 0-16,0 3-3 16,0 4-7-16,0 0 7 15,0 1 2-15,0 4 2 16,0-1 2-16,0 6-1 16,0-5 4-16,0 5-2 0,0-3-1 15,0 4-1 1,0 0 1-16,0 0-2 0,0 0 5 15,-6 0-2-15,1 0 4 16,-8 0 4-16,2 0-8 16,-4 0 3-16,-4 0-6 15,3 0 0-15,-7 4 2 16,-1 4 0-16,-2 3-2 16,-8-4 1-16,5 3 2 15,0-4-3-15,0 1 0 16,8 0 0-16,-13 0 0 15,5-4 1-15,-5 3-1 16,-1-4 0-16,6 3 4 16,3-1-5-16,-3-1 1 15,6-3 0-15,-6 4-1 0,2-4 3 16,-2 0-2 0,-5 0 0-16,5 0 2 0,-5 0-4 15,0 0 2-15,8 0 0 16,-9 0-1-16,6 0 2 15,1 0-1-15,-1 0 2 16,0 0 1-16,2 0-2 16,-7 0-1-16,5 0 0 15,-5 0 9-15,0 0-8 16,-11 0 3-16,0 0 6 16,-7 0-7-16,2 0 17 15,-3 0-12-15,9 0-1 16,-1 3 2-16,0-3-9 15,11 0 9-15,0 0-7 0,5 0 1 16,-5 0-3-16,-1 0 0 16,1 0 0-16,5 0-2 15,3 0 4-15,-3 0-2 16,5 0 0-16,3 0-4 16,-2 0 2-16,7 0-2 15,-13 0 4-15,-10 0-4 16,4 3 1-16,-4 10 3 15,-8 1 1-15,7-1 1 16,6-3 1-16,-5-4-3 16,12 1 0-16,4-4-3 15,-1-3 5-15,13 0-2 16,-4 0 3-16,7 0 0 0,-3 4-3 16,6-4 0-16,0 0 0 15,-8 0-2-15,2 0 3 16,0 0-1-16,-7 0 0 15,8 0 3-15,-1 0-8 16,-2 0 5-16,8 0 0 16,-1-4-2-16,1 1 3 15,-5-4-1-15,2 7 0 16,8-3 3-16,-11 3-7 16,11 0 1-16,-5 0 3 15,0 0 5-15,5 0-3 16,0-3 3-16,0 3 6 0,0 0-11 15,0 0 16-15,0 0-16 16,0 0-8-16,21-3-8 16,2-1-14-16,12 4-8 15,-12 0-103-15,-18 0-245 16</inkml:trace>
  <inkml:trace contextRef="#ctx0" brushRef="#br1" timeOffset="149819.07">22464 2517 236 0,'0'0'121'15,"0"0"-56"-15,0 0-19 16,0 0 22-16,0 0-12 16,0 0-18-16,0 0 2 15,0 0-10-15,-44 19 6 0,44-19 6 16,0 0-12-16,0 0-2 16,0 0-2-16,0 0-16 15,0 0 6-15,0 0-16 16,0 0 3-16,0 0 6 15,0 0-8-15,0 0 9 16,0 0 5-16,0 0-12 16,0 0 15-16,0 0-14 15,0 0 2-15,0 0 6 16,0 0-7-16,0 0 2 16,0 0 5-16,0 0-11 15,0 0 15-15,5 0-9 0,5 0-7 16,4 0 10-1,-9 0-7-15,0 0 1 0,0 0 0 16,-5 0-4-16,6 0 12 16,-6 0-12-16,5 0 0 15,3 0 6-15,-3 0-4 16,5 0 6-16,1 0-1 16,-6 0-6-16,3 0 7 15,3 0-8-15,-1 0 0 16,3 0 5-16,-2 0-5 15,-1 0 0-15,1 0 0 16,2 0 4-16,3 0-2 16,-3 0-2-16,-8 0 0 15,6 0-2-15,7 0 4 0,-7 0-2 16,4 0 0-16,4 0 1 16,-9 0-2-16,9 0 1 15,-3 0 0-15,-1 0 0 16,4 0 1-16,-9 0-1 15,3 0 0-15,3 0 2 16,0 0-3-16,8 0 1 16,-1 0 0-16,-2 0 1 15,-2 0-1-15,-9 0 0 16,1 0 0-16,2 0 3 16,-3 0-4-16,1 0 1 15,7 0 0-15,-7 0-1 16,7 0 1-16,-7 0 0 0,5 0 0 15,2 0 3-15,-2 0-2 16,2 0-1-16,-7 0 0 16,-1 0-2-16,3 0 3 15,-7 0-1-15,4 0 0 16,3 0 3-16,-2 0-4 16,-1 0 1-16,9 0 0 15,-9 0-3-15,14 0 5 16,-8 0-2-16,0 0 0 15,2 0 4-15,-2 0-9 16,-3 0 5-16,-3 0-2 16,1 0 0-16,2 0 4 0,-2 0-1 15,4 0-1 1,-1 0 3-16,1 0-4 0,-2 0 1 16,3 0 0-16,0 0-3 15,2 0 7-15,-2 0-4 16,3 0 0-16,-9 0 3 15,1 0-7-15,2 0 3 16,-3 0 1-16,1 0 0 16,7 0 2-16,-2 0-1 15,2 0-1-15,3 0 2 16,3 0-3-16,-13 0 1 16,7 0 0-16,-7 0-2 15,-1 0 2-15,3 0 0 16,-7 0 1-16,-1 0 2 15,5 0-6-15,3 0 1 0,-7 0 2 16,-1 0 0-16,-5 0 3 16,5 0-3-16,-5 0 0 15,0 0 2-15,0 0-5 16,0 0 2-16,0 0 1 16,0 0-1-16,0 0 2 15,0 0 0-15,0 0-1 16,0 0 3-16,6 0-4 15,-6 0 1-15,7 0 0 16,-7 0-4-16,6 0 7 16,-6 0-3-16,0 0 0 15,0 0-3-15,0 0-3 0,0-5-94 16,0 4-56-16,0-2-223 16</inkml:trace>
  <inkml:trace contextRef="#ctx0" brushRef="#br1" timeOffset="157302.09">12639 11747 463 0,'0'0'100'15,"0"0"-43"-15,0 0-2 16,0 0 0-16,0 0-12 16,0 0-24-16,0 0-3 0,0 0 31 15,0 0-6-15,0 0 9 16,0 0 10-16,0 0-26 15,-5 0 2-15,-1 0-18 16,1 0-16-16,0 0 4 16,5 0-3-16,-13 0-3 15,8 0 0-15,-6 0 1 16,-7 0 2-16,2 0 6 16,-3 0-4-16,-2 0-8 15,3 0 3-15,-3 0 0 16,-3 0-5-16,1 0 10 15,2 0-5-15,-3 0 0 0,-5 10 3 16,8-3-12-16,-3 9 6 16,8-2 1-16,-2 2-6 15,8 1 8-15,-1 3-3 16,-2 2 3-16,2 2 0 16,-4 6-9-16,7 0 9 15,2 6 0-15,6 6-2 16,0-3 6-16,0 5-4 15,0 2 0-15,0 1 6 16,6-4-1-16,28 0-3 16,0-10-2-16,5 1 26 15,9-4-14-15,-9-7 3 16,6-4-9-16,-11-5-2 16,0-4-4-16,-13-5 0 15,3-5-6-15,-8 0 3 0,2 0-35 16,6-9 6-16,2-17-3 15,-7-8-2-15,-4 5-4 16,-9-4-32-16,7 3 23 16,-13 7 11-16,0 0-1 15,0 5 9-15,0 2 10 16,0 6-10-16,0 1 20 16,0 2-11-16,0 3 22 15,0 4 2-15,0 0-1 16,0 0 20-16,0 0 7 15,0 0-3-15,0 4 19 16,0-1-25-16,0 1 0 0,0 2-4 16,0-3-12-16,0 11 15 15,0-5-7-15,0 1-10 16,0 1 18-16,0-2-18 16,0 5 6-16,0 2 10 15,0 1-17-15,0-4 14 16,0 3 0-16,0 1-8 15,0 3 21-15,0 0-19 16,0 3 8-16,16 1 13 16,7 1-24-16,-7-11 8 15,8 2-5-15,-14-11-2 16,14 1 10-16,-8-6-16 16,2 0-6-16,3 0-1 0,8 0-12 15,-5 0 18 1,-3-10-5-16,2-4-4 0,-4 2 9 15,-9-5-16-15,-4 0 9 16,-6-3 6-16,0 3-10 16,0 1 12-16,0-1 0 15,0 1-4-15,0-4-2 16,0 6-3-16,-16 2-2 16,-8-2 9-16,1 7-18 15,-4-2 11-15,4 2 7 16,-6 0-13-16,-6 0 13 15,14 5-34-15,-8 2 11 0,6-4 20 16,7 4-27-16,3 0 14 16,13 0-31-16,0 0-42 15,0 0-76-15</inkml:trace>
  <inkml:trace contextRef="#ctx0" brushRef="#br1" timeOffset="158752.72">14438 11651 49 0,'0'0'303'0,"0"0"-227"15,0 0-24-15,0 0-5 16,0 0 3-16,0 0-33 16,-29-3-3-16,29 3 24 15,-5 0 3-15,5 0 5 16,-8 0-12-16,2 0-8 15,6 0 7-15,0 0-26 16,0 0 0-16,0 0-2 16,-5 0 1-16,5 13-5 15,-5 7-1-15,5 7 2 16,0 5 6-16,0 8-6 16,0 3-2-16,0 10 14 0,0 5-2 15,0 4 6 1,0 3 6-16,0-2 3 0,16-7 19 15,-8-9-44-15,2-8 13 16,-5-5-4-16,1-11-7 16,-1-7 2-16,-5-6-6 15,8-3 0-15,-8 0-1 16,0-7-1-16,0 0-10 16,0 0-8-16,0 0-37 15,0 0 9-15,5 0-28 16,0 0-37-16,-5 0-15 15,0 0-29-15,0-14-83 0</inkml:trace>
  <inkml:trace contextRef="#ctx0" brushRef="#br1" timeOffset="159098.26">14322 12118 232 0,'0'0'86'15,"0"0"-17"-15,0 0-17 16,0 0-5-16,0 0-15 16,0 0-24-16,68-51 24 15,-28 45 12-15,-1-1-11 0,3 2 9 16,8 0-25-16,-10 2 0 15,-1 3 13-15,-4-3-22 16,-12 0 8-16,-2 3-6 16,-8 0-8-16,-7 0 7 15,-1 0-8-15,-5 0-2 16,0 0 0-16,0 0-35 16,0 0-24-16,0 0-60 15,0 0-20-15,0 0-135 16</inkml:trace>
  <inkml:trace contextRef="#ctx0" brushRef="#br1" timeOffset="159703.09">14640 11602 136 0,'0'0'132'0,"0"0"-62"0,0 0-25 15,0 0 8-15,0 0-23 16,0 0-21-16,6 32 15 16,-1-25-5-16,3 3 12 15,-8-3 6-15,0 6-10 16,5 1 15-16,-5-2-5 16,5 5-7-16,1 0-2 15,-6 3-21-15,5 3 1 16,-5 3 8-16,0 1-14 15,5 9 10-15,3 1-3 0,-3 6-3 16,0 3 5-16,1 6-6 16,-6-2-5-16,5-4 14 15,0-3-8-15,0-6 16 16,3 0 0-16,3-1-13 16,-1-7 12-16,-4-2-20 15,2-7 4-15,-8-7-4 16,0-2 1-16,0-5-2 15,5-6 0-15,-5 0-11 16,0 0 11-16,0 0-27 16,0 0 1-16,0 0 7 15,0 0-32-15,0 0 10 16,0 0-32-16,0 0-18 16,0-6-23-16,0-8-53 15</inkml:trace>
  <inkml:trace contextRef="#ctx0" brushRef="#br1" timeOffset="160169.09">14906 12114 207 0,'0'0'108'16,"0"0"-42"-16,0 0-19 16,0 0-2-16,0 0-17 15,0 0-11-15,8-3 11 16,-8 3 22-16,0 0-1 15,0 0 2-15,0 0-11 16,0 0 3-16,0 16-10 16,0 1-26-16,0 10 10 15,5 3 4-15,-5 2-4 16,5 8 21-16,6-3-12 16,-6-1 3-16,8-6-5 0,-7-10-23 15,-1 0 11 1,0-7-12-16,0-4 0 0,-5-8-1 15,0-1-25-15,0 0-31 16,0 0 1-16,0 0-27 16,0-7-23-16,0-16-70 15,0 0-123-15</inkml:trace>
  <inkml:trace contextRef="#ctx0" brushRef="#br1" timeOffset="160424.54">14974 11774 224 0,'0'0'284'15,"0"0"-195"-15,0 0-30 16,0 0-41-16,0 0-18 16,0 0-8-16,19-13-86 15,-19 13-4-15,0 0-176 16</inkml:trace>
  <inkml:trace contextRef="#ctx0" brushRef="#br1" timeOffset="161308.07">16195 11641 226 0,'0'0'93'0,"0"0"-36"16,0 0 2-16,0 0-27 15,0 0-14-15,0 0 2 16,0 7 6-16,0 6 16 15,0 0-2-15,0 4-11 16,0 6 22-16,0 7-20 16,0 13 5-16,0 9 10 15,0 8-13-15,5 7 6 16,0 2-6-16,0-4-11 16,1-12 2-16,7-9-24 15,-8-11 7-15,0-7-3 0,1-9-2 16,-6-4-4-16,5-6-3 15,-5-4-13-15,0 1 4 16,0-4-35-16,0 0-8 16,0 0-35-16,0 0-47 15,0 0 36-15,0-10 2 16,0-7-32-16</inkml:trace>
  <inkml:trace contextRef="#ctx0" brushRef="#br1" timeOffset="162151.75">16224 11731 187 0,'0'0'95'0,"0"0"-28"15,0 0 16-15,0 0-29 16,0 0-24-16,0 0-5 16,0 0 4-16,0 0 22 15,0 0-3-15,0 9-17 16,0 5 13-16,0 2-20 16,0 8 4-16,10 3 0 0,1 12-1 15,12 5 15 1,-7 5 0-16,8 6-7 0,-9-9 17 15,4-3-29-15,-9-10-4 16,4-6 1-16,1-10-20 16,-9-11 11-16,-1-3-11 15,0-3-10-15,3 0 9 16,3 0-33-16,-1-26-3 16,14-4 18-16,-9-6-3 15,9-1 22-15,-13-3-1 16,2 4-14-16,3-1 9 15,-6 2 3-15,3 5 3 0,-7 5-5 16,4 4 10 0,-10 1-7-16,5 4 2 0,-5 2 0 15,6 1-2-15,-6 3 5 16,0 7-3-16,0 0 0 16,0 3 2-16,0 0-2 15,0 0 2-15,0 0 0 16,0 0 17-16,0 0-17 15,0 0 2-15,0 0-4 16,0 0 1-16,0 0-1 16,0 0 0-16,0 0 0 15,0 3-10-15,0 7 17 16,0 0-7-16,0 3 9 16,7 9-4-16,-7-8-1 15,0 14 6-15,0-3-8 0,0 12 9 16,0 8-6-16,0 8-5 15,0 6 14-15,0 5-6 16,0-8 18-16,6-3-2 16,-1-6-8-16,5-14 21 15,4-7-35-15,-9-12 3 16,0-8-5-16,0-2 4 16,1-4-9-16,-1 0-7 15,-5 0-19-15,5 0 26 16,-5-4-40-16,0-9-37 15,8 0 32-15,-3-7-25 16,1 4-76-16,-1-5-88 0</inkml:trace>
  <inkml:trace contextRef="#ctx0" brushRef="#br1" timeOffset="162703.09">16750 12233 239 0,'0'0'264'0,"0"0"-163"16,0 0-2-16,0 0 1 16,0 0-77-16,0 0-1 15,57 0-4-15,-30-16 8 16,2 0 2-16,0-5-21 16,-14 5-4-16,-2-4-2 15,-2 3-1-15,-1 4-2 16,-2-1 0-16,-8 5-10 15,0-3 12-15,0 3-7 0,0 0 2 16,0-3 4 0,0 7-10-16,0 5 6 0,0 0 2 15,-13 0-11-15,3 0 13 16,-9 0-4-16,4 0 5 16,-1 10 6-16,-8 10-5 15,6 3 1-15,2 7 18 16,5 3-11-16,11 8 27 15,0 5-1-15,0 3 7 16,0-2 15-16,11-4-32 16,28-7 4-16,1-9-23 15,-1-14-6-15,1-7-5 16,-1-6-47-16,-5 0-25 16,-5-29-27-16,-10-8-188 15</inkml:trace>
  <inkml:trace contextRef="#ctx0" brushRef="#br1" timeOffset="163902.1">18661 11584 35 0,'0'0'59'0,"0"0"14"16,0 0 1-16,0 0-1 15,0 0 10-15,0 0-19 16,-7-9 16-16,7 9 1 16,0 0-7-16,0 0-1 15,0 0-13-15,0 0-24 0,0 0 15 16,0 0-22-16,0 0 4 15,0 0-2-15,0 0-16 16,0 0 13-16,0 0-9 16,0 6-7-16,0 15 19 15,0 2-27-15,0 13 20 16,0 7 1-16,0 7-8 16,0 6 23-16,0 4-16 15,0 4-9-15,0-4 20 16,0-5-29-16,7-7 3 15,4-8 8-15,-6-6-17 16,0-8 16-16,9-6-16 0,-9-7 3 16,0-3-8-16,0-3 5 15,-5-7-3-15,6 0 1 16,-6 0-21-16,0 0 12 16,10 0-4-16,3 0 3 15,-2 0 0-15,7 3 10 16,3-3-24-16,-2 0-1 15,2 0 12-15,-3 0 4 16,3 0-8-16,-8 0 18 16,3 0-12-16,-5 0 11 15,2 0-3-15,3 0 2 16,-3 0-16-16,3 0 15 16,-6 0-12-16,3 0-7 0,-8 0 9 15,1 0-44-15,-6 0-24 16,0 0 8-16,0-7-21 15,0 0-66-15,0 4-11 16,0-6-134-16</inkml:trace>
  <inkml:trace contextRef="#ctx0" brushRef="#br1" timeOffset="164258">18627 11917 368 0,'0'0'100'16,"0"0"-40"-16,0 0 43 15,0 0-5-15,0 0-60 16,0 0 4-16,182 0-21 16,-156 0 11-16,3 0-1 15,-5 0-25-15,-3 0 12 16,2 0-13-16,-4 0 0 16,-9 0-2-16,1 0-3 15,-6 0-9-15,-5 0-26 0,0-4-33 16,0-3-14-16,0-6-50 15,0 3 1-15,0-4-71 16</inkml:trace>
  <inkml:trace contextRef="#ctx0" brushRef="#br1" timeOffset="164551.03">18609 11512 466 0,'0'0'89'16,"0"0"13"-16,0 0 14 15,0 0-62-15,0 0-17 16,0 0-17-16,323 60-14 15,-278-57 7-15,2-3-13 16,-15 0-1-16,-3 0-21 16,-16 0-49-16,-2 0-89 15,-11 0-53-15</inkml:trace>
  <inkml:trace contextRef="#ctx0" brushRef="#br1" timeOffset="165752.41">19143 11964 187 0,'0'0'64'0,"0"0"-19"15,0 0 8-15,0 0-8 16,0 0 1-16,0 0-19 15,-13-11 18-15,13 11-5 16,0-1-22-16,0 1 18 16,0-4 11-16,0 4-3 15,0 0 6-15,0 0-32 16,0 0 4-16,0 0 5 16,0 0-13-16,0 5 11 15,0 0-1-15,0 3-13 0,0 8 12 16,0 7-12-16,0 7 8 15,0 5 12-15,0 6-8 16,7-5 21-16,4 0-11 16,-6-9-19-16,6-7 15 15,-11-3-24-15,8-8 2 16,-8-5-4-16,0-4 4 16,0 0-8-16,0 0 1 15,0 0-7-15,0 0 0 16,0-13-13-16,0-7 5 15,0 0 9-15,0-4-33 0,0 1 16 16,0 0 19-16,0 0-7 16,5 0 9-16,5-1-22 15,1-2 8-15,2 4 2 16,3 4 1-16,-6 4 11 16,9 2 0-16,-14 3 2 15,6 7 1-15,-4-3 5 16,-1 5-4-16,-6 0 11 15,5 0-12-15,0 0 14 16,1 0-6-16,12 0-7 16,-8 16 31-16,6 5-15 15,3 9 8-15,-4 5 14 16,4 8-23-16,-3-3 16 16,-3-4-4-16,-8-3-10 0,-5-6 21 15,5-7-31 1,-5-10 3-16,0-3-12 0,0-4 10 15,0-3-13-15,0 0 3 16,0 0-23-16,0 0 20 16,0-3-38-16,0-18 22 15,0 1 7-15,0 1-21 16,0-8 4-16,0 1 8 16,11-4 1-16,-6 3 19 15,3-3-41-15,-3 7 15 16,6-5 12-16,4 10-21 15,4-3 27-15,-9 5-11 0,4 3 20 16,-9 7 1 0,-5 6 5-16,5 0-6 0,-5 0 18 15,0 0-9-15,5 0 20 16,-5 0-14-16,0 0-8 16,0 0 18-16,6 12-25 15,4-1 21-15,-2 8 1 16,3 1-7-16,-1 10 9 15,3 3-2-15,-8 8-13 16,6-2 36-16,-6-2-22 16,1-1 7-16,1-3-4 15,-1-6-25-15,-1-7 14 16,-5-4-15-16,5-9 5 16,-5-3-13-16,0-4-12 15,0 0-44-15,0-7-5 0,0-23-40 16,0-4-71-16,0-2-247 15</inkml:trace>
  <inkml:trace contextRef="#ctx0" brushRef="#br1" timeOffset="166887.07">19829 12005 244 0,'0'0'124'0,"0"0"-77"16,0 0-19-16,0 0-28 15,0 0 22-15,0 0-20 16,0-27 30-16,0 24 8 16,0-1 2-16,0-1 8 15,0 3-14-15,0 2-6 16,0-5 7-16,0 4-24 16,0-4 4-16,0 0 5 0,0 0-17 15,0-2 9-15,0 7-13 16,0-6 3-16,0 5-3 15,0-5 0-15,0 6-1 16,0-1 0-16,0 1 5 16,0 0-2-16,0 0-2 15,-13 0-1-15,8 0 7 16,-1 0-6-16,1 0-1 16,0 0 5-16,0 0-4 15,5 0 8-15,-8 0-8 16,-3 0 4-16,6 1-1 15,0 6-3-15,-1-1-1 0,-7 1 8 16,3 3-7 0,5 1 16-16,-1 3 0 0,1-3-12 15,5 8 27-15,0-1-30 16,0 5 12-16,0 7 6 16,0 11 5-16,0-1 20 15,0 1-4-15,0-2-10 16,0-2 24-16,0-4-34 15,5-10-4-15,6-3 2 16,-1-10-17-16,3-10 2 16,-7 0-4-16,-1 0-26 15,0 0 11-15,1-7-37 16,-1-16 20-16,3-7 4 16,-3 0-34-16,-5-3-3 15,5-4 11-15,0 1 2 0,6-4-8 16,-6 7-31-16,3 6 29 15,-8 1 41-15,5 2 11 16,1 3 10-16,-6 7 3 16,5-2-1-16,-5 8 21 15,0 2-8-15,0 2 3 16,0-1-3-16,0 5-5 16,0 0 17-16,0 0 1 15,0 0-10-15,0 0 18 16,0 0-19-16,0 0 6 15,0 5 2-15,0-1-16 0,0-3 10 16,0 5-8-16,0 1-6 16,0 5 16-16,0-3-20 15,0 0 9-15,0 6-1 16,5 0-6-16,0 8 9 16,9 2 1-16,-9 5-3 15,0 0 24-15,0 7-25 16,-5-1 14-16,14 0 6 15,-9-2-13-15,0-8 14 16,-5 1-17-16,5-8-12 16,-5-8 14-16,6-2-13 15,-6-9-2-15,0 4 0 16,0-4-3-16,0 0 0 16,0 0-16-16,0 0-14 0,0 0 17 15,0 0-40 1,5 0-6-16,0-17-14 0,-5-2-50 15,0-5-141-15,13-3-105 16</inkml:trace>
  <inkml:trace contextRef="#ctx0" brushRef="#br1" timeOffset="167602.74">20192 11913 220 0,'0'0'86'16,"0"0"-3"-16,0 0-11 15,0 0-35-15,0 0-6 16,0 0 14-16,5-13-3 0,-5 13 16 16,0-1-24-16,0-5 2 15,0 5 11-15,0 1-22 16,0 0 1-16,0 0-13 15,0 0-4-15,0 0 15 16,-5 0-23-16,-3 0 6 16,3 0 2-16,0 0-6 15,-6 0 8-15,6 0-11 16,-8 0 2-16,2 0-5 16,1 0 10-16,-3 7-7 15,-3 5 3-15,5 0 1 16,-7 1 1-16,13 4 10 0,-1 5 3 15,6-3 28-15,0 4-16 16,0 4 6-16,0-1 4 16,0 1-19-16,16-4 11 15,8 1-17-15,-1-11-12 16,4 1 3-16,2-2-6 16,5-5-5-16,0 4 3 15,0-5-1-15,6 4 3 16,-11 0 0-16,0 3 0 15,-8 7-3-15,-16-3 5 16,-5 2-2-16,0-2 18 16,0 3-16-16,0-4 14 15,-40 1-13-15,-10 3-1 16,-7-4 7-16,7-5-9 16,0-5-3-16,8-6-15 0,10 0-53 15,3 0-66 1,5-3-153-16</inkml:trace>
  <inkml:trace contextRef="#ctx0" brushRef="#br1" timeOffset="167863.09">21586 12469 881 0,'0'0'0'0,"0"0"-20"16,0 0-138-16,0 0-307 15</inkml:trace>
  <inkml:trace contextRef="#ctx0" brushRef="#br2" timeOffset="213450.37">1420 6418 308 0,'0'0'453'16,"0"0"-370"-16,0 0-9 15,0 0-18-15,0 0-18 16,0 0 1-16,0 0-17 15,0 0-4-15,0 0 28 0,0 0-25 16,0 0 5 0,0 0-7-16,0 0-18 0,0 0 12 15,10-6-13-15,3-4-3 16,14-4-6-16,7-5-18 16,13-4-5-16,3 6 3 15,-10 7 11-15,-6 3 18 16,0 7-5-16,0 0 5 15,-5 0-8-15,-3 0 13 16,-7 17-5-16,5 3 8 16,-9 7-5-16,1-1 2 15,-8 4 2-15,-3 0-7 16,-5 3 23-16,0 3-20 16,0 4 0-16,-29 0 8 0,-15 9-7 15,-9 4 7-15,-2-2-11 16,2-1 3-16,3-8-2 15,11-7 0-15,5-11-1 16,18-16 0-16,8-1 1 16,8-7-3-16,0 0 2 15,0 0-24-15,0 0 12 16,8 0-55-16,31-2 55 16,11-3 12-16,-5-2 1 15,18 6 7-15,-5 1-8 16,-13 0 0-16,5 0 5 15,-16 0-3-15,-5 0-2 16,-19 0 0-16,1 0 4 0,-3 0-2 16,-8 0-2-16,0 0-4 15,0 0-5-15,0-4-54 16,0-9-73-16,0-7-159 16</inkml:trace>
  <inkml:trace contextRef="#ctx0" brushRef="#br2" timeOffset="214098.87">2451 6299 129 0,'0'0'96'15,"0"0"-33"-15,0 0 26 16,0 0-26-16,0 0-3 15,0 0 16-15,34-43-15 0,-34 43 3 16,0 0-4 0,0 0-13-16,0 0 9 0,0 7-37 15,0 1 7-15,0-3 3 16,0-5-20-16,-16 10 3 16,-8 3 0-16,-4 10-2 15,-7 9 10-15,4 0-20 16,2 0 8-16,5-2-1 15,19 0-6-15,5-3 1 16,0-1-2-16,0 1 6 16,0-1-16-16,34 1 15 15,-5-1-5-15,-3 4 10 16,3-3-2-16,-5 3-5 16,0-4-3-16,-9 4 2 0,-4-2-4 15,-6-4 2-15,-5-9 0 16,0 1-2-16,0-1-3 15,0-2 3-15,0 4 2 16,-31-4 0-16,-11 4 0 16,-8-9 0-16,-8-1 0 15,13-1-1-15,-5-6-8 16,11 0-17-16,4 0-11 16,12 0-14-16,12-6-11 15,11-17-78-15,0-7-104 16</inkml:trace>
  <inkml:trace contextRef="#ctx0" brushRef="#br2" timeOffset="214367.1">2406 6346 331 0,'0'0'218'0,"0"0"-149"16,0 0 31-16,0 0-37 16,0 0 9-16,0 0-24 15,200-27-27-15,-161 27 8 16,1 0-3-16,-6 0-20 0,-8 0-6 16,-7 0-1-16,-9 0-33 15,-5 5-17-15,-5 13-54 16,0 5-84-16,0 2-87 15</inkml:trace>
  <inkml:trace contextRef="#ctx0" brushRef="#br2" timeOffset="-214531.61">1130 7273 320 0,'0'0'63'15,"0"0"-24"-15,0 0 20 0,0 0 33 16,0 0-38 0,0 0-16-16,0 0 0 0,19 0 3 15,7 0 3-15,8 0 3 16,6 0-21-16,12 0 14 15,22 0-17-15,10 0 2 16,14 0-3-16,15-14-13 16,5 5 3-16,8-1-12 15,8 3 3-15,-2 7 0 16,-3 0-3-16,-8 0 5 16,-19 0-5-16,-12 0 4 15,-22 0 1-15,-13 0-3 16,-13 0-2-16,-21 0 15 0,-2 0-14 15,-14 0 6 1,-5 0 6-16,0 0-9 0,0 0 15 16,0 0-19-16,0 0-6 15,0 0-10-15,-18 0-50 16,-3 0 14-16,-8 0-1 16,-21 0-97-16,-13 0-104 15,-6 7-106-15</inkml:trace>
  <inkml:trace contextRef="#ctx0" brushRef="#br2" timeOffset="-214014.61">1557 7613 346 0,'0'0'67'16,"0"0"-34"-16,0 0 16 15,0 0 17-15,0 0-19 0,0 0 5 16,5 0-4 0,-5 0-1-16,0 0 6 0,0 0-32 15,0 0-5-15,0 0-2 16,0 0-13-16,0 10 5 16,0 10-2-16,0 16 6 15,0 18 23-15,0 5-15 16,0 4 13-16,5-3-2 15,0-11-16-15,-5-5 14 16,6-14-12-16,7-10-7 16,-8-7 6-16,-5-8-11 15,5-4-3-15,-5-1 0 0,0 0 3 16,0 0-6 0,0 0-60-16,0 0-44 0,0 0-21 15,0-1-104-15,0-28-57 16</inkml:trace>
  <inkml:trace contextRef="#ctx0" brushRef="#br2" timeOffset="-213431.29">1798 7643 214 0,'0'0'114'0,"0"0"-45"16,0 0 8-16,0 0 16 15,0 0-29-15,0 0-5 16,0 0-30-16,0 0-2 16,0 0 14-16,0 0-18 15,0 0-3-15,0 0-4 16,0 0-14-16,0 0 9 15,0 7-7-15,0 12 1 16,0 8 25-16,0 3-23 16,0 13 13-16,0 4 3 15,0 2-4-15,14 1 12 16,-4-10-5-16,1-8-12 0,2-11 21 16,3-6-28-16,-6-14 0 15,9 3-1-15,-4-4-4 16,4 0 1-16,10-4-3 15,5-19-34-15,-8-10 21 16,8 0-43-16,-5-3-11 16,-5-1 31-16,-14 3-5 15,-4 5 18-15,-6 3-7 16,0 2 20-16,0-3 8 16,0-3-7-16,-21 3 9 15,-14 5 0-15,1 2-2 16,5 10 2-16,0 2 6 15,1 8 2-15,12 0 1 0,5 0-2 16,-7 0-1 0,7 0-6-16,-7 0-13 0,2 11-40 15,6 3-67-15,2-5-14 16,8 2-91-16</inkml:trace>
  <inkml:trace contextRef="#ctx0" brushRef="#br2" timeOffset="-212865.71">2480 7656 223 0,'0'0'32'0,"0"0"-25"15,0 0 5-15,0 0 84 16,0 0-38-16,0 0-36 16,-11 0 21-16,6 0 19 15,0 0-4-15,-3 0-4 16,-3 0-24-16,1 4 7 16,-3 5-2-16,2 1-13 15,0 3-2-15,6-2-9 16,-8 5 4-16,3 1 8 0,-1 6-9 15,-7 7 19 1,7 7-8-16,1 9 2 0,2 0 15 16,8 4-6-16,0-6-4 15,0-10 1-15,0-10-17 16,18-12-12-16,11-12 0 16,-3 0-3-16,16-6-1 15,8-35-6-15,8-12-29 16,-8-11-26-16,-16 4-68 15,-13 4-12-15,-7 3 7 16,-14 13 38-16,0 10 51 16,0 7 45-16,0 17 32 15,-6 6 67-15,-2 0-11 16,3 0 4-16,-11 0-18 0,-2 0-46 16,-3 0-8-16,-3 6-20 15,-5 3-5-15,8-1-19 16,-8-2-85-16,14-6-89 15,-4 0-84-15</inkml:trace>
  <inkml:trace contextRef="#ctx0" brushRef="#br2" timeOffset="-212407.45">2979 7665 124 0,'0'0'382'0,"0"0"-366"15,0 0-13-15,0 0 40 16,0 0 32-16,0 0-40 16,-39 41-11-16,26-31 27 15,2 7 20-15,1-4-31 16,-9 10-2-16,9 7-8 15,-1 6-5-15,-2 8 23 16,13 9-12-16,0-3-7 16,0 3 13-16,0-11-31 15,13-7 0-15,21-17 5 16,6-6-10-16,-1-12 9 0,11 0-15 16,-5-13-9-16,8-27-1 15,-9-11-45-15,-15-5-24 16,-13 6 0-16,-16 3 22 15,0 7 47-15,0 4-1 16,-26 2 11-16,-14 8 23 16,6 10 9-16,5 5 30 15,0 5-11-15,13 3-36 16,-7-4-15-16,-1 0-4 16,3-6-115-16,3-8-47 15,18-1-167-15</inkml:trace>
  <inkml:trace contextRef="#ctx0" brushRef="#br2" timeOffset="-211890.82">3421 7130 233 0,'0'0'143'15,"0"0"-80"-15,0 0-10 16,0 0 29-16,0 0-1 16,0 0-61-16,0-13-5 15,5 13 21-15,14 0 16 16,2 0 12-16,8 23-29 0,10 7 13 15,6 6 17-15,2 5-41 16,-2-5-1 0,-6-7 7-16,-10-2-26 0,-8-10 5 15,-2-4-8-15,-14-6 0 16,-5-7-2-16,0 3-2 16,0-3-69-16,0 0-35 15,0 0-63-15,-10-3-73 16,-19-17-173-16</inkml:trace>
  <inkml:trace contextRef="#ctx0" brushRef="#br2" timeOffset="-211707.61">3421 7130 313 0</inkml:trace>
  <inkml:trace contextRef="#ctx0" brushRef="#br2" timeOffset="-211574.61">3421 7130 313 0,'324'-156'157'0,"-324"156"-73"0,0 0 0 0,0 0-13 0,0 0-33 15,0 0-17-15,0 2-13 0,0 26 17 16,-11 8 17-1,-18 11-19-15,-5 3-1 16,0 13-12-16,0 0-9 0,-1 4 3 16,6-11-4-16,1-10-58 15,-4-9-222-15</inkml:trace>
  <inkml:trace contextRef="#ctx0" brushRef="#br2" timeOffset="-210148.58">4363 6840 426 0,'0'0'92'0,"0"0"-11"0,0 0-23 16,0 0 0-16,0 0-9 15,0 0-22-15,0 0 6 16,0 0 4-16,0 0-14 15,0 0 8-15,0 0-18 16,0 0 6-16,0 0 4 16,0 0-15-16,0 0 6 15,0 0-14-15,0 10-10 16,0 10 9-16,0 10 2 0,0 16 2 16,0 9 14-16,15 8-11 15,-1 0 29-15,-4-7-10 16,1-3-5-16,-11-12 9 15,13-12-21-15,-8-5 0 16,-5-12-5-16,5-5 3 16,-5 0-5-16,0-7-1 15,0 0-5-15,0 0 5 16,0 0-56-16,0 0-46 16,0 0-19-16,0-20-78 15,0-16-124-15</inkml:trace>
  <inkml:trace contextRef="#ctx0" brushRef="#br2" timeOffset="-209564.6">4731 6868 231 0,'0'0'195'0,"0"0"-143"15,0 0-10-15,0 0 17 16,0 0-6-16,0 0-14 16,0-6-23-16,0 6 8 15,0 0 28-15,0 0-9 16,0 0-11-16,0 0-6 0,0 0-11 16,0 0 8-16,0 0-13 15,0 0-2-15,0 1-4 16,0-1-4-16,0 7-2 15,0 8 0-15,0 0 4 16,-11 8 4-16,3 7-4 16,-2 8-1-16,5 5 10 15,5 7-8-15,0 0 18 16,0-1 19-16,0-5-8 16,0-14-10-16,15-10-4 15,9-8-11-15,0-8 1 16,-8-4-6-16,2 0-3 15,3 0 1-15,3-7-3 0,-1-20-10 16,4-5-17 0,-4-1-31-16,-7-8 11 0,-3 5 12 15,-13-4-14-15,0 3-2 16,0 1 17-16,0 0 18 16,-5 2 12-16,-24 8 7 15,5 3 12-15,-5 8-9 16,14 8 14-16,4 7 17 15,-7 0-28-15,2 0 14 16,-8 0-5-16,9 0-12 16,-9 0-6-16,5 15-14 15,4 0-38-15,4 0-72 16,-2-2-147-16</inkml:trace>
  <inkml:trace contextRef="#ctx0" brushRef="#br2" timeOffset="-209015.93">5212 6833 267 0,'0'0'115'0,"0"0"-68"16,0 0 3-16,0 0 9 0,0 0 3 16,0 0-13-16,0 0 10 15,0 0-6-15,0 0-3 16,0 0-22-16,0 0-13 16,0 14 4-16,0 1-11 15,0 2 5-15,0 8 13 16,0 5-9-16,-5 7 14 15,5 5 2-15,0 6-4 16,0 8 3-16,0-6-5 16,0-4 2-16,5-6 2 15,24-13-20-15,-5-11 10 16,10-6-21-16,5-10 5 0,-4 0-10 16,9-10-12-16,-4-29-22 15,-1-15 2-15,1-9-46 16,-17 0-12-16,-7 3-2 15,-16 2 11-15,0 10 30 16,0 7-22-16,0 11 78 16,-34 7 17-16,0 14 58 15,-1 4-20-15,1 5 15 16,0 0-33-16,8 0-21 16,-14 0-16-16,6 11-38 15,-5 1-128-15,-1 7-149 16</inkml:trace>
  <inkml:trace contextRef="#ctx0" brushRef="#br2" timeOffset="-207706.62">2225 7879 299 0,'0'0'105'0,"0"0"-42"16,0 0 4-16,0 0-20 15,0 0-12-15,0 0-8 0,34-7-5 16,-24 7 21-16,3 0 6 16,3 0-13-16,-5 0 1 15,7 0-2-15,-2 0-3 16,8 0 7-16,4 0-18 15,1 0 2-15,6 0-6 16,-4 0-9-16,16 0 6 16,-2 0-3-16,10 0-1 15,9 0 5-15,4 3-12 16,-5 7 6-16,5-3-5 16,-7 0-1-16,2-4-1 15,0 0-2-15,-13 1 0 0,3-2 2 16,-9 5 2-1,1-3-2-15,-11-4-2 0,1 3 1 16,-7-3-3-16,-12 0 2 16,-3 0 0-16,-2 0 2 15,-6 0 1-15,-5 0 2 16,5 0-5-16,-5 0 3 16,0 0 3-16,0 0 4 15,0 3-3-15,0-3 9 16,0 7-7-16,0-4 0 15,0-3-6-15,0 3-1 16,0-3-4-16,0 0 2 16,0 0-71-16,0 0-79 15,0 0-151-15</inkml:trace>
  <inkml:trace contextRef="#ctx0" brushRef="#br2" timeOffset="-206065.17">4691 7051 137 0,'0'0'132'16,"0"0"-68"-16,0 0 0 16,0 0-7-16,0 0-13 15,0 0-1-15,0 0-7 16,0 0 16-16,0 0-2 16,0 0-17-16,0 0 8 15,0 0-15-15,0 0-5 16,0 0 8-16,0-4-11 15,0 4 4-15,11 0-2 16,7-5-16-16,-2 5 20 0,13 0-12 16,10 0 5-16,1 0 6 15,5 0-17-15,2 0 6 16,-2 0-5-16,10-2-6 16,8-4 7-16,0-4-8 15,11-1 0-15,-11 2 1 16,3-1 7-16,-3 3-6 15,-11 3-2-15,-7 4 2 16,-5 0 0-16,-19 0 1 16,2 0 3-16,1 0 8 15,-19 0-8-15,6 0 5 16,-6 0-7-16,-5 0-1 0,0 0 4 16,5 0-6-16,-5 0 0 15,0 0 19-15,0 0-19 16,0 0 8-16,0 0-1 15,0 0-3-15,0 0-5 16,0 0-23-16,0 0-26 16,0 0-29-16,0 0-63 15,-16 0-117-15,-7 0-271 16</inkml:trace>
  <inkml:trace contextRef="#ctx0" brushRef="#br2" timeOffset="-205268.44">6830 6658 360 0,'0'0'125'15,"0"0"-16"-15,0 0-1 16,0 0-21-16,0 0-19 16,0 0-19-16,-8 0-7 0,8 0 8 15,0 0-15 1,0 0-14-16,0 0-9 0,0 0-8 16,18 0-1-16,16 0 0 15,0 0 1-15,6 0 3 16,5 0-1-16,5 0-6 15,-8 0 8-15,-3 0-5 16,-5 0-3-16,-13 0 0 16,-2 0-3-16,-14 0 2 15,0 0-16-15,-5 0 5 16,0 0 6-16,0 0-29 16,0 0-15-16,0 0-30 15,0 0-40-15,0 0-93 16,0 0-85-16</inkml:trace>
  <inkml:trace contextRef="#ctx0" brushRef="#br2" timeOffset="-204914.59">6801 6964 298 0,'0'0'164'16,"0"0"-107"-16,0 0 1 0,0 0 29 15,0 0-24-15,0 0-29 16,44 4-16-16,-4-4 27 15,-1 0 5-15,1 0-19 16,7 0-15-16,-15 0 2 16,10 0-17-16,-8 0-1 15,-8 0 0-15,-2 0 0 16,-8 0-24-16,2 0-59 16,-13 0-99-16,-5 0-8 15</inkml:trace>
  <inkml:trace contextRef="#ctx0" brushRef="#br2" timeOffset="-203680.6">8649 6329 502 0,'0'0'163'0,"0"0"-78"16,0 0-27-1,0 0-14-15,0 0-12 0,0 0-4 16,-34 6-21-16,34-6 19 16,0 0-9-16,0-6-17 15,21-11-3-15,8-2-6 16,16 2-36-16,-6-11 36 16,9 13-14-16,-9 5-6 15,-13 5-6-15,-2 3 15 16,0 2 19-16,-8 0 2 15,-3 0 4-15,8 0 15 16,-11 0-9-16,3 0 15 16,-2 18 5-16,-1 17-15 15,-2 2 7-15,-8 11 10 16,0 10-9-16,0 1 22 0,0 8-28 16,-42-4 14-16,-2 0 7 15,-20-7-21-15,4-3 7 16,-8-16-13-16,10-7-5 15,8-8 2-15,10-16-9 16,1-6-3-16,5 0-34 16,5-6-24-16,18-30-31 15,11 1-25-15,0-2 19 16,16 10 53-16,29 14 45 16,7 7 7-16,-2 6 17 15,13 0 22-15,0 0 18 16,-13 19-18-16,-5 8 15 0,-5 3-6 15,-11-11-36 1,-6-1 0-16,-7-7-9 0,-11-10-7 16,3 6-4-16,-8-7 1 15,0 0-121-15,0 0-120 16,0-8-365-16</inkml:trace>
  <inkml:trace contextRef="#ctx0" brushRef="#br2" timeOffset="-203370.44">9323 6598 250 0,'0'0'264'15,"0"0"-208"-15,0 0 3 16,0 0 43-16,0 0-4 16,0 0-41-16,0 212-3 15,0-160 9-15,0-10-44 16,0-8 7-16,0-8-23 16,0-9 1-16,0-7-7 15,0-7 3-15,0-3-9 0,0 0-71 16,0 0-67-16,0-35-101 15,0-8-192-15</inkml:trace>
  <inkml:trace contextRef="#ctx0" brushRef="#br2" timeOffset="-202732.56">9630 6139 292 0,'0'0'106'16,"0"0"-41"-16,0 0-13 16,0 0 20-16,0 0-43 15,0 0-9-15,0 0 8 16,0 0 7-16,0 0 5 16,0 0-3-16,0 3-4 15,-8 13 14-15,3 12-17 16,0-3 3-16,5 10-5 0,-5-3-13 15,5 6 9-15,-6-2-5 16,6-2-6-16,0-2 9 16,0-8-19-16,0 3 0 15,16-4-3-15,13 0 0 16,5-3 2-16,1-4 0 16,-1 1 0-16,-5-1 2 15,-3-2-2-15,-8 2 5 16,-2-2-7-16,-3 2 0 15,-13-2-6-15,0-8 6 16,0 4 0-16,0 0 6 16,0 3-1-16,0 4 7 15,-23 3-5-15,-17 0-3 16,1-7-8-16,-6 0 1 16,3-6-14-16,10 1 12 0,3-8-38 15,0 0-11-15,6 0-11 16,7 0-25-16,-2-8-74 15,12-15-58-15,6-3-201 16</inkml:trace>
  <inkml:trace contextRef="#ctx0" brushRef="#br2" timeOffset="-202454.62">9549 6142 554 0,'0'0'85'15,"0"0"-30"-15,0 0 4 16,0 0 19-16,0 0-48 15,289-15-26-15,-231 9 3 16,-8 0-7-16,-11 3-12 16,-10 0-63-16,-10-1-147 15,-14 1-141-15</inkml:trace>
  <inkml:trace contextRef="#ctx0" brushRef="#br2" timeOffset="-201082.49">10480 5923 138 0,'0'0'309'0,"0"0"-218"15,0 0-9-15,0 0-15 16,0 0-18-16,0 0-25 16,21-14-17-16,-21 14 24 15,0 0 17-15,0 0-20 16,0 0 13-16,0 4-9 0,0-1-10 16,0 1 4-16,0-1-17 15,0 6 13-15,0-2 3 16,24 3-17-16,10-10 9 15,-5 0-17-15,5 0 4 16,0 0-12-16,-8-20 3 16,-2-3-30-16,-13 3-37 15,-4-3 11-15,-7 3 30 16,0 7 2-16,0 2 29 16,-29 5 17-16,1 6 7 15,-1 0 15-15,0 0-7 16,2-3-19-16,4 3 0 0,7 0-13 15,3-3-8-15,13 3-5 16,0 0-43-16,0-4-23 16,0 4-93-16,0 0-74 15</inkml:trace>
  <inkml:trace contextRef="#ctx0" brushRef="#br2" timeOffset="-200529.63">11250 5876 306 0,'0'0'72'16,"0"0"-14"-16,0 0 5 0,0 0-17 15,0 0 3 1,0 0-5-16,0 20 14 0,0-7 11 15,0 4-26-15,0 10-6 16,-10-1-2-16,-14 7-13 16,-5 7 4-16,-5 10-12 15,0 13-3-15,-6 11 17 16,-4 9-23-16,-1 7 12 16,6-1 2-16,-1-2-3 15,6-11 13-15,0-16-13 16,15-12 3-16,4-17 6 15,4-13-25-15,11-13 8 16,0 1-8-16,0-6 5 16,0 0-9-16,0 0 4 15,0 0-5-15,-8 0-10 0,8 0-45 16,0 0-1-16,0-6-28 16,0-12-13-16,0-6-70 15,0 1-124-15</inkml:trace>
  <inkml:trace contextRef="#ctx0" brushRef="#br2" timeOffset="-200031.73">11290 6531 359 0,'0'0'132'0,"0"0"-62"16,0 0 0-16,0 0-4 15,0 0-21-15,0 0 5 16,-63 34-21-16,47-18 22 15,5 4-4-15,-2 0 2 16,8 3 7-16,5 4-14 16,0 6-13-16,0-3 25 15,0-7-30-15,11-8-3 16,17-14-1-16,12-1-20 0,7 0 0 16,8-39-19-16,-2-14-34 15,-8-7-2-15,-16-3-59 16,-19 3 11-16,-10 10 26 15,0 14 32-15,0 14 45 16,-10 18 20-16,-19 4 38 16,0 0 23-16,5 0-39 15,3 4 6-15,-3 11-18 16,3 5-20-16,8 0-10 16,-3 0-44-16,11-3-87 15,-3-14-199-15</inkml:trace>
  <inkml:trace contextRef="#ctx0" brushRef="#br2" timeOffset="-199808.62">12928 6465 703 0,'0'0'0'0,"0"0"-13"0,0 0-92 16,0 0-51-16</inkml:trace>
  <inkml:trace contextRef="#ctx0" brushRef="#br2" timeOffset="-197122.44">18922 12965 358 0,'0'0'90'16,"0"0"-63"-16,0 0-15 15,0 0 2-15,0 0 11 16,0 0-5-16,0 0-18 16,10-6-1-16,-10 6 11 15,0 0-4-15,0 0 6 16,0 0 5-16,6 0 7 0,-6 0 16 16,0 0-12-16,0 0-23 15,0 0-7-15,0 0-23 16,0 0-39-16,0 0-36 15,0-7-64-15</inkml:trace>
  <inkml:trace contextRef="#ctx0" brushRef="#br2" timeOffset="-195782.61">18422 13008 213 0,'0'0'53'0,"0"0"-13"16,0 0-3-16,0 0 21 16,0 0-1-16,0 0-20 15,-10 0 13-15,10 0 18 16,0 4-9-16,0-4 3 16,0 3-28-16,0 0-4 15,0-3 6-15,0 0-16 16,5 0-5-16,24 0-15 15,21 0 0-15,18 0 12 16,11 0-9-16,18 0 1 16,-2 0-4-16,21 0 2 15,2 0 5-15,6 0-7 16,7-3 0-16,-12 0 2 0,-6-1-2 16,-6 1 0-16,-9 3 0 15,-14 0 6-15,0-4-8 16,-10 4 2-16,-6 0 0 15,-10 0-4-15,-8 0 4 16,-11 0 0-16,-4 0-2 16,-17 7 10-16,-8-3-8 15,-4-4 0-15,-6 0 0 16,0 0 13-16,0 3-11 16,0-3 7-16,0 0 2 15,0 3-9-15,0 4 15 16,0-1-15-16,0 1-1 0,0-3 6 15,0-2-2-15,0 2-2 16,0-1 1-16,0 0 0 16,0-3 0-16,0 6-4 15,0-6 3-15,0 0 1 16,0 0-3-16,0 0-1 16,0 0 6-16,-6 1-3 15,-22 3 0-15,-17 2-3 16,-5 1-5-16,-13-1-1 15,-6 1-11-15,-4 0 8 16,-1 3 9-16,-10 3-9 16,-3 3 5-16,-2 8 2 15,-14 2 2-15,1 4-4 16,-1 9 4-16,8-2 0 16,16 12 3-16,11-3-2 0,15-7 9 15,32-5 7-15,16-11-16 16,5-9 15-16,0-2-12 15,55-8 12-15,30-4-16 16,12 0-1-16,5 0-2 16,-4 0 2-16,-19 0-8 15,-24 0-2-15,-16 17 1 16,-20 12 8-16,-19 18 2 16,0 10 35-16,0 9 12 15,-24-1-18-15,-5-12-9 16,13-17 15-16,16-12-34 15,0-12 0-15,29-10-2 0,34 7-12 16,3-6 1-16,-13 3-9 16,-9 15 5-16,-33 12 0 15,-11 20-51-15,-11 16 8 16,-67 7 8-16,-7-2-122 16,-1-15-102-16</inkml:trace>
  <inkml:trace contextRef="#ctx0" brushRef="#br2" timeOffset="-193699.31">21836 11978 794 0,'0'0'78'0,"0"0"-19"16,0 0-5-16,0 0 22 15,0 0-24-15,0 0-15 0,0-78 6 16,10 119-4-16,19 23-3 16,11 8 12-16,4-2-36 15,1-16 1-15,8-31-3 16,20-23-8-16,35 0-4 15,34-83 2-15,26-44-39 16,9-34-60-16,-12-7-102 16,-23 14-141-16,-34 36-106 15</inkml:trace>
  <inkml:trace contextRef="#ctx0" brushRef="#br2" timeOffset="-186611.86">12912 15638 94 0,'0'0'24'0,"0"0"-20"15,0 0-3-15,0 0 40 16,0 0-18-16,0 0-2 15,0 0 40-15,61-90-7 16,-53 75 5-16,-3 8-20 16,-5 0-10-16,0 4-6 15,0 3-23-15,0 0-3 16,0 0-21-16,0 0-44 16,0 0 35-16,0 0 33 15,0 0 7-15,0 0-7 16,0 0-15-16,0 0 15 15,0 0 13-15,0 0 6 0,0 0 19 16,0 0 10-16,-5 0 23 16,-8 0 34-16,2 3-14 15,6 1-24-15,5-1-16 16,-5-3-14-16,5 0 7 16,0 0-13-16,0 0-2 15,0 0 10-15,-8 0-12 16,8 0 2-16,0 0 4 15,0 0-17-15,0-26-6 16,0-13-10-16,0-18-29 16,0-3 27-16,0 0-19 0,0 7 10 15,0 10-9 1,0 7 11-16,0 6 1 0,0 0-5 16,0 8 13-16,0 9-2 15,0 8 4-15,0 0-2 16,0 4 0-16,0 1-4 15,0 0 4-15,0 0-11 16,0 0-5-16,0 0 14 16,0 0-5-16,-5 0 7 15,5 6 0-15,0 11 1 16,0 7 8-16,0 18-9 16,0 5 0-16,0 15 9 15,0 18-8-15,0 20 16 16,34 9 3-16,0 8-11 15,5-2 9-15,-4-4-10 0,4-17-2 16,-5-11 11 0,-5-14-15-16,0-13 8 0,-13-10-3 15,-3-10-3-15,-13-18-2 16,5-6-2-16,-5-11 0 16,0-1 1-16,0 0 3 15,0 0-8-15,0 0 3 16,0 0-45-16,5 0-27 15,6-19-42-15,7-23-87 16,17-20-81-16</inkml:trace>
  <inkml:trace contextRef="#ctx0" brushRef="#br2" timeOffset="-185681.36">14596 15231 353 0,'0'0'125'0,"0"0"-56"0,0 0-6 15,0 0 20-15,0 0-39 16,0 0-19-16,0 0 22 15,0-5-16-15,0 5-2 16,0 0-7-16,-11 0-2 16,-7 0 4-16,-11 0-23 15,2 12 3-15,-1 8 1 16,4 3-4-16,-5 3-1 16,3 8 0-16,2 3 3 15,8 9-3-15,-2 0 1 16,7 10 0-16,6 4 21 15,5 6-2-15,0 4 3 16,0 5 15-16,21-5-18 16,32-4 4-16,7-13-13 0,22-13-5 15,-3-10-6-15,-1-14 3 16,-4-16-3-16,0 0 7 16,-19 0-5-16,8-30-2 15,-5-12 3-15,-8-11-3 16,-5-11-1-16,-11 4-15 15,-11-4 12-15,-12 3 4 16,-11-5-15-16,0 1 11 16,0 1-8-16,0 8 6 15,-29-1-7-15,-10 11 11 0,-6 2 2 16,-5 5 11 0,-8 9-11-16,8 7 11 0,-8 3-11 15,14 10 5-15,-6 10-10 16,-14 0 14-16,-4 7-9 15,-6 32 0-15,1 5-3 16,10-5 2-16,13 2-2 16,16-9-24-16,15-5-20 15,19 0-60-15,0-7-18 16,0-11-78-16,13-2-146 16</inkml:trace>
  <inkml:trace contextRef="#ctx0" brushRef="#br2" timeOffset="-184864.62">16308 15334 235 0,'0'0'118'16,"0"0"-54"-16,0 0 2 15,0 0 4-15,0 0-30 16,0 0 4-16,-19 0 4 16,19 0 14-16,0 0-7 15,-5 0-24-15,5 0 4 0,-5 0-17 16,5 0-13 0,0 0 7-16,0 14-10 0,0 16-1 15,0 5 23-15,0 18-7 16,0 14 21-16,0 13 11 15,5 6-12-15,13 2 5 16,-2-8-34-16,3-18 3 16,-4-9 2-16,4-16-12 15,-9-7 6-15,-4-14-7 16,-1-2 0-16,-5-7-2 16,0-5 2-16,0 2-6 15,0-1-8-15,0-3-36 16,0 0-24-16,0 0-1 15,0 0-49-15,0-30-96 16</inkml:trace>
  <inkml:trace contextRef="#ctx0" brushRef="#br2" timeOffset="-184215.15">16607 15401 279 0,'0'0'125'0,"0"0"-73"0,0 0-1 15,0 0 8-15,0 0-21 16,0 0-11-16,0 0 24 15,0 3-4-15,0 0 1 16,0 3-8-16,0 1-23 16,0 0 6-16,0 2-9 15,0 5-6-15,0-1 20 16,0 4-15-16,0 3 7 16,0 3 2-16,-10 7-10 15,5 7 11-15,-1 4-1 16,-1 4-11-16,7 8 20 15,0 6-12-15,0 6 2 16,0-1 8-16,18-2-8 16,21-9 14-16,11-2-13 0,3-19-20 15,-3-6 0-15,3-12-2 16,-3-14 0-16,-1 0-1 16,-1-7-21-16,-3-39-22 15,-6-14 0-15,-5-3 3 16,-10-3 9-16,-19 6-17 15,-5 0 12-15,0 7 16 16,0 4-2-16,0-3 9 16,-34 10 14-16,-6 5 0 15,1 0 10-15,-8 7 2 0,2 3 6 16,0 4 3-16,-7 4-9 16,2 5 3-16,5 8-1 15,6-1-6-15,4 7 0 16,-4 0 5-16,5 0-12 15,-6 0-1-15,6 13-15 16,10 13-44-16,1-1-108 16,7-9-113-16</inkml:trace>
  <inkml:trace contextRef="#ctx0" brushRef="#br2" timeOffset="-183665">17226 14563 427 0,'0'0'101'0,"0"0"-33"16,0 0-28-16,0 0 5 15,0 0-26-15,0 0 7 16,147-104 32-16,-108 93-21 15,-10 10 5-15,0 1 1 16,5 0-1-16,-18 0 22 16,8 0-17-16,-14 23 0 15,-4 3 1-15,-6 14-13 16,0 14 6-16,-11 11-15 16,-47 6-17-16,-2-9 17 15,7-6-25-15,19-12-1 16,18-11 0-16,16-9-2 15,0-12 2-15,0 2-9 0,34-5-11 16,35-2 18 0,4-7 2-16,1 0-18 0,10 0-13 15,-10-1-40-15,-11-14 4 16,-8 8-62-16,-21 0-62 16,-15 6-157-16</inkml:trace>
  <inkml:trace contextRef="#ctx0" brushRef="#br2" timeOffset="-183070.36">18717 15519 439 0,'0'0'129'0,"0"0"-56"16,0 0-3-16,0 0 10 15,0 0-29-15,0 0-15 16,-21 0 1-16,21 0-24 0,26 0-1 16,21 0 32-16,14 0-18 15,7 4-5-15,11 3-13 16,13-7-8-16,-13 0-4 15,0 0-2-15,-16 0 6 16,-18 0-40-16,-11 0-46 16,-16 0-26-16,-12-16-19 15,-1 2-77-15,-5-2-152 16</inkml:trace>
  <inkml:trace contextRef="#ctx0" brushRef="#br2" timeOffset="-182681.38">18982 15219 345 0,'0'0'82'16,"0"0"-39"-16,0 0 23 0,0 0-5 15,0 0-27-15,0 0 16 16,42 205-5-16,-26-156-6 15,0 8 18-15,8-1-22 16,-6 2-11-16,-2-4-19 16,-6-8 0-16,-4-8-10 15,7-10-15-15,-13-8-77 16,5-16-137-16,-5-4-287 16</inkml:trace>
  <inkml:trace contextRef="#ctx0" brushRef="#br2" timeOffset="-182117.92">18848 16139 442 0,'0'0'84'0,"0"0"-41"16,0 0 24-16,0 0 22 15,0 0-54-15,0 0-7 16,-34 0 19-16,29 0-2 15,5 0 5-15,-8 0-8 16,8 0-6-16,0 0 4 16,0 0-17-16,0 0-4 15,0 0 2-15,0 0-21 16,0 0-4-16,0 0 2 16,13 0 2-16,21 0 10 15,11 0-10-15,18 0 3 16,5 6-6-16,6-3 7 15,-8 4-4-15,2-7 2 0,-5 4 0 16,-13-1 0 0,-2-3-2-16,-9 0 0 0,-10 0-6 15,-19 0 8-15,1 0-2 16,-11 4 0-16,5-4-8 16,-5 2 7-16,0-2-16 15,0 3-9-15,0-3-15 16,0 0-35-16,0 0-21 15,0 0-102-15,0 0-196 16</inkml:trace>
  <inkml:trace contextRef="#ctx0" brushRef="#br2" timeOffset="-180650.6">20458 15407 200 0,'0'0'71'16,"0"0"13"-16,0 0-20 15,0 0-18-15,0 0-5 16,0 0-7-16,0 0 0 15,0 0 13-15,0 0-17 0,0 0-8 16,0 0-5-16,0 0-7 16,0 0 11-16,0-6-12 15,0-1-9-15,0 0-4 16,0-2 4-16,0-2 8 16,0-3-8-16,0 5-2 15,0-1 2-15,0-3 0 16,0 6 1-16,0 0 7 15,0 4-7-15,0 3 15 16,0 0 12-16,0 0-6 16,0 0 5-16,0 0-19 15,0 0-3-15,0 0 12 16,0 0-12-16,0 0-1 0,0 0 14 16,0 26 7-1,0 22 27-15,0 10-2 0,0 9-17 16,0 3-1-16,0-5-22 15,29-5 1-15,21-18-11 16,13-5-3-16,5-10 0 16,6-8-21-16,-14-5 15 15,-12 2 8-15,-9-2 2 16,-18 2 1-16,-3 4-2 16,-12-3 0-16,-6 3 0 15,0-1 15-15,0 8-13 16,-16-4 9-16,-26 3-10 15,-8-5-1-15,-8-1 0 0,-2-4 3 16,-4-2-5 0,9-7 2-16,-3 2 0 0,14-2-4 15,9-4-9-15,6-3-22 16,14 0-31-16,7 0-21 16,8-3-38-16,0-24-136 15,0-3-18-15</inkml:trace>
  <inkml:trace contextRef="#ctx0" brushRef="#br2" timeOffset="-180376.23">20555 15344 207 0,'0'0'342'16,"0"0"-253"-16,0 0 26 15,0 0-29-15,305-3-25 16,-226 3-45-16,-5 0-3 16,-11 0-13-16,-13 0 0 15,-16 0-3-15,-10-4-20 16,-9-6-72-16,-15 4-160 15,0-4-82-15</inkml:trace>
  <inkml:trace contextRef="#ctx0" brushRef="#br2" timeOffset="-179933.92">21930 14945 433 0,'0'0'141'0,"0"0"-48"15,0 0-8-15,0 0-25 16,0 0-44-16,0 0 22 15,-39 72 29-15,39-42-5 16,0-7-14-16,0-5-32 16,0-7-9-16,0-10-7 15,24-1-11-15,10 0 2 16,0-7-42-16,-5-23-25 16,-3-6-29-16,-13 3-8 15,-7 3-9-15,-6 11 84 16,0 8 38-16,-24 8 26 15,-15 3 81-15,4 0-36 0,1 0-19 16,13 0-20 0,8 10-15-16,8-4-17 0,5-6-21 15,0 0-133-15,0 0-162 16</inkml:trace>
  <inkml:trace contextRef="#ctx0" brushRef="#br2" timeOffset="-179529.86">22675 15016 320 0,'0'0'129'0,"0"0"-67"16,0 0 16-16,0 0 14 15,0 0-48-15,-132 199-11 16,93-137 26-16,-11 18-14 16,-13 13-5-16,0 17 0 15,-16 12-13-15,5 8 6 16,0-9-22-16,19-15-10 15,21-30 6-15,16-23-6 0,7-26-1 16,11-14 0-16,0-9-2 16,0-4 2-16,0 0-25 15,0 0-29-15,0 0 16 16,0-7-34-16,0-6-65 16,0-4 20-16,11-3-21 15,12 1-89-15</inkml:trace>
  <inkml:trace contextRef="#ctx0" brushRef="#br2" timeOffset="-179170.42">22832 15807 589 0,'0'0'179'0,"0"0"-58"16,0 0-13-16,0 0-21 16,-84 196-34-16,84-150-1 15,0-9 11-15,0-14-42 16,29-10-9-16,5-6-12 16,6-7 3-16,-1 0-10 15,1-23 6-15,-11-21-19 16,-8-6 11-16,-8 1-30 15,-13 6-1-15,0 10 16 0,0 13-3 16,-24 6 25 0,-10 9 2-16,10 5 4 0,3 0 23 15,-2 0-27-15,12 0-5 16,-13 0-28-16,14 0-123 16,-1 0-113-16</inkml:trace>
  <inkml:trace contextRef="#ctx0" brushRef="#br2" timeOffset="-178992.61">24029 15869 817 0,'0'0'222'0,"0"0"-185"0,0 0-37 15,0 0-38-15,0 0-216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46:10.10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6801 8717 350 0,'0'0'100'0,"0"0"-48"16,0 0 28-16,0 0 0 16,0 0-17-16,0 0-13 15,0 0-14-15,0 0 15 16,-6 0-10-16,6 0-11 16,0 0 17-16,0 0-31 15,0 0 8-15,0 0 7 16,0 0-14-16,0 0 8 15,0 0-13-15,0 0-11 16,0 0 20-16,0 0-21 0,0 12 0 16,0 11 8-16,6 12-5 15,4 9 9-15,-5 9 6 16,9 6-1-16,-9 1 2 16,0-10-19-16,0-7 0 15,1-20 2-15,-1-10 1 16,-5-9-3-16,8-4 0 15,-3 0-12-15,5 0 6 16,1 0-34-16,7 0-2 16,-2 0 32-16,8-4 10 15,-3 2 7-15,-3-5-7 16,-2 0 3-16,-3 7-5 16,-2-3 2-16,-1 3 0 0,9-4-2 15,-4 4 2 1,9 0-4-16,0 0 4 0,-3 0 0 15,3 0-5-15,-3 0 5 16,2 0-11-16,-12 0-34 16,2 0-70-16,-8-13-115 15,-5-13-78-15</inkml:trace>
  <inkml:trace contextRef="#ctx0" brushRef="#br0" timeOffset="499.73">7174 8758 383 0,'0'0'49'0,"0"0"-19"16,0 0 22-16,0 0 9 15,0 0-42-15,0 0 17 16,-10 0 21-16,10 0-18 16,0 0-2-16,0 0-3 15,0 0-3-15,0 0 9 16,0 0-17-16,0 0 2 16,0 0-9-16,0 0-15 15,0 1 7-15,0 13 1 0,0 7-6 16,0 4 19-1,15 10-13-15,-2 11 10 0,-2 11 6 16,-1 9-1-16,-4 11-1 16,-1 2-3-16,3-2-15 15,-3-6 10-15,0-17-15 16,1-8 0-16,-1-10 0 16,0-10 4-16,3-7-1 15,-3-1-3-15,1-13 3 16,-6 3-9-16,5-8 7 15,-5 0-1-15,0 0 0 16,0 3-9-16,5-3 1 0,0 0-36 16,-5 0-66-16,0 0-60 15,0-6-128-15</inkml:trace>
  <inkml:trace contextRef="#ctx0" brushRef="#br0" timeOffset="1417.01">8218 8713 443 0,'0'0'147'15,"0"0"-29"-15,0 0-18 16,0 0-2-16,0 0-38 0,0 0-31 16,-5 0-7-1,39 0-13-15,16 0-2 0,13 0 14 16,3 0-11-16,2 0 4 15,1 0-11-15,-12 0 1 16,-12-9-8-16,-11 3-2 16,-18 1-14-16,-3-5-7 15,-13 7-22-15,0-1 32 16,0-2 3-16,0 5 6 16,0-5 1-16,0 3 7 15,0 3 0-15,0 0 4 16,0 0-2-16,-5 0-3 15,-3 0 1-15,3 0 0 16,5 0-3-16,-5 0 5 0,5 0-2 16,-11 9 17-16,-2 2-13 15,2 2 10-15,-4 7-14 16,9 3 6-16,-7 5-6 16,8 2 1-16,0 17 1 15,5 12 20-15,0 24-19 16,0 24 25-16,0 12 7 15,16 4-6-15,12-14 12 16,1-21-33-16,0-28-7 16,-8-17 19-16,-2-23-19 15,-3-10 7-15,-3-7-8 16,-13-3-5-16,0 0-14 16,0-3-73-16,0-24-37 0,0-3-41 15,-19 1-264 1</inkml:trace>
  <inkml:trace contextRef="#ctx0" brushRef="#br0" timeOffset="1621.01">8494 9162 549 0,'0'0'138'0,"0"0"-80"0,0 0 0 16,0 0 3-16,0 0-61 16,337-43-19-16,-292 14-147 15,-24-1-174-15</inkml:trace>
  <inkml:trace contextRef="#ctx0" brushRef="#br0" timeOffset="2366.77">9670 8789 123 0,'0'0'80'0,"0"0"-55"15,0 0 2-15,0 0 1 16,0 0-5-16,0 0-15 16,50-46 22-16,-45 39-10 15,0-1-10-15,-5 2 0 16,6-3-9-16,1 0-1 15,-7 3 4-15,6-2-3 16,-1 1 3-16,-5 7 17 16,5 0 16-16,-5 0 26 15,0 0 9-15,0 0 6 16,5 0-12-16,-5 0-19 16,0 0-3-16,0 0-7 0,0 0-17 15,0 0 8-15,0 0-16 16,0 7-3-16,0 9 1 15,0 7-6-15,0 14 16 16,0 16 5-16,0 18 8 16,0 19 18-16,0 9-8 15,0-2-3-15,0-11 9 16,0-21-23-16,6-27-1 16,7-15-10-16,-8-16-14 15,0-7 1-15,1 0-2 16,-6 0 0-16,0 0 0 15,0 0-56-15,0 0-15 0,0-9-8 16,0-19-55 0,0-3-18-16,0-10-129 0,0-13-218 15</inkml:trace>
  <inkml:trace contextRef="#ctx0" brushRef="#br0" timeOffset="2916.99">9970 8710 357 0,'0'0'104'0,"0"0"-36"16,0 0 26-1,0 0-32-15,0 0-22 0,0 0 6 16,0 3-1-16,0 6 8 15,0-2-1-15,0 7-21 16,0-5 2-16,0 5-14 16,0 2-1-16,0 7 8 15,0-2-13-15,0 2 9 16,0 12-2-16,0 8 3 16,0 10 16-16,0 20 2 15,0 13 11-15,5 1 7 16,34-8-17-16,1-19 3 15,4-21-16-15,-1-13-18 16,1-23-1-16,-4-3-10 0,10-29-9 16,-3-40 0-1,-8-17-21-15,-4-14-15 0,-30 7-13 16,-5 10-19-16,0 10 33 16,0 14 12-16,-18 5 32 15,-22 10 1-15,-5 11 5 16,6 6 34-16,-6 13 0 15,11 2-17-15,-5 5 12 16,4 7-14-16,-7 0-15 16,11 0 5-16,-3 0-11 15,-1 0-6-15,1 0-7 16,5 0-33-16,13 0-31 16,3-5-34-16,13-10-86 0,0 1-86 15,0 2-160 1</inkml:trace>
  <inkml:trace contextRef="#ctx0" brushRef="#br0" timeOffset="3484.77">10837 8053 423 0,'0'0'84'16,"0"0"-4"-16,0 0 12 16,0 0-33-16,0 0-11 15,0 0-7-15,0 0 21 16,0 0-6-16,6-6-18 16,10 5-13-16,7 1 0 15,6-5 21-15,5 5 11 0,0 0-30 16,-12 0 4-16,-4 0-5 15,-13 12 4-15,-5 5 6 16,0 12-35-16,0 8 9 16,-18 6-7-16,-22 3 1 15,1-6-8-15,5-7 1 16,18-10 2-16,11-6-3 16,5-7-1-16,0-7-7 15,15 1-9-15,30-4-7 16,18 0 16-16,11 0-3 15,-6-11-7-15,-5-8-29 16,-13 6-83-16,-21 6-125 0,-18 7-474 16</inkml:trace>
  <inkml:trace contextRef="#ctx0" brushRef="#br0" timeOffset="4283.18">13620 9023 529 0,'0'0'181'0,"0"0"-113"16,0 0-25-16,0 0-19 15,0 0-13-15,0 0-10 16,294-10 31-16,-220 10-14 0,-16 0-4 16,-8 0 14-16,-16 4-24 15,-5 5 0-15,-18-5-4 16,-6-1-31-16,-5 0-42 16,0-3-110-16,0 0-150 15</inkml:trace>
  <inkml:trace contextRef="#ctx0" brushRef="#br0" timeOffset="4485.71">13733 9434 446 0,'0'0'133'0,"0"0"-84"0,0 0 23 15,295-18 5-15,-227 0-76 16,-10 1-1-16,-19 5-29 16,-10-1-105-16,-18 2-103 15</inkml:trace>
  <inkml:trace contextRef="#ctx0" brushRef="#br0" timeOffset="4966.16">15027 8660 433 0,'0'0'203'16,"0"0"-78"-16,0 0-35 0,0 0-2 16,0 0-49-1,0 0-7-15,5 10-2 0,-5 24 4 16,0 14 18-16,5 12-20 15,6 7 4-15,7-3 15 16,3-4-19-16,14-10-5 16,12-13-18-16,3-11-3 15,0-16-12-15,8-10 4 16,0 0-12-16,-3 0 4 16,-10-13-10-16,-6-4 12 15,-5 7-7-15,-15 7-24 16,-4-1-13-16,-1 4-13 0,-9 0-38 15,0 0-22 1,-5-2-85-16,0-12-113 0</inkml:trace>
  <inkml:trace contextRef="#ctx0" brushRef="#br0" timeOffset="5352.44">15571 8577 502 0,'0'0'116'0,"0"0"-37"16,0 0 34-16,0 0-45 0,0 0-60 15,0 0 17 1,0 0 9-16,0 0 6 0,0 0 2 15,0 10-18-15,0 7 7 16,0 13 4-16,0 16-16 16,0 15 9-16,0 17-2 15,6 27 11-15,4 18 10 16,1 3-24-16,2-2 2 16,-8-28-11-16,6-30-11 15,2-24 1-15,-3-21-4 16,1-12 0-16,-6-9-3 15,-5 0-27-15,0-15-49 0,0-30-56 16,0 1-50 0,0-9-144-16</inkml:trace>
  <inkml:trace contextRef="#ctx0" brushRef="#br0" timeOffset="5834.25">15808 8706 599 0,'0'0'105'0,"0"0"-53"15,0 0 22-15,0 0-36 0,0 0-22 16,0 0-14-16,308-56 2 15,-269 46-3-15,-10 0 1 16,-3 3-2-16,-2 0 0 16,-13 7 0-16,-6 0 0 15,-5 0 4-15,0 0-2 16,0 0 8-16,0 0-2 16,0 0 8-16,0 0-8 15,0 14 21-15,0 9-8 16,-16 4-18-16,6 10 9 15,-4 12 8-15,9 19 1 16,5 22 29-16,0 12 1 0,0 11 6 16,0-3 4-16,0-15-24 15,0-21-2-15,0-23-11 16,11-21-19-16,2-13 0 16,-8-14-5-16,0-3-10 15,-5 0-9-15,0 0-39 16,0-11-49-16,0-19-17 15,0-2-41-15,0-3-67 16,0 4-213-16</inkml:trace>
  <inkml:trace contextRef="#ctx0" brushRef="#br0" timeOffset="6007.48">16018 9066 568 0,'0'0'188'15,"0"0"-91"-15,0 0-15 16,0 0-8-16,0 0-48 16,305-96-26-16,-247 76-11 15,-13-3-73-15,-11 0-69 16,-15-2-165-16</inkml:trace>
  <inkml:trace contextRef="#ctx0" brushRef="#br0" timeOffset="6534.7">16823 8597 130 0,'0'0'501'0,"0"0"-437"15,0 0-26-15,0 0 13 16,0 0-38-16,0 0 4 15,0 0 35-15,-10 3-7 16,-14 7 3-16,3 7-26 16,-8 2 16-16,0 5-4 15,5-1-15-15,3 6 15 16,-2 0-9-16,7 1-6 16,3 8 22-16,2 7-13 15,11 8 20-15,0 13-6 0,0 11-18 16,0 2 20-16,19 1-8 15,20-7-9-15,1-15 14 16,10-15-28-16,-6-20 2 16,9-21-15-16,-8-2-4 15,-1-2 2-15,-4-45-11 16,-6-17-21-16,-5-15-3 16,-11-4-34-16,-18 0 21 15,0 6 15-15,0 3-28 16,-13 7 36-16,-21 14 23 15,-11 7 4-15,6 13 25 16,-1 10-13-16,6 5 10 0,10 6 5 16,3 1-26-16,3 10-2 15,-3-4 1-15,3 4-41 16,-6-8-19-16,8-5-109 16,11-2-115-16,5 0-283 15</inkml:trace>
  <inkml:trace contextRef="#ctx0" brushRef="#br0" timeOffset="7033.52">17425 8557 577 0,'0'0'142'0,"0"0"-105"16,0 0 4-16,0 0-14 0,0 0 4 15,0 0-22-15,-18 17 35 16,13-11 25-16,-6 7-17 16,-7 1 4-16,2-5-20 15,3 9-7-15,2 5 16 16,1 3-20-16,5 14 10 16,-9 10-2-16,14 14-12 15,0 16 14-15,0 10-5 16,0 6-2-16,0-7 11 15,29-13-24-15,6-29 1 0,-1-18-11 16,0-22 1 0,0-7-12-16,0 0 2 0,11-46-14 15,0-20 4-15,2-14-33 16,-15-2-12-16,-9 5-11 16,-17 11-21-16,-6 6 54 15,0 5-5-15,0 7 32 16,-6 5 10-16,-38 5 9 15,4-2 16-15,-5 4 6 16,3 9-29-16,3 3 14 16,5 8-16-16,13 9-7 15,2 1 0-15,9 6-27 16,4 0-15-16,6 0-80 16,0 3-110-16,0 21-201 15</inkml:trace>
  <inkml:trace contextRef="#ctx0" brushRef="#br0" timeOffset="7817.52">18406 9192 737 0,'0'0'154'15,"0"0"-59"-15,0 0 31 16,0 0-80-16,0 0-24 16,0 0 28-16,153 50-14 15,-93-47 1-15,3-3-10 16,-5 0-22-16,3 0 21 16,-9 0-21-16,-7 0-3 0,-5 0 11 15,-17-19-12 1,-2-1-2-16,-8-10-2 0,-2-7-4 15,-11-6 6-15,0-3-6 16,0-10 3-16,0 1-1 16,0 0-13-16,0 2 10 15,0 3-1-15,-5 3-12 16,-1 3 20-16,6 4-1 16,0 4 2-16,0-1-2 15,0 4 2-15,0 3 0 16,0 7 6-16,21 3-3 15,14 3 11-15,4 7-8 0,8 7-1 16,-7 3 17-16,-1 0-16 16,6 0 7-16,0 0 6 15,2 7-14-15,-7 19 22 16,-1 1-19-16,-5 6 9 16,-13 10 12-16,-2 7-18 15,-14 10 10-15,-5 12-1 16,0 11-13-16,0 14 21 15,0-3-21-15,-5-14-2 16,-1-14 13-16,6-23-16 16,0-13 7-16,0-10-9 15,21-13-6-15,24-7 1 16,13 0-2-16,10-4-11 16,22-22 8-16,26-8-29 15,7 2 21-15,9 5-13 0,-9 14-81 16,-15 9-104-16,-24 4-159 15</inkml:trace>
  <inkml:trace contextRef="#ctx0" brushRef="#br0" timeOffset="8401.04">21194 9040 459 0,'0'0'244'16,"0"0"-118"-16,0 0-15 16,0 0 4-16,0 0-61 15,0 0-13-15,29-17-11 16,-29 34 2-16,-5 13 6 15,-29 16-23-15,-11 14-7 0,-8 9 2 16,3-2-9-16,11-4 7 16,5-11-8-16,10-20-5 15,13-15-5-15,1-15-75 16,10-2-31-16,0-25-140 16,0-25-301-16</inkml:trace>
  <inkml:trace contextRef="#ctx0" brushRef="#br0" timeOffset="8566.08">21610 9063 980 0,'0'0'172'0,"-156"186"-92"15,96-90-16-15,7-2-64 0,14-14-64 16,-6-17-249-16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4T07:12:23.2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1 346 3217,'1'-1'9607,"10"-1"-9676,881 2 152,-577 6-209,1508-6-1424,-1273 3 1961,-545-3-447,0 0 0,-1-1 0,1 1 0,0-1-1,-1 0 1,1-1 0,0 1 0,-1-1 0,0 0 0,1 0-1,-1 0 1,8-6 0,2-1 386,-13 8-330,1 0-1,-1 0 1,0 0 0,0-1-1,0 1 1,0 0 0,0 0-1,0-1 1,-1 1-1,2-3 1,-1 3-20,-1-1-1,1 0 1,0 1-1,0-1 1,0 1 0,1-1-1,-1 1 1,0-1-1,1 1 1,-1 0-1,2-2 1,45-26-3,41-23 11,-81 48-6,0-1 0,0 0 0,-1 0-1,0 0 1,0-1 0,0 0 0,-1-1 0,8-9-1,-13 15-2,0 0 0,0-1 0,0 1 0,0 0 0,0-1 0,-1 1 0,1-1 0,0 1 0,-1-1-1,1 1 1,-1-1 0,1 0 0,-1 1 0,0-1 0,1 0 0,-1 1 0,0-1 0,0 1 0,-1-4 0,1-1-7,0-24-419,0 29 366,-1 2-4,0-1 98,0 1 0,1-1 1,-1 1-1,0-1 0,1 1 0,-1-1 0,0 1 0,1 0 0,-1-1 0,1 1 0,-1 0 1,1-1-1,-1 1 0,1 0 0,0 0 0,-1 0 0,1-1 0,0 1 0,0 0 0,0 0 1,-1 0-1,1 0 0,0-1 0,0 1 0,0 0 0,0 0 0,0 0 0,1 1 0,-1 40 95,1-28 39,-1 142 185,-5-140-353,4-15 0,0 1-1,0 0 1,1 0-1,-1 0 1,0 0-1,1 0 1,0 0-1,-1 0 1,1 0-1,0 0 1,0 2-1,-5 34-107,5-37 94,0 1 1,0-1-1,0 1 1,0-1-1,0 1 1,0-1-1,-1 1 1,1-1-1,0 0 1,-1 1-1,1-1 1,-1 1-1,1-1 1,-1 0-1,0 1 1,0-1 0,0 0-1,-1 2 1,0-2 4,0 0 1,-1 0 0,1 1-1,-1-1 1,0-1 0,1 1-1,-1 0 1,0-1 0,-5 1 0,-19 1-204,-1-1 1,-46-4-1,2 0 170,-63 3-15,135 0 62,-1-1 1,0 0 0,1 0-1,-1 0 1,1 0 0,-1 0 0,1 1-1,0-1 1,-1 0 0,1 0-1,0 0 1,0 0 0,0 0-1,0 0 1,-1 0 0,1 0 0,0 0-1,1 0 1,-1 0 0,0 0-1,0 0 1,1-1 0,-1-2 25,0 0-44,1 1 0,-1-1 0,1 0 0,0 0 0,0 1-1,0-1 1,1 0 0,-1 1 0,1 0 0,0-1 0,0 1 0,0 0-1,0 0 1,1 0 0,-1 0 0,1 0 0,0 0 0,0 1-1,3-3 1,21-22-207,33-41-297,-38 46 266,22-31 0,-41 49 237,-1-1-1,0 0 1,0 0-1,0 0 1,-1 0-1,0 0 1,0 0-1,0-5 1,7-24-321,-7 30 334,0 0 1,1 0-1,0 1 0,0-1 0,0 1 0,0 0 0,0 0 0,1 0 0,0 0 0,3-4 0,-5 7 19,-1-1 1,1 1-1,-1 0 1,0 0-1,1 0 1,-1-1-1,0 1 1,1 0-1,-1 0 0,0-1 1,1 1-1,-1 0 1,0-1-1,0 1 1,1 0-1,-1-1 0,0 1 1,0-1-1,0 1 1,0 0-1,1-1 1,-1 1-1,0-1 0,0 1 1,0 0-1,0-1 1,0 0-1,-11 1 1071,-17 10-503,-33 20-387,-77 51 1,-52 51-7,83-56-34,82-61-129,0-1 0,-30 13 0,-22 11 7,60-32 53,17-10 18,11-6-74,148-103-125,71-56-824,-221 162 870,26-19 417,-37 26-293,-5 1-35,0 0 0,-1 0 0,1 0 0,0 1 0,0 0 0,0 0 0,0 1 0,0 0 0,-9 6 0,-9 6 50,-25 20 0,34-23 27,-72 59 856,-123 131 1,109-91-444,81-83-477,17-17-90,14-13-348,24-15-87,0-1-1,-2-2 0,44-33 0,88-88-2074,-81 57 1279,-50 48 1420,2 2 1,58-36 3440,-86 89-2261,-3 34-1179,-4-38 326,5 165-243,-5-165-296,0-42-2083,0 27 2139,0-1-1,0 1 0,0-1 1,0 1-1,0-1 1,0 1-1,0 0 0,0-1 1,0 1-1,0-1 1,0 1-1,0-1 1,0 1-1,-1 0 0,1-1 1,0 1-1,0-1 1,0 1-1,-1 0 1,1-1-1,0 1 0,0 0 1,-1-1-1,1 1 1,0 0-1,-1-1 1,1 1-1,0 0 0,-1 0 1,1 0-1,-1-1 1,1 1-1,0 0 0,-1 0 1,1 0-1,-1 0 1,1 0-1,-1-1 1,-1 2 25,1-1 1,-1 0 0,1 1-1,-1-1 1,1 1 0,-1-1-1,1 1 1,-1 0 0,1 0-1,0-1 1,-3 3 0,-57 47 797,35-27-438,-35 23 0,4-10 332,-2-4 0,-121 50 0,175-80-709,1 0 0,-1-1 0,0 1 0,1-1 0,-1 0 0,0-1 0,-7 1 0,11-1-117,1-318-2648,0 316 2759,0 0 0,-1 1 0,1-1 0,0 1 0,-1-1 0,0 1 0,1 0 1,-1-1-1,0 1 0,0-1 0,1 1 0,-1 0 0,0 0 0,0-1 0,-1 1 1,1 0-1,0 0 0,0 0 0,0 0 0,-1 0 0,1 1 0,0-1 0,-1 0 0,1 1 1,-1-1-1,1 1 0,-2-1 0,-7-2 24,1 0 0,-1 2-1,-11-2 1,14 2-6,-32-3 52,-52 2 0,69 2-16,10 1-2,0 0 0,1 0 0,-1 1 0,1 1 0,-1 0 0,1 1 0,-19 8 0,12-3 181,1 0-1,1 1 1,-31 25-1,44-33-147,2-1-67,0-1 0,0 0 0,1 1 0,-1-1 0,1 1 0,-1-1 0,0 1 1,1 0-1,-1-1 0,1 1 0,-1 0 0,1-1 0,-1 1 0,1 0 0,0 0 0,-1-1 0,1 1 0,0 0 0,-1 1 0,6-1-125,2-2-22,0 0 0,-1 0 1,1-1-1,0 0 1,-1 0-1,1 0 1,-1-1-1,11-6 1,-8 4 55,164-87-1233,-25 12-1261,-116 64 1884,151-82 2271,-195 103-367,-77 49 110,-87 69-1,124-85-891,-4 3-41,-107 70 680,161-110-1199,6-5-376,57-55-1158,59-74 0,-91 96 1239,-1-1 0,-2-1 0,35-72 0,-58 104 450,0 0-1,0 1 1,-1-1 0,0 0 0,0-1-1,-1 1 1,1-12 1059,-10 19-983,0 1 0,0 1 0,0 0 0,0 0 0,0 0 0,0 1 1,0 0-1,-9 6 0,-1-1-15,-405 203 1732,230-103-822,201-129-2588,-2 9 1404,2 0 0,-1 0 1,15-15-1,45-46-197,-21 24-412,-30 30 420,46-55-1286,-59 70 1555,-2 4 85,-1-1 0,1 1-1,-1-1 1,1 0-1,-1 0 1,0 1 0,1-1-1,-1 0 1,0 0-1,1 0 1,-1 1 0,0-1-1,0 0 1,0 0-1,0 0 1,0 0 0,0 1-1,0-4 236,-3 4-141,-1 1 1,1-1 0,0 1-1,0 0 1,-1 0-1,1 0 1,0 0 0,0 0-1,0 1 1,0 0 0,0-1-1,0 1 1,1 0-1,-1 0 1,-3 4 0,-3 1 95,-26 20 345,1 2 1,-41 45-1,-52 74 934,45-50-832,63-78-503,2 2 1,0 0-1,-21 39 1,37-61-143,1 1 0,0-1 1,-1 1-1,1-1 0,0 1 1,0-1-1,0 1 0,-1 0 1,1-1-1,0 1 0,0 0 1,0-1-1,0 1 0,0-1 1,0 1-1,0 0 0,0-1 1,0 1-1,0 1 1,1-2-38,0 0 0,-1 0 1,1 0-1,-1 0 0,1 1 1,0-1-1,-1 0 1,1 0-1,-1 0 0,1 0 1,0 0-1,-1-1 0,1 1 1,-1 0-1,1 0 1,0 0-1,-1 0 0,1-1 1,-1 1-1,1 0 0,-1-1 1,1 1-1,-1 0 1,1-1-1,0 0-57,26-17-618,-2-2 1,0 0-1,-2-2 1,0 0-1,-1-2 1,-1 0-1,-2-1 1,29-49-1,-40 59 380,-1-2-1,-1 1 0,0-1 0,-1 0 0,-1 0 1,-1-1-1,0 1 0,-1-1 0,-7-31 858,4 49-382,0 0 0,0-1 1,0 1-1,0 0 1,0 0-1,0 1 0,-2-1 1,1 0 159,-13 0 330,4-1-169,0 1 0,-1 1 0,1 0 0,0 0 0,-1 1 0,1 1 0,-13 4 1,-16 11 107,2 2 0,0 1 0,-49 38 0,45-30-114,-218 141 1583,71-48-1218,175-114-773,12-7-26,0 1 0,-1-1 0,1 0 0,0 1 0,0 0 0,0-1 0,0 1 0,0 0 0,1 0 0,-1 0-1,-2 4 1,3-4-120,27-22-2740,232-175-2947,-191 146 2710,-7 2-406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4T07:12:30.7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5875 321 3778,'0'0'6800,"-35"32"-5810,0 1-616,-196 166 1845,-179 86 1364,397-278-3499,11-6-77,0 0 1,0 0-1,0 0 1,0 0-1,1 0 1,-1 0-1,0 1 1,1-1-1,-1 1 1,1-1-1,0 1 1,-3 3 0,3-4-97,17-10-1322,103-92-187,-5-5 0,126-150 0,-224 238 1476,-1-1 0,-1 0-1,0-1 1,16-34 1062,-36 54-303,-9-1-406,0 2-1,0 0 0,0 1 0,0 0 0,0 1 1,-19 7-1,-148 69 696,124-52-548,-198 95 1330,61-27-1209,195-95-512,0 0 0,0 0-1,-1 0 1,1 1 0,0-1 0,0 0 0,0 0 0,0 0 0,-1 0 0,1 0 0,0 0-1,0 1 1,0-1 0,-1 0 0,1 0 0,0 0 0,0 0 0,0 0 0,-1 0-1,1 0 1,0 0 0,0 0 0,0 0 0,-1 0 0,1 0 0,0 0 0,0 0 0,-1 0-1,1 0 1,0 0 0,0 0 0,0 0 0,-1 0 0,1-1 0,0 1 0,0 0-1,0 0 1,-1 0 0,1 0 0,0 0 0,0 0 0,0-1 0,0 1 0,-1 0-1,5-13-692,2 0 357,1 1 0,0 0 0,0 0 0,1 1-1,18-19 1,57-53-1345,-44 47 542,-34 31 993,28-26-1077,-1 0 0,-2-3 0,45-64 0,-73 95 1258,-1 0 0,1 0 0,0-1 0,-1 1 0,0-1 0,0 1 0,0-1 0,-2-15 2112,-10 20-1654,-1 0 1,0 0-1,0 1 1,1 1-1,-1 0 0,1 0 1,-22 11-1,-2 4 10,-36 25-1,46-27-191,-112 72 880,-177 104 1475,141-101-1666,164-85-1038,17-15-414,1 0-1,0 1 0,16-12 1,1-1 84,137-108-1944,4 7 0,235-128 1,-339 222 6854,-148 82-3479,-174 117 307,-141 126 855,190-140-1564,198-148-635,10-8-13,0 1-1,-1-1 0,1 1 0,0 0 0,0 0 1,0 0-1,0 0 0,0 0 0,1 1 0,-3 2 0,3-4-42,23-48-1572,-1 10 1322,31-41-1,-28 43 51,13-20-584,64-72 0,-80 105 756,2-2-101,-1 0 0,-1-2 0,-1-1 0,20-34 0,-39 59 197,0-1 1,0 1 0,0 0 0,0-1 0,0 0 0,0 1 0,-1-1 0,1 1 0,-1-1 0,0-5 0,-5 8 258,-17 0-183,1 1 0,-1 1 0,1 1-1,0 0 1,-37 12 0,-478 194 2210,328-121-1332,84-37-876,353-179-2004,-126 67 994,-67 40 460,159-94-1579,-133 74 1690,60-51 1,-74 54 366,-78 71 2956,-65 42-1854,-125 75 1,-120 49-50,260-153-923,6-3-89,-104 55-18,173-96-80,0 0-1,0 0 1,0 0 0,-1 0-1,1-1 1,0 0 0,-8 1-1,12-8-595,0-24-130,3-52-761,-1 72 1369,0 0 0,1 0-1,0 1 1,0-1 0,1 0-1,5-10 1,1 3 36,1 1-1,0 1 1,1 0 0,18-19-1,57-49-251,-83 79 402,-1 2 7,1 0-1,-1 0 1,0 0-1,1 0 1,-1 0-1,1 0 1,-1 1-1,1-1 1,0 1-1,-1 0 0,1 0 1,0 0-1,0 0 1,0 0-1,5 0 1,-10 13 665,0-8-681,0 0 0,0 0 0,0-1 0,-1 1 1,1 0-1,-1-1 0,0 0 0,0 0 0,0 1 0,-1-2 0,1 1 1,-1 0-1,1-1 0,-9 4 0,-6 6 70,-448 306 1574,454-309-1675,10-7-51,20-24-1190,-3 6 879,0 1-1,26-20 0,62-39-309,-60 44 251,79-49-606,179-88 1,-260 146 1026,1 3 0,48-17 1637,-111 40-1215,-25 15-124,0 1 1,-48 33 0,30-17-188,-214 125 883,-54 29 201,306-177-1123,57-42-1439,1-4 1047,75-51-1024,151-89 0,128-47 187,-353 201 1255,7-5-85,-53 24 358,-23 9-137,0 1 1,-65 32 0,41-17-180,-967 373 3647,1011-395-3672,-3 3-10,19-7-119,18-12-1510,33-28 1435,241-174-2237,-202 148 2812,-110 68-350,5 1 32,1 1 0,-1 1-1,1 0 1,-15 8 0,2-1-53,-281 126 643,-336 132 1057,594-251-1586,-61 18 224,109-36-395,0 0 1,0 0-1,0-1 1,0 1-1,0-1 0,0 1 1,-1-1-1,1 0 1,0 0-1,0 0 1,-4 0-1,12-8-287,-5 7 176,12-15-310,0 1 0,1 1 0,1 0-1,22-16 1,76-46-1310,-87 60 1321,442-268-5254,-415 254 5884,1 1 0,1 3 0,86-27 0,-134 51-82,0-1 326,35-3 4641,-42 7-4977,-1 0 0,1 0 0,-1 0 0,1 0 0,-1 0 0,1 0 0,-1 0 1,0 0-1,0 0 0,1 0 0,-1-1 0,-2 2 0,0 2 114,-29 28 297,-2-1-1,-56 40 0,-82 44-499,125-85 24,-1-3 0,-2-1 0,0-3 0,-96 31 0,145-54-44,1 0 0,0 0 0,0 0 0,0 0 1,0 0-1,0 0 0,0 0 0,0 0 0,-1 0 0,1 0 0,0 0 0,0 0 0,0 0 0,0 0 0,0 0 1,0 0-1,0 0 0,0-1 0,-1 1 0,1 0 0,0 0 0,0 0 0,0 0 0,0 0 0,0 0 0,0 0 0,0 0 1,0 0-1,0 0 0,0-1 0,0 1 0,0 0 0,0 0 0,0 0 0,0 0 0,0 0 0,-1 0 0,1 0 1,0-1-1,0 1 0,0 0 0,0 0 0,1 0 0,-1 0 0,0 0 0,0 0 0,0 0 0,0-1 0,0 1 1,0 0-1,0 0 0,0 0 0,0 0 0,0 0 0,0 0 0,0 0 0,0 0 0,0 0 0,0-1 0,0 1 0,1 0 1,-1 0-1,0-6-113,1-1 0,1 0 0,-1 1 0,1 0 0,0-1 1,1 1-1,0 0 0,0 0 0,0 0 0,0 0 0,1 1 0,0-1 1,4-4-1,15-15-497,33-31 0,-30 32 170,41-40-572,71-74-2397,-131 131 3253,-5 6 132,0-1-1,-1 1 1,1-1 0,-1 0 0,0 0-1,0 0 1,1 0 0,-1 0-1,-1 0 1,1 0 0,0 0 0,0 0-1,0-4 1,-1 6 30,0 0-1,0 0 0,0 0 1,0 0-1,0 0 1,0 0-1,0 0 1,-1 0-1,1 0 0,0 0 1,0 0-1,0 0 1,0 0-1,0 0 0,0 0 1,0 0-1,0 0 1,0 0-1,-1 0 1,1 0-1,0 0 0,0 0 1,0 0-1,0 0 1,0 0-1,0 0 0,0 0 1,0 0-1,0 0 1,-1 0-1,1 0 1,0 0-1,0 0 0,0 0 1,0 0-1,0 0 1,0 0-1,0 0 1,0 0-1,0 0 0,0 0 1,0 0-1,0-1 1,-1 1-1,1 0 0,0 0 1,0 0-1,0 0 1,0 0-1,0 0 1,0 0-1,0 0 0,0 0 1,0-1-1,0 1 1,0 0-1,0 0 0,0 0 1,0 0-1,0 0 1,0 0-1,0 0 1,0 0-1,0-1 0,0 1 1,0 0-1,0 0 1,0 0-1,1 0 1,-19 1 156,1 0 1,-1 1 0,1 1 0,-33 10 0,-68 32 499,84-31-407,-832 351 6884,682-290-6080,179-73-1073,14-7-343,200-112-542,5 10 1,5 9 0,255-76 0,-463 169 863,-9 4 60,0 0 1,0 0-1,0 1 1,1-1-1,-1 0 1,0 1-1,0 0 1,0-1-1,1 1 1,-1 0-1,3 0 1,-6 1 57,-1-1 0,0 1 0,1-1 0,-1 1 0,1-1 1,-1 1-1,1 0 0,-1 0 0,1 0 0,-3 2 0,-10 6 143,-746 356 1535,737-355-1698,-55 24 202,-116 33 1,193-66-284,0-1 0,0 0 0,0 1 0,0-1 0,0 0 0,0 0 0,0 0 0,0 1 0,0-1 0,0 0 0,0-1 0,0 1 0,0 0 0,0 0 0,0 0 0,0 0 0,-1-1 0,2-8-308,0 6 136,1-2 48,-1 0 0,1 0 0,0 0 0,0 0 0,1 0-1,0 0 1,-1 0 0,2 0 0,-1 0 0,0 1-1,1-1 1,6-7 0,5-4-529,29-29 0,-16 20 142,24-28-347,118-116-1143,-159 158 2101,1 1-1,1 1 1,-1 0 0,2 0 0,-1 1-1,1 1 1,22-8 2811,-66 38-2389,-115 68 432,-3-6-1,-5-6 1,-274 98-1,416-173-888,-8 0-1,22-14-460,0 5 326,1-1 0,-1 1 0,1 0 1,0 0-1,1 0 0,-1 0 0,1 1 0,8-9 0,44-32-577,-56 45 669,95-65-1400,166-85 0,118-29 144,-333 158 1327,30-13 60,128-40-1,-196 71-53,0 1 1,0 1-1,-1-1 1,1 2-1,11-1 632,-19 2-658,0-1-1,0 1 1,0-1 0,0 1 0,0-1-1,0 1 1,-1 0 0,1-1-1,0 1 1,0-1 0,-1 1-1,1-1 1,0 1 0,-1-1 0,1 1-1,0-1 1,-1 1 0,1-1-1,-1 0 1,1 1 0,-1-1 0,1 0-1,-1 1 1,1-1 0,-2 1-1,-36 24 314,-2-1 0,-52 24 0,34-20-230,-830 398 2234,883-424-2446,0 0 1,0 0-1,-1 0 0,1-1 1,0 0-1,-1 0 1,1 0-1,-9 0 1,13-25-1561,1 13 1409,-1 0-1,1 0 0,1-1 0,0 1 1,1 0-1,0 0 0,0 0 0,1 1 1,5-13-1,5 3 64,0 0 1,1 2-1,29-32 1,-10 13-91,-27 33 425,-29 13 283,-253 115 431,-74 30 832,325-145-1502,-53 12 0,76-21-180,2-3-101,0 1 0,1-1 1,-1 0-1,1 1 0,0-1 1,-1 0-1,1 1 0,1-1 1,-1 1-1,0-1 0,1 1 1,-1 0-1,1 0 0,3-5 1,-1 3-71,15-19-235,27-23 0,-5 6-142,-33 31 409,132-143-2869,-115 120 2634,0-1-1,-2-1 1,19-46 3406,-156 148-1494,-209 166 0,315-227-1514,0 0 1,0 0-1,1 1 0,0 0 1,0 0-1,1 1 1,-8 12-1,35-30-915,206-180-1908,-225 186 2633,-1 3 116,-1-1 0,1 0-1,-1 1 1,1-1 0,-1 1 0,1 0-1,-1-1 1,1 1 0,0-1 0,-1 1 0,1 0-1,0-1 1,-1 1 0,1 0 0,0 0-1,-1 0 1,1-1 0,0 1 0,1 0-1,0 0 86,-2 12 339,1 16-14,-2 1 0,0-1 0,-2 0 0,-1-1 0,-14 51 1,11-56-278,1-1 1,1 1-1,1 0 1,1 0-1,1 0 1,1 36-1,1-57-168,9-5-195,8-11 123,0-1 1,-1-1 0,-1 0 0,-1-1 0,0-1 0,-2 0 0,0 0 0,-1-2 0,12-29 0,-22 46 684,0 4-512,90-4 76,-54 1-133,1 2 0,62 7-1,-73-3 19,394 65-794,-346-59 785,0-3 1,117-5 0,-95-2 42,215 1 51,-245-6-76,-66 6-52,-9 0 42,-552 0-566,222-18 29,20-1 100,-131 18 867,443 1-158,12-2-21,26-12-249,0 1 0,52-12 1,77-10-4,-138 30 3,134-21-30,1 6 1,245 0-1,-388 21 15,18-3 130,-33 2-103,1 0-1,0-1 1,0 1 0,0-1 0,-1 1 0,1 0-1,0-1 1,-1 1 0,1-1 0,0 1-1,-1-1 1,1 0 0,-1 1 0,1-1 0,-1 0-1,1 1 1,-1-1 0,1 0 0,-1 0-1,1 1 1,-1-1 0,0 0 0,0 0 0,1 0-1,-1 1 1,0-1 0,0 0 0,0 0 0,0 0-1,0-1 1,1-19-134,0 12 65,-1 0 0,0 0-1,-1-11 1,1 18 39,0 0-1,-1 1 1,1-1 0,0 0-1,-1 0 1,0 0-1,0 0 1,1 0 0,-1 1-1,0-1 1,0 0-1,0 1 1,-1-1-1,1 1 1,0-1 0,-1 1-1,1 0 1,-1-1-1,1 1 1,-3-1 0,-12-5-8,0 0 0,-1 1 0,0 1 0,0 1 0,-32-4 0,-92-2 53,108 9-14,-16-1-40,0 2 1,0 2 0,-82 15-1,59-2 137,1 3 0,-125 51 0,189-65-50,6-4-134,8 0-131,38 0 196,-1-3-1,0-1 1,75-17 0,220-49-419,-196 43-250,-141 27 593,-51 4 259,-1 3 25,1 1-1,-77 25 0,15-4-147,104-27-51,-319 80 383,326-81-362,-7 1-52,18-1 448,341-16 32,383-85-350,-195 24-55,240-9-61,5 50-253,-390 35 76,-356-2 212,-1-2 1,69-16 0,-64 10-50,81-6 1,213 6 63,7 10 61,-332 0-94,1 1 1,-1 1-1,1 0 0,-1 1 1,24 8-1,59 32-2,-26-11 61,-8-11-74,0-2 1,2-4-1,70 10 1,-36-7-10,-49-6 14,-48-12-3,0 0 1,1 0 0,-1 0 0,0 0 0,1 0-1,-1 0 1,0 0 0,0 0 0,1 0-1,-1 0 1,0 0 0,0 0 0,1 0-1,-1 0 1,0 1 0,0-1 0,1 0-1,-1 0 1,0 0 0,0 1 0,0-1 0,1 0-1,-1 0 1,0 0 0,0 1 0,0-1-1,0 0 1,1 0 0,-1 1 0,0-1-1,0 0 1,0 0 0,0 1 0,0-1-1,0 0 1,0 1 0,0-1 0,0 0 0,0 0-1,0 1 1,0-1 0,0 0 0,0 0-1,0 1 1,-1 3-159,1-4 169,-2 0-56,-332 0 211,333 0-99,6 0 48,102-1-48,114-17 0,-27-10-28,219-26 59,5 30-394,266 17-808,-662 8 1029,0 0 0,0 2 0,0 0 0,35 11 0,-21-5 137,-34-8-27,-1-1-16,0 1-1,1 0 0,-1-1 1,1 1-1,-1-1 1,1 0-1,-1 0 1,1 1-1,-1-1 1,1 0-1,-1 0 1,4-1-1,-1 1 40,-1 1-29,1-1-4,-1 0 0,1 1 1,0 0-1,-1-1 0,1 1 0,-1 1 0,1-1 0,-1 0 0,0 1 1,7 4-1,-9-3 2,-1 0 1,1 0-1,-1 0 1,1 1-1,-1-1 1,0 0 0,0 0-1,-1 1 1,0 3-1,1 4 120,0 7 90,1-13-233,-1 0 0,0 0 0,0 0 0,0 0 0,0 0 0,-1 0-1,0 0 1,0 0 0,0-1 0,-1 1 0,1 0 0,-4 5 0,-15 23 92,-25 55 1,18-33-33,22-46-64,0-1 0,-13 16 0,14-21 0,1 1 0,0 0 0,0 0 0,0 0-1,0 1 1,1-1 0,-1 1 0,1 0 0,0-1 0,0 1 0,1 0 0,0 0-1,0 0 1,0 0 0,0 7 0,1 6-112,2-18-69,7 0 122,1 0 1,-1-1-1,1-1 0,-1 0 0,1 0 1,15-6-1,-19 4 322,-9 2-113,-20-1-72,14 3-68,0-1 1,0 0 0,-13-4-1,-193-91-1418,80 33 1302,134 63 126,1-1 0,0 1 1,-1 0-1,1-1 0,-1 1 1,1 0-1,-1 0 0,1-1 1,-1 1-1,1 0 1,-1 0-1,1 0 0,-1 0 1,1 0-1,-1 0 0,1 0 1,-1 0-1,1 0 0,-1 0 1,1 0-1,-1 0 1,1 0-1,-1 0 0,1 0 1,-1 0-1,1 0 0,-1 1 1,1-1-1,0 0 0,-2 1 1,3 14 887,1 1-985,-2 75 771,0-94-574,2-20-216,7-40 1,-5 40-5,3-45 0,-7 68 103,0 0 0,0-1 0,0 1 0,0 0 0,0 0 0,0 0 0,0 0 0,0-1 0,0 1 0,0 0 0,0 0 0,0 0 0,-1 0 0,1 0 0,0-1 0,0 1 0,0 0 0,0 0 0,0 0 0,0 0 0,0 0 0,0 0 0,0-1 0,0 1 0,-1 0 0,1 0 0,0 0 0,0 0 0,0 0 0,0 0 0,0 0 0,-1 0 0,1 0 0,0 0 0,0 0 0,0 0 0,0 0 0,0 0 0,-1-1 0,1 1 0,0 0 0,0 0 0,0 1 0,0-1 0,-1 0 0,1 0 0,-14-2 69,-1 1-1,1 1 0,0 0 1,-1 1-1,1 0 1,0 1-1,-20 6 0,0 2-549,6-8-2911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4T07:26:33.11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21257 5294 709 0,'0'0'122'0,"0"0"-99"16,0 0 22-16,0 0 4 16,0 0-49-16,0 0-7 15,0 9-84-15,0-2-62 16,-18 4-137-16</inkml:trace>
  <inkml:trace contextRef="#ctx0" brushRef="#br0" timeOffset="14449.04">25044 5057 282 0</inkml:trace>
  <inkml:trace contextRef="#ctx0" brushRef="#br0" timeOffset="19533.03">29199 3967 57 0</inkml:trace>
  <inkml:trace contextRef="#ctx0" brushRef="#br0" timeOffset="61451.48">29636 11102 382 0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46:57.90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21247 4539 143 0,'0'0'81'16,"0"0"-61"-16,0 0 3 15,0 0 38-15,0 0-39 16,0 0 0-16,0 0-7 16,-87-3-11-16,82 3-3 15,5 0 9-15,-6-3 1 16,1 3 2-16,-13 0-10 16,2-4-3-16,-13 4-12 0,0-3-135 15,3 3-42-15</inkml:trace>
  <inkml:trace contextRef="#ctx0" brushRef="#br0" timeOffset="1121.28">21920 4073 356 0,'0'0'38'0,"0"0"-2"16,0 0-5-16,0 0 11 0,0 0-16 15,0 0-2-15,-34-17 29 16,34 13 19-16,0 2-17 15,0 2-1-15,0-3-12 16,0-1-9-16,0 1 8 16,0-1-27-16,0 4 1 15,0 0 3-15,0 0-16 16,0 0 8-16,5 0-10 16,-5 0 4-16,5 0 4 15,-5 0-5-15,8 0-3 16,-8 0 0-16,5 0-3 15,-5 0 3-15,6 4 3 16,4 8-3-16,-5 15 14 0,9 10-12 16,-9 9 2-16,5 16 1 15,-10 10-1-15,6 23 2 16,-6 17 1-16,0 13 5 16,0 11 14-16,0-1-13 15,0-21 0-15,0-16-1 16,0-28-12-16,0-24 11 15,0-16-11-15,0-13 6 16,0-7-4-16,0-7-2 16,0 1 0-16,0-4 0 15,0 0-12-15,8 0-7 16,-3 0-40-16,-5 0-59 0,0-17 7 16,0-19-135-16,0-8-106 15</inkml:trace>
  <inkml:trace contextRef="#ctx0" brushRef="#br0" timeOffset="1852.85">21891 4236 195 0,'0'0'189'0,"0"0"-149"16,0 0-9-16,0 0 21 15,0 0-12-15,0 0-12 16,58-101-21-16,-34 85 3 15,2 3 20-15,-3 0-13 16,6 2 8-16,6 2 6 16,-9-5-22-16,13 7 10 15,3-2-10-15,3-1-8 16,-5 6 11-16,-1 1-8 16,0 3-3-16,1 0 20 0,-1 0-17 15,-10 0-3-15,0 0-1 16,-8 7 0-16,-2 16 16 15,-4 7 12-15,-1 14-5 16,-4 9 11-16,-5 3 1 16,-5 13 12-16,0 9-2 15,0-6-15-15,0 9 12 16,-44-1-12-16,-6-7 1 16,-19-1-10-16,1-15-8 15,0-8-2-15,4-13-11 16,1-19 1-16,3-4-3 15,15-13-9-15,11 0-23 16,10-22-21-16,19-10 3 0,5 1 16 16,0 4 12-16,0 8 24 15,39 1 10-15,25 16-2 16,9 2 6-16,11 0 24 16,6 20-35-16,-3 21 28 15,-14 4 7-15,-10 1-18 16,-13-5 7-16,-16-6-18 15,-5-3 0-15,-8-9-9 16,-7-11 5-16,-4-6-10 16,-5-6 2-16,1 0-47 15,-1 0-23-15,-5 0-97 16,0-11 2-16,0-16-141 0</inkml:trace>
  <inkml:trace contextRef="#ctx0" brushRef="#br0" timeOffset="2264.02">23819 4473 276 0,'0'0'271'15,"0"0"-151"-15,0 0-3 16,0 0-29-16,0 0-43 15,0 0-34-15,86 0 8 16,-36 0 18-16,8 0-6 16,-8 0-3-16,8 0-15 15,-13-4 2-15,-6-1-14 16,-5 5 3-16,-5-2-8 0,-13 2 3 16,3 0-11-16,-9-4-19 15,-5 4-87-15,1 0-46 16,-6 0-133-16</inkml:trace>
  <inkml:trace contextRef="#ctx0" brushRef="#br0" timeOffset="2571.84">23892 4785 280 0,'0'0'181'0,"0"0"-147"16,0 0 47-16,0 0 40 16,0 0-45-16,0 0-32 15,255 0 4-15,-207 0-17 16,-9-3-19-16,1 3 1 15,-19 0-13-15,-3 0 0 16,-2 0-3-16,-11-4-15 16,8 1-68-16,-13-4-189 15,0 3-264-15</inkml:trace>
  <inkml:trace contextRef="#ctx0" brushRef="#br0" timeOffset="4286.83">25610 2905 384 0,'0'0'201'0,"0"0"-113"0,0 0-4 15,0 0-11-15,0 0-35 16,0 0-22-16,0-3-6 16,0 3 26-16,0 0-2 15,0 0-5-15,0 0 16 16,0 0-1-16,0 0-8 16,0 13-36-16,23 16 3 15,12 19 19-15,9 17 7 16,9 15-8-16,-3 15 23 15,0-3-10-15,-3-2-5 16,-13-10-8-16,0-17-14 16,-7-18 11-16,-4-22-7 15,-7-16-9-15,3-7-2 16,4 0 1-16,-2 0-1 0,14-39 0 16,-1-11-23-16,0-15-3 15,0 1 16-15,-5-3-30 16,-8 5 3-16,13 2 1 15,-5 0 9-15,5 2 16 16,-5 7 11-16,5-1 0 16,-7 13 0-16,-4 6 0 15,-4 10 2-15,-3 9-2 16,-11 4 0-16,5 7-1 16,-2 3-2-16,-8 0 2 15,0 0-6-15,0 0-39 16,0 0-4-16,0 0-64 15,0 3-112-15,0 14-159 0</inkml:trace>
  <inkml:trace contextRef="#ctx0" brushRef="#br0" timeOffset="5036.7">25623 4513 445 0,'0'0'131'0,"0"0"-33"16,0 0-30-16,0 0-25 15,0 0-36-15,0 0 6 16,55-14 25-16,-8 14-2 15,3 0 6-15,13 0-9 16,6 0-2-16,10 0 3 16,-6 0-18-16,17 0-9 15,-3 0 9-15,7 0-9 16,-2 0 3-16,-8 0-5 0,1 0-4 16,1-7 8-16,-1 1-5 15,-7 0-1-15,-4-5 16 16,-11 4-13-16,-5 1 9 15,-8 3-4-15,-16 0-5 16,-5 3 15-16,-18 0-20 16,-6 0 4-16,0 0 1 15,-5 0-5-15,0 0 6 16,0 0-7-16,0 0 4 16,0 0-8-16,0 0 3 15,0 0-24-15,0 0-39 16,0 0-24-16,-10 3-9 15,-30 17-4-15,-4 6-179 0</inkml:trace>
  <inkml:trace contextRef="#ctx0" brushRef="#br0" timeOffset="5653.86">26275 4983 241 0,'0'0'156'0,"0"0"-80"16,0 0 13-16,0 0-2 0,0 0-32 15,0 0-45-15,0 0 1 16,0 7 24-16,0 11 7 16,11 1-8-16,-6 4 3 15,0 11-14-15,8 7 11 16,-2 1-4-16,-6 15 1 16,0 16 5-16,1 7-5 15,-6 16 0-15,0 12 2 16,0-12-16-16,0-7 6 15,0-18-21-15,0-29 7 16,0-12 1-16,0-13-7 16,0-11-1-16,0-2-2 15,0-4 4-15,0 0-11 16,7 0 3-16,-1 0-23 0,-1 0 1 16,0 0-36-16,6 0-3 15,2 0-25-15,-3-13-63 16,-4-1-1-16,-6 1-97 15</inkml:trace>
  <inkml:trace contextRef="#ctx0" brushRef="#br0" timeOffset="6636.03">24226 7978 422 0,'0'0'198'0,"0"0"-103"16,0 0-30-16,0 0 6 15,0 0-30-15,0 0-4 16,-50 10 7-16,50-10 8 16,0 0 8-16,0 0-17 15,0 0-10-15,0 0-14 16,0 0-19-16,29 0 0 15,16 0 5-15,23 0-2 0,6 0 0 16,5 0-3 0,-11 0-1-16,-5 0-1 0,-18 0-13 15,-11 0 9-15,-5 0-13 16,-18 0-15-16,-11 0-5 16,0 0-43-16,0 0-14 15,0 0-37-15,0 0-115 16,-11 0 34-16</inkml:trace>
  <inkml:trace contextRef="#ctx0" brushRef="#br0" timeOffset="6852.86">24187 7699 656 0,'0'0'130'0,"0"0"-77"15,0 0 64-15,0 0-17 16,363 7-63-16,-271 6-25 16,-19 1-12-16,-9-4-1 15,-25-1-10-15,-13-5-140 16,-12-4-65-16,-14 0-317 16</inkml:trace>
  <inkml:trace contextRef="#ctx0" brushRef="#br0" timeOffset="32697.85">27761 4343 460 0,'0'0'117'0,"0"0"1"16,0 0-24-1,0 0-35-15,0 0-11 0,0 0-15 16,0 0-16-16,-82-13 20 16,77 13-8-16,5 0 5 15,0 0 5-15,0 0-10 16,0 0 6-16,-5 0-6 16,5 0-8-16,0 0 9 15,0 0-19-15,0 0 5 16,0 0 14-16,0 0-19 15,0 0-4-15,0 0-5 16,16 0 3-16,18 0 11 0,0 0-16 16,0 0 1-1,6 0-2-15,7 0-1 0,-2 0 0 16,-6 0 1-16,-5 0 1 16,-10 0-6-16,-8 0 6 15,0 1 0-15,-3 6-4 16,-3 0-4-16,1 4 7 15,-3-6-1-15,-3 1-6 16,-5-6-7-16,0 0-67 16,0 0-39-16,0 0-57 15,-5 0-161-15</inkml:trace>
  <inkml:trace contextRef="#ctx0" brushRef="#br0" timeOffset="33117.85">27566 4586 366 0,'0'0'77'16,"0"0"-14"-16,0 0 8 0,0 0 14 15,0 0-33 1,0 0-11-16,-5 0 6 0,29-4-23 16,-3 1 3-16,8 3 16 15,5 0-12-15,0 0 13 16,11 0 5-16,7 0-13 15,-2 13 2-15,0 0-16 16,-10-2-8-16,2-2 0 16,-8-6-12-16,-8 1 0 15,-2-4-2-15,-13 0-1 16,-6 0-21-16,3 0-41 16,-8 0-45-16,5 0-49 15,0-10-214-15</inkml:trace>
  <inkml:trace contextRef="#ctx0" brushRef="#br0" timeOffset="34850.26">29597 2236 296 0,'0'0'106'16,"0"0"-25"-16,0 0 23 15,0 0-17-15,0 0-34 16,0 0-13-16,-19-23-3 15,19 14 3-15,8-2-6 16,8 1-15-16,2 4-1 16,-2-1 4-16,-5 0-18 0,7-3 6 15,-2 4-10 1,2 3-3-16,3-4 3 0,3 3-9 16,-8 4 8-16,2 0-2 15,-2 0-1-15,-3 0 2 16,-2 0 2-16,-1 0 0 15,-2 14 1-15,-3 6 2 16,-5 3 1-16,0 3 5 16,0 8-8-16,0-1 9 15,0 6 3-15,-5 3 6 16,-24-4 9-16,-5 1-12 16,5-2 6-16,-5-2-5 15,-1-1-8-15,-4-8 3 16,5-8-5-16,0 3-6 15,5-10-2-15,8-8-10 0,2-3-8 16,4 0-44-16,9-14-15 16,6-15-12-16,0 3-31 15,0 0 28-15,21 15 64 16,3 8 29-16,5 3 29 16,-3 0 33-16,3 0 5 15,5 13 17-15,6 14-10 16,-11 2-6-16,0-3 9 15,0-5-40-15,-8-8-10 16,-8-3-12-16,-3-3-14 16,-4-4 0-16,-6-3-1 15,0 0-24-15,0 0-43 0,0 0-99 16,0-24-101-16</inkml:trace>
  <inkml:trace contextRef="#ctx0" brushRef="#br0" timeOffset="35315.81">30283 2144 142 0,'0'0'126'15,"0"0"-73"-15,0 0-30 16,0 0-23-16,0 0-11 16,0 0-40-16,-29 30-37 15</inkml:trace>
  <inkml:trace contextRef="#ctx0" brushRef="#br0" timeOffset="35766.92">30107 2547 377 0,'0'0'106'0,"0"0"-36"0,0 0 28 16,0 0-9-16,0 0-32 16,0 0-18-16,68 3-22 15,-68 4 7-15,5-3 12 16,-5 12 0-16,0-2-4 15,0 14-3-15,0-1-15 16,0 6-1-16,-5 1-10 16,-18-4-3-16,7-4 1 15,-3-10-1-15,9-2 5 16,5-8-5-16,-1-6-14 16,1 0-23-16,5 0-41 15,0-13-30-15,0-24-119 16,0-2-261-16</inkml:trace>
  <inkml:trace contextRef="#ctx0" brushRef="#br0" timeOffset="36385.57">30441 2123 254 0,'0'0'101'16,"0"0"-23"-16,0 0-10 15,0 0-16-15,0 0-23 16,0 0 9-16,18 0 7 16,-18 0 7-16,0 0-2 15,0 0-8-15,0 0 1 16,0 7-13-16,-13 10-4 0,-8 6 11 15,3 0-19-15,12 0-12 16,6 0 0-16,0 4-1 16,0-1 4-16,0 1-8 15,19 0 2-15,7-1 14 16,3 1-13-16,0-1 14 16,-5 4 2-16,-9-7-6 15,1 5 10-15,-3-7-7 16,-7-5-9-16,-6-2 8 15,0-3-16-15,0 4 0 16,0-7 2-16,0 4 3 0,-24-3-5 16,-10-2-7-1,-11 4-21-15,6-4 16 0,-1-5-14 16,1-2-18-16,-1 0-6 16,1 0-35-16,10 0-32 15,5-13-86-15,3-10-113 16</inkml:trace>
  <inkml:trace contextRef="#ctx0" brushRef="#br0" timeOffset="36680.01">30470 2147 480 0,'0'0'96'0,"0"0"21"16,0 0 14-16,0 0-56 16,0 0-13-16,0 0-19 15,210 20-10-15,-184-13-4 16,9-1-25-16,-17-3-3 15,-7 0-1-15,-11-3-41 16,0 0-81-16,0 0-123 16,0 0-314-16</inkml:trace>
  <inkml:trace contextRef="#ctx0" brushRef="#br0" timeOffset="37400.86">29381 2998 404 0,'0'0'70'0,"0"0"5"16,0 0 48-16,0 0-37 15,0 0-36-15,0 0-11 16,273-18 2-16,-228 12-4 16,5 5 5-16,-5-4-27 15,2 5 6-15,3 0-3 16,0 0-4-16,3 0 5 15,10 0-6-15,-8 0-6 16,3-3 13-16,2 0-17 16,-2-1 5-16,0 4 4 15,-3 0-7-15,3-3 4 16,-8 3 0-16,-5-4-4 16,-6 3 16-16,1 1-12 15,-11 0 12-15,0 0-4 16,-6 0-6-16,-12 0 10 0,-1 0-12 15,-4 0-7-15,-6 0 13 16,7 0-14-16,-7 0 9 16,0 0-4-16,0 0-4 15,0 0 5-15,0 0-6 16,0 0 0-16,0 0-1 16,0 0-12-16,-7 0-10 15,-20 0-16-15,-25 0-51 16,-4 0-69-16,-12 0-106 15,0 0-198-15</inkml:trace>
  <inkml:trace contextRef="#ctx0" brushRef="#br0" timeOffset="37844.12">30044 3094 342 0,'0'0'100'0,"0"0"-24"16,0 0 49-16,0 0-13 15,0 0-46-15,0 0-10 16,0 55 3-16,-16-35-10 0,-3 1-6 15,9 2-19-15,5 5-2 16,5-1-15-16,0 6-4 16,0-3-6-16,34-3-9 15,11 3-2-15,-1-7 4 16,-4-7-7-16,-11 5 17 16,-11-5 3-16,-13-9-2 15,-5 3 5-15,0-1-4 16,0-2 0-16,0 0 4 15,0-1-1-15,-18 1-5 16,-16-4-31-16,0 1-35 0,2-1-8 16,-2-3-37-1,0 0-7-15,-1 0-7 0,7 0-7 16,4-10-110-16</inkml:trace>
  <inkml:trace contextRef="#ctx0" brushRef="#br0" timeOffset="38101.18">30102 3124 422 0,'0'0'109'0,"0"0"-6"0,0 0 17 15,0 0-27 1,0 0-52-16,0 0-13 0,260 4-17 16,-226-2-11-16,-10-2 0 15,-14 0-10-15,-4 0-73 16,-6 0-171-16,0-6-131 16</inkml:trace>
  <inkml:trace contextRef="#ctx0" brushRef="#br0" timeOffset="38705.58">30922 2895 222 0,'0'0'116'0,"0"0"-26"16,0 0-16-16,0 0 20 15,0 0-31-15,0 0-12 16,0 0-4-16,0 0-20 15,0 0 6-15,8 0-4 16,-3 0-1-16,11 10 15 16,2 5-14-16,-2-3-5 15,18 6 12-15,-5 5-11 0,5 2 5 16,6 10-8-16,-6-5-3 16,-5-6 10-16,-3-4-22 15,-7-3 1-15,-9-6-8 16,-4-9 3-16,-1 3-6 15,-5-5 2-15,0 0-29 16,0 0-30-16,0 0-32 16,0 0-21-16,-11-19-36 15,1-3-87-15,-3-2-173 16</inkml:trace>
  <inkml:trace contextRef="#ctx0" brushRef="#br0" timeOffset="38820.76">30922 2895 216 0</inkml:trace>
  <inkml:trace contextRef="#ctx0" brushRef="#br0" timeOffset="39050">30922 2895 216 0,'371'7'59'0,"-361"-11"-1"0,-10 1 33 0,0 3-26 0,0 0 9 15,0 0 9-15,0 0-11 16,0 0-11-16,-5 0-28 15,0 0-11-15,-8 0 0 0,-3 10-16 16,-2 5-2 0,-11 3-4-16,2 6 4 0,-7 2-4 15,-5 4 0 1,4 3 0-16,7-2 2 0,-1-6-1 16,13-4-1-16,3-7 0 15,13-7-3-15,-6-4-11 16,6-1-17-16,0-2-25 15,0 4-26-15,0-4-35 16,0 0 7-16,0 0-89 16</inkml:trace>
  <inkml:trace contextRef="#ctx0" brushRef="#br0" timeOffset="39618.86">31769 2775 50 0,'0'0'84'15,"0"0"-48"-15,0 0 29 0,0 0 14 16,0 0-8-16,0 0-11 16,-8 0 20-16,8 0 5 15,0 0-18-15,0 0-18 16,0 0 2-16,0 0-25 15,0 0-2-15,0 0 2 16,0 0-8-16,0 0 4 16,0 0-7-16,0 3-7 15,0 4 18-15,0 10-17 16,0 0 14-16,0 6-8 16,0 7 0-16,0 3 6 15,0 6 0-15,0 5 2 16,13-5 11-16,-2-2-17 0,-1-2 5 15,-2-11-11-15,-3-10-6 16,1-2 5-16,-1-9-10 16,-5-1 0-16,0-2-3 15,0 0-9-15,0 0-39 16,0-2 0-16,0-20-54 16,0-1 18-16,0-2-68 15,0-1-99-15</inkml:trace>
  <inkml:trace contextRef="#ctx0" brushRef="#br0" timeOffset="39772.87">31769 2775 229 0</inkml:trace>
  <inkml:trace contextRef="#ctx0" brushRef="#br0" timeOffset="40251.11">31769 2775 229 0,'289'-36'163'0,"-289"36"-62"0,0 0 12 0,0 0 3 0,0 0-53 15,0 0-14-15,0 0-5 16,0 0-12-16,0 0-2 16,0 0 0-16,0 0-8 15,0 7 10-15,0 2-9 16,0 5-5-16,0-5 2 15,-8 9-11-15,3-2 6 0,0 3-9 16,0 2-5-16,5 2 10 16,-6 0-7-16,6 4 12 15,0-1-2-15,0 4 1 16,0 5 18-16,0-4-5 16,6-1 2-16,22 0 7 15,-1-2-18-15,2-5 6 16,10-2-10-16,-5-10-9 15,6 1 7-15,-6-5-13 16,0-5 7-16,-5-2-5 16,-5 0-2-16,2 0-9 15,3-29-1-15,0-4-14 0,0-15 6 16,-8 3-7-16,-3-7 3 16,-12 6-2-16,-6 3-7 15,0 0 19-15,0 6 8 16,0 1-2-16,-6 3 3 15,-28 6-5-15,0 8 3 16,0 1 2-16,-6 11 4 16,1 5-2-16,-1 2-1 15,-4 0-10-15,-9 2 9 16,14 23-6-16,-6 1-36 16,11-3-27-16,-6 0-52 15,1 0-59-15,-1-3-242 16</inkml:trace>
  <inkml:trace contextRef="#ctx0" brushRef="#br0" timeOffset="42017.86">29386 4379 388 0,'0'0'93'15,"0"0"-33"-15,0 0 50 16,0 0 3-16,0 0-63 15,0 0-24-15,0 2 14 16,5-2-2-16,3 0-2 16,3 5-3-16,-1-5-5 15,9 0 1-15,-3 4-13 16,7-3-6-16,-2 5 7 16,8-5-7-16,0-1-3 15,0 0 3-15,5 0-8 16,-7 0 4-16,1 0 0 15,1 0-5-15,-5 0 7 0,2 0-5 16,3 0-1-16,0 0 2 16,0 0-2-16,11 0 3 15,-1 0-5-15,16 0 2 16,3 0 13-16,0 0-12 16,-8 0 0-16,0 0 5 15,3-1-7-15,-3-6-1 16,2 3 1-16,-12-1 0 15,-1 3-2-15,0 2 0 16,-4-4 1-16,9 4-1 0,1 0 5 16,0 0-4-1,7 0 0-15,-2 0 0 0,3 0-2 16,2 0 2-16,-2 0 0 16,2 0 2-16,3-2 0 15,-3 2-2-15,3 0 0 16,-8 0 2-16,3 0-7 15,-9 0 5-15,1 0 0 16,-6 0-1-16,14 0 2 16,-3 0-1-16,0 0 1 15,8 0 0-15,-14 0-2 16,14 0-1-16,5 0 2 16,-7 0-2-16,7 2 2 15,-13 2 0-15,-6-2 0 16,9-2 2-16,-3 0-3 0,8 0 1 15,-3 0 0-15,-2 0-1 16,-3 0 4-16,-6 0-3 16,4 0 0-16,-9 0 1 15,-5 0-2-15,1 0 1 16,-14 0 0-16,2 0 8 16,-7 0-1-16,-11 0 5 15,8 0 4-15,-7 0-3 16,-1 0 13-16,-5 0-11 15,0 0-1-15,0 0 4 16,0 0-9-16,0 0 9 16,0 0-6-16,0 0-7 0,0 0-1 15,0 0-4 1,0 0-7-16,0 0-3 0,0 0-27 16,0 0-28-16,-5 0-41 15,-24 0-29-15,-16 9-85 16,-18 12-228-16</inkml:trace>
  <inkml:trace contextRef="#ctx0" brushRef="#br0" timeOffset="45550.7">29739 4675 75 0,'0'0'112'0,"0"0"-68"15,0 0 25-15,0 0-4 16,0 0-9-16,0 0-17 0,0 0-3 16,-19 0 15-1,19 0-17-15,0 0-13 0,-5 0 2 16,0 0-12-16,5 0-5 16,0 0 7-16,-6 0-2 15,6 0 7-15,-5 0-5 16,5 0-4-16,-5-3 4 15,5 3-13-15,-8-7 11 16,8 4 5-16,0-4-13 16,0 3 4-16,0 2-7 15,0-1 2-15,0-1-5 16,0 1 0-16,0-4-7 16,0 3 5-16,0 1 2 15,0 0 3-15,0 0 4 16,0 0-3-16,0 3 7 0,0 0-3 15,0 0-1-15,0 0 8 16,8 0-4-16,-8 0 3 16,5 0-4-16,0 0-3 15,-5 0 8-15,6 0-11 16,-6 0 9-16,5 0 3 16,0 0-5-16,3 0 3 15,-3 0-7-15,6 0-1 16,-6 3 6-16,0-3-9 15,1 3 0-15,-6 0-1 16,8-3 5-16,-8 3-3 16,0-3 4-16,5 4-4 0,-5-1 9 15,0-3-7 1,0 4 1-16,0 3 3 0,0-2-5 16,5 2 4-16,-5 0 0 15,5-3-6-15,1-1 10 16,-6 3-8-16,5-3-2 15,-5 4 0-15,0 0 4 16,0 2-1-16,0 2-1 16,0-1 1-16,0-1 4 15,0 2-5-15,0 2 0 16,0 0 3-16,0 1-3 16,0 2 2-16,0-1-3 15,-5 0 2-15,-1 1 4 16,-4 2-7-16,-3 1 4 15,-3 3 4-15,5 1-3 0,-7-4 7 16,7 0-5-16,-7-3-2 16,-3-2 1-16,3 1-6 15,2-7 0-15,-3 3-1 16,9-4 1-16,-1-3 0 16,-2 2 0-16,3-4-3 15,-1-2 0-15,6 0-9 16,-8 0-5-16,13 0 5 15,-6 0 1-15,6 0 7 16,0 0-5-16,0 0-5 16,0-2 10-16,0-8 1 15,0-3-4-15,0-4-1 0,0 4-16 16,0 0-4-16,19-4 15 16,-9 11-15-16,6-3 27 15,-3 3 0-15,-7 6 1 16,4 0 9-16,-5 0-7 15,3 0 14-15,-2 0 0 16,-6 0-7-16,5 15 20 16,11 4-2-16,-3 6 13 15,2 3 2-15,4-4-20 16,-9-1 5-16,6-10-9 16,-8-2-18-16,3-5 12 15,-6-6-12-15,0 0-6 16,-5 0-21-16,0 0-50 0,0-10-36 15,0-8-93-15,0 3-124 16</inkml:trace>
  <inkml:trace contextRef="#ctx0" brushRef="#br0" timeOffset="45897.69">29902 5012 216 0,'0'0'168'0,"0"0"-99"15,0 0-8-15,0 0 27 16,0 0-20-16,0 0 1 16,13 72-5-16,-13-42-15 15,0 0-3-15,0-7-9 16,0-2-18-16,0-8 1 16,0-6-20-16,0-4-1 0,0-3-14 15,5 0-62 1,0 0-17-16,6-3-79 0,-6-20-41 15</inkml:trace>
  <inkml:trace contextRef="#ctx0" brushRef="#br0" timeOffset="46400.62">30288 4715 433 0,'0'0'89'15,"0"0"18"-15,0 0-7 16,0 0-35-16,0 0-26 15,0 0-15-15,-29 40 2 16,8-17 1-16,3 4-11 16,2 3 14-16,3 0-14 15,8 4-3-15,5-10 9 16,0 6-19-16,0-1 1 16,29-8 7-16,15 7-8 15,9-9 0-15,-8-1-2 16,-1-2 0-16,-9-2 9 0,-12-1-10 15,-12-3 2-15,-11 0-2 16,0-3 2-16,0-4-4 16,0 4 4-16,0 3 9 15,-29-1-11-15,-5 2-16 16,-6-1-13-16,6-1 5 16,5-5-11-16,3-4-1 15,2 0-7-15,0 0-18 16,14-4-63-16,-1-19-111 15,6-3-220-15</inkml:trace>
  <inkml:trace contextRef="#ctx0" brushRef="#br0" timeOffset="46632.13">30322 4782 437 0,'0'0'101'0,"0"0"-57"16,0 0 29-16,0 0 20 15,0 0-58-15,0 0-30 16,311-37-5-16,-293 37-2 16,-18 0-8-16,0 0-70 15,0 0-49-15,0 19 14 16,-23 4-146-16</inkml:trace>
  <inkml:trace contextRef="#ctx0" brushRef="#br0" timeOffset="47113.86">29523 5649 359 0,'0'0'94'0,"0"0"-44"15,0 0 58-15,0 0 13 16,0 0-47-16,0 0-18 16,137 15-6-16,-69-15-10 15,6 0-1-15,15 0-11 16,14 0 9-16,-1 0-9 16,-2 0 0-16,8 0 6 15,-16 0-6-15,-8 0-5 0,-10 0 7 16,-11 0-22-16,-18-4 5 15,-6-2-13-15,-10-6 4 16,-11 4-11-16,-2-2 6 16,-5 5-11-16,-11-2 1 15,0 0-26-15,0 7-16 16,0 0-23-16,0 0-46 16,-34 0-39-16,-1 0-91 15</inkml:trace>
  <inkml:trace contextRef="#ctx0" brushRef="#br0" timeOffset="47697.67">30157 6062 370 0,'0'0'112'0,"0"0"-67"16,0 0 38-16,0 0 10 16,0 0-29-16,0 0-20 15,-90 89-2-15,67-60 6 16,7-5 8-16,3-1-22 16,13 2-4-16,0-1-12 15,0-1-13-15,0-3 4 16,0-4 3-16,34 1-8 15,0 3 0-15,0-2-2 16,6 4 1-16,-17-2-2 0,1-7 1 16,-13-3 1-1,-11 0-3-15,0-4 1 0,0 1-1 16,0 3 6-16,0-3-3 16,-29-1-3-16,0 1-19 15,-5-7 4-15,2 4 5 16,3-4-13-16,-5 0 8 15,10 0-22-15,8 0 3 16,-7 0-11-16,12-11-34 16,-2-19-54-16,8 4-86 15,0-4-45-15</inkml:trace>
  <inkml:trace contextRef="#ctx0" brushRef="#br0" timeOffset="47916.87">30062 6008 617 0,'0'0'133'16,"0"0"-62"-16,0 0 1 15,0 0-8-15,305 0-57 16,-247-5-7-16,-19-13-18 15,-23-1-46-15,-10-1-86 16,-6 0-163-16</inkml:trace>
  <inkml:trace contextRef="#ctx0" brushRef="#br0" timeOffset="48509.04">31274 5460 45 0,'0'0'293'0,"0"0"-244"16,0 0-7-16,0 0 36 15,0 0-23-15,0 0-10 16,35 20 27-16,4 5-5 15,11 6 14-15,3 3-5 16,15 7 2-16,0-5-13 16,-18-6-25-16,-5-7-8 15,-11-6-8-15,-15-7-22 16,-4-3 2-16,-9-7-4 16,-6 0-15-16,0 0-38 15,0-27-65-15,0-8-65 0,-21 4-140 16</inkml:trace>
  <inkml:trace contextRef="#ctx0" brushRef="#br0" timeOffset="48660.86">31274 5460 328 0</inkml:trace>
  <inkml:trace contextRef="#ctx0" brushRef="#br0" timeOffset="48846.02">31274 5460 328 0,'379'-86'108'0,"-379"86"-29"0,8 0 28 0,-8 0-28 15,0 0-27 1,0 0-8-16,0 19-5 0,0 8 0 16,-29 6-11-16,-5 4-4 15,-5 9-5-15,-1 7-11 16,-13 0 11-16,14 5-11 15,5-11-5-15,8-11 9 16,7-12-12-16,14-12 6 16,5-8-6-16,0-4-7 15,0 0-34-15,0 0-24 16,0-30-36-16,24-9-159 16</inkml:trace>
  <inkml:trace contextRef="#ctx0" brushRef="#br0" timeOffset="49512.11">32211 5268 82 0,'0'0'273'0,"0"0"-189"0,0 0 24 15,0 0 41-15,0 0-41 16,0 0-24-16,0 12-11 15,0 11 6-15,-13 11-8 16,7-1-18-16,6-3-3 16,0 0-18-16,0-3-24 15,0-4 5-15,29 2-12 16,5-8 6-16,6 7-3 16,-6 0-2-16,0 0 4 15,-5-1-6-15,-8 1 0 16,-2-10-3-16,-14 3 5 15,-5-4-2-15,0-1 0 16,0-2 2-16,0 3 7 16,-11-3-9-16,-23-2-6 0,-5 1 3 15,-1-2-11 1,6-4 1-16,0-3-10 0,5 0-30 16,0 0-1-16,0 0-33 15,3-23-59-15,7-2-67 16,9-5-133-16</inkml:trace>
  <inkml:trace contextRef="#ctx0" brushRef="#br0" timeOffset="49768.7">32397 5204 573 0,'0'0'175'0,"0"0"-76"16,0 0-30-16,0 0-31 15,306 0-38-15,-254 0-7 16,-12 0-80-16,-30 0-174 15</inkml:trace>
  <inkml:trace contextRef="#ctx0" brushRef="#br0" timeOffset="61499.88">18054 6648 81 0,'0'0'301'0,"0"0"-222"16,0 0-2-16,0 0-13 15,0 0-24-15,0 0-12 0,0 0-14 16,0 0 3-16,0 0 9 16,0 0-1-16,0 0 17 15,0 0-10-15,0 0-2 16,0 0 7-16,0 0-21 16,0 0 1-16,0 0-4 15,0 0-13-15,0 0 7 16,0 0-7-16,0 0 0 15,0 0-1-15,0 0 2 16,0 0-1-16,0 0 0 16,0 0 2-16,0 0-7 15,0 0 5-15,0 0 0 16,0 0-3-16,0 0-4 16,-5 0 1-16,5 0 5 15,0 0 1-15,0 0-1 0,0 0 1 16,0 0 0-16,0 0 0 15,0 0 3-15,0 0-3 16,0 0 0-16,0 0 4 16,0 0-9-16,0 3 4 15,0 0-7-15,0 10 8 16,0-2 0-16,0 5 0 16,0 3 8-16,0-1-7 15,0 8 11-15,5-3-11 16,5 0 0-16,4 0 15 15,-4-2-15-15,-5 2 4 16,11-2-4-16,8-4 3 0,0 3 5 16,-3-7-8-16,2 4 2 15,1-4 20-15,-3-1-23 16,8 6 5-16,5-6 3 16,-5 6-6-16,5-7 4 15,6 1-6-15,-1-9 2 16,1 4 13-16,-1-4-13 15,0 0 14-15,1-3-5 16,-1 4-8-16,-5-1 7 16,1 1-10-16,-1-4 0 15,0 0 4-15,-5 0-1 16,-8 0-1-16,3 0 2 16,-14 0-2-16,3 0 5 0,-7 0-7 15,-1 0 0 1,-5 0 12-16,0 0-10 0,0 0 10 15,0 0 2-15,0 0-8 16,0 0 8-16,0 0-14 16,0 3 0-16,0-3-2 15,0 0-2-15,0 0-4 16,0 0-28-16,0 0-72 16,-11 0-119-16,-2 0-450 15</inkml:trace>
  <inkml:trace contextRef="#ctx0" brushRef="#br0" timeOffset="62348.72">19130 6845 131 0,'0'0'149'16,"0"0"-82"-16,0 0 19 15,0 0-18-15,0 0-6 16,0 0 2-16,-6 0-2 16,6 0-7-16,0 0-19 15,0 0-20-15,0 0 6 16,0 0-13-16,0 2 1 16,0 7 7-16,0 5-10 15,0 1 2-15,0 4 2 16,0 0-11-16,0 4 8 0,0 7-6 15,6 5 1-15,1-4 19 16,4 8-9-16,0-6 9 16,2 3 4-16,-3-6-11 15,6-4 9-15,-3-2-14 16,-2-7-3-16,-1-1 8 16,3-6-13-16,-13-3 6 15,6-1-4-15,-6 1-4 16,0-4 5-16,0 1-5 15,0-4 0-15,0 0-6 0,0 0 5 16,0 0-4 0,0 0-22-16,0 0-64 0,0 0 22 15,-19-20-43-15,3-10-119 16,-7 3-44-16</inkml:trace>
  <inkml:trace contextRef="#ctx0" brushRef="#br0" timeOffset="83298.88">19153 6945 236 0,'0'0'107'16,"0"0"-54"-16,0 0 9 15,0 0-26-15,0 0 8 16,0 0-7-16,-39 14 4 16,34-14 5-16,5 0-11 0,0 0 10 15,-6 0-2-15,6 0-8 16,0 0-11-16,0 0-6 16,0 0-5-16,0 0 3 15,0 0-11-15,0 0-3 16,0-6-2-16,0-9-14 15,0-2 2-15,0 4 4 16,0-2-4-16,0 7 11 16,0 1-7-16,0-1 8 15,0 6 4-15,0-3-4 16,0 5 0-16,6-1-3 16,9 1-12-16,9 0 15 15,5 0 18-15,5 0-17 16,-8 0-1-16,3 0 0 15,-5 0 0-15,-8 0 0 0,7 0 0 16,-7 1 3-16,8 11-3 16,-6-2 0-16,-2-2 1 15,0 3 0-15,-3-4-1 16,-2-3 0-16,-6-3-1 16,0 4-3-16,-5-3 0 15,0 5-3-15,0 1 7 16,0 0 6-16,0 5 4 15,0-1-6-15,0 0-2 16,-5-1 1-16,-11 3-3 16,3 2 0-16,-3-2-1 15,0-1-1-15,-7 3-2 16,-1-2 2-16,8-1-1 0,-7-3-14 16,12-7-5-16,0 1 13 15,11-1-1-15,0-3-7 16,0 0 10-16,0 0-9 15,0 0-3-15,0 0-4 16,0 0-3-16,0 0 7 16,0-3 4-16,0-4-14 15,6 3-24-15,4 1 51 16,6-3-3-16,2-1 10 16,6 4-4-16,-3-1 1 0,3 1-1 15,5 3 1 1,-3 0-2-16,3 0-10 0,-5 0 10 15,10 0 1-15,-8 3 3 16,3 7-4-16,-5 0 6 16,-1 0-5-16,-7 0 2 15,-11 0 5-15,1 0 0 16,-6 3 13-16,0 1-7 16,0-2 25-16,0 6-16 15,0-6-6-15,0 9-3 16,-21-1-4-16,-8-1-3 15,-5 1-1-15,5 4-5 16,-11-8-1-16,6 4 3 16,0-6-3-16,0-8 2 15,7 4-2-15,-2-10 2 16,0 3-4-16,11-3-7 0,2 0-10 16,0 0 8-16,-2 0-3 15,8 0-12-15,4-13-41 16,6 0 23-16,-8-1-1 15,8 1-17-15,0-3-10 16,0 2-175-16</inkml:trace>
  <inkml:trace contextRef="#ctx0" brushRef="#br0" timeOffset="84282.88">19698 6862 109 0,'0'0'161'0,"0"0"-106"0,0 0 22 16,0 0-13-16,0 0-9 15,0 0-14-15,0 0 6 16,0 0 14-16,0 0-17 16,0 0-13-16,0 0-3 15,0 8-13-15,0 7 8 16,0 0-4-16,10 1-5 16,3 9 3-16,-2-2-5 15,-1 4-8-15,3-1 7 16,3 4-11-16,-5 4 1 0,2 2 2 15,3 0 1-15,2 1 0 16,-2-7 1-16,2-3-3 16,-7-8 4-16,-1-2-1 15,4-11-4-15,-9-2 0 16,0-1 1-16,6-3 0 16,-1 0 4-16,3 0-4 15,3-7-2-15,2-16-6 16,-2-7-22-16,3-3-14 15,2 0-9-15,-3 0-8 16,-2 7 28-16,2-1 6 16,-7 7 16-16,-11-6-15 0,0 1 22 15,0-5 0-15,0 0 0 16,0 0 2-16,0 5 5 16,0 5 18-16,0 5 12 15,0 7-3-15,-6 0-22 16,-4 1 9-16,10 5-17 15,-8 2 1-15,8 0-3 16,0 0 3-16,0 0-1 16,0 0 1-16,0 0 0 15,0 0 2-15,-10 2 5 16,4 8 10-16,1 3-12 16,5 2 0-16,0-2 1 15,0 4-9-15,0-4 2 16,0 7 13-16,0-2-15 15,0 6 7-15,0 6 12 0,5 4-14 16,19 3 16-16,2 2-8 16,3 2 2-16,0-8 7 15,0-3-1-15,-3-7 0 16,-7-7-8-16,-3-5-11 16,-3-2 2-16,-8-6-3 15,-5 1 0-15,0-4-1 16,0 0-46-16,0 0-64 15,0 0-130-15,0 0-234 16</inkml:trace>
  <inkml:trace contextRef="#ctx0" brushRef="#br0" timeOffset="86147.88">18064 10321 95 0,'0'0'77'0,"0"0"-54"0,0 0 7 16,0 0 8-16,0 0 1 15,0 0-1-15,0 0 11 16,24 9 7-16,-24-9 0 15,0 0-1-15,0 0-5 16,0 0-1-16,0 0-7 16,0 0-17-16,0 0-7 15,0 0 3-15,0 0 2 16,0 0-3-16,0 0 3 16,0 0-10-16,0 4-3 0,0 2 0 15,0 8-9 1,0 9 12-16,5 10-5 0,19 7 4 15,10 6 15 1,16 4-3-16,-5 0 9 0,8-3 2 16,2-11-8-16,-3-2-7 15,-2-16-8-15,0-11-2 16,-2-2-7-16,-14-5-3 16,-3 0-1-16,-12-16-27 15,-3-26-77-15,-9 0-78 16,-7 1-253-16</inkml:trace>
  <inkml:trace contextRef="#ctx0" brushRef="#br0" timeOffset="87163.51">18943 10317 261 0,'0'0'64'15,"0"0"-6"-15,0 0 2 16,0 0 2-16,0 0-7 16,0 0-16-16,0 0 7 15,0 0-7-15,0 0 3 16,0 17 11-16,0 0-22 15,8 2-4-15,-3 4 11 16,6 4-17-16,-1 6 5 16,3 4-7-16,3-1-2 15,8 4 5-15,-9 1-7 0,9 0 5 16,5-5 0-16,-8 2-7 16,8 7 4-16,5-9-6 15,0 4 2-15,1-10 4 16,-1 0-10-16,0-10 0 15,-8-7-2-15,-2 1-1 16,0-14-4-16,-9 0 0 16,4 0 0-16,-9 0 8 15,1 0-5-15,2-11-3 16,-3-15-2-16,1-1-10 16,-6-6-15-16,-5 0 0 15,0 0-5-15,0-2-13 16,0 5 17-16,0 5 18 0,-21 2-16 15,-2 3 17-15,-1 9 9 16,-2 0 6-16,-9 9 1 16,1 2 0-16,0 0-3 15,0 0-2-15,-6 2 2 16,6 20 1-16,5-2 11 16,0 3 2-16,14 0-3 15,4-6 9-15,11-4-11 16,0-6 1-16,0-3-5 15,0-4-2-15,0 0 5 16,0 0-12-16,5 0 5 16,11 0 6-16,8-18-11 0,5-17-5 15,-3-6-12-15,3-7-3 16,-5 1-18-16,-9 1-14 16,-9 7 7-16,-6 5 15 15,0 8 6-15,0 6 20 16,0 6 8-16,0 4-3 15,-27 4 5-15,-12 3 5 16,-3 3-7-16,-8 0-2 16,-8 0-2-16,8 0 0 15,0 13 0-15,11 7 0 16,-4 0-1-16,17 6 1 16,8-6 0-16,7 0-1 15,11-7 1-15,0-2 0 0,0-9-8 16,6-2-66-1,28 0-130-15,10-6-138 0</inkml:trace>
  <inkml:trace contextRef="#ctx0" brushRef="#br0" timeOffset="87814.87">19471 10334 248 0,'0'0'85'0,"0"0"-27"0,0 0 24 15,0 0-11-15,0 0-33 16,0 0 7-16,16 33 24 15,-11-23-24-15,3 0-11 16,-2 3 9-16,-1 4-2 16,0 2-14-16,-5 5-5 15,5 6 5-15,1 3-6 16,7 9 2-16,-3 2 6 16,1 1-4-16,7 2-1 15,-2-10-8-15,8-2-3 16,-1-5 12-16,4-13-6 0,2-7-7 15,5-7-6-15,-5-3-2 16,5 0 9-16,0 0-5 16,-8-3-8-16,3-24-6 15,0-9-15-15,-5-4-22 16,-8-3 13-16,-6-4-35 16,-2-1 6-16,-8 8 7 15,0 1 9-15,0 6-6 16,0 3 31-16,0 6-9 15,0 5 23-15,-13 2 3 16,2 4 2-16,1 6 7 16,-3 0-5-16,8 4 10 0,-1 3 10 15,1 0-6 1,0 0-6-16,0 0 3 0,-3 0 7 16,2 13 3-16,6 10-5 15,0 11 1-15,0 2 19 16,0 7-14-16,0 7 10 15,19 1-18-15,-3-3-10 16,2-2-7-16,-2-16-6 16,-6-9-109-16,-2-6-261 15</inkml:trace>
  <inkml:trace contextRef="#ctx0" brushRef="#br0" timeOffset="95148.9">29284 3824 236 0,'0'0'156'0,"0"0"-131"16,0 0-5-16,0 0 38 16,0 0 8-16,0 0-20 15,0 0 6-15,0 10 8 16,0-10 7-16,0 0-14 16,13 0-23-16,8-17 0 0,8-24-16 15,23-14-11 1,22-28 5-16,21-21-8 0,36-23 1 15,27-18-1 1,29-16-8-16,23-12-1 0,0-7 1 16,1-2 4-16,-19 10-1 15,-21 14-5-15,-37 32 7 16,-32 24 2-16,-23 19-2 16,-26 26-3-16,-14 13-29 15,-10 17-3-15,-18 13-10 16,-11 13-42-16,0 1-39 15,5 0-42-15</inkml:trace>
  <inkml:trace contextRef="#ctx0" brushRef="#br0" timeOffset="96115.14">29218 6898 289 0,'0'0'291'0,"0"0"-205"15,0 0-29-15,0 0 31 16,0 0-28-16,-82-208-34 16,117 129-11-16,33-24 9 15,24-17-18-15,26-20 1 16,35-17-3-16,23-14-4 15,29-19-6-15,21-4 4 16,-28 21-8-16,-33 28-4 16,-46 38 0-16,-46 34-19 15,-23 18-30-15,-2 16 0 16,-14 13-10-16,-8 8-14 16,-8 12-61-16,-18 3-117 15</inkml:trace>
  <inkml:trace contextRef="#ctx0" brushRef="#br0" timeOffset="97297.5">25991 7759 575 0,'0'0'95'0,"0"0"-32"16,0 0-11-16,0 0-21 15,0 0-31-15,0 0-19 0,158-166 19 16,-111 140 6-16,-2 4-6 16,-6 7 2-16,-10 5-1 15,-13 5 2-15,2 5 1 16,-2 0 7-16,-5 0-9 16,7 22 3-16,-7 8 3 15,-1-1-5-15,-10 8-1 16,8 6 0-16,-8 0 9 15,0 7 16-15,0 3-8 16,0 4-12-16,0 5 3 16,-13-2 6-16,-13 4-4 15,-9 0 7-15,1-8-3 0,0-3 4 16,0-6-5-16,-11-11-5 16,3-2-1-16,-3-11-9 15,1-13 7-15,-1-10-10 16,11 0 3-16,0-23-19 15,15-25-36-15,19 3 30 16,0 0 25-16,8 13 9 16,31 11 2-16,6 12 9 15,10 9-1-15,9 0 12 16,-1 25-7-16,0 19 19 16,-13-3-28-16,-6-4-1 15,-9-7 1-15,-17-11-7 16,3-6-7-16,-16-13-1 0,-5 0-7 15,0 0-66 1,0-23-52-16,0-11-93 0</inkml:trace>
  <inkml:trace contextRef="#ctx0" brushRef="#br0" timeOffset="98230.68">26888 8344 309 0,'0'0'104'0,"0"0"-26"15,0 0 27-15,0 0 7 0,0 0-35 16,0 0-11-1,-29 0 14-15,29 0-3 0,0 0-21 16,0 0-7-16,0 0-15 16,16 0-1-16,7 0-20 15,12 0-9-15,14 0 4 16,9 0-3-16,3-6-1 16,-14-4-3-16,-7-1 5 15,-6 2-6-15,-18-1-10 16,2-1 2-16,-18-1-4 15,0-6-9-15,0 3 6 16,0-7 7-16,0-8-2 0,-8-1 2 16,-18-7-9-1,-3 1-1-15,0 0 17 0,0 7 2 16,8-5-1-16,-3 1 3 16,9 4-2-16,9 7 6 15,6 0-6-15,0 3 0 16,0 3-1-16,6 4-2 15,15-4 1-15,-3 4 1 16,-2-4-2-16,7 4 2 16,-2 0 0-16,8 3 0 15,0-3 3-15,6 3-1 16,-1 7 0-16,0-1 4 16,-5 4-4-16,-3 0-2 15,-2 0 1-15,10 0 1 16,-5 0 3-16,-3 0-5 0,3 4 1 15,-5 9 15-15,-8 0-15 16,2 7 5-16,3 0-4 16,-8 10 2-16,-8 6 14 15,-5 4-6-15,0 13 14 16,0 7-10-16,0 7-6 16,0 4 4-16,-10-12-7 15,2-6 2-15,8-14 5 16,0-9-5-16,29-9-3 15,29-15-5-15,10-6 8 16,11 0-9-16,5-29-37 16,3-11 6-16,-13 3-33 0,-9 7-7 15,-17 12-71 1,-22 17-82-16,-8 1-265 0</inkml:trace>
  <inkml:trace contextRef="#ctx0" brushRef="#br0" timeOffset="99930.66">5304 15751 160 0,'0'0'609'0,"0"0"-513"15,0 0-10-15,0 0 25 16,0 0-10-16,0 0-44 15,0-24-15-15,45-4-8 16,23-10-3-16,16-21-10 16,24-13-10-16,18-18-11 15,3-16-8-15,13-2-25 16,-5 5-18-16,-19 19 16 16,-28 22-30-16,-14 19 12 15,-31 13 26-15,-11 17 0 16,-13 7 25-16,-8 6-22 15,-2 0-17-15,-6 0-15 0,-5 0-44 16,0 16-145-16,0 1-213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49:45.31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2180 9446 611 0,'0'0'138'16,"0"0"-74"-16,0 0-7 16,0 0 31-16,0 0-28 15,0 0-41-15,0 0-10 16,0 0-2-16,5 2 9 15,24-2 13-15,10 0-23 16,17 0 10-16,2 0-8 16,5 0 0-16,-3 0 4 15,3 0-10-15,0 0 1 16,-13 0-3-16,3 0-3 16,-14 0 2-16,-4 0-14 0,-20 0-25 15,-9 0-62-15,-6 0-11 16,0 0 9-16,0 0-51 15,0 0-18-15,-35 11-75 16</inkml:trace>
  <inkml:trace contextRef="#ctx0" brushRef="#br0" timeOffset="463.81">2498 9476 142 0,'0'0'115'0,"0"0"-78"16,0 0 22-16,0 0 14 0,0 0-19 15,0 0-6-15,-18-5 17 16,18 5 20-16,0 0-27 16,0 0-16-16,0 0 8 15,0 0-36-15,0 0-2 16,0 0 0-16,0 7-9 15,0 14 6-15,0 11 11 16,0 13-7-16,0 8 11 16,0 17 10-16,18 6 17 15,-7 14-13-15,-1-1-18 16,3-3 5-16,-13-10-3 16,0-14-7-16,0-16 3 15,0-9-8-15,0-11 5 0,0-3 8 16,-29 4-14-16,-23-7-3 15,-22-7-6-15,-5-6-5 16,-16-7 2-16,-2 0-66 16,13-10 25-16,8-13-2 15,26-4 5-15,21 8 34 16,13-2 7-16,11 8-3 16,5 0-23-16,0 0-42 15,0-1-29-15,0 1-220 16</inkml:trace>
  <inkml:trace contextRef="#ctx0" brushRef="#br0" timeOffset="1114.17">2882 10027 435 0,'0'0'165'0,"0"0"-94"0,0 0 20 16,0 0-20-16,0 0-56 16,0 0-7-16,5 0-1 15,-5 0 4-15,0 0 8 16,0 0-6-16,0 0 10 16,0 0 7-16,0 6-17 15,0 17 10-15,0 12-13 16,-10 9-7-16,-14 4 9 15,-2 14-8-15,-3 0-1 16,-5 1 2-16,-1-6-4 16,12-14 3-16,2-10-4 15,8-10 2-15,7-6-1 16,1-11 0-16,5 1-1 0,0-7 0 16,0 0-9-1,0 0-18-15,0 0-27 0,0 0-23 16,0-14-10-16,5-18-187 15</inkml:trace>
  <inkml:trace contextRef="#ctx0" brushRef="#br0" timeOffset="1579.81">3127 10115 11 0,'0'0'295'16,"0"0"-213"-16,0 0-9 15,0 0 12-15,0 0 0 16,0 0-30-16,0 0-27 15,0 0 3-15,0 0-20 16,0 0 20-16,0 8-10 16,0 7 5-16,0 0 10 15,-19 6-16-15,9 6 0 16,-6 10 9-16,-3 2-10 16,-2 11 5-16,-2 10-4 15,-11 0-4-15,5 3 10 16,8-1-22-16,-8-4 3 0,10-10 0 15,9-18-4-15,4-4 0 16,6-10-2-16,0-9 1 16,0-3-1-16,0-4 0 15,0 0-1-15,0 0 0 16,0 0-23-16,0 0-30 16,0-30 8-16,6-11-145 15,12-6-183-15</inkml:trace>
  <inkml:trace contextRef="#ctx0" brushRef="#br0" timeOffset="2068.48">3921 9748 403 0,'0'0'423'0,"0"0"-334"16,0 0 1-16,0 0-4 15,0 0-34-15,0 0-40 16,73-60 4-16,-62 54-12 0,0 2 1 16,-6 4-5-16,-5 0-30 15,0 0-8-15,0 0-31 16,0 0-61-16,8 7-46 16,-8 20-135-16</inkml:trace>
  <inkml:trace contextRef="#ctx0" brushRef="#br0" timeOffset="2329.8">4050 10158 390 0,'0'0'310'0,"0"0"-242"16,0 0 21-16,0 0 10 16,0 0-49-16,0 0-22 15,13 0-9-15,-13 0-10 16,5 0-9-16,-5 0-21 16,0 0-52-16,5 0-56 15,-5-5-158-15</inkml:trace>
  <inkml:trace contextRef="#ctx0" brushRef="#br0" timeOffset="2928.81">6409 9249 468 0,'0'0'105'0,"0"0"10"15,0 0-6-15,0 0-34 16,0 0-38-16,0 0 10 0,0-10-1 16,0 10-19-16,0 3-3 15,0 4-8-15,0-4-7 16,0 13-1-16,0 13-7 16,10 19 7-16,9 25 19 15,-4 28 15-15,4 9 5 16,2-1-7-16,3-6-21 15,4-24-3-15,7-12-15 16,-1-21-1-16,-8-11-2 16,-2-18-23-16,-14-11-47 15,-10-6-52-15,0 0-101 16,0 0-141-16</inkml:trace>
  <inkml:trace contextRef="#ctx0" brushRef="#br0" timeOffset="3201.16">6246 10221 164 0,'0'0'542'15,"0"0"-468"-15,0 0-1 16,0 0-18-16,0 0-51 16,0 0-4-16,79-38 0 15,-35 23 6-15,6-2 2 16,-10 10 5-16,2 1 19 15,-3 3-10-15,-5 3 0 16,1 0-6-16,-4 0-16 16,-2 0 2-16,-5 0-2 0,-8 0-13 15,2 0-20-15,-8 0-42 16,-4-7-18-16,-1-10 0 16,-5-8-60-16,0 2-95 15</inkml:trace>
  <inkml:trace contextRef="#ctx0" brushRef="#br0" timeOffset="3465.98">6459 9189 641 0,'0'0'86'0,"0"0"-19"16,0 0 14-16,0 0-55 16,313 33-26-16,-274-26-31 15,-10 0-112-15,-24-1-196 16</inkml:trace>
  <inkml:trace contextRef="#ctx0" brushRef="#br0" timeOffset="3946.33">7111 9914 383 0,'0'0'125'16,"0"0"-38"-16,0 0 39 0,0 0-43 15,0 0-43-15,0 0-15 16,8 0 2-16,-8 6-2 16,0-2-6-16,0 3 12 15,0-1 11-15,0 6-15 16,0 0 2-16,0 7-5 16,0 27-4-16,0 13 19 15,0 20 11-15,0 8 5 16,0-1-2-16,5-10-16 15,6-16-6-15,-1-20-11 16,9-17-19-16,-9-13-1 16,1-7-6-16,-4-3-6 0,-1 0-43 15,-6 0-58-15,0-14 19 16,0-21-73-16,0-2-99 16,0-3-83-16</inkml:trace>
  <inkml:trace contextRef="#ctx0" brushRef="#br0" timeOffset="4199.92">7077 10017 433 0,'0'0'132'0,"0"0"-52"0,0 0 31 16,0 0-38-16,0 0-31 15,0 0-11-15,181-15 27 16,-107 15-10-16,-6 0-14 16,1 0-11-16,-17 0-23 15,-18 0 0-15,-7 0-4 16,-14 0-47-16,-13 0-38 16,0 0-70-16,0 0-130 15</inkml:trace>
  <inkml:trace contextRef="#ctx0" brushRef="#br0" timeOffset="4428.54">7016 10271 753 0,'0'0'77'16,"0"0"6"-16,0 0 26 15,0 0-63-15,363 6-43 16,-284-6 1-16,-24 0-4 16,-7 0-3-16,-22-6-24 15,-13-1-91-15,-13 4-75 16,0-4-237-16</inkml:trace>
  <inkml:trace contextRef="#ctx0" brushRef="#br0" timeOffset="4947.7">8116 9991 554 0,'0'0'125'16,"0"0"-17"-16,0 0-11 15,0 0-30-15,0 0-34 16,0 0 20-16,-40-11-18 15,35 11-14-15,-8 0 9 16,-8 5-10-16,-3 6-6 16,-5 3 0-16,8 14-12 15,3 4-2-15,12 9-6 16,6 6 1-16,0-1-23 16,0 1-9-16,29 0 8 0,11-1 29 15,-6 0 4-15,-10-6 8 16,-9-10-9-16,-9-3 11 15,-6-8 7-15,0-6-17 16,0-2 0-16,-11-5 18 16,-28 0-20-16,-9-6-2 15,4 0-15-15,4 0-15 16,6 0-32-16,5-25-67 16,18-5-21-16,6-4-146 15</inkml:trace>
  <inkml:trace contextRef="#ctx0" brushRef="#br0" timeOffset="5360.8">9607 9688 482 0,'0'0'177'0,"0"0"-96"0,0 0 26 15,0 0-39-15,0 0-32 16,0 0-1-16,0 27 19 16,15-27-43-16,9 3-4 15,5 4 25-15,11-3-9 16,-6-2-14-16,5 2-9 16,-5-1 0-16,1 1-9 15,-14 2-39-15,2-2-54 16,-12-4-7-16,2 0-95 15,-13 0-80-15</inkml:trace>
  <inkml:trace contextRef="#ctx0" brushRef="#br0" timeOffset="5522.8">9607 9688 500 0</inkml:trace>
  <inkml:trace contextRef="#ctx0" brushRef="#br0" timeOffset="5585.8">9607 9688 500 0,'147'-182'185'0,"-79"182"-95"0,11 0 13 0,-5 10-64 16,-6 0-39-16,-18-5-21 15,-10 0-103-15,-17-5-195 0</inkml:trace>
  <inkml:trace contextRef="#ctx0" brushRef="#br0" timeOffset="8028.6">11818 8438 331 0,'0'0'268'0,"0"0"-208"16,0 0 2-16,0 0 45 0,0 0-44 15,0 0-35-15,0 0 20 16,6-4 2-16,-6 4-5 16,0 0-16-16,0 0-5 15,0 0 8-15,0 7-19 16,0 9-2-16,10 11 22 15,14 16-10-15,2 10 2 16,3 17 1-16,11 8-5 16,-6-1 9-16,0-5-21 15,-5-12 1-15,0-14 3 16,-8-12-3-16,-3-21 2 16,-7-3-9-16,-6-10 0 15,0 0 8-15,-5 0-10 0,0 0 3 16,13 0-4-16,-2-4-4 15,7-15 1-15,9-11-12 16,-4-18-20-16,12-12 17 16,-1 5-6-16,5-5 7 15,-5 2 6-15,1 9-3 16,4-4 14-16,-15 12 0 16,2 9-4-16,-2 2 3 15,-9 7 1-15,-1-1-4 16,-4 4-5-16,-5 4-54 15,-5 6 6-15,6 3-13 16,7 7-43-16,-8 0-44 0,-5 0-159 16</inkml:trace>
  <inkml:trace contextRef="#ctx0" brushRef="#br0" timeOffset="8996.85">11658 9582 289 0,'0'0'128'16,"0"0"-87"-16,0 0 42 16,0 0 20-16,0 0-25 15,0 0-21-15,-158 13 12 16,153-9-2-16,5-1-26 15,0-3-10-15,0 3 2 16,0-3 3-16,10 4 8 0,25 3-19 16,15-4-7-16,18 3-8 15,24-2 8-15,16-4 1 16,15 0 3-16,9 0-21 16,-3 0 7-16,-3 0 1 15,-13 0-9-15,-5 0 4 16,-19 0-6-16,-15 0 4 15,-6 0-2-15,-10-4 6 16,-18-2-5-16,-11 3 4 16,-14 3-4-16,-4 0-1 15,-11 0-1-15,0 0-8 16,0 0 0-16,0 0 8 16,0 0-19-16,-5 0 1 0,-24 16-12 15,-3 14-22 1,-20 3 3-16,2 1-105 0,-8-8-115 15,-5 1-187-15</inkml:trace>
  <inkml:trace contextRef="#ctx0" brushRef="#br0" timeOffset="10062.81">11868 10204 368 0,'0'0'53'15,"0"0"-32"-15,0 0 52 16,0 0 13-16,0 0-27 16,0 0 8-16,35-33 17 15,-30 33-26-15,0 0-8 16,-5 0-12-16,0 0-8 16,0 0-1-16,0 0-16 0,0 3 4 15,0 4-3-15,0 3-13 16,0 10 4-16,0 14 0 15,0 12 8-15,13 17 14 16,-7 17-9-16,4 16 14 16,-5 6 4-16,1 3-3 15,1-19-4-15,-1-19-23 16,-1-28 7-16,0-22 4 16,6-11-12-16,-11-2 0 15,0-4-1-15,0 0-2 16,0 0-2-16,0-6-31 15,0-18-15-15,0-3-17 16,0-2-15-16,0-8 15 0,0 4-40 16,0 0 2-1,-6 3-2-15,-9-3-4 0,-9 8 52 16,8 0 46-16,-2 1 8 16,2 1 1-16,3-5 8 15,2 2-2-15,6 8 18 16,-5-7-2-16,-4 2 6 15,9 2 20-15,5 2-8 16,-5-1 11-16,5 3-8 16,0-3-11-16,0 4 3 15,0-1-16-15,16 0-2 16,13-2-12-16,0-2 1 16,5 5-5-16,5-4 5 0,1 7-6 15,4 3 11 1,4 0-1-16,-4 0 2 0,1 4 0 15,-11 2-5-15,1 4 2 16,-1 0 5-16,-13 0 0 16,8 0 19-16,-11 10-22 15,3 14 15-15,-8 5 18 16,-2 11-23-16,-6 3 19 16,-5 4-21-16,0-1-7 15,-5 4 14-15,-45-4-4 16,-13 3-8-16,0-12-3 15,-6-7-11-15,9-13-3 16,2-12-15-16,18-5-58 16,11 0 37-16,24 0-32 0,5-10 32 15,0 10 39-15,11 0 2 16,36 0 26-16,3 10-13 16,0 14 2-16,8 11 30 15,-13-3 8-15,-11 7-9 16,-11-13-24-16,-7-6-14 15,-5-7 0-15,-3-7-8 16,-8-2-1-16,0-4 1 16,0 0-26-16,0 0-45 15,0 0-36-15,0 0-39 16,-14-7-46-16,-1-9-347 16</inkml:trace>
  <inkml:trace contextRef="#ctx0" brushRef="#br0" timeOffset="10595.81">12736 10767 485 0,'0'0'97'0,"0"0"-89"0,0 0 81 16,0 0 9-16,0 0-62 15,0 0-6-15,0-40 17 16,0 40-6-16,0 0-6 16,0 0-20-16,0 0 8 15,0 0-3-15,0 0-10 16,0 0 4-16,-5 0-5 15,-8 0-8-15,8 0 13 16,-6 0-10-16,-7 0 5 16,2 4 4-16,0 2-10 15,-8 2 16-15,1 8-7 16,7-4-9-16,-8 8-1 16,9 3-1-16,1 7 3 15,4 7 15-15,10 9-13 16,0 4 9-16,0 6 18 0,0-9 4 15,18-4 6-15,14-10-5 16,10-4-13-16,3-15-16 16,-6-7-8-16,6-7-1 15,-11 0 0-15,-5 0-26 16,-13-26-19-16,2-4-62 16,-7-7-11-16,-11 8-36 15,0 2-19-15,0 10-58 16,0 4 38-16</inkml:trace>
  <inkml:trace contextRef="#ctx0" brushRef="#br0" timeOffset="10926.81">12600 11016 422 0,'0'0'242'0,"0"0"-183"16,0 0 44-16,0 0-61 16,0 0-13-16,0 0-5 15,231 0-18-15,-189 0-2 16,-3 0-4-16,-4 0-3 16,-9 6 3-16,-2 21 0 15,-14 10 29-15,-5 12 23 0,-5 10 9 16,0 1 5-16,0-2-14 15,0-10-14-15,0-11-14 16,8-16-15-16,3-12-9 16,-1-9-1-16,9 0-75 15,2-25-34-15,-3-24-61 16,-7-3-295-16</inkml:trace>
  <inkml:trace contextRef="#ctx0" brushRef="#br0" timeOffset="11436.23">14012 9605 371 0,'0'0'142'16,"0"0"-61"-16,0 0 62 15,0 0-20-15,0 0-52 16,0 0-27-16,34 0-6 15,0 4-14-15,0-1 10 0,11 4-7 16,-11-4-24 0,-5 0 0-16,-3-3-3 0,-7 0-17 15,-9 0-43-15,4 0-89 16,-9 0-63-16,-5 0-56 16</inkml:trace>
  <inkml:trace contextRef="#ctx0" brushRef="#br0" timeOffset="11629.81">14012 9605 332 0,'29'-230'360'0,"-14"229"-316"15,38-4 14-15,8-1 14 0,2-1-54 16,-13 2-18-16,2-1-21 15,-18 5-44-15,-13-8-112 16,-15 6-155-16</inkml:trace>
  <inkml:trace contextRef="#ctx0" brushRef="#br0" timeOffset="16498.47">24053 4882 106 0,'0'0'182'0,"0"0"-137"15,0 0 17-15,0 0-2 16,0 0-17-16,0 0-21 15,0 0 20-15,34 17 10 16,-29-17-13-16,0 0-6 16,-5 1-1-16,6-1 5 15,-1 6 0-15,-5-5-11 16,5 4-7-16,3-3-2 0,-3-2-7 16,1 4 1-16,-1-4-5 15,0 3-1 1,0-1 8-16,1 4-11 0,7 1 4 15,-8-1 6-15,6 2-9 16,2 1 6-16,-3-1-8 16,1-1-1-16,7 8 0 15,-2-2 6-15,2-3-3 16,-2 3 2-16,3-7-4 16,-4-4 1-16,1 7-2 15,3-9 0-15,-4 3 2 16,9-3-1-16,0 0 3 15,2 0-4-15,13 0-23 16,9-18 3-16,-4-6-20 0,1 3-27 16,0-2 7-16,-11 6 17 15,0-2 42-15,-15 10 1 16,-4 2 2-16,-1 6 12 16,-4-5 2-16,1 5-1 15,2 1 7-15,3-5-10 16,-6 5-3-16,3 0 1 15,-7 0-7-15,-1 0 12 16,0 0-2-16,0 0-9 16,1 0 11-16,1 6-8 15,-1 12 12-15,4 1 8 0,1 3-12 16,2 1 3 0,-8-2-4-16,0-4-8 0,1 1 10 15,-1-8-11-15,0-1 2 16,8-5-1-16,-7 0-4 15,4-4-2-15,9 0 0 16,2 0-4-16,7 0-2 16,7-15-17-16,-1-4-3 15,5 1 2-15,-4 7 3 16,-1-2 15-16,-5 2 6 16,-8 0 0-16,2 9 10 15,1-3-3-15,-3 4 4 16,3 1 5-16,-3-6-11 15,2 6 5-15,-4 0-2 16,-3 0-2-16,7 0 10 0,-7 0-9 16,8 0 2-1,-3 14 12-15,2 1-7 0,1-2 2 16,-3 0-4-16,8-1-9 16,0-5 9-16,0-7-11 15,10 0 3-15,-4 0 4 16,4 0-7-16,6-15-2 15,-11-14-1-15,0 5-16 16,-5-6-2-16,-8 0-6 16,-3 7 21-16,-2 1 4 15,-5 8 2-15,-3 2 6 16,-3 5 8-16,0 2-5 16,0 5 10-16,-5-4-16 0,0 4-3 15,0 0-2 1,0 0-9-16,0 0-36 0,0 0-79 15,-5 4-132-15,-34 11-302 16</inkml:trace>
  <inkml:trace contextRef="#ctx0" brushRef="#br0" timeOffset="18006.82">24794 3418 82 0,'0'0'40'16,"0"0"-11"-16,0 0 21 0,0 0-20 15,0 0-17-15,0 0-13 16,0-20-1-16,0 20-19 15,0 0-37-15,-10 0 51 16,-3 0-44-16</inkml:trace>
  <inkml:trace contextRef="#ctx0" brushRef="#br0" timeOffset="19345.8">23932 3590 247 0,'0'0'65'15,"0"0"4"-15,0 0 10 0,0 0-7 16,0 0-18-16,0 0 5 15,0 12 10-15,0-11-21 16,0 3 2-16,0-4-8 16,8 0-7-16,2 0-7 15,11 0-10-15,-2 0-4 16,10-5-14-16,-1-13-2 16,-1 6-2-16,2-6-10 15,5 6 0-15,-10 1 4 16,-3-3-2-16,2 1 11 15,-7 6 0-15,8 0 2 16,5-2-2-16,0 6 1 0,2-8-3 16,-2 8-1-1,0 3 1-15,0 0-8 0,-8 0 10 16,3 0 2-16,-9 0 1 16,9 0-2-16,-5 0 0 15,-4 0 0-15,4 0 1 16,-4 0 1-16,1 0-2 15,3 3 2-15,4 1 0 16,-7-1-2-16,0 4 0 16,8-5 1-16,-14 5 0 15,8-3-1-15,-2 3 2 16,8 2 1-16,0 5 2 16,-3 5-5-16,8 1 3 0,0 1 6 15,-1-3-7-15,-1 0 3 16,2 2 1-16,-6 2-4 15,-7-8 4-15,8 1-5 16,-3-13 0-16,2 3 0 16,-4-5 1-16,2 0-2 15,-3 0 2-15,3 0-2 16,8-12-5-16,-13-6-27 16,8 5-16-16,-6-9-1 15,-2 9 13-15,-6 0-11 16,4-7 21-16,-4 6-9 15,-5-2 21-15,1 2-11 16,-1-2-14-16,-5 2 16 16,0-2-2-16,8 0 14 0,-8 9 7 15,5 0 4-15,-5 0-3 16,5 4 3-16,-5 0 0 16,0 3 9-16,0-3 2 15,0 3 4-15,0 0-5 16,0-3-2-16,0 3 6 15,0 0-1-15,0 0 5 16,0 0 11-16,6 0-8 16,-6 0-3-16,0 0-5 15,5 0 2-15,-5 0 8 16,0 9-1-16,5 5 2 16,3 5 10-16,-3 1-7 0,6 4 5 15,5-1-5-15,-3-3-4 16,2 5-5-16,4-7-10 15,2 0-3-15,13-7-3 16,0 2-2-16,6-5 0 16,12 1 0-16,-2-2 0 15,3 5-6-15,2-6-10 16,3 5 3-16,-8-3 11 16,8 7-2-16,-19-2 4 15,-5 0 0-15,-7-3 2 16,-14-2-1-16,-3 4-1 15,-10-2 0-15,0 3 7 16,0 1-2-16,0 2 10 0,0-6-2 16,0 7-4-16,-5-7 3 15,-13-1-10-15,2-2-1 16,-2-7-1-16,7 0-8 16,-10 0-36-16,3 0-93 15,2 0-65-15</inkml:trace>
  <inkml:trace contextRef="#ctx0" brushRef="#br0" timeOffset="20528.09">25504 3188 212 0,'0'0'80'0,"0"0"10"16,0 0-19-16,0 0-11 16,0 0-17-16,0 0 4 15,32-36-9-15,-32 30 7 16,0 6-13-16,0-4 4 15,0 4-3-15,0 0-12 16,0 0 6-16,0 0 6 0,0 0-10 16,0 0 3-16,0 0-14 15,0 0 7-15,0 0 7 16,0 0-5-16,0 0 1 16,0-5-8-16,8 5-4 15,-8 0 8-15,0 0-16 16,5 0 2-16,0 0 1 15,1 0-4-15,4 0 7 16,3 12-2-16,-2 4-4 16,-1 7 14-16,14 0-7 0,-8 11 1 15,2 6 12 1,6 3 1-16,-3 6 9 16,3-1 4-16,-9-9-9 15,4-2 5-15,-3-11-16 0,2-3-8 16,-7-10 3-16,-1-3-10 15,-10-3 4-15,5-7-5 16,-5 0 2-16,0 0 3 16,8 0-5-16,-3-8-9 15,11-22-5-15,-5-2-1 16,2 3 7-16,3 2-9 16,-11 3 7-16,8 1 5 15,-8 0-1-15,1 4-10 16,-1-1 15-16,0-4-9 15,3 1 3-15,-3 3-8 0,6 4-3 16,-6-1 17 0,6 4-6-16,-11 6-1 0,7 0 6 15,-1 7-3-15,-1-5 5 16,0 3 0-16,1 0 2 16,-1-5-6-16,3 0 3 15,-3 7-1-15,0 0 1 16,-5 0-7-16,5 0 6 15,-5 0-12-15,0 0-31 16,0 0-53-16,0 0-57 16,0 14-186-16</inkml:trace>
  <inkml:trace contextRef="#ctx0" brushRef="#br0" timeOffset="23845.5">15587 8275 378 0,'0'0'105'0,"0"0"-14"16,0 0-30-16,0 0-17 16,0 0-15-16,0 0-12 15,0 0 3-15,0-3 7 16,-5 3 3-16,0 0-3 15,-14 0-1-15,3 0-11 16,-13 6 1-16,8 11 0 16,-13 3-9-16,5 3 8 15,-5 7-1-15,5-3-5 16,0 5 18-16,13 2 0 16,6 2 3-16,2 7 5 0,8 4 0 15,0 6 25-15,0 0-14 16,0-5-25-16,24-7 8 15,15-11-16-15,11-11-9 16,13-13 2-16,-5-6-4 16,3 0 5-16,-9-32-7 15,-7-14-48-15,-16 4-21 16,-24 0-1-16,-5 6 0 16,0 4 27-16,0 5-3 15,-5 8 46-15,-35 9 7 16,1 3 0-16,-8 7 19 15,-3 0 7-15,0 0-19 16,-3 0-2-16,3 13-2 0,-2 7 9 16,20-4 3-1,3-2-13-15,16-5 2 0,8-2-11 16,5-3-1-16,0-4-30 16,0 0-68-16,34 0-28 15,24-7-80-15,-3-16-98 16</inkml:trace>
  <inkml:trace contextRef="#ctx0" brushRef="#br0" timeOffset="24412.13">16121 8285 339 0,'0'0'110'15,"0"0"-45"-15,0 0 32 16,0 0-20-16,0 0-26 16,0 0-9-16,0 0 7 15,0 0-1-15,0 0-8 16,0 2-11-16,0 13 6 15,-13-2 3-15,2 3-13 16,1 8 2-16,-1 6-4 16,-7 6 0-16,13 7 20 0,5 10 1 15,0 4 7-15,0-1 9 16,0 1-19-16,39-15 0 16,6-7-20-16,13-17-21 15,-3-13 1-15,18-5-1 16,1-21-6-16,0-39-16 15,-6-6-63-15,-28-7-52 16,-22 7 31-16,-13 9-10 16,-5 4 52-16,0 10 33 15,-16 3 31-15,-26 7 8 16,-2 6 9-16,4 11 21 16,1 3 10-16,-1 6-6 0,-4 3 2 15,4 4-16-15,-12 0-12 16,2 0-6-16,-3 0-9 15,-2 24 0-15,10 1-1 16,6 5-22-16,15 0-48 16,6-3-79-16,18-3-210 15</inkml:trace>
  <inkml:trace contextRef="#ctx0" brushRef="#br0" timeOffset="25161.84">15066 9365 521 0,'0'0'89'0,"0"0"9"15,0 0 6-15,0 0-39 0,0 0-32 16,0 0 16-16,177-26 10 16,-122 22-25-16,13 1-10 15,16-1 2-15,8 3-3 16,11-5-1-16,10 0-5 16,5 0-9-16,9-1 13 15,-9-3-20-15,0-3 1 16,-5 2-2-16,-10-8-1 15,-6 6 1-15,-2-4-5 16,-16 7 3-16,-11 0 2 16,-15 7 0-16,-19 3 0 15,-18-4 14-15,-6 4-7 0,-10 0 11 16,0 0-2 0,0 0-4-16,0 0 13 0,0 0-11 15,0 0-12-15,0 0 5 16,0 0-5-16,0 0-2 15,-5 0-4-15,-5 0-36 16,-19 4-30-16,-6-1 44 16,-9 1-66-16,-14 6-92 15,3-1-180-15</inkml:trace>
  <inkml:trace contextRef="#ctx0" brushRef="#br0" timeOffset="26180.22">15690 9828 0 0,'0'0'162'0,"0"0"-111"15,0 0 25-15,0 0 27 16,0 0-39-16,0 0 7 16,-40 0 39-16,40 0-15 15,0 0-19-15,0 0-29 16,0 0-8-16,0 0 0 15,0 0-10-15,0 0 4 16,0 0-3-16,0 0-10 16,0 0 7-16,5 0-8 15,24 0-12-15,16 0-4 0,0-10 5 16,2-7-8 0,3 4-4-16,-10 0-19 0,-1 6 13 15,-5 0 2-15,-5 7 8 16,-8 0 0-16,-8 0 0 15,-7 0 2-15,-6 0 4 16,0 0-3-16,0 0 15 16,0 10-8-16,0 14 0 15,-35 9 3-15,-4 4-11 16,-11 2 1-16,-3 0-1 16,9-9 0-16,4-7-2 15,17-16 0-15,12-7-23 16,11 0-14-16,0 0 3 15,5 0-27-15,40-16 9 16,8 7-12-16,-9 9 40 0,1 0 5 16,0 0 7-16,-11 18 12 15,-5 12 12-15,-24-1 17 16,-5 1 28-16,0 1-16 16,0 4-8-16,-45-3 3 15,-12 0-9-15,-9-6-5 16,-8-6-21-16,1 0-1 15,4-7 2-15,17 0-1 16,12-3-1-16,19-3 0 16,13-4 2-16,8-3-5 15,0 0-28-15,0-23-97 16,48-24-1-16,7-9-420 0</inkml:trace>
  <inkml:trace contextRef="#ctx0" brushRef="#br0" timeOffset="26779.01">16460 9821 326 0,'0'0'208'0,"0"0"-125"0,0 0 26 15,0 0-24-15,0 0-44 16,0 0-7-16,0 0 18 16,0 0 2-16,0 0-2 15,0 4-18-15,-5-4-7 16,-6 0 11-16,-2 0-9 15,8 0 2-15,0 0-4 16,-6 6-15-16,-2 4-2 16,-8 7-8-16,-8 6 2 15,0 9 7-15,0 5 8 0,13 15 19 16,1 7-3-16,15 1 7 16,0-3 5-1,0-14-15-15,5-17-24 0,45-9 0 16,13-17-7-16,11 0 3 15,10-17-4-15,-5-29-18 16,-11-4-10-16,-15-10-29 16,-27 9-5-16,-18 7-3 15,-8-3 8-15,0 11 22 16,-18 4 26-16,-22 9 9 16,1 9 28-16,4 8 10 15,1 3-1-15,5 3 1 16,8 0-22-16,-2 0-15 15,12-4-1-15,11-9-71 16,0-14-99-16,0-6-83 0,11-7-367 16</inkml:trace>
  <inkml:trace contextRef="#ctx0" brushRef="#br0" timeOffset="27388.82">17741 9262 378 0,'0'0'134'16,"0"0"-15"-16,0 0 28 16,0 0-46-16,0 0-50 15,0 0 31-15,0 6-26 16,34-6-33-16,14 0 0 16,1 0 1-16,1 4-14 0,3-4-6 15,-3 0-4-15,-5 0-14 16,-16 0-35-16,-6 0-45 15,-12 0-33-15,-11-10-27 16,0-7-98-16,0-2-146 16</inkml:trace>
  <inkml:trace contextRef="#ctx0" brushRef="#br0" timeOffset="27577.74">17770 8994 632 0,'0'0'114'0,"0"0"-21"0,0 0-6 15,0 0-62-15,294 9-25 16,-230-9-22-16,-25 0-98 16,-15-13-162-16</inkml:trace>
  <inkml:trace contextRef="#ctx0" brushRef="#br0" timeOffset="28128.56">18825 8782 419 0,'0'0'60'0,"0"0"-7"15,0 0-5-15,0 0-46 16,0 0-2-16,0 0 0 16,131-39 18-16,-97 32-1 15,0 7 9-15,-7 0 12 16,2 0 4-16,5 0 18 15,-5 0 3-15,0 22-8 16,-8 9 13-16,-16 11 17 0,3 6-25 16,-8 10 4-16,0 5-11 15,-24 3 3-15,-34 0-21 16,-2-12-3-16,7-11-10 16,3-20-13-16,11-14 2 15,5-9-11-15,5-9-43 16,18-30-24-16,11-5-70 15,0 5 14-15,5 12 13 16,40 14 101-16,0 9 9 16,7 4 55-16,-2 14 17 15,3 25 1-15,-3 11-3 16,0-7 8-16,-3-3-27 0,-2-15-23 16,-6-17-15-16,6-8-13 15,-5 0-14-15,-1-37-32 16,-5-12-107-16,-5-8-95 15,-10-5-356-15</inkml:trace>
  <inkml:trace contextRef="#ctx0" brushRef="#br0" timeOffset="28511.78">20158 8524 350 0,'0'0'161'16,"0"0"-62"-16,0 0 25 16,0 0-29-16,0 0-45 15,0 0-1-15,0 0-2 16,0 16-13-16,-19 7-1 15,-2 11-8-15,-8 14 2 16,-5 6 9-16,-5 28-2 16,-14 7 9-16,-2 14 1 0,2-13-8 15,14-14-12 1,18-26-18-16,3-20 3 0,18-20-6 16,0-7-1-16,0-3-4 15,0 0-24-15,0-13-24 16,23-20-56-16,-2-7-14 15,3-3-19-15,5-4-61 16,-5 4-97-16</inkml:trace>
  <inkml:trace contextRef="#ctx0" brushRef="#br0" timeOffset="28827.82">20084 8614 325 0,'0'0'216'15,"0"0"-92"-15,0 0 0 0,0 0-39 16,0 0-29-16,0 0-24 16,79-21 3-16,-68 21 23 15,-6 0-16-15,8 0-7 16,3 11 13-16,8 12-1 16,-3 13 12-16,7 14-12 15,-4 18-19-15,-3 11 21 16,-2 14-8-16,-4 1-4 15,-1-2-4-15,-4-16-14 16,1-16-4-16,-6-20-15 16,3-16 1-16,-8-13-2 15,0-11-2-15,0 0-29 16,0 0-43-16,0-28-50 16,0-12-55-16,0-6-59 0,0 2-146 15</inkml:trace>
  <inkml:trace contextRef="#ctx0" brushRef="#br0" timeOffset="29000.95">19919 8924 520 0,'0'0'368'16,"0"0"-266"-16,0 0 2 15,0 0-14-15,0 0-58 16,352 40-32-16,-249-47-24 0,-14-16-50 15,-10-4-112 1,-21-3-226-16</inkml:trace>
  <inkml:trace contextRef="#ctx0" brushRef="#br0" timeOffset="29202.3">22046 9113 899 0,'0'0'222'0,"0"0"-134"15,0 0-52 1,0 0-36-16,0 0-35 0,0 0-117 16,0 0-118-16,-18 0-201 15</inkml:trace>
  <inkml:trace contextRef="#ctx0" brushRef="#br0" timeOffset="56626.76">8818 12746 445 0,'0'0'25'0,"0"0"-22"16,0 0 59-16,0 0 89 16,0 0-105-16,0 0 3 15,0 0-19-15,0 0-11 16,0 0-4-16,215-50-10 15,-186 44 2-15,5 3-2 16,1-6-4-16,-1 2 4 16,11 5-2-16,-1-4-2 0,14 0 1 15,3-3-2-15,15-3 0 16,8-1 0-16,5-1 3 16,14 0-6-16,0 1 3 15,4 1-12-15,-4-2 4 16,0 2-3-16,-9 1-7 15,4 0 12-15,-9 1-19 16,8-3 25-16,6-1-3 16,5-2-2-16,5-1-6 15,5 3 3-15,8-5-1 16,-2 2-4-16,7 1-33 16,-2-4-8-16,8 7 10 0,0-3 13 15,-14 2 28 1,-4 4-12-16,-11 0 15 0,-11 0 0 15,0 7 2-15,-2-4 4 16,2 7 2-16,-7-3 5 16,2 3 10-16,2 0-4 15,-2 0-1-15,-2 0 1 16,12 0 0-16,1 0-1 16,10 0 2-16,13 0-6 15,-7-3-4-15,-1 3-10 16,-5-4 0-16,0-3 0 15,0 1 3-15,-10-4-2 16,5-7 0-16,-11 8-1 16,0-5 7-16,-13 5 16 15,-5 2 12-15,-5-4 6 0,-11 8-22 16,-3 0-7-16,-2 3-11 16,0 0 3-16,-8-3-2 15,-10 3-1-15,-6 0-1 16,-5 0 2-16,-8 0-1 15,-3-3 7-15,-7 3 6 16,-6 0-6-16,-5 0 4 16,0 0-2-16,0 0 6 15,0 0 15-15,0 0-22 16,0 0-6-16,0 0-3 16,0 0 1-16,0 0 0 15,0 0-1-15,0 0-2 0,0 0 0 16,0 0-5-16,0 0 7 15,0 0 2-15,0 3 1 16,0 13 2-16,0 4-5 16,0 3 0-16,0 4 2 15,0 6 2-15,0 7-4 16,0 10 0-16,0 10 1 16,0 6 1-16,0 7-1 15,8 8-1-15,-3-1 9 16,0 3-5-16,-5-3 8 15,0-4-1-15,0-10-1 16,6-10 7-16,-6-10-8 16,0-9-1-16,0-7 2 0,5-2-9 15,-5-10 5 1,0-2-6-16,5-7 1 0,-5-4-2 16,0 0 1-16,0-3 0 15,0-2-2-15,0 0-26 16,0 0-29-16,0 0-63 15,0-7-100-15,0-23-240 16</inkml:trace>
  <inkml:trace contextRef="#ctx0" brushRef="#br0" timeOffset="57994.83">15995 13395 138 0,'0'0'321'0,"0"0"-295"16,0 0-4-16,0 0 57 0,0 0 0 16,0 0-45-1,0 0 5-15,0 0 2 0,-6-3 15 16,-4-4-21-16,-14-4-2 16,3-1-3-16,-8-2-9 15,-10 1 12-15,-6-1-10 16,-13 2-8-16,8-4-3 15,-13 5-8-15,0-3-3 16,0 3 9-16,-3 3-7 16,-2-1 7-16,-1 7 6 15,1-2-8-15,10 3 12 16,3-5-15-16,2 6 0 16,9 0 1-16,-6 0-5 15,5 0 1-15,-2 0-2 16,-3 0 2-16,-8 6-5 0,3 10 5 15,2-2-2-15,-2 11 2 16,2 2 0-16,3 6-1 16,0 0 3-16,3 4-4 15,2 2 19-15,1 9-8 16,4 1-7-16,1 1 5 16,-1 6-7-16,1-3 3 15,5 0 3-15,5-1-6 16,0-1 9-16,13-5-6 15,-8 3 5-15,14-10 5 16,-3 2-10-16,2 1-1 16,6 2 3-16,0 6-5 0,5-4 10 15,0 7-10 1,0 2 11-16,0 5 2 0,0-7-9 16,0-4 4-16,0-3 10 15,0-2-9-15,10-8 0 16,14 4-10-16,2-1 1 15,8-2 5-15,0 0-6 16,14-3 6-16,-4 1-4 16,12 2 0-16,2 0 1 15,5-5-4-15,10 4 0 16,-12-6 0-16,7-7 4 16,-5-8-3-16,0 0-1 0,6-7 1 15,-9-4-6 1,9-4 5-16,-1 0-6 0,0 0 4 15,6 0-5-15,5-11 7 16,0-2 0-16,0-4 3 16,2 1-3-16,-7 1 0 15,0 0 0-15,-14 1-1 16,3 2 2-16,-5-6-1 16,-8 2 3-16,0 0-2 15,-3-1 6-15,-7-3-7 16,-1-3 0-16,1-3 0 15,-1-4 0-15,0 0 0 16,-4 0 0-16,-6-4 4 16,0 1-7-16,-8 1 4 15,2 2-1-15,-7-9 2 0,2 1-1 16,-7-2-1-16,-1-3 0 16,4-5 3-16,-14 0-3 15,0-5 0-15,0-2 0 16,0 2-2-16,0-4 0 15,-6 4-4-15,-17 4 5 16,-6 3-6-16,0 5 6 16,3 2-6-16,-9 2 7 15,1-5-2-15,0-1-5 16,0 2 5-16,5-1-2 16,0 9 1-16,3 3 0 15,2 4 3-15,0 2 0 0,3 1-3 16,-2-7 3-16,-1 7 0 15,3 0 0-15,2 0 3 16,4 6-5-16,4 4 2 16,-7 3 0-16,7 3-2 15,-2 5 6-15,3 2-4 16,-1-4 5-16,6 4-4 16,0 0 3-16,-3 0-4 15,-3-3-3-15,-5-1-2 16,-2-6-45-16,-11 1-61 15,3-5-41-15,-8 1-161 16</inkml:trace>
  <inkml:trace contextRef="#ctx0" brushRef="#br0" timeOffset="60141.73">6698 12965 415 0,'0'0'334'16,"0"0"-270"-16,0 0-25 15,0 0-30-15,84-172-9 16,-50 105-23-16,-10-6-7 16,0 2 5-16,-14 4 3 0,-5 8 22 15,1 11 8-15,-6 9 4 16,0 13 12-16,0 9 7 16,0 7-11-16,0 4-5 15,0 3-12-15,0 3 1 16,0 0 0-16,0 0-2 15,0 0 14-15,0 0-13 16,0 3 1-16,0 10-3 16,0 10 0-16,0 10 15 15,0 10 5-15,0 10-1 16,23 11 15-16,6 8-18 16,3 16 11-16,10 6 4 0,3-2-14 15,-6-2 21 1,-5-11-8-16,1-19-1 0,-7-13 3 15,-7-12-15-15,-2-21-7 16,-9-2-7-16,-4-8-2 16,-1-4-4-16,0 0 1 15,8 0 1-15,-7 0-1 16,-1 0 1-16,5-4-9 16,-2-21-38-16,-2-5 15 15,-1-10 18-15,5-9-11 16,-4-4-4-16,-1-7-10 15,3-6-25-15,2-7-11 16,6-1 14-16,2 5-16 16,-2 4 16-16,3 12 20 15,-4 9 41-15,-1 5 8 0,1 9-3 16,-9 4 5 0,4 8 7-16,-2 2-13 0,-3 10 20 15,0 6 18-15,-5 0 0 16,0 0 10-16,0 0-14 15,0 0 3-15,0 23-28 16,0 11 0-16,24 8 48 16,-3 17-18-16,13 1-16 15,6 7 12-15,-6 11-4 16,5-1-11-16,1 3 13 16,-6-4-18-16,6-4 6 15,-12-12-12-15,1-7-2 0,-13-16 6 16,3-8-16-16,-9-17 2 15,1-8 0-15,-3-4-2 16,-3 0-2-16,0 0-4 16,6 0-24-16,2-9 0 15,-8-23-23-15,6-10 27 16,-1-11-21-16,3-9-5 16,-2 2 2-16,-1-2-28 15,-5-5 26-15,9 4 22 16,-4 0-10-16,-5-2-2 15,9 3 33-15,-4 5 2 16,1 3-1-16,-6 2-2 16,0 14-4-16,3-1 2 0,-3 13-1 15,6 6 12 1,-1 7 5-16,3 6 2 0,-7 0 9 16,-1 7 8-16,-5 0-5 15,5 0 10-15,-5 0-1 16,0 0-5-16,0 0 2 15,0 4-12-15,0 9 1 16,5 7 0-16,1 0 1 16,2 6 22-16,-3 4-26 15,0 4-2-15,0-2 3 16,6 5-11-16,-3 3 7 16,-3-6 1-16,0-2-9 0,1-9 12 15,-1-7-12 1,0-4 1-16,3-3-1 0,-3 3 3 15,1-6-3-15,-6-1 0 16,5 4 1-16,0-2-5 16,0-7 3-16,1 2-3 15,7-2 3-15,-3 0-13 16,1 0 5-16,-3 0-3 16,7 0 11-16,1 0 1 15,8 0 3-15,0 0 2 16,-9 0-2-16,9 0 0 15,-8 0-3-15,7 0 0 16,-7 0 3-16,8 0-2 16,5 0-1-16,0 0 0 15,2 0 2-15,4 0-1 0,12 0 2 16,-8 0 0-16,1 0-1 16,-1 0 2-16,-5 0-4 15,6 0 0-15,-11 0 8 16,0 0-7-16,-8 0 4 15,13 0-1-15,-5 0-3 16,5 0 12-16,5 0-12 16,-4 0 2-16,4 0 3 15,1 0-4-15,-17 0 24 16,-2 0-15-16,-8 0-10 16,-13 0 4-16,6 0-3 15,-6 0 2-15,0 0-1 0,0 0-3 16,0 0-6-16,0 0-28 15,0 0-65-15,-13 0-66 16,-32 17-285-16</inkml:trace>
  <inkml:trace contextRef="#ctx0" brushRef="#br0" timeOffset="63010.26">15219 15122 266 0,'0'0'103'0,"0"0"-53"16,0 0 29-16,0 0 16 15,0 0-26-15,0 0-16 16,-5-11 8-16,5 11 5 16,0 0-18-16,0 0-12 15,0 0 7-15,0 0-2 16,0 0-12-16,0 0-6 16,0 0-11-16,0 0 3 15,0 0-8-15,0 0-3 16,0 0-2-16,0 18 0 15,0 5-2-15,0 7 13 16,0 5-11-16,0 6 1 16,0 8 0-16,0 11 0 15,0 7 4-15,0 6-3 0,0 3 1 16,0 3-3-16,0-1-1 16,0-2-1-16,5-5 0 15,-5-2 0-15,5-2 1 16,-5-2-1-16,5 2 0 15,-5 0-2-15,8-5 4 16,3 3-2-16,-1-5 0 16,1 1 0-16,2 1-1 15,-2-2 1-15,-6 0-1 16,0-4-2-16,3 3 2 16,-3-8-1-16,0-2 2 15,1-3 0-15,-1-3-3 0,0 4 3 16,1-6-3-16,1-1-4 15,-7 3-4-15,0-3 6 16,6 0-1-16,-1 0 6 16,5-4 2-16,4 1-2 15,-9 3 4-15,0-8-8 16,-5-5 6-16,5-1-2 16,-5-8 0-16,0-2-7 15,0-2 6-15,0-3-13 16,0 1 3-16,0-2 3 15,0 6-5-15,0-1 9 16,0-7-6-16,0 6-7 16,0-5 8-16,0 3-4 0,0-1 3 15,0 1-2 1,-10 1-1-16,5 4 13 0,-9-4-11 16,4-1 11-16,5 6 1 15,-8-1-1-15,2-4-4 16,6 4 1-16,-6-16-18 15,6 8 17-15,5-9-8 16,-8 0-8-16,8 0-11 16,-5 0-1-16,0 0 29 15,-1-10 1-15,1-7 2 16,-8-1 3-16,-3 6-3 16,6-6 0-16,-9 6 3 0,3-1-1 15,-2 1-2 1,-11 1 0-16,3-1-4 0,-3 2 3 15,-5 2-5-15,-6-4 1 16,1 3-6-16,-1 0-3 16,1-3 2-16,-9 11 12 15,4 1 0-15,-6 0 8 16,2 0 8-16,-1 0-2 16,4 0-2-16,-8 0-9 15,-2 0-3-15,2 1 4 16,3 6-3-16,6 0 0 15,-9 0-1-15,3-5 3 16,0-2 1-16,-8 6-3 16,3-5 0-16,-8 5 6 15,0 0-3-15,0 2 2 0,2 1-5 16,-7-3 2-16,-6 1 3 16,-5-5-3-16,6 6 7 15,-14-7 1-15,3 6-9 16,-8 0 4-16,2-2-3 15,-7 5 0-15,-6-3 11 16,9 1-1-16,-4 3-3 16,-4-4 0-16,7 3-8 15,-7 0 4-15,-6 3-5 16,-11-5 0-16,-2 1 3 16,-2 1-4-16,-9-1 0 15,4-7 6-15,-9 7-6 0,8-3 9 16,-3 1 5-16,1-1-4 15,7 1 4-15,-7-3-8 16,2 2 3-16,-3-2-4 16,-10 2-1-16,-5 4 6 15,0 0-1-15,0 0-9 16,10 0 5-16,8 0-5 16,3-4 0-16,7-2 1 15,1 3 2-15,0-4-3 16,-3 4 0-16,-8-7 1 15,-8 0 0-15,-5 0 1 16,-5 0-2-16,5 0 1 16,0 0-1-16,13 0 0 0,3 0 3 15,7 0 0 1,-4 0 9-16,7 0-12 0,16 0 0 16,-8 0 2-16,11 0 0 15,0-10-1-15,7-7-1 16,-2 4 5-16,3-1-3 15,-3 1-2-15,-3 6 0 16,-13 4 1-16,0 3 0 16,-5 0 5-16,-13 0 4 15,2 0-9-15,-7 10 10 16,-11 0-9-16,-11 10-2 16,-4-4 4-16,-14 5-2 0,2-1 0 15,9-1 1 1,13-3 0-16,18 2 1 0,8-6-4 15,2-1 0-15,17-8 0 16,7 1 3-16,8-4-3 16,-2 0 0-16,-3 0 3 15,8 0 0-15,-13 0-3 16,12 0 0-16,-7 0-4 16,8 0 6-16,0-4-2 15,-3 1 0-15,8-4 1 16,6 0-2-16,-6 4 1 15,5 0 0-15,1 0-2 16,-1 3 3-16,5 0-1 16,14 0 0-16,8 0 2 15,13 0 3-15,13 0-4 0,15 0 4 16,6 0 4-16,0 0-7 16,0 0 8-16,0 0 19 15,0 0-28-15,0 0-2 16,0 0-3-16,11-4-29 15,23 1-30-15,29-20-124 16,16-18-121-16</inkml:trace>
  <inkml:trace contextRef="#ctx0" brushRef="#br0" timeOffset="64891.84">6674 13018 154 0,'0'0'114'15,"0"0"-67"-15,0 0 9 16,0 0-7-16,0 0-28 16,0 0-2-16,35 0 21 0,-35 0 26 15,0 0 3 1,0 0 12-16,0 0-4 0,0 0-10 16,0 0-11-16,0 0-20 15,0 0 3-15,0 0 0 16,0 0-12-16,0 0 9 15,0 0-11-15,0 0-4 16,0 0 4-16,-6 0-16 16,1 0-4-16,0 0 1 15,-1 0-3-15,1 0 16 16,-3 0 0-16,3 0-19 16,-11 0 2-16,3 0-2 15,-8 0 7-15,-3 0-3 0,-4 0-1 16,-7 3-3-16,4 1 0 15,-11 2 0-15,10-2 1 16,-15 3 0-16,7-5 0 16,-10 5 2-16,6 2-2 15,-4-8 2-15,4 6-3 16,4-4 1-16,-5 0 6 16,-7 1-6-16,7 1 4 15,-10 3-3-15,-3-4 0 16,8 5 0-16,-8 0-2 15,0-2 3-15,3-2 2 16,-3 1-4-16,8 0 3 16,16 0 6-16,0-5-7 15,0 5 4-15,0-5-7 0,-1 3 0 16,6-2 6-16,-2 7-6 16,-11-8 0-16,2 6 1 15,6-2 2-15,-5-4-3 16,-1 6 0-16,1 2 0 15,-6-2-1-15,0 0 2 16,-12 0-1-16,1 2 0 16,-7-2 3-16,5-2-4 15,3 2 1-15,8-7 0 16,2 4 2-16,6-4-2 16,-1 0 0-16,1 0-1 15,-11 0 5-15,2 0-4 0,9 0 0 16,0 0 0-16,15 0-2 15,8 0 3-15,-8 0-1 16,14 0 1-16,-1 0 1 16,-12 0-3-16,2 0 1 15,-3 0 0-15,-5 0-4 16,13 0 7-16,-7 0-3 16,7 0 1-16,-3 0 4 15,9 0-2-15,-3 3 1 16,8 1-3-16,-6-4 14 15,11 1-14-15,-5-1-1 16,5 0 4-16,0 0-3 16,0 0-1-16,0 0 1 0,0 0 2 15,0 0-1 1,0 0-1-16,0 0-1 0,0 0 7 16,0 0-5-16,0 0-2 15,0 0 0-15,0 0-7 16,0 0 5-16,0 0-45 15,21 0-43-15,26 0-32 16,21 0-89-16,32-8-175 16</inkml:trace>
  <inkml:trace contextRef="#ctx0" brushRef="#br0" timeOffset="66976.64">7474 13765 327 0,'0'0'165'0,"0"0"-89"16,0 0 25-16,0 0-25 15,0 0-38-15,0 0-13 16,-21 1 0-16,16-1 5 16,-3 0 1-16,2 0-6 15,1 0-3-15,0 0-9 16,0 0-10-16,-1-1 6 16,-2-5-9-16,3 6 0 15,0 0 0-15,0 0-4 16,-1 0 2-16,6 0 0 15,-5 0 3-15,5 0-4 16,0 0-2-16,0 0 0 16,0 0 0-16,0 7-11 15,-13 13 8-15,8 13 7 0,-1 10-6 16,6 17 6-16,0 14 2 16,-5 9 7-16,5 0 11 15,0-9-10-15,0-17 10 16,0-22 3-16,0-6 9 15,0-14-9-15,0-9-16 16,0-2 0-16,0-4 1 16,0 0-6-16,0 0 4 15,0 0-5-15,0 0 2 16,0 0-3-16,0 0 1 16,0 0-4-16,0 0-13 15,-5 0 13-15,5-4 1 0,-5-10-3 16,5-8-12-16,-13-1 12 15,13-14-8-15,-6 0-9 16,1-5 13-16,0 1-13 16,-6 2 3-16,3 2 9 15,8 11 8-15,0-4 1 16,0 7 1-16,0 0 1 16,0 3 2-16,0 1-1 15,0 8-1-15,0-10 3 16,0 5-1-16,0-2-2 15,0-1 0-15,0 3-5 16,8-2 4-16,-2 6 0 16,4-1 1-16,1-5 1 0,2 7 0 15,-8-5 1 1,0 3-1-16,0-4-1 0,6 4 5 16,2 0-3-16,-2 0 3 15,-1-1 1-15,3 5-5 16,-7-5 0-16,9 5-1 15,-1-2 0-15,-4 4 0 16,1 4 1-16,-1-3 0 16,3-1 0-16,-2 0 0 15,-1-3-2-15,3 7 0 16,3 0 1-16,-3 0-3 16,-2 3 5-16,-1 0-2 0,-4 0 0 15,7 0 1 1,-8 0-2-16,11 0-1 0,2 0 1 15,-7 0-4-15,12 0 3 16,-7 0 1-16,-5 0-2 16,7 0 3-16,-13 0 0 15,6 0-4-15,-6 6 3 16,8 4 0-16,-7 4 2 16,-1 2 1-16,0 4 10 15,0 3 2-15,3 1-5 16,-8 2-6-16,0-3 0 15,0 6 6-15,0-5-2 16,0-1 1-16,0 2-3 16,0-2-3-16,-13 0 5 15,-8 0-6-15,-8 2 1 0,0 1 0 16,0-3 0-16,-10 0-2 16,5-3 0-16,-1-3-1 15,-4-4 0-15,5 1-3 16,8-5-3-16,2-6-2 15,13 1-1-15,-2-4 10 16,3 0 0-16,10 0-3 16,0 0-9-16,0 0-7 15,0 0 18-15,0-7-7 16,10 0 8-16,14 1-3 16,0 3 0-16,-3-1 3 15,2 4 9-15,-7 0-7 0,2 0 0 16,-2 0 11-16,3 13-5 15,7 14 1-15,3 6 13 16,5 7 10-16,0 6 6 16,0 1-1-16,1-7-12 15,-1-7-1-15,-11-10-7 16,-7-6-9-16,0-11-7 16,-8 0-1-16,-3-6-5 15,0 0-55-15,-5-19-90 16,0-14-67-16</inkml:trace>
  <inkml:trace contextRef="#ctx0" brushRef="#br0" timeOffset="67726.58">8252 14183 274 0,'0'0'142'0,"0"0"-96"15,0 0 53-15,0 0-7 16,0 0-52-16,0 0 0 15,-23-3 13-15,17-1-13 16,1 1-19-16,-8 3-6 16,2 0 7-16,-4 0-8 15,7 0-1-15,-3 0 7 0,6 0-6 16,-11 0 4-16,-2 0-6 16,7 0-8-16,-7 3 6 15,2 4-10-15,-2 6 3 16,2 3 3-16,-3 1 10 15,9-1-8-15,5 8-2 16,-1-4-6-16,6 0 6 16,0 5-2-16,0-7-1 15,0 5 34-15,0 2-20 16,35-1-14-16,4-7-2 16,1 1-1-16,-1 1 4 15,0-1 2-15,1-2 0 0,-11-2-3 16,-13-2-2-16,-3-1-1 15,-13-4 0-15,0 0-5 16,0-3 4-16,0 3-13 16,-19 9 14-16,-15-4 19 15,0 5-19-15,0-4 7 16,7 1-7-16,4 2 0 16,-1-5 0-16,8-9 0 15,6 5-21-15,-3-7-110 16,2 0-141-16</inkml:trace>
  <inkml:trace contextRef="#ctx0" brushRef="#br0" timeOffset="69095.63">14743 13856 223 0,'0'0'289'16,"0"0"-229"-16,0 0 13 15,0 0 8-15,0 0-36 16,0 0-45-16,0-17 20 15,0 15 23-15,0-3-2 16,0 5 4-16,5-1-5 16,-5 1 1-16,0 0-17 0,0-5-3 15,0 5 2-15,0 0-10 16,0 0 3-16,0 0-2 16,0 0-5-16,0 0 4 15,0 0-12-15,0 0-1 16,0 0 3-16,0 0-2 15,0 0-2-15,0 0-1 16,0 0 2-16,0 0 3 16,0 0-3-16,0 0 0 15,0 0-1-15,0 0 0 16,0 0 1-16,0 0 0 0,0 0-4 16,0 0-20-1,0 0-69-15,0 0-33 0,5-1-233 16</inkml:trace>
  <inkml:trace contextRef="#ctx0" brushRef="#br0" timeOffset="70127.49">14561 14023 359 0,'0'0'89'0,"0"0"-12"16,0 0 21-16,0 0-27 15,0 0-25-15,0 0-5 16,11 3 5-16,2-6-4 15,-2-3-10-15,-1-4-7 16,9-3-4-16,-4-4-10 16,4-3 0-16,7-3-1 15,-2 2-8-15,10-2 8 16,0 0-4-16,-5 4-5 16,10-3 14-16,-4 5-8 15,-1 3-1-15,0-4 0 0,-8 6-5 16,9-3 6-16,-7 1-7 15,1 1 0-15,6 2 2 16,-7-5-2-16,-1 3 0 16,2 3 0-16,0 1 2 15,-6 2-4-15,4 0-6 16,-4 4 8-16,6 3 0 16,-8 0 0-16,3 0 1 15,5 6 9-15,5 11-2 16,-8 3 4-16,3-7-3 15,0 7-5-15,5-7 3 16,-5 7-5-16,-2-4 1 16,-4-5 2-16,1 2-3 0,-14-2 12 15,-4-9-2 1,-1 3-7-16,-5-1 3 0,0-4-6 16,0 0 0-16,0 0 1 15,0 0-3-15,0 0-15 16,0 0-6-16,0 0-45 15,0 0-28-15,-16 0-9 16,-13 0-160-16</inkml:trace>
  <inkml:trace contextRef="#ctx0" brushRef="#br0" timeOffset="70675.85">15145 13994 84 0,'0'0'208'0,"0"0"-140"15,0 0 14-15,0 0 1 16,0 0-26-16,0 0-31 15,0 0 8-15,0 0 12 16,0 6-9-16,0 4 9 16,0 6-4-16,0 7-24 15,0 11 16-15,0 10-22 16,0 15 17-16,0 14 5 16,0 16 6-16,6 4 15 15,12-1-14-15,-8-12-20 0,6-24 10 16,3-17-13-16,-4-12-13 15,-1-13-2-15,-9-14-1 16,5 0-4-16,-10 0-20 16,0-4-42-16,0-22-2 15,0-15-118-15,0 9-108 16,-10-1-12-16</inkml:trace>
  <inkml:trace contextRef="#ctx0" brushRef="#br0" timeOffset="71424.86">15179 14040 59 0,'0'0'152'0,"0"0"-114"16,0 0 32-16,0 0 11 15,0 0-35-15,0 0-4 0,-5-26 25 16,0 26 0-16,-3 0-20 15,3 0 7-15,0 0 1 16,-1 0-21-16,6 0 1 16,0 0-12-16,-5 0-5 15,0 3 0-15,-8 3-11 16,2 8 7-16,1-2-5 16,-9 6-6-16,-2 8 16 15,-3 1-10-15,-4 10-1 16,1 2 2-16,-2 4-4 15,0-3 1-15,0-7-2 16,8-3-4-16,8-14 4 16,8-9-1-16,5-2-4 15,0-5 4-15,0 0-4 0,0 0 1 16,0 0-1-16,0 0-14 16,0-13 8-16,10-16-10 15,25-6-46-15,12-9-4 16,-2 1-9-16,-1 3 6 15,-4 10 7-15,-1 3 13 16,-4 8 49-16,-1 5 0 16,-16 8 15-16,3 3 29 15,-8-1-2-15,-2 4-4 16,-1 0-1-16,9 0-15 0,-3 0 18 16,12 20 7-1,1 3-9-15,-2 1 2 0,-4-1-4 16,6-3-6-16,-13-4-16 15,2-2-12-15,-2-5 1 16,-10-2-3-16,1-4-28 16,-7-3-62-16,0 0-86 15,0 0-187-15</inkml:trace>
  <inkml:trace contextRef="#ctx0" brushRef="#br0" timeOffset="72691.83">17010 12941 277 0,'0'0'164'0,"0"0"-52"0,0 0 5 16,0 0-47-16,0 0-29 15,0 0 6-15,-11 0-2 16,11-9-6-16,0-1-3 15,6-4-15-15,12 1-13 16,-2-3-7-16,7 2-1 16,4 4-4-16,-4 4-1 15,1 3-4-15,-8 3 9 16,8 0-3-16,-14 0 3 16,8 16 15-16,-7 17 5 15,0 10 25-15,-11 14-27 16,0 9 17-16,0 16 5 0,-6-3-12 15,-28-1 4-15,-5-9-7 16,-1-23-3-16,6-16 2 16,5-14-10-16,8-16-6 15,-8 0-8-15,5-16-19 16,14-34-92-16,10-3-7 16,0 2-7-16,0 17 84 15,29 17 41-15,10 15 22 16,11 2 26-16,8 0 19 15,10 23-9-15,-7 9-9 16,-8-4-11-16,-9-7 3 16,-4-12-18-16,-11-5-14 15,0-4-8-15,-8 0-1 0,-3-34-57 16,-7-17-55-16,-11-4-166 16</inkml:trace>
  <inkml:trace contextRef="#ctx0" brushRef="#br0" timeOffset="73107.59">17912 12719 306 0,'0'0'156'16,"0"0"-57"-16,0 0 12 15,0 0-53-15,0 0-16 16,0 0 13-16,0 17 1 16,0 6 4-16,-11 7-21 15,-18 7 9-15,6 16-16 16,-11 9-1-16,-1 18-1 15,-4 12-10-15,5 3 1 16,0-10-15-16,7-9-4 16,9-27 10-16,2-22-11 0,16-15 7 15,0-8-5-15,0-4-3 16,0 0-8-16,0 0-43 16,5-34 2-16,11-8-78 15,3-1-48-15,-4-6-112 16,4 8-93-16</inkml:trace>
  <inkml:trace contextRef="#ctx0" brushRef="#br0" timeOffset="73457.84">17809 12853 186 0,'0'0'156'0,"0"0"-85"16,0 0-4-16,0 0 14 15,0 0-24-15,0 0 14 16,19-7 5-16,-14 7-20 16,-5 0-14-16,5 0 1 15,1 0-16-15,-1 0 3 16,8 0 0-16,3 7-5 16,13 22 8-16,0 11 4 15,10 13 20-15,0 16-14 16,1 14 19-16,-1 5-6 15,-4-3-11-15,-1-7-17 16,-5-11-3-16,-14-14-19 16,4-20-4-16,-9-17-2 15,-4-9 0-15,-1-7-4 0,-5 0-32 16,0 0-35-16,0-3-65 16,-16-24-11-16,-18-6-44 15,-5 6-137-15</inkml:trace>
  <inkml:trace contextRef="#ctx0" brushRef="#br0" timeOffset="73663.05">17617 13240 643 0,'0'0'113'0,"0"0"8"0,0 0-21 15,305-13-55-15,-202-4-43 16,0 3-2-16,-25-8-15 16,-20 5-112-16,-23 10-147 15,-30 7-334-15</inkml:trace>
  <inkml:trace contextRef="#ctx0" brushRef="#br0" timeOffset="75843.75">17089 14176 463 0,'0'0'77'15,"0"0"-20"-15,0 0 46 16,0 0-43-16,0 0-34 16,0 0 30-16,-11 0 10 15,11 0-15-15,0 0 6 16,0 0-16-16,0 0-13 16,0 0-4-16,0 0-11 15,0 0 2-15,0 0 5 16,0 0-9-16,0 0-11 0,0 0-4 15,11 0 4-15,18 0 4 16,5-7-3-16,11-5 2 16,7 1-3-16,-2-3 1 15,3 2-3-15,-3 5 2 16,-6 3-3-16,-9 4 2 16,-6 0-3-16,-19 0-2 15,-10 0 6-15,0 14 6 16,0 22 15-16,-34 11-13 15,-21 10-2-15,-8-4-1 16,7-11-3-16,4-5-2 16,18-15 0-16,23-14 2 0,11-4-5 15,0-4-26-15,0 0-31 16,29 0-51-16,26 0 98 16,8 0 13-16,6 0 11 15,-9 0-8-15,-2 18 6 16,-13 12-7-16,-22 1 10 15,-17 5 13-15,-6 6 3 16,0 1-18-16,-45-3-2 16,-18 3-3-16,-11-13-3 15,-5-4-2-15,11-10 0 16,5-9-2-16,18-3-1 16,21-4-14-16,14 0-88 15,10-16 7-15,0-25-57 0,5-1-150 16</inkml:trace>
  <inkml:trace contextRef="#ctx0" brushRef="#br0" timeOffset="76357.84">18004 14180 388 0,'0'0'201'0,"0"0"-147"16,0 0 55-16,0 0-11 0,0 0-65 15,0 0 4 1,-29 0 20-16,5 0 3 0,1 0-23 16,-4 9-8-16,-2 12-2 15,1 5-9-15,7 7 0 16,-8 17 8-16,10 6-6 15,9 16 19-15,10 4 16 16,0-4-12-16,0-8-3 16,15-18 0-16,28-13-17 15,6-19-23-15,20-14 0 16,4 0-1-16,6-30-4 16,-10-30-16-16,-19-16-29 0,-21-9-26 15,-29 9-48 1,0 3 50-16,-6 10 10 0,-51 13 13 15,1 14 51-15,-2 16 7 16,8 10 30-16,16 10-5 16,5 0 21-16,6 0 1 15,7 0-34-15,0 7 7 16,8 5-24-16,8-5-3 16,-5 0-35-16,5-3-44 15,0 5-70-15,0-2-136 16,0 0-285-16</inkml:trace>
  <inkml:trace contextRef="#ctx0" brushRef="#br0" timeOffset="76957.32">18593 14639 298 0,'0'0'183'0,"0"0"-122"0,0 0 53 16,0 0 5-1,0 0-34-15,0 0-19 0,-18 4 23 16,18-1-13-16,0-3-2 15,0 0-2-15,5 2-40 16,29 2-4-16,13-1 12 16,-2-3-9-16,5 0-12 15,3 0-7-15,-9 0-1 16,-9-9-1-16,-6-21-10 16,-19-12-17-16,-10 1-3 15,0-9-13-15,0-8 8 16,0 3 6-16,-24-3 7 15,3 9 9-15,8 1 3 16,13 9 0-16,0 6 9 16,0-1-2-16,5 11 5 0,30 4 2 15,-1 1-10 1,5 16 7-16,3 2 9 0,3 0-8 16,0 9 12-16,-6 32-8 15,-5 19 18-15,-5 16-12 16,-13 10-4-16,8-5 0 15,-1-11 1-15,-1-26-5 16,17-14-2-16,0-14-12 16,14-16-4-16,15 0-2 15,-2-18-28-15,3-23-5 16,-1-7-62-16,-16 3-77 16,-12 9-120-16,-1 12-313 0</inkml:trace>
  <inkml:trace contextRef="#ctx0" brushRef="#br0" timeOffset="77157">20992 14556 644 0,'0'0'252'15,"0"0"-240"-15,0 0 25 16,0 0-37-16,0 0-75 0,0 0-68 16,0-3-77-16,0 3-99 15</inkml:trace>
  <inkml:trace contextRef="#ctx0" brushRef="#br0" timeOffset="81057.53">23059 11870 428 0,'0'0'110'15,"0"0"-54"-15,0 0 47 0,0 0-36 16,0 0-25-16,0 0-29 16,-35 0-3-16,35 0 15 15,0 0-15-15,0 0 0 16,-10 0 2-16,-1 22-8 15,6 8 15-15,0 14 8 16,5 25 14-16,0 20 27 16,0 27-26-16,0 20 4 15,0 3-9-15,0-6 5 16,0-22-16-16,0-28-14 16,10-23 6-16,-4-27 5 15,-1-9-13-15,0-12-5 0,-5-5-2 16,0 0 0-16,0-3-3 15,0-4 0-15,0 0-15 16,0 0-5-16,0 0-3 16,0-21-6-16,0-9-14 15,0-9 5-15,0-7 0 16,0-11-4-16,0-3-13 16,0-5 9-16,0-1-10 15,-10-4 10-15,-6 4-1 16,3 5-11-16,2 2 19 15,1 13-18-15,2-1 57 16,8 11 4-16,0 3-1 16,0-1 23-16,0 8-15 0,0-1 4 15,0 4 5 1,0 2-5-16,18 3-6 0,-2 4 9 16,8 1-4-16,-1-2-1 15,-2 8 3-15,3 1-6 16,0 1 0-16,-3 2-2 15,8-1 1-15,0-1 8 16,-3 5 4-16,3 0-5 16,0 0-4-16,5 0-6 15,5 0 3-15,-4 0 6 16,4 0-3-16,-5 0 2 16,-5 12 8-16,0-1-2 0,-8 8 10 15,3 4 1 1,-14 2 3-16,9 7-11 0,-9 4-6 15,-4 4 18-15,-1-1-15 16,-5 8 4-16,0-1-2 16,0 7-9-16,-16 0 9 15,-23 7-14-15,-25-1-5 16,-4-5 6-16,-6 1-8 16,1-16 0-16,-1-12-1 15,11-13 0-15,13-14-3 16,11 0 2-16,15-14-47 15,24-22-6-15,0 3 0 16,0-1 21-16,39 6 11 16,19 15 17-16,-3 6 5 15,9 7 8-15,-1 11 12 0,0 37 19 16,-8 11 8-16,-10 11 26 16,-6-1-36-16,-5-6-6 15,-5-13 10-15,-5-13-18 16,-8-14-13-16,-3-9 2 15,-13-12-12-15,0-2 0 16,0 0 0-16,0 0-18 16,0 0-31-16,0-2-22 15,0-28-50-15,0-11-32 16,0-1-168-16</inkml:trace>
  <inkml:trace contextRef="#ctx0" brushRef="#br0" timeOffset="81440.74">24053 12604 587 0,'0'0'116'0,"0"0"-31"15,0 0 13-15,0 0-44 16,0 0-8-16,0 0 2 15,-229 136 13-15,208-110-12 16,10 1-25-16,11-1-6 16,0 1-6-16,0-1 5 0,27 4-13 15,25 3-4 1,-12 0-13-16,4-3 9 0,-15 2 0 16,-13-2 4-16,-16 0 0 15,0-6-8-15,0 5 8 16,-34-5 9-16,-11 1 1 15,1-13-2-15,-1 1-5 16,11-4-2-16,15-8-1 16,9 5-8-16,4-6-8 15,6 0-78-15,0-18-3 16,0-18-69-16,0-9-218 16</inkml:trace>
  <inkml:trace contextRef="#ctx0" brushRef="#br0" timeOffset="81784.84">24834 12482 667 0,'0'0'90'0,"0"0"-3"15,0 0 22-15,0 0-17 0,0 0-42 16,0 0-2-16,-11 21-28 16,40-19-1-16,5 5 2 15,-2 2-9-15,15-2-10 16,-7 0-2-16,-1-3 0 15,-10 1-2-15,-8-5-25 16,-8 0-28-16,-7 0-47 16,-6 0-59-16,0 0 1 15,0 0-105-15</inkml:trace>
  <inkml:trace contextRef="#ctx0" brushRef="#br0" timeOffset="82024.87">24658 12227 632 0,'0'0'114'0,"0"0"-54"16,0 0 40-16,0 0-57 15,307 0-43-15,-251 0-3 16,-9 0-32-16,-16 0-98 16,-17 6-182-16</inkml:trace>
  <inkml:trace contextRef="#ctx0" brushRef="#br0" timeOffset="85713.84">25888 10720 479 0,'0'0'66'0,"0"0"45"15,0 0 4-15,0 0-46 16,0 0-37-16,0 0 13 15,0 0 4-15,-10-5-8 16,5 5-1-16,-3 0-6 16,8 0-2-16,0 7-2 15,0 28 2-15,0 8 5 16,0 10-10-16,0 3-14 16,0-3-3-16,0-3-10 0,0-17 2 15,0-9 1 1,18-11-2-16,11-9-2 0,5-4-4 15,6 0-6 1,-1-4-1-16,6-16-23 0,-6 0 9 16,-4 0 4-16,-7 10-5 15,-12 1-1-15,3 5-20 16,-4 1-13-16,-1-4 1 16,-4 0-35-16,1-2-48 15,-6-5-44-15,3 7-54 16</inkml:trace>
  <inkml:trace contextRef="#ctx0" brushRef="#br0" timeOffset="85875.83">25888 10720 238 0</inkml:trace>
  <inkml:trace contextRef="#ctx0" brushRef="#br0" timeOffset="86107.84">25888 10720 238 0,'313'-41'164'0,"-313"41"-97"0,-5 0 39 0,5 0 9 0,0 0-63 16,0 0-19-16,0 0 13 16,0 0-5-16,0 0-10 15,0 25 2-15,0 8 3 0,0 10 0 16,0 14 9-1,0 12-1-15,0 7-16 0,5 11 12 16,1 9 2-16,-1 0-14 16,0-4-8-16,0-20-15 15,1-19-4-15,7-16 2 16,-8-17-3-16,0-17-3 16,1-3-22-16,-6 0-47 15,5-19-44-15,3-18-22 16,-8-13-247-16</inkml:trace>
  <inkml:trace contextRef="#ctx0" brushRef="#br0" timeOffset="86725.31">26712 10936 526 0,'0'0'139'0,"0"0"-63"16,0 0 18-16,0 0-36 15,0 0-16-15,0 0 13 16,0-7 8-16,0 7-14 16,0 0-18-16,0 7 18 15,0 19-3-15,0 8-19 16,0 9 3-16,0 13-17 0,0 4 5 15,0 3 1 1,0 1 1-16,0-9 3 0,0-9-7 16,39-16-4-16,6-18-3 15,-1-5-9-15,4-7-1 16,-3 0 0-16,-1-23 1 16,-10-19-16-16,-5 1-20 15,-23-3-4-15,-6 0-1 16,0 4-12-16,-35 6 7 15,-33-5 45-15,-11 2-3 16,0-2 4-16,0-1 1 16,11 4 3-16,15-4 4 15,9-3-3-15,15-4-4 16,18 4 2-16,11 4-3 0,0 5-3 16,0 8-3-16,34 3 0 15,6 5 6-15,5 12 0 16,-1 6 1-16,-2 0-3 15,-15 0 1-15,-4 15 1 16,-7 23 3-16,-8 7 21 16,-8 6 9-16,0 2-15 15,0-6-7-15,0-7 2 16,0-10-12-16,0-11-1 16,0-12-4-16,0-7-44 15,0 0-61-15,26-20-111 16,14-20-194-16</inkml:trace>
  <inkml:trace contextRef="#ctx0" brushRef="#br0" timeOffset="87224.08">27472 10720 718 0,'0'0'94'0,"0"0"-60"15,0 0 35-15,0 0-39 16,0 0-9-16,0 0 20 16,-8 0 0-16,8 0-5 0,0 0-1 15,0 0-2-15,-6 2 1 16,-9 10-17-16,-4-1-13 16,4 7 11-1,-9 6-6-15,8 9 5 0,-2 7 3 16,-3 9 6-16,2 11 4 15,9 10 7-15,4 3-10 16,6 2 11-16,0-8-14 16,29-7-2-16,27-15-2 15,-6-15-14-15,7-17-1 16,1-13-2-16,-8 0-11 16,0-13 8-16,-2-39-3 15,-14-7-19-15,-18-11-6 16,-16-3-11-16,0 3-3 15,0 4 8-15,-24 3 25 0,-21 10 11 16,0 7 2-16,-5 9 10 16,8 7 5-16,8 10-12 15,8 4 5-15,7 4-6 16,14 5 0-16,0 5-6 16,5 2-1-16,0 0-32 15,0 0-65-15,0 0-84 16,0 0-162-16</inkml:trace>
  <inkml:trace contextRef="#ctx0" brushRef="#br0" timeOffset="87650.84">28366 11035 553 0,'0'0'119'0,"0"0"-72"15,0 0 76-15,0 0-18 0,0 0-33 16,0 0-1-16,-21 4-18 16,71-4-7-16,13 0-2 15,10 0-7-15,12 0 2 16,7 0-25-16,-3 0-1 16,-5 0-1-16,-2 0-11 15,-27 0 2-15,-16 0-3 16,-10 0 0-16,-23 0-4 15,-1 0 2-15,0 0-35 16,-5 0-40-16,0-4-33 16,0-12-31-16,0 3-162 15</inkml:trace>
  <inkml:trace contextRef="#ctx0" brushRef="#br0" timeOffset="90812.85">3263 13074 249 0,'0'0'128'0,"0"0"-42"16,0 0 37-16,0 0-40 15,0 0-25-15,0 0 3 16,0 0-11-16,0 0 3 15,0 0-11-15,0 0-9 16,0 0-9-16,0 0-11 16,0 0 0-16,0 0-1 15,0 0-12-15,0 0 10 0,0 0-10 16,0 4 0-16,0 2-3 16,0 5 3-16,0-2-1 15,0 1 1-15,0 1 1 16,0-5 8-16,0-3-7 15,11 0-1-15,-6-3-2 16,0 0-6-16,-5 0-23 16,6 0-10-16,-6 0-1 15,0 0 19-15,0 0-11 16,0 0-1-16,0 0-43 16,0 0-187-16</inkml:trace>
  <inkml:trace contextRef="#ctx0" brushRef="#br0" timeOffset="100739.09">3074 12952 119 0,'0'0'359'16,"0"0"-293"-16,0 0-9 15,0 0 20-15,0 0-8 16,0 0-27-16,0 0 3 16,-16 10 1-16,16-7 11 15,0 0-4-15,0 0-15 16,0 1-2-16,0-4-5 16,0 3-5-16,0-3 6 0,0 4-11 15,0-1 3 1,0-3 6-16,0 4-12 0,0-4 4 15,0 0-4-15,0 0-10 16,0 0 0-16,11 2-7 16,7 2 3-16,16-1-2 15,11 4 1-15,0-4-6 16,13-3 1-16,2 4-11 16,3-4 13-16,-5 0 2 15,-3 0-2-15,-7 0 0 16,-14 0 0-16,-8 0 0 15,-13 0 0-15,-2 0 0 16,-11 0 0-16,0 0 0 16,0 0-1-16,0 0 0 0,0 0 2 15,0 0 2-15,0 0-2 16,0 3-1-16,0-3-2 16,0 0-36-16,0 0-27 15,0 0-1-15,0 0-32 16,-5-7-44-16,-1-3-87 15,-7 1-150-15</inkml:trace>
  <inkml:trace contextRef="#ctx0" brushRef="#br0" timeOffset="101239.22">3421 12759 73 0,'0'0'178'16,"0"0"-117"-16,0 0 11 0,0 0 11 15,0 0-28 1,0 0-9-16,-29 0-13 0,29 0-3 16,-5 0-5-16,5 0 3 15,0 0 0-15,0 0 13 16,0 0-11-16,0 0 3 16,0 0 6-16,0 13-11 15,-5 8 13-15,-1 2-28 16,1 7 7-16,5 6 3 15,-8 7-9-15,8 7-5 16,0 5 3-16,-5 5-8 16,5 1 1-16,-5 3-3 15,0-4 0-15,-6-12-3 16,3-6 1-16,3-12 0 16,0-10-1-16,-1-8 1 0,6-5-11 15,0 0-36 1,0-3-31-16,0-4-79 0,0 0-117 15</inkml:trace>
  <inkml:trace contextRef="#ctx0" brushRef="#br0" timeOffset="102201.02">2356 17630 420 0,'0'0'106'16,"0"0"-16"-16,0 0 3 0,0 0 14 15,0 0-48-15,0 0-15 16,-5 17 15-16,5-17-3 16,0 0-16-16,0 1 8 15,0-1-4-15,0 0-1 16,0 0-8-16,5 0-18 16,16 0-8-16,13 0-9 15,14 0 5-15,7 5 8 16,8-3-12-16,-3 3-1 15,-2-5 3-15,-13 0 1 0,-11 0-4 16,-15 0-1-16,-9 0-6 16,-5 0 6-16,-5 0-18 15,0 0-7-15,0 0-23 16,0 0-21-16,0 0-36 16,0 0-100-16,-29-20-224 15</inkml:trace>
  <inkml:trace contextRef="#ctx0" brushRef="#br0" timeOffset="103339.84">2514 14579 493 0,'0'0'100'16,"0"0"-5"-16,0 0 14 0,0 0-29 16,0 0-29-1,0 0-16-15,0 0 23 0,0 0-7 16,0 11 2-16,0-2 2 15,0 8-33-15,0 10-15 16,0 15 13-16,0 11 12 16,0 7-23-16,0 4-9 15,-24-8 2-15,8-10-1 16,6-10-1-16,10-12 0 16,0-15 0-16,0-2 2 15,0-1-4-15,0-6-8 16,5 0-8-16,24 0-17 15,5 0-20-15,-2 0 5 16,2 0 40-16,-5 0-9 0,5 0 1 16,-10 0-11-16,-3 0-15 15,2 0 12-15,-7 0 4 16,-3 0-3-16,-2 0-12 16,-1 0-19-16,-2 0-46 15,-2 0-49-15,-6 0-50 16</inkml:trace>
  <inkml:trace contextRef="#ctx0" brushRef="#br0" timeOffset="103772.14">2808 14604 382 0,'0'0'120'16,"0"0"-81"-16,0 0 70 16,0 0-7-16,0 0-59 15,0 0-13-15,0 92 13 16,6-60-8-16,-6 5-2 15,0 3-12-15,0 6-1 0,0 4-5 16,0 13-6-16,0 13 0 16,0 13 3-16,0 1-5 15,-6 2 2-15,-4-20-7 16,-9-19 0-16,14-23 0 16,5-16-2-16,0-7 1 15,0-7 0-15,0 0-1 16,0 0-24-16,0-10-23 15,0-17-3-15,0 1-37 16,13-11-96-16,3 7-135 16</inkml:trace>
  <inkml:trace contextRef="#ctx0" brushRef="#br0" timeOffset="104405.84">3269 15022 403 0,'0'0'111'15,"0"0"-59"-15,0 0 62 16,0 0-46-16,0 0-29 15,0 0 4-15,-35 61 7 16,17-26-8-16,7 5-3 0,6-2 14 16,0 7-14-16,5-9-1 15,0-2-7-15,0-11 27 16,0-6-18-16,21-8-21 16,-3-5-11-16,-2-4 3 15,3 0-11-15,-4 0-8 16,4-20-11-16,-9-6-2 15,1-4-3-15,-11-4-22 16,0-1 19-16,0 4-4 16,0-5 25-16,-11 2 6 15,-28-3 0-15,-1 3 12 16,-4 3-5-16,4 1 1 16,6-6 1-16,10 7-6 15,6-1 2-15,13-3 2 16,5 0-5-16,0-8 2 0,5 6-4 15,37-2-27-15,-2 10 6 16,-1 11-20-16,0 2-1 16,1 14 17-16,-11 0-1 15,-3 0 22-15,-13 0 4 16,-7 27 5-16,-1 6 5 16,-5 7 6-16,0 7 4 15,0-1-11-15,-16-6-7 16,-8-7-1-16,9-7 1 15,1-9-2-15,14-10 0 0,0-1-6 16,0-6-26 0,0 0-64-16,0 0-123 0,0-3-68 15</inkml:trace>
  <inkml:trace contextRef="#ctx0" brushRef="#br0" timeOffset="104841.17">3637 14798 198 0,'0'0'302'0,"0"0"-248"0,0 0 40 15,0 0 37-15,0 0-65 16,0 0-37-16,0 16 14 15,-11 5 1-15,-7 2-3 16,-11 4-11-16,8 6-2 16,2 5 12-16,4 4-9 15,9 0 9-15,6 10 5 16,0-8 2-16,0-2-4 16,0-12-11-16,21-12-17 15,8-13-10-15,6-5 0 16,4 0-3-16,6-26-2 15,-6-24-27-15,1-6-7 16,-6 3-17-16,-16 1-14 0,-12 15 21 16,-6 6 14-16,0 6 28 15,-11 12 2-15,-23 6 1 16,0 4 13-16,10 3 3 16,3 0-13-16,-8 0-4 15,5 0-74-15,-10 0-239 16</inkml:trace>
  <inkml:trace contextRef="#ctx0" brushRef="#br0" timeOffset="107990.86">12605 13048 726 0,'0'0'103'0,"0"0"-38"16,0 0 51-16,0 0-37 15,0 0-43-15,0 0-31 16,0 0 14-16,171 12 23 16,-98-11-13-16,6 3-15 15,5 2-6-15,-10-3-4 16,2 1 0-16,-15-4-4 16,-16 0 3-16,-3 0-6 0,-16 0-36 15,-8 0-7 1,-7 0-28-16,-11-10-57 0,0-7-40 15,0-3-115-15</inkml:trace>
  <inkml:trace contextRef="#ctx0" brushRef="#br0" timeOffset="108322.91">12997 12683 402 0,'0'0'48'15,"0"0"-17"-15,0 0 56 16,0 0 17-16,0 0-67 16,73 225 1-16,-62-144 27 15,-11 4-20-15,0 14-16 16,0-2-29-16,0-2-5 16,0-15-157-16,0-24-299 15</inkml:trace>
  <inkml:trace contextRef="#ctx0" brushRef="#br0" timeOffset="109147.04">13325 16830 469 0,'0'0'78'0,"0"0"-28"15,0 0 45-15,0 0-29 16,0 0-19-16,0 0-4 16,-73 59 29-16,73-58 11 15,0 3-17-15,0-4-9 16,0 0-1-16,0 0-19 16,0 3-1-16,23 5-17 15,27-7-16-15,24-1 12 0,10 0-15 16,3 0-9-16,-13-1-7 15,-19-21-38-15,-8 3-24 16,-26-1-65-16,-2-1-56 16,-19 12-220-16</inkml:trace>
  <inkml:trace contextRef="#ctx0" brushRef="#br0" timeOffset="111289.86">13178 14180 440 0,'0'0'75'16,"0"0"10"-16,0 0 26 15,0 0-26-15,0 0-52 16,0 0-8-16,-16 6 5 16,8-6-5-16,3 0 1 0,0 3-14 15,0 4-3-15,-6 3 5 16,-18 10-10-16,0-1 1 15,-10 8-4-15,-1 6 1 16,1 4 2-16,-1 9-4 16,-7 1 0-16,13 2-1 15,2 5 5-15,14 3-4 16,7 3 1-16,11 7-1 16,0-1 32-16,0-6 7 15,22-7-14-15,12-9 20 16,5-18-27-16,3-10-2 15,-2-9-15-15,-6-7 11 16,-3 0-6-16,4-8-6 16,-12-31-20-16,1-4-27 0,-19-3-5 15,-5-1-38-15,0 4 22 16,0 6 40-16,-34 7 13 16,-5 14-1-16,-1 6 16 15,6 10 20-15,5 0-10 16,-5 0 18-16,10 10 7 15,3 10-20-15,3-3-2 16,12-1-3-16,6-2-10 16,0-11-28-16,0 0-71 15,0-3-125-15,19 0-44 16</inkml:trace>
  <inkml:trace contextRef="#ctx0" brushRef="#br0" timeOffset="111765.02">13507 14489 194 0,'0'0'238'16,"0"0"-187"-16,0 0 17 15,0 0 24-15,0 0-28 16,0 0-23-16,-5 23 14 0,-6-9 3 16,-2 2-6-16,2 2-9 15,1-4-9-15,-3 14 3 16,7 2-3-16,1 7-8 16,5 2 13-16,0 11-13 15,0 3 18-15,0-2-5 16,11-5-14-16,23-13 3 15,-5-10-18-15,-5-13-10 16,2-10 0-16,3 0-2 16,-6-10 2-16,-2-33-29 15,3-11-31-15,-13-2-5 16,-3 0 10-16,-8 2 8 16,0 19 31-16,-14 8 16 15,-20 10 9-15,0 11 20 16,0 3 3-16,13-1 3 0,2 4-25 15,4 0-10-15,4 0-40 16,-7 0-133-16,-6 0-730 16</inkml:trace>
  <inkml:trace contextRef="#ctx0" brushRef="#br0" timeOffset="114154.92">5643 13567 388 0,'0'0'154'0,"0"0"-136"15,0 0 17-15,0 0 23 16,0 0 23-16,0 0-6 15,142 236-18-15,-118-155-34 16,-8-1-19-16,8-14-4 16,-3-17-139-16,2-15-334 0</inkml:trace>
  <inkml:trace contextRef="#ctx0" brushRef="#br0" timeOffset="115275.86">5412 13892 243 0,'0'0'258'16,"0"0"-205"-16,0 0-25 15,0 0 63-15,0 0-16 16,0 0-43-16,84 0 42 16,-50 0-15-16,11 0-30 15,8 0 4-15,2 0-7 16,13 0-7-16,6 9-10 0,0-9-9 15,10 0-1 1,-3 0-8-16,-2 0-49 0,0-9-60 16,-16-9-191-16</inkml:trace>
  <inkml:trace contextRef="#ctx0" brushRef="#br0" timeOffset="116025.86">9391 13531 645 0,'0'0'166'16,"0"0"-140"-16,0 0 29 15,0 0 38-15,0 0-93 16,0 0-1-16,221 3 1 15,-147-3 14-15,4-6-14 16,-14-8-53-16,-7 5-36 0,-12 2-118 16,-29 7-211-16</inkml:trace>
  <inkml:trace contextRef="#ctx0" brushRef="#br0" timeOffset="119021.28">29999 10506 381 0,'0'0'73'16,"0"0"-53"-16,0 0 38 15,0 0 39-15,0 0-41 0,0 0-30 16,0 0 3-16,0 0 26 16,0 0-17-16,0 0-10 15,0 0-6-15,-11 0-5 16,-2 0-9-16,-8 7 1 16,-2 10-4-16,2 6-5 15,-8 0 3-15,0 3-1 16,0 4-4-16,-5 5 2 15,-1 2 0-15,9 9-3 16,-3 4-1-16,5 10 3 16,19 6 1-16,5 4 14 15,0 3 9-15,11-3 12 16,41-14 3-16,-2-10-19 16,3-17-12-16,2-15 5 15,3-14-12-15,-3 0 10 0,-2-6-10 16,-14-34-8-16,-5 0-21 15,-12-6 1-15,-9 3-29 16,-13 3 35-16,0 13-12 16,0 7 25-16,-29 7-2 15,-16 7 11-15,3 6 5 16,2 0 4-16,-4 0-1 16,4 3 3-16,1 17 0 15,-6 3 1-15,11-7-3 16,0 1-8-16,10-7-1 15,19-7-1-15,5-3-36 16,0 0-73-16,10-13-173 0,59-17 116 16</inkml:trace>
  <inkml:trace contextRef="#ctx0" brushRef="#br0" timeOffset="119505.57">30741 10722 462 0,'0'0'62'16,"0"0"-16"-16,0 0 68 0,0 0 0 16,0 0-67-16,0 0-10 15,0 0 7-15,0 0-4 16,0 5-11-16,0 11-4 15,-21 4 1-15,-3 4-6 16,3 3-6-16,-8 9 7 16,5 11-5-16,8 6-4 15,3 9 13-15,13 5 1 16,0 6 3-16,0-7 7 16,13-13-11-16,27-10 7 15,10-20-20-15,-5-7-12 16,12-16 2-16,1 0 4 15,-13-27-6-15,0-21-18 16,-11-6-11-16,-18-12-29 16,-8 3-8-16,-8 7 18 0,0-1 13 15,0 4 4-15,-42 3 18 16,-8 11 6-16,0 4 7 16,10 17 7-16,6 4-3 15,10 11 0-15,8 3-4 16,-2 0 0-16,2 0-12 15,3 3-61-15,3 17-173 16,-1-3-279-16</inkml:trace>
  <inkml:trace contextRef="#ctx0" brushRef="#br0" timeOffset="121387.81">26002 12396 84 0,'0'0'329'0,"0"0"-306"16,0 0-18-1,0 0 40-15,0 0 22 0,0 0-61 16,39 0 1-16,-26 0 16 15,-2 0 9-15,-1 0-14 16,-5 3-9-16,9 0 27 16,-9 3-11-16,0-6 8 15,6 1-21-15,2 3-6 16,3-1 12-16,2 0-11 16,-2 0-3-16,7 1 2 15,-7-1-3-15,8 0 12 16,-8 3-10-16,13-1 1 0,-1-2 4 15,1 3-4 1,-8-2 4-16,8 2-4 0,0 0-5 16,0-5 10-16,3 5-7 15,2-2 12-15,13-4-5 16,9 3 23-16,7-3-9 16,0 0-16-16,5 3-7 15,-2 4 2-15,2 0-4 16,-5-1 1-16,-5-2-1 15,-13-1 1-15,0 0 1 16,-11 3-2-16,0-5 1 16,6-1 4-16,-6 5-5 15,0-5 2-15,0 0 4 16,0 0-4-16,0 1 6 16,11-1-3-16,-5 0-4 0,-1 0 6 15,1 0-6 1,4 0 0-16,-4 0 3 0,7 0-3 15,-8 0 3-15,1 0-1 16,5 0-2-16,-1 0 7 16,4 0-8-16,2 0 2 15,-6 0-1-15,14 0 0 16,-8 0 0-16,8 0 1 16,-8 0-1-16,3 0 5 15,-3 0-6-15,7 0 2 16,-12 0 1-16,5 0-3 15,3 0 3-15,-3 0 0 16,-6 0-1-16,4 0 3 16,-4 0-4-16,1 0 0 0,0 0 1 15,7 0-2-15,-2 0 1 16,0 0 0-16,3 0 2 16,2 0-2-16,3 0-1 15,0 0 1-15,-8 0-2 16,0 0 2-16,8 0-1 15,-8 0 2-15,8 0 0 16,-3 0 2-16,-8 0-4 16,8 0 2-16,-2-1 2 15,-3-5-1-15,0 0 1 0,8 3-4 16,-8 3 0 0,8 0 2-16,-3-3-2 0,3 3 0 15,5 0 2-15,-8-4 0 16,3 4-2-16,-8 0 0 15,-3 0 4-15,-2 0-4 16,-6 0 0-16,1 0 1 16,-1 0 0-16,-5 0 0 15,1 0-1-15,4 0 1 16,-5 0 0-16,-5 0 2 16,-3 0-2-16,3 0 1 15,-10 0 2-15,2 0-1 16,2 0 13-16,-7 4-5 15,3-4-3-15,-9 0 2 16,-5 0-6-16,9 3 4 0,-9-3 6 16,5 0 1-16,-4 0 5 15,-1 0-1-15,3 0-7 16,-8 0 6-16,0 0-13 16,0 0 3-16,0 0-4 15,0 0-4-15,0 0 0 16,0 0-19-16,0 0-72 15,0 0-34-15,0 0-154 16,-24 0-471-16</inkml:trace>
  <inkml:trace contextRef="#ctx0" brushRef="#br0" timeOffset="123654.37">28253 12989 549 0,'0'0'58'16,"0"0"1"-16,0 0 24 0,0 0-3 16,0 0-39-1,0 0-5-15,-50-4 7 0,50 1 6 16,0-1-18-16,0 1-20 15,0-4-6-15,10 1-4 16,14-4-2-16,-3 3-6 16,8 3 7-16,0 4-3 15,-8 0 5-15,3 0-2 16,-9 0 11-16,-7 21 2 16,-8 12 11-16,0 7-8 15,0 9 22-15,-34 11-20 16,-34 0-11-16,-6-3-5 15,0-13-2-15,6-14-1 16,18-17-4-16,16-13-7 0,21 0-13 16,13 0 9-16,0 0-1 15,18-6 3-15,43 3 14 16,20 3 8-16,3 0 13 16,0 0-1-16,-10 0 6 15,-6 0-7-15,-23 0-12 16,-3 0-3-16,-15 0-4 15,-4 0-27-15,-18-30-34 16,1-11-68-16,-6-1-67 16,0-4-140-16</inkml:trace>
  <inkml:trace contextRef="#ctx0" brushRef="#br0" timeOffset="124040.87">28979 12710 314 0,'0'0'177'16,"0"0"-121"-16,0 0 19 15,0 0 27-15,0 0-40 16,0 0-18-16,5-11 4 0,-5 22-11 16,0 1-1-16,-5 15-14 15,-24 6-3-15,-6 8-2 16,-4 8-13-16,0 8-2 16,-1 5 15-16,6 1-1 15,0 3-7-15,5-19 0 16,18-11-7-16,6-22 1 15,5-5-3-15,0-9-5 16,0 0-5-16,0-11-44 16,0-24 5-16,0-8-69 15,16 4-47-15,2 1-96 16</inkml:trace>
  <inkml:trace contextRef="#ctx0" brushRef="#br0" timeOffset="124340.87">28939 12692 416 0,'0'0'138'16,"0"0"-64"-16,0 0 19 15,0 0 5-15,0 0-54 16,0 0-30-16,24 14 28 16,-19-3 19-16,0 5-36 15,6 10-5-15,-1 8 10 16,9 15 14-16,-3 11-6 15,7 9 11-15,6 14 10 16,-8-3-13-16,8-6-19 0,0-12-9 16,-5-14-13-16,-3-18 0 15,-8-13-5-15,-8-13-6 16,-5-4 2-16,0 0-46 16,0 0-52-16,0 0-29 15,-29-18-66-15,-5-3-98 16</inkml:trace>
  <inkml:trace contextRef="#ctx0" brushRef="#br0" timeOffset="124513.03">28674 13187 692 0,'0'0'147'0,"0"0"-97"0,0 0 19 16,328-20-6-16,-233 4-63 15,-8-1-25-15,-14 4-50 16,-23 0-94-16,-21 3-240 16</inkml:trace>
  <inkml:trace contextRef="#ctx0" brushRef="#br0" timeOffset="124699.55">30107 13309 630 0,'0'0'0'0,"0"0"-223"15</inkml:trace>
  <inkml:trace contextRef="#ctx0" brushRef="#br0" timeOffset="125557.87">24731 14858 672 0,'0'0'93'0,"0"0"-29"0,0 0 34 16,0 0 5-16,0 0-55 15,0 0-20-15,0 13-1 16,34-6-9-16,6 3-2 16,7-4 8-16,-2 4-11 15,10-6-2-15,-7-1-5 16,-4 1-3-16,-4 2 0 15,-11-1-3-15,-8-5-6 16,-3 1-1-16,-13-1-27 16,-5 0-8-16,0 0-21 15,0 0-40-15,0 0-15 16,0 0-141-16,-10 0-152 16</inkml:trace>
  <inkml:trace contextRef="#ctx0" brushRef="#br0" timeOffset="125888.03">24647 15122 521 0,'0'0'120'0,"0"0"-44"16,0 0 36-16,0 0-21 15,0 0-43-15,0 0-13 16,171 21 19-16,-103-9-15 16,-7-7 0-16,-3 6-23 15,-8-4-14-15,-11 0-1 16,-10-4-1-16,-5 3-29 15,-14-4-75-15,-4 10-136 16,-6-1-264-16</inkml:trace>
  <inkml:trace contextRef="#ctx0" brushRef="#br0" timeOffset="128904.96">25786 14673 428 0,'0'0'137'0,"0"0"-68"16,0 0 31-16,0 0-1 15,0 0-46-15,0 0-6 16,0 0 22-16,0-18-17 16,0 15-4-16,0-6-21 15,13-2-12-15,8 4-6 16,8-2-7-16,5 2-1 16,0 0-1-16,-5 4-3 15,5 3-5-15,-12 0 5 16,1 0 3-16,-2 10 0 15,3 13 2-15,-6 0 2 0,-7 4 3 16,-11 10 5 0,0-1 28-16,0 11-30 0,-40 6 7 15,-12 3-1-15,-3 1-8 16,-14-1 2-16,6-3-3 16,8-1-2-16,2-10 2 15,19-8-7-15,8-13 0 16,7-9-1-16,14-12-5 15,5 0-9-15,0 0-11 16,0-21-17-16,0-21-2 16,45-3-20-16,-1 7 4 15,9 6 34-15,-8 24 27 16,-11 8 18-16,0 0 10 16,0 8 6-16,1 24 25 15,-1-2-36-15,-5 0 15 0,-14-16 5 16,-4 2-24-16,-6-13-4 15,-5-3-15-15,0 0 0 16,0-3-42-16,0-31-75 16,0-14-75-16,0 0-298 15</inkml:trace>
  <inkml:trace contextRef="#ctx0" brushRef="#br0" timeOffset="129388.3">26286 14795 448 0,'0'0'101'0,"0"0"-43"0,0 0 32 15,0 0-68-15,0 0-22 16,0 0-45-16,57-166 15 15,-41 120-109-15,3-1-124 16,-4 2 263-16,9 15 13 16,-13 10 107-16,-1 14-43 15,-5 6-34-15,-5 0 92 16,0 0-49-16,0 0-24 16,0 5-9-16,0 16-19 15,0 9-2-15,0 15 20 0,0 5-7 16,8 10-18-16,-3 9-7 15,1 4 19-15,-1-3-1 16,-5-2-13-16,0-14-3 16,0-10-18-16,0-11 7 15,0-9-10-15,5-12 3 16,1-5-6-16,-1-7 2 16,-5 0 0-16,0 0-1 15,0 0-15-15,0 0-31 16,0 0-24-16,0-8-25 15,13-21 5-15,3-1-62 16,2 1-196-16</inkml:trace>
  <inkml:trace contextRef="#ctx0" brushRef="#br0" timeOffset="129924.65">26904 14563 419 0,'0'0'103'0,"0"0"-49"15,0 0 35-15,0 0-9 16,0 0-56-16,0 0-8 16,10-25 20-16,-10 25 5 15,0 0 2-15,0 0-3 0,0 0 1 16,-5 0-1-16,5 0-19 15,0 0-8-15,0 4 0 16,-11 10-11-16,6 2 8 16,-8 11 6-16,2 13 6 15,6 3 3-15,5 17 0 16,0 7 18-16,0 2 4 16,0 3 2-16,11-5-2 15,23-15-9-15,5-16-17 16,1-18-4-16,7-11-8 15,-7-7-9-15,4-1 0 16,1-51-5-16,8-15-20 0,-9-2-26 16,-4-5 0-16,-11 5-1 15,-14-1-3-15,-15 1 18 16,0 2 6-16,0 8 0 16,-34 9 20-16,-5 14 11 15,5 7 5-15,-6 13 15 16,6 8-6-16,0 8 3 15,-6 0-1-15,6 0-9 16,0 14-4-16,0 26-3 16,13 8-26-16,2-2-18 15,4 2-91-15,9-9-113 16,-2 1-306-16</inkml:trace>
  <inkml:trace contextRef="#ctx0" brushRef="#br0" timeOffset="130673.56">28350 15166 485 0,'0'0'200'16,"0"0"-97"-16,0 0 19 15,0 0 3-15,0 0-61 16,0 0-17-16,0 0-12 15,74 22-11-15,-30-16 9 16,6 1 3-16,3-3 0 16,2 3-18-16,3-7-5 15,-13 0-2-15,-1 0-5 16,-15 0 2-16,0-4-4 16,-13-16-4-16,2-8-3 15,-12 3-11-15,-1-3-1 0,-5-2-3 16,0-1-4-16,0-5 8 15,0 3-2-15,-11 6 15 16,-7-2 1-16,13 2 0 16,5-3 1-16,0 4-4 15,0-1 1-15,0 0 2 16,13 4 0-16,19 4 1 16,-4 5 1-16,-4 8-1 15,0 3 3-15,-3 3 5 16,3 0 5-16,4 0 1 15,4 0-4-15,-3 0 6 16,0 9 12-16,-5 8-12 0,2 3-14 16,-8 6 6-16,-7 15 1 15,-6 5 24-15,-5 14-22 16,0 2-6-16,0-2 13 16,0-2-9-16,0-16 4 15,18-8-7-15,17-11-6 16,9-14-2-16,1 0-2 15,8-9 3-15,-3 0 0 16,-6 0-35-16,4-16-15 16,-17 2-12-16,-2-1-47 15,-10 13-40-15,-9 2-107 16,-10 0-236-16</inkml:trace>
  <inkml:trace contextRef="#ctx0" brushRef="#br0" timeOffset="132554.87">22998 14259 356 0,'0'0'130'0,"0"0"-48"15,0 0 6-15,0 0-10 16,0 0-52-16,0 0-14 16,-24-33 10-16,24 29-2 15,0 1-5-15,0 3 11 16,0 0 1-16,0 0 1 16,0 0-13-16,0 0-7 15,0 0 4-15,0 0-12 16,0 7 0-16,0 0-3 15,0 9 1-15,0 10 2 16,0 15 10-16,0 15-10 0,6 19 6 16,7 20-2-16,-3 15 10 15,1 6 15-15,-11-3-5 16,0-17-16-16,0-21-2 16,0-22-5-16,5-22 11 15,0-12-9-15,3-10 0 16,3-7-3-16,-11-2 1 15,0 0-2-15,0 0-13 16,0 0-12-16,0-11 12 16,0-9-12-16,0-4-4 15,0-4-4-15,0-8-4 16,0-1-1-16,0-2 4 16,0-5-17-16,0-2 9 15,-5-3-87-15,-9-1 52 0,9 3 64 16,0 4 26-16,5 3-12 15,-5 1 2-15,-6 0 4 16,11 1-4-16,-5 2 5 16,5-5 6-16,0 7-13 15,0 3 3-15,0 1 19 16,0 5-6-16,0 5-6 16,0 5 6-16,0 0-11 15,10 1-5-15,-4 2 0 16,4 1 3-16,-5-2 4 15,3 7 3-15,-2-1 14 16,-1 0 15-16,5 0-14 0,9-2-11 16,-9 2 2-16,9 0-2 15,-9 4 10-15,6 0-16 16,-3 3-8-16,-2 0 9 16,4 0-5-16,-7 0 11 15,8 0-1-15,-5 0-3 16,-6 0 8-16,13 0-12 15,-7 3-3-15,7 14 24 16,-2-5-17-16,8 6-8 16,5 5 8-16,-3 3-4 15,-2 1 2-15,-1-2-5 16,-2-11-3-16,-8 3 9 16,-2 5-6-16,0-7 1 0,-11 7 12 15,0-5 14 1,0 3-6-16,0 8-15 0,0 2-3 15,0 4 4-15,0 3-4 16,-11 2 2-16,-18 1-2 16,-5-4-1-16,-11 4 4 15,0-1-6-15,-7 2-3 16,2-11 4-16,-8-4-3 16,19-10-1-16,-1-5-1 15,11-11-1-15,19 0 0 16,-1 0-20-16,11-11-13 15,0-8-10-15,0-8-8 16,11 8 16-16,23 1 27 16,5 13 9-16,1 5 6 0,-1 0 2 15,1 0 10-15,7 19 14 16,-2 20 30-16,-1 9-37 16,-4 8 25-16,-6 3-2 15,-5-1-13-15,-8-5-6 16,3-12-12-16,-14-11-6 15,-2-11-11-15,-3-9 1 16,-5-4-1-16,0-6-1 16,0 0-46-16,0 0-37 15,-5 0-34-15,-13 0-45 16,2-21-222-16</inkml:trace>
  <inkml:trace contextRef="#ctx0" brushRef="#br0" timeOffset="133073.9">23971 14964 252 0,'0'0'241'0,"0"0"-164"16,0 0 19-16,0 0 34 15,0 0-70-15,0 0-22 16,-44 0 16-16,9 7 1 16,-9 16-23-16,-1 5-3 15,0 4-3-15,11 2 7 16,10 7-1-16,14-4-15 16,10 5 4-16,0 1-12 0,5 1-7 15,35-2-2-15,4 1 1 16,-4-6-1-16,-6 0 2 15,-5-4 0-15,-19-4-4 16,-10 4 2-16,0-3-10 16,0 0 6-16,-39-7-3 15,-11-3-17-15,-3-10-2 16,3 2-63-16,6-12-36 16,15 0-142-16,0 0-194 15</inkml:trace>
  <inkml:trace contextRef="#ctx0" brushRef="#br0" timeOffset="134220.35">23366 16532 384 0,'0'0'131'0,"0"0"-114"16,0 0 12-16,0 0 92 0,0 0-56 15,0 0-35-15,16-4 13 16,8 4 1-16,15-7-31 15,19 1-1-15,8 3-5 16,15 0 8-16,9-1-1 16,12 4-7-16,11 0 12 15,6-5 8-15,12 3-15 16,6-1-12-16,2 0 3 16,11-3-2-16,3 2-1 15,-11 1-2-15,-8-1 2 16,-2-1 0-16,-14 5-8 15,3 0 8-15,-3 0 3 0,19 0 4 16,15 0-5 0,6 0 4-16,18 0-3 0,6-2-3 15,5-7 0-15,10-1-2 16,3 0-15-16,-8 0 13 16,-6-2-16-16,-9 4-4 15,-12-5 22-15,-7-2-8 16,0 0 9-16,2 5 1 15,3-2 2-15,3 5 4 16,-8 4 0-16,-6 1 5 16,4-2 6-16,-17 4-11 15,-2-2 1-15,-6-4-4 16,-7-7-3-16,-6 2 3 16,-15-2 1-16,-1 2 12 15,-18-1 18-15,-2 3 6 0,-22 3-8 16,-12 6-1-16,-9 0-5 15,-12 0-6-15,-9 0-4 16,-7 0-8-16,-6 0 7 16,-5 0-7-16,0 0 13 15,0 0-16-15,-5-3-5 16,-35-9-3-16,-23 1-11 16,-16-3-80-16,-16 4-28 15,-26 0-127-15,3 7-254 16</inkml:trace>
  <inkml:trace contextRef="#ctx0" brushRef="#br0" timeOffset="134746.26">26756 16182 113 0,'0'0'382'0,"0"0"-275"16,0 0-7-16,0 0 7 15,0 0-56-15,0 0-8 0,0 0-5 16,0 0-5-16,0 13 7 16,0 22-10-16,0 7 21 15,0 14-23-15,0 3-6 16,0 10 4-16,-5-10-14 16,-13-9-2-16,7-17-10 15,11-13 0-15,0-16-1 16,0-4-35-16,0 0-64 15,0-37-54-15,0-9-134 16</inkml:trace>
  <inkml:trace contextRef="#ctx0" brushRef="#br0" timeOffset="134955.87">27096 16076 602 0,'0'0'177'0,"0"0"-150"16,0 0 55-16,0 0 4 15,0 0-47-15,13 199-17 16,-13-89-1-16,0 10-3 16,0-3-18-16,-24-15-39 15,0-22-177-15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2-10-05T07:52:35.91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19369 5787 699 0,'0'0'31'0,"0"0"-20"16,0 0 40-16,0 0 7 15,0 0 25-15,0 0-56 16,0 0-24-16,0 0 12 15,-29-4 8-15,42 4-22 16,-8 0 10-16,6 0-10 16,7 0 15-16,3 0-2 15,3 0-11-15,15 4 10 16,6 9-4-16,18-3 0 16,27-3 0-16,23-1-7 15,29-6 4-15,18 0-4 16,14 0 0-16,15 0-4 0,3 0 2 15,0 0-4 1,-5-6-2-16,-11-1-5 0,-23 0-1 16,-17 0 10-16,-23 4 1 15,-26 0-2-15,-21 3 2 16,-13 0 1-16,-19 0 0 16,-18 0 1-16,-11 0-1 15,3 0 2-15,-8 0-2 16,0 0 14-16,0 0-10 15,0 0 1-15,0 0 2 16,0 0-6-16,0 0 3 16,0 0-4-16,0 0 0 0,0 0-2 15,0 0 2-15,0 0 0 16,0 0 0-16,0 0-2 16,0 0 0-16,0 0 2 15,0 0 0-15,0 0-2 16,0 17 2-16,0 2 0 15,0 8 2-15,0 10 0 16,0 2-2-16,0 14 0 16,0 3 0-16,0 15-1 15,0 12 4-15,0 14-3 16,0 26 2-16,-13 7 1 16,-3 12-2-16,-8 6 16 15,-5-12-17-15,8-7 5 16,3-9 4-16,7-18-9 15,11-15 4-15,-5-16 1 0,5-21-6 16,0-17 1-16,0-11 0 16,0-8-1-16,0-7 1 15,0 0 0-15,0-4-1 16,0-3 1-16,0 3-7 16,0-3-16-16,0 0-12 15,0 0 25-15,0 0 4 16,0 0-7-16,0 0 12 15,0 0-10-15,0 0 11 16,0 0-2-16,0 4 2 16,10 2 0-16,30 11 10 15,-1 0-8-15,14 6 2 0,2 0-2 16,-7-3-2 0,1 0 0-16,1 0-3 0,-10-7 0 15,-6 4 0-15,-5-8 0 16,0 5 1-16,-5-5 2 15,-14 2 0-15,1-5 0 16,-6 4 1-16,0-3-4 16,-5 0 1-16,0 3 2 15,0-1 14-15,0 2-12 16,-5 5 0-16,-29 1-2 16,-11-4-2-16,-10 6 1 15,-14-1-8-15,1-2 4 16,5 3 1-16,-5-1-5 0,7 0 9 15,8-1 0 1,3-3-1-16,11 2-1 0,10 3 2 16,5-8 0-16,14 1 0 15,5-10 0-15,5 3 0 16,0 0 0-16,0 8 7 16,5 9 15-16,34 1-7 15,11 3 7-15,19 4-15 16,4-3-6-16,14-1 1 15,8-3-2-15,7-2-6 16,-4-1 5-16,4-1-5 16,-18 2 4-16,-5-2-1 0,-21-2 5 15,-8-7-4 1,-16 3 2-16,-18-6-3 0,-8-4-1 16,-8-3 7-16,0 0-3 15,0 0 6-15,0 0 6 16,-8 3-8-16,-18 4-4 15,-8-1-3-15,-6 5 2 16,-12 2 1-16,2-3-1 16,-8 3-1-16,2-3 0 15,-1 3 1-15,1 4 1 16,-12-4 0-16,0 4-3 16,5 2 3-16,13-2 0 15,10 3 0-15,11-4 4 16,19 2-3-16,2-6-1 15,8 2 2-15,0-5 6 0,0 5 7 16,29 1-8-16,10-7-7 16,1 10-2-16,-1-6-7 15,3 6 7-15,-10 1-10 16,2 4 10-16,-16 5-3 16,-7 4-7-16,-11 6 11 15,0 5-3-15,0 3 4 16,-11 11 4-16,-23 6-1 15,-5 7 8-15,4 2-11 16,1 4 3-16,5 6 6 16,14-2-9-16,-4 2 5 15,19 8-5-15,0 7 3 0,0 2-1 16,0 12-1-16,0 2-1 16,0 3 0-16,5 3 1 15,-5-2-1-15,0-1 0 16,0-5 0-16,0-18 7 15,-10-14 0-15,-1-15-1 16,-2-11 6-16,8-10-11 16,5-7 5-16,0-2-6 15,0-8 2-15,0-4-5 16,0-11 3-16,0-8-7 16,0-3-15-16,5 0-18 15,19-49-25-15,0-28-66 16,5-19-92-16,-8-23-137 0</inkml:trace>
  <inkml:trace contextRef="#ctx0" brushRef="#br0" timeOffset="1616.25">21896 5810 208 0,'0'0'73'15,"0"0"27"-15,0 0-39 16,0 0-2-16,0 0 1 16,0 0-11-16,-31 0 6 15,31 0 16-15,0 0-18 16,0 0-23-16,0 0-16 0,0 0 7 15,0 0-1 1,0 0 11-16,0 0 2 0,0 0-2 16,0 3-13-16,0-3 14 15,0 4-27-15,0-4 18 16,5 2-17-16,21 2-4 16,22 3-2-16,2 3 6 15,18-4-5-15,16 1-1 16,19 0 4-16,15-4-4 15,13 0 0-15,6 1-1 16,-3-4-3-16,8 2 0 16,-10 2 2-16,5-1-2 0,-3 4-9 15,3 0 9-15,5-4 3 16,-6 0 2-16,-12-3-1 16,-11 0 0-16,-10 0-9 15,-1 0-2-15,-5 0 5 16,11 0 3-16,-8 0 3 15,8 0 0-15,-5 0 5 16,-6 0-5-16,-2 0-1 16,2 0 0-16,-5 0-2 15,-3 0 1-15,-10 3-3 16,0 4 5-16,-5 7 0 16,-11-1-3-16,-5 0 0 15,-14 0 3-15,-4-2-2 16,-6-2 2-16,-5-2-3 15,5 0 3-15,0 3-2 0,6-8 2 16,5 5 0 0,-1-3 2-16,9-1-2 0,-8 1 0 15,-1 2 0-15,1-3 4 16,2 0-4-16,-7 1 1 16,-1-1-1-16,-10 1 0 15,-8-1 2-15,-2 1-4 16,-9-1 2-16,1 0 0 15,2 0-2-15,-8 0 6 16,0 1 0-16,-5-4 0 16,6 3-2-16,-6 1-2 15,0 3 0-15,0-3-7 0,0 1 7 16,0-2 10 0,0-3-3-16,0 4 7 0,0 3-14 15,0 5 4-15,0 2-4 16,0 2 0-16,0 6 2 15,0-3-2-15,0 7 0 16,0 8 0-16,0 8 3 16,0 10-6-16,0 7 3 15,0 5-1-15,0 9-1 16,-11 3 1-16,6 7 1 16,-8 0 0-16,13 3 1 15,0-5-1-15,0-8 0 16,0-6 0-16,0-8 4 0,0-12-4 15,0-11 7 1,0-12 6-16,0-8-6 0,0-3 0 16,0-6-7-1,0-4 1-15,0 1-3 0,0-1-1 16,0-3-19-16,0 0-27 16,0 0-26-16,0 0-31 15,0-7-135-15,0-6-233 16</inkml:trace>
  <inkml:trace contextRef="#ctx0" brushRef="#br0" timeOffset="2932.24">26570 7513 439 0,'0'0'39'15,"0"0"-19"-15,0 0 29 0,0 0 46 16,0 0-42-16,0 0-15 16,-79-153 7-16,60 132-2 15,9 1-4-15,-14 4 0 16,-5 2-9-16,3 2 8 16,-14-6-16-16,-2 6-14 15,3-2 2-15,-6 4-10 16,6 0 6-16,-11 0-6 15,2 7 1-15,-7 0 1 16,-8 3 1-16,8 0-1 16,-3 0-1-16,8 0 1 15,-3 0 0-15,3 0-1 0,-2 3 0 16,-3 17 0-16,-3 0-1 16,3 6 0-16,2 4 12 15,3 4-8-15,5 2 4 16,-2 0 4-16,2 9-6 15,6 0 3-15,5 6-7 16,-1 4 0-16,-4 7 0 16,5 0-1-16,0 8-1 15,-1-4 0-15,9 1 3 16,-3-4-2-16,11 2 1 16,7 1 0-16,1 0 8 15,10-3-6-15,0 1 1 16,0-2 8-16,0-2-7 0,0-7 4 15,0-3 0 1,15-7-1-16,9-3 11 0,5 0-8 16,5-1 1-16,-2-2 7 15,10 3-10-15,3-4 7 16,-1-6-8-16,6 2 7 16,8-6 1-16,11-2-16 15,-1-1 4-15,11-3 0 16,0 0-1-16,0-7 7 15,-1 0-6-15,-4-3-4 16,-5-3 6-16,-1-4-6 16,6-3 6-16,-6 0 0 0,0 0-1 15,-5 0 14-15,-2-13-12 16,-3-11-6-16,5-8-2 16,-3-5-3-16,9-13-3 15,-11 4-5-15,5-3 2 16,-13 3 8-16,0 3-6 15,2 3 7-15,-12 1-3 16,-6-1 1-16,0-7 2 16,-8 4 2-16,3-7-1 15,0 4 1-15,0 0-2 16,-8 6 0-16,3 0 5 16,-14-2-4-16,-2 4 1 15,-8-2 0-15,6-3 0 16,-6-2 3-16,0 3-5 15,0-6 0-15,0-1-1 0,0-1 1 16,-14 4 0-16,4 0 0 16,-6-1 5-16,3 7-7 15,-3 0 4-15,-2-1-2 16,2 3 9-16,-2 1-8 16,-3 4 2-16,-8-4-3 15,5 7 1-15,-2 2-2 16,2 2 1-16,-5 6 0 15,8 0-1-15,-8 7 3 16,-5 0-2-16,0-1 1 16,-6 7 1-16,6 1 1 15,-5 0-3-15,-1-1 0 0,6 3 0 16,-6 1 3-16,6 3-2 16,-5 0 2-16,5 0-1 15,5 0 0-15,0 0-2 16,13 10-2-16,-8-3 1 15,9 2-11-15,-9-2-1 16,8-3-16-16,-2-4-52 16,-6 0-63-16,8 0-91 15,-7 0-471-15</inkml:trace>
  <inkml:trace contextRef="#ctx0" brushRef="#br0" timeOffset="3966.25">25383 8058 531 0,'0'0'150'0,"0"0"-37"0,0 0-28 15,0 0-27-15,0 0-27 16,0 0-19-16,40-11-3 15,-22-1 12-15,-2 0-6 16,3-10 2-16,2 3-3 16,8-8-10-16,5 0 3 15,0-2-3-15,5-1-3 16,6-4 2-16,13 1-3 16,-3 4 0-16,8-5-2 15,6 1 0-15,-6 6 2 16,-3 1 0-16,-7 6-5 0,-3 7 3 15,2 3-3 1,-2 3 2-16,0 7 3 0,3 0 0 16,-3 0 4-16,2 0-3 15,-2 23 7-15,-5 7 6 16,-5 4-1-16,-6-5 9 16,0 1-6-16,-10-6-15 15,-9-8 9-15,4 0-1 16,-9-5-6-16,-4-8 4 15,-1 0-6-15,3-3-1 16,-8 0 0-16,0 4-2 16,0-4-17-16,0 2-14 0,0-2-12 15,-8 0-53 1,-13 0-48-16,-8 0-125 0,-16 0-227 16</inkml:trace>
  <inkml:trace contextRef="#ctx0" brushRef="#br0" timeOffset="4400.2">26241 7822 324 0,'0'0'93'0,"0"0"-12"0,0 0 14 16,0 0-6-16,0 0-24 16,0 0-15-16,0 0 0 15,0 0-15-15,5 0-8 16,-5 0-4-16,0 0-9 16,0 0-1-16,0 0 1 15,0 0-10-15,0 13 10 16,0 10-3-16,0 7 8 15,0 7 0-15,0 16-17 16,0 7 8-16,0 16 4 16,0 12 8-16,0-5 8 15,0-3-16-15,0-18-2 0,0-15 1 16,0-14 0-16,0-16-10 16,0-7-3-16,0-7-3 15,0-3-17-15,0 0-49 16,0 0-41-16,0-3-28 15,0-10-116-15,0 6-90 16</inkml:trace>
  <inkml:trace contextRef="#ctx0" brushRef="#br0" timeOffset="5498.41">26183 8017 179 0,'0'0'56'0,"0"0"-17"16,0 0-9-16,0 0-8 0,0 0-3 16,0 0 2-16,0 0 8 15,-5-69 6-15,5 59-4 16,0 0 7-16,0 4-2 16,0-1 5-16,0 1 7 15,0 2 3-15,0-2-4 16,0 2-7-16,0 1-10 15,0-1 0-15,0 1-9 16,0 3 0-16,0 0 13 16,0 0-1-16,0 0-3 15,0 0-9-15,-6 0-9 16,6 7 15-16,-5 6-8 16,-13 10-15-16,2 7 9 15,-18 13-6-15,-6 3 13 16,-4 6 1-16,2-7-1 0,15-10 0 15,4-12 1 1,12-10-7-16,11-13-9 0,0 0-5 16,0 0-19-16,16-36-21 15,23-13-14-15,9-5-67 16,-4 1-6-16,1 1-26 16,0 9 38-16,-11 10 57 15,-5 10 20-15,0 6 38 16,-13 11 10-16,2 6 48 15,-7 0 34-15,-6 0 2 16,5 0-8-16,9 16-20 16,-3 7 16-16,12 11-36 0,1 2-1 15,6 0-14 1,-1-2-15-16,0-4-9 0,0-6-7 16,0-7-3-16,-7-4-25 15,-4-6-71-15,-4-5-44 16,-19-2-150-16</inkml:trace>
  <inkml:trace contextRef="#ctx0" brushRef="#br0" timeOffset="6614.94">26149 9126 113 0,'0'0'106'16,"0"0"-21"-16,0 0-11 15,0 0-13-15,0 0-6 16,0 0-13-16,18-40 1 16,-18 37-8-16,5-1 7 15,-5 2 6-15,0-2-10 16,0-3 3-16,0 4-3 0,0 3-13 15,0-3-2 1,0 3-1-16,6 0-11 0,-6 0 7 16,0 0-12-16,0 0-2 15,0 0 7-15,5 0 2 16,0 0 6-16,-5 0 3 16,0 13-4-16,0 4 7 15,0-1-20-15,8 8-5 16,-3 8 14-16,-5 2-2 15,6 9-8-15,-6 9-4 16,5 1 1-16,0 1 1 16,-5 7-2-16,5 2 0 15,9 1-1-15,-9 2 2 16,0 0 1-16,0 4-2 0,1 0-2 16,-1-1-3-16,-5 1 0 15,8 1 3-15,-8-4-1 16,0-4-4-16,0 3-3 15,0 0 5-15,0-3-2 16,0-3 0-16,0-3-9 16,0-1 0-16,0 3-15 15,0-6 7-15,0-9 15 16,0 4-1-16,-8-8 10 16,3 3 5-16,5-3-3 15,0 3-2-15,0 0 6 16,0 0-6-16,0 0 0 15,0-3 0-15,0 0 4 0,0 2-4 16,0-5 1-16,0 10 0 16,0 8 8-16,0 2-7 15,0-1 3-15,0-6-2 16,0-11 13-16,0-2 7 16,0 0-15-16,0-8 6 15,0 4-4-15,0-6-9 16,0-1 0-16,0-5-1 15,0-5-5-15,-11-6 2 16,6-4 1-16,0-2 2 16,-3-4 0-16,2 0-2 15,6 0 1-15,0 0-10 0,0-13-13 16,0-8-8 0,0-8-16-16,0-8-29 0,0 1-118 15,-10 0-153-15</inkml:trace>
  <inkml:trace contextRef="#ctx0" brushRef="#br0" timeOffset="8232.25">19035 11475 194 0,'0'0'164'0,"0"0"-109"16,0 0-23-16,0 0 24 15,0 0 6-15,0 0-22 16,-74 70-8-16,74-70 21 0,0 0 4 16,0 0-2-1,0 4-17-15,0-2 1 0,0-2 0 16,0 0-17-16,0 0 0 16,6 0-5-16,17 0-16 15,3 0 7-15,14 0-2 16,7 0 8-16,3 0-6 15,8 0-6-15,3 0 4 16,12 0 0-16,1 0 3 16,-1-6-1-16,1 6-8 15,2 0 1-15,-10 0 0 16,16 0 2-16,-9 0-1 16,1 0-2-16,5 0 1 15,-6 0 0-15,1 6-1 16,0-2 0-16,-6-1 0 0,11 0 2 15,-5-3-2 1,-6 0 0-16,6 4 0 0,-6-4 1 16,6 0 0-16,5 0-1 15,0 0 0-15,-1 3 2 16,1 4-2-16,3 2 0 16,-9-2-2-16,1 0 2 15,-6-1 0-15,-2 1 0 16,-3-4 0-16,0 1 2 15,1-4-2-15,1 0 0 16,4 3 1-16,10-3-2 16,-6 4 1-16,9-4 0 0,-3 0-1 15,5 0 0 1,3 0-1-16,2 0-3 0,8 0 1 16,3 0 2-16,-2 3 2 15,4 3 0-15,-12 4 0 16,7 4 0-16,-5-8-1 15,-3 8 1-15,3-11 0 16,-2 3-2-16,2-2 2 16,3-4-13-16,-3 6 2 15,7-2-1-15,4 6 11 16,5 0-1-16,0 0 1 16,5-1-5-16,-11 2 5 15,6-8 1-15,-11-3-4 16,-2 0-12-16,2 0-8 15,-7 0 5-15,2 0 13 0,-8 0 4 16,8 0-7-16,3 0 9 16,-3 0-3-16,5 0 0 15,-7 0 2-15,-6 0 1 16,8-3 0-16,-3-4 0 16,9 1 0-16,-1-1-3 15,-2-3 3-15,-3 6-4 16,-8 1 0-16,-11 0-5 15,-4 3-2-15,-6 0 8 16,5 0 6-16,-7 0-3 16,7 0 0-16,0 0 2 15,-18 0 0-15,3-3-2 0,-8-1 0 16,-11-3 2 0,0 7-1-16,-10-3 4 0,-8 3 9 15,-16 0-6-15,0 0 14 16,0 0 6-16,0 0-5 15,-16 0 9-15,8 0-5 16,8 0-6-16,0 0-3 16,0 0-12-16,0 0 3 15,0-3-9-15,-5-3-1 16,-16-5-13-16,-32 1-60 16,-21 1-100-16,-28-5-361 15</inkml:trace>
  <inkml:trace contextRef="#ctx0" brushRef="#br0" timeOffset="9165.82">21875 11270 30 0,'0'0'236'0,"0"0"-193"16,0 0-8-16,0 0 6 16,0 0 2-16,0 0-18 15,-23 0 15-15,23-5 13 16,0 5 9-16,-6-4 8 0,6 4-10 15,0 0-13 1,0 0-6-16,0 0-5 0,0 0 5 16,0 0-2-16,0 0-12 15,0 9 10-15,0 21-15 16,0 12 4-16,0 13-18 16,0 20-5-16,0-2 10 15,0-4-11-15,0-2 0 16,-5-21 0-16,0-12 0 15,5-15-4-15,-6-12-17 16,6-7-37-16,0 0-84 16,0 0-216-16</inkml:trace>
  <inkml:trace contextRef="#ctx0" brushRef="#br0" timeOffset="16364.37">18917 13031 474 0,'0'0'105'0,"0"0"-22"16,0 0-7-16,0 0-23 15,0 0-32-15,0 0-14 16,0 0-6-16,0 0-1 16,34-42 0-16,-18 35 1 0,-1 0 8 15,-2 3 1-15,-2 4 0 16,-6 0 5-16,0 0-9 15,3 0-3-15,3 0-2 16,5 0 3-16,-3 0 0 16,8 0-4-16,-8 0 0 15,-8 0 15-15,6 0-5 16,-11 0 0-16,5 7-2 16,-5 10 18-16,0 6 4 15,0 7-23-15,0 5 9 16,0 7-6-16,0 6 4 15,0 5 10-15,-34 12-5 16,-16 9 0-16,-8 9 12 0,-21-7-8 16,11-10-4-16,-1-19-11 15,19-20 8-15,16-15 4 16,11-12-17-16,2 0-3 16,15-3-36-16,6-36-44 15,0-2-8-15,0 2-9 16,0 13 69-16,21 15 28 15,3 11 17-15,10 0 14 16,6 4 21-16,10 22 24 16,7 4-32-16,-7 0 37 15,-10-3-25-15,-1-11-28 16,3-13-21-16,-10-3-3 0,15-10-8 16,-7-36-104-16,-19-14-65 15,-3 1-280-15</inkml:trace>
  <inkml:trace contextRef="#ctx0" brushRef="#br0" timeOffset="17232.04">18230 14116 282 0,'0'0'120'0,"0"0"-103"15,0 0 27-15,0 0 47 16,0 0-29-16,0 0-11 15,-13-30 0-15,13 30 2 16,0 0-18-16,0 0 3 0,0 0 10 16,0 0-8-16,0 0-8 15,0 0 2-15,0 0-1 16,0 0-6-16,0 0-4 16,0 0-5-16,0 0 8 15,0 0-14-15,13 0-5 16,8 0-3-16,19 0 14 15,17 0 1-15,17 0-10 16,23 0-8-16,11 0 6 16,16 0-7-16,7-10 0 15,-2 4-2-15,3-1-1 16,-9 0 3-16,-15 4 0 16,-11-1 1-16,-18 2-2 15,-16 2 1-15,-13 0 0 16,-21 0-2-16,-5 0 5 0,-8 0 1 15,-11 0-4-15,-5 0 3 16,0 0 1-16,0 0 0 16,0 0 0-16,0 0-4 15,0 0 0-15,0 0-5 16,0 9-2-16,-10 9-45 16,-14 1-37-16,-10-3-94 15,-6-2-210-15</inkml:trace>
  <inkml:trace contextRef="#ctx0" brushRef="#br0" timeOffset="18765.25">17980 14639 203 0,'0'0'89'0,"0"0"-38"16,0 0 9-16,0 0 4 15,0 0-23-15,0 0 11 16,-44-17 8-16,44 14-11 15,0 3-1-15,0 0-5 16,-8 0-12-16,8 0 5 16,-6 0-3-16,6 0-4 15,0 0-3-15,0 0-6 16,0 0-2-16,0 0-4 16,0 0-8-16,0 0 8 0,0 0-8 15,0 0-2-15,0 20 4 16,0 16-4-16,0 17 15 15,0 14-9-15,0 16 13 16,-15 3 12-16,-4-3-18 16,3-8-9-16,-2-22 9 15,13-16 0-15,0-14-8 16,5-11-9-16,0-5 3 16,0-7-6-16,0 0-14 15,0 0-61-15,0 0-31 16,0-3-5-16,0-29-23 15,0 1-124-15,0-5-95 16</inkml:trace>
  <inkml:trace contextRef="#ctx0" brushRef="#br0" timeOffset="19264.65">18133 14726 333 0,'0'0'185'16,"0"0"-111"-16,0 0 23 16,0 0 14-16,0 0-55 15,0 0-28-15,0 0 10 16,0 2-17-16,0 8 3 16,0 7-12-16,0 7 7 0,0 8 13 15,0 12-15-15,-11 12 10 16,-2 19 6-16,8 8 3 15,5 3 9-15,0-6-8 16,0-17 0-16,0-20-2 16,34-17-17-16,0-15 0 15,11-11-2-15,8 0-7 16,10-25-9-16,-3-30-30 16,3-24-19-16,-5 3-27 15,-18 3-6-15,-14 12 19 16,-18 8 7-16,-8 8 38 15,0 8 18-15,0 11 12 16,-24 6 6-16,-10 10 6 0,0 6 0 16,-11 1 2-16,0 1-2 15,-7 2-19-15,2 0 3 16,10 0-8-16,-7 0-7 16,8 0 2-16,18 0-20 15,-3 0-35-15,19 0-62 16,5-4-81-16,0 4-84 15</inkml:trace>
  <inkml:trace contextRef="#ctx0" brushRef="#br0" timeOffset="19628.41">18796 15069 406 0,'0'0'112'15,"0"0"-17"-15,0 0 15 0,0 0-5 16,0 0-30 0,0 0-32-16,176-9 17 0,-142 9 9 15,-5 0-28-15,-8 3-29 16,3 3-3-16,-6-5-9 16,-13-1 0-16,1 0-2 15,-1 0-55-15,0 0-51 16,-5 0-70-16,0 0-106 15</inkml:trace>
  <inkml:trace contextRef="#ctx0" brushRef="#br0" timeOffset="20231.27">19443 14779 241 0,'0'0'95'0,"0"0"-56"15,0 0 6-15,0 0 8 16,0 0-4-16,0 0-23 0,107-37 18 16,-101 33 36-16,4 4-25 15,-2 0-6-15,-3 0-12 16,6 0 12-16,7 0-19 16,-7 0 10-16,-1 11-3 15,9 12-27-15,-4 7 44 16,-4 9-21-16,-3 11-2 15,-8 0 18-15,0 9-5 16,0 1 5-16,-24 2-10 16,-21-6-20-16,-7-10-4 15,-3-5 4-15,2-15-12 16,3-10-2-16,5-12-5 16,6-4-14-16,10 0-23 15,11-11-49-15,18-5 7 16,0 3 40-16,0 3 34 0,47 10 5 15,8 0 18-15,19 0 16 16,-1 0 17-16,6 13 7 16,-16-3-23-16,-5-6-4 15,-13-4-23-15,-6 0-8 16,-4-17-13-16,-6-39-72 16,-14-4-125-16,-15 4-364 15</inkml:trace>
  <inkml:trace contextRef="#ctx0" brushRef="#br0" timeOffset="20910.41">20208 13856 262 0,'0'0'110'0,"0"0"-39"15,0 0 22-15,0 0 8 16,0 0-24-16,0 0-7 15,0 0-10-15,-16-8 1 16,16 8-3-16,0 0-11 16,0 0-5-16,21 7-26 15,13 22-8-15,11 9 21 16,8 13 17-16,-3 2 8 16,-11-12-15-16,0-5-27 0,-15-16-1 15,-8-11-11-15,-3-2 3 16,-8-7-6-16,-5 0-20 15,0 0-84-15,0 0-59 16,0-16-74-16,0-7-172 16</inkml:trace>
  <inkml:trace contextRef="#ctx0" brushRef="#br0" timeOffset="21035.26">20208 13856 397 0</inkml:trace>
  <inkml:trace contextRef="#ctx0" brushRef="#br0" timeOffset="21143.42">20208 13856 397 0,'386'-79'172'0,"-409"79"-102"0,-6 19 15 0,-5 11-18 0,-11 13-40 0,-5 8-6 16,-8 13 6-16,-5-1-5 15,3 3-8-15,12-10 0 16,17-10-14-16,7-9-46 15,19-17-137-15,5-13-215 16</inkml:trace>
  <inkml:trace contextRef="#ctx0" brushRef="#br0" timeOffset="23633.04">21126 13730 292 0,'0'0'99'15,"0"0"-27"-15,0 0 33 16,0 0-8-16,0 0-38 15,0 0-6-15,13-24-6 16,-13 24 3-16,0 0-14 16,0 0-4-16,0 0 4 0,0 0-4 15,0 0-5-15,0 0-11 16,0 0-2-16,0 0 2 16,0 0-12-16,0 0 2 15,-13 7 2-15,-3 15 4 16,-13 2-2-16,0 18 0 15,3 6-3-15,2 11 22 16,19 3 10-16,5-6 1 16,0-8-1-16,0-13-8 15,21-14-11-15,18-8-7 16,9-13-9-16,7 0 5 16,3-16-9-16,-8-28-37 15,2-6-15-15,-18 4-37 0,-18-1 21 16,-10 11 17-16,-6-1 22 15,0 7 29-15,-11 0 3 16,-28 2 4-16,-1 5 12 16,1 9-5-16,-3 2-1 15,15 5-4-15,-2 1-6 16,6 1 7-16,7-1-10 16,11 3-9-16,-1 3-13 15,6 0-29-15,0 0-61 16,0 9-18-16,0 14-138 15,0 1-114-15</inkml:trace>
  <inkml:trace contextRef="#ctx0" brushRef="#br0" timeOffset="23964.42">21665 14090 420 0,'0'0'76'0,"0"0"-3"15,0 0 84-15,0 0-81 0,0 0-26 16,0 192-1-16,0-135 7 15,0-2-6-15,0-14-16 16,-11-5-19-16,-2-16-3 16,13-4-11-16,0-15-1 15,0-1 0-15,0 0-91 16,0-31-59-16,0-17-42 16,0-3-303-16</inkml:trace>
  <inkml:trace contextRef="#ctx0" brushRef="#br0" timeOffset="24414.54">22051 13664 245 0,'0'0'179'15,"0"0"-116"-15,0 0 35 16,0 0 21-16,0 0-42 16,0 0-33-16,-57 18-1 15,28 3 2-15,-11 6-19 16,19-1 2-16,-8 1 10 16,19-1-6-16,-3 4-9 0,13 0-14 15,0 5 1-15,5-5-9 16,47 3-2-16,-2 0 0 15,3-7 1-15,-3 4 2 16,-11-10-1-16,-4 1 1 16,-20-5 0-16,-7-2-2 15,-8-5-1-15,0 1-2 16,0 3 1-16,0 1 1 16,-34-1 2-16,-19-3 5 15,9-3-6-15,-11 0-7 16,2-7-31-16,13 0 2 15,6 0-31-15,5-7-1 16,14-16-38-16,9-11-115 0,6 1-44 16</inkml:trace>
  <inkml:trace contextRef="#ctx0" brushRef="#br0" timeOffset="24637.88">22022 13690 655 0,'0'0'139'0,"0"0"-60"15,0 0 23 1,0 0-30-16,0 0-51 0,334 60-19 16,-281-57 2-16,-21-3-4 15,2 0-8-15,-16 0-63 16,-18 0-76-16,0 0-92 15,0 0-251-15</inkml:trace>
  <inkml:trace contextRef="#ctx0" brushRef="#br0" timeOffset="24983.75">23072 13897 394 0,'0'0'281'15,"0"0"-242"-15,0 0 39 16,0 0 32-16,0 0-73 16,0 0-20-16,102 0-10 15,-62 0 0-15,-1 0-7 0,-5 0 3 16,1 0-6 0,-14 4-15-16,-8-1-37 0,-3 1-71 15,-10 3-143-15</inkml:trace>
  <inkml:trace contextRef="#ctx0" brushRef="#br0" timeOffset="25178.55">23072 13897 753 0,'158'209'68'0,"-95"-206"-28"15,10-3 41-15,-4 0-37 16,-1 0-44-16,-13 0-27 0,-10 0-53 16,-21 0-129-16,-24 0-237 15</inkml:trace>
  <inkml:trace contextRef="#ctx0" brushRef="#br0" timeOffset="28398.46">19579 7835 198 0,'0'0'71'0,"0"0"-36"0,0 0-5 16,0 0 18-16,0 0-11 15,0 0-23-15,0 0 40 16,-39 177-5-16,39-118 33 15,0 23 8-15,21 17-19 16,3 7 4-16,-9 4-27 16,-2-17-13-16,-2-15-2 15,0-19-2-15,-4-21-7 16,4-10-6-16,-6-16-11 16,6-6-5-16,-6-6-2 15,3 0 3-15,-8 0 1 16,0 0-4-16,0 0-16 15,0-6-22-15,0-19 0 16,0-9-2-16,0 0-3 0,0-3 5 16,0-2 22-16,0-1-6 15,-8 0 3-15,3 0-1 16,-1-6 7-16,1 0 6 16,0-1-8-16,5 4-13 15,-5-5 22-15,5 10-24 16,0-2 22-16,0 3 8 15,0 9 0-15,-6 3 12 16,-1-3-9-16,7 5 4 16,0-3 2-16,0 5 2 15,0 1 3-15,0 4 0 16,0-1-5-16,0 1 10 16,0 3-8-16,13-4-5 0,8 4 3 15,-3-4-6-15,-2 4-3 16,2-1-2-16,3 7-2 15,3-2 4-15,-8 2 0 16,2 0 1-16,-7 4 3 16,7 3 3-16,-7 0 4 15,-1 0 9-15,9 0-7 16,-4 0 7-16,4 20 0 16,2 3-16-16,8 14 19 15,-6 3 16-15,-2 6-11 16,-2 3-20-16,-14-5 4 15,-5 7 9-15,0-4-4 16,0 6 6-16,0 3 4 0,-39 1-7 16,-14-1 0-16,-2-6-2 15,-3-7-14-15,-3-13-4 16,9-13-5-16,7-11-17 16,6-6-20-16,10 0-11 15,18-3-25-15,11-14 37 16,0 7 14-16,0 7 23 15,6 3 4-15,33 0 12 16,6 7 18-16,7 26 7 16,-7 7 18-16,-6 2-2 15,-4 5-7-15,-12-12-25 16,-7-5-7-16,-5-15-6 0,2-7-2 16,-13-7-5-1,0-1-2-15,0 0-13 0,0 0-49 16,0 0-52-16,0-1-8 15,-13-16-114-15,7-4-98 16</inkml:trace>
  <inkml:trace contextRef="#ctx0" brushRef="#br0" timeOffset="28770.32">20208 8501 296 0,'0'0'244'0,"0"0"-146"15,0 0 6-15,0 0-1 16,0 0-32-16,0 0-28 16,0 9-4-16,0 12-17 15,0 2 0-15,0 0-12 16,0 4-9-16,0-1-1 15,0 4-1-15,18 0-17 16,9 2-11-16,-4-8 3 16,-7 3 17-16,-3-6 9 15,-13-3 1-15,0-4-1 16,0 2 12-16,0 2 13 16,0-1-4-16,-29-7-21 0,11-3-2 15,2-4-33-15,0 0-24 16,3-3-15-16,3 0-44 15,4 0-108-15,6-13-27 16</inkml:trace>
  <inkml:trace contextRef="#ctx0" brushRef="#br0" timeOffset="29481.24">20589 8091 365 0,'0'0'84'0,"0"0"-19"15,0 0 24-15,0 0-6 16,0 0-37-16,0 0 0 16,-34-2-2-16,34 2-4 15,0 0 6-15,0 0-4 16,0 0-3-16,0 0-1 0,0 0-13 16,0 2-3-16,0 7-11 15,-8 10-3-15,8 4 4 16,-5 7 5-16,5 13-12 15,0 14 22-15,0 19 1 16,0 10-2-16,0 14 0 16,0 5 4-16,0-3 5 15,0-6-11-15,0-13-4 16,0-16 8-16,13-21-18 16,-2-13 6-16,-6-20-13 15,0-6-1-15,0-7 1 16,-5 0-3-16,0 0-11 15,0-9-29-15,0-18-5 16,0-13-1-16,0-3-3 16,0-7-2-16,19-7 6 0,15 4-17 15,5 4 3-15,1 4 11 16,-1 8 0-16,1 11 1 16,-11 15 41-16,0 2 6 15,-8 9 21-15,2 0 12 16,-7 4 5-16,8 22 12 15,-14 4-13-15,3 3 12 16,-7 3-27-16,-6 6-4 16,0-9-11-16,0-3-5 15,0-10-4-15,0-4-10 16,0-7-67-16,0 2-37 16,0-7-15-16,0-4-161 0,0 0-182 15</inkml:trace>
  <inkml:trace contextRef="#ctx0" brushRef="#br0" timeOffset="30880.59">27579 6923 299 0,'0'0'115'0,"0"0"-66"15,0 0 13-15,0 0 16 16,0 0-16-16,0 0-31 16,0-15-8-16,0 11 16 15,0 4-3-15,0 0-8 16,0 0 4-16,0 0-6 16,0 0 3-16,0 0-8 15,0 0-10-15,0 12 9 16,0 0-15-16,0 11-4 15,0 13 0-15,0 17-1 16,0 21 11-16,0 15 5 16,0 4 2-16,0 0 13 0,0-10-22 15,0-24-3-15,0-15-3 16,0-14-1-16,0-12-4 16,0-8-1-16,0-4-42 15,0-6-83-15,0 0-102 16,0 0-112-16</inkml:trace>
  <inkml:trace contextRef="#ctx0" brushRef="#br0" timeOffset="31178.26">27487 7679 442 0,'0'0'47'0,"0"0"-17"16,0 0 16-16,0 0 13 16,0 0-25-16,0 0 3 15,58-59 9-15,-31 55 8 16,2 4-13-16,5 0 3 16,0 0-21-16,-5 0 3 15,5 0-15-15,-13 0 8 16,-3 7-16-16,-7-7-3 15,-6 0-4-15,-5 0-22 16,0 0-27-16,0 0-31 0,0 0-54 16,0-13-41-16,-10-15-58 15</inkml:trace>
  <inkml:trace contextRef="#ctx0" brushRef="#br0" timeOffset="31415.49">27437 6898 482 0,'0'0'191'0,"0"0"-132"16,0 0 1-16,0 0 7 15,0 0-56-15,0 0 3 16,129-20-25-16,-84 10 11 15,8 5-19-15,-3 5-32 16,-3 0-80-16,-2 0-68 16</inkml:trace>
  <inkml:trace contextRef="#ctx0" brushRef="#br0" timeOffset="31818.45">28195 7176 323 0,'0'0'77'0,"0"0"-35"16,0 0 30-16,0 0 4 16,0 0-21-16,0 0 11 15,-16 83 17-15,16-32-33 0,0 5 11 16,0 8 11-16,0 3-10 16,-5-4-19-16,5-7-20 15,0-12 1-15,0-18-14 16,0-6-9-16,0-10 5 15,0-7-6-15,0-3-10 16,0 0-27-16,0 0-47 16,0 0-47-16,0-20-14 15,0-6-79-15,0-1-119 16</inkml:trace>
  <inkml:trace contextRef="#ctx0" brushRef="#br0" timeOffset="32116.25">28121 7206 434 0,'0'0'197'16,"0"0"-89"-16,0 0-17 15,0 0-4-15,0 0-51 16,0 0-2-16,92-3-12 15,-52 3 11-15,4 0-15 16,-4 0-18-16,-1 0 5 16,-10 0-5-16,-5 0-1 15,-8-3-8-15,-3 3-30 16,-13 0-19-16,0 0-3 0,0 0-41 16,0 0-52-16,0 0-21 15,0 17 33-15,-5 6-40 16</inkml:trace>
  <inkml:trace contextRef="#ctx0" brushRef="#br0" timeOffset="32319.59">28121 7206 67 0,'-31'189'293'16,"31"-189"-147"-16,0 0 27 15,10 6-40-15,30-5-70 16,-1 6-17-16,11-7-7 15,3 4-17-15,-3-4-9 16,-11 0-4-16,-5 0-9 16,-10 0-14-16,0-4-44 0,-14-4-58 15,-5-7-128-15,-5 5-168 16</inkml:trace>
  <inkml:trace contextRef="#ctx0" brushRef="#br0" timeOffset="32814.4">28910 7183 397 0,'0'0'131'0,"0"0"-53"15,0 0 2-15,0 0-8 16,0 0-30-16,0 0-21 16,-84-3 5-16,50 3 23 15,-11 0-6-15,-13 7-24 16,8 19 19-16,-2 1-16 15,18 3 0-15,12 0-5 16,22 0-2-16,0 5-12 0,0-5-2 16,11 7 12-16,18 0-18 15,0-4 5-15,2-4 0 16,-7 7 1-16,0-10 1 16,-14 1-2-16,-4-8 0 15,-6-2-1-15,0 3-2 16,0 0-6-16,-35-3 6 15,-4 3 2-15,-6-7-25 16,6 0-22-16,-1-6-28 16,1 0-6-16,10-7-129 15,0 0-146-15</inkml:trace>
  <inkml:trace contextRef="#ctx0" brushRef="#br0" timeOffset="34014.26">27653 8690 172 0,'0'0'282'0,"0"0"-222"16,0 0 9-16,0 0 40 15,0 0-38-15,0 0-26 16,-8-27-7-16,8 27 12 16,0 0 2-16,0 0-9 15,0 0-6-15,0 0-13 16,0 6-11-16,0 1 4 15,0 16-15-15,0 21-1 16,0 14 10-16,0 11-2 0,0 8 3 16,-5-7-2-16,5-14-10 15,0-13 5-15,0-16-5 16,0-14 1-16,0-10-3 16,0-3-1-16,0 0-8 15,0 0-9-15,0-10-1 16,0-9-7-16,0 2-17 15,0 0 5-15,0-6 20 16,0-7 2-16,0 0-13 16,0-13 3-16,0 3 5 15,0-3 0-15,0-3-4 16,0 1-16-16,0 1-1 0,0-2-2 16,0 3 0-16,0 7 14 15,0 2 32-15,0 8 15 16,0 3 3-16,0 3 9 15,0 3 23-15,0-3-15 16,24 4-4-16,-3 2-9 16,2 5-9-16,6 2 7 15,-5 4 1-15,2 3-7 16,8-4 18-16,1 4-11 16,-1 0-9-16,0 0 10 15,0 0-6-15,0 0 3 16,-10 7 16-16,-3 16-28 15,-10 4 32-15,-11 3-22 16,0 6 8-16,0 4 5 16,-16 2-4-16,-29 2-8 0,-8 1-10 15,-2-9-3-15,-3-4 9 16,3-16-14-16,-3-2-7 16,24-14-14-16,13 0-11 15,13 0-1-15,8 0-15 16,0 0 0-16,0 0 26 15,34 0 16-15,14 0 6 16,7 0 15-16,3 15 3 16,2 14 28-16,-12 5-28 15,-9-1 12-15,-10-3 11 16,-8-10-23-16,-3-7-8 16,-7-6-7-16,-11-7-3 0,0 0-7 15,0 0-35-15,0 0-39 16,0 0-40-16,0-17-62 15,-5 4-119-15</inkml:trace>
  <inkml:trace contextRef="#ctx0" brushRef="#br0" timeOffset="34798.98">28282 8864 220 0,'0'0'207'0,"0"0"-155"15,0 0 30-15,0 0 39 16,0 0-40-16,0 0-27 16,21-8 0-16,-21 8-1 15,0 0-10-15,0 0 9 16,8 0-20-16,-8 0-9 15,5 11 6-15,0 1-15 16,6 13 3-16,2 8 15 16,-3 7-16-16,-4 9 9 15,-6-2-5-15,0-7-5 16,5-7 1-16,-5-6-12 0,5-14 5 16,-5-7-7-1,0-2 0-15,0-4-4 0,0 0 1 16,0 0-29-16,0-20 2 15,0-7-13-15,0-6 12 16,0-4-9-16,0-2-3 16,0-1-3-16,0 7 15 15,0 3 12-15,13 7 8 16,3 3 3-16,8 0 6 16,-14 10 2-16,9 2-1 15,-14 8 18-15,5 0 4 16,1 0 12-16,2 0 12 15,-2 0-12-15,-1 31 18 16,8 6 11-16,-2 12-18 16,3 8 11-16,-14-1-9 0,5-12-2 15,-4-12-12-15,-1-11-20 16,-5-15-3-16,8-6-9 16,-8 0-2-16,0-20-4 15,0-26-33-15,10-17-12 16,11 3-31-16,14-1 26 15,7 22 8-15,-3 16 40 16,-18 20 6-16,-2 3 18 16,2 0 5-16,8 16 6 15,5 24 18-15,5 10-10 16,-15 13 10-16,-8 0-13 16,-3 4-12-16,-13-8 5 0,0-16-14 15,0-9-4-15,0-15-9 16,0-12-4-16,0-7-20 15,0 0-30-15,0-3-64 16,-19-27-48-16,4-4-93 16,-4-5-269-16</inkml:trace>
  <inkml:trace contextRef="#ctx0" brushRef="#br0" timeOffset="38663.29">18540 5333 256 0,'0'0'147'0,"0"0"-71"16,0 0 10-16,0 0 23 16,0 0-8-16,0 0-38 15,0 0 0-15,-26 0-4 16,26 0-2-16,0 0-12 15,0 0-12-15,0 4 5 16,0-4-10-16,0 0-7 16,0 0-1-16,16 0-17 15,23 0-2-15,6 0-2 16,13 0-2-16,10 0 3 0,1 0 0 16,10 0-2-16,5 0-1 15,0 0-10-15,-3 0 13 16,-12 0-3-16,-14 0 3 15,-5 0 2-15,-3 0-2 16,-7 0 0-16,-6 0 2 16,-13 0-2-16,3 0 3 15,-14 0-3-15,3 0 2 16,-2 0 2-16,-6 0-4 16,0 0 1-16,-5 0 6 15,6 0-6-15,-6 0-1 16,0 0 1-16,0 0 1 15,0 0-3-15,0 0 1 16,0 0-13-16,0 0-9 16,0 0-3-16,0 0-7 0,0-4-1 15,-6-2-16-15,1 0-10 16,-5-5 4-16,-9-5 9 16,3-4-8-16,-7-4-68 15,2 1-17-15,-8 0 114 16,0 0 20-16,-5 3-28 15,0 0 33-15,5 4 0 16,2 5 8-16,4 5 12 16,7 3 11-16,3 3 54 15,7 0-8-15,6 0 14 16,0 0-21-16,0 0-6 16,0 0-20-16,6 16-10 0,23 4-12 15,15 4-20-15,14 2 13 16,-3-3 15-16,3-3-29 15,-8-4 3-15,-2 2-4 16,-4-9-1-16,-10 1-6 16,-5-3 5-16,-18 0-11 15,-6-7 11-15,0 6-2 16,-5 4-1-16,0 10 2 16,0 17 3-16,-5 9 10 15,-40 7 7-15,-7 2-7 16,7-8-1-16,6-5-9 15,10-17-3-15,8-7-19 16,2-14-159-16,-2-4-166 0</inkml:trace>
  <inkml:trace contextRef="#ctx0" brushRef="#br0" timeOffset="39547.26">18643 4675 346 0,'0'0'113'0,"0"0"2"16,0 0 5-16,0 0-33 16,0 0-39-16,0 0-17 15,0 0-10-15,0 0 13 16,0 0-12-16,0 0 4 15,0 0 2-15,0 0-9 16,0 0 2-16,0 0-12 0,0 0-6 16,0 3 11-1,0 11-14-15,0 9-3 0,11 10 3 16,7 17 18-16,-8 10 6 16,4 3-2-16,-4-2-8 15,1-5 20-15,-6-16-24 16,8-13-2-16,-2-16-8 15,-11-6-3-15,5-5-5 16,-5 0-79-16,0-16-82 16,0-21-69-16,0-4-290 15</inkml:trace>
  <inkml:trace contextRef="#ctx0" brushRef="#br0" timeOffset="40131.87">18893 4622 237 0,'0'0'135'15,"0"0"-60"-15,0 0 4 0,0 0 6 16,0 0-17-16,0 0-24 16,0 0-5-16,0 0-1 15,0 0-17-15,0 3 3 16,0 4-5-16,0 3-10 16,0 3 14-16,0 4-9 15,0 3 3-15,0 6 4 16,-5 4 3-16,-1 7 13 15,6 6-2-15,0 6-4 16,0-3 9-16,0-2-9 16,0-8 4-16,16-12 0 15,13-3-29-15,0-8 6 16,-3-9-8-16,16-4-4 16,-10 0-6-16,10-23-59 0,-3-17 10 15,-4-12-41-15,-14 2-3 16,-8 1-17-16,-13 3 37 15,0 2-1-15,0 8 80 16,-13 6 16-16,-21 10 44 16,5 10 20-16,8 7-1 15,-3-1-14-15,3 4-16 16,-8 0-20-16,0 0-1 16,-5 0-28-16,13 0-4 15,-3 4-16-15,6 3-71 16,2-4-54-16,5-3-203 15</inkml:trace>
  <inkml:trace contextRef="#ctx0" brushRef="#br0" timeOffset="40584.37">19613 4446 301 0,'0'0'109'16,"0"0"-54"-16,0 0 24 16,0 0 7-16,0 0-31 15,0 0-19-15,0 23 10 16,0-6-13-16,0 6-7 16,0 10 9-16,-5 7-12 15,-18 6 21-15,-6 7-8 16,-6 4-9-16,1-8-9 15,0-5-13-15,13-10-4 16,3-11-1-16,12-11-2 16,6 0-1-16,0-10-14 0,0-2-78 15,0 0-18-15,0 0-89 16,0-20 41-16,0 2-183 16</inkml:trace>
  <inkml:trace contextRef="#ctx0" brushRef="#br0" timeOffset="40883.25">19669 4453 363 0,'0'0'85'0,"0"0"-17"15,0 0 43-15,0 0-19 16,0 0-47-16,0 0-20 15,63 96 33-15,-40-50 20 16,-1 10 5-16,6 8-17 16,-4-4-12-16,2-4 9 15,3-10-35-15,-10-5-13 16,-3-15-5-16,-6-5-10 16,3-12 0-16,-8-5-3 15,-5-4-29-15,0 0-81 16,0 0-86-16,-10-4 9 15,-24-20-41-15</inkml:trace>
  <inkml:trace contextRef="#ctx0" brushRef="#br0" timeOffset="41050.29">19471 4812 625 0,'0'0'168'0,"0"0"-64"16,0 0 9-16,0 0-76 15,0 0-27-15,0 0-10 16,324 0-4-16,-250-4-57 16,-14-3-95-16,-13 4-107 15</inkml:trace>
  <inkml:trace contextRef="#ctx0" brushRef="#br0" timeOffset="42215.25">26451 5588 529 0,'0'0'142'16,"0"0"-49"-16,0 0-22 16,0 0-1-16,0 0-36 15,0 0-27-15,90 0-2 16,-46 0-3-16,9 6 6 16,-3 0-3-16,8-1-1 15,-3 2 0-15,3 0-4 16,-3 8 3-16,-2-2-6 15,-9 4 3-15,-4 2 0 0,-16-2-1 16,2 7 3-16,-8 6-2 16,-13 6 4-16,1 7 1 15,-6 10 5-15,0 14-6 16,0 6 1-16,-6 6 2 16,-9 4-3-16,2-7 2 15,2 2 4-15,1-11 7 16,4-7-3-16,-7-11-8 15,8-16-4-15,5-13 1 16,0-13-3-16,0-7-1 16,0 0-12-16,0 0-71 15,0-17 7-15,0-13-35 16,-5-3-104-16,-14 6-83 16</inkml:trace>
  <inkml:trace contextRef="#ctx0" brushRef="#br0" timeOffset="42647.95">26683 6127 319 0,'0'0'169'0,"0"0"-96"16,0 0 24-16,0 0-3 0,0 0-48 16,0 0 4-16,142 38 8 15,-98 0 31-15,6 11-38 16,3 5 10-16,-8 9 6 16,-6-3-21-16,-5-11-9 15,-5-5-8-15,-5-15-12 16,-8-12-8-16,-1-7 0 15,-7-10-9-15,3 0 0 16,-1 0 0-16,14-27 0 16,10-12-10-16,0-11-38 15,11-3 5-15,0-2-6 16,7 8 9-16,-2 9 18 0,0 3 11 16,-8 11 4-16,-20 0 5 15,-12 7-1-15,-2 4-58 16,-8-1-51-16,0 0-46 15,0 6-181-15</inkml:trace>
  <inkml:trace contextRef="#ctx0" brushRef="#br0" timeOffset="44198.29">28271 5420 10 0,'0'0'114'16,"0"0"-109"-16,0 0 15 16,0 0 24-16,0 0-12 15,0 0-2-15,0 0 16 16,0 0 12-16,0 0-4 15,0 0-18-15,0 0 2 16,0 0 2-16,0 0-11 16,0 0-4-16,0 0 0 0,0 0-8 15,0 0 4-15,0 0-6 16,0 0-5-16,0 0 1 16,0 0-3-16,0 0-2 15,0 0 11-15,0 0-4 16,0 0 8-16,0 0-4 15,0 0-3-15,0 0 4 16,-8 0-10-16,3 0-1 16,5 0 0-16,-5 0-6 15,5 0 0-15,0 0 0 0,0 0 0 16,0 0 5 0,0 0-5-16,0 0 3 0,0 0 5 15,0 0-7-15,-6 0 7 16,6 0-6-16,0 0-3 15,0-7 5-15,0 4-5 16,0 0 0-16,0 3 1 16,6 0 1-16,4 0-2 15,3 0 0-15,-2 0 0 16,5 0 7-16,2-3-6 16,-2-1 0-16,-3 1 2 15,3 3-2-15,-6-4 1 16,9 4 2-16,-9 0-2 15,-4 0 9-15,7 0-8 16,-13 0 3-16,5 0 6 0,-5 4 6 16,5 12 0-16,-5 5-9 15,0 5 20-15,0 4-11 16,0 1-12-16,0 0 2 16,-34 5-2-16,-11-5 2 15,-7 10-1-15,2-4 1 16,-8 0-7-16,-3-8 6 15,9-5-6-15,12-15-2 16,19-9-1-16,8 0-23 16,13-3-22-16,0-27-25 15,0-3 3-15,29 3-26 16,16 9 62-16,-6 13 33 0,3 8 35 16,-2 0 20-1,4 0 30-15,1 12-14 0,0 12-3 16,-6-4-16-16,-4 3-6 15,-1-13-16-15,-11-2-7 16,-7 1-20-16,3-9-2 16,-14 0-1-16,0 0-89 15,0-14-34-15,8-11-95 16,-2-4-96-16</inkml:trace>
  <inkml:trace contextRef="#ctx0" brushRef="#br0" timeOffset="44631.26">29110 5347 150 0,'0'0'98'0,"0"0"-79"15,0 0 48-15,0 0 38 16,0 0-4-16,0 0-20 16,16-14 4-16,-16 14-3 15,-5 0-43-15,5 0-9 16,-11 7-9-16,3 0-15 0,-2 2 13 16,-6 9-1-16,-8 1-3 15,-5 8 12-15,-5 10 0 16,-5 11 4-16,-6 11 2 15,-13 3 0-15,13 2-5 16,6-16-8-16,5-6-15 16,18-19 10-16,3-9-14 15,13-12 3-15,0-2-4 16,0 0-12-16,0 0-22 16,0-12-15-16,18-18-21 15,11 0-31-15,-3-4-39 16,9-7-72-16,-1 4 3 15</inkml:trace>
  <inkml:trace contextRef="#ctx0" brushRef="#br0" timeOffset="44703.25">29110 5347 205 0</inkml:trace>
  <inkml:trace contextRef="#ctx0" brushRef="#br0" timeOffset="44955.27">29110 5347 205 0,'-13'-86'179'0,"18"79"-95"0,8 7 38 0,-7 0 4 0,-1 0-46 0,-5 0-24 15,5 0-1-15,0 14-15 16,14 9-2-16,2 10 4 16,2 10 7-16,6 10-6 15,6 3 2-15,-6 2 3 16,-3-3 0-16,3-2-15 0,-11-10-17 16,-2-8 0-16,-6-17-16 15,-2-2 1-15,-8-13-1 16,0-3-1-16,0 0-6 15,0 0-41-15,0 0-19 16,-8 0-9-16,-7 0-18 16,-4-3-30-16,4-13-14 15,-14 8-104-15,0 2 101 16,-11 2-10-16,-5 1-42 16</inkml:trace>
  <inkml:trace contextRef="#ctx0" brushRef="#br0" timeOffset="45114.33">28871 5679 100 0,'0'0'181'0,"0"0"-21"16,0 0 24-16,0 0-18 16,0 0-69-16,0 0-5 0,92-25-51 15,-19 12-8-15,6-4-30 16,5-7-3-16,-5-1-27 16,-10 1-111-16,-11 2-104 15,-24 10-366-15</inkml:trace>
  <inkml:trace contextRef="#ctx0" brushRef="#br0" timeOffset="45329.73">30735 5830 989 0,'0'0'0'0,"0"0"-8"15,0 0-7-15,0 0 7 16,0 0-148-16,0 0-313 16</inkml:trace>
  <inkml:trace contextRef="#ctx0" brushRef="#br0" timeOffset="50913.03">25157 13108 422 0,'0'0'84'0,"0"0"-34"0,0 0 15 15,0 0-17-15,0 0-40 16,0 0-8-16,0 0 0 16,16-66 0-16,3 59 9 15,-9 3-1-15,-5 3 16 16,8-8 3-16,-7 6-1 16,4 3 6-16,3 0-17 15,-2 0-2-15,-1 0-1 0,1 0-4 16,2 0-2-16,-2 0 7 15,7 0-5 1,-2 13 20-16,-6 10-12 0,3 14 26 16,-7 15-3-16,-6 2-13 15,0 10 17-15,0 5-18 16,-34-1-4-16,-11-2 9 16,-8-6-22-16,3-10 8 15,11-17-10-15,5-17-4 16,10-16-2-16,8 0-38 15,3-16-40-15,8-27-18 16,5-7-7-16,0 4 40 16,0 12 63-16,23 18 6 15,12 16 52-15,4 0 2 16,11 0 19-16,8 30-8 0,10 3-27 16,-7 7 2-1,2-7-8-15,-18-6-8 0,-6-11-23 16,-10-6-7-16,-11-10-6 15,-12 0-60-15,-6 0-51 16,0-10-35-16,0-10-158 16</inkml:trace>
  <inkml:trace contextRef="#ctx0" brushRef="#br0" timeOffset="51300.02">25128 13897 580 0,'0'0'134'16,"0"0"-12"-16,0 0-5 16,0 0-32-16,0 0-55 15,0 0-11-15,92 7 17 0,-36-3-10 16,2-1-1-16,10-3 4 16,0 2-8-16,-7-2-2 15,2 0-14-15,-5 0-5 16,-14 0 0-16,-9 0-1 15,-6 0-19-15,-8 0-44 16,-11 0-17-16,-2 0-51 16,-8 0-66-16,0 0-226 15</inkml:trace>
  <inkml:trace contextRef="#ctx0" brushRef="#br0" timeOffset="52063.92">25570 14471 413 0,'0'0'101'0,"0"0"-35"16,0 0 28-16,0 0-3 0,0 0-27 16,0 0-21-1,8-5 16-15,-8 5 7 0,0 4-25 16,0 3-8-16,0-6 5 15,0 5-20-15,0 17-5 16,-18 6-2-16,2 7-2 16,-8 14 7-16,1 3 3 15,12 10 20-15,1 4 0 16,10 2-8-16,0-9 4 16,0-7-10-16,5-18-4 15,29-18-6-15,5-9-15 16,6-8 13-16,8 0-13 15,-9-14-17-15,-4-19 3 16,-11-3-10-16,-24-1-20 0,-5 4 8 16,0 3-7-16,-5 1 20 15,-48 3 8-15,-20-1 14 16,-1 0 1-16,-5-2 3 16,5-1 2-16,17-11 17 15,12-1-4-15,11-8 0 16,23-6 2-16,11-3-18 15,0-1 0-15,24 0-2 16,36 7-9-16,9 4 1 16,10 12-3-16,2 10-10 15,-2 18 5-15,-11 9-3 16,-18 0 19-16,-21 30 13 16,-13 23-9-16,-16 10 30 0,0 8-14 15,0-1-1-15,-21-9-7 16,-13-9-6-16,0-13-2 15,10-18-4-15,8-12-26 16,11-9-33-16,5 0-63 16,0-20-93-16,0-22-90 15,0-6-201-15</inkml:trace>
  <inkml:trace contextRef="#ctx0" brushRef="#br0" timeOffset="52730.96">26301 13726 174 0,'0'0'131'0,"0"0"-52"16,0 0 0-16,0 0 6 0,0 0-9 16,0 0-8-16,-15 0 5 15,15 0-11-15,0 0 0 16,0 0-3-16,0 0 0 16,0 0-10-16,0 0-18 15,0 16 0-15,0 1-17 16,28 19 7-16,12 6 1 15,-1 5 2-15,6 0 7 16,-5-1-10-16,-6-6-16 16,-5-10 2-16,-6-14-7 15,-12-5 1-15,-1-9-4 16,-4-2-6-16,-6 0-62 16,0 0-20-16,0-16-48 0,0-14-76 15,-16 3-208-15</inkml:trace>
  <inkml:trace contextRef="#ctx0" brushRef="#br0" timeOffset="52849.26">26301 13726 358 0</inkml:trace>
  <inkml:trace contextRef="#ctx0" brushRef="#br0" timeOffset="53048.42">26301 13726 358 0,'245'24'187'0,"-245"-24"-122"0,0 0 29 15,0 0-3-15,0 0-48 16,0 0-21-16,0 0 26 0,0 0 4 16,0 3-22-16,0 10 2 15,-5 7-11-15,-19 8-9 16,3 6 2-16,-8 2-11 16,-5 7 9-16,-6 0-1 15,6 4-10-15,5-4 3 16,8-6-3-16,3-14-2 15,13-13-1-15,5-10-30 16,0 0-57-16,0-21-37 16,5-18-53-16,29-10-142 15</inkml:trace>
  <inkml:trace contextRef="#ctx0" brushRef="#br0" timeOffset="53646.25">27148 13614 461 0,'0'0'129'0,"0"0"-35"16,0 0 17-16,0 0-59 0,0 0-25 16,0 0-10-16,0 0 4 15,0 0 5-15,0 0-8 16,0 0 8-16,-24 13-6 16,1 7-5-16,2 6 8 15,-3 1-8-15,3 8 4 16,-8 2 1-16,16 5 5 15,-3 4 8-15,16 7-2 16,0 4 16-16,0-1 1 16,0-6-12-16,16-13-1 15,31-14-5-15,3-16-10 16,13-7-20-16,1-11-5 16,-4-35-34-16,-2-17 2 0,-8-3-61 15,-16-7-13-15,-10 8 10 16,-19 5 29-16,-5 7 39 15,0 11 32-15,-11 5 1 16,-28 14 31-16,10 9 14 16,-5 11-1-16,0 3 12 15,5 0-20-15,-5 0 4 16,-6 0-14-16,1 6-11 16,-1 8-4-16,11-4-11 15,8 0-14-15,-2 0-21 16,4 0-28-16,9 3-68 15,-1 3-56-15,11-2-220 16</inkml:trace>
  <inkml:trace contextRef="#ctx0" brushRef="#br0" timeOffset="54054.28">27601 14120 415 0,'0'0'130'0,"0"0"-74"16,0 0 7-16,0 0 15 15,0 0-43-15,0 0-9 16,-50 49 24-16,31-22-5 16,3 3-4-16,-2 7 11 15,2 12-8-15,-8 11 2 16,3-3-16-16,8-3-9 15,8-18-5-15,5-17-16 0,0-19-4 16,0 0-37 0,0-19-59-16,18-41-65 0,9-11-201 15</inkml:trace>
  <inkml:trace contextRef="#ctx0" brushRef="#br0" timeOffset="54729.49">27800 13637 205 0,'0'0'81'0,"0"0"-11"0,0 0 2 15,0 0-6-15,0 0-2 16,0 0 21-16,21-26 11 16,-21 26 5-16,0 0-21 15,0 16 9-15,0 17-37 16,0 13 8-16,0 13 5 15,-10-6-7-15,-1-15-24 16,3-10-14-16,8-11-14 16,0-10-6-16,0-7-4 15,19 0-29-15,10 0 9 16,10 0-4-16,1 0 18 0,-1 0 10 16,6 12 0-1,-6 11 0-15,-10 1 0 0,-18 5 0 16,-3-2 29-16,-8-3-3 15,0 3-5-15,0-8 2 16,-35 4-13-16,-4-3-9 16,-8-3-2-16,7-4-1 15,6-6-17-15,5-7-7 16,8 0-24-16,3 0-20 16,7-14-40-16,6-9-83 15,5-4-117-15</inkml:trace>
  <inkml:trace contextRef="#ctx0" brushRef="#br0" timeOffset="55020.26">27840 13611 747 0,'0'0'155'16,"0"0"-86"-16,0 0 24 0,0 0-14 16,0 0-47-16,305 0-30 15,-242 0-2-15,-13 0-13 16,-16 0-58-16,-10 0-13 15,-19 0-104-15,-5 6-216 16</inkml:trace>
  <inkml:trace contextRef="#ctx0" brushRef="#br0" timeOffset="55666.07">28955 14070 420 0,'0'0'277'0,"0"0"-169"16,0 0-42-16,0 0 17 0,0 0-47 15,0 0-17-15,34 6 16 16,0-6-17-16,0 0 1 16,19 0 21-16,-13 0-18 15,4 0-10-15,-4 0-12 16,-11 0 0-16,-8 0-19 15,-3 0-38-15,-13 0-47 16,-5 0-33-16,0-6-73 16,0-1-98-16</inkml:trace>
  <inkml:trace contextRef="#ctx0" brushRef="#br0" timeOffset="55878.34">28955 14070 718 0,'-5'-186'134'0,"57"186"-65"15,14 0 36-15,10 0-48 16,-10 0-45-16,-8 0-12 16,-8 0 0-16,-16 0-57 15,-10-15-83-15,-19 6-108 16,-5 4-367-16</inkml:trace>
  <inkml:trace contextRef="#ctx0" brushRef="#br0" timeOffset="63345.28">30209 13521 388 0,'0'0'82'0,"0"0"-10"15,0 0 30-15,0 0-8 16,0 0-27-16,0 0-37 0,0 0-9 15,0 0 6-15,-5 7-5 16,-8 2 0-16,-8 12 1 16,-3-2-7-16,1 8 10 15,-4 6-10-15,-2 12 8 16,11 8 3-16,-3 13-4 16,8 12 20-16,13 10 1 15,0-8 4-15,0-11 0 16,0-23-17-16,29-19-5 15,18-17-4-15,3-10-9 16,13 0-13-16,3-46-14 16,-3-21-18-16,-5-5-28 15,-13-4-27-15,-17 0 18 16,-17 17 8-16,-11 4 21 16,0 7 40-16,0 12 11 0,-34 6-1 15,5 7 4-15,-11 2-1 16,6 5-8-16,-5 2 9 15,-1 8-13-15,1-4-1 16,-6 3-3-16,6 4-2 16,-6-7-1-16,11 0-11 15,5 1-60-15,24-2 0 16,5 8-2-16,0 3-41 16,34 0-47-16,11 10-116 15</inkml:trace>
  <inkml:trace contextRef="#ctx0" brushRef="#br0" timeOffset="63706.44">30583 14219 394 0,'0'0'215'0,"0"0"-140"0,0 0 13 16,0 0-17-16,0 0-18 15,0 0-10-15,0 169-14 16,-16-110 12-16,-8-6-19 16,-5-15-15-16,14-11-4 15,9-18-3-15,6-9-27 16,0-21-113-16,0-43-131 16</inkml:trace>
  <inkml:trace contextRef="#ctx0" brushRef="#br0" timeOffset="64344.61">31048 13700 84 0,'0'0'187'0,"0"0"-106"15,0 0-13-15,0 0-5 16,0 0 3-16,0 0 14 15,-10 0 6-15,2 0-13 16,8-6-25-16,0-1-11 16,-5-10-12-16,-1 0-15 15,-4-2-10-15,5-4-14 16,-9-1 4-16,9 1-13 16,5-1 8-16,-5 5 3 15,0 3 7-15,-1 2 1 16,-7 4 3-16,13 7 2 15,0 3 4-15,0 0 7 0,0 0 6 16,0 0 8-16,0 9-2 16,0 5 1-16,0 6 0 15,0 17-12-15,0 12 22 16,0 17 9-16,0 14-3 16,0 4 18-16,0-1-19 15,0-9-10-15,0-21-2 16,0-17-17-16,0-16 1 15,0-10-8-15,0-7-2 16,0-3-4-16,0 0-4 16,0-7-27-16,0-16-13 15,0-3-10-15,0-1-14 16,0-6-46-16,0 0-92 0,19 0-159 16</inkml:trace>
  <inkml:trace contextRef="#ctx0" brushRef="#br0" timeOffset="65012.3">31348 13627 336 0,'0'0'146'0,"0"0"-51"16,0 0 2-16,0 0-40 15,0 0-46-15,0 0-7 16,24-34 3-16,-3 25 1 16,-3-1 2-16,-2 0 8 15,2 6-9-15,-2-2 4 16,8 6-5-16,-8 0-6 15,13 0 15-15,-19 0-8 16,9 0 15-16,-9 0 1 16,8 0 5-16,-2 13-7 15,3-3-11-15,-4 6 2 16,-9 8 27-16,-1 6-35 0,-5 6 5 16,0 11 13-16,0 0-5 15,0 7 18-15,0-1 1 16,-21 1-3-16,-13-1 6 15,0-7-9-15,-11-4-7 16,-3-5 3-16,14-14-19 16,0-12 1-16,13-11-10 15,3 0-14-15,2-7-9 16,-3-23-39-16,9-13-41 16,10-1-2-16,0 5-1 15,5 13 63-15,24 5 36 16,5 19 7-16,-10 2 30 15,-3 0-4-15,8 5 28 0,0 22 27 16,10 6-29-16,-15 4 29 16,-3-1-21-16,-3-6-17 15,-7-9-6-15,-1-16-20 16,4-5-6-16,-4 0-11 16,1 0-4-16,-1-16-23 15,3-17-44-15,-7-1-33 16,4-1-9-16,3-2-74 15,3 10-140-15</inkml:trace>
  <inkml:trace contextRef="#ctx0" brushRef="#br0" timeOffset="65545.07">32040 13534 420 0,'0'0'153'16,"0"0"-56"-16,0 0 26 0,0 0-34 15,0 0-39 1,0 0-3-16,-11 24 7 0,-7-5-11 16,-8 4-5-16,-3 7-15 15,0 4 1-15,10-4 0 16,19-4-11-16,0 4-3 16,0-3-8-16,0-3 0 15,13 1 0-15,22 4 3 16,4-5-10-16,-5 5 10 15,0-6-3-15,-7-2 3 16,-9 4-1-16,-2-8-2 16,-8 3 8-16,-8-4-10 15,0 1 0-15,0-1-4 16,0 0 8-16,-29 2-2 16,-5-6-2-16,0 2-17 0,-1-5 16 15,1-9-28-15,0 0-6 16,0 0-22-16,5 0-14 15,8-23-44-15,2-7-16 16,9-2-105-16,10-1-79 16</inkml:trace>
  <inkml:trace contextRef="#ctx0" brushRef="#br0" timeOffset="65782.88">32063 13478 637 0,'0'0'166'0,"0"0"-67"16,0 0 29-16,0 0-59 16,0 0-26-16,295 20-31 15,-266-20-1-15,-8 3-4 16,-16-3-7-16,3 0-7 15,-8 0-44-15,0 4-65 16,0-2-76-16,0 8-210 16</inkml:trace>
  <inkml:trace contextRef="#ctx0" brushRef="#br0" timeOffset="66478.05">32766 14116 506 0,'0'0'219'0,"0"0"-159"15,0 0 39-15,0 0 26 16,0 0-48-16,0 0-31 16,44 23-15-16,-15-12 30 15,11-2-8-15,-1-6-11 16,1 8-15-16,-1-11-14 15,1 0 2-15,-6 0-9 16,-5-11 1-16,-6-12-7 16,-2-3-14-16,-13-11-4 15,-8 1-2-15,0-4-8 16,0-3 12-16,0-1-7 16,-13-7 7-16,-8-2 12 0,3 3 2 15,12-3-1-15,6 7 0 16,0 0-5-16,0 9 7 15,0 7-2-15,19 4 3 16,7 10 6-16,3 2-6 16,5 10 6-16,-5 1 0 15,0 3-1-15,3 0 7 16,2 0-8-16,-5 7 3 16,5 16 8-16,-10 10-13 15,-9 13 21-15,-15 18-2 16,0 14 1-16,0 1 17 15,0-3-26-15,-15-14 8 0,15-20 4 16,0-15-6-16,0-11-11 16,0-13-5-16,39-3-3 15,6 0-8-15,7-26-54 16,4-8-18-16,-6-1-72 16,-3 17-71-16,-21 18-151 15</inkml:trace>
  <inkml:trace contextRef="#ctx0" brushRef="#br0" timeOffset="67229.28">30244 14867 404 0,'0'0'65'0,"0"0"-22"16,0 0 65-16,0 0-17 15,0 0-14-15,0 0-6 0,0 0-2 16,34 0-8 0,5 0-21-16,16 0-19 0,19 0 15 15,8 0-10-15,31 0-10 16,29 0-2-16,37 0 2 15,55 0 10-15,26 0 38 16,19 0-50-16,-8 0-12 16,-16 4-2-16,-21-1 0 15,-32 1 0-15,-36-1 1 16,-24 1-1-16,-34-1 4 16,-35 0 8-16,-17 3 18 15,-22-2-4-15,-18-1-6 0,-8-3 5 16,-8 4-1-1,0-4 0-15,0 0-8 0,0 0-11 16,0 0 3 0,0 0-8-16,0 0-5 0,0 0-2 15,0 0-20-15,-14-11-18 16,-7 2-1-16,-18-12-20 16,-8-5-83-16,-9 6-77 15,-7 4-202-15</inkml:trace>
  <inkml:trace contextRef="#ctx0" brushRef="#br0" timeOffset="67748.27">31942 14652 186 0,'0'0'113'0,"0"0"-41"0,0 0 20 15,0 0 27-15,0 0-30 16,0 0-15-16,0 0-11 16,0-9-10-16,0 21-9 15,0 2-8-15,0 9-13 16,-15 7 3-16,-9 9-8 15,-2 5 22-15,2 6-10 16,-5-8-3-16,8-1 6 16,3-11-13-16,12-12 3 15,6-10-14-15,0-8-8 16,0 0-1-16,0 0-39 0,0-7-14 16,0-16-20-16,11-7-40 15,18-3-62-15,5 3-82 16,0-3-182-16</inkml:trace>
  <inkml:trace contextRef="#ctx0" brushRef="#br0" timeOffset="67928.72">31942 14652 526 0,'156'-39'97'0,"-156"39"-12"15,0 0 17-15,10 12-31 16,-5 11-33-16,-5 11-6 15,0 10 13-15,0 5-3 0,0 4-14 16,-29-3-28-16,-10-2-2 16,5-13-133-16,0-4-143 15</inkml:trace>
  <inkml:trace contextRef="#ctx0" brushRef="#br0" timeOffset="74394.48">557 8970 548 0,'0'0'156'0,"0"0"-52"16,0 0-24-16,0 0 6 15,0 0-23-15,0 0-44 16,0 0 5-16,29-31-13 15,0 6 12-15,16-15-9 16,34-23-4-16,23-20 5 16,30-22-13-16,20-17 0 15,19-18-4-15,11-13-1 16,-1-1 0-16,-13 15-10 16,-7 16 2-16,-38 21 11 15,-15 15-11-15,-24 14 11 16,-10 10 0-16,-16 12 1 0,-8 7-3 15,-16 8 1 1,0 10 1-16,-5-1 5 0,-5 7-5 16,-3 4 2-16,-3 5 5 15,-12 8-3-15,-1 3 3 16,0 0-7-16,-5 0 3 16,0 0 7-16,0 0-10 15,0 10-4-15,0 4-36 16,0 9-37-16,-39 9-122 15,-30 12-519-15</inkml:trace>
  <inkml:trace contextRef="#ctx0" brushRef="#br0" timeOffset="76893.89">778 8395 353 0,'0'0'112'15,"0"0"-56"-15,0 0 9 0,0 0 13 16,0 0-19 0,0 0-18-16,0-10-1 0,0 10 13 15,0 0-9-15,0 0 2 16,0 0 8-16,0 0-14 15,-10 0 3-15,4 0-15 16,6 0-12-16,-5 0 0 16,5 0-9-16,0 16 13 15,0 4 9-15,0 10-12 16,11 26 7-16,17 11-8 16,7 12-8-16,-14-10-7 15,8-18-1-15,-6-5-5 16,-7-16-69-16,-3-9-142 15,-13-12-341-15</inkml:trace>
  <inkml:trace contextRef="#ctx0" brushRef="#br0" timeOffset="78394.78">14861 7663 637 0,'0'0'197'16,"0"0"-107"-16,0 0-10 15,0 0 0-15,0 0-18 16,0 0-15-16,0 0 0 15,19-10 16-15,-9 40 3 16,1 23-20-16,7 20-9 16,-2 10 2-16,8-7-3 15,-9-20-2-15,9-26-21 0,5-19-13 16,16-11 0-16,23-19-7 16,35-65-25-16,15-36-28 15,13-26 2-15,-7 0-77 16,-21 15-32-16,-25 28-27 15,-22 27 2-15,-22 23-98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5E22-EA69-6EEC-41E7-D8DD97668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36A14-D42D-18D3-5DCE-E5493F374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8129D-FF12-9759-DB6A-C7C80BF4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1254F-1503-0D0D-F8D7-595767C0D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0061-29A1-E92B-57F4-D39096D52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286D-1C4B-CEF4-A7F3-C68DF6A2F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B794-140E-4EE1-8226-481840806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47DC-CD77-2F94-B91F-4E50F393A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E22D-6E21-3CD2-DC69-E541A898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3FD8F-F508-8C14-8CF7-74E4C598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7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12F5-028C-168A-DD1C-5B8EC61BE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761E9-DACE-43E6-05B2-B8EB74473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A51A6-0326-AB88-8E91-622DAD95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7A568-FEC1-BACB-6FC6-826B656A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E34C-979D-D9E1-CF2A-6ED022A3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77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126A-7435-E128-44CE-DA28AB53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7535-9905-A027-2049-5E8BF3A3B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E6C14-D8C3-9C37-0EC9-0CE3E54F9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AA780-ECDE-D9FE-4488-73EEA9A7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56D9B-9E7D-4A04-583F-EE04DE102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B3D74-AA4D-4D78-FA2C-51B2DDF2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D009-BCA5-355F-BA6D-15C7D343B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7C84-DE2A-1430-5E11-672241FE6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38A2B-110E-2509-1855-51F1F461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FE540-504A-E031-BE5E-ACF5AE992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9C3B6-B48A-3013-5204-E8D6ECF84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3F984-1862-48F7-88A4-D568E674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DBC5F-0BAB-7217-3E0E-E4B26B98D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EE68AA-5BD5-1BDC-AB40-9AA3D9B6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6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03ED-A261-AB50-4203-42A65DF4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C2908-D666-2364-D94C-0046A429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9854E-F520-3F15-55FE-F6675E77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B3636-A22B-3248-B17B-01E448B0D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18FF0-6A69-C7AE-FDE4-58C04C056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253F40-6239-2411-CDC3-0E7C5C7B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FCD8C-C73B-6492-A788-BCF8CB5A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99FB-DAAF-D695-09A9-6A0B6B66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A0E30-90FE-DB38-7F81-19CA85E5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E2CDA-CC3D-72BC-C0CC-B627ADC0D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6C911-DB1A-5197-F174-B563954A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CB4F2-0B06-BD52-B926-F33B4E7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E413A-826A-E3F5-B179-10C39607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6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2EAE-020E-8C84-D8BF-34E727D0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9A95F-9D4F-6337-B45D-E1CAE9FC4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BA1DB-6EA5-A809-BC47-487102E22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0A38A-C07E-1E66-D145-055FDB5CE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D2EA9-6DAC-3584-053A-299BC4ECD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F10A8-2BF7-D1E4-FEBB-E963FFF5C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06E8-A122-0C3E-C8EE-A00FF9B16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B0179-495D-E022-6C19-21552F41C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95543-9580-7C05-D061-7B0436F9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638D9-B850-E95E-71FF-1C1C7159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3D14-AEE0-5377-D08A-C18C4C0D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BA032-DA8D-1A02-EA01-9793697D7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989E46-13B7-32C8-7520-36ABFF308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A11D3-FC99-C80C-89CC-5F539318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25AA-8A0E-D910-195B-019B37FE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62B3-57AE-F2C2-0BD2-86B35E60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6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3358F-9206-3F93-9EAD-63F4F8036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94943-4A03-D7D9-25EA-08801E0B6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3222A-E4BD-58D2-15EF-157701D8F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9BCFB-7C35-4DB8-AD30-370C5FB28DCB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359A-B05F-E60E-0017-CDBDCB787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D9ED9-DFA4-AD47-44D3-0322E7676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693B4-3F29-4FEB-99A5-F8D805B6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7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7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customXml" Target="../ink/ink12.xml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09DDBE-E583-D8BC-7AC3-5D28997AA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847364"/>
            <a:ext cx="10602805" cy="51632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C300EFB-3855-4855-D2B2-92BCEAE2DEBD}"/>
                  </a:ext>
                </a:extLst>
              </p14:cNvPr>
              <p14:cNvContentPartPr/>
              <p14:nvPr/>
            </p14:nvContentPartPr>
            <p14:xfrm>
              <a:off x="4509360" y="2391840"/>
              <a:ext cx="7021440" cy="442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C300EFB-3855-4855-D2B2-92BCEAE2DE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00000" y="2382480"/>
                <a:ext cx="7040160" cy="44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219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98A3C-066F-73E7-CF1A-8A92C51BB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3" y="423443"/>
            <a:ext cx="9412013" cy="60111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9D90E7-3933-25B6-05DF-FDAF7171CFE1}"/>
                  </a:ext>
                </a:extLst>
              </p14:cNvPr>
              <p14:cNvContentPartPr/>
              <p14:nvPr/>
            </p14:nvContentPartPr>
            <p14:xfrm>
              <a:off x="4897440" y="1173240"/>
              <a:ext cx="7257240" cy="563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9D90E7-3933-25B6-05DF-FDAF7171CF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88080" y="1163880"/>
                <a:ext cx="7275960" cy="565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916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31AA5-568D-38B6-01B6-434410EA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8" y="309127"/>
            <a:ext cx="10240804" cy="62397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E39AC0-7DBF-3061-E35C-1AF9A8AFD5D9}"/>
                  </a:ext>
                </a:extLst>
              </p14:cNvPr>
              <p14:cNvContentPartPr/>
              <p14:nvPr/>
            </p14:nvContentPartPr>
            <p14:xfrm>
              <a:off x="8199720" y="1564200"/>
              <a:ext cx="2963880" cy="5229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E39AC0-7DBF-3061-E35C-1AF9A8AFD5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90360" y="1554840"/>
                <a:ext cx="2982600" cy="524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95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3141B6-03BB-B31B-6226-4D126640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26" y="184173"/>
            <a:ext cx="9707330" cy="46012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3B59F4-8709-8133-C133-1107C12205DA}"/>
                  </a:ext>
                </a:extLst>
              </p14:cNvPr>
              <p14:cNvContentPartPr/>
              <p14:nvPr/>
            </p14:nvContentPartPr>
            <p14:xfrm>
              <a:off x="125640" y="1488600"/>
              <a:ext cx="11255760" cy="533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3B59F4-8709-8133-C133-1107C12205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280" y="1479240"/>
                <a:ext cx="11274480" cy="53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1208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4636D-7556-E4D3-5250-17CF1EFA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81" y="0"/>
            <a:ext cx="996923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4EC8B5-F924-4A9D-25BF-6A714DECB430}"/>
                  </a:ext>
                </a:extLst>
              </p14:cNvPr>
              <p14:cNvContentPartPr/>
              <p14:nvPr/>
            </p14:nvContentPartPr>
            <p14:xfrm>
              <a:off x="7878960" y="4275360"/>
              <a:ext cx="3418920" cy="253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4EC8B5-F924-4A9D-25BF-6A714DECB4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69600" y="4266000"/>
                <a:ext cx="3437640" cy="255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140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CBBC5-A846-3098-E143-8015EC09D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1" y="235298"/>
            <a:ext cx="9583487" cy="48965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770916-0342-1506-E89D-860724284038}"/>
                  </a:ext>
                </a:extLst>
              </p14:cNvPr>
              <p14:cNvContentPartPr/>
              <p14:nvPr/>
            </p14:nvContentPartPr>
            <p14:xfrm>
              <a:off x="7320240" y="5284080"/>
              <a:ext cx="24120" cy="39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770916-0342-1506-E89D-8607242840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4320" y="1948680"/>
                <a:ext cx="11755440" cy="48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FF357B-F4B7-377A-0AEB-F7FC11C25EA0}"/>
                  </a:ext>
                </a:extLst>
              </p14:cNvPr>
              <p14:cNvContentPartPr/>
              <p14:nvPr/>
            </p14:nvContentPartPr>
            <p14:xfrm>
              <a:off x="2815560" y="1641240"/>
              <a:ext cx="9054360" cy="516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FF357B-F4B7-377A-0AEB-F7FC11C25E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06200" y="1631880"/>
                <a:ext cx="9073080" cy="518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146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E0C159-44EF-2BCD-9140-9ADB234E9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2" y="266037"/>
            <a:ext cx="9173855" cy="35628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E6D660-3BE4-01B9-159D-F8E56B6EE185}"/>
                  </a:ext>
                </a:extLst>
              </p14:cNvPr>
              <p14:cNvContentPartPr/>
              <p14:nvPr/>
            </p14:nvContentPartPr>
            <p14:xfrm>
              <a:off x="6084720" y="1218240"/>
              <a:ext cx="5110920" cy="562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E6D660-3BE4-01B9-159D-F8E56B6EE1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75360" y="1208880"/>
                <a:ext cx="5129640" cy="56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1905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B3619-2FFC-5B75-C128-8CF685C0F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1" y="115362"/>
            <a:ext cx="10580244" cy="418866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C7AFA4-0FC7-F3A9-C092-BC98853E7731}"/>
                  </a:ext>
                </a:extLst>
              </p14:cNvPr>
              <p14:cNvContentPartPr/>
              <p14:nvPr/>
            </p14:nvContentPartPr>
            <p14:xfrm>
              <a:off x="406800" y="906120"/>
              <a:ext cx="11603160" cy="573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C7AFA4-0FC7-F3A9-C092-BC98853E7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440" y="896760"/>
                <a:ext cx="11621880" cy="57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605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C024F8-38F9-48D9-9D19-A9748623F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5" y="418999"/>
            <a:ext cx="9428173" cy="31988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B71522-CEE0-F869-9A7F-02BF83B02A01}"/>
                  </a:ext>
                </a:extLst>
              </p14:cNvPr>
              <p14:cNvContentPartPr/>
              <p14:nvPr/>
            </p14:nvContentPartPr>
            <p14:xfrm>
              <a:off x="2446200" y="2894760"/>
              <a:ext cx="5333760" cy="585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B71522-CEE0-F869-9A7F-02BF83B02A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36840" y="2885400"/>
                <a:ext cx="5352480" cy="60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398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582D3-C2A5-72C2-528C-3A1BB38C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313890"/>
            <a:ext cx="8297433" cy="62302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0122FE-8A8F-B597-DC5B-62BBEDA8BC29}"/>
                  </a:ext>
                </a:extLst>
              </p14:cNvPr>
              <p14:cNvContentPartPr/>
              <p14:nvPr/>
            </p14:nvContentPartPr>
            <p14:xfrm>
              <a:off x="3517748" y="462710"/>
              <a:ext cx="1411560" cy="24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0122FE-8A8F-B597-DC5B-62BBEDA8BC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55108" y="400070"/>
                <a:ext cx="153720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A322FF-BA81-2A4D-6939-56B2CE8CC48E}"/>
                  </a:ext>
                </a:extLst>
              </p14:cNvPr>
              <p14:cNvContentPartPr/>
              <p14:nvPr/>
            </p14:nvContentPartPr>
            <p14:xfrm>
              <a:off x="2090348" y="420950"/>
              <a:ext cx="2786040" cy="323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A322FF-BA81-2A4D-6939-56B2CE8CC4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7348" y="358310"/>
                <a:ext cx="29116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93C598-06C0-46DE-54F6-D587C4A15645}"/>
                  </a:ext>
                </a:extLst>
              </p14:cNvPr>
              <p14:cNvContentPartPr/>
              <p14:nvPr/>
            </p14:nvContentPartPr>
            <p14:xfrm>
              <a:off x="7646040" y="1428120"/>
              <a:ext cx="3023280" cy="256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93C598-06C0-46DE-54F6-D587C4A156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47360" y="1155240"/>
                <a:ext cx="5693040" cy="46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0F8642-67D2-CED0-04CB-8CAD7A333192}"/>
                  </a:ext>
                </a:extLst>
              </p14:cNvPr>
              <p14:cNvContentPartPr/>
              <p14:nvPr/>
            </p14:nvContentPartPr>
            <p14:xfrm>
              <a:off x="1909440" y="641520"/>
              <a:ext cx="9900720" cy="502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0F8642-67D2-CED0-04CB-8CAD7A33319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0080" y="632160"/>
                <a:ext cx="9919440" cy="504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802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F666D-FA36-C84B-B75C-9B9BA3C81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4" y="747974"/>
            <a:ext cx="10197921" cy="26750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C86C376-9631-0D04-E70C-6CB7A1D9E5F2}"/>
                  </a:ext>
                </a:extLst>
              </p14:cNvPr>
              <p14:cNvContentPartPr/>
              <p14:nvPr/>
            </p14:nvContentPartPr>
            <p14:xfrm>
              <a:off x="664560" y="1129320"/>
              <a:ext cx="10497240" cy="535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C86C376-9631-0D04-E70C-6CB7A1D9E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200" y="1119960"/>
                <a:ext cx="10515960" cy="537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7249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09E81-BF0B-8ECD-B6ED-AB392F867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11" y="314113"/>
            <a:ext cx="11758648" cy="53114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2828AAC-32FF-6766-AEA4-4AFD93D57B90}"/>
                  </a:ext>
                </a:extLst>
              </p14:cNvPr>
              <p14:cNvContentPartPr/>
              <p14:nvPr/>
            </p14:nvContentPartPr>
            <p14:xfrm>
              <a:off x="200520" y="1600560"/>
              <a:ext cx="11941920" cy="393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2828AAC-32FF-6766-AEA4-4AFD93D57B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160" y="1591200"/>
                <a:ext cx="11960640" cy="39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2460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MIna Naidah Gani</dc:creator>
  <cp:lastModifiedBy>MIna Naidah Gani</cp:lastModifiedBy>
  <cp:revision>1</cp:revision>
  <dcterms:created xsi:type="dcterms:W3CDTF">2022-10-04T07:49:13Z</dcterms:created>
  <dcterms:modified xsi:type="dcterms:W3CDTF">2022-10-05T07:55:10Z</dcterms:modified>
</cp:coreProperties>
</file>