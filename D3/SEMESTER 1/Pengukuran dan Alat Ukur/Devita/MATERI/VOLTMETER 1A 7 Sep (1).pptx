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879" autoAdjust="0"/>
    <p:restoredTop sz="94660"/>
  </p:normalViewPr>
  <p:slideViewPr>
    <p:cSldViewPr snapToGrid="0">
      <p:cViewPr varScale="1">
        <p:scale>
          <a:sx n="58" d="100"/>
          <a:sy n="58" d="100"/>
        </p:scale>
        <p:origin x="4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a Naidah Gani" userId="949d910cfffb8065" providerId="LiveId" clId="{57FC1B85-3D8E-4975-9A1B-28614F8039CE}"/>
    <pc:docChg chg="undo custSel addSld delSld modSld">
      <pc:chgData name="MIna Naidah Gani" userId="949d910cfffb8065" providerId="LiveId" clId="{57FC1B85-3D8E-4975-9A1B-28614F8039CE}" dt="2022-09-11T13:19:22.102" v="721"/>
      <pc:docMkLst>
        <pc:docMk/>
      </pc:docMkLst>
      <pc:sldChg chg="addSp modSp new mod">
        <pc:chgData name="MIna Naidah Gani" userId="949d910cfffb8065" providerId="LiveId" clId="{57FC1B85-3D8E-4975-9A1B-28614F8039CE}" dt="2022-09-07T08:10:15.397" v="4"/>
        <pc:sldMkLst>
          <pc:docMk/>
          <pc:sldMk cId="3476420204" sldId="261"/>
        </pc:sldMkLst>
        <pc:picChg chg="add mod">
          <ac:chgData name="MIna Naidah Gani" userId="949d910cfffb8065" providerId="LiveId" clId="{57FC1B85-3D8E-4975-9A1B-28614F8039CE}" dt="2022-09-07T08:06:36.240" v="3" actId="14100"/>
          <ac:picMkLst>
            <pc:docMk/>
            <pc:sldMk cId="3476420204" sldId="261"/>
            <ac:picMk id="2" creationId="{DA22A61C-E97D-8BF4-7B85-97AB80221D2D}"/>
          </ac:picMkLst>
        </pc:picChg>
        <pc:inkChg chg="add">
          <ac:chgData name="MIna Naidah Gani" userId="949d910cfffb8065" providerId="LiveId" clId="{57FC1B85-3D8E-4975-9A1B-28614F8039CE}" dt="2022-09-07T08:10:15.397" v="4"/>
          <ac:inkMkLst>
            <pc:docMk/>
            <pc:sldMk cId="3476420204" sldId="261"/>
            <ac:inkMk id="3" creationId="{546C2D75-A50E-3F51-F202-EE423A13EC01}"/>
          </ac:inkMkLst>
        </pc:inkChg>
      </pc:sldChg>
      <pc:sldChg chg="addSp delSp modSp new mod">
        <pc:chgData name="MIna Naidah Gani" userId="949d910cfffb8065" providerId="LiveId" clId="{57FC1B85-3D8E-4975-9A1B-28614F8039CE}" dt="2022-09-11T13:03:10.776" v="247" actId="9405"/>
        <pc:sldMkLst>
          <pc:docMk/>
          <pc:sldMk cId="2372958974" sldId="262"/>
        </pc:sldMkLst>
        <pc:grpChg chg="del mod">
          <ac:chgData name="MIna Naidah Gani" userId="949d910cfffb8065" providerId="LiveId" clId="{57FC1B85-3D8E-4975-9A1B-28614F8039CE}" dt="2022-09-11T12:55:11.723" v="61"/>
          <ac:grpSpMkLst>
            <pc:docMk/>
            <pc:sldMk cId="2372958974" sldId="262"/>
            <ac:grpSpMk id="7" creationId="{CD5F45CA-8B84-C26B-B2CA-D8B5A493FB8D}"/>
          </ac:grpSpMkLst>
        </pc:grpChg>
        <pc:grpChg chg="del mod">
          <ac:chgData name="MIna Naidah Gani" userId="949d910cfffb8065" providerId="LiveId" clId="{57FC1B85-3D8E-4975-9A1B-28614F8039CE}" dt="2022-09-11T12:55:11.723" v="61"/>
          <ac:grpSpMkLst>
            <pc:docMk/>
            <pc:sldMk cId="2372958974" sldId="262"/>
            <ac:grpSpMk id="10" creationId="{43CAA914-FF9E-36EC-97D5-B4517D83591F}"/>
          </ac:grpSpMkLst>
        </pc:grpChg>
        <pc:grpChg chg="mod">
          <ac:chgData name="MIna Naidah Gani" userId="949d910cfffb8065" providerId="LiveId" clId="{57FC1B85-3D8E-4975-9A1B-28614F8039CE}" dt="2022-09-11T12:54:58.427" v="49"/>
          <ac:grpSpMkLst>
            <pc:docMk/>
            <pc:sldMk cId="2372958974" sldId="262"/>
            <ac:grpSpMk id="30" creationId="{6872FB15-B315-5358-1D8B-A926DE5569A6}"/>
          </ac:grpSpMkLst>
        </pc:grpChg>
        <pc:grpChg chg="del mod">
          <ac:chgData name="MIna Naidah Gani" userId="949d910cfffb8065" providerId="LiveId" clId="{57FC1B85-3D8E-4975-9A1B-28614F8039CE}" dt="2022-09-11T12:54:58.427" v="49"/>
          <ac:grpSpMkLst>
            <pc:docMk/>
            <pc:sldMk cId="2372958974" sldId="262"/>
            <ac:grpSpMk id="31" creationId="{34B2523B-848C-402F-54F7-B5153256FCA6}"/>
          </ac:grpSpMkLst>
        </pc:grpChg>
        <pc:grpChg chg="del mod">
          <ac:chgData name="MIna Naidah Gani" userId="949d910cfffb8065" providerId="LiveId" clId="{57FC1B85-3D8E-4975-9A1B-28614F8039CE}" dt="2022-09-11T13:02:12.547" v="213"/>
          <ac:grpSpMkLst>
            <pc:docMk/>
            <pc:sldMk cId="2372958974" sldId="262"/>
            <ac:grpSpMk id="31" creationId="{9E53368B-9EC4-8BCF-E0C1-9D0C2A3B828C}"/>
          </ac:grpSpMkLst>
        </pc:grpChg>
        <pc:grpChg chg="mod">
          <ac:chgData name="MIna Naidah Gani" userId="949d910cfffb8065" providerId="LiveId" clId="{57FC1B85-3D8E-4975-9A1B-28614F8039CE}" dt="2022-09-11T12:54:58.427" v="49"/>
          <ac:grpSpMkLst>
            <pc:docMk/>
            <pc:sldMk cId="2372958974" sldId="262"/>
            <ac:grpSpMk id="32" creationId="{E411FB30-1C0E-9BBD-8151-7C8C8EEAEF8F}"/>
          </ac:grpSpMkLst>
        </pc:grpChg>
        <pc:grpChg chg="mod">
          <ac:chgData name="MIna Naidah Gani" userId="949d910cfffb8065" providerId="LiveId" clId="{57FC1B85-3D8E-4975-9A1B-28614F8039CE}" dt="2022-09-11T12:55:04.956" v="55"/>
          <ac:grpSpMkLst>
            <pc:docMk/>
            <pc:sldMk cId="2372958974" sldId="262"/>
            <ac:grpSpMk id="38" creationId="{966F8A19-CA4E-DE02-E986-D8B48FB8D6A6}"/>
          </ac:grpSpMkLst>
        </pc:grpChg>
        <pc:grpChg chg="del mod">
          <ac:chgData name="MIna Naidah Gani" userId="949d910cfffb8065" providerId="LiveId" clId="{57FC1B85-3D8E-4975-9A1B-28614F8039CE}" dt="2022-09-11T12:55:13.891" v="65"/>
          <ac:grpSpMkLst>
            <pc:docMk/>
            <pc:sldMk cId="2372958974" sldId="262"/>
            <ac:grpSpMk id="44" creationId="{A42C0D59-AE19-6316-468C-FD6207C5C7A4}"/>
          </ac:grpSpMkLst>
        </pc:grpChg>
        <pc:grpChg chg="mod">
          <ac:chgData name="MIna Naidah Gani" userId="949d910cfffb8065" providerId="LiveId" clId="{57FC1B85-3D8E-4975-9A1B-28614F8039CE}" dt="2022-09-11T12:55:11.723" v="61"/>
          <ac:grpSpMkLst>
            <pc:docMk/>
            <pc:sldMk cId="2372958974" sldId="262"/>
            <ac:grpSpMk id="45" creationId="{4A430CA4-1D16-E690-F530-EEC1191D9096}"/>
          </ac:grpSpMkLst>
        </pc:grpChg>
        <pc:grpChg chg="del mod">
          <ac:chgData name="MIna Naidah Gani" userId="949d910cfffb8065" providerId="LiveId" clId="{57FC1B85-3D8E-4975-9A1B-28614F8039CE}" dt="2022-09-11T12:55:17.192" v="71"/>
          <ac:grpSpMkLst>
            <pc:docMk/>
            <pc:sldMk cId="2372958974" sldId="262"/>
            <ac:grpSpMk id="49" creationId="{68A209DD-3965-F75B-A504-5C6DC3FD68C6}"/>
          </ac:grpSpMkLst>
        </pc:grpChg>
        <pc:grpChg chg="mod">
          <ac:chgData name="MIna Naidah Gani" userId="949d910cfffb8065" providerId="LiveId" clId="{57FC1B85-3D8E-4975-9A1B-28614F8039CE}" dt="2022-09-11T12:55:17.192" v="71"/>
          <ac:grpSpMkLst>
            <pc:docMk/>
            <pc:sldMk cId="2372958974" sldId="262"/>
            <ac:grpSpMk id="55" creationId="{F08BF830-8D71-F5AB-787C-57D8274172BB}"/>
          </ac:grpSpMkLst>
        </pc:grpChg>
        <pc:grpChg chg="mod">
          <ac:chgData name="MIna Naidah Gani" userId="949d910cfffb8065" providerId="LiveId" clId="{57FC1B85-3D8E-4975-9A1B-28614F8039CE}" dt="2022-09-11T12:55:18.561" v="74"/>
          <ac:grpSpMkLst>
            <pc:docMk/>
            <pc:sldMk cId="2372958974" sldId="262"/>
            <ac:grpSpMk id="58" creationId="{2B4571B8-0909-EF0E-AE1F-5805C55948A7}"/>
          </ac:grpSpMkLst>
        </pc:grpChg>
        <pc:grpChg chg="del mod">
          <ac:chgData name="MIna Naidah Gani" userId="949d910cfffb8065" providerId="LiveId" clId="{57FC1B85-3D8E-4975-9A1B-28614F8039CE}" dt="2022-09-11T12:55:44.378" v="98"/>
          <ac:grpSpMkLst>
            <pc:docMk/>
            <pc:sldMk cId="2372958974" sldId="262"/>
            <ac:grpSpMk id="62" creationId="{EA8E3494-5ACF-D512-2277-B0984056E5A2}"/>
          </ac:grpSpMkLst>
        </pc:grpChg>
        <pc:grpChg chg="mod">
          <ac:chgData name="MIna Naidah Gani" userId="949d910cfffb8065" providerId="LiveId" clId="{57FC1B85-3D8E-4975-9A1B-28614F8039CE}" dt="2022-09-11T12:55:44.378" v="98"/>
          <ac:grpSpMkLst>
            <pc:docMk/>
            <pc:sldMk cId="2372958974" sldId="262"/>
            <ac:grpSpMk id="82" creationId="{EF6693DB-3F89-BB78-7D28-9E063A0A2575}"/>
          </ac:grpSpMkLst>
        </pc:grpChg>
        <pc:grpChg chg="mod">
          <ac:chgData name="MIna Naidah Gani" userId="949d910cfffb8065" providerId="LiveId" clId="{57FC1B85-3D8E-4975-9A1B-28614F8039CE}" dt="2022-09-11T12:55:44.378" v="98"/>
          <ac:grpSpMkLst>
            <pc:docMk/>
            <pc:sldMk cId="2372958974" sldId="262"/>
            <ac:grpSpMk id="83" creationId="{55309D8E-9EA0-93CC-5CC5-EB9446F23F9C}"/>
          </ac:grpSpMkLst>
        </pc:grpChg>
        <pc:grpChg chg="mod">
          <ac:chgData name="MIna Naidah Gani" userId="949d910cfffb8065" providerId="LiveId" clId="{57FC1B85-3D8E-4975-9A1B-28614F8039CE}" dt="2022-09-11T12:55:49.108" v="102"/>
          <ac:grpSpMkLst>
            <pc:docMk/>
            <pc:sldMk cId="2372958974" sldId="262"/>
            <ac:grpSpMk id="87" creationId="{D6CCB173-74CB-CF4B-7415-2D0081FBB97E}"/>
          </ac:grpSpMkLst>
        </pc:grpChg>
        <pc:grpChg chg="mod">
          <ac:chgData name="MIna Naidah Gani" userId="949d910cfffb8065" providerId="LiveId" clId="{57FC1B85-3D8E-4975-9A1B-28614F8039CE}" dt="2022-09-11T12:57:04.316" v="109"/>
          <ac:grpSpMkLst>
            <pc:docMk/>
            <pc:sldMk cId="2372958974" sldId="262"/>
            <ac:grpSpMk id="94" creationId="{9D8F4901-1BE2-CA6D-B236-2CDEE49278D3}"/>
          </ac:grpSpMkLst>
        </pc:grpChg>
        <pc:grpChg chg="mod">
          <ac:chgData name="MIna Naidah Gani" userId="949d910cfffb8065" providerId="LiveId" clId="{57FC1B85-3D8E-4975-9A1B-28614F8039CE}" dt="2022-09-11T12:57:04.316" v="109"/>
          <ac:grpSpMkLst>
            <pc:docMk/>
            <pc:sldMk cId="2372958974" sldId="262"/>
            <ac:grpSpMk id="95" creationId="{17112560-E18F-A951-4DFE-269C687B52EB}"/>
          </ac:grpSpMkLst>
        </pc:grpChg>
        <pc:grpChg chg="mod">
          <ac:chgData name="MIna Naidah Gani" userId="949d910cfffb8065" providerId="LiveId" clId="{57FC1B85-3D8E-4975-9A1B-28614F8039CE}" dt="2022-09-11T12:57:10.683" v="116"/>
          <ac:grpSpMkLst>
            <pc:docMk/>
            <pc:sldMk cId="2372958974" sldId="262"/>
            <ac:grpSpMk id="102" creationId="{D7A0BDB6-0B8C-D2F9-0545-D970D6951507}"/>
          </ac:grpSpMkLst>
        </pc:grpChg>
        <pc:grpChg chg="mod">
          <ac:chgData name="MIna Naidah Gani" userId="949d910cfffb8065" providerId="LiveId" clId="{57FC1B85-3D8E-4975-9A1B-28614F8039CE}" dt="2022-09-11T12:57:10.683" v="116"/>
          <ac:grpSpMkLst>
            <pc:docMk/>
            <pc:sldMk cId="2372958974" sldId="262"/>
            <ac:grpSpMk id="103" creationId="{E3078309-CAA6-AE35-A76E-4EAEC913C972}"/>
          </ac:grpSpMkLst>
        </pc:grpChg>
        <pc:grpChg chg="mod">
          <ac:chgData name="MIna Naidah Gani" userId="949d910cfffb8065" providerId="LiveId" clId="{57FC1B85-3D8E-4975-9A1B-28614F8039CE}" dt="2022-09-11T12:57:19.777" v="130"/>
          <ac:grpSpMkLst>
            <pc:docMk/>
            <pc:sldMk cId="2372958974" sldId="262"/>
            <ac:grpSpMk id="117" creationId="{4C2A4347-A0BC-CD57-3C8E-EB23F030B175}"/>
          </ac:grpSpMkLst>
        </pc:grpChg>
        <pc:grpChg chg="mod">
          <ac:chgData name="MIna Naidah Gani" userId="949d910cfffb8065" providerId="LiveId" clId="{57FC1B85-3D8E-4975-9A1B-28614F8039CE}" dt="2022-09-11T12:57:19.777" v="130"/>
          <ac:grpSpMkLst>
            <pc:docMk/>
            <pc:sldMk cId="2372958974" sldId="262"/>
            <ac:grpSpMk id="118" creationId="{126130A3-B910-4B0E-5F84-814EC931A415}"/>
          </ac:grpSpMkLst>
        </pc:grpChg>
        <pc:grpChg chg="mod">
          <ac:chgData name="MIna Naidah Gani" userId="949d910cfffb8065" providerId="LiveId" clId="{57FC1B85-3D8E-4975-9A1B-28614F8039CE}" dt="2022-09-11T12:57:30.869" v="137"/>
          <ac:grpSpMkLst>
            <pc:docMk/>
            <pc:sldMk cId="2372958974" sldId="262"/>
            <ac:grpSpMk id="125" creationId="{237F648E-2BF8-5E66-6C3D-34377E5A0081}"/>
          </ac:grpSpMkLst>
        </pc:grpChg>
        <pc:grpChg chg="del mod">
          <ac:chgData name="MIna Naidah Gani" userId="949d910cfffb8065" providerId="LiveId" clId="{57FC1B85-3D8E-4975-9A1B-28614F8039CE}" dt="2022-09-11T12:58:02.210" v="188"/>
          <ac:grpSpMkLst>
            <pc:docMk/>
            <pc:sldMk cId="2372958974" sldId="262"/>
            <ac:grpSpMk id="135" creationId="{6255560C-BE6B-1D02-02AC-8561C3540959}"/>
          </ac:grpSpMkLst>
        </pc:grpChg>
        <pc:grpChg chg="del mod">
          <ac:chgData name="MIna Naidah Gani" userId="949d910cfffb8065" providerId="LiveId" clId="{57FC1B85-3D8E-4975-9A1B-28614F8039CE}" dt="2022-09-11T13:02:25.267" v="227"/>
          <ac:grpSpMkLst>
            <pc:docMk/>
            <pc:sldMk cId="2372958974" sldId="262"/>
            <ac:grpSpMk id="135" creationId="{A8CA5A1E-A0B8-0E63-1EED-FADD436DEA60}"/>
          </ac:grpSpMkLst>
        </pc:grpChg>
        <pc:grpChg chg="del mod">
          <ac:chgData name="MIna Naidah Gani" userId="949d910cfffb8065" providerId="LiveId" clId="{57FC1B85-3D8E-4975-9A1B-28614F8039CE}" dt="2022-09-11T12:58:02.210" v="188"/>
          <ac:grpSpMkLst>
            <pc:docMk/>
            <pc:sldMk cId="2372958974" sldId="262"/>
            <ac:grpSpMk id="136" creationId="{763A1160-BC56-5451-F73F-4D6A4222CA6D}"/>
          </ac:grpSpMkLst>
        </pc:grpChg>
        <pc:grpChg chg="del mod">
          <ac:chgData name="MIna Naidah Gani" userId="949d910cfffb8065" providerId="LiveId" clId="{57FC1B85-3D8E-4975-9A1B-28614F8039CE}" dt="2022-09-11T12:57:40.029" v="155"/>
          <ac:grpSpMkLst>
            <pc:docMk/>
            <pc:sldMk cId="2372958974" sldId="262"/>
            <ac:grpSpMk id="141" creationId="{0BB80F87-71DC-5643-CD61-F3014A0EE967}"/>
          </ac:grpSpMkLst>
        </pc:grpChg>
        <pc:grpChg chg="del mod">
          <ac:chgData name="MIna Naidah Gani" userId="949d910cfffb8065" providerId="LiveId" clId="{57FC1B85-3D8E-4975-9A1B-28614F8039CE}" dt="2022-09-11T12:58:02.210" v="188"/>
          <ac:grpSpMkLst>
            <pc:docMk/>
            <pc:sldMk cId="2372958974" sldId="262"/>
            <ac:grpSpMk id="144" creationId="{64F448D0-CBB7-51F0-F182-E6493141CE71}"/>
          </ac:grpSpMkLst>
        </pc:grpChg>
        <pc:grpChg chg="del mod">
          <ac:chgData name="MIna Naidah Gani" userId="949d910cfffb8065" providerId="LiveId" clId="{57FC1B85-3D8E-4975-9A1B-28614F8039CE}" dt="2022-09-11T12:58:03.736" v="192"/>
          <ac:grpSpMkLst>
            <pc:docMk/>
            <pc:sldMk cId="2372958974" sldId="262"/>
            <ac:grpSpMk id="155" creationId="{C2DBD8E5-64FF-5809-058C-92AEC55A10D6}"/>
          </ac:grpSpMkLst>
        </pc:grpChg>
        <pc:grpChg chg="del mod">
          <ac:chgData name="MIna Naidah Gani" userId="949d910cfffb8065" providerId="LiveId" clId="{57FC1B85-3D8E-4975-9A1B-28614F8039CE}" dt="2022-09-11T12:57:51.980" v="173"/>
          <ac:grpSpMkLst>
            <pc:docMk/>
            <pc:sldMk cId="2372958974" sldId="262"/>
            <ac:grpSpMk id="159" creationId="{ACBBDAB8-1BBC-B4B6-FED5-61DF21FF48B2}"/>
          </ac:grpSpMkLst>
        </pc:grpChg>
        <pc:grpChg chg="mod">
          <ac:chgData name="MIna Naidah Gani" userId="949d910cfffb8065" providerId="LiveId" clId="{57FC1B85-3D8E-4975-9A1B-28614F8039CE}" dt="2022-09-11T12:57:51.980" v="173"/>
          <ac:grpSpMkLst>
            <pc:docMk/>
            <pc:sldMk cId="2372958974" sldId="262"/>
            <ac:grpSpMk id="162" creationId="{5A6A80BA-950A-0E1C-3B12-18B52008001E}"/>
          </ac:grpSpMkLst>
        </pc:grpChg>
        <pc:grpChg chg="del mod">
          <ac:chgData name="MIna Naidah Gani" userId="949d910cfffb8065" providerId="LiveId" clId="{57FC1B85-3D8E-4975-9A1B-28614F8039CE}" dt="2022-09-11T12:58:02.210" v="188"/>
          <ac:grpSpMkLst>
            <pc:docMk/>
            <pc:sldMk cId="2372958974" sldId="262"/>
            <ac:grpSpMk id="165" creationId="{E5FB7937-D8BC-2CA4-E2B2-F28428A2B585}"/>
          </ac:grpSpMkLst>
        </pc:grpChg>
        <pc:grpChg chg="del mod">
          <ac:chgData name="MIna Naidah Gani" userId="949d910cfffb8065" providerId="LiveId" clId="{57FC1B85-3D8E-4975-9A1B-28614F8039CE}" dt="2022-09-11T12:58:03.736" v="192"/>
          <ac:grpSpMkLst>
            <pc:docMk/>
            <pc:sldMk cId="2372958974" sldId="262"/>
            <ac:grpSpMk id="177" creationId="{954D0787-03AF-EDF2-DE3A-2C8EEA93C2E3}"/>
          </ac:grpSpMkLst>
        </pc:grpChg>
        <pc:grpChg chg="del mod">
          <ac:chgData name="MIna Naidah Gani" userId="949d910cfffb8065" providerId="LiveId" clId="{57FC1B85-3D8E-4975-9A1B-28614F8039CE}" dt="2022-09-11T12:58:11.871" v="202"/>
          <ac:grpSpMkLst>
            <pc:docMk/>
            <pc:sldMk cId="2372958974" sldId="262"/>
            <ac:grpSpMk id="181" creationId="{78B08502-FF0F-F358-A16B-334D9A5DAA61}"/>
          </ac:grpSpMkLst>
        </pc:grpChg>
        <pc:grpChg chg="mod">
          <ac:chgData name="MIna Naidah Gani" userId="949d910cfffb8065" providerId="LiveId" clId="{57FC1B85-3D8E-4975-9A1B-28614F8039CE}" dt="2022-09-11T12:58:11.871" v="202"/>
          <ac:grpSpMkLst>
            <pc:docMk/>
            <pc:sldMk cId="2372958974" sldId="262"/>
            <ac:grpSpMk id="191" creationId="{64A48874-7C28-DDCE-0F66-7DF2DD74A957}"/>
          </ac:grpSpMkLst>
        </pc:grpChg>
        <pc:grpChg chg="mod">
          <ac:chgData name="MIna Naidah Gani" userId="949d910cfffb8065" providerId="LiveId" clId="{57FC1B85-3D8E-4975-9A1B-28614F8039CE}" dt="2022-09-11T12:58:13.638" v="205"/>
          <ac:grpSpMkLst>
            <pc:docMk/>
            <pc:sldMk cId="2372958974" sldId="262"/>
            <ac:grpSpMk id="194" creationId="{DC508030-BE89-9185-2828-270C8417D2F5}"/>
          </ac:grpSpMkLst>
        </pc:grpChg>
        <pc:grpChg chg="del mod">
          <ac:chgData name="MIna Naidah Gani" userId="949d910cfffb8065" providerId="LiveId" clId="{57FC1B85-3D8E-4975-9A1B-28614F8039CE}" dt="2022-09-11T13:02:25.267" v="227"/>
          <ac:grpSpMkLst>
            <pc:docMk/>
            <pc:sldMk cId="2372958974" sldId="262"/>
            <ac:grpSpMk id="198" creationId="{4F53E50A-EE1E-7E6C-5A0E-046F8A9391AA}"/>
          </ac:grpSpMkLst>
        </pc:grpChg>
        <pc:grpChg chg="del mod">
          <ac:chgData name="MIna Naidah Gani" userId="949d910cfffb8065" providerId="LiveId" clId="{57FC1B85-3D8E-4975-9A1B-28614F8039CE}" dt="2022-09-11T13:02:33.287" v="240"/>
          <ac:grpSpMkLst>
            <pc:docMk/>
            <pc:sldMk cId="2372958974" sldId="262"/>
            <ac:grpSpMk id="200" creationId="{E14D1A1C-C03E-D70F-B2B1-F7CB8A13C41B}"/>
          </ac:grpSpMkLst>
        </pc:grpChg>
        <pc:grpChg chg="del mod">
          <ac:chgData name="MIna Naidah Gani" userId="949d910cfffb8065" providerId="LiveId" clId="{57FC1B85-3D8E-4975-9A1B-28614F8039CE}" dt="2022-09-11T13:02:31.921" v="237"/>
          <ac:grpSpMkLst>
            <pc:docMk/>
            <pc:sldMk cId="2372958974" sldId="262"/>
            <ac:grpSpMk id="205" creationId="{5C223F22-E4F7-C538-6FE0-46503366C454}"/>
          </ac:grpSpMkLst>
        </pc:grpChg>
        <pc:grpChg chg="del mod">
          <ac:chgData name="MIna Naidah Gani" userId="949d910cfffb8065" providerId="LiveId" clId="{57FC1B85-3D8E-4975-9A1B-28614F8039CE}" dt="2022-09-11T13:02:33.287" v="240"/>
          <ac:grpSpMkLst>
            <pc:docMk/>
            <pc:sldMk cId="2372958974" sldId="262"/>
            <ac:grpSpMk id="210" creationId="{6EAF4E34-C7A7-1818-BED6-55150A8E4979}"/>
          </ac:grpSpMkLst>
        </pc:grpChg>
        <pc:grpChg chg="del mod">
          <ac:chgData name="MIna Naidah Gani" userId="949d910cfffb8065" providerId="LiveId" clId="{57FC1B85-3D8E-4975-9A1B-28614F8039CE}" dt="2022-09-11T13:03:09.843" v="246"/>
          <ac:grpSpMkLst>
            <pc:docMk/>
            <pc:sldMk cId="2372958974" sldId="262"/>
            <ac:grpSpMk id="213" creationId="{0D3FDBD4-7D52-8A64-5175-93A8BD6950AB}"/>
          </ac:grpSpMkLst>
        </pc:grpChg>
        <pc:grpChg chg="mod">
          <ac:chgData name="MIna Naidah Gani" userId="949d910cfffb8065" providerId="LiveId" clId="{57FC1B85-3D8E-4975-9A1B-28614F8039CE}" dt="2022-09-11T13:03:09.843" v="246"/>
          <ac:grpSpMkLst>
            <pc:docMk/>
            <pc:sldMk cId="2372958974" sldId="262"/>
            <ac:grpSpMk id="219" creationId="{E2EEBA57-4EBE-9CC8-8E86-9D5A3E633CE1}"/>
          </ac:grpSpMkLst>
        </pc:grpChg>
        <pc:picChg chg="add del mod modCrop">
          <ac:chgData name="MIna Naidah Gani" userId="949d910cfffb8065" providerId="LiveId" clId="{57FC1B85-3D8E-4975-9A1B-28614F8039CE}" dt="2022-09-11T12:54:07.072" v="17" actId="478"/>
          <ac:picMkLst>
            <pc:docMk/>
            <pc:sldMk cId="2372958974" sldId="262"/>
            <ac:picMk id="2" creationId="{D86B6338-1C55-D249-80C9-9BD6CE17678D}"/>
          </ac:picMkLst>
        </pc:picChg>
        <pc:picChg chg="add mod modCrop">
          <ac:chgData name="MIna Naidah Gani" userId="949d910cfffb8065" providerId="LiveId" clId="{57FC1B85-3D8E-4975-9A1B-28614F8039CE}" dt="2022-09-11T12:54:28.546" v="22" actId="1076"/>
          <ac:picMkLst>
            <pc:docMk/>
            <pc:sldMk cId="2372958974" sldId="262"/>
            <ac:picMk id="3" creationId="{162FE694-2F02-A0DC-5351-68BEEC153846}"/>
          </ac:picMkLst>
        </pc:pic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" creationId="{C3A463FD-6D44-B3D3-31B8-3328C15265B7}"/>
          </ac:inkMkLst>
        </pc:inkChg>
        <pc:inkChg chg="add mod">
          <ac:chgData name="MIna Naidah Gani" userId="949d910cfffb8065" providerId="LiveId" clId="{57FC1B85-3D8E-4975-9A1B-28614F8039CE}" dt="2022-09-11T12:55:11.723" v="61"/>
          <ac:inkMkLst>
            <pc:docMk/>
            <pc:sldMk cId="2372958974" sldId="262"/>
            <ac:inkMk id="4" creationId="{B855FC8A-C70E-F5E0-7B88-6915585CDE5F}"/>
          </ac:inkMkLst>
        </pc:inkChg>
        <pc:inkChg chg="add mod">
          <ac:chgData name="MIna Naidah Gani" userId="949d910cfffb8065" providerId="LiveId" clId="{57FC1B85-3D8E-4975-9A1B-28614F8039CE}" dt="2022-09-11T12:55:11.723" v="61"/>
          <ac:inkMkLst>
            <pc:docMk/>
            <pc:sldMk cId="2372958974" sldId="262"/>
            <ac:inkMk id="5" creationId="{8FA1E1F3-67A9-5472-4B7F-FD52D41F34B8}"/>
          </ac:inkMkLst>
        </pc:inkChg>
        <pc:inkChg chg="add mod">
          <ac:chgData name="MIna Naidah Gani" userId="949d910cfffb8065" providerId="LiveId" clId="{57FC1B85-3D8E-4975-9A1B-28614F8039CE}" dt="2022-09-11T12:55:11.723" v="61"/>
          <ac:inkMkLst>
            <pc:docMk/>
            <pc:sldMk cId="2372958974" sldId="262"/>
            <ac:inkMk id="6" creationId="{9D87ABD0-46B8-1802-48A0-3A22A1CB7F04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7" creationId="{A0CD26C9-1DB3-C981-CA37-25BD05190DEE}"/>
          </ac:inkMkLst>
        </pc:inkChg>
        <pc:inkChg chg="add mod">
          <ac:chgData name="MIna Naidah Gani" userId="949d910cfffb8065" providerId="LiveId" clId="{57FC1B85-3D8E-4975-9A1B-28614F8039CE}" dt="2022-09-11T12:55:11.723" v="61"/>
          <ac:inkMkLst>
            <pc:docMk/>
            <pc:sldMk cId="2372958974" sldId="262"/>
            <ac:inkMk id="8" creationId="{405F60F3-97C0-53AE-8070-EE723FDE8C96}"/>
          </ac:inkMkLst>
        </pc:inkChg>
        <pc:inkChg chg="add mod">
          <ac:chgData name="MIna Naidah Gani" userId="949d910cfffb8065" providerId="LiveId" clId="{57FC1B85-3D8E-4975-9A1B-28614F8039CE}" dt="2022-09-11T12:55:11.723" v="61"/>
          <ac:inkMkLst>
            <pc:docMk/>
            <pc:sldMk cId="2372958974" sldId="262"/>
            <ac:inkMk id="9" creationId="{20851AA3-549D-E227-6D36-1F033864B2C4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0" creationId="{7312FAF5-6907-B81A-0DB6-2BF22F913273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1" creationId="{FF417772-218A-EF37-6183-6D16B34C6B93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2" creationId="{A122B0F5-1B95-371B-8004-5166D688369E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3" creationId="{B92507BE-6E06-58AD-3A8B-EC76E17D31C3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4" creationId="{8A645DE1-4851-F3F8-2EC3-54BE4BF0C99A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5" creationId="{85FDCCED-2B69-EE24-6CB3-C131795DCBBB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6" creationId="{83D4B057-D5DE-60F1-CBD7-4C698D904721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7" creationId="{6F22D838-8156-EA54-2CCC-3715DB36F8E1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8" creationId="{DDFA9AEE-6E8F-2537-ADB8-900A7C0F68AE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19" creationId="{2A4B2295-0A46-7C18-A10D-7E5A9AD1DD93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0" creationId="{18F854D5-DBD7-042B-B85B-7F972361237F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1" creationId="{CCD0C66F-DAF8-21F7-E894-B81BB3D53D3F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2" creationId="{6E0FEFA8-0B25-D56E-83EB-F8E250A64510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3" creationId="{FD258385-4986-5970-CE36-7DEC1D748EC5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4" creationId="{A3CF27AE-3E48-40E4-F6C2-27B9B553F01F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5" creationId="{81D85792-B765-DC7B-923E-7C32A3FAF3D6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6" creationId="{331F9A2F-6CA5-C387-924E-9A098C67E70A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7" creationId="{FE5F8852-0906-7E97-A83B-2540A154A3A3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8" creationId="{0B7BA960-CF7A-2FF0-1D1A-51E89EC3579A}"/>
          </ac:inkMkLst>
        </pc:inkChg>
        <pc:inkChg chg="add mod">
          <ac:chgData name="MIna Naidah Gani" userId="949d910cfffb8065" providerId="LiveId" clId="{57FC1B85-3D8E-4975-9A1B-28614F8039CE}" dt="2022-09-11T12:54:58.427" v="49"/>
          <ac:inkMkLst>
            <pc:docMk/>
            <pc:sldMk cId="2372958974" sldId="262"/>
            <ac:inkMk id="29" creationId="{FF9F480B-1955-A247-6EAB-ADFDDB3CEDB7}"/>
          </ac:inkMkLst>
        </pc:inkChg>
        <pc:inkChg chg="add mod">
          <ac:chgData name="MIna Naidah Gani" userId="949d910cfffb8065" providerId="LiveId" clId="{57FC1B85-3D8E-4975-9A1B-28614F8039CE}" dt="2022-09-11T12:55:04.956" v="55"/>
          <ac:inkMkLst>
            <pc:docMk/>
            <pc:sldMk cId="2372958974" sldId="262"/>
            <ac:inkMk id="33" creationId="{F96BC7B2-856A-C19C-76A0-3CA065566A08}"/>
          </ac:inkMkLst>
        </pc:inkChg>
        <pc:inkChg chg="add mod">
          <ac:chgData name="MIna Naidah Gani" userId="949d910cfffb8065" providerId="LiveId" clId="{57FC1B85-3D8E-4975-9A1B-28614F8039CE}" dt="2022-09-11T12:55:04.956" v="55"/>
          <ac:inkMkLst>
            <pc:docMk/>
            <pc:sldMk cId="2372958974" sldId="262"/>
            <ac:inkMk id="34" creationId="{14E65AA4-C60A-E0AD-4483-0487AE837B61}"/>
          </ac:inkMkLst>
        </pc:inkChg>
        <pc:inkChg chg="add mod">
          <ac:chgData name="MIna Naidah Gani" userId="949d910cfffb8065" providerId="LiveId" clId="{57FC1B85-3D8E-4975-9A1B-28614F8039CE}" dt="2022-09-11T12:55:04.956" v="55"/>
          <ac:inkMkLst>
            <pc:docMk/>
            <pc:sldMk cId="2372958974" sldId="262"/>
            <ac:inkMk id="35" creationId="{C90BCB8E-39CC-04DF-1816-C3D70933A0E3}"/>
          </ac:inkMkLst>
        </pc:inkChg>
        <pc:inkChg chg="add mod">
          <ac:chgData name="MIna Naidah Gani" userId="949d910cfffb8065" providerId="LiveId" clId="{57FC1B85-3D8E-4975-9A1B-28614F8039CE}" dt="2022-09-11T12:55:04.956" v="55"/>
          <ac:inkMkLst>
            <pc:docMk/>
            <pc:sldMk cId="2372958974" sldId="262"/>
            <ac:inkMk id="36" creationId="{35B5ED96-B569-F894-7D9F-AE18ACF4F8C4}"/>
          </ac:inkMkLst>
        </pc:inkChg>
        <pc:inkChg chg="add">
          <ac:chgData name="MIna Naidah Gani" userId="949d910cfffb8065" providerId="LiveId" clId="{57FC1B85-3D8E-4975-9A1B-28614F8039CE}" dt="2022-09-11T12:55:04.385" v="54" actId="9405"/>
          <ac:inkMkLst>
            <pc:docMk/>
            <pc:sldMk cId="2372958974" sldId="262"/>
            <ac:inkMk id="37" creationId="{993B24B1-CEEE-26A8-3326-11FBA0B94121}"/>
          </ac:inkMkLst>
        </pc:inkChg>
        <pc:inkChg chg="add mod">
          <ac:chgData name="MIna Naidah Gani" userId="949d910cfffb8065" providerId="LiveId" clId="{57FC1B85-3D8E-4975-9A1B-28614F8039CE}" dt="2022-09-11T12:55:11.723" v="61"/>
          <ac:inkMkLst>
            <pc:docMk/>
            <pc:sldMk cId="2372958974" sldId="262"/>
            <ac:inkMk id="39" creationId="{39179F7B-50FB-98A0-671B-E978172DCDA7}"/>
          </ac:inkMkLst>
        </pc:inkChg>
        <pc:inkChg chg="add mod">
          <ac:chgData name="MIna Naidah Gani" userId="949d910cfffb8065" providerId="LiveId" clId="{57FC1B85-3D8E-4975-9A1B-28614F8039CE}" dt="2022-09-11T12:55:11.723" v="61"/>
          <ac:inkMkLst>
            <pc:docMk/>
            <pc:sldMk cId="2372958974" sldId="262"/>
            <ac:inkMk id="40" creationId="{985B7C1C-93AF-77A2-4ADE-F5704D902FE2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41" creationId="{FE440E5A-9873-60DC-2F86-6F1523AC1A8B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42" creationId="{235FCD7B-E2D7-ECB0-8879-E65B6A358F45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43" creationId="{CD745845-5636-02AC-77EC-10FB8A8DECF0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44" creationId="{56E08B3F-B5A7-D654-A8DA-3978546FCA7A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46" creationId="{4E251DEE-1DCB-502C-9FAC-C0401D9A51B2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47" creationId="{86529F77-B552-10B6-A714-969C29B4E40B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48" creationId="{87371F16-E2B6-2DE2-639E-65A08BE90A45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49" creationId="{EC4A4774-F24B-7510-7E5C-B79005D2CFAC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50" creationId="{844C7BC8-B002-013E-569C-33FFB9FA8F5D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51" creationId="{4870A293-46AD-9354-B44C-5B3150598F7F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52" creationId="{012119BA-9752-56BF-CADB-01EDD67BD11B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53" creationId="{3F35F3FA-896D-9818-4FB2-8D8E8F1D556C}"/>
          </ac:inkMkLst>
        </pc:inkChg>
        <pc:inkChg chg="add mod">
          <ac:chgData name="MIna Naidah Gani" userId="949d910cfffb8065" providerId="LiveId" clId="{57FC1B85-3D8E-4975-9A1B-28614F8039CE}" dt="2022-09-11T12:55:17.192" v="71"/>
          <ac:inkMkLst>
            <pc:docMk/>
            <pc:sldMk cId="2372958974" sldId="262"/>
            <ac:inkMk id="54" creationId="{50BC57F1-D562-57C6-EA20-8CCA6E0E19C5}"/>
          </ac:inkMkLst>
        </pc:inkChg>
        <pc:inkChg chg="add mod">
          <ac:chgData name="MIna Naidah Gani" userId="949d910cfffb8065" providerId="LiveId" clId="{57FC1B85-3D8E-4975-9A1B-28614F8039CE}" dt="2022-09-11T12:55:18.561" v="74"/>
          <ac:inkMkLst>
            <pc:docMk/>
            <pc:sldMk cId="2372958974" sldId="262"/>
            <ac:inkMk id="56" creationId="{71E527DC-F963-C879-7C6A-96DA4B4A254F}"/>
          </ac:inkMkLst>
        </pc:inkChg>
        <pc:inkChg chg="add mod">
          <ac:chgData name="MIna Naidah Gani" userId="949d910cfffb8065" providerId="LiveId" clId="{57FC1B85-3D8E-4975-9A1B-28614F8039CE}" dt="2022-09-11T12:55:18.561" v="74"/>
          <ac:inkMkLst>
            <pc:docMk/>
            <pc:sldMk cId="2372958974" sldId="262"/>
            <ac:inkMk id="57" creationId="{D428F4D3-CAB2-595F-886D-4CB6524AB746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59" creationId="{0CC8C009-4FFB-12C5-2269-80A3717CD0E2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0" creationId="{CD8F2C23-73CC-52D6-CC41-BE1F4CF45500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1" creationId="{280AE88F-6EE4-DF2C-D09C-8B734C20C465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62" creationId="{710E2920-4295-2FAC-B199-2D434376D2D6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3" creationId="{CF71EE57-DE6D-9D9E-6529-C1228F9320DD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4" creationId="{389591A3-7BB5-48B5-165D-80EC70903557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5" creationId="{7DCE874B-E8FE-9559-C9B0-07BC99962641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6" creationId="{0AFC0A7D-4689-E9F5-7E5A-4A87FFD3ED46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7" creationId="{432D0F20-217F-3124-3A2C-A588E11DE3CF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8" creationId="{A5907A51-A0A8-955D-383A-C4ED3548595F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69" creationId="{63CA34DA-4CF4-BF60-715C-A2F57A26B548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0" creationId="{8BFA5E18-57CF-8B80-EBF4-FEB031C8901F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1" creationId="{6D99F55A-A0B1-81E2-57A7-4600B8A0E5DB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2" creationId="{07278CA6-60EC-B335-32C3-B9055614970D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3" creationId="{0F9AF00F-1DF7-8977-B308-3832561CFEA4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4" creationId="{1D00F1FB-D13D-BFBF-FCAC-7D930DF32C0F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5" creationId="{0C72AC66-C614-17A8-FF3A-2236E6AC5EB7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6" creationId="{A7DCA67C-1324-7BAD-CDE4-FC2DAFE6F022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7" creationId="{08F9DF34-669A-C343-3B7A-247E0F1F0232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8" creationId="{0E96434B-E9A4-C793-9AD5-6BA79E6A6275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79" creationId="{6B17C45A-D740-B833-E42E-553C7E195763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80" creationId="{E29B8004-04F2-2AC9-31EF-530FABC042E1}"/>
          </ac:inkMkLst>
        </pc:inkChg>
        <pc:inkChg chg="add mod">
          <ac:chgData name="MIna Naidah Gani" userId="949d910cfffb8065" providerId="LiveId" clId="{57FC1B85-3D8E-4975-9A1B-28614F8039CE}" dt="2022-09-11T12:55:44.378" v="98"/>
          <ac:inkMkLst>
            <pc:docMk/>
            <pc:sldMk cId="2372958974" sldId="262"/>
            <ac:inkMk id="81" creationId="{65C55E45-BC5B-FD65-B253-8D08BE282729}"/>
          </ac:inkMkLst>
        </pc:inkChg>
        <pc:inkChg chg="add mod">
          <ac:chgData name="MIna Naidah Gani" userId="949d910cfffb8065" providerId="LiveId" clId="{57FC1B85-3D8E-4975-9A1B-28614F8039CE}" dt="2022-09-11T12:55:49.108" v="102"/>
          <ac:inkMkLst>
            <pc:docMk/>
            <pc:sldMk cId="2372958974" sldId="262"/>
            <ac:inkMk id="84" creationId="{B69DFDBF-4C88-E954-6CF8-50F9100AA1D1}"/>
          </ac:inkMkLst>
        </pc:inkChg>
        <pc:inkChg chg="add mod">
          <ac:chgData name="MIna Naidah Gani" userId="949d910cfffb8065" providerId="LiveId" clId="{57FC1B85-3D8E-4975-9A1B-28614F8039CE}" dt="2022-09-11T12:55:49.108" v="102"/>
          <ac:inkMkLst>
            <pc:docMk/>
            <pc:sldMk cId="2372958974" sldId="262"/>
            <ac:inkMk id="85" creationId="{5D7BCEDE-551C-620F-689A-48929BA9689F}"/>
          </ac:inkMkLst>
        </pc:inkChg>
        <pc:inkChg chg="add mod">
          <ac:chgData name="MIna Naidah Gani" userId="949d910cfffb8065" providerId="LiveId" clId="{57FC1B85-3D8E-4975-9A1B-28614F8039CE}" dt="2022-09-11T12:55:49.108" v="102"/>
          <ac:inkMkLst>
            <pc:docMk/>
            <pc:sldMk cId="2372958974" sldId="262"/>
            <ac:inkMk id="86" creationId="{BF12B5C8-7037-F5B3-AD5B-A200963F5E72}"/>
          </ac:inkMkLst>
        </pc:inkChg>
        <pc:inkChg chg="add">
          <ac:chgData name="MIna Naidah Gani" userId="949d910cfffb8065" providerId="LiveId" clId="{57FC1B85-3D8E-4975-9A1B-28614F8039CE}" dt="2022-09-11T12:56:56.171" v="103" actId="9405"/>
          <ac:inkMkLst>
            <pc:docMk/>
            <pc:sldMk cId="2372958974" sldId="262"/>
            <ac:inkMk id="88" creationId="{46A3558E-3370-64EE-0D38-4CE566C586AC}"/>
          </ac:inkMkLst>
        </pc:inkChg>
        <pc:inkChg chg="add mod">
          <ac:chgData name="MIna Naidah Gani" userId="949d910cfffb8065" providerId="LiveId" clId="{57FC1B85-3D8E-4975-9A1B-28614F8039CE}" dt="2022-09-11T12:57:04.316" v="109"/>
          <ac:inkMkLst>
            <pc:docMk/>
            <pc:sldMk cId="2372958974" sldId="262"/>
            <ac:inkMk id="89" creationId="{4EBF7309-64B5-D1B0-30C3-DFB3325E7F97}"/>
          </ac:inkMkLst>
        </pc:inkChg>
        <pc:inkChg chg="add mod">
          <ac:chgData name="MIna Naidah Gani" userId="949d910cfffb8065" providerId="LiveId" clId="{57FC1B85-3D8E-4975-9A1B-28614F8039CE}" dt="2022-09-11T12:57:04.316" v="109"/>
          <ac:inkMkLst>
            <pc:docMk/>
            <pc:sldMk cId="2372958974" sldId="262"/>
            <ac:inkMk id="90" creationId="{B8161CE3-CDED-6699-DB66-8D758F130391}"/>
          </ac:inkMkLst>
        </pc:inkChg>
        <pc:inkChg chg="add mod">
          <ac:chgData name="MIna Naidah Gani" userId="949d910cfffb8065" providerId="LiveId" clId="{57FC1B85-3D8E-4975-9A1B-28614F8039CE}" dt="2022-09-11T12:57:04.316" v="109"/>
          <ac:inkMkLst>
            <pc:docMk/>
            <pc:sldMk cId="2372958974" sldId="262"/>
            <ac:inkMk id="91" creationId="{F5FEBC2C-AC0C-6727-7B80-EB416B3CE632}"/>
          </ac:inkMkLst>
        </pc:inkChg>
        <pc:inkChg chg="add mod">
          <ac:chgData name="MIna Naidah Gani" userId="949d910cfffb8065" providerId="LiveId" clId="{57FC1B85-3D8E-4975-9A1B-28614F8039CE}" dt="2022-09-11T12:57:04.316" v="109"/>
          <ac:inkMkLst>
            <pc:docMk/>
            <pc:sldMk cId="2372958974" sldId="262"/>
            <ac:inkMk id="92" creationId="{4FDF6A1A-00D9-23BC-D46E-0CA5CFA5D37B}"/>
          </ac:inkMkLst>
        </pc:inkChg>
        <pc:inkChg chg="add mod">
          <ac:chgData name="MIna Naidah Gani" userId="949d910cfffb8065" providerId="LiveId" clId="{57FC1B85-3D8E-4975-9A1B-28614F8039CE}" dt="2022-09-11T12:57:04.316" v="109"/>
          <ac:inkMkLst>
            <pc:docMk/>
            <pc:sldMk cId="2372958974" sldId="262"/>
            <ac:inkMk id="93" creationId="{FF5904EE-A857-AEF0-E917-6F91E096EE60}"/>
          </ac:inkMkLst>
        </pc:inkChg>
        <pc:inkChg chg="add mod">
          <ac:chgData name="MIna Naidah Gani" userId="949d910cfffb8065" providerId="LiveId" clId="{57FC1B85-3D8E-4975-9A1B-28614F8039CE}" dt="2022-09-11T12:57:10.683" v="116"/>
          <ac:inkMkLst>
            <pc:docMk/>
            <pc:sldMk cId="2372958974" sldId="262"/>
            <ac:inkMk id="96" creationId="{0E22ACEB-8E87-4F02-BC4A-09DD2254BAE0}"/>
          </ac:inkMkLst>
        </pc:inkChg>
        <pc:inkChg chg="add mod">
          <ac:chgData name="MIna Naidah Gani" userId="949d910cfffb8065" providerId="LiveId" clId="{57FC1B85-3D8E-4975-9A1B-28614F8039CE}" dt="2022-09-11T12:57:10.683" v="116"/>
          <ac:inkMkLst>
            <pc:docMk/>
            <pc:sldMk cId="2372958974" sldId="262"/>
            <ac:inkMk id="97" creationId="{292FBE95-E907-0A29-CBDB-7270F942314D}"/>
          </ac:inkMkLst>
        </pc:inkChg>
        <pc:inkChg chg="add mod">
          <ac:chgData name="MIna Naidah Gani" userId="949d910cfffb8065" providerId="LiveId" clId="{57FC1B85-3D8E-4975-9A1B-28614F8039CE}" dt="2022-09-11T12:57:10.683" v="116"/>
          <ac:inkMkLst>
            <pc:docMk/>
            <pc:sldMk cId="2372958974" sldId="262"/>
            <ac:inkMk id="98" creationId="{2690A5F4-7F2F-110C-995F-1CEBCBB41856}"/>
          </ac:inkMkLst>
        </pc:inkChg>
        <pc:inkChg chg="add mod">
          <ac:chgData name="MIna Naidah Gani" userId="949d910cfffb8065" providerId="LiveId" clId="{57FC1B85-3D8E-4975-9A1B-28614F8039CE}" dt="2022-09-11T12:57:10.683" v="116"/>
          <ac:inkMkLst>
            <pc:docMk/>
            <pc:sldMk cId="2372958974" sldId="262"/>
            <ac:inkMk id="99" creationId="{7307C990-0689-82A5-CA4D-FB4D142DC05B}"/>
          </ac:inkMkLst>
        </pc:inkChg>
        <pc:inkChg chg="add mod">
          <ac:chgData name="MIna Naidah Gani" userId="949d910cfffb8065" providerId="LiveId" clId="{57FC1B85-3D8E-4975-9A1B-28614F8039CE}" dt="2022-09-11T12:57:10.683" v="116"/>
          <ac:inkMkLst>
            <pc:docMk/>
            <pc:sldMk cId="2372958974" sldId="262"/>
            <ac:inkMk id="100" creationId="{F4F79748-6ABA-E77C-2C6D-B89C47CCE395}"/>
          </ac:inkMkLst>
        </pc:inkChg>
        <pc:inkChg chg="add mod">
          <ac:chgData name="MIna Naidah Gani" userId="949d910cfffb8065" providerId="LiveId" clId="{57FC1B85-3D8E-4975-9A1B-28614F8039CE}" dt="2022-09-11T12:57:10.683" v="116"/>
          <ac:inkMkLst>
            <pc:docMk/>
            <pc:sldMk cId="2372958974" sldId="262"/>
            <ac:inkMk id="101" creationId="{42F5BA58-56D9-1BCC-7136-E98EDAA31B90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04" creationId="{AF823159-67D6-9847-C33E-771D1D0D18E1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05" creationId="{6E0639DC-0630-B94D-8E93-9C4E5F91186B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06" creationId="{DC58285F-8BD2-250A-77AD-B309F4ACFB47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07" creationId="{6F155827-01F1-9C70-7B0E-FDD82A79CD56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08" creationId="{F0A15925-2040-A713-CBC6-EEB59ECDFB3F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09" creationId="{0F00DDA4-1078-CBE1-6C1F-B806EAA47451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10" creationId="{D0014394-47D9-3C45-03D1-8112FAE53BB7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11" creationId="{8D95F298-2C70-DF8C-2745-8CE659F4A850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12" creationId="{2587E5A7-6E47-2D13-30E3-D26BC7CBD9CA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13" creationId="{0156AE0F-871B-962F-482E-E7D102F41B3C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14" creationId="{21BF2EEA-070B-2712-88C2-D6C8180B4243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15" creationId="{4FF19797-13FE-1C66-2AE2-1E91BC3B91DF}"/>
          </ac:inkMkLst>
        </pc:inkChg>
        <pc:inkChg chg="add mod">
          <ac:chgData name="MIna Naidah Gani" userId="949d910cfffb8065" providerId="LiveId" clId="{57FC1B85-3D8E-4975-9A1B-28614F8039CE}" dt="2022-09-11T12:57:19.777" v="130"/>
          <ac:inkMkLst>
            <pc:docMk/>
            <pc:sldMk cId="2372958974" sldId="262"/>
            <ac:inkMk id="116" creationId="{2736407D-6956-09B7-C25F-DF72DA4A308F}"/>
          </ac:inkMkLst>
        </pc:inkChg>
        <pc:inkChg chg="add mod">
          <ac:chgData name="MIna Naidah Gani" userId="949d910cfffb8065" providerId="LiveId" clId="{57FC1B85-3D8E-4975-9A1B-28614F8039CE}" dt="2022-09-11T12:57:30.869" v="137"/>
          <ac:inkMkLst>
            <pc:docMk/>
            <pc:sldMk cId="2372958974" sldId="262"/>
            <ac:inkMk id="119" creationId="{C3C475AB-FA9A-B4FD-2A2E-9C41914AE7D8}"/>
          </ac:inkMkLst>
        </pc:inkChg>
        <pc:inkChg chg="add mod">
          <ac:chgData name="MIna Naidah Gani" userId="949d910cfffb8065" providerId="LiveId" clId="{57FC1B85-3D8E-4975-9A1B-28614F8039CE}" dt="2022-09-11T12:57:30.869" v="137"/>
          <ac:inkMkLst>
            <pc:docMk/>
            <pc:sldMk cId="2372958974" sldId="262"/>
            <ac:inkMk id="120" creationId="{C9C825C9-0F00-D2BF-E844-01450611E153}"/>
          </ac:inkMkLst>
        </pc:inkChg>
        <pc:inkChg chg="add mod">
          <ac:chgData name="MIna Naidah Gani" userId="949d910cfffb8065" providerId="LiveId" clId="{57FC1B85-3D8E-4975-9A1B-28614F8039CE}" dt="2022-09-11T12:57:30.869" v="137"/>
          <ac:inkMkLst>
            <pc:docMk/>
            <pc:sldMk cId="2372958974" sldId="262"/>
            <ac:inkMk id="121" creationId="{5FA43D5B-6718-FFFC-7C85-58A4AEECB5A9}"/>
          </ac:inkMkLst>
        </pc:inkChg>
        <pc:inkChg chg="add mod">
          <ac:chgData name="MIna Naidah Gani" userId="949d910cfffb8065" providerId="LiveId" clId="{57FC1B85-3D8E-4975-9A1B-28614F8039CE}" dt="2022-09-11T12:57:30.869" v="137"/>
          <ac:inkMkLst>
            <pc:docMk/>
            <pc:sldMk cId="2372958974" sldId="262"/>
            <ac:inkMk id="122" creationId="{4B33E44D-0F73-09BC-BE67-B256774C616C}"/>
          </ac:inkMkLst>
        </pc:inkChg>
        <pc:inkChg chg="add mod">
          <ac:chgData name="MIna Naidah Gani" userId="949d910cfffb8065" providerId="LiveId" clId="{57FC1B85-3D8E-4975-9A1B-28614F8039CE}" dt="2022-09-11T12:57:30.869" v="137"/>
          <ac:inkMkLst>
            <pc:docMk/>
            <pc:sldMk cId="2372958974" sldId="262"/>
            <ac:inkMk id="123" creationId="{0778D369-B53A-B42B-A40C-41ACF30114EE}"/>
          </ac:inkMkLst>
        </pc:inkChg>
        <pc:inkChg chg="add">
          <ac:chgData name="MIna Naidah Gani" userId="949d910cfffb8065" providerId="LiveId" clId="{57FC1B85-3D8E-4975-9A1B-28614F8039CE}" dt="2022-09-11T12:57:30.235" v="136" actId="9405"/>
          <ac:inkMkLst>
            <pc:docMk/>
            <pc:sldMk cId="2372958974" sldId="262"/>
            <ac:inkMk id="124" creationId="{DAA3E800-8FB3-EEC0-6C85-7668D94ED2FA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26" creationId="{9F6E100A-0765-DE62-AF7E-EC0CBD222F3A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27" creationId="{F0E83488-4665-8B24-30F0-553F8FC0BDF9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28" creationId="{87F006A3-4047-7EB9-0D02-0DAC7B916817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29" creationId="{AEC857CD-8E3C-0F67-8AD9-A05F012B6513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0" creationId="{647D28CD-E9D5-3483-2B46-711E6366F5E8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1" creationId="{F7C966FE-363E-B73B-33B2-51A8E0B048CD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2" creationId="{2991FD96-2F9A-5ED3-4255-EE0322E7F1F0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3" creationId="{3EF50AD9-B897-BC0A-AE47-3AF7998D46B3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4" creationId="{977BD18F-B35C-08AB-E646-BE03BACCA269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36" creationId="{11153C51-CBFA-604D-5D67-9A81974B85AE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7" creationId="{8B851648-89EA-0CA5-0CD8-8C9F3DE8AB03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8" creationId="{A61DAF2D-B07D-64B4-AE22-92DB1914E4B4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39" creationId="{AEDDCAA0-CDC2-AC48-A36B-CF08C240EECE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0" creationId="{38AAB4BD-9B44-A614-9050-137C54F594CE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41" creationId="{C948D5C5-7879-9166-AF45-8658CF705079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2" creationId="{12CC5635-DEAD-9720-566D-CA498DC965FA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3" creationId="{00F8F608-4C25-B231-080B-335E48E91497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44" creationId="{084EDB7D-609C-ECE9-75FE-265209DD853D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5" creationId="{9C5F6D80-2DDE-04AB-767A-0291962DB43F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6" creationId="{20F99836-ABCE-2326-DF99-24F3B6F9DA06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7" creationId="{120CB7BD-D047-F635-091B-DD55ACF8FBFB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8" creationId="{ADDCE001-7ACB-FAA1-C33F-5C4722F9B8A2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49" creationId="{46E58792-4E0B-81AB-8BCB-0240279E5B75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50" creationId="{62C8A1D7-2FF2-15E2-133B-173A3B40DCD0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51" creationId="{6FE8D2C5-9826-367D-3B3C-6149F406A586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52" creationId="{140620A3-3314-AA3E-F4EA-917FB56F5769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53" creationId="{C0DDA4D0-88B5-C841-0E61-C2606CBCC65C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54" creationId="{015CA7D9-004B-9485-F7F2-74A1A1728650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55" creationId="{82F24EC4-1125-293C-81F1-8D39DFA51110}"/>
          </ac:inkMkLst>
        </pc:inkChg>
        <pc:inkChg chg="add mod">
          <ac:chgData name="MIna Naidah Gani" userId="949d910cfffb8065" providerId="LiveId" clId="{57FC1B85-3D8E-4975-9A1B-28614F8039CE}" dt="2022-09-11T12:57:51.980" v="173"/>
          <ac:inkMkLst>
            <pc:docMk/>
            <pc:sldMk cId="2372958974" sldId="262"/>
            <ac:inkMk id="156" creationId="{E9A87A3F-FD85-39B0-E2D5-4FD473571E02}"/>
          </ac:inkMkLst>
        </pc:inkChg>
        <pc:inkChg chg="add mod">
          <ac:chgData name="MIna Naidah Gani" userId="949d910cfffb8065" providerId="LiveId" clId="{57FC1B85-3D8E-4975-9A1B-28614F8039CE}" dt="2022-09-11T12:57:51.980" v="173"/>
          <ac:inkMkLst>
            <pc:docMk/>
            <pc:sldMk cId="2372958974" sldId="262"/>
            <ac:inkMk id="157" creationId="{4EAE4535-8F37-AD1B-2EC8-B97E8A505179}"/>
          </ac:inkMkLst>
        </pc:inkChg>
        <pc:inkChg chg="add mod">
          <ac:chgData name="MIna Naidah Gani" userId="949d910cfffb8065" providerId="LiveId" clId="{57FC1B85-3D8E-4975-9A1B-28614F8039CE}" dt="2022-09-11T12:57:51.980" v="173"/>
          <ac:inkMkLst>
            <pc:docMk/>
            <pc:sldMk cId="2372958974" sldId="262"/>
            <ac:inkMk id="158" creationId="{43130934-6076-3361-0004-420090276404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59" creationId="{11625854-7DAA-12CB-33D1-9A5F1A742CD7}"/>
          </ac:inkMkLst>
        </pc:inkChg>
        <pc:inkChg chg="add mod">
          <ac:chgData name="MIna Naidah Gani" userId="949d910cfffb8065" providerId="LiveId" clId="{57FC1B85-3D8E-4975-9A1B-28614F8039CE}" dt="2022-09-11T12:57:51.980" v="173"/>
          <ac:inkMkLst>
            <pc:docMk/>
            <pc:sldMk cId="2372958974" sldId="262"/>
            <ac:inkMk id="160" creationId="{910EDB3E-7D3D-C28F-8A6A-D361F0459FFA}"/>
          </ac:inkMkLst>
        </pc:inkChg>
        <pc:inkChg chg="add mod">
          <ac:chgData name="MIna Naidah Gani" userId="949d910cfffb8065" providerId="LiveId" clId="{57FC1B85-3D8E-4975-9A1B-28614F8039CE}" dt="2022-09-11T12:57:51.980" v="173"/>
          <ac:inkMkLst>
            <pc:docMk/>
            <pc:sldMk cId="2372958974" sldId="262"/>
            <ac:inkMk id="161" creationId="{509FAF1A-9BC5-BAE3-54C9-36C90F92F300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63" creationId="{B0F743F5-63EC-0B40-78B9-227F34450728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64" creationId="{F72FB949-3FE6-DB47-25F5-72CEF925EF34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65" creationId="{EA0269B0-1468-6B20-06DA-F7958ECBE8F9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66" creationId="{7AE71702-46DA-DE66-C304-C73B61C702EA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67" creationId="{12988D78-914C-D654-2758-0C6836D129B3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68" creationId="{4871684F-F171-C74C-DF3B-011569CF2E2B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69" creationId="{2C39BCA0-1131-A690-216E-2CBFAAB81809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0" creationId="{86C43E58-5AFE-2F39-97DC-4A76DC4EC8BB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1" creationId="{51911104-D4DE-40AC-6B20-385DF0186949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2" creationId="{A6C2DDEE-43FF-90E8-27AA-875945F11243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3" creationId="{AA2F1429-546E-5DF7-D4F1-514BEFE348A8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4" creationId="{50372C09-93DE-760D-F064-4119B5713CE6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5" creationId="{F5D818F9-B06B-211D-5DFA-D4444324FE35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6" creationId="{351CBE58-E1C3-F1DB-AEF8-3E6FB1FE6ACA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77" creationId="{2517724B-04C1-18F4-FAAF-42017FFDB002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8" creationId="{DEE682CA-ABE8-7D50-3DF0-104694F5D07A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79" creationId="{776AC742-8B55-A919-8330-28D57C8660CF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0" creationId="{31F2516B-8786-BAFD-1F86-76BFD550866C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81" creationId="{CD091E57-6603-95BA-462A-511732640897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2" creationId="{574B93DC-02CB-EB49-92AD-FE01A982924C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3" creationId="{7EB77F97-2307-3007-0FEC-3629C9DC6187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4" creationId="{1139C48F-9EB9-AA5F-12D0-1427F78820C8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5" creationId="{D740ED91-EEFD-56E9-37D6-724A38EAAC05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6" creationId="{51E5BBA5-3ED1-1FE2-FFBF-2048440ED8E2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7" creationId="{6BC38C14-0CD6-9B41-93CA-D70C118D8FFA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8" creationId="{2D98B844-DF12-8FC2-C841-8487FDBD1E76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89" creationId="{DAC9B24A-30B1-F95D-D521-D9A9BB57C157}"/>
          </ac:inkMkLst>
        </pc:inkChg>
        <pc:inkChg chg="add mod">
          <ac:chgData name="MIna Naidah Gani" userId="949d910cfffb8065" providerId="LiveId" clId="{57FC1B85-3D8E-4975-9A1B-28614F8039CE}" dt="2022-09-11T12:58:11.871" v="202"/>
          <ac:inkMkLst>
            <pc:docMk/>
            <pc:sldMk cId="2372958974" sldId="262"/>
            <ac:inkMk id="190" creationId="{7CAB0E66-E3FC-37C2-7489-B850DA613EB6}"/>
          </ac:inkMkLst>
        </pc:inkChg>
        <pc:inkChg chg="add mod">
          <ac:chgData name="MIna Naidah Gani" userId="949d910cfffb8065" providerId="LiveId" clId="{57FC1B85-3D8E-4975-9A1B-28614F8039CE}" dt="2022-09-11T12:58:13.638" v="205"/>
          <ac:inkMkLst>
            <pc:docMk/>
            <pc:sldMk cId="2372958974" sldId="262"/>
            <ac:inkMk id="192" creationId="{A6AC85D1-0BA0-86FF-0C2B-C3DE447EBD0D}"/>
          </ac:inkMkLst>
        </pc:inkChg>
        <pc:inkChg chg="add mod">
          <ac:chgData name="MIna Naidah Gani" userId="949d910cfffb8065" providerId="LiveId" clId="{57FC1B85-3D8E-4975-9A1B-28614F8039CE}" dt="2022-09-11T12:58:13.638" v="205"/>
          <ac:inkMkLst>
            <pc:docMk/>
            <pc:sldMk cId="2372958974" sldId="262"/>
            <ac:inkMk id="193" creationId="{BF9959AC-99A2-E842-B20F-699211F4C353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95" creationId="{321FCB7A-4EFB-CF34-5802-0A936D08304A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96" creationId="{108CE00F-9539-266C-E911-6059307F5D34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97" creationId="{8B611622-D5F3-CB8B-E515-BF7215FA2735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199" creationId="{470EBE80-8AF6-A103-82EE-68169572171B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1" creationId="{189AC0C7-FA54-E2C2-F62C-FE66DBD4EE8C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2" creationId="{A27764B1-EA99-6B3F-80AD-E23B4C1FCFFE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3" creationId="{0534AAC6-9AE5-55A1-4DBB-D5A08D13B346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4" creationId="{28059B1E-30EC-CA7D-6171-44ACB2AFC899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6" creationId="{35AACC58-542F-47D2-8AD3-C59E932EE5AC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7" creationId="{041BF756-767F-F287-E2FF-20D7CD80A52E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8" creationId="{FBE6F8F4-B3F4-1366-E284-47A314C6259D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09" creationId="{ABDB59A6-12C1-D16E-555B-5F935E37466C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11" creationId="{D97B1371-B02E-2C48-AD12-168ECABFED12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12" creationId="{EF02D22E-0CD7-5C62-B92A-03A6150C457A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14" creationId="{1AB6402F-9543-FE2F-D34F-C699295926A2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15" creationId="{BE13A7A4-80D7-852E-61B3-F182F6B5D24F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16" creationId="{9A26921B-4202-86D6-B7B6-623636159B62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17" creationId="{D2378941-B842-871C-1AB2-C6FFBDF05878}"/>
          </ac:inkMkLst>
        </pc:inkChg>
        <pc:inkChg chg="add mod">
          <ac:chgData name="MIna Naidah Gani" userId="949d910cfffb8065" providerId="LiveId" clId="{57FC1B85-3D8E-4975-9A1B-28614F8039CE}" dt="2022-09-11T13:03:09.843" v="246"/>
          <ac:inkMkLst>
            <pc:docMk/>
            <pc:sldMk cId="2372958974" sldId="262"/>
            <ac:inkMk id="218" creationId="{2C603693-B79D-C099-AF38-D078F895B534}"/>
          </ac:inkMkLst>
        </pc:inkChg>
        <pc:inkChg chg="add">
          <ac:chgData name="MIna Naidah Gani" userId="949d910cfffb8065" providerId="LiveId" clId="{57FC1B85-3D8E-4975-9A1B-28614F8039CE}" dt="2022-09-11T13:03:10.776" v="247" actId="9405"/>
          <ac:inkMkLst>
            <pc:docMk/>
            <pc:sldMk cId="2372958974" sldId="262"/>
            <ac:inkMk id="220" creationId="{64DBA24F-AB1E-6F7F-E749-C2065CE8F921}"/>
          </ac:inkMkLst>
        </pc:inkChg>
      </pc:sldChg>
      <pc:sldChg chg="addSp delSp modSp new mod">
        <pc:chgData name="MIna Naidah Gani" userId="949d910cfffb8065" providerId="LiveId" clId="{57FC1B85-3D8E-4975-9A1B-28614F8039CE}" dt="2022-09-11T13:13:52.822" v="530" actId="9405"/>
        <pc:sldMkLst>
          <pc:docMk/>
          <pc:sldMk cId="3071411212" sldId="263"/>
        </pc:sldMkLst>
        <pc:grpChg chg="del mod">
          <ac:chgData name="MIna Naidah Gani" userId="949d910cfffb8065" providerId="LiveId" clId="{57FC1B85-3D8E-4975-9A1B-28614F8039CE}" dt="2022-09-11T13:03:31.741" v="262"/>
          <ac:grpSpMkLst>
            <pc:docMk/>
            <pc:sldMk cId="3071411212" sldId="263"/>
            <ac:grpSpMk id="9" creationId="{CEA92456-0F63-077D-6D52-EBD5909D17B1}"/>
          </ac:grpSpMkLst>
        </pc:grpChg>
        <pc:grpChg chg="mod">
          <ac:chgData name="MIna Naidah Gani" userId="949d910cfffb8065" providerId="LiveId" clId="{57FC1B85-3D8E-4975-9A1B-28614F8039CE}" dt="2022-09-11T13:03:27.699" v="256"/>
          <ac:grpSpMkLst>
            <pc:docMk/>
            <pc:sldMk cId="3071411212" sldId="263"/>
            <ac:grpSpMk id="10" creationId="{6225A948-7FD0-D07F-EDE6-A61A884E523E}"/>
          </ac:grpSpMkLst>
        </pc:grpChg>
        <pc:grpChg chg="mod">
          <ac:chgData name="MIna Naidah Gani" userId="949d910cfffb8065" providerId="LiveId" clId="{57FC1B85-3D8E-4975-9A1B-28614F8039CE}" dt="2022-09-11T13:03:27.699" v="256"/>
          <ac:grpSpMkLst>
            <pc:docMk/>
            <pc:sldMk cId="3071411212" sldId="263"/>
            <ac:grpSpMk id="11" creationId="{19DBF8C6-EA43-5212-D340-00BBCFCA275F}"/>
          </ac:grpSpMkLst>
        </pc:grpChg>
        <pc:grpChg chg="mod">
          <ac:chgData name="MIna Naidah Gani" userId="949d910cfffb8065" providerId="LiveId" clId="{57FC1B85-3D8E-4975-9A1B-28614F8039CE}" dt="2022-09-11T13:03:31.741" v="262"/>
          <ac:grpSpMkLst>
            <pc:docMk/>
            <pc:sldMk cId="3071411212" sldId="263"/>
            <ac:grpSpMk id="17" creationId="{509B3329-0FA2-F07E-EB3F-A55BA660FF57}"/>
          </ac:grpSpMkLst>
        </pc:grpChg>
        <pc:grpChg chg="mod">
          <ac:chgData name="MIna Naidah Gani" userId="949d910cfffb8065" providerId="LiveId" clId="{57FC1B85-3D8E-4975-9A1B-28614F8039CE}" dt="2022-09-11T13:03:46.907" v="280"/>
          <ac:grpSpMkLst>
            <pc:docMk/>
            <pc:sldMk cId="3071411212" sldId="263"/>
            <ac:grpSpMk id="35" creationId="{CEEF9193-7B43-B06B-AD0E-7BA8651A6E11}"/>
          </ac:grpSpMkLst>
        </pc:grpChg>
        <pc:grpChg chg="mod">
          <ac:chgData name="MIna Naidah Gani" userId="949d910cfffb8065" providerId="LiveId" clId="{57FC1B85-3D8E-4975-9A1B-28614F8039CE}" dt="2022-09-11T13:03:46.907" v="280"/>
          <ac:grpSpMkLst>
            <pc:docMk/>
            <pc:sldMk cId="3071411212" sldId="263"/>
            <ac:grpSpMk id="36" creationId="{93953D7F-D2DA-7077-16C7-8087783446FF}"/>
          </ac:grpSpMkLst>
        </pc:grpChg>
        <pc:grpChg chg="mod">
          <ac:chgData name="MIna Naidah Gani" userId="949d910cfffb8065" providerId="LiveId" clId="{57FC1B85-3D8E-4975-9A1B-28614F8039CE}" dt="2022-09-11T13:03:46.907" v="280"/>
          <ac:grpSpMkLst>
            <pc:docMk/>
            <pc:sldMk cId="3071411212" sldId="263"/>
            <ac:grpSpMk id="37" creationId="{1DD22870-0618-0D8C-F2C1-E564BD304A5A}"/>
          </ac:grpSpMkLst>
        </pc:grpChg>
        <pc:grpChg chg="mod">
          <ac:chgData name="MIna Naidah Gani" userId="949d910cfffb8065" providerId="LiveId" clId="{57FC1B85-3D8E-4975-9A1B-28614F8039CE}" dt="2022-09-11T13:03:46.907" v="280"/>
          <ac:grpSpMkLst>
            <pc:docMk/>
            <pc:sldMk cId="3071411212" sldId="263"/>
            <ac:grpSpMk id="38" creationId="{088520E6-EB11-5B8D-5EFF-547F2D18EF33}"/>
          </ac:grpSpMkLst>
        </pc:grpChg>
        <pc:grpChg chg="mod">
          <ac:chgData name="MIna Naidah Gani" userId="949d910cfffb8065" providerId="LiveId" clId="{57FC1B85-3D8E-4975-9A1B-28614F8039CE}" dt="2022-09-11T13:03:46.907" v="280"/>
          <ac:grpSpMkLst>
            <pc:docMk/>
            <pc:sldMk cId="3071411212" sldId="263"/>
            <ac:grpSpMk id="39" creationId="{451F399C-E18B-28A9-DBB5-4BE5B6074F54}"/>
          </ac:grpSpMkLst>
        </pc:grpChg>
        <pc:grpChg chg="mod">
          <ac:chgData name="MIna Naidah Gani" userId="949d910cfffb8065" providerId="LiveId" clId="{57FC1B85-3D8E-4975-9A1B-28614F8039CE}" dt="2022-09-11T13:03:46.907" v="280"/>
          <ac:grpSpMkLst>
            <pc:docMk/>
            <pc:sldMk cId="3071411212" sldId="263"/>
            <ac:grpSpMk id="40" creationId="{5A1BFCF1-31EE-A830-99FF-0F22377B0CB3}"/>
          </ac:grpSpMkLst>
        </pc:grpChg>
        <pc:grpChg chg="mod">
          <ac:chgData name="MIna Naidah Gani" userId="949d910cfffb8065" providerId="LiveId" clId="{57FC1B85-3D8E-4975-9A1B-28614F8039CE}" dt="2022-09-11T13:03:53.448" v="293"/>
          <ac:grpSpMkLst>
            <pc:docMk/>
            <pc:sldMk cId="3071411212" sldId="263"/>
            <ac:grpSpMk id="53" creationId="{EEE37434-7A61-893E-E9A3-193D66AC7314}"/>
          </ac:grpSpMkLst>
        </pc:grpChg>
        <pc:grpChg chg="mod">
          <ac:chgData name="MIna Naidah Gani" userId="949d910cfffb8065" providerId="LiveId" clId="{57FC1B85-3D8E-4975-9A1B-28614F8039CE}" dt="2022-09-11T13:03:53.448" v="293"/>
          <ac:grpSpMkLst>
            <pc:docMk/>
            <pc:sldMk cId="3071411212" sldId="263"/>
            <ac:grpSpMk id="54" creationId="{C03F6656-0258-A29D-0901-B0DDCEE5084F}"/>
          </ac:grpSpMkLst>
        </pc:grpChg>
        <pc:grpChg chg="mod">
          <ac:chgData name="MIna Naidah Gani" userId="949d910cfffb8065" providerId="LiveId" clId="{57FC1B85-3D8E-4975-9A1B-28614F8039CE}" dt="2022-09-11T13:03:53.448" v="293"/>
          <ac:grpSpMkLst>
            <pc:docMk/>
            <pc:sldMk cId="3071411212" sldId="263"/>
            <ac:grpSpMk id="55" creationId="{A92C7EF8-D8F9-F2BF-FA1C-2547A1526E30}"/>
          </ac:grpSpMkLst>
        </pc:grpChg>
        <pc:grpChg chg="mod">
          <ac:chgData name="MIna Naidah Gani" userId="949d910cfffb8065" providerId="LiveId" clId="{57FC1B85-3D8E-4975-9A1B-28614F8039CE}" dt="2022-09-11T13:03:56.237" v="298"/>
          <ac:grpSpMkLst>
            <pc:docMk/>
            <pc:sldMk cId="3071411212" sldId="263"/>
            <ac:grpSpMk id="60" creationId="{E1646375-D6D6-2E6A-E378-7618DC897CA8}"/>
          </ac:grpSpMkLst>
        </pc:grpChg>
        <pc:grpChg chg="mod">
          <ac:chgData name="MIna Naidah Gani" userId="949d910cfffb8065" providerId="LiveId" clId="{57FC1B85-3D8E-4975-9A1B-28614F8039CE}" dt="2022-09-11T13:04:11.881" v="301"/>
          <ac:grpSpMkLst>
            <pc:docMk/>
            <pc:sldMk cId="3071411212" sldId="263"/>
            <ac:grpSpMk id="63" creationId="{99AD0F21-D4C4-50D7-739A-BD8D9BDA2BE6}"/>
          </ac:grpSpMkLst>
        </pc:grpChg>
        <pc:grpChg chg="mod">
          <ac:chgData name="MIna Naidah Gani" userId="949d910cfffb8065" providerId="LiveId" clId="{57FC1B85-3D8E-4975-9A1B-28614F8039CE}" dt="2022-09-11T13:04:16.814" v="312"/>
          <ac:grpSpMkLst>
            <pc:docMk/>
            <pc:sldMk cId="3071411212" sldId="263"/>
            <ac:grpSpMk id="74" creationId="{CBDF6F61-C829-1462-BACA-699207482759}"/>
          </ac:grpSpMkLst>
        </pc:grpChg>
        <pc:grpChg chg="mod">
          <ac:chgData name="MIna Naidah Gani" userId="949d910cfffb8065" providerId="LiveId" clId="{57FC1B85-3D8E-4975-9A1B-28614F8039CE}" dt="2022-09-11T13:04:16.814" v="312"/>
          <ac:grpSpMkLst>
            <pc:docMk/>
            <pc:sldMk cId="3071411212" sldId="263"/>
            <ac:grpSpMk id="75" creationId="{DE1C914F-EDB1-3BF7-14CE-3F0A146FCC09}"/>
          </ac:grpSpMkLst>
        </pc:grpChg>
        <pc:grpChg chg="del mod">
          <ac:chgData name="MIna Naidah Gani" userId="949d910cfffb8065" providerId="LiveId" clId="{57FC1B85-3D8E-4975-9A1B-28614F8039CE}" dt="2022-09-11T13:07:46.564" v="374"/>
          <ac:grpSpMkLst>
            <pc:docMk/>
            <pc:sldMk cId="3071411212" sldId="263"/>
            <ac:grpSpMk id="79" creationId="{7AA4D262-9B5B-1725-E44A-3DC5662CBBF2}"/>
          </ac:grpSpMkLst>
        </pc:grpChg>
        <pc:grpChg chg="add del mod">
          <ac:chgData name="MIna Naidah Gani" userId="949d910cfffb8065" providerId="LiveId" clId="{57FC1B85-3D8E-4975-9A1B-28614F8039CE}" dt="2022-09-11T13:07:13.190" v="350"/>
          <ac:grpSpMkLst>
            <pc:docMk/>
            <pc:sldMk cId="3071411212" sldId="263"/>
            <ac:grpSpMk id="83" creationId="{7ECBE2A5-787F-9D10-E1A0-1A75259659C7}"/>
          </ac:grpSpMkLst>
        </pc:grpChg>
        <pc:grpChg chg="add del mod">
          <ac:chgData name="MIna Naidah Gani" userId="949d910cfffb8065" providerId="LiveId" clId="{57FC1B85-3D8E-4975-9A1B-28614F8039CE}" dt="2022-09-11T13:07:06.178" v="343"/>
          <ac:grpSpMkLst>
            <pc:docMk/>
            <pc:sldMk cId="3071411212" sldId="263"/>
            <ac:grpSpMk id="90" creationId="{2A809B46-5094-62FD-CEFC-11155AC140D3}"/>
          </ac:grpSpMkLst>
        </pc:grpChg>
        <pc:grpChg chg="mod">
          <ac:chgData name="MIna Naidah Gani" userId="949d910cfffb8065" providerId="LiveId" clId="{57FC1B85-3D8E-4975-9A1B-28614F8039CE}" dt="2022-09-11T13:07:06.178" v="343"/>
          <ac:grpSpMkLst>
            <pc:docMk/>
            <pc:sldMk cId="3071411212" sldId="263"/>
            <ac:grpSpMk id="91" creationId="{3A197D5E-B300-0F53-90A1-B63C5D0B6075}"/>
          </ac:grpSpMkLst>
        </pc:grpChg>
        <pc:grpChg chg="mod">
          <ac:chgData name="MIna Naidah Gani" userId="949d910cfffb8065" providerId="LiveId" clId="{57FC1B85-3D8E-4975-9A1B-28614F8039CE}" dt="2022-09-11T13:07:06.178" v="343"/>
          <ac:grpSpMkLst>
            <pc:docMk/>
            <pc:sldMk cId="3071411212" sldId="263"/>
            <ac:grpSpMk id="92" creationId="{158A4678-0C20-D144-47E1-E101FCF56A7A}"/>
          </ac:grpSpMkLst>
        </pc:grpChg>
        <pc:grpChg chg="mod">
          <ac:chgData name="MIna Naidah Gani" userId="949d910cfffb8065" providerId="LiveId" clId="{57FC1B85-3D8E-4975-9A1B-28614F8039CE}" dt="2022-09-11T13:07:04.126" v="337"/>
          <ac:grpSpMkLst>
            <pc:docMk/>
            <pc:sldMk cId="3071411212" sldId="263"/>
            <ac:grpSpMk id="98" creationId="{CE0CBA0C-B45B-4C0B-1EEC-74326175327A}"/>
          </ac:grpSpMkLst>
        </pc:grpChg>
        <pc:grpChg chg="mod">
          <ac:chgData name="MIna Naidah Gani" userId="949d910cfffb8065" providerId="LiveId" clId="{57FC1B85-3D8E-4975-9A1B-28614F8039CE}" dt="2022-09-11T13:07:25.042" v="359"/>
          <ac:grpSpMkLst>
            <pc:docMk/>
            <pc:sldMk cId="3071411212" sldId="263"/>
            <ac:grpSpMk id="105" creationId="{C1622672-EF60-E803-7C8D-9D7EC6C93FE6}"/>
          </ac:grpSpMkLst>
        </pc:grpChg>
        <pc:grpChg chg="del mod">
          <ac:chgData name="MIna Naidah Gani" userId="949d910cfffb8065" providerId="LiveId" clId="{57FC1B85-3D8E-4975-9A1B-28614F8039CE}" dt="2022-09-11T13:07:39.431" v="370"/>
          <ac:grpSpMkLst>
            <pc:docMk/>
            <pc:sldMk cId="3071411212" sldId="263"/>
            <ac:grpSpMk id="110" creationId="{97880D1D-D2D8-86F1-04CA-1A934F3558D7}"/>
          </ac:grpSpMkLst>
        </pc:grpChg>
        <pc:grpChg chg="add del mod">
          <ac:chgData name="MIna Naidah Gani" userId="949d910cfffb8065" providerId="LiveId" clId="{57FC1B85-3D8E-4975-9A1B-28614F8039CE}" dt="2022-09-11T13:08:29.200" v="385"/>
          <ac:grpSpMkLst>
            <pc:docMk/>
            <pc:sldMk cId="3071411212" sldId="263"/>
            <ac:grpSpMk id="115" creationId="{8D597BFC-3521-136B-A474-6EEFF6414DD5}"/>
          </ac:grpSpMkLst>
        </pc:grpChg>
        <pc:grpChg chg="mod">
          <ac:chgData name="MIna Naidah Gani" userId="949d910cfffb8065" providerId="LiveId" clId="{57FC1B85-3D8E-4975-9A1B-28614F8039CE}" dt="2022-09-11T13:07:46.564" v="374"/>
          <ac:grpSpMkLst>
            <pc:docMk/>
            <pc:sldMk cId="3071411212" sldId="263"/>
            <ac:grpSpMk id="119" creationId="{BF86B14F-9C5A-007D-090E-EA56B351F701}"/>
          </ac:grpSpMkLst>
        </pc:grpChg>
        <pc:grpChg chg="mod">
          <ac:chgData name="MIna Naidah Gani" userId="949d910cfffb8065" providerId="LiveId" clId="{57FC1B85-3D8E-4975-9A1B-28614F8039CE}" dt="2022-09-11T13:07:46.564" v="374"/>
          <ac:grpSpMkLst>
            <pc:docMk/>
            <pc:sldMk cId="3071411212" sldId="263"/>
            <ac:grpSpMk id="120" creationId="{C9EBEC07-4A37-4BB3-30D6-7AC09791238E}"/>
          </ac:grpSpMkLst>
        </pc:grpChg>
        <pc:grpChg chg="add del mod">
          <ac:chgData name="MIna Naidah Gani" userId="949d910cfffb8065" providerId="LiveId" clId="{57FC1B85-3D8E-4975-9A1B-28614F8039CE}" dt="2022-09-11T13:08:29.200" v="385"/>
          <ac:grpSpMkLst>
            <pc:docMk/>
            <pc:sldMk cId="3071411212" sldId="263"/>
            <ac:grpSpMk id="129" creationId="{B6387897-0312-F239-5907-2CABECB9203F}"/>
          </ac:grpSpMkLst>
        </pc:grpChg>
        <pc:grpChg chg="mod">
          <ac:chgData name="MIna Naidah Gani" userId="949d910cfffb8065" providerId="LiveId" clId="{57FC1B85-3D8E-4975-9A1B-28614F8039CE}" dt="2022-09-11T13:08:29.200" v="385"/>
          <ac:grpSpMkLst>
            <pc:docMk/>
            <pc:sldMk cId="3071411212" sldId="263"/>
            <ac:grpSpMk id="130" creationId="{549E5DBC-1BF9-59F7-8FF9-B6DFA8CC2530}"/>
          </ac:grpSpMkLst>
        </pc:grpChg>
        <pc:grpChg chg="mod">
          <ac:chgData name="MIna Naidah Gani" userId="949d910cfffb8065" providerId="LiveId" clId="{57FC1B85-3D8E-4975-9A1B-28614F8039CE}" dt="2022-09-11T13:08:34.975" v="391"/>
          <ac:grpSpMkLst>
            <pc:docMk/>
            <pc:sldMk cId="3071411212" sldId="263"/>
            <ac:grpSpMk id="136" creationId="{DB63B792-FC8F-50AF-C6DA-0F2FB28C95D1}"/>
          </ac:grpSpMkLst>
        </pc:grpChg>
        <pc:grpChg chg="mod">
          <ac:chgData name="MIna Naidah Gani" userId="949d910cfffb8065" providerId="LiveId" clId="{57FC1B85-3D8E-4975-9A1B-28614F8039CE}" dt="2022-09-11T13:09:02.148" v="399"/>
          <ac:grpSpMkLst>
            <pc:docMk/>
            <pc:sldMk cId="3071411212" sldId="263"/>
            <ac:grpSpMk id="144" creationId="{605017E9-30CE-77F1-E25D-3F3955D61DE0}"/>
          </ac:grpSpMkLst>
        </pc:grpChg>
        <pc:grpChg chg="mod">
          <ac:chgData name="MIna Naidah Gani" userId="949d910cfffb8065" providerId="LiveId" clId="{57FC1B85-3D8E-4975-9A1B-28614F8039CE}" dt="2022-09-11T13:09:02.148" v="399"/>
          <ac:grpSpMkLst>
            <pc:docMk/>
            <pc:sldMk cId="3071411212" sldId="263"/>
            <ac:grpSpMk id="145" creationId="{26C2EAF9-CF8B-B7D2-EEA8-C8EF44A19ABE}"/>
          </ac:grpSpMkLst>
        </pc:grpChg>
        <pc:grpChg chg="del mod">
          <ac:chgData name="MIna Naidah Gani" userId="949d910cfffb8065" providerId="LiveId" clId="{57FC1B85-3D8E-4975-9A1B-28614F8039CE}" dt="2022-09-11T13:09:34.184" v="419"/>
          <ac:grpSpMkLst>
            <pc:docMk/>
            <pc:sldMk cId="3071411212" sldId="263"/>
            <ac:grpSpMk id="150" creationId="{04E7960B-E33C-789E-4CA8-9ADDD2543ABC}"/>
          </ac:grpSpMkLst>
        </pc:grpChg>
        <pc:grpChg chg="del mod">
          <ac:chgData name="MIna Naidah Gani" userId="949d910cfffb8065" providerId="LiveId" clId="{57FC1B85-3D8E-4975-9A1B-28614F8039CE}" dt="2022-09-11T13:09:34.184" v="419"/>
          <ac:grpSpMkLst>
            <pc:docMk/>
            <pc:sldMk cId="3071411212" sldId="263"/>
            <ac:grpSpMk id="155" creationId="{25776F80-EFC3-0CAF-F637-09C784BD8F0B}"/>
          </ac:grpSpMkLst>
        </pc:grpChg>
        <pc:grpChg chg="del mod">
          <ac:chgData name="MIna Naidah Gani" userId="949d910cfffb8065" providerId="LiveId" clId="{57FC1B85-3D8E-4975-9A1B-28614F8039CE}" dt="2022-09-11T13:09:34.184" v="419"/>
          <ac:grpSpMkLst>
            <pc:docMk/>
            <pc:sldMk cId="3071411212" sldId="263"/>
            <ac:grpSpMk id="163" creationId="{B0B9803D-56CF-ECF9-BA51-41EA954BE092}"/>
          </ac:grpSpMkLst>
        </pc:grpChg>
        <pc:grpChg chg="del mod">
          <ac:chgData name="MIna Naidah Gani" userId="949d910cfffb8065" providerId="LiveId" clId="{57FC1B85-3D8E-4975-9A1B-28614F8039CE}" dt="2022-09-11T13:09:51.703" v="431"/>
          <ac:grpSpMkLst>
            <pc:docMk/>
            <pc:sldMk cId="3071411212" sldId="263"/>
            <ac:grpSpMk id="165" creationId="{EC1EFAFD-204A-1133-BF0E-31476291EAF2}"/>
          </ac:grpSpMkLst>
        </pc:grpChg>
        <pc:grpChg chg="del mod">
          <ac:chgData name="MIna Naidah Gani" userId="949d910cfffb8065" providerId="LiveId" clId="{57FC1B85-3D8E-4975-9A1B-28614F8039CE}" dt="2022-09-11T13:09:51.703" v="431"/>
          <ac:grpSpMkLst>
            <pc:docMk/>
            <pc:sldMk cId="3071411212" sldId="263"/>
            <ac:grpSpMk id="168" creationId="{063C5B25-5846-8706-2C2D-65008EA93A8D}"/>
          </ac:grpSpMkLst>
        </pc:grpChg>
        <pc:grpChg chg="mod">
          <ac:chgData name="MIna Naidah Gani" userId="949d910cfffb8065" providerId="LiveId" clId="{57FC1B85-3D8E-4975-9A1B-28614F8039CE}" dt="2022-09-11T13:09:51.703" v="431"/>
          <ac:grpSpMkLst>
            <pc:docMk/>
            <pc:sldMk cId="3071411212" sldId="263"/>
            <ac:grpSpMk id="177" creationId="{32815827-D4AD-F8B1-0E6C-D622D4972F17}"/>
          </ac:grpSpMkLst>
        </pc:grpChg>
        <pc:grpChg chg="mod">
          <ac:chgData name="MIna Naidah Gani" userId="949d910cfffb8065" providerId="LiveId" clId="{57FC1B85-3D8E-4975-9A1B-28614F8039CE}" dt="2022-09-11T13:09:54.910" v="434"/>
          <ac:grpSpMkLst>
            <pc:docMk/>
            <pc:sldMk cId="3071411212" sldId="263"/>
            <ac:grpSpMk id="180" creationId="{9269DCF6-38EF-89B3-1241-CCF987951351}"/>
          </ac:grpSpMkLst>
        </pc:grpChg>
        <pc:grpChg chg="del mod">
          <ac:chgData name="MIna Naidah Gani" userId="949d910cfffb8065" providerId="LiveId" clId="{57FC1B85-3D8E-4975-9A1B-28614F8039CE}" dt="2022-09-11T13:11:03.875" v="443"/>
          <ac:grpSpMkLst>
            <pc:docMk/>
            <pc:sldMk cId="3071411212" sldId="263"/>
            <ac:grpSpMk id="183" creationId="{EA24244D-0069-6884-38D5-9DEC6452C9F1}"/>
          </ac:grpSpMkLst>
        </pc:grpChg>
        <pc:grpChg chg="mod">
          <ac:chgData name="MIna Naidah Gani" userId="949d910cfffb8065" providerId="LiveId" clId="{57FC1B85-3D8E-4975-9A1B-28614F8039CE}" dt="2022-09-11T13:11:03.875" v="443"/>
          <ac:grpSpMkLst>
            <pc:docMk/>
            <pc:sldMk cId="3071411212" sldId="263"/>
            <ac:grpSpMk id="189" creationId="{3971F531-0427-8F56-4848-F4C41C88BA3F}"/>
          </ac:grpSpMkLst>
        </pc:grpChg>
        <pc:grpChg chg="mod">
          <ac:chgData name="MIna Naidah Gani" userId="949d910cfffb8065" providerId="LiveId" clId="{57FC1B85-3D8E-4975-9A1B-28614F8039CE}" dt="2022-09-11T13:12:20.282" v="463"/>
          <ac:grpSpMkLst>
            <pc:docMk/>
            <pc:sldMk cId="3071411212" sldId="263"/>
            <ac:grpSpMk id="209" creationId="{4CDD06D1-CBC0-8149-195A-99577505F1C0}"/>
          </ac:grpSpMkLst>
        </pc:grpChg>
        <pc:grpChg chg="mod">
          <ac:chgData name="MIna Naidah Gani" userId="949d910cfffb8065" providerId="LiveId" clId="{57FC1B85-3D8E-4975-9A1B-28614F8039CE}" dt="2022-09-11T13:12:20.282" v="463"/>
          <ac:grpSpMkLst>
            <pc:docMk/>
            <pc:sldMk cId="3071411212" sldId="263"/>
            <ac:grpSpMk id="210" creationId="{61663B87-0E4E-4ABF-2563-C8089280C36A}"/>
          </ac:grpSpMkLst>
        </pc:grpChg>
        <pc:grpChg chg="mod">
          <ac:chgData name="MIna Naidah Gani" userId="949d910cfffb8065" providerId="LiveId" clId="{57FC1B85-3D8E-4975-9A1B-28614F8039CE}" dt="2022-09-11T13:12:20.282" v="463"/>
          <ac:grpSpMkLst>
            <pc:docMk/>
            <pc:sldMk cId="3071411212" sldId="263"/>
            <ac:grpSpMk id="211" creationId="{8E3093FC-D545-68AF-86CB-3AFF1F7A2580}"/>
          </ac:grpSpMkLst>
        </pc:grpChg>
        <pc:grpChg chg="mod">
          <ac:chgData name="MIna Naidah Gani" userId="949d910cfffb8065" providerId="LiveId" clId="{57FC1B85-3D8E-4975-9A1B-28614F8039CE}" dt="2022-09-11T13:12:20.282" v="463"/>
          <ac:grpSpMkLst>
            <pc:docMk/>
            <pc:sldMk cId="3071411212" sldId="263"/>
            <ac:grpSpMk id="212" creationId="{A63298B2-CDDE-4A9E-1E08-A119289A681E}"/>
          </ac:grpSpMkLst>
        </pc:grpChg>
        <pc:grpChg chg="mod">
          <ac:chgData name="MIna Naidah Gani" userId="949d910cfffb8065" providerId="LiveId" clId="{57FC1B85-3D8E-4975-9A1B-28614F8039CE}" dt="2022-09-11T13:12:20.282" v="463"/>
          <ac:grpSpMkLst>
            <pc:docMk/>
            <pc:sldMk cId="3071411212" sldId="263"/>
            <ac:grpSpMk id="213" creationId="{588BC7FC-23F6-A66A-455C-FAB6C8DAB6EC}"/>
          </ac:grpSpMkLst>
        </pc:grpChg>
        <pc:grpChg chg="mod">
          <ac:chgData name="MIna Naidah Gani" userId="949d910cfffb8065" providerId="LiveId" clId="{57FC1B85-3D8E-4975-9A1B-28614F8039CE}" dt="2022-09-11T13:12:20.282" v="463"/>
          <ac:grpSpMkLst>
            <pc:docMk/>
            <pc:sldMk cId="3071411212" sldId="263"/>
            <ac:grpSpMk id="214" creationId="{751C68C1-8309-A7C4-8D0E-4B2DA11D15E0}"/>
          </ac:grpSpMkLst>
        </pc:grpChg>
        <pc:grpChg chg="del mod">
          <ac:chgData name="MIna Naidah Gani" userId="949d910cfffb8065" providerId="LiveId" clId="{57FC1B85-3D8E-4975-9A1B-28614F8039CE}" dt="2022-09-11T13:13:04.329" v="488"/>
          <ac:grpSpMkLst>
            <pc:docMk/>
            <pc:sldMk cId="3071411212" sldId="263"/>
            <ac:grpSpMk id="233" creationId="{894CD5A1-558B-83E9-B52D-E548C1877325}"/>
          </ac:grpSpMkLst>
        </pc:grpChg>
        <pc:grpChg chg="mod">
          <ac:chgData name="MIna Naidah Gani" userId="949d910cfffb8065" providerId="LiveId" clId="{57FC1B85-3D8E-4975-9A1B-28614F8039CE}" dt="2022-09-11T13:12:30.856" v="482"/>
          <ac:grpSpMkLst>
            <pc:docMk/>
            <pc:sldMk cId="3071411212" sldId="263"/>
            <ac:grpSpMk id="234" creationId="{55A109A5-1169-0E03-8F6A-87DF36E7421F}"/>
          </ac:grpSpMkLst>
        </pc:grpChg>
        <pc:grpChg chg="mod">
          <ac:chgData name="MIna Naidah Gani" userId="949d910cfffb8065" providerId="LiveId" clId="{57FC1B85-3D8E-4975-9A1B-28614F8039CE}" dt="2022-09-11T13:12:30.856" v="482"/>
          <ac:grpSpMkLst>
            <pc:docMk/>
            <pc:sldMk cId="3071411212" sldId="263"/>
            <ac:grpSpMk id="235" creationId="{33FCAD8F-108F-7F33-27D0-D06FAB55F13C}"/>
          </ac:grpSpMkLst>
        </pc:grpChg>
        <pc:grpChg chg="mod">
          <ac:chgData name="MIna Naidah Gani" userId="949d910cfffb8065" providerId="LiveId" clId="{57FC1B85-3D8E-4975-9A1B-28614F8039CE}" dt="2022-09-11T13:12:30.856" v="482"/>
          <ac:grpSpMkLst>
            <pc:docMk/>
            <pc:sldMk cId="3071411212" sldId="263"/>
            <ac:grpSpMk id="236" creationId="{9F284DFE-16EE-3539-CEC7-37B27EEAB4E9}"/>
          </ac:grpSpMkLst>
        </pc:grpChg>
        <pc:grpChg chg="mod">
          <ac:chgData name="MIna Naidah Gani" userId="949d910cfffb8065" providerId="LiveId" clId="{57FC1B85-3D8E-4975-9A1B-28614F8039CE}" dt="2022-09-11T13:12:30.856" v="482"/>
          <ac:grpSpMkLst>
            <pc:docMk/>
            <pc:sldMk cId="3071411212" sldId="263"/>
            <ac:grpSpMk id="237" creationId="{E7DC6550-7660-B0DE-3211-BA48FB866433}"/>
          </ac:grpSpMkLst>
        </pc:grpChg>
        <pc:grpChg chg="mod">
          <ac:chgData name="MIna Naidah Gani" userId="949d910cfffb8065" providerId="LiveId" clId="{57FC1B85-3D8E-4975-9A1B-28614F8039CE}" dt="2022-09-11T13:12:30.856" v="482"/>
          <ac:grpSpMkLst>
            <pc:docMk/>
            <pc:sldMk cId="3071411212" sldId="263"/>
            <ac:grpSpMk id="238" creationId="{7B7BA97B-54AC-D69F-748B-1B1A497D0342}"/>
          </ac:grpSpMkLst>
        </pc:grpChg>
        <pc:grpChg chg="del mod">
          <ac:chgData name="MIna Naidah Gani" userId="949d910cfffb8065" providerId="LiveId" clId="{57FC1B85-3D8E-4975-9A1B-28614F8039CE}" dt="2022-09-11T13:13:04.329" v="486"/>
          <ac:grpSpMkLst>
            <pc:docMk/>
            <pc:sldMk cId="3071411212" sldId="263"/>
            <ac:grpSpMk id="241" creationId="{547DDCDC-FC62-85B8-3C5A-F4D5ABA9F4FF}"/>
          </ac:grpSpMkLst>
        </pc:grpChg>
        <pc:grpChg chg="mod">
          <ac:chgData name="MIna Naidah Gani" userId="949d910cfffb8065" providerId="LiveId" clId="{57FC1B85-3D8E-4975-9A1B-28614F8039CE}" dt="2022-09-11T13:13:09.622" v="492"/>
          <ac:grpSpMkLst>
            <pc:docMk/>
            <pc:sldMk cId="3071411212" sldId="263"/>
            <ac:grpSpMk id="244" creationId="{1E04A869-3CE4-E26C-C204-AF75443B88EC}"/>
          </ac:grpSpMkLst>
        </pc:grpChg>
        <pc:grpChg chg="mod">
          <ac:chgData name="MIna Naidah Gani" userId="949d910cfffb8065" providerId="LiveId" clId="{57FC1B85-3D8E-4975-9A1B-28614F8039CE}" dt="2022-09-11T13:13:18.491" v="508"/>
          <ac:grpSpMkLst>
            <pc:docMk/>
            <pc:sldMk cId="3071411212" sldId="263"/>
            <ac:grpSpMk id="260" creationId="{235B0B5F-E486-24B5-9966-8C2C058CB61E}"/>
          </ac:grpSpMkLst>
        </pc:grpChg>
        <pc:grpChg chg="mod">
          <ac:chgData name="MIna Naidah Gani" userId="949d910cfffb8065" providerId="LiveId" clId="{57FC1B85-3D8E-4975-9A1B-28614F8039CE}" dt="2022-09-11T13:13:18.491" v="508"/>
          <ac:grpSpMkLst>
            <pc:docMk/>
            <pc:sldMk cId="3071411212" sldId="263"/>
            <ac:grpSpMk id="261" creationId="{4C4F4E76-0AEA-421C-085F-8734B8EA8FA9}"/>
          </ac:grpSpMkLst>
        </pc:grpChg>
        <pc:grpChg chg="mod">
          <ac:chgData name="MIna Naidah Gani" userId="949d910cfffb8065" providerId="LiveId" clId="{57FC1B85-3D8E-4975-9A1B-28614F8039CE}" dt="2022-09-11T13:13:18.491" v="508"/>
          <ac:grpSpMkLst>
            <pc:docMk/>
            <pc:sldMk cId="3071411212" sldId="263"/>
            <ac:grpSpMk id="262" creationId="{3997B779-39C3-5605-6CC5-CB3D521F1E34}"/>
          </ac:grpSpMkLst>
        </pc:grpChg>
        <pc:grpChg chg="mod">
          <ac:chgData name="MIna Naidah Gani" userId="949d910cfffb8065" providerId="LiveId" clId="{57FC1B85-3D8E-4975-9A1B-28614F8039CE}" dt="2022-09-11T13:13:19.795" v="511"/>
          <ac:grpSpMkLst>
            <pc:docMk/>
            <pc:sldMk cId="3071411212" sldId="263"/>
            <ac:grpSpMk id="265" creationId="{BD6A6F3B-78A3-36E7-CAB6-C0FF701CC511}"/>
          </ac:grpSpMkLst>
        </pc:grpChg>
        <pc:grpChg chg="mod">
          <ac:chgData name="MIna Naidah Gani" userId="949d910cfffb8065" providerId="LiveId" clId="{57FC1B85-3D8E-4975-9A1B-28614F8039CE}" dt="2022-09-11T13:13:24.124" v="515"/>
          <ac:grpSpMkLst>
            <pc:docMk/>
            <pc:sldMk cId="3071411212" sldId="263"/>
            <ac:grpSpMk id="269" creationId="{6115566E-D4C0-3117-FABD-28AAE7A709F6}"/>
          </ac:grpSpMkLst>
        </pc:grpChg>
        <pc:grpChg chg="del mod">
          <ac:chgData name="MIna Naidah Gani" userId="949d910cfffb8065" providerId="LiveId" clId="{57FC1B85-3D8E-4975-9A1B-28614F8039CE}" dt="2022-09-11T13:13:39.798" v="524"/>
          <ac:grpSpMkLst>
            <pc:docMk/>
            <pc:sldMk cId="3071411212" sldId="263"/>
            <ac:grpSpMk id="273" creationId="{D9C8CB19-D578-407F-BA32-483AF60F403B}"/>
          </ac:grpSpMkLst>
        </pc:grpChg>
        <pc:grpChg chg="del mod">
          <ac:chgData name="MIna Naidah Gani" userId="949d910cfffb8065" providerId="LiveId" clId="{57FC1B85-3D8E-4975-9A1B-28614F8039CE}" dt="2022-09-11T13:13:41.588" v="527"/>
          <ac:grpSpMkLst>
            <pc:docMk/>
            <pc:sldMk cId="3071411212" sldId="263"/>
            <ac:grpSpMk id="278" creationId="{4034AC30-16ED-503E-215F-11F4FCE3A41E}"/>
          </ac:grpSpMkLst>
        </pc:grpChg>
        <pc:grpChg chg="del mod">
          <ac:chgData name="MIna Naidah Gani" userId="949d910cfffb8065" providerId="LiveId" clId="{57FC1B85-3D8E-4975-9A1B-28614F8039CE}" dt="2022-09-11T13:13:45.034" v="529"/>
          <ac:grpSpMkLst>
            <pc:docMk/>
            <pc:sldMk cId="3071411212" sldId="263"/>
            <ac:grpSpMk id="281" creationId="{B8BAFEA7-92EC-AC7A-3D9F-898325FC2D5D}"/>
          </ac:grpSpMkLst>
        </pc:grpChg>
        <pc:grpChg chg="mod">
          <ac:chgData name="MIna Naidah Gani" userId="949d910cfffb8065" providerId="LiveId" clId="{57FC1B85-3D8E-4975-9A1B-28614F8039CE}" dt="2022-09-11T13:13:45.034" v="529"/>
          <ac:grpSpMkLst>
            <pc:docMk/>
            <pc:sldMk cId="3071411212" sldId="263"/>
            <ac:grpSpMk id="283" creationId="{DCE569F9-595A-4D62-3C7C-B1839DBEFD7F}"/>
          </ac:grpSpMkLst>
        </pc:grpChg>
        <pc:inkChg chg="add mod">
          <ac:chgData name="MIna Naidah Gani" userId="949d910cfffb8065" providerId="LiveId" clId="{57FC1B85-3D8E-4975-9A1B-28614F8039CE}" dt="2022-09-11T13:03:27.699" v="256"/>
          <ac:inkMkLst>
            <pc:docMk/>
            <pc:sldMk cId="3071411212" sldId="263"/>
            <ac:inkMk id="2" creationId="{1D81909E-FD0C-5DEF-E8CF-D846C819242C}"/>
          </ac:inkMkLst>
        </pc:inkChg>
        <pc:inkChg chg="add mod">
          <ac:chgData name="MIna Naidah Gani" userId="949d910cfffb8065" providerId="LiveId" clId="{57FC1B85-3D8E-4975-9A1B-28614F8039CE}" dt="2022-09-11T13:03:27.699" v="256"/>
          <ac:inkMkLst>
            <pc:docMk/>
            <pc:sldMk cId="3071411212" sldId="263"/>
            <ac:inkMk id="3" creationId="{DE3AA998-E35B-24AB-4F53-F0D7BD3E618A}"/>
          </ac:inkMkLst>
        </pc:inkChg>
        <pc:inkChg chg="add mod">
          <ac:chgData name="MIna Naidah Gani" userId="949d910cfffb8065" providerId="LiveId" clId="{57FC1B85-3D8E-4975-9A1B-28614F8039CE}" dt="2022-09-11T13:03:27.699" v="256"/>
          <ac:inkMkLst>
            <pc:docMk/>
            <pc:sldMk cId="3071411212" sldId="263"/>
            <ac:inkMk id="4" creationId="{C789DA89-E11E-1257-48DE-3421C4007051}"/>
          </ac:inkMkLst>
        </pc:inkChg>
        <pc:inkChg chg="add mod">
          <ac:chgData name="MIna Naidah Gani" userId="949d910cfffb8065" providerId="LiveId" clId="{57FC1B85-3D8E-4975-9A1B-28614F8039CE}" dt="2022-09-11T13:03:27.699" v="256"/>
          <ac:inkMkLst>
            <pc:docMk/>
            <pc:sldMk cId="3071411212" sldId="263"/>
            <ac:inkMk id="5" creationId="{40393D15-0BF6-FD81-3E21-AF39DA198289}"/>
          </ac:inkMkLst>
        </pc:inkChg>
        <pc:inkChg chg="add mod">
          <ac:chgData name="MIna Naidah Gani" userId="949d910cfffb8065" providerId="LiveId" clId="{57FC1B85-3D8E-4975-9A1B-28614F8039CE}" dt="2022-09-11T13:03:27.699" v="256"/>
          <ac:inkMkLst>
            <pc:docMk/>
            <pc:sldMk cId="3071411212" sldId="263"/>
            <ac:inkMk id="6" creationId="{615D0F1C-CEE9-47CD-BCA2-91AA42929461}"/>
          </ac:inkMkLst>
        </pc:inkChg>
        <pc:inkChg chg="add mod">
          <ac:chgData name="MIna Naidah Gani" userId="949d910cfffb8065" providerId="LiveId" clId="{57FC1B85-3D8E-4975-9A1B-28614F8039CE}" dt="2022-09-11T13:03:31.741" v="262"/>
          <ac:inkMkLst>
            <pc:docMk/>
            <pc:sldMk cId="3071411212" sldId="263"/>
            <ac:inkMk id="7" creationId="{7096F079-48D4-64EF-2C86-70AE25B1B71B}"/>
          </ac:inkMkLst>
        </pc:inkChg>
        <pc:inkChg chg="add mod">
          <ac:chgData name="MIna Naidah Gani" userId="949d910cfffb8065" providerId="LiveId" clId="{57FC1B85-3D8E-4975-9A1B-28614F8039CE}" dt="2022-09-11T13:03:31.741" v="262"/>
          <ac:inkMkLst>
            <pc:docMk/>
            <pc:sldMk cId="3071411212" sldId="263"/>
            <ac:inkMk id="8" creationId="{0A84C75E-F622-523C-82E1-4E9DCEDC6C7B}"/>
          </ac:inkMkLst>
        </pc:inkChg>
        <pc:inkChg chg="add mod">
          <ac:chgData name="MIna Naidah Gani" userId="949d910cfffb8065" providerId="LiveId" clId="{57FC1B85-3D8E-4975-9A1B-28614F8039CE}" dt="2022-09-11T13:03:31.741" v="262"/>
          <ac:inkMkLst>
            <pc:docMk/>
            <pc:sldMk cId="3071411212" sldId="263"/>
            <ac:inkMk id="12" creationId="{266411D2-DA86-9826-B4C3-3BC358F5C96A}"/>
          </ac:inkMkLst>
        </pc:inkChg>
        <pc:inkChg chg="add mod">
          <ac:chgData name="MIna Naidah Gani" userId="949d910cfffb8065" providerId="LiveId" clId="{57FC1B85-3D8E-4975-9A1B-28614F8039CE}" dt="2022-09-11T13:03:31.741" v="262"/>
          <ac:inkMkLst>
            <pc:docMk/>
            <pc:sldMk cId="3071411212" sldId="263"/>
            <ac:inkMk id="13" creationId="{865433F0-369F-B67C-6494-D25CB5883015}"/>
          </ac:inkMkLst>
        </pc:inkChg>
        <pc:inkChg chg="add mod">
          <ac:chgData name="MIna Naidah Gani" userId="949d910cfffb8065" providerId="LiveId" clId="{57FC1B85-3D8E-4975-9A1B-28614F8039CE}" dt="2022-09-11T13:03:31.741" v="262"/>
          <ac:inkMkLst>
            <pc:docMk/>
            <pc:sldMk cId="3071411212" sldId="263"/>
            <ac:inkMk id="14" creationId="{2A66951A-90DC-FC89-1D63-12D9C4137CAE}"/>
          </ac:inkMkLst>
        </pc:inkChg>
        <pc:inkChg chg="add mod">
          <ac:chgData name="MIna Naidah Gani" userId="949d910cfffb8065" providerId="LiveId" clId="{57FC1B85-3D8E-4975-9A1B-28614F8039CE}" dt="2022-09-11T13:03:31.741" v="262"/>
          <ac:inkMkLst>
            <pc:docMk/>
            <pc:sldMk cId="3071411212" sldId="263"/>
            <ac:inkMk id="15" creationId="{4CC76745-55EA-BC37-3639-8DF8C4C780C3}"/>
          </ac:inkMkLst>
        </pc:inkChg>
        <pc:inkChg chg="add">
          <ac:chgData name="MIna Naidah Gani" userId="949d910cfffb8065" providerId="LiveId" clId="{57FC1B85-3D8E-4975-9A1B-28614F8039CE}" dt="2022-09-11T13:03:31.093" v="261" actId="9405"/>
          <ac:inkMkLst>
            <pc:docMk/>
            <pc:sldMk cId="3071411212" sldId="263"/>
            <ac:inkMk id="16" creationId="{537BA52D-5099-38B1-D428-64E1BE336D84}"/>
          </ac:inkMkLst>
        </pc:inkChg>
        <pc:inkChg chg="add">
          <ac:chgData name="MIna Naidah Gani" userId="949d910cfffb8065" providerId="LiveId" clId="{57FC1B85-3D8E-4975-9A1B-28614F8039CE}" dt="2022-09-11T13:03:38.446" v="263" actId="9405"/>
          <ac:inkMkLst>
            <pc:docMk/>
            <pc:sldMk cId="3071411212" sldId="263"/>
            <ac:inkMk id="18" creationId="{6A6BA0BD-3B22-E673-5500-9626AA504E5F}"/>
          </ac:inkMkLst>
        </pc:inkChg>
        <pc:inkChg chg="add">
          <ac:chgData name="MIna Naidah Gani" userId="949d910cfffb8065" providerId="LiveId" clId="{57FC1B85-3D8E-4975-9A1B-28614F8039CE}" dt="2022-09-11T13:03:38.916" v="264" actId="9405"/>
          <ac:inkMkLst>
            <pc:docMk/>
            <pc:sldMk cId="3071411212" sldId="263"/>
            <ac:inkMk id="19" creationId="{808F6114-C309-0EE8-1401-212177D9A8B6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0" creationId="{12A48614-58AE-269D-7169-BF767E56E1D3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1" creationId="{868D27D3-DA99-9A70-5932-F9B5208679CC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2" creationId="{6662CCBB-5FAA-660B-2F5A-54136670D43A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3" creationId="{15EAC308-D951-2FB3-E535-75C6838E6E4F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4" creationId="{DD616932-DEE0-02D6-C79F-32AAA14E6C38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5" creationId="{4D0037B2-9E89-767E-1405-6FBFB33722C7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6" creationId="{46FCB7A0-B919-06E3-7A78-01F4800FA942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7" creationId="{BD2512B1-443D-215C-9D99-A64C915AA409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8" creationId="{7FB26C89-7E98-2699-0E0C-18570B2A255A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29" creationId="{E3650D62-5C85-E97B-7E9A-896540A401E0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30" creationId="{AD8F98A8-E461-1427-DA2C-04681EE37517}"/>
          </ac:inkMkLst>
        </pc:inkChg>
        <pc:inkChg chg="add">
          <ac:chgData name="MIna Naidah Gani" userId="949d910cfffb8065" providerId="LiveId" clId="{57FC1B85-3D8E-4975-9A1B-28614F8039CE}" dt="2022-09-11T13:03:44.648" v="276" actId="9405"/>
          <ac:inkMkLst>
            <pc:docMk/>
            <pc:sldMk cId="3071411212" sldId="263"/>
            <ac:inkMk id="31" creationId="{B712DDB5-CC46-50E1-4C49-E100AA446EB2}"/>
          </ac:inkMkLst>
        </pc:inkChg>
        <pc:inkChg chg="add">
          <ac:chgData name="MIna Naidah Gani" userId="949d910cfffb8065" providerId="LiveId" clId="{57FC1B85-3D8E-4975-9A1B-28614F8039CE}" dt="2022-09-11T13:03:44.980" v="277" actId="9405"/>
          <ac:inkMkLst>
            <pc:docMk/>
            <pc:sldMk cId="3071411212" sldId="263"/>
            <ac:inkMk id="32" creationId="{9F1AA9D1-85F5-322B-3FA0-1A580CB1831A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33" creationId="{C641ACB3-22D8-8844-CBC3-C10AAEB3B4D8}"/>
          </ac:inkMkLst>
        </pc:inkChg>
        <pc:inkChg chg="add mod">
          <ac:chgData name="MIna Naidah Gani" userId="949d910cfffb8065" providerId="LiveId" clId="{57FC1B85-3D8E-4975-9A1B-28614F8039CE}" dt="2022-09-11T13:03:46.907" v="280"/>
          <ac:inkMkLst>
            <pc:docMk/>
            <pc:sldMk cId="3071411212" sldId="263"/>
            <ac:inkMk id="34" creationId="{B6292A19-CD04-22C7-368C-ABE91B63CC9D}"/>
          </ac:inkMkLst>
        </pc:inkChg>
        <pc:inkChg chg="add">
          <ac:chgData name="MIna Naidah Gani" userId="949d910cfffb8065" providerId="LiveId" clId="{57FC1B85-3D8E-4975-9A1B-28614F8039CE}" dt="2022-09-11T13:03:47.509" v="281" actId="9405"/>
          <ac:inkMkLst>
            <pc:docMk/>
            <pc:sldMk cId="3071411212" sldId="263"/>
            <ac:inkMk id="41" creationId="{086D7186-1BCD-5B55-F8B9-009D36623B0C}"/>
          </ac:inkMkLst>
        </pc:inkChg>
        <pc:inkChg chg="add">
          <ac:chgData name="MIna Naidah Gani" userId="949d910cfffb8065" providerId="LiveId" clId="{57FC1B85-3D8E-4975-9A1B-28614F8039CE}" dt="2022-09-11T13:03:47.856" v="282" actId="9405"/>
          <ac:inkMkLst>
            <pc:docMk/>
            <pc:sldMk cId="3071411212" sldId="263"/>
            <ac:inkMk id="42" creationId="{80EE1979-FC3A-7613-9A2D-D3787AEE5372}"/>
          </ac:inkMkLst>
        </pc:inkChg>
        <pc:inkChg chg="add mod">
          <ac:chgData name="MIna Naidah Gani" userId="949d910cfffb8065" providerId="LiveId" clId="{57FC1B85-3D8E-4975-9A1B-28614F8039CE}" dt="2022-09-11T13:03:53.448" v="293"/>
          <ac:inkMkLst>
            <pc:docMk/>
            <pc:sldMk cId="3071411212" sldId="263"/>
            <ac:inkMk id="43" creationId="{BB640D13-5648-A852-BE8F-EAFFBB31DDF4}"/>
          </ac:inkMkLst>
        </pc:inkChg>
        <pc:inkChg chg="add mod">
          <ac:chgData name="MIna Naidah Gani" userId="949d910cfffb8065" providerId="LiveId" clId="{57FC1B85-3D8E-4975-9A1B-28614F8039CE}" dt="2022-09-11T13:03:53.448" v="293"/>
          <ac:inkMkLst>
            <pc:docMk/>
            <pc:sldMk cId="3071411212" sldId="263"/>
            <ac:inkMk id="44" creationId="{5C9AD8C4-A717-4311-7975-BA2AD68FCDF3}"/>
          </ac:inkMkLst>
        </pc:inkChg>
        <pc:inkChg chg="add mod">
          <ac:chgData name="MIna Naidah Gani" userId="949d910cfffb8065" providerId="LiveId" clId="{57FC1B85-3D8E-4975-9A1B-28614F8039CE}" dt="2022-09-11T13:03:53.448" v="293"/>
          <ac:inkMkLst>
            <pc:docMk/>
            <pc:sldMk cId="3071411212" sldId="263"/>
            <ac:inkMk id="45" creationId="{FAB9AB45-014E-C3CC-0BAF-FBA4C9F8AEC4}"/>
          </ac:inkMkLst>
        </pc:inkChg>
        <pc:inkChg chg="add mod">
          <ac:chgData name="MIna Naidah Gani" userId="949d910cfffb8065" providerId="LiveId" clId="{57FC1B85-3D8E-4975-9A1B-28614F8039CE}" dt="2022-09-11T13:03:53.448" v="293"/>
          <ac:inkMkLst>
            <pc:docMk/>
            <pc:sldMk cId="3071411212" sldId="263"/>
            <ac:inkMk id="46" creationId="{AE18AA17-44C6-8E4D-E8F3-BC95908A295D}"/>
          </ac:inkMkLst>
        </pc:inkChg>
        <pc:inkChg chg="add">
          <ac:chgData name="MIna Naidah Gani" userId="949d910cfffb8065" providerId="LiveId" clId="{57FC1B85-3D8E-4975-9A1B-28614F8039CE}" dt="2022-09-11T13:03:50.472" v="287" actId="9405"/>
          <ac:inkMkLst>
            <pc:docMk/>
            <pc:sldMk cId="3071411212" sldId="263"/>
            <ac:inkMk id="47" creationId="{1593226D-CFF7-B2AC-1B4E-3D7BBF40C799}"/>
          </ac:inkMkLst>
        </pc:inkChg>
        <pc:inkChg chg="add">
          <ac:chgData name="MIna Naidah Gani" userId="949d910cfffb8065" providerId="LiveId" clId="{57FC1B85-3D8E-4975-9A1B-28614F8039CE}" dt="2022-09-11T13:03:50.841" v="288" actId="9405"/>
          <ac:inkMkLst>
            <pc:docMk/>
            <pc:sldMk cId="3071411212" sldId="263"/>
            <ac:inkMk id="48" creationId="{C342BAF4-02AB-46E8-4CF2-3EE8190058EC}"/>
          </ac:inkMkLst>
        </pc:inkChg>
        <pc:inkChg chg="add mod">
          <ac:chgData name="MIna Naidah Gani" userId="949d910cfffb8065" providerId="LiveId" clId="{57FC1B85-3D8E-4975-9A1B-28614F8039CE}" dt="2022-09-11T13:03:53.448" v="293"/>
          <ac:inkMkLst>
            <pc:docMk/>
            <pc:sldMk cId="3071411212" sldId="263"/>
            <ac:inkMk id="49" creationId="{A28C644A-7D21-2603-A0BC-5DB5C72D48E4}"/>
          </ac:inkMkLst>
        </pc:inkChg>
        <pc:inkChg chg="add mod">
          <ac:chgData name="MIna Naidah Gani" userId="949d910cfffb8065" providerId="LiveId" clId="{57FC1B85-3D8E-4975-9A1B-28614F8039CE}" dt="2022-09-11T13:03:53.448" v="293"/>
          <ac:inkMkLst>
            <pc:docMk/>
            <pc:sldMk cId="3071411212" sldId="263"/>
            <ac:inkMk id="50" creationId="{9605C60A-9453-E92B-9BF1-607B97AF9C68}"/>
          </ac:inkMkLst>
        </pc:inkChg>
        <pc:inkChg chg="add mod">
          <ac:chgData name="MIna Naidah Gani" userId="949d910cfffb8065" providerId="LiveId" clId="{57FC1B85-3D8E-4975-9A1B-28614F8039CE}" dt="2022-09-11T13:03:53.448" v="293"/>
          <ac:inkMkLst>
            <pc:docMk/>
            <pc:sldMk cId="3071411212" sldId="263"/>
            <ac:inkMk id="51" creationId="{1FBA2E88-44BC-0027-0E05-6B298B47CD12}"/>
          </ac:inkMkLst>
        </pc:inkChg>
        <pc:inkChg chg="add">
          <ac:chgData name="MIna Naidah Gani" userId="949d910cfffb8065" providerId="LiveId" clId="{57FC1B85-3D8E-4975-9A1B-28614F8039CE}" dt="2022-09-11T13:03:52.831" v="292" actId="9405"/>
          <ac:inkMkLst>
            <pc:docMk/>
            <pc:sldMk cId="3071411212" sldId="263"/>
            <ac:inkMk id="52" creationId="{4D3237EC-D2B6-8297-DBA0-3AFA9B9D3366}"/>
          </ac:inkMkLst>
        </pc:inkChg>
        <pc:inkChg chg="add">
          <ac:chgData name="MIna Naidah Gani" userId="949d910cfffb8065" providerId="LiveId" clId="{57FC1B85-3D8E-4975-9A1B-28614F8039CE}" dt="2022-09-11T13:03:53.780" v="294" actId="9405"/>
          <ac:inkMkLst>
            <pc:docMk/>
            <pc:sldMk cId="3071411212" sldId="263"/>
            <ac:inkMk id="56" creationId="{492F55C1-003D-7BE5-8154-A5EE711FCC47}"/>
          </ac:inkMkLst>
        </pc:inkChg>
        <pc:inkChg chg="add">
          <ac:chgData name="MIna Naidah Gani" userId="949d910cfffb8065" providerId="LiveId" clId="{57FC1B85-3D8E-4975-9A1B-28614F8039CE}" dt="2022-09-11T13:03:54.136" v="295" actId="9405"/>
          <ac:inkMkLst>
            <pc:docMk/>
            <pc:sldMk cId="3071411212" sldId="263"/>
            <ac:inkMk id="57" creationId="{AC844257-D396-B442-6CCF-FF9F56053A8D}"/>
          </ac:inkMkLst>
        </pc:inkChg>
        <pc:inkChg chg="add mod">
          <ac:chgData name="MIna Naidah Gani" userId="949d910cfffb8065" providerId="LiveId" clId="{57FC1B85-3D8E-4975-9A1B-28614F8039CE}" dt="2022-09-11T13:03:56.237" v="298"/>
          <ac:inkMkLst>
            <pc:docMk/>
            <pc:sldMk cId="3071411212" sldId="263"/>
            <ac:inkMk id="58" creationId="{D96EB29B-08D5-4614-49FA-5801D2F7EE54}"/>
          </ac:inkMkLst>
        </pc:inkChg>
        <pc:inkChg chg="add mod">
          <ac:chgData name="MIna Naidah Gani" userId="949d910cfffb8065" providerId="LiveId" clId="{57FC1B85-3D8E-4975-9A1B-28614F8039CE}" dt="2022-09-11T13:03:56.237" v="298"/>
          <ac:inkMkLst>
            <pc:docMk/>
            <pc:sldMk cId="3071411212" sldId="263"/>
            <ac:inkMk id="59" creationId="{C91854C5-103A-310A-B0A9-90BBE24E3E11}"/>
          </ac:inkMkLst>
        </pc:inkChg>
        <pc:inkChg chg="add mod">
          <ac:chgData name="MIna Naidah Gani" userId="949d910cfffb8065" providerId="LiveId" clId="{57FC1B85-3D8E-4975-9A1B-28614F8039CE}" dt="2022-09-11T13:04:11.881" v="301"/>
          <ac:inkMkLst>
            <pc:docMk/>
            <pc:sldMk cId="3071411212" sldId="263"/>
            <ac:inkMk id="61" creationId="{53195761-987E-AA70-0D8D-6616D838F20D}"/>
          </ac:inkMkLst>
        </pc:inkChg>
        <pc:inkChg chg="add mod">
          <ac:chgData name="MIna Naidah Gani" userId="949d910cfffb8065" providerId="LiveId" clId="{57FC1B85-3D8E-4975-9A1B-28614F8039CE}" dt="2022-09-11T13:04:11.881" v="301"/>
          <ac:inkMkLst>
            <pc:docMk/>
            <pc:sldMk cId="3071411212" sldId="263"/>
            <ac:inkMk id="62" creationId="{DB7BC0B6-7410-D43E-FECF-8A927E5B42EA}"/>
          </ac:inkMkLst>
        </pc:inkChg>
        <pc:inkChg chg="add">
          <ac:chgData name="MIna Naidah Gani" userId="949d910cfffb8065" providerId="LiveId" clId="{57FC1B85-3D8E-4975-9A1B-28614F8039CE}" dt="2022-09-11T13:04:11.881" v="302" actId="9405"/>
          <ac:inkMkLst>
            <pc:docMk/>
            <pc:sldMk cId="3071411212" sldId="263"/>
            <ac:inkMk id="64" creationId="{7361392F-7412-C3B7-5C0C-0255FFEE5BB9}"/>
          </ac:inkMkLst>
        </pc:inkChg>
        <pc:inkChg chg="add">
          <ac:chgData name="MIna Naidah Gani" userId="949d910cfffb8065" providerId="LiveId" clId="{57FC1B85-3D8E-4975-9A1B-28614F8039CE}" dt="2022-09-11T13:04:12.320" v="303" actId="9405"/>
          <ac:inkMkLst>
            <pc:docMk/>
            <pc:sldMk cId="3071411212" sldId="263"/>
            <ac:inkMk id="65" creationId="{8944F4E3-CB99-6039-0CB0-16FA32B1446C}"/>
          </ac:inkMkLst>
        </pc:inkChg>
        <pc:inkChg chg="add mod">
          <ac:chgData name="MIna Naidah Gani" userId="949d910cfffb8065" providerId="LiveId" clId="{57FC1B85-3D8E-4975-9A1B-28614F8039CE}" dt="2022-09-11T13:04:16.814" v="312"/>
          <ac:inkMkLst>
            <pc:docMk/>
            <pc:sldMk cId="3071411212" sldId="263"/>
            <ac:inkMk id="66" creationId="{3527D0D1-1FAE-D6F6-5D93-511067E3C512}"/>
          </ac:inkMkLst>
        </pc:inkChg>
        <pc:inkChg chg="add mod">
          <ac:chgData name="MIna Naidah Gani" userId="949d910cfffb8065" providerId="LiveId" clId="{57FC1B85-3D8E-4975-9A1B-28614F8039CE}" dt="2022-09-11T13:04:16.814" v="312"/>
          <ac:inkMkLst>
            <pc:docMk/>
            <pc:sldMk cId="3071411212" sldId="263"/>
            <ac:inkMk id="67" creationId="{4DBAC2B3-7AED-6AFE-78B9-4E329BA8E492}"/>
          </ac:inkMkLst>
        </pc:inkChg>
        <pc:inkChg chg="add mod">
          <ac:chgData name="MIna Naidah Gani" userId="949d910cfffb8065" providerId="LiveId" clId="{57FC1B85-3D8E-4975-9A1B-28614F8039CE}" dt="2022-09-11T13:04:16.814" v="312"/>
          <ac:inkMkLst>
            <pc:docMk/>
            <pc:sldMk cId="3071411212" sldId="263"/>
            <ac:inkMk id="68" creationId="{BC1B8A5E-25CA-7DA4-DADA-52D23BC4C254}"/>
          </ac:inkMkLst>
        </pc:inkChg>
        <pc:inkChg chg="add">
          <ac:chgData name="MIna Naidah Gani" userId="949d910cfffb8065" providerId="LiveId" clId="{57FC1B85-3D8E-4975-9A1B-28614F8039CE}" dt="2022-09-11T13:04:14.102" v="307" actId="9405"/>
          <ac:inkMkLst>
            <pc:docMk/>
            <pc:sldMk cId="3071411212" sldId="263"/>
            <ac:inkMk id="69" creationId="{1DC457FD-33F4-8E65-9C51-0F75DF15CE4B}"/>
          </ac:inkMkLst>
        </pc:inkChg>
        <pc:inkChg chg="add">
          <ac:chgData name="MIna Naidah Gani" userId="949d910cfffb8065" providerId="LiveId" clId="{57FC1B85-3D8E-4975-9A1B-28614F8039CE}" dt="2022-09-11T13:04:14.535" v="308" actId="9405"/>
          <ac:inkMkLst>
            <pc:docMk/>
            <pc:sldMk cId="3071411212" sldId="263"/>
            <ac:inkMk id="70" creationId="{FDB10F73-7A52-CCA9-3A1C-0AD0E621964C}"/>
          </ac:inkMkLst>
        </pc:inkChg>
        <pc:inkChg chg="add">
          <ac:chgData name="MIna Naidah Gani" userId="949d910cfffb8065" providerId="LiveId" clId="{57FC1B85-3D8E-4975-9A1B-28614F8039CE}" dt="2022-09-11T13:04:14.904" v="309" actId="9405"/>
          <ac:inkMkLst>
            <pc:docMk/>
            <pc:sldMk cId="3071411212" sldId="263"/>
            <ac:inkMk id="71" creationId="{76CEB284-265D-6EDC-4B6C-2BD0C2668687}"/>
          </ac:inkMkLst>
        </pc:inkChg>
        <pc:inkChg chg="add mod">
          <ac:chgData name="MIna Naidah Gani" userId="949d910cfffb8065" providerId="LiveId" clId="{57FC1B85-3D8E-4975-9A1B-28614F8039CE}" dt="2022-09-11T13:04:16.814" v="312"/>
          <ac:inkMkLst>
            <pc:docMk/>
            <pc:sldMk cId="3071411212" sldId="263"/>
            <ac:inkMk id="72" creationId="{CBD76899-45FC-2D66-1FB9-754B9D91F62A}"/>
          </ac:inkMkLst>
        </pc:inkChg>
        <pc:inkChg chg="add mod">
          <ac:chgData name="MIna Naidah Gani" userId="949d910cfffb8065" providerId="LiveId" clId="{57FC1B85-3D8E-4975-9A1B-28614F8039CE}" dt="2022-09-11T13:04:16.814" v="312"/>
          <ac:inkMkLst>
            <pc:docMk/>
            <pc:sldMk cId="3071411212" sldId="263"/>
            <ac:inkMk id="73" creationId="{6FAC1575-81E4-0D0E-A158-020406BB2139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76" creationId="{D7B555A2-A51E-8B2D-72DE-E78B76BD2E0C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77" creationId="{49B0E7B1-A0F3-B09E-AA8C-79CDB8A3AD3A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78" creationId="{7D477553-9EDB-2F1A-D9E8-9F43540E4B0C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80" creationId="{515C51C3-0A9A-E03F-3EB5-7444CEBEFF52}"/>
          </ac:inkMkLst>
        </pc:inkChg>
        <pc:inkChg chg="add del mod">
          <ac:chgData name="MIna Naidah Gani" userId="949d910cfffb8065" providerId="LiveId" clId="{57FC1B85-3D8E-4975-9A1B-28614F8039CE}" dt="2022-09-11T13:07:13.730" v="351" actId="9405"/>
          <ac:inkMkLst>
            <pc:docMk/>
            <pc:sldMk cId="3071411212" sldId="263"/>
            <ac:inkMk id="81" creationId="{8E03E37D-56D0-B5DA-8ACB-8C35CDF84EF3}"/>
          </ac:inkMkLst>
        </pc:inkChg>
        <pc:inkChg chg="add del mod">
          <ac:chgData name="MIna Naidah Gani" userId="949d910cfffb8065" providerId="LiveId" clId="{57FC1B85-3D8E-4975-9A1B-28614F8039CE}" dt="2022-09-11T13:07:13.190" v="350"/>
          <ac:inkMkLst>
            <pc:docMk/>
            <pc:sldMk cId="3071411212" sldId="263"/>
            <ac:inkMk id="82" creationId="{472F03AA-B6E9-EEE1-3627-C692F51906CE}"/>
          </ac:inkMkLst>
        </pc:inkChg>
        <pc:inkChg chg="add del mod">
          <ac:chgData name="MIna Naidah Gani" userId="949d910cfffb8065" providerId="LiveId" clId="{57FC1B85-3D8E-4975-9A1B-28614F8039CE}" dt="2022-09-11T13:07:12.606" v="348" actId="9405"/>
          <ac:inkMkLst>
            <pc:docMk/>
            <pc:sldMk cId="3071411212" sldId="263"/>
            <ac:inkMk id="84" creationId="{3B74BF69-986F-1F29-9E43-086FE7A80DCF}"/>
          </ac:inkMkLst>
        </pc:inkChg>
        <pc:inkChg chg="add del mod">
          <ac:chgData name="MIna Naidah Gani" userId="949d910cfffb8065" providerId="LiveId" clId="{57FC1B85-3D8E-4975-9A1B-28614F8039CE}" dt="2022-09-11T13:07:12.074" v="347" actId="9405"/>
          <ac:inkMkLst>
            <pc:docMk/>
            <pc:sldMk cId="3071411212" sldId="263"/>
            <ac:inkMk id="85" creationId="{903F44E3-52C2-75AE-F208-573AE2DE5EDA}"/>
          </ac:inkMkLst>
        </pc:inkChg>
        <pc:inkChg chg="add del mod">
          <ac:chgData name="MIna Naidah Gani" userId="949d910cfffb8065" providerId="LiveId" clId="{57FC1B85-3D8E-4975-9A1B-28614F8039CE}" dt="2022-09-11T13:07:06.881" v="346" actId="9405"/>
          <ac:inkMkLst>
            <pc:docMk/>
            <pc:sldMk cId="3071411212" sldId="263"/>
            <ac:inkMk id="86" creationId="{341F78C4-A0F0-0A9D-2AE9-93CD564616DF}"/>
          </ac:inkMkLst>
        </pc:inkChg>
        <pc:inkChg chg="add del mod">
          <ac:chgData name="MIna Naidah Gani" userId="949d910cfffb8065" providerId="LiveId" clId="{57FC1B85-3D8E-4975-9A1B-28614F8039CE}" dt="2022-09-11T13:07:06.644" v="345" actId="9405"/>
          <ac:inkMkLst>
            <pc:docMk/>
            <pc:sldMk cId="3071411212" sldId="263"/>
            <ac:inkMk id="87" creationId="{08FF5688-5138-7659-3E80-E550D6DD7178}"/>
          </ac:inkMkLst>
        </pc:inkChg>
        <pc:inkChg chg="add del mod">
          <ac:chgData name="MIna Naidah Gani" userId="949d910cfffb8065" providerId="LiveId" clId="{57FC1B85-3D8E-4975-9A1B-28614F8039CE}" dt="2022-09-11T13:07:06.415" v="344" actId="9405"/>
          <ac:inkMkLst>
            <pc:docMk/>
            <pc:sldMk cId="3071411212" sldId="263"/>
            <ac:inkMk id="88" creationId="{AD63891F-70FC-C39F-0610-A49F9993C236}"/>
          </ac:inkMkLst>
        </pc:inkChg>
        <pc:inkChg chg="add del mod">
          <ac:chgData name="MIna Naidah Gani" userId="949d910cfffb8065" providerId="LiveId" clId="{57FC1B85-3D8E-4975-9A1B-28614F8039CE}" dt="2022-09-11T13:07:06.178" v="343"/>
          <ac:inkMkLst>
            <pc:docMk/>
            <pc:sldMk cId="3071411212" sldId="263"/>
            <ac:inkMk id="89" creationId="{AC752151-746C-7824-2BA5-7D24192486DA}"/>
          </ac:inkMkLst>
        </pc:inkChg>
        <pc:inkChg chg="add del mod">
          <ac:chgData name="MIna Naidah Gani" userId="949d910cfffb8065" providerId="LiveId" clId="{57FC1B85-3D8E-4975-9A1B-28614F8039CE}" dt="2022-09-11T13:07:05.935" v="341" actId="9405"/>
          <ac:inkMkLst>
            <pc:docMk/>
            <pc:sldMk cId="3071411212" sldId="263"/>
            <ac:inkMk id="93" creationId="{F99E0D22-D2EB-804C-6E93-9F28E13BF1A8}"/>
          </ac:inkMkLst>
        </pc:inkChg>
        <pc:inkChg chg="add del mod">
          <ac:chgData name="MIna Naidah Gani" userId="949d910cfffb8065" providerId="LiveId" clId="{57FC1B85-3D8E-4975-9A1B-28614F8039CE}" dt="2022-09-11T13:07:05.698" v="340" actId="9405"/>
          <ac:inkMkLst>
            <pc:docMk/>
            <pc:sldMk cId="3071411212" sldId="263"/>
            <ac:inkMk id="94" creationId="{16536876-855C-0614-9CEF-37F65207F987}"/>
          </ac:inkMkLst>
        </pc:inkChg>
        <pc:inkChg chg="add del mod">
          <ac:chgData name="MIna Naidah Gani" userId="949d910cfffb8065" providerId="LiveId" clId="{57FC1B85-3D8E-4975-9A1B-28614F8039CE}" dt="2022-09-11T13:07:05.592" v="339" actId="9405"/>
          <ac:inkMkLst>
            <pc:docMk/>
            <pc:sldMk cId="3071411212" sldId="263"/>
            <ac:inkMk id="95" creationId="{0F698013-F489-58F7-3808-91F405E803D7}"/>
          </ac:inkMkLst>
        </pc:inkChg>
        <pc:inkChg chg="add del mod">
          <ac:chgData name="MIna Naidah Gani" userId="949d910cfffb8065" providerId="LiveId" clId="{57FC1B85-3D8E-4975-9A1B-28614F8039CE}" dt="2022-09-11T13:07:05.346" v="338" actId="9405"/>
          <ac:inkMkLst>
            <pc:docMk/>
            <pc:sldMk cId="3071411212" sldId="263"/>
            <ac:inkMk id="96" creationId="{BBD0B0E4-E068-73A1-60F1-91A0FD1F72B8}"/>
          </ac:inkMkLst>
        </pc:inkChg>
        <pc:inkChg chg="add del mod">
          <ac:chgData name="MIna Naidah Gani" userId="949d910cfffb8065" providerId="LiveId" clId="{57FC1B85-3D8E-4975-9A1B-28614F8039CE}" dt="2022-09-11T13:07:04.126" v="337"/>
          <ac:inkMkLst>
            <pc:docMk/>
            <pc:sldMk cId="3071411212" sldId="263"/>
            <ac:inkMk id="97" creationId="{65698F2D-B7D1-BCDA-BB09-5E8640701233}"/>
          </ac:inkMkLst>
        </pc:inkChg>
        <pc:inkChg chg="add del">
          <ac:chgData name="MIna Naidah Gani" userId="949d910cfffb8065" providerId="LiveId" clId="{57FC1B85-3D8E-4975-9A1B-28614F8039CE}" dt="2022-09-11T13:07:03.533" v="335" actId="9405"/>
          <ac:inkMkLst>
            <pc:docMk/>
            <pc:sldMk cId="3071411212" sldId="263"/>
            <ac:inkMk id="99" creationId="{D4B8410B-B708-0D9F-CFBF-89F1B3CB99C0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100" creationId="{EFD66E93-ED66-8A83-DA2B-F4C25C61F56E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101" creationId="{0C54CAC5-7136-756A-BBBC-A7974711A726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102" creationId="{8C34C4A0-5D69-68D4-3FE5-2E2E7184AA98}"/>
          </ac:inkMkLst>
        </pc:inkChg>
        <pc:inkChg chg="add del">
          <ac:chgData name="MIna Naidah Gani" userId="949d910cfffb8065" providerId="LiveId" clId="{57FC1B85-3D8E-4975-9A1B-28614F8039CE}" dt="2022-09-11T13:07:25.548" v="360" actId="9405"/>
          <ac:inkMkLst>
            <pc:docMk/>
            <pc:sldMk cId="3071411212" sldId="263"/>
            <ac:inkMk id="103" creationId="{07116501-2DDE-B9AD-0FAA-1027A1DB013B}"/>
          </ac:inkMkLst>
        </pc:inkChg>
        <pc:inkChg chg="add del">
          <ac:chgData name="MIna Naidah Gani" userId="949d910cfffb8065" providerId="LiveId" clId="{57FC1B85-3D8E-4975-9A1B-28614F8039CE}" dt="2022-09-11T13:07:25.042" v="359"/>
          <ac:inkMkLst>
            <pc:docMk/>
            <pc:sldMk cId="3071411212" sldId="263"/>
            <ac:inkMk id="104" creationId="{CBE0549E-8EDF-7A4D-9BD2-1328D3EE0566}"/>
          </ac:inkMkLst>
        </pc:inkChg>
        <pc:inkChg chg="add">
          <ac:chgData name="MIna Naidah Gani" userId="949d910cfffb8065" providerId="LiveId" clId="{57FC1B85-3D8E-4975-9A1B-28614F8039CE}" dt="2022-09-11T13:07:27.818" v="361" actId="9405"/>
          <ac:inkMkLst>
            <pc:docMk/>
            <pc:sldMk cId="3071411212" sldId="263"/>
            <ac:inkMk id="106" creationId="{09D761FC-3DBE-CEE6-3885-5BE19BD0A60F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07" creationId="{4497B06C-E93F-74B5-3241-550207C2BB8C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08" creationId="{BC1C1076-CF9A-3ED8-DF48-0006B9854A9B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09" creationId="{C417A735-E4F5-5E5E-FA1E-FAD7C8385968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11" creationId="{4E8FA476-9213-AA75-5566-BC11EB271DA9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12" creationId="{4F2D57D4-CF84-C803-E0CA-EDA5AA60A07B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13" creationId="{B9F2BC8F-0F29-111C-F6A9-6F0CA0C33A27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14" creationId="{08E5D576-A565-591B-D532-CAD08FF6F7BE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116" creationId="{4470FA6E-7077-4944-76DD-00FDE3641193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117" creationId="{7D84622C-C8F8-94E8-3E6E-115515641A58}"/>
          </ac:inkMkLst>
        </pc:inkChg>
        <pc:inkChg chg="add mod">
          <ac:chgData name="MIna Naidah Gani" userId="949d910cfffb8065" providerId="LiveId" clId="{57FC1B85-3D8E-4975-9A1B-28614F8039CE}" dt="2022-09-11T13:07:46.564" v="374"/>
          <ac:inkMkLst>
            <pc:docMk/>
            <pc:sldMk cId="3071411212" sldId="263"/>
            <ac:inkMk id="118" creationId="{EFC2928D-61FE-4D40-56EC-FDA8E2501DB4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1" creationId="{853AF443-8DFA-BF05-2531-3637412E01AA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2" creationId="{F145EDE5-4D3D-F204-32B6-BB077330A692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3" creationId="{8CD24C05-8591-6232-5E0A-1EAA16F49811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4" creationId="{665561A4-0961-2C36-87ED-4050F4C71C2D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5" creationId="{970E9B68-D298-14A1-CB50-7CB7D2A832FE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6" creationId="{4E72C482-1E4B-3ACB-69D6-DC3BBE3118E8}"/>
          </ac:inkMkLst>
        </pc:inkChg>
        <pc:inkChg chg="add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7" creationId="{4B2DBAF4-E284-9466-0DAC-892E7A92069A}"/>
          </ac:inkMkLst>
        </pc:inkChg>
        <pc:inkChg chg="add del mod">
          <ac:chgData name="MIna Naidah Gani" userId="949d910cfffb8065" providerId="LiveId" clId="{57FC1B85-3D8E-4975-9A1B-28614F8039CE}" dt="2022-09-11T13:08:29.200" v="385"/>
          <ac:inkMkLst>
            <pc:docMk/>
            <pc:sldMk cId="3071411212" sldId="263"/>
            <ac:inkMk id="128" creationId="{5D397FC2-E88A-2A64-50CC-AFAC933EB1C0}"/>
          </ac:inkMkLst>
        </pc:inkChg>
        <pc:inkChg chg="add mod">
          <ac:chgData name="MIna Naidah Gani" userId="949d910cfffb8065" providerId="LiveId" clId="{57FC1B85-3D8E-4975-9A1B-28614F8039CE}" dt="2022-09-11T13:08:34.975" v="391"/>
          <ac:inkMkLst>
            <pc:docMk/>
            <pc:sldMk cId="3071411212" sldId="263"/>
            <ac:inkMk id="131" creationId="{A9103ECB-1F3F-AA0A-B899-D3D8903B9C9E}"/>
          </ac:inkMkLst>
        </pc:inkChg>
        <pc:inkChg chg="add mod">
          <ac:chgData name="MIna Naidah Gani" userId="949d910cfffb8065" providerId="LiveId" clId="{57FC1B85-3D8E-4975-9A1B-28614F8039CE}" dt="2022-09-11T13:08:34.975" v="391"/>
          <ac:inkMkLst>
            <pc:docMk/>
            <pc:sldMk cId="3071411212" sldId="263"/>
            <ac:inkMk id="132" creationId="{FCF2B355-D0C0-9D08-72F0-5C16F115906D}"/>
          </ac:inkMkLst>
        </pc:inkChg>
        <pc:inkChg chg="add mod">
          <ac:chgData name="MIna Naidah Gani" userId="949d910cfffb8065" providerId="LiveId" clId="{57FC1B85-3D8E-4975-9A1B-28614F8039CE}" dt="2022-09-11T13:08:34.975" v="391"/>
          <ac:inkMkLst>
            <pc:docMk/>
            <pc:sldMk cId="3071411212" sldId="263"/>
            <ac:inkMk id="133" creationId="{8527956C-9653-F5BF-5562-8DAE86079FE9}"/>
          </ac:inkMkLst>
        </pc:inkChg>
        <pc:inkChg chg="add mod">
          <ac:chgData name="MIna Naidah Gani" userId="949d910cfffb8065" providerId="LiveId" clId="{57FC1B85-3D8E-4975-9A1B-28614F8039CE}" dt="2022-09-11T13:08:34.975" v="391"/>
          <ac:inkMkLst>
            <pc:docMk/>
            <pc:sldMk cId="3071411212" sldId="263"/>
            <ac:inkMk id="134" creationId="{7D7FDE45-485A-F9CA-903B-CEB7352CC6AF}"/>
          </ac:inkMkLst>
        </pc:inkChg>
        <pc:inkChg chg="add">
          <ac:chgData name="MIna Naidah Gani" userId="949d910cfffb8065" providerId="LiveId" clId="{57FC1B85-3D8E-4975-9A1B-28614F8039CE}" dt="2022-09-11T13:08:34.389" v="390" actId="9405"/>
          <ac:inkMkLst>
            <pc:docMk/>
            <pc:sldMk cId="3071411212" sldId="263"/>
            <ac:inkMk id="135" creationId="{B972B004-108E-4FFC-53D4-35D7F5A58398}"/>
          </ac:inkMkLst>
        </pc:inkChg>
        <pc:inkChg chg="add">
          <ac:chgData name="MIna Naidah Gani" userId="949d910cfffb8065" providerId="LiveId" clId="{57FC1B85-3D8E-4975-9A1B-28614F8039CE}" dt="2022-09-11T13:08:37.281" v="392" actId="9405"/>
          <ac:inkMkLst>
            <pc:docMk/>
            <pc:sldMk cId="3071411212" sldId="263"/>
            <ac:inkMk id="137" creationId="{0883BAEE-0A3B-A912-0923-D59BAA3D990F}"/>
          </ac:inkMkLst>
        </pc:inkChg>
        <pc:inkChg chg="add">
          <ac:chgData name="MIna Naidah Gani" userId="949d910cfffb8065" providerId="LiveId" clId="{57FC1B85-3D8E-4975-9A1B-28614F8039CE}" dt="2022-09-11T13:08:41.218" v="393" actId="9405"/>
          <ac:inkMkLst>
            <pc:docMk/>
            <pc:sldMk cId="3071411212" sldId="263"/>
            <ac:inkMk id="138" creationId="{881D29DD-17F6-CE46-FA34-2E46065CA595}"/>
          </ac:inkMkLst>
        </pc:inkChg>
        <pc:inkChg chg="add mod">
          <ac:chgData name="MIna Naidah Gani" userId="949d910cfffb8065" providerId="LiveId" clId="{57FC1B85-3D8E-4975-9A1B-28614F8039CE}" dt="2022-09-11T13:09:02.148" v="399"/>
          <ac:inkMkLst>
            <pc:docMk/>
            <pc:sldMk cId="3071411212" sldId="263"/>
            <ac:inkMk id="139" creationId="{36CAA59C-EB17-5802-0F6D-E05E3361F3E7}"/>
          </ac:inkMkLst>
        </pc:inkChg>
        <pc:inkChg chg="add mod">
          <ac:chgData name="MIna Naidah Gani" userId="949d910cfffb8065" providerId="LiveId" clId="{57FC1B85-3D8E-4975-9A1B-28614F8039CE}" dt="2022-09-11T13:09:02.148" v="399"/>
          <ac:inkMkLst>
            <pc:docMk/>
            <pc:sldMk cId="3071411212" sldId="263"/>
            <ac:inkMk id="140" creationId="{A3BA089F-490B-38F3-473B-FA7120A64692}"/>
          </ac:inkMkLst>
        </pc:inkChg>
        <pc:inkChg chg="add">
          <ac:chgData name="MIna Naidah Gani" userId="949d910cfffb8065" providerId="LiveId" clId="{57FC1B85-3D8E-4975-9A1B-28614F8039CE}" dt="2022-09-11T13:09:00.759" v="396" actId="9405"/>
          <ac:inkMkLst>
            <pc:docMk/>
            <pc:sldMk cId="3071411212" sldId="263"/>
            <ac:inkMk id="141" creationId="{1D47F302-6D68-2DB6-86F2-CEA39EAC9604}"/>
          </ac:inkMkLst>
        </pc:inkChg>
        <pc:inkChg chg="add mod">
          <ac:chgData name="MIna Naidah Gani" userId="949d910cfffb8065" providerId="LiveId" clId="{57FC1B85-3D8E-4975-9A1B-28614F8039CE}" dt="2022-09-11T13:09:02.148" v="399"/>
          <ac:inkMkLst>
            <pc:docMk/>
            <pc:sldMk cId="3071411212" sldId="263"/>
            <ac:inkMk id="142" creationId="{3817E6D8-423F-65D6-15FA-E99F2A8DA0FD}"/>
          </ac:inkMkLst>
        </pc:inkChg>
        <pc:inkChg chg="add mod">
          <ac:chgData name="MIna Naidah Gani" userId="949d910cfffb8065" providerId="LiveId" clId="{57FC1B85-3D8E-4975-9A1B-28614F8039CE}" dt="2022-09-11T13:09:02.148" v="399"/>
          <ac:inkMkLst>
            <pc:docMk/>
            <pc:sldMk cId="3071411212" sldId="263"/>
            <ac:inkMk id="143" creationId="{7219BEC4-EC18-80EC-AC87-06A3EFDC00CD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46" creationId="{DAF725DB-55BE-4032-DEF8-5277D241A012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47" creationId="{E169919C-89F0-842A-C219-041003D6D4C8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48" creationId="{BBF05EAA-4144-753F-5AF3-8313BBAEB74B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49" creationId="{66268823-7446-B6E9-D1F4-FBFA2B8C572B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1" creationId="{16F10DFE-A819-11A1-6437-15B625880C91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2" creationId="{C30DBE36-4CD6-F9F1-BCB6-E0A2C372DCFA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3" creationId="{2BF58E0A-30E3-21D8-F923-36BDF94E42FF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4" creationId="{7829892E-B0A5-674D-3C0B-ADFFF08893A2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6" creationId="{12704B56-6E0B-F1CC-703F-7C7FB32D4B8C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7" creationId="{B7FFC07F-B8E9-4B6A-862B-7FAC48BEFFEF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8" creationId="{8CF22899-4203-67E9-FD88-7769607D6A2A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59" creationId="{18584DF8-FE66-E1D3-4AF2-82172429366E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60" creationId="{D9738717-873D-8F10-8F90-BBF39D3D3293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61" creationId="{1A7DB735-8E5C-F667-27B7-C050814B6843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62" creationId="{8948CE83-253A-2884-57E7-7034A4A25EEA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64" creationId="{D314B0F0-E4AD-1D27-E97F-AFF404625098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66" creationId="{2DA8BAEC-F47B-6C3A-6C0B-3634D00EEA90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67" creationId="{5B52430C-8B4A-BB06-7149-50417E94C821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69" creationId="{BF8A2256-AA0C-B087-25ED-F8B46A078749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70" creationId="{E71A8BC2-78C4-8C6D-E51D-BDB857A67DA4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71" creationId="{2A84D3D4-26B1-BE2C-20FE-136DAF366A32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72" creationId="{5C2224FD-48F6-C44F-89C5-C77CC6C61574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73" creationId="{B0C293AA-F2F0-641C-E7AD-E0B5A02D88D9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74" creationId="{4ECEFA16-9E18-F7C5-89CB-21DF25A219FD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75" creationId="{D86C7DB8-6ED9-7D60-CD76-95E986388429}"/>
          </ac:inkMkLst>
        </pc:inkChg>
        <pc:inkChg chg="add mod">
          <ac:chgData name="MIna Naidah Gani" userId="949d910cfffb8065" providerId="LiveId" clId="{57FC1B85-3D8E-4975-9A1B-28614F8039CE}" dt="2022-09-11T13:09:51.703" v="431"/>
          <ac:inkMkLst>
            <pc:docMk/>
            <pc:sldMk cId="3071411212" sldId="263"/>
            <ac:inkMk id="176" creationId="{17E1CB43-17E8-22DC-D35B-C029E43E2060}"/>
          </ac:inkMkLst>
        </pc:inkChg>
        <pc:inkChg chg="add mod">
          <ac:chgData name="MIna Naidah Gani" userId="949d910cfffb8065" providerId="LiveId" clId="{57FC1B85-3D8E-4975-9A1B-28614F8039CE}" dt="2022-09-11T13:09:54.910" v="434"/>
          <ac:inkMkLst>
            <pc:docMk/>
            <pc:sldMk cId="3071411212" sldId="263"/>
            <ac:inkMk id="178" creationId="{0E5A67CB-F422-87F0-85A2-4CD02EEB0179}"/>
          </ac:inkMkLst>
        </pc:inkChg>
        <pc:inkChg chg="add mod">
          <ac:chgData name="MIna Naidah Gani" userId="949d910cfffb8065" providerId="LiveId" clId="{57FC1B85-3D8E-4975-9A1B-28614F8039CE}" dt="2022-09-11T13:09:54.910" v="434"/>
          <ac:inkMkLst>
            <pc:docMk/>
            <pc:sldMk cId="3071411212" sldId="263"/>
            <ac:inkMk id="179" creationId="{51F8F49C-BE4A-0661-7A95-B3E9050302CD}"/>
          </ac:inkMkLst>
        </pc:inkChg>
        <pc:inkChg chg="add mod">
          <ac:chgData name="MIna Naidah Gani" userId="949d910cfffb8065" providerId="LiveId" clId="{57FC1B85-3D8E-4975-9A1B-28614F8039CE}" dt="2022-09-11T13:11:03.875" v="443"/>
          <ac:inkMkLst>
            <pc:docMk/>
            <pc:sldMk cId="3071411212" sldId="263"/>
            <ac:inkMk id="181" creationId="{50A3B33D-9B74-8BF7-C496-E00CB8C47738}"/>
          </ac:inkMkLst>
        </pc:inkChg>
        <pc:inkChg chg="add mod">
          <ac:chgData name="MIna Naidah Gani" userId="949d910cfffb8065" providerId="LiveId" clId="{57FC1B85-3D8E-4975-9A1B-28614F8039CE}" dt="2022-09-11T13:11:03.875" v="443"/>
          <ac:inkMkLst>
            <pc:docMk/>
            <pc:sldMk cId="3071411212" sldId="263"/>
            <ac:inkMk id="182" creationId="{1259DF4A-D502-7550-6335-4DE3CBDC3C92}"/>
          </ac:inkMkLst>
        </pc:inkChg>
        <pc:inkChg chg="add mod">
          <ac:chgData name="MIna Naidah Gani" userId="949d910cfffb8065" providerId="LiveId" clId="{57FC1B85-3D8E-4975-9A1B-28614F8039CE}" dt="2022-09-11T13:11:03.875" v="443"/>
          <ac:inkMkLst>
            <pc:docMk/>
            <pc:sldMk cId="3071411212" sldId="263"/>
            <ac:inkMk id="184" creationId="{FC590048-36FF-165B-A8D8-AE02522CEBFC}"/>
          </ac:inkMkLst>
        </pc:inkChg>
        <pc:inkChg chg="add mod">
          <ac:chgData name="MIna Naidah Gani" userId="949d910cfffb8065" providerId="LiveId" clId="{57FC1B85-3D8E-4975-9A1B-28614F8039CE}" dt="2022-09-11T13:11:03.875" v="443"/>
          <ac:inkMkLst>
            <pc:docMk/>
            <pc:sldMk cId="3071411212" sldId="263"/>
            <ac:inkMk id="185" creationId="{986B59E8-1E44-56BF-5EC8-2581A20A5A22}"/>
          </ac:inkMkLst>
        </pc:inkChg>
        <pc:inkChg chg="add mod">
          <ac:chgData name="MIna Naidah Gani" userId="949d910cfffb8065" providerId="LiveId" clId="{57FC1B85-3D8E-4975-9A1B-28614F8039CE}" dt="2022-09-11T13:11:03.875" v="443"/>
          <ac:inkMkLst>
            <pc:docMk/>
            <pc:sldMk cId="3071411212" sldId="263"/>
            <ac:inkMk id="186" creationId="{481C5EA4-6257-80E9-E33A-07BEA0E85356}"/>
          </ac:inkMkLst>
        </pc:inkChg>
        <pc:inkChg chg="add mod">
          <ac:chgData name="MIna Naidah Gani" userId="949d910cfffb8065" providerId="LiveId" clId="{57FC1B85-3D8E-4975-9A1B-28614F8039CE}" dt="2022-09-11T13:11:03.875" v="443"/>
          <ac:inkMkLst>
            <pc:docMk/>
            <pc:sldMk cId="3071411212" sldId="263"/>
            <ac:inkMk id="187" creationId="{A41D1A60-0F4E-9E43-8C48-539C9D33846A}"/>
          </ac:inkMkLst>
        </pc:inkChg>
        <pc:inkChg chg="add mod">
          <ac:chgData name="MIna Naidah Gani" userId="949d910cfffb8065" providerId="LiveId" clId="{57FC1B85-3D8E-4975-9A1B-28614F8039CE}" dt="2022-09-11T13:11:03.875" v="443"/>
          <ac:inkMkLst>
            <pc:docMk/>
            <pc:sldMk cId="3071411212" sldId="263"/>
            <ac:inkMk id="188" creationId="{98F0A84E-3760-F526-A8CC-551FCB4642B3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0" creationId="{C6A964B7-F1DA-8B84-A17A-141F58172400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1" creationId="{5247821B-BF51-AD14-C37D-130687BE2097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2" creationId="{7D6498B7-58EF-B485-3E5F-60F846581BA9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3" creationId="{1AC99686-6BD0-3CC7-2BA0-93CA6585798B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4" creationId="{D175DAA4-4725-B1C7-922C-7BAB4B06EA06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5" creationId="{50664585-8B07-1A81-88A0-63DECD6FF8B1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6" creationId="{0E1D1811-C952-60C2-7029-FD2DA1A31E57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7" creationId="{EF87D55A-D9C2-3E77-9F54-F51AD98117EB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8" creationId="{3620ADAC-B8CB-4305-926C-2FD50DFEB364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199" creationId="{9C6F099E-7FF1-CDC4-ADFB-68378B5A921F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200" creationId="{8ECDBEB5-6811-4414-CE82-1ABF7F5AED40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201" creationId="{A02A5655-BC2C-CF2F-6A3E-86116491CAC7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202" creationId="{7B45AC5C-422A-16ED-C389-8CDC1F699263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203" creationId="{6DC3CC78-F166-848E-D9ED-B565936C2746}"/>
          </ac:inkMkLst>
        </pc:inkChg>
        <pc:inkChg chg="add">
          <ac:chgData name="MIna Naidah Gani" userId="949d910cfffb8065" providerId="LiveId" clId="{57FC1B85-3D8E-4975-9A1B-28614F8039CE}" dt="2022-09-11T13:12:17.469" v="458" actId="9405"/>
          <ac:inkMkLst>
            <pc:docMk/>
            <pc:sldMk cId="3071411212" sldId="263"/>
            <ac:inkMk id="204" creationId="{C0D090E4-18AB-1CB7-8EFE-FBA5FAEB478C}"/>
          </ac:inkMkLst>
        </pc:inkChg>
        <pc:inkChg chg="add">
          <ac:chgData name="MIna Naidah Gani" userId="949d910cfffb8065" providerId="LiveId" clId="{57FC1B85-3D8E-4975-9A1B-28614F8039CE}" dt="2022-09-11T13:12:17.823" v="459" actId="9405"/>
          <ac:inkMkLst>
            <pc:docMk/>
            <pc:sldMk cId="3071411212" sldId="263"/>
            <ac:inkMk id="205" creationId="{C8586ED5-CE51-EF92-E6FA-58BB609C546E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206" creationId="{4314F2B3-F333-DC65-2223-40B23C7E2048}"/>
          </ac:inkMkLst>
        </pc:inkChg>
        <pc:inkChg chg="add mod">
          <ac:chgData name="MIna Naidah Gani" userId="949d910cfffb8065" providerId="LiveId" clId="{57FC1B85-3D8E-4975-9A1B-28614F8039CE}" dt="2022-09-11T13:12:20.282" v="463"/>
          <ac:inkMkLst>
            <pc:docMk/>
            <pc:sldMk cId="3071411212" sldId="263"/>
            <ac:inkMk id="207" creationId="{45445EEE-9B94-7F55-83AC-0B4F92CBD279}"/>
          </ac:inkMkLst>
        </pc:inkChg>
        <pc:inkChg chg="add">
          <ac:chgData name="MIna Naidah Gani" userId="949d910cfffb8065" providerId="LiveId" clId="{57FC1B85-3D8E-4975-9A1B-28614F8039CE}" dt="2022-09-11T13:12:19.674" v="462" actId="9405"/>
          <ac:inkMkLst>
            <pc:docMk/>
            <pc:sldMk cId="3071411212" sldId="263"/>
            <ac:inkMk id="208" creationId="{8F171699-FDC6-22F6-A513-0CC1B4B5AF0C}"/>
          </ac:inkMkLst>
        </pc:inkChg>
        <pc:inkChg chg="add">
          <ac:chgData name="MIna Naidah Gani" userId="949d910cfffb8065" providerId="LiveId" clId="{57FC1B85-3D8E-4975-9A1B-28614F8039CE}" dt="2022-09-11T13:12:21.880" v="464" actId="9405"/>
          <ac:inkMkLst>
            <pc:docMk/>
            <pc:sldMk cId="3071411212" sldId="263"/>
            <ac:inkMk id="215" creationId="{928B62C3-2604-8500-AA08-3ACEEFB2DDBF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16" creationId="{80FC7A7E-6228-6952-2F2D-4BA9CA1BEFC2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17" creationId="{BC51B2A0-438F-6C37-2558-F79CDD71E185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18" creationId="{D25AC750-B42B-2E4D-BC1C-A2A752E12A90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19" creationId="{30289533-2A5F-2EC5-7BCB-4BF3135E1EF8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0" creationId="{03AE9396-BC1E-D69A-7A6C-AD6C270B0DD6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1" creationId="{EFBB349B-0926-2871-7626-BDB2BBFE1FAC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2" creationId="{4D247522-FBDE-F071-5126-E01013E5C0C2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3" creationId="{589E2BF6-62A0-FD64-870B-B5C46BB4F255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4" creationId="{0B27BDC1-4FD9-C601-B372-62B35571F6C2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5" creationId="{97CAD546-EB86-4E36-A5BB-E05A199F9FAD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6" creationId="{145EE28F-4D24-B234-98B6-97F00999BD30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7" creationId="{A2EC95C6-2F41-4092-19C3-6B673DD1AB2B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8" creationId="{7C07224A-EFC0-394A-D983-1618E0E05C82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29" creationId="{5270577B-1062-CE0E-FF84-7C501715AAED}"/>
          </ac:inkMkLst>
        </pc:inkChg>
        <pc:inkChg chg="add mod">
          <ac:chgData name="MIna Naidah Gani" userId="949d910cfffb8065" providerId="LiveId" clId="{57FC1B85-3D8E-4975-9A1B-28614F8039CE}" dt="2022-09-11T13:12:30.856" v="482"/>
          <ac:inkMkLst>
            <pc:docMk/>
            <pc:sldMk cId="3071411212" sldId="263"/>
            <ac:inkMk id="230" creationId="{F3C37CF5-24D8-9007-BEAE-C4C57944A8DC}"/>
          </ac:inkMkLst>
        </pc:inkChg>
        <pc:inkChg chg="add del mod">
          <ac:chgData name="MIna Naidah Gani" userId="949d910cfffb8065" providerId="LiveId" clId="{57FC1B85-3D8E-4975-9A1B-28614F8039CE}" dt="2022-09-11T13:13:04.329" v="488"/>
          <ac:inkMkLst>
            <pc:docMk/>
            <pc:sldMk cId="3071411212" sldId="263"/>
            <ac:inkMk id="231" creationId="{853F0E1D-977D-4230-2E31-D22AA9A29BE0}"/>
          </ac:inkMkLst>
        </pc:inkChg>
        <pc:inkChg chg="add del mod">
          <ac:chgData name="MIna Naidah Gani" userId="949d910cfffb8065" providerId="LiveId" clId="{57FC1B85-3D8E-4975-9A1B-28614F8039CE}" dt="2022-09-11T13:13:04.329" v="489"/>
          <ac:inkMkLst>
            <pc:docMk/>
            <pc:sldMk cId="3071411212" sldId="263"/>
            <ac:inkMk id="232" creationId="{F309037E-5C4B-F18F-709A-FB9041300C90}"/>
          </ac:inkMkLst>
        </pc:inkChg>
        <pc:inkChg chg="add del mod">
          <ac:chgData name="MIna Naidah Gani" userId="949d910cfffb8065" providerId="LiveId" clId="{57FC1B85-3D8E-4975-9A1B-28614F8039CE}" dt="2022-09-11T13:13:04.329" v="487"/>
          <ac:inkMkLst>
            <pc:docMk/>
            <pc:sldMk cId="3071411212" sldId="263"/>
            <ac:inkMk id="239" creationId="{9ECA3F1D-0E16-0E55-244C-4241FC5860B9}"/>
          </ac:inkMkLst>
        </pc:inkChg>
        <pc:inkChg chg="add del mod">
          <ac:chgData name="MIna Naidah Gani" userId="949d910cfffb8065" providerId="LiveId" clId="{57FC1B85-3D8E-4975-9A1B-28614F8039CE}" dt="2022-09-11T13:13:04.329" v="486"/>
          <ac:inkMkLst>
            <pc:docMk/>
            <pc:sldMk cId="3071411212" sldId="263"/>
            <ac:inkMk id="240" creationId="{C97E1231-8A3F-9E6F-6C66-9B708D698BFA}"/>
          </ac:inkMkLst>
        </pc:inkChg>
        <pc:inkChg chg="add mod">
          <ac:chgData name="MIna Naidah Gani" userId="949d910cfffb8065" providerId="LiveId" clId="{57FC1B85-3D8E-4975-9A1B-28614F8039CE}" dt="2022-09-11T13:13:09.622" v="492"/>
          <ac:inkMkLst>
            <pc:docMk/>
            <pc:sldMk cId="3071411212" sldId="263"/>
            <ac:inkMk id="242" creationId="{743E7ADF-EBDF-F0D9-338C-A471AA8508A4}"/>
          </ac:inkMkLst>
        </pc:inkChg>
        <pc:inkChg chg="add mod">
          <ac:chgData name="MIna Naidah Gani" userId="949d910cfffb8065" providerId="LiveId" clId="{57FC1B85-3D8E-4975-9A1B-28614F8039CE}" dt="2022-09-11T13:13:09.622" v="492"/>
          <ac:inkMkLst>
            <pc:docMk/>
            <pc:sldMk cId="3071411212" sldId="263"/>
            <ac:inkMk id="243" creationId="{26959AC0-C3BB-2387-AAF7-20B6F5657AA7}"/>
          </ac:inkMkLst>
        </pc:inkChg>
        <pc:inkChg chg="add">
          <ac:chgData name="MIna Naidah Gani" userId="949d910cfffb8065" providerId="LiveId" clId="{57FC1B85-3D8E-4975-9A1B-28614F8039CE}" dt="2022-09-11T13:13:11.843" v="493" actId="9405"/>
          <ac:inkMkLst>
            <pc:docMk/>
            <pc:sldMk cId="3071411212" sldId="263"/>
            <ac:inkMk id="245" creationId="{CE5BC82B-CA7D-606D-CF64-BB44C8FE4C49}"/>
          </ac:inkMkLst>
        </pc:inkChg>
        <pc:inkChg chg="add">
          <ac:chgData name="MIna Naidah Gani" userId="949d910cfffb8065" providerId="LiveId" clId="{57FC1B85-3D8E-4975-9A1B-28614F8039CE}" dt="2022-09-11T13:13:12.260" v="494" actId="9405"/>
          <ac:inkMkLst>
            <pc:docMk/>
            <pc:sldMk cId="3071411212" sldId="263"/>
            <ac:inkMk id="246" creationId="{C85DF5C7-CC9E-0283-89F7-0A36D5413AE4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47" creationId="{84A55CED-77C3-26D5-D873-6CD743E9AF33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48" creationId="{45327007-38BB-2294-A50B-C80D084F01AC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49" creationId="{98F7373B-A152-4AFC-4565-11FEA3413829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0" creationId="{67A1B49A-729C-27A8-134D-8218B81754DD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1" creationId="{31A102ED-1549-D79E-349E-165BB0EBF19D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2" creationId="{BF6388C5-08FB-8EEF-C21B-90608B05831F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3" creationId="{40CD10C5-0A5C-F9CE-513A-BFA5E41BF285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4" creationId="{069F2858-1B92-20BA-882C-7E35BC3E0C0C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5" creationId="{357C0BDF-B805-3A12-65B4-ABDF9BED8FB6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6" creationId="{E009FE2C-512B-B5DF-A996-0530FB41DBB9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7" creationId="{9DD2C6F2-94B0-A110-6D07-7AA1BE93B991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8" creationId="{B8E61AE3-EF4B-4C78-92F0-222BFA8C3D8B}"/>
          </ac:inkMkLst>
        </pc:inkChg>
        <pc:inkChg chg="add mod">
          <ac:chgData name="MIna Naidah Gani" userId="949d910cfffb8065" providerId="LiveId" clId="{57FC1B85-3D8E-4975-9A1B-28614F8039CE}" dt="2022-09-11T13:13:18.491" v="508"/>
          <ac:inkMkLst>
            <pc:docMk/>
            <pc:sldMk cId="3071411212" sldId="263"/>
            <ac:inkMk id="259" creationId="{30B8B629-2984-FAE5-49CC-5DACAD821B4E}"/>
          </ac:inkMkLst>
        </pc:inkChg>
        <pc:inkChg chg="add mod">
          <ac:chgData name="MIna Naidah Gani" userId="949d910cfffb8065" providerId="LiveId" clId="{57FC1B85-3D8E-4975-9A1B-28614F8039CE}" dt="2022-09-11T13:13:19.795" v="511"/>
          <ac:inkMkLst>
            <pc:docMk/>
            <pc:sldMk cId="3071411212" sldId="263"/>
            <ac:inkMk id="263" creationId="{3FC0B948-F6CB-F9A4-DB46-A2A471EA93B4}"/>
          </ac:inkMkLst>
        </pc:inkChg>
        <pc:inkChg chg="add mod">
          <ac:chgData name="MIna Naidah Gani" userId="949d910cfffb8065" providerId="LiveId" clId="{57FC1B85-3D8E-4975-9A1B-28614F8039CE}" dt="2022-09-11T13:13:19.795" v="511"/>
          <ac:inkMkLst>
            <pc:docMk/>
            <pc:sldMk cId="3071411212" sldId="263"/>
            <ac:inkMk id="264" creationId="{863BC872-D735-D2A7-107D-EF50FFB6EF05}"/>
          </ac:inkMkLst>
        </pc:inkChg>
        <pc:inkChg chg="add">
          <ac:chgData name="MIna Naidah Gani" userId="949d910cfffb8065" providerId="LiveId" clId="{57FC1B85-3D8E-4975-9A1B-28614F8039CE}" dt="2022-09-11T13:13:21.754" v="512" actId="9405"/>
          <ac:inkMkLst>
            <pc:docMk/>
            <pc:sldMk cId="3071411212" sldId="263"/>
            <ac:inkMk id="266" creationId="{AE4732FD-087A-89C5-CE6D-01A8ECCC5C3D}"/>
          </ac:inkMkLst>
        </pc:inkChg>
        <pc:inkChg chg="add mod">
          <ac:chgData name="MIna Naidah Gani" userId="949d910cfffb8065" providerId="LiveId" clId="{57FC1B85-3D8E-4975-9A1B-28614F8039CE}" dt="2022-09-11T13:13:24.124" v="515"/>
          <ac:inkMkLst>
            <pc:docMk/>
            <pc:sldMk cId="3071411212" sldId="263"/>
            <ac:inkMk id="267" creationId="{AE660BEE-4A41-0AB0-76DE-2AB11C0263C6}"/>
          </ac:inkMkLst>
        </pc:inkChg>
        <pc:inkChg chg="add mod">
          <ac:chgData name="MIna Naidah Gani" userId="949d910cfffb8065" providerId="LiveId" clId="{57FC1B85-3D8E-4975-9A1B-28614F8039CE}" dt="2022-09-11T13:13:24.124" v="515"/>
          <ac:inkMkLst>
            <pc:docMk/>
            <pc:sldMk cId="3071411212" sldId="263"/>
            <ac:inkMk id="268" creationId="{8C40838D-5591-18AF-135C-2E05A9E7B18D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0" creationId="{0D8F9D01-6F3B-1F8B-BF6F-DCEDC3546AF2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1" creationId="{E62576CC-FFD7-76CF-CD07-3DFC5E1EC18D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2" creationId="{6DEFBBCD-D53A-B3AF-A94C-75B419B1A572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4" creationId="{CABE2C14-AD06-B973-20A1-DA4DC3300390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5" creationId="{944EEB81-198E-6509-F304-3B57B88D233F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6" creationId="{F12972D1-7167-A319-21CC-05ADBD741C04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7" creationId="{87F540C7-ED4C-57DD-242B-4AB74E4A2F99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79" creationId="{9840384E-A558-32ED-05BB-8BFDA6A76CD7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80" creationId="{44191A79-309E-C250-92C4-827524C54C94}"/>
          </ac:inkMkLst>
        </pc:inkChg>
        <pc:inkChg chg="add mod">
          <ac:chgData name="MIna Naidah Gani" userId="949d910cfffb8065" providerId="LiveId" clId="{57FC1B85-3D8E-4975-9A1B-28614F8039CE}" dt="2022-09-11T13:13:45.034" v="529"/>
          <ac:inkMkLst>
            <pc:docMk/>
            <pc:sldMk cId="3071411212" sldId="263"/>
            <ac:inkMk id="282" creationId="{7BDA394A-FCF2-ABEC-E9E4-C9295D353571}"/>
          </ac:inkMkLst>
        </pc:inkChg>
        <pc:inkChg chg="add">
          <ac:chgData name="MIna Naidah Gani" userId="949d910cfffb8065" providerId="LiveId" clId="{57FC1B85-3D8E-4975-9A1B-28614F8039CE}" dt="2022-09-11T13:13:52.822" v="530" actId="9405"/>
          <ac:inkMkLst>
            <pc:docMk/>
            <pc:sldMk cId="3071411212" sldId="263"/>
            <ac:inkMk id="284" creationId="{5B10D31E-06D5-DCBE-A9B7-26729120E5D8}"/>
          </ac:inkMkLst>
        </pc:inkChg>
      </pc:sldChg>
      <pc:sldChg chg="addSp delSp modSp new mod">
        <pc:chgData name="MIna Naidah Gani" userId="949d910cfffb8065" providerId="LiveId" clId="{57FC1B85-3D8E-4975-9A1B-28614F8039CE}" dt="2022-09-11T13:19:22.102" v="721"/>
        <pc:sldMkLst>
          <pc:docMk/>
          <pc:sldMk cId="79717487" sldId="264"/>
        </pc:sldMkLst>
        <pc:grpChg chg="mod">
          <ac:chgData name="MIna Naidah Gani" userId="949d910cfffb8065" providerId="LiveId" clId="{57FC1B85-3D8E-4975-9A1B-28614F8039CE}" dt="2022-09-11T13:14:18.898" v="546"/>
          <ac:grpSpMkLst>
            <pc:docMk/>
            <pc:sldMk cId="79717487" sldId="264"/>
            <ac:grpSpMk id="4" creationId="{F2170435-80AB-13FB-3571-4D12EA2F7E83}"/>
          </ac:grpSpMkLst>
        </pc:grpChg>
        <pc:grpChg chg="mod">
          <ac:chgData name="MIna Naidah Gani" userId="949d910cfffb8065" providerId="LiveId" clId="{57FC1B85-3D8E-4975-9A1B-28614F8039CE}" dt="2022-09-11T13:14:17.922" v="542"/>
          <ac:grpSpMkLst>
            <pc:docMk/>
            <pc:sldMk cId="79717487" sldId="264"/>
            <ac:grpSpMk id="8" creationId="{73EA93C0-C6AA-42EA-7C13-86A8C6974F37}"/>
          </ac:grpSpMkLst>
        </pc:grpChg>
        <pc:grpChg chg="mod">
          <ac:chgData name="MIna Naidah Gani" userId="949d910cfffb8065" providerId="LiveId" clId="{57FC1B85-3D8E-4975-9A1B-28614F8039CE}" dt="2022-09-11T13:14:29.324" v="553"/>
          <ac:grpSpMkLst>
            <pc:docMk/>
            <pc:sldMk cId="79717487" sldId="264"/>
            <ac:grpSpMk id="14" creationId="{CDD1BCC5-E95C-BAA2-FCA4-DCE8E2BF4F3F}"/>
          </ac:grpSpMkLst>
        </pc:grpChg>
        <pc:grpChg chg="mod">
          <ac:chgData name="MIna Naidah Gani" userId="949d910cfffb8065" providerId="LiveId" clId="{57FC1B85-3D8E-4975-9A1B-28614F8039CE}" dt="2022-09-11T13:15:05.453" v="561"/>
          <ac:grpSpMkLst>
            <pc:docMk/>
            <pc:sldMk cId="79717487" sldId="264"/>
            <ac:grpSpMk id="18" creationId="{0A1362A8-21DA-8D1A-0E81-A0A7A8A40EB5}"/>
          </ac:grpSpMkLst>
        </pc:grpChg>
        <pc:grpChg chg="del mod">
          <ac:chgData name="MIna Naidah Gani" userId="949d910cfffb8065" providerId="LiveId" clId="{57FC1B85-3D8E-4975-9A1B-28614F8039CE}" dt="2022-09-11T13:15:58.603" v="593"/>
          <ac:grpSpMkLst>
            <pc:docMk/>
            <pc:sldMk cId="79717487" sldId="264"/>
            <ac:grpSpMk id="25" creationId="{948F5942-B6B3-030C-34A1-90029745CAB4}"/>
          </ac:grpSpMkLst>
        </pc:grpChg>
        <pc:grpChg chg="del mod">
          <ac:chgData name="MIna Naidah Gani" userId="949d910cfffb8065" providerId="LiveId" clId="{57FC1B85-3D8E-4975-9A1B-28614F8039CE}" dt="2022-09-11T13:15:58.603" v="593"/>
          <ac:grpSpMkLst>
            <pc:docMk/>
            <pc:sldMk cId="79717487" sldId="264"/>
            <ac:grpSpMk id="28" creationId="{2A24DCA7-8CCA-74A5-F9D3-C59359F275B1}"/>
          </ac:grpSpMkLst>
        </pc:grpChg>
        <pc:grpChg chg="mod">
          <ac:chgData name="MIna Naidah Gani" userId="949d910cfffb8065" providerId="LiveId" clId="{57FC1B85-3D8E-4975-9A1B-28614F8039CE}" dt="2022-09-11T13:15:58.603" v="593"/>
          <ac:grpSpMkLst>
            <pc:docMk/>
            <pc:sldMk cId="79717487" sldId="264"/>
            <ac:grpSpMk id="48" creationId="{EEE81FE2-D94A-2728-B610-90030CCBB736}"/>
          </ac:grpSpMkLst>
        </pc:grpChg>
        <pc:grpChg chg="mod">
          <ac:chgData name="MIna Naidah Gani" userId="949d910cfffb8065" providerId="LiveId" clId="{57FC1B85-3D8E-4975-9A1B-28614F8039CE}" dt="2022-09-11T13:16:00.269" v="596"/>
          <ac:grpSpMkLst>
            <pc:docMk/>
            <pc:sldMk cId="79717487" sldId="264"/>
            <ac:grpSpMk id="51" creationId="{B222A236-96BA-DCE7-3C88-A3E399A86017}"/>
          </ac:grpSpMkLst>
        </pc:grpChg>
        <pc:grpChg chg="mod">
          <ac:chgData name="MIna Naidah Gani" userId="949d910cfffb8065" providerId="LiveId" clId="{57FC1B85-3D8E-4975-9A1B-28614F8039CE}" dt="2022-09-11T13:16:33.157" v="606"/>
          <ac:grpSpMkLst>
            <pc:docMk/>
            <pc:sldMk cId="79717487" sldId="264"/>
            <ac:grpSpMk id="61" creationId="{444492C5-F64F-97CC-31D5-C142FEA30F67}"/>
          </ac:grpSpMkLst>
        </pc:grpChg>
        <pc:grpChg chg="mod">
          <ac:chgData name="MIna Naidah Gani" userId="949d910cfffb8065" providerId="LiveId" clId="{57FC1B85-3D8E-4975-9A1B-28614F8039CE}" dt="2022-09-11T13:16:33.157" v="606"/>
          <ac:grpSpMkLst>
            <pc:docMk/>
            <pc:sldMk cId="79717487" sldId="264"/>
            <ac:grpSpMk id="62" creationId="{3537FA6B-956F-FE90-9EDC-299C2838D69A}"/>
          </ac:grpSpMkLst>
        </pc:grpChg>
        <pc:grpChg chg="del mod">
          <ac:chgData name="MIna Naidah Gani" userId="949d910cfffb8065" providerId="LiveId" clId="{57FC1B85-3D8E-4975-9A1B-28614F8039CE}" dt="2022-09-11T13:17:03.095" v="619"/>
          <ac:grpSpMkLst>
            <pc:docMk/>
            <pc:sldMk cId="79717487" sldId="264"/>
            <ac:grpSpMk id="70" creationId="{C33844B3-5D6A-A0B7-3D24-FFE3EE8F563B}"/>
          </ac:grpSpMkLst>
        </pc:grpChg>
        <pc:grpChg chg="mod">
          <ac:chgData name="MIna Naidah Gani" userId="949d910cfffb8065" providerId="LiveId" clId="{57FC1B85-3D8E-4975-9A1B-28614F8039CE}" dt="2022-09-11T13:16:44.039" v="614"/>
          <ac:grpSpMkLst>
            <pc:docMk/>
            <pc:sldMk cId="79717487" sldId="264"/>
            <ac:grpSpMk id="71" creationId="{91EE6752-39B7-431D-53CE-CDBA1E8251BF}"/>
          </ac:grpSpMkLst>
        </pc:grpChg>
        <pc:grpChg chg="mod">
          <ac:chgData name="MIna Naidah Gani" userId="949d910cfffb8065" providerId="LiveId" clId="{57FC1B85-3D8E-4975-9A1B-28614F8039CE}" dt="2022-09-11T13:17:03.095" v="619"/>
          <ac:grpSpMkLst>
            <pc:docMk/>
            <pc:sldMk cId="79717487" sldId="264"/>
            <ac:grpSpMk id="76" creationId="{DED6C4FD-AFDA-16E3-875A-BF2B55A69335}"/>
          </ac:grpSpMkLst>
        </pc:grpChg>
        <pc:grpChg chg="mod">
          <ac:chgData name="MIna Naidah Gani" userId="949d910cfffb8065" providerId="LiveId" clId="{57FC1B85-3D8E-4975-9A1B-28614F8039CE}" dt="2022-09-11T13:17:13.885" v="640"/>
          <ac:grpSpMkLst>
            <pc:docMk/>
            <pc:sldMk cId="79717487" sldId="264"/>
            <ac:grpSpMk id="97" creationId="{2202F82C-4ACD-CCE6-D392-9958C1C3EEB2}"/>
          </ac:grpSpMkLst>
        </pc:grpChg>
        <pc:grpChg chg="mod">
          <ac:chgData name="MIna Naidah Gani" userId="949d910cfffb8065" providerId="LiveId" clId="{57FC1B85-3D8E-4975-9A1B-28614F8039CE}" dt="2022-09-11T13:17:13.885" v="640"/>
          <ac:grpSpMkLst>
            <pc:docMk/>
            <pc:sldMk cId="79717487" sldId="264"/>
            <ac:grpSpMk id="98" creationId="{332636AB-FA12-B7F9-F788-1D83D980EF68}"/>
          </ac:grpSpMkLst>
        </pc:grpChg>
        <pc:grpChg chg="mod">
          <ac:chgData name="MIna Naidah Gani" userId="949d910cfffb8065" providerId="LiveId" clId="{57FC1B85-3D8E-4975-9A1B-28614F8039CE}" dt="2022-09-11T13:17:13.885" v="640"/>
          <ac:grpSpMkLst>
            <pc:docMk/>
            <pc:sldMk cId="79717487" sldId="264"/>
            <ac:grpSpMk id="99" creationId="{479C7D9C-E895-A350-40FF-7449FBCF10D5}"/>
          </ac:grpSpMkLst>
        </pc:grpChg>
        <pc:grpChg chg="mod">
          <ac:chgData name="MIna Naidah Gani" userId="949d910cfffb8065" providerId="LiveId" clId="{57FC1B85-3D8E-4975-9A1B-28614F8039CE}" dt="2022-09-11T13:17:13.885" v="640"/>
          <ac:grpSpMkLst>
            <pc:docMk/>
            <pc:sldMk cId="79717487" sldId="264"/>
            <ac:grpSpMk id="100" creationId="{599663DA-ADE8-368C-0B38-FFB28625BD90}"/>
          </ac:grpSpMkLst>
        </pc:grpChg>
        <pc:grpChg chg="mod">
          <ac:chgData name="MIna Naidah Gani" userId="949d910cfffb8065" providerId="LiveId" clId="{57FC1B85-3D8E-4975-9A1B-28614F8039CE}" dt="2022-09-11T13:17:13.885" v="640"/>
          <ac:grpSpMkLst>
            <pc:docMk/>
            <pc:sldMk cId="79717487" sldId="264"/>
            <ac:grpSpMk id="101" creationId="{46CA6966-5D4E-04C8-8258-D35E128BFBE1}"/>
          </ac:grpSpMkLst>
        </pc:grpChg>
        <pc:grpChg chg="mod">
          <ac:chgData name="MIna Naidah Gani" userId="949d910cfffb8065" providerId="LiveId" clId="{57FC1B85-3D8E-4975-9A1B-28614F8039CE}" dt="2022-09-11T13:17:18.820" v="647"/>
          <ac:grpSpMkLst>
            <pc:docMk/>
            <pc:sldMk cId="79717487" sldId="264"/>
            <ac:grpSpMk id="108" creationId="{4ACCFD7E-301C-7F5D-E3A5-75EF067F268A}"/>
          </ac:grpSpMkLst>
        </pc:grpChg>
        <pc:grpChg chg="mod">
          <ac:chgData name="MIna Naidah Gani" userId="949d910cfffb8065" providerId="LiveId" clId="{57FC1B85-3D8E-4975-9A1B-28614F8039CE}" dt="2022-09-11T13:17:18.820" v="647"/>
          <ac:grpSpMkLst>
            <pc:docMk/>
            <pc:sldMk cId="79717487" sldId="264"/>
            <ac:grpSpMk id="109" creationId="{CB61D238-AD1E-5FBF-60EF-A3D7B8CB0441}"/>
          </ac:grpSpMkLst>
        </pc:grpChg>
        <pc:grpChg chg="mod">
          <ac:chgData name="MIna Naidah Gani" userId="949d910cfffb8065" providerId="LiveId" clId="{57FC1B85-3D8E-4975-9A1B-28614F8039CE}" dt="2022-09-11T13:17:18.820" v="647"/>
          <ac:grpSpMkLst>
            <pc:docMk/>
            <pc:sldMk cId="79717487" sldId="264"/>
            <ac:grpSpMk id="110" creationId="{A701056D-C19B-B6F7-4B92-0A90EB0C7061}"/>
          </ac:grpSpMkLst>
        </pc:grpChg>
        <pc:grpChg chg="mod">
          <ac:chgData name="MIna Naidah Gani" userId="949d910cfffb8065" providerId="LiveId" clId="{57FC1B85-3D8E-4975-9A1B-28614F8039CE}" dt="2022-09-11T13:17:24.942" v="657"/>
          <ac:grpSpMkLst>
            <pc:docMk/>
            <pc:sldMk cId="79717487" sldId="264"/>
            <ac:grpSpMk id="120" creationId="{8490F13F-F154-73F6-CA3D-310BA4866E4F}"/>
          </ac:grpSpMkLst>
        </pc:grpChg>
        <pc:grpChg chg="mod">
          <ac:chgData name="MIna Naidah Gani" userId="949d910cfffb8065" providerId="LiveId" clId="{57FC1B85-3D8E-4975-9A1B-28614F8039CE}" dt="2022-09-11T13:17:24.942" v="657"/>
          <ac:grpSpMkLst>
            <pc:docMk/>
            <pc:sldMk cId="79717487" sldId="264"/>
            <ac:grpSpMk id="121" creationId="{9D63D017-2396-4AA5-B4BE-3BE2C3FC0EBE}"/>
          </ac:grpSpMkLst>
        </pc:grpChg>
        <pc:grpChg chg="mod">
          <ac:chgData name="MIna Naidah Gani" userId="949d910cfffb8065" providerId="LiveId" clId="{57FC1B85-3D8E-4975-9A1B-28614F8039CE}" dt="2022-09-11T13:17:36.856" v="665"/>
          <ac:grpSpMkLst>
            <pc:docMk/>
            <pc:sldMk cId="79717487" sldId="264"/>
            <ac:grpSpMk id="129" creationId="{57008B40-31DE-198F-8617-5CB2DAA95213}"/>
          </ac:grpSpMkLst>
        </pc:grpChg>
        <pc:grpChg chg="mod">
          <ac:chgData name="MIna Naidah Gani" userId="949d910cfffb8065" providerId="LiveId" clId="{57FC1B85-3D8E-4975-9A1B-28614F8039CE}" dt="2022-09-11T13:17:36.856" v="665"/>
          <ac:grpSpMkLst>
            <pc:docMk/>
            <pc:sldMk cId="79717487" sldId="264"/>
            <ac:grpSpMk id="130" creationId="{F4DEB1BA-7C96-C4DB-245A-827A7CACD17F}"/>
          </ac:grpSpMkLst>
        </pc:grpChg>
        <pc:grpChg chg="del mod">
          <ac:chgData name="MIna Naidah Gani" userId="949d910cfffb8065" providerId="LiveId" clId="{57FC1B85-3D8E-4975-9A1B-28614F8039CE}" dt="2022-09-11T13:18:01.923" v="679"/>
          <ac:grpSpMkLst>
            <pc:docMk/>
            <pc:sldMk cId="79717487" sldId="264"/>
            <ac:grpSpMk id="136" creationId="{B61D8868-39E5-DF64-7437-3814441BBF7A}"/>
          </ac:grpSpMkLst>
        </pc:grpChg>
        <pc:grpChg chg="mod">
          <ac:chgData name="MIna Naidah Gani" userId="949d910cfffb8065" providerId="LiveId" clId="{57FC1B85-3D8E-4975-9A1B-28614F8039CE}" dt="2022-09-11T13:18:01.923" v="679"/>
          <ac:grpSpMkLst>
            <pc:docMk/>
            <pc:sldMk cId="79717487" sldId="264"/>
            <ac:grpSpMk id="144" creationId="{9D9E2DBC-4CA1-C47F-AFAB-45B705B39895}"/>
          </ac:grpSpMkLst>
        </pc:grpChg>
        <pc:grpChg chg="mod">
          <ac:chgData name="MIna Naidah Gani" userId="949d910cfffb8065" providerId="LiveId" clId="{57FC1B85-3D8E-4975-9A1B-28614F8039CE}" dt="2022-09-11T13:18:03.844" v="682"/>
          <ac:grpSpMkLst>
            <pc:docMk/>
            <pc:sldMk cId="79717487" sldId="264"/>
            <ac:grpSpMk id="147" creationId="{EDE31F5D-D54D-9946-9A00-8374CD0278FC}"/>
          </ac:grpSpMkLst>
        </pc:grpChg>
        <pc:grpChg chg="mod">
          <ac:chgData name="MIna Naidah Gani" userId="949d910cfffb8065" providerId="LiveId" clId="{57FC1B85-3D8E-4975-9A1B-28614F8039CE}" dt="2022-09-11T13:18:18.204" v="686"/>
          <ac:grpSpMkLst>
            <pc:docMk/>
            <pc:sldMk cId="79717487" sldId="264"/>
            <ac:grpSpMk id="151" creationId="{ACBE1EE2-B4FA-CF17-7294-54E75BD8CA13}"/>
          </ac:grpSpMkLst>
        </pc:grpChg>
        <pc:grpChg chg="del mod">
          <ac:chgData name="MIna Naidah Gani" userId="949d910cfffb8065" providerId="LiveId" clId="{57FC1B85-3D8E-4975-9A1B-28614F8039CE}" dt="2022-09-11T13:18:41.280" v="710"/>
          <ac:grpSpMkLst>
            <pc:docMk/>
            <pc:sldMk cId="79717487" sldId="264"/>
            <ac:grpSpMk id="154" creationId="{3D155614-BF3D-19C1-30F0-3A3F9B35BE8D}"/>
          </ac:grpSpMkLst>
        </pc:grpChg>
        <pc:grpChg chg="del mod">
          <ac:chgData name="MIna Naidah Gani" userId="949d910cfffb8065" providerId="LiveId" clId="{57FC1B85-3D8E-4975-9A1B-28614F8039CE}" dt="2022-09-11T13:18:41.280" v="710"/>
          <ac:grpSpMkLst>
            <pc:docMk/>
            <pc:sldMk cId="79717487" sldId="264"/>
            <ac:grpSpMk id="167" creationId="{E53BCBE8-743A-71DB-2F1E-4507259D0C76}"/>
          </ac:grpSpMkLst>
        </pc:grpChg>
        <pc:grpChg chg="mod">
          <ac:chgData name="MIna Naidah Gani" userId="949d910cfffb8065" providerId="LiveId" clId="{57FC1B85-3D8E-4975-9A1B-28614F8039CE}" dt="2022-09-11T13:18:32.804" v="702"/>
          <ac:grpSpMkLst>
            <pc:docMk/>
            <pc:sldMk cId="79717487" sldId="264"/>
            <ac:grpSpMk id="168" creationId="{79AF2041-334A-1461-6574-969303398B7D}"/>
          </ac:grpSpMkLst>
        </pc:grpChg>
        <pc:grpChg chg="mod">
          <ac:chgData name="MIna Naidah Gani" userId="949d910cfffb8065" providerId="LiveId" clId="{57FC1B85-3D8E-4975-9A1B-28614F8039CE}" dt="2022-09-11T13:18:32.804" v="702"/>
          <ac:grpSpMkLst>
            <pc:docMk/>
            <pc:sldMk cId="79717487" sldId="264"/>
            <ac:grpSpMk id="169" creationId="{0757C69B-D215-3ADA-E1E3-D5951223D67D}"/>
          </ac:grpSpMkLst>
        </pc:grpChg>
        <pc:grpChg chg="mod">
          <ac:chgData name="MIna Naidah Gani" userId="949d910cfffb8065" providerId="LiveId" clId="{57FC1B85-3D8E-4975-9A1B-28614F8039CE}" dt="2022-09-11T13:18:41.280" v="710"/>
          <ac:grpSpMkLst>
            <pc:docMk/>
            <pc:sldMk cId="79717487" sldId="264"/>
            <ac:grpSpMk id="177" creationId="{5A1C81C2-DB9E-380E-EDB8-919080888E31}"/>
          </ac:grpSpMkLst>
        </pc:grpChg>
        <pc:grpChg chg="mod">
          <ac:chgData name="MIna Naidah Gani" userId="949d910cfffb8065" providerId="LiveId" clId="{57FC1B85-3D8E-4975-9A1B-28614F8039CE}" dt="2022-09-11T13:18:41.280" v="710"/>
          <ac:grpSpMkLst>
            <pc:docMk/>
            <pc:sldMk cId="79717487" sldId="264"/>
            <ac:grpSpMk id="178" creationId="{05ED07A5-BF53-6180-7362-F8697FA348FB}"/>
          </ac:grpSpMkLst>
        </pc:grpChg>
        <pc:grpChg chg="mod">
          <ac:chgData name="MIna Naidah Gani" userId="949d910cfffb8065" providerId="LiveId" clId="{57FC1B85-3D8E-4975-9A1B-28614F8039CE}" dt="2022-09-11T13:18:41.280" v="710"/>
          <ac:grpSpMkLst>
            <pc:docMk/>
            <pc:sldMk cId="79717487" sldId="264"/>
            <ac:grpSpMk id="179" creationId="{CA81DDD3-21E8-1BA0-1C56-088B31D24D50}"/>
          </ac:grpSpMkLst>
        </pc:grpChg>
        <pc:grpChg chg="mod">
          <ac:chgData name="MIna Naidah Gani" userId="949d910cfffb8065" providerId="LiveId" clId="{57FC1B85-3D8E-4975-9A1B-28614F8039CE}" dt="2022-09-11T13:19:22.102" v="721"/>
          <ac:grpSpMkLst>
            <pc:docMk/>
            <pc:sldMk cId="79717487" sldId="264"/>
            <ac:grpSpMk id="190" creationId="{9E20C36B-89FC-F9A7-2587-8B0AF408F5AC}"/>
          </ac:grpSpMkLst>
        </pc:grpChg>
        <pc:grpChg chg="mod">
          <ac:chgData name="MIna Naidah Gani" userId="949d910cfffb8065" providerId="LiveId" clId="{57FC1B85-3D8E-4975-9A1B-28614F8039CE}" dt="2022-09-11T13:19:22.102" v="721"/>
          <ac:grpSpMkLst>
            <pc:docMk/>
            <pc:sldMk cId="79717487" sldId="264"/>
            <ac:grpSpMk id="191" creationId="{F9231576-F5D9-EA9E-E788-98D62CEE2E4D}"/>
          </ac:grpSpMkLst>
        </pc:grpChg>
        <pc:inkChg chg="add del mod">
          <ac:chgData name="MIna Naidah Gani" userId="949d910cfffb8065" providerId="LiveId" clId="{57FC1B85-3D8E-4975-9A1B-28614F8039CE}" dt="2022-09-11T13:14:19.414" v="547" actId="9405"/>
          <ac:inkMkLst>
            <pc:docMk/>
            <pc:sldMk cId="79717487" sldId="264"/>
            <ac:inkMk id="2" creationId="{35E8A8A4-84C4-8B28-DF01-E47225C46E69}"/>
          </ac:inkMkLst>
        </pc:inkChg>
        <pc:inkChg chg="add del mod">
          <ac:chgData name="MIna Naidah Gani" userId="949d910cfffb8065" providerId="LiveId" clId="{57FC1B85-3D8E-4975-9A1B-28614F8039CE}" dt="2022-09-11T13:14:18.898" v="546"/>
          <ac:inkMkLst>
            <pc:docMk/>
            <pc:sldMk cId="79717487" sldId="264"/>
            <ac:inkMk id="3" creationId="{5BA591EE-E9E0-4899-69D0-6DA36A1FA46D}"/>
          </ac:inkMkLst>
        </pc:inkChg>
        <pc:inkChg chg="add del">
          <ac:chgData name="MIna Naidah Gani" userId="949d910cfffb8065" providerId="LiveId" clId="{57FC1B85-3D8E-4975-9A1B-28614F8039CE}" dt="2022-09-11T13:14:18.392" v="544" actId="9405"/>
          <ac:inkMkLst>
            <pc:docMk/>
            <pc:sldMk cId="79717487" sldId="264"/>
            <ac:inkMk id="5" creationId="{25FE59E7-D6AF-6367-078D-5DCE2AD181CF}"/>
          </ac:inkMkLst>
        </pc:inkChg>
        <pc:inkChg chg="add del mod">
          <ac:chgData name="MIna Naidah Gani" userId="949d910cfffb8065" providerId="LiveId" clId="{57FC1B85-3D8E-4975-9A1B-28614F8039CE}" dt="2022-09-11T13:14:18.265" v="543" actId="9405"/>
          <ac:inkMkLst>
            <pc:docMk/>
            <pc:sldMk cId="79717487" sldId="264"/>
            <ac:inkMk id="6" creationId="{171977BC-826E-AC31-B4AE-85C210A19CF5}"/>
          </ac:inkMkLst>
        </pc:inkChg>
        <pc:inkChg chg="add del mod">
          <ac:chgData name="MIna Naidah Gani" userId="949d910cfffb8065" providerId="LiveId" clId="{57FC1B85-3D8E-4975-9A1B-28614F8039CE}" dt="2022-09-11T13:14:17.922" v="542"/>
          <ac:inkMkLst>
            <pc:docMk/>
            <pc:sldMk cId="79717487" sldId="264"/>
            <ac:inkMk id="7" creationId="{D1CDEC05-DCEC-587F-0C03-A6A8ED39740B}"/>
          </ac:inkMkLst>
        </pc:inkChg>
        <pc:inkChg chg="add mod">
          <ac:chgData name="MIna Naidah Gani" userId="949d910cfffb8065" providerId="LiveId" clId="{57FC1B85-3D8E-4975-9A1B-28614F8039CE}" dt="2022-09-11T13:14:29.324" v="553"/>
          <ac:inkMkLst>
            <pc:docMk/>
            <pc:sldMk cId="79717487" sldId="264"/>
            <ac:inkMk id="9" creationId="{414DFC0B-5DD7-7361-C128-0C708F8C9E5B}"/>
          </ac:inkMkLst>
        </pc:inkChg>
        <pc:inkChg chg="add mod">
          <ac:chgData name="MIna Naidah Gani" userId="949d910cfffb8065" providerId="LiveId" clId="{57FC1B85-3D8E-4975-9A1B-28614F8039CE}" dt="2022-09-11T13:14:29.324" v="553"/>
          <ac:inkMkLst>
            <pc:docMk/>
            <pc:sldMk cId="79717487" sldId="264"/>
            <ac:inkMk id="10" creationId="{B2B89201-49AE-E83A-9050-20198648415C}"/>
          </ac:inkMkLst>
        </pc:inkChg>
        <pc:inkChg chg="add mod">
          <ac:chgData name="MIna Naidah Gani" userId="949d910cfffb8065" providerId="LiveId" clId="{57FC1B85-3D8E-4975-9A1B-28614F8039CE}" dt="2022-09-11T13:14:29.324" v="553"/>
          <ac:inkMkLst>
            <pc:docMk/>
            <pc:sldMk cId="79717487" sldId="264"/>
            <ac:inkMk id="11" creationId="{530B7773-C0B5-3DFB-B8D2-3CBB101638C6}"/>
          </ac:inkMkLst>
        </pc:inkChg>
        <pc:inkChg chg="add">
          <ac:chgData name="MIna Naidah Gani" userId="949d910cfffb8065" providerId="LiveId" clId="{57FC1B85-3D8E-4975-9A1B-28614F8039CE}" dt="2022-09-11T13:14:28.059" v="551" actId="9405"/>
          <ac:inkMkLst>
            <pc:docMk/>
            <pc:sldMk cId="79717487" sldId="264"/>
            <ac:inkMk id="12" creationId="{2119C928-48ED-CD95-CA09-026474F999D3}"/>
          </ac:inkMkLst>
        </pc:inkChg>
        <pc:inkChg chg="add">
          <ac:chgData name="MIna Naidah Gani" userId="949d910cfffb8065" providerId="LiveId" clId="{57FC1B85-3D8E-4975-9A1B-28614F8039CE}" dt="2022-09-11T13:14:28.406" v="552" actId="9405"/>
          <ac:inkMkLst>
            <pc:docMk/>
            <pc:sldMk cId="79717487" sldId="264"/>
            <ac:inkMk id="13" creationId="{6F36F8BD-C44A-FFAD-1818-C179E8405769}"/>
          </ac:inkMkLst>
        </pc:inkChg>
        <pc:inkChg chg="add del mod">
          <ac:chgData name="MIna Naidah Gani" userId="949d910cfffb8065" providerId="LiveId" clId="{57FC1B85-3D8E-4975-9A1B-28614F8039CE}" dt="2022-09-11T13:15:12.266" v="565" actId="9405"/>
          <ac:inkMkLst>
            <pc:docMk/>
            <pc:sldMk cId="79717487" sldId="264"/>
            <ac:inkMk id="15" creationId="{E9FC7E95-3333-A3C9-E751-B2FAA1DCA8CF}"/>
          </ac:inkMkLst>
        </pc:inkChg>
        <pc:inkChg chg="add del mod">
          <ac:chgData name="MIna Naidah Gani" userId="949d910cfffb8065" providerId="LiveId" clId="{57FC1B85-3D8E-4975-9A1B-28614F8039CE}" dt="2022-09-11T13:15:05.955" v="562" actId="9405"/>
          <ac:inkMkLst>
            <pc:docMk/>
            <pc:sldMk cId="79717487" sldId="264"/>
            <ac:inkMk id="16" creationId="{11DA1629-E3A2-603E-FBAF-0214F3DA2F9D}"/>
          </ac:inkMkLst>
        </pc:inkChg>
        <pc:inkChg chg="add del mod">
          <ac:chgData name="MIna Naidah Gani" userId="949d910cfffb8065" providerId="LiveId" clId="{57FC1B85-3D8E-4975-9A1B-28614F8039CE}" dt="2022-09-11T13:15:05.453" v="561"/>
          <ac:inkMkLst>
            <pc:docMk/>
            <pc:sldMk cId="79717487" sldId="264"/>
            <ac:inkMk id="17" creationId="{115D09DC-D5B3-8979-AE94-6D5A785D394D}"/>
          </ac:inkMkLst>
        </pc:inkChg>
        <pc:inkChg chg="add del">
          <ac:chgData name="MIna Naidah Gani" userId="949d910cfffb8065" providerId="LiveId" clId="{57FC1B85-3D8E-4975-9A1B-28614F8039CE}" dt="2022-09-11T13:15:04.921" v="559" actId="9405"/>
          <ac:inkMkLst>
            <pc:docMk/>
            <pc:sldMk cId="79717487" sldId="264"/>
            <ac:inkMk id="19" creationId="{0C45228A-D35A-CB17-6368-6C862D016B1B}"/>
          </ac:inkMkLst>
        </pc:inkChg>
        <pc:inkChg chg="add del">
          <ac:chgData name="MIna Naidah Gani" userId="949d910cfffb8065" providerId="LiveId" clId="{57FC1B85-3D8E-4975-9A1B-28614F8039CE}" dt="2022-09-11T13:15:10.117" v="564" actId="9405"/>
          <ac:inkMkLst>
            <pc:docMk/>
            <pc:sldMk cId="79717487" sldId="264"/>
            <ac:inkMk id="20" creationId="{6683E482-087F-A278-2300-63E9D735E4A0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21" creationId="{C46050A3-B374-D6E1-4133-FA4C27BF5E99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22" creationId="{595A41FE-A371-03B8-7162-2CD362E9E629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23" creationId="{31BBE27A-28FD-F73D-BE6F-45FC267C97E9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24" creationId="{4C9FDF9F-112F-2FFF-D4F2-1EC1EFCE5525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26" creationId="{DB01CC2F-F45B-511C-31E2-DBE597119D9D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27" creationId="{D5654CCA-3861-3272-075C-9294C4AC6546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29" creationId="{8694EDF1-DA1A-D55F-39AE-2561EBDB52F9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0" creationId="{2BFBD01E-2709-A8FC-3250-7C99FC19A80F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1" creationId="{085C9E62-E91A-7FCF-A9B9-D720558B4BD2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2" creationId="{86175195-1365-B580-74E9-F3A50B7B03FA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3" creationId="{0B9E03D9-D364-95AE-20DD-73DAB54E5684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4" creationId="{417AF85E-CE46-B1D1-A4EC-4A8C379BD5BA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5" creationId="{9B3EBC7B-4207-57AB-1C01-2DA56DD74F38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6" creationId="{FFD49E71-DB56-D2A7-B2F2-DE790C2D61A3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7" creationId="{917FDB4F-1C43-AF9D-9475-F609618E873C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8" creationId="{C0043428-0100-9B17-ADFE-3E72A39074E9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39" creationId="{B5471A23-A11B-ADE0-AAC4-127476E13D44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0" creationId="{770F735A-922F-D379-4524-43C6F1F81B9E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1" creationId="{853E6794-6C3B-26F7-158F-9D31F742FAAC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2" creationId="{091A6B73-BB5E-3CA0-FE13-64BD7946EE15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3" creationId="{56644D20-4372-E901-D7D2-57C30035A441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4" creationId="{13D5FED8-9544-0E19-53E1-FFD48DAA799C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5" creationId="{EEACEEE6-9943-319F-501C-444684867D66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6" creationId="{BB255798-1ABF-ED64-5975-8FF32F289786}"/>
          </ac:inkMkLst>
        </pc:inkChg>
        <pc:inkChg chg="add mod">
          <ac:chgData name="MIna Naidah Gani" userId="949d910cfffb8065" providerId="LiveId" clId="{57FC1B85-3D8E-4975-9A1B-28614F8039CE}" dt="2022-09-11T13:15:58.603" v="593"/>
          <ac:inkMkLst>
            <pc:docMk/>
            <pc:sldMk cId="79717487" sldId="264"/>
            <ac:inkMk id="47" creationId="{AD04E3A1-3D84-7490-741F-47CCCFD2EA2C}"/>
          </ac:inkMkLst>
        </pc:inkChg>
        <pc:inkChg chg="add mod">
          <ac:chgData name="MIna Naidah Gani" userId="949d910cfffb8065" providerId="LiveId" clId="{57FC1B85-3D8E-4975-9A1B-28614F8039CE}" dt="2022-09-11T13:16:00.269" v="596"/>
          <ac:inkMkLst>
            <pc:docMk/>
            <pc:sldMk cId="79717487" sldId="264"/>
            <ac:inkMk id="49" creationId="{4AACF580-6798-B4B9-E736-448CCF91992F}"/>
          </ac:inkMkLst>
        </pc:inkChg>
        <pc:inkChg chg="add mod">
          <ac:chgData name="MIna Naidah Gani" userId="949d910cfffb8065" providerId="LiveId" clId="{57FC1B85-3D8E-4975-9A1B-28614F8039CE}" dt="2022-09-11T13:16:00.269" v="596"/>
          <ac:inkMkLst>
            <pc:docMk/>
            <pc:sldMk cId="79717487" sldId="264"/>
            <ac:inkMk id="50" creationId="{8DEB0236-47B1-20E4-4E3E-34FA88C4B840}"/>
          </ac:inkMkLst>
        </pc:inkChg>
        <pc:inkChg chg="add mod">
          <ac:chgData name="MIna Naidah Gani" userId="949d910cfffb8065" providerId="LiveId" clId="{57FC1B85-3D8E-4975-9A1B-28614F8039CE}" dt="2022-09-11T13:16:33.157" v="606"/>
          <ac:inkMkLst>
            <pc:docMk/>
            <pc:sldMk cId="79717487" sldId="264"/>
            <ac:inkMk id="52" creationId="{EE24C608-9B6E-D56A-0E28-5721651380EE}"/>
          </ac:inkMkLst>
        </pc:inkChg>
        <pc:inkChg chg="add mod">
          <ac:chgData name="MIna Naidah Gani" userId="949d910cfffb8065" providerId="LiveId" clId="{57FC1B85-3D8E-4975-9A1B-28614F8039CE}" dt="2022-09-11T13:16:33.157" v="606"/>
          <ac:inkMkLst>
            <pc:docMk/>
            <pc:sldMk cId="79717487" sldId="264"/>
            <ac:inkMk id="53" creationId="{8A1E039F-B129-5D6B-B97C-A4E92AB508EF}"/>
          </ac:inkMkLst>
        </pc:inkChg>
        <pc:inkChg chg="add mod">
          <ac:chgData name="MIna Naidah Gani" userId="949d910cfffb8065" providerId="LiveId" clId="{57FC1B85-3D8E-4975-9A1B-28614F8039CE}" dt="2022-09-11T13:16:33.157" v="606"/>
          <ac:inkMkLst>
            <pc:docMk/>
            <pc:sldMk cId="79717487" sldId="264"/>
            <ac:inkMk id="54" creationId="{38B5FB96-CE06-5085-1EEC-382A038D75C3}"/>
          </ac:inkMkLst>
        </pc:inkChg>
        <pc:inkChg chg="add mod">
          <ac:chgData name="MIna Naidah Gani" userId="949d910cfffb8065" providerId="LiveId" clId="{57FC1B85-3D8E-4975-9A1B-28614F8039CE}" dt="2022-09-11T13:16:33.157" v="606"/>
          <ac:inkMkLst>
            <pc:docMk/>
            <pc:sldMk cId="79717487" sldId="264"/>
            <ac:inkMk id="55" creationId="{2207EB99-3077-3AA5-5335-F0C1015E981A}"/>
          </ac:inkMkLst>
        </pc:inkChg>
        <pc:inkChg chg="add">
          <ac:chgData name="MIna Naidah Gani" userId="949d910cfffb8065" providerId="LiveId" clId="{57FC1B85-3D8E-4975-9A1B-28614F8039CE}" dt="2022-09-11T13:16:28.961" v="601" actId="9405"/>
          <ac:inkMkLst>
            <pc:docMk/>
            <pc:sldMk cId="79717487" sldId="264"/>
            <ac:inkMk id="56" creationId="{83F30BBA-44D9-F724-1BA7-AD98C1988FC2}"/>
          </ac:inkMkLst>
        </pc:inkChg>
        <pc:inkChg chg="add mod">
          <ac:chgData name="MIna Naidah Gani" userId="949d910cfffb8065" providerId="LiveId" clId="{57FC1B85-3D8E-4975-9A1B-28614F8039CE}" dt="2022-09-11T13:16:33.157" v="606"/>
          <ac:inkMkLst>
            <pc:docMk/>
            <pc:sldMk cId="79717487" sldId="264"/>
            <ac:inkMk id="57" creationId="{1406E305-4E63-D214-889E-B748A9A03232}"/>
          </ac:inkMkLst>
        </pc:inkChg>
        <pc:inkChg chg="add mod">
          <ac:chgData name="MIna Naidah Gani" userId="949d910cfffb8065" providerId="LiveId" clId="{57FC1B85-3D8E-4975-9A1B-28614F8039CE}" dt="2022-09-11T13:16:33.157" v="606"/>
          <ac:inkMkLst>
            <pc:docMk/>
            <pc:sldMk cId="79717487" sldId="264"/>
            <ac:inkMk id="58" creationId="{B2EF90AE-391D-19E2-FE16-135F84041F38}"/>
          </ac:inkMkLst>
        </pc:inkChg>
        <pc:inkChg chg="add mod">
          <ac:chgData name="MIna Naidah Gani" userId="949d910cfffb8065" providerId="LiveId" clId="{57FC1B85-3D8E-4975-9A1B-28614F8039CE}" dt="2022-09-11T13:16:33.157" v="606"/>
          <ac:inkMkLst>
            <pc:docMk/>
            <pc:sldMk cId="79717487" sldId="264"/>
            <ac:inkMk id="59" creationId="{4D3192A6-161D-15E4-ADE1-9E2E60DCBFEA}"/>
          </ac:inkMkLst>
        </pc:inkChg>
        <pc:inkChg chg="add">
          <ac:chgData name="MIna Naidah Gani" userId="949d910cfffb8065" providerId="LiveId" clId="{57FC1B85-3D8E-4975-9A1B-28614F8039CE}" dt="2022-09-11T13:16:32.655" v="605" actId="9405"/>
          <ac:inkMkLst>
            <pc:docMk/>
            <pc:sldMk cId="79717487" sldId="264"/>
            <ac:inkMk id="60" creationId="{5284AD9A-B4EF-DBBC-A4E5-EF5E62FA4AD9}"/>
          </ac:inkMkLst>
        </pc:inkChg>
        <pc:inkChg chg="add">
          <ac:chgData name="MIna Naidah Gani" userId="949d910cfffb8065" providerId="LiveId" clId="{57FC1B85-3D8E-4975-9A1B-28614F8039CE}" dt="2022-09-11T13:16:34.197" v="607" actId="9405"/>
          <ac:inkMkLst>
            <pc:docMk/>
            <pc:sldMk cId="79717487" sldId="264"/>
            <ac:inkMk id="63" creationId="{F4177349-9770-FADF-05F8-EB2E6A4E0BB5}"/>
          </ac:inkMkLst>
        </pc:inkChg>
        <pc:inkChg chg="add">
          <ac:chgData name="MIna Naidah Gani" userId="949d910cfffb8065" providerId="LiveId" clId="{57FC1B85-3D8E-4975-9A1B-28614F8039CE}" dt="2022-09-11T13:16:34.745" v="608" actId="9405"/>
          <ac:inkMkLst>
            <pc:docMk/>
            <pc:sldMk cId="79717487" sldId="264"/>
            <ac:inkMk id="64" creationId="{FA899608-DB9A-53A2-A44F-9EAE80123059}"/>
          </ac:inkMkLst>
        </pc:inkChg>
        <pc:inkChg chg="add mod">
          <ac:chgData name="MIna Naidah Gani" userId="949d910cfffb8065" providerId="LiveId" clId="{57FC1B85-3D8E-4975-9A1B-28614F8039CE}" dt="2022-09-11T13:16:44.039" v="614"/>
          <ac:inkMkLst>
            <pc:docMk/>
            <pc:sldMk cId="79717487" sldId="264"/>
            <ac:inkMk id="65" creationId="{1F5BC773-9A2B-2685-1A65-618D88B0BC50}"/>
          </ac:inkMkLst>
        </pc:inkChg>
        <pc:inkChg chg="add mod">
          <ac:chgData name="MIna Naidah Gani" userId="949d910cfffb8065" providerId="LiveId" clId="{57FC1B85-3D8E-4975-9A1B-28614F8039CE}" dt="2022-09-11T13:16:44.039" v="614"/>
          <ac:inkMkLst>
            <pc:docMk/>
            <pc:sldMk cId="79717487" sldId="264"/>
            <ac:inkMk id="66" creationId="{73AE2715-245D-3D0E-1E4B-93BAA2EFF5B3}"/>
          </ac:inkMkLst>
        </pc:inkChg>
        <pc:inkChg chg="add mod">
          <ac:chgData name="MIna Naidah Gani" userId="949d910cfffb8065" providerId="LiveId" clId="{57FC1B85-3D8E-4975-9A1B-28614F8039CE}" dt="2022-09-11T13:16:44.039" v="614"/>
          <ac:inkMkLst>
            <pc:docMk/>
            <pc:sldMk cId="79717487" sldId="264"/>
            <ac:inkMk id="67" creationId="{DA5DA93B-A150-43C6-9ACD-C21DD8D601F7}"/>
          </ac:inkMkLst>
        </pc:inkChg>
        <pc:inkChg chg="add mod">
          <ac:chgData name="MIna Naidah Gani" userId="949d910cfffb8065" providerId="LiveId" clId="{57FC1B85-3D8E-4975-9A1B-28614F8039CE}" dt="2022-09-11T13:17:03.095" v="619"/>
          <ac:inkMkLst>
            <pc:docMk/>
            <pc:sldMk cId="79717487" sldId="264"/>
            <ac:inkMk id="68" creationId="{C169B4BF-E9AF-EF08-26A6-532B2C96576C}"/>
          </ac:inkMkLst>
        </pc:inkChg>
        <pc:inkChg chg="add mod">
          <ac:chgData name="MIna Naidah Gani" userId="949d910cfffb8065" providerId="LiveId" clId="{57FC1B85-3D8E-4975-9A1B-28614F8039CE}" dt="2022-09-11T13:17:03.095" v="619"/>
          <ac:inkMkLst>
            <pc:docMk/>
            <pc:sldMk cId="79717487" sldId="264"/>
            <ac:inkMk id="69" creationId="{CB9FBDAB-882D-B002-CB60-189E36430036}"/>
          </ac:inkMkLst>
        </pc:inkChg>
        <pc:inkChg chg="add mod">
          <ac:chgData name="MIna Naidah Gani" userId="949d910cfffb8065" providerId="LiveId" clId="{57FC1B85-3D8E-4975-9A1B-28614F8039CE}" dt="2022-09-11T13:17:03.095" v="619"/>
          <ac:inkMkLst>
            <pc:docMk/>
            <pc:sldMk cId="79717487" sldId="264"/>
            <ac:inkMk id="72" creationId="{E667E9A0-7403-1D01-E460-7A00DF32AD46}"/>
          </ac:inkMkLst>
        </pc:inkChg>
        <pc:inkChg chg="add mod">
          <ac:chgData name="MIna Naidah Gani" userId="949d910cfffb8065" providerId="LiveId" clId="{57FC1B85-3D8E-4975-9A1B-28614F8039CE}" dt="2022-09-11T13:17:03.095" v="619"/>
          <ac:inkMkLst>
            <pc:docMk/>
            <pc:sldMk cId="79717487" sldId="264"/>
            <ac:inkMk id="73" creationId="{60986159-DC72-31D7-FA11-3EF944CE38D9}"/>
          </ac:inkMkLst>
        </pc:inkChg>
        <pc:inkChg chg="add mod">
          <ac:chgData name="MIna Naidah Gani" userId="949d910cfffb8065" providerId="LiveId" clId="{57FC1B85-3D8E-4975-9A1B-28614F8039CE}" dt="2022-09-11T13:17:03.095" v="619"/>
          <ac:inkMkLst>
            <pc:docMk/>
            <pc:sldMk cId="79717487" sldId="264"/>
            <ac:inkMk id="74" creationId="{490BE3E8-3DF1-46FD-0970-0DA88E2420C7}"/>
          </ac:inkMkLst>
        </pc:inkChg>
        <pc:inkChg chg="add mod">
          <ac:chgData name="MIna Naidah Gani" userId="949d910cfffb8065" providerId="LiveId" clId="{57FC1B85-3D8E-4975-9A1B-28614F8039CE}" dt="2022-09-11T13:17:03.095" v="619"/>
          <ac:inkMkLst>
            <pc:docMk/>
            <pc:sldMk cId="79717487" sldId="264"/>
            <ac:inkMk id="75" creationId="{15EBF380-505C-DDF4-88AF-54750041B4FE}"/>
          </ac:inkMkLst>
        </pc:inkChg>
        <pc:inkChg chg="add">
          <ac:chgData name="MIna Naidah Gani" userId="949d910cfffb8065" providerId="LiveId" clId="{57FC1B85-3D8E-4975-9A1B-28614F8039CE}" dt="2022-09-11T13:17:03.628" v="620" actId="9405"/>
          <ac:inkMkLst>
            <pc:docMk/>
            <pc:sldMk cId="79717487" sldId="264"/>
            <ac:inkMk id="77" creationId="{4D3A6EEF-A5EC-2AB9-81CB-A088DD5960CF}"/>
          </ac:inkMkLst>
        </pc:inkChg>
        <pc:inkChg chg="add">
          <ac:chgData name="MIna Naidah Gani" userId="949d910cfffb8065" providerId="LiveId" clId="{57FC1B85-3D8E-4975-9A1B-28614F8039CE}" dt="2022-09-11T13:17:03.981" v="621" actId="9405"/>
          <ac:inkMkLst>
            <pc:docMk/>
            <pc:sldMk cId="79717487" sldId="264"/>
            <ac:inkMk id="78" creationId="{0F843FEC-A52E-36C1-CB8F-DBEC98BEBB42}"/>
          </ac:inkMkLst>
        </pc:inkChg>
        <pc:inkChg chg="add">
          <ac:chgData name="MIna Naidah Gani" userId="949d910cfffb8065" providerId="LiveId" clId="{57FC1B85-3D8E-4975-9A1B-28614F8039CE}" dt="2022-09-11T13:17:05.785" v="622" actId="9405"/>
          <ac:inkMkLst>
            <pc:docMk/>
            <pc:sldMk cId="79717487" sldId="264"/>
            <ac:inkMk id="79" creationId="{3997A55A-296A-E65A-88C8-A7FD48993946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0" creationId="{CDE61319-9248-EBD8-10BC-EC25913FCDA6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1" creationId="{6771ED0E-9975-1D1F-FDCB-71D20BC46D14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2" creationId="{D827D6F7-0361-497C-568C-00FA96B5BF06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3" creationId="{A50178F0-9D4E-4A7A-D01C-6919FB1AB5F0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4" creationId="{2A2DA9F3-D10A-9CCC-6A4A-8F8AAC48D40B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5" creationId="{B35F9067-31A2-9FDB-8223-8947BE457853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6" creationId="{4734DCEE-2BBF-3FEC-D1F8-D4C221BF9381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7" creationId="{FF745E62-BAC0-BB76-E604-E6EA4B404B7A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8" creationId="{A5383871-C9EF-E864-7E16-5D59FA772BB7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89" creationId="{0B50D2CA-004A-C322-44C1-C92768F5FA45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90" creationId="{22084EE9-182A-8212-74FC-5CC4EDCDBB36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91" creationId="{980CFB38-EB7F-D601-860E-B82E5ACA6FBA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92" creationId="{FBF4E317-FA13-E951-C125-38D7C858098F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93" creationId="{1AD1D45E-D88B-F7D5-EA5A-DD928F7DB35C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94" creationId="{DF2C8AC9-6C84-9D2D-D5FC-191D3FDDF819}"/>
          </ac:inkMkLst>
        </pc:inkChg>
        <pc:inkChg chg="add mod">
          <ac:chgData name="MIna Naidah Gani" userId="949d910cfffb8065" providerId="LiveId" clId="{57FC1B85-3D8E-4975-9A1B-28614F8039CE}" dt="2022-09-11T13:17:13.885" v="640"/>
          <ac:inkMkLst>
            <pc:docMk/>
            <pc:sldMk cId="79717487" sldId="264"/>
            <ac:inkMk id="95" creationId="{4EAF3380-5CAB-379B-93DF-9063ADF8E057}"/>
          </ac:inkMkLst>
        </pc:inkChg>
        <pc:inkChg chg="add">
          <ac:chgData name="MIna Naidah Gani" userId="949d910cfffb8065" providerId="LiveId" clId="{57FC1B85-3D8E-4975-9A1B-28614F8039CE}" dt="2022-09-11T13:17:12.967" v="639" actId="9405"/>
          <ac:inkMkLst>
            <pc:docMk/>
            <pc:sldMk cId="79717487" sldId="264"/>
            <ac:inkMk id="96" creationId="{38F1F377-2566-1EF2-0023-A4DC497B2680}"/>
          </ac:inkMkLst>
        </pc:inkChg>
        <pc:inkChg chg="add mod">
          <ac:chgData name="MIna Naidah Gani" userId="949d910cfffb8065" providerId="LiveId" clId="{57FC1B85-3D8E-4975-9A1B-28614F8039CE}" dt="2022-09-11T13:17:18.820" v="647"/>
          <ac:inkMkLst>
            <pc:docMk/>
            <pc:sldMk cId="79717487" sldId="264"/>
            <ac:inkMk id="102" creationId="{42ABB35E-9911-EF7F-5C8C-E61E21457B24}"/>
          </ac:inkMkLst>
        </pc:inkChg>
        <pc:inkChg chg="add mod">
          <ac:chgData name="MIna Naidah Gani" userId="949d910cfffb8065" providerId="LiveId" clId="{57FC1B85-3D8E-4975-9A1B-28614F8039CE}" dt="2022-09-11T13:17:18.820" v="647"/>
          <ac:inkMkLst>
            <pc:docMk/>
            <pc:sldMk cId="79717487" sldId="264"/>
            <ac:inkMk id="103" creationId="{31B0E109-2345-BBFD-CD07-BA6E9CDD4C1F}"/>
          </ac:inkMkLst>
        </pc:inkChg>
        <pc:inkChg chg="add mod">
          <ac:chgData name="MIna Naidah Gani" userId="949d910cfffb8065" providerId="LiveId" clId="{57FC1B85-3D8E-4975-9A1B-28614F8039CE}" dt="2022-09-11T13:17:18.820" v="647"/>
          <ac:inkMkLst>
            <pc:docMk/>
            <pc:sldMk cId="79717487" sldId="264"/>
            <ac:inkMk id="104" creationId="{907928C5-7134-BE45-61A3-361E88D0EB6F}"/>
          </ac:inkMkLst>
        </pc:inkChg>
        <pc:inkChg chg="add mod">
          <ac:chgData name="MIna Naidah Gani" userId="949d910cfffb8065" providerId="LiveId" clId="{57FC1B85-3D8E-4975-9A1B-28614F8039CE}" dt="2022-09-11T13:17:18.820" v="647"/>
          <ac:inkMkLst>
            <pc:docMk/>
            <pc:sldMk cId="79717487" sldId="264"/>
            <ac:inkMk id="105" creationId="{136A6B26-82B7-EC03-4483-E5BD6735601E}"/>
          </ac:inkMkLst>
        </pc:inkChg>
        <pc:inkChg chg="add mod">
          <ac:chgData name="MIna Naidah Gani" userId="949d910cfffb8065" providerId="LiveId" clId="{57FC1B85-3D8E-4975-9A1B-28614F8039CE}" dt="2022-09-11T13:17:18.820" v="647"/>
          <ac:inkMkLst>
            <pc:docMk/>
            <pc:sldMk cId="79717487" sldId="264"/>
            <ac:inkMk id="106" creationId="{F3816110-1484-2BD0-CF25-93B82D3F945C}"/>
          </ac:inkMkLst>
        </pc:inkChg>
        <pc:inkChg chg="add mod">
          <ac:chgData name="MIna Naidah Gani" userId="949d910cfffb8065" providerId="LiveId" clId="{57FC1B85-3D8E-4975-9A1B-28614F8039CE}" dt="2022-09-11T13:17:18.820" v="647"/>
          <ac:inkMkLst>
            <pc:docMk/>
            <pc:sldMk cId="79717487" sldId="264"/>
            <ac:inkMk id="107" creationId="{42A74016-A7FA-AC43-331A-D80D3403D2D4}"/>
          </ac:inkMkLst>
        </pc:inkChg>
        <pc:inkChg chg="add">
          <ac:chgData name="MIna Naidah Gani" userId="949d910cfffb8065" providerId="LiveId" clId="{57FC1B85-3D8E-4975-9A1B-28614F8039CE}" dt="2022-09-11T13:17:20.492" v="648" actId="9405"/>
          <ac:inkMkLst>
            <pc:docMk/>
            <pc:sldMk cId="79717487" sldId="264"/>
            <ac:inkMk id="111" creationId="{729CDDB3-F40E-1775-5035-794F4D922CFB}"/>
          </ac:inkMkLst>
        </pc:inkChg>
        <pc:inkChg chg="add">
          <ac:chgData name="MIna Naidah Gani" userId="949d910cfffb8065" providerId="LiveId" clId="{57FC1B85-3D8E-4975-9A1B-28614F8039CE}" dt="2022-09-11T13:17:20.893" v="649" actId="9405"/>
          <ac:inkMkLst>
            <pc:docMk/>
            <pc:sldMk cId="79717487" sldId="264"/>
            <ac:inkMk id="112" creationId="{F7E0009C-FED0-20CE-81B6-02AB0DA12D52}"/>
          </ac:inkMkLst>
        </pc:inkChg>
        <pc:inkChg chg="add mod">
          <ac:chgData name="MIna Naidah Gani" userId="949d910cfffb8065" providerId="LiveId" clId="{57FC1B85-3D8E-4975-9A1B-28614F8039CE}" dt="2022-09-11T13:17:24.942" v="657"/>
          <ac:inkMkLst>
            <pc:docMk/>
            <pc:sldMk cId="79717487" sldId="264"/>
            <ac:inkMk id="113" creationId="{AE7C30B4-072B-BC1A-B0EA-9917FD1854B2}"/>
          </ac:inkMkLst>
        </pc:inkChg>
        <pc:inkChg chg="add mod">
          <ac:chgData name="MIna Naidah Gani" userId="949d910cfffb8065" providerId="LiveId" clId="{57FC1B85-3D8E-4975-9A1B-28614F8039CE}" dt="2022-09-11T13:17:24.942" v="657"/>
          <ac:inkMkLst>
            <pc:docMk/>
            <pc:sldMk cId="79717487" sldId="264"/>
            <ac:inkMk id="114" creationId="{7F624722-7091-C850-C923-0D47D801E829}"/>
          </ac:inkMkLst>
        </pc:inkChg>
        <pc:inkChg chg="add mod">
          <ac:chgData name="MIna Naidah Gani" userId="949d910cfffb8065" providerId="LiveId" clId="{57FC1B85-3D8E-4975-9A1B-28614F8039CE}" dt="2022-09-11T13:17:24.942" v="657"/>
          <ac:inkMkLst>
            <pc:docMk/>
            <pc:sldMk cId="79717487" sldId="264"/>
            <ac:inkMk id="115" creationId="{64AE94EA-C089-D7B6-7B4C-E01DD771AAA8}"/>
          </ac:inkMkLst>
        </pc:inkChg>
        <pc:inkChg chg="add mod">
          <ac:chgData name="MIna Naidah Gani" userId="949d910cfffb8065" providerId="LiveId" clId="{57FC1B85-3D8E-4975-9A1B-28614F8039CE}" dt="2022-09-11T13:17:24.942" v="657"/>
          <ac:inkMkLst>
            <pc:docMk/>
            <pc:sldMk cId="79717487" sldId="264"/>
            <ac:inkMk id="116" creationId="{0C69CB2E-CDB7-3512-1794-F8EAA8E12203}"/>
          </ac:inkMkLst>
        </pc:inkChg>
        <pc:inkChg chg="add mod">
          <ac:chgData name="MIna Naidah Gani" userId="949d910cfffb8065" providerId="LiveId" clId="{57FC1B85-3D8E-4975-9A1B-28614F8039CE}" dt="2022-09-11T13:17:24.942" v="657"/>
          <ac:inkMkLst>
            <pc:docMk/>
            <pc:sldMk cId="79717487" sldId="264"/>
            <ac:inkMk id="117" creationId="{50ACB650-C08A-58C3-1616-56CA1E3388B6}"/>
          </ac:inkMkLst>
        </pc:inkChg>
        <pc:inkChg chg="add mod">
          <ac:chgData name="MIna Naidah Gani" userId="949d910cfffb8065" providerId="LiveId" clId="{57FC1B85-3D8E-4975-9A1B-28614F8039CE}" dt="2022-09-11T13:17:24.942" v="657"/>
          <ac:inkMkLst>
            <pc:docMk/>
            <pc:sldMk cId="79717487" sldId="264"/>
            <ac:inkMk id="118" creationId="{EFB88976-0AC6-17D1-6D36-28B1F41BF175}"/>
          </ac:inkMkLst>
        </pc:inkChg>
        <pc:inkChg chg="add mod">
          <ac:chgData name="MIna Naidah Gani" userId="949d910cfffb8065" providerId="LiveId" clId="{57FC1B85-3D8E-4975-9A1B-28614F8039CE}" dt="2022-09-11T13:17:24.942" v="657"/>
          <ac:inkMkLst>
            <pc:docMk/>
            <pc:sldMk cId="79717487" sldId="264"/>
            <ac:inkMk id="119" creationId="{CEB39DA9-30F9-4853-7823-A3339505FE7A}"/>
          </ac:inkMkLst>
        </pc:inkChg>
        <pc:inkChg chg="add mod">
          <ac:chgData name="MIna Naidah Gani" userId="949d910cfffb8065" providerId="LiveId" clId="{57FC1B85-3D8E-4975-9A1B-28614F8039CE}" dt="2022-09-11T13:17:36.856" v="665"/>
          <ac:inkMkLst>
            <pc:docMk/>
            <pc:sldMk cId="79717487" sldId="264"/>
            <ac:inkMk id="122" creationId="{80527388-B0F0-27C8-8FB6-683FF9F71300}"/>
          </ac:inkMkLst>
        </pc:inkChg>
        <pc:inkChg chg="add mod">
          <ac:chgData name="MIna Naidah Gani" userId="949d910cfffb8065" providerId="LiveId" clId="{57FC1B85-3D8E-4975-9A1B-28614F8039CE}" dt="2022-09-11T13:17:36.856" v="665"/>
          <ac:inkMkLst>
            <pc:docMk/>
            <pc:sldMk cId="79717487" sldId="264"/>
            <ac:inkMk id="123" creationId="{F4938365-FB68-9055-0BCC-320B172D3C64}"/>
          </ac:inkMkLst>
        </pc:inkChg>
        <pc:inkChg chg="add mod">
          <ac:chgData name="MIna Naidah Gani" userId="949d910cfffb8065" providerId="LiveId" clId="{57FC1B85-3D8E-4975-9A1B-28614F8039CE}" dt="2022-09-11T13:17:36.856" v="665"/>
          <ac:inkMkLst>
            <pc:docMk/>
            <pc:sldMk cId="79717487" sldId="264"/>
            <ac:inkMk id="124" creationId="{F3EC66B3-1B99-2D92-4DC0-DA97F9866BA1}"/>
          </ac:inkMkLst>
        </pc:inkChg>
        <pc:inkChg chg="add mod">
          <ac:chgData name="MIna Naidah Gani" userId="949d910cfffb8065" providerId="LiveId" clId="{57FC1B85-3D8E-4975-9A1B-28614F8039CE}" dt="2022-09-11T13:17:36.856" v="665"/>
          <ac:inkMkLst>
            <pc:docMk/>
            <pc:sldMk cId="79717487" sldId="264"/>
            <ac:inkMk id="125" creationId="{40C1A356-CC24-5196-0CDF-71ACF62825CA}"/>
          </ac:inkMkLst>
        </pc:inkChg>
        <pc:inkChg chg="add mod">
          <ac:chgData name="MIna Naidah Gani" userId="949d910cfffb8065" providerId="LiveId" clId="{57FC1B85-3D8E-4975-9A1B-28614F8039CE}" dt="2022-09-11T13:17:36.856" v="665"/>
          <ac:inkMkLst>
            <pc:docMk/>
            <pc:sldMk cId="79717487" sldId="264"/>
            <ac:inkMk id="126" creationId="{C410D81B-CBF2-B23A-62F7-B7EBC8253FDD}"/>
          </ac:inkMkLst>
        </pc:inkChg>
        <pc:inkChg chg="add mod">
          <ac:chgData name="MIna Naidah Gani" userId="949d910cfffb8065" providerId="LiveId" clId="{57FC1B85-3D8E-4975-9A1B-28614F8039CE}" dt="2022-09-11T13:17:36.856" v="665"/>
          <ac:inkMkLst>
            <pc:docMk/>
            <pc:sldMk cId="79717487" sldId="264"/>
            <ac:inkMk id="127" creationId="{47DAC37E-61DF-3333-FAB5-5FFE14A371D4}"/>
          </ac:inkMkLst>
        </pc:inkChg>
        <pc:inkChg chg="add mod">
          <ac:chgData name="MIna Naidah Gani" userId="949d910cfffb8065" providerId="LiveId" clId="{57FC1B85-3D8E-4975-9A1B-28614F8039CE}" dt="2022-09-11T13:17:36.856" v="665"/>
          <ac:inkMkLst>
            <pc:docMk/>
            <pc:sldMk cId="79717487" sldId="264"/>
            <ac:inkMk id="128" creationId="{E03C3190-44A4-A32F-EF02-3B57B09B6136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1" creationId="{451F6271-7D66-CFD9-6E06-0D08384CC441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2" creationId="{05BE2A9E-F004-96D4-C328-0D388AEE1B51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3" creationId="{0C52BB29-87ED-3C4E-6AC2-2B2B89CF58EA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4" creationId="{D7AE9972-0314-B6B8-7729-B9BCEAEF034E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5" creationId="{2C7774B8-EC4C-B0E7-F526-9A881C9BAB70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7" creationId="{DD92A433-9716-715A-A330-412781C93AB0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8" creationId="{E336115C-927E-CA99-740E-BAB4B9077A3E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39" creationId="{F35F2F35-74B4-0074-B99B-509E7E265EF4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40" creationId="{F8BE8F2D-B3E0-3034-7273-978F0507EDB1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41" creationId="{C965AFDB-DEC5-95BA-77DB-C1D6E980D15C}"/>
          </ac:inkMkLst>
        </pc:inkChg>
        <pc:inkChg chg="add mod">
          <ac:chgData name="MIna Naidah Gani" userId="949d910cfffb8065" providerId="LiveId" clId="{57FC1B85-3D8E-4975-9A1B-28614F8039CE}" dt="2022-09-11T13:18:01.923" v="679"/>
          <ac:inkMkLst>
            <pc:docMk/>
            <pc:sldMk cId="79717487" sldId="264"/>
            <ac:inkMk id="142" creationId="{23BBA32E-675E-B25B-4A17-899B690F358B}"/>
          </ac:inkMkLst>
        </pc:inkChg>
        <pc:inkChg chg="add">
          <ac:chgData name="MIna Naidah Gani" userId="949d910cfffb8065" providerId="LiveId" clId="{57FC1B85-3D8E-4975-9A1B-28614F8039CE}" dt="2022-09-11T13:18:01.359" v="678" actId="9405"/>
          <ac:inkMkLst>
            <pc:docMk/>
            <pc:sldMk cId="79717487" sldId="264"/>
            <ac:inkMk id="143" creationId="{88FE04F4-0DF7-F52E-3BEB-874A5F73C986}"/>
          </ac:inkMkLst>
        </pc:inkChg>
        <pc:inkChg chg="add mod">
          <ac:chgData name="MIna Naidah Gani" userId="949d910cfffb8065" providerId="LiveId" clId="{57FC1B85-3D8E-4975-9A1B-28614F8039CE}" dt="2022-09-11T13:18:03.844" v="682"/>
          <ac:inkMkLst>
            <pc:docMk/>
            <pc:sldMk cId="79717487" sldId="264"/>
            <ac:inkMk id="145" creationId="{9A9273CF-DA5C-DD27-D539-18E5DF48F2A9}"/>
          </ac:inkMkLst>
        </pc:inkChg>
        <pc:inkChg chg="add mod">
          <ac:chgData name="MIna Naidah Gani" userId="949d910cfffb8065" providerId="LiveId" clId="{57FC1B85-3D8E-4975-9A1B-28614F8039CE}" dt="2022-09-11T13:18:03.844" v="682"/>
          <ac:inkMkLst>
            <pc:docMk/>
            <pc:sldMk cId="79717487" sldId="264"/>
            <ac:inkMk id="146" creationId="{1824DE8E-B281-CF67-36A8-5BB890C4BFED}"/>
          </ac:inkMkLst>
        </pc:inkChg>
        <pc:inkChg chg="add mod">
          <ac:chgData name="MIna Naidah Gani" userId="949d910cfffb8065" providerId="LiveId" clId="{57FC1B85-3D8E-4975-9A1B-28614F8039CE}" dt="2022-09-11T13:18:18.204" v="686"/>
          <ac:inkMkLst>
            <pc:docMk/>
            <pc:sldMk cId="79717487" sldId="264"/>
            <ac:inkMk id="148" creationId="{C961176A-D131-533F-F409-C35C24069B66}"/>
          </ac:inkMkLst>
        </pc:inkChg>
        <pc:inkChg chg="add mod">
          <ac:chgData name="MIna Naidah Gani" userId="949d910cfffb8065" providerId="LiveId" clId="{57FC1B85-3D8E-4975-9A1B-28614F8039CE}" dt="2022-09-11T13:18:18.204" v="686"/>
          <ac:inkMkLst>
            <pc:docMk/>
            <pc:sldMk cId="79717487" sldId="264"/>
            <ac:inkMk id="149" creationId="{014C790B-A67C-1AE9-7007-AFBB08EA86EC}"/>
          </ac:inkMkLst>
        </pc:inkChg>
        <pc:inkChg chg="add mod">
          <ac:chgData name="MIna Naidah Gani" userId="949d910cfffb8065" providerId="LiveId" clId="{57FC1B85-3D8E-4975-9A1B-28614F8039CE}" dt="2022-09-11T13:18:18.204" v="686"/>
          <ac:inkMkLst>
            <pc:docMk/>
            <pc:sldMk cId="79717487" sldId="264"/>
            <ac:inkMk id="150" creationId="{2C7FB524-6E53-A00D-20CE-41FA99B1C7DB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52" creationId="{7F9DB6C8-EFB3-DC81-2702-D104A18BEC82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53" creationId="{BFA1600A-12C2-B8A0-01A9-DE31B8C5270D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55" creationId="{A07E220C-42FF-4920-1957-132D4195918F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56" creationId="{BA3E4CC5-D456-EE82-2D09-6E957473A2C3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57" creationId="{8C0A6287-E91B-DDF9-8B40-99424F873D24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58" creationId="{4934E1F2-3348-AF13-59E9-77C2B4F9C2B7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59" creationId="{E26E1995-53DD-A97E-3CD2-25FDCA8E1049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60" creationId="{401362C0-554A-62BE-5737-1E9A425B83A2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61" creationId="{CE079CCF-7BBB-EF8C-314A-34C92014583C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62" creationId="{884D3222-0769-318C-E299-47B6CACE763A}"/>
          </ac:inkMkLst>
        </pc:inkChg>
        <pc:inkChg chg="add mod">
          <ac:chgData name="MIna Naidah Gani" userId="949d910cfffb8065" providerId="LiveId" clId="{57FC1B85-3D8E-4975-9A1B-28614F8039CE}" dt="2022-09-11T13:18:32.804" v="702"/>
          <ac:inkMkLst>
            <pc:docMk/>
            <pc:sldMk cId="79717487" sldId="264"/>
            <ac:inkMk id="163" creationId="{5987E941-F749-E3ED-E076-E489B98C0A88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64" creationId="{D8F0CDE6-8B20-5C6A-8DEB-1F8FFEC68629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65" creationId="{6632FE3B-C204-3896-673F-B7BF9267D9E7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66" creationId="{5660F266-22AC-7C79-6B1D-E3815837CC32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70" creationId="{F7BE9EB8-02CB-5F7D-AAA3-737CDF9A38E0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71" creationId="{83B1DDE9-7C59-FE10-EAA1-083547D92DA8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72" creationId="{631267F7-A088-8C03-B49D-175DEE910A1F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73" creationId="{738CBE99-E37C-0EF8-BFA9-3EFA44C557D3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74" creationId="{8233F743-620E-CA85-E707-6EF4E2175CF0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75" creationId="{47122517-D208-AF5F-4135-FDF07A1AD764}"/>
          </ac:inkMkLst>
        </pc:inkChg>
        <pc:inkChg chg="add mod">
          <ac:chgData name="MIna Naidah Gani" userId="949d910cfffb8065" providerId="LiveId" clId="{57FC1B85-3D8E-4975-9A1B-28614F8039CE}" dt="2022-09-11T13:18:41.280" v="710"/>
          <ac:inkMkLst>
            <pc:docMk/>
            <pc:sldMk cId="79717487" sldId="264"/>
            <ac:inkMk id="176" creationId="{FD4C3F4D-7AA8-752F-00F5-358DA9AF1F96}"/>
          </ac:inkMkLst>
        </pc:inkChg>
        <pc:inkChg chg="add">
          <ac:chgData name="MIna Naidah Gani" userId="949d910cfffb8065" providerId="LiveId" clId="{57FC1B85-3D8E-4975-9A1B-28614F8039CE}" dt="2022-09-11T13:19:14.133" v="711" actId="9405"/>
          <ac:inkMkLst>
            <pc:docMk/>
            <pc:sldMk cId="79717487" sldId="264"/>
            <ac:inkMk id="180" creationId="{B86347E7-7917-B667-1C39-F465B15B7F59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1" creationId="{59900437-5D82-AF6D-A253-EA0E707EBFE9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2" creationId="{E6433756-5D62-5CB9-2F28-22D5D171A9DE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3" creationId="{4BE9EC42-11C6-882F-7976-9C5C872D974E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4" creationId="{2731BBB5-A45C-CB4B-5E58-8C603730C9F4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5" creationId="{32C9F5F9-6284-B4B1-A58C-E16F3AB653B4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6" creationId="{CA9CE678-D977-7BB1-A284-C2936B9149A0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7" creationId="{0D30394C-3BEC-984C-14CA-9C0448D6BEB9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8" creationId="{B2DE0FD5-F1E3-0F26-43AB-83782A61681F}"/>
          </ac:inkMkLst>
        </pc:inkChg>
        <pc:inkChg chg="add mod">
          <ac:chgData name="MIna Naidah Gani" userId="949d910cfffb8065" providerId="LiveId" clId="{57FC1B85-3D8E-4975-9A1B-28614F8039CE}" dt="2022-09-11T13:19:22.102" v="721"/>
          <ac:inkMkLst>
            <pc:docMk/>
            <pc:sldMk cId="79717487" sldId="264"/>
            <ac:inkMk id="189" creationId="{A1AACAA5-5A32-8E5D-DCE0-3C1306E8BE59}"/>
          </ac:inkMkLst>
        </pc:inkChg>
      </pc:sldChg>
      <pc:sldChg chg="new del">
        <pc:chgData name="MIna Naidah Gani" userId="949d910cfffb8065" providerId="LiveId" clId="{57FC1B85-3D8E-4975-9A1B-28614F8039CE}" dt="2022-09-11T13:14:01.006" v="532" actId="680"/>
        <pc:sldMkLst>
          <pc:docMk/>
          <pc:sldMk cId="2905218814" sldId="26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9476,'0'0'2017,"0"-69"-1633,0 66-384,4-3-16,6-4-400,4-2-512,4-1-65,-8 0-719,-6-2-65,-4-1-2113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1056,'0'0'10419,"-11"14"-5769,12-7-4588,1 0 0,-1 0 0,1 1 0,1-1 0,-1 0 0,1 0 0,0-1 0,1 1 0,6 9 0,13 29-29,135 468 1405,-82-233-583,23-6-232,-82-235-538,1-2-1,38 57 0,-47-81-44,-1-1 0,2-1-1,0 0 1,0 0 0,1-1 0,0 0 0,1-1 0,0 0 0,0-1-1,26 13 1,-35-20-30,1 0 0,-1 1-1,1-1 1,0 0 0,-1-1-1,1 1 1,0-1-1,0 0 1,0 0 0,4 0-1,-6 0 1,0-1-1,0 1 1,0-1-1,0 1 1,-1-1-1,1 0 0,0 0 1,0 0-1,0 0 1,-1 0-1,1 0 1,0-1-1,-1 1 0,1 0 1,-1-1-1,1 1 1,-1-1-1,0 0 1,0 1-1,1-3 0,5-11-15,0 1 0,-2-1 0,0 0 0,0 0 0,2-18 0,9-86-261,-13 88 194,20-239-685,12-93-292,-22 282 942,3 0-1,37-113 0,-11 70 288,-60 171-6227,-5-5 509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67 4562,'0'0'5936,"-3"-9"-5194,-12-29-102,14 36-520,0 1-1,0 0 1,0-1-1,0 1 1,-1 0-1,1-1 1,0 1-1,-1 0 1,1 0-1,-1 0 1,1 0-1,-1 1 1,1-1-1,-1 0 1,0 1-1,1-1 0,-1 1 1,0-1-1,0 1 1,1 0-1,-1-1 1,0 1-1,0 0 1,0 0-1,-3 1 1,2-1 148,0 0-203,1 0 1,-1 0-1,0 1 0,0-1 0,0 1 1,1 0-1,-1-1 0,0 1 1,0 0-1,1 1 0,-1-1 1,-3 3-1,-25 26 158,29-28-223,-5 7 41,0 0-1,1 1 0,0 0 0,0 0 0,1 1 0,0-1 0,1 1 0,0 0 0,1 0 0,0 0 1,-1 15-1,0 14 370,1 76 0,4-72-95,-1-31-165,0 1-1,1 0 1,0 0-1,2 0 0,-1 0 1,6 14-1,-7-25-120,0 0-1,1 1 1,-1-1 0,1 0-1,0 0 1,0 0-1,0 0 1,0 0 0,1 0-1,-1 0 1,1-1-1,0 1 1,-1-1 0,1 0-1,0 0 1,0 0 0,1 0-1,-1-1 1,0 1-1,1-1 1,-1 1 0,0-1-1,1-1 1,0 1-1,-1 0 1,1-1 0,-1 0-1,5 1 1,-1-2-14,0 0 1,0 0-1,0-1 0,0 1 1,0-2-1,-1 1 1,1-1-1,-1 0 1,1 0-1,-1 0 0,0-1 1,0 0-1,-1-1 1,1 1-1,-1-1 1,0 0-1,0 0 0,-1 0 1,8-12-1,2-4-143,-1-1 1,-1 0-1,-1 0 0,11-34 0,-15 32-37,0-1-1,-2 0 1,0-1-1,-2 0 1,-1 1-1,-1-30 1,-1 53 193,0-1 1,0 0-1,0 0 1,-1 1-1,1-1 0,-1 0 1,0 1-1,1-1 1,-1 1-1,0-1 0,0 1 1,-1-1-1,1 1 0,0 0 1,-1 0-1,0-1 1,1 1-1,-5-3 0,2 2 98,-1 0 0,0 0-1,1 0 1,-1 1 0,0 0-1,0 0 1,-1 0-1,-9-1 1,-4 0-44,-1 1 0,1 0 0,-34 3 0,-22-2-1533,74 1 1298,-1-1 0,0 1 0,1 0 0,-1-1 0,1 1-1,-1-1 1,0 1 0,1-1 0,-1 0 0,1 1 0,0-1 0,-1 0 0,-2-2 0,4 2-32,-1 0 0,1 1 0,-1-1 0,1 0 0,-1 0 0,1 0 0,-1 1 0,1-1 0,0 0 0,-1 0 0,1 0 0,0 0 1,0 0-1,0 0 0,0 1 0,0-1 0,0 0 0,0 0 0,0 0 0,0 0 0,0 0 0,0 0 0,1 0 0,-1 0 0,0 1 0,1-2 0,8-11-4209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6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3506,'0'0'1920,"2"-24"-490,10-76 182,-5 64 7771,-6 45-9410,15 67 350,12 150 1,-18 80 618,-10-296-906,-1 120 385,3 67 204,-2-192-618,3 21 131,-3-26-147,0 1 1,0 0-1,0-1 0,0 1 0,1-1 1,-1 1-1,0 0 0,0-1 0,1 1 0,-1-1 1,0 1-1,1-1 0,-1 1 0,1-1 1,-1 1-1,1-1 0,-1 1 0,0-1 1,1 1-1,0-1 0,-1 0 0,1 1 1,-1-1-1,1 0 0,-1 0 0,1 1 1,0-1-1,-1 0 0,2 0 0,-1-10-1266,-1 1 690,0-21-2194,-4-32-1,-3 19-2158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7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4434,'0'0'8281,"0"20"-6928,4 42-27,15 90 1,-3-38-763,5 164 606,23 160 683,-42-425-1762,-1-9-64,-1 0-1,0-1 1,1 1 0,0-1-1,0 1 1,0 0 0,0-1-1,0 0 1,1 1 0,-1-1-1,1 0 1,2 3-1,-3-6-37,-1 0-1,0 0 1,0 0-1,1 0 0,-1 0 1,0 0-1,0-1 0,0 1 1,1 0-1,-1 0 1,0 0-1,0 0 0,0-1 1,1 1-1,-1 0 0,0 0 1,0 0-1,0-1 1,0 1-1,0 0 0,0 0 1,1 0-1,-1-1 0,0 1 1,0 0-1,0 0 1,0-1-1,0 1 0,0 0 1,0 0-1,0-1 0,0 1 1,0 0-1,0 0 0,0-1 1,0 1-1,0 0 1,-1 0-1,1-1 0,0 1 1,0-1-1,0 1-65,0-21-578,1 8-416,-1 1-1,0 0 1,-1-1 0,0 1 0,-1-1 0,0 1 0,-1 0 0,-8-20 0,-12-10-5260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8500,'0'0'7779,"234"22"-7538,-175-22-129,-3 0-112,-14 0-64,-11 0 0,-10 0-977,-10 0-1024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37 100 6467,'0'0'1617,"-1"-11"-1329,-1-34 331,2 44-521,0 0 1,0 0-1,0 1 0,1-1 1,-1 0-1,0 0 1,-1 0-1,1 1 0,0-1 1,0 0-1,0 0 1,0 1-1,-1-1 0,1 0 1,0 0-1,-1 1 1,1-1-1,0 0 0,-1 1 1,1-1-1,-1 0 1,1 1-1,-1-1 0,1 1 1,-1-1-1,0 1 1,1-1-1,-1 1 0,0-1 1,1 1-1,-1 0 1,0-1-1,1 1 0,-1 0 1,0 0-1,0 0 1,1-1-1,-1 1 0,-2 0 1,3 0-62,-1 0 1,1 0-1,-1 0 0,0 0 1,1 0-1,-1 0 1,1 0-1,-1-1 0,0 1 1,1 0-1,-1 0 1,1-1-1,-1 1 0,1 0 1,-1-1-1,1 1 1,-1 0-1,1-1 0,-1 1 1,1-1-1,-1 1 0,1-1 1,0 1-1,-1-1 1,1 1-1,0-1 0,0 1 1,-1-1-1,1 0 1,0 1-1,0-1 0,0 1 1,0-1-1,-1 0 1,1 1-1,0-1 0,0 1 1,0-1-1,0 0 1,1 1-1,-1-1 0,0-1 969,0 26-921,0 493 4904,0-516-4967,0-1-1,-1 0 1,1 1-1,0-1 0,0 1 1,0-1-1,0 0 1,0 1-1,0-1 0,0 1 1,0-1-1,0 1 1,0-1-1,0 0 0,0 1 1,0-1-1,0 1 1,0-1-1,0 1 0,1-1 1,-1 0-1,0 1 1,0-1-1,0 1 0,1-1 1,-1 0-1,0 1 1,1-1-1,-1 0 0,0 0 1,1 1-1,-1-1 0,0 0 1,1 1-1,-1-1 1,0 0-1,1 0 0,-1 0 1,1 0-1,-1 1 1,0-1-1,1 0 0,-1 0 1,1 0-1,-1 0 1,1 0-1,-1 0 0,0 0 1,1 0-1,1-3 3,-2-1 1,1 1-1,0-1 0,-1 1 0,1 0 0,-1-1 0,0 1 0,0-1 1,-1-5-1,1 4-7,0-377-1874,0 377 1809,1 0 0,0-1 0,0 1 0,1 0-1,-1 0 1,1 0 0,0 1 0,1-1 0,-1 0 0,1 1 0,0-1 0,0 1-1,0 0 1,0 0 0,7-6 0,-4 5 15,0 0-1,0 0 1,0 0 0,1 1-1,-1 0 1,1 0 0,0 0 0,0 1-1,0 0 1,9-2 0,-8 4 34,0 0 1,1 1 0,-1 0 0,0 0 0,11 2-1,-18-2 1,0 1 0,1-1 0,-1 1 0,0 0 0,0-1-1,0 1 1,1 0 0,-1 0 0,0 0 0,0 0 0,0 0 0,0 0-1,0 0 1,-1 0 0,1 0 0,0 0 0,0 0 0,-1 1-1,1-1 1,-1 0 0,1 0 0,-1 1 0,1-1 0,-1 3 0,4 5 37,13 33 330,-2 0 0,-2 1 0,9 50 0,11 137 1428,-27-182-1309,-3-36-289,-3-12-204,0 1 0,0-1 0,0 0-1,0 0 1,0 0 0,0 0 0,0 1 0,0-1 0,0 0 0,0 0 0,0 0 0,0 0 0,0 1 0,0-1-1,0 0 1,0 0 0,0 0 0,0 0 0,0 1 0,0-1 0,0 0 0,0 0 0,0 0 0,1 0 0,-1 0-1,0 1 1,0-1 0,0 0 0,0 0 0,0 0 0,0 0 0,1 0 0,-1 0 0,0 0 0,0 0-1,0 1 1,0-1 0,0 0 0,1 0 0,-1 0 0,0 0 0,0 0 0,0 0 0,0 0 0,1 0 0,-1 0-1,0 0 1,0 0 0,0 0 0,1 0 0,-1-3-37,1 1-1,-1-1 1,0 1-1,0-1 1,0 1 0,0 0-1,0-1 1,0 1-1,-1-1 1,0-2 0,-1-7-50,-1-49-976,6-71-1,-2 123 968,1 0 0,0 0 0,1 1 0,-1-1 0,2 1 0,-1 0 0,1 0 0,1 0 0,-1 0 0,9-9 0,1-1-218,1 0-1,31-28 0,-46 46 320,3-3 24,-1 1 0,0 0-1,1-1 1,-1 1-1,1 0 1,0 0 0,-1 1-1,1-1 1,0 0-1,0 1 1,0 0 0,0 0-1,1 0 1,-1 0-1,0 0 1,0 1 0,1-1-1,-1 1 1,6 0-1,-8 0 5,1 0-1,0 1 0,-1-1 0,1 0 1,-1 1-1,1-1 0,-1 1 0,1-1 1,-1 1-1,1 0 0,-1 0 0,1 0 1,-1 0-1,0 0 0,0 0 0,2 2 1,1 1 33,-1 0 0,0 0 0,0 0 1,-1 1-1,4 5 0,1 8 216,10 36 0,-16-50-245,26 148 791,-13-58-352,-8-55-317,-3-21 6,0 0 1,9 30-1,-11-45-83,-1-2-29,-7-65-3126,1 7 92,5 15-912,1-2-3609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4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37 186 4114,'0'0'9543,"-6"2"-8062,-20 8-284,26-10-1176,0 0-1,0 0 1,0 0-1,-1 0 1,1 0-1,0 0 0,0 0 1,0 0-1,-1 0 1,1 0-1,0 1 1,0-1-1,0 0 0,-1 0 1,1 0-1,0 0 1,0 0-1,0 1 1,0-1-1,0 0 0,0 0 1,-1 0-1,1 1 1,0-1-1,0 0 0,0 0 1,0 0-1,0 1 1,0-1-1,0 0 1,0 0-1,0 0 0,0 1 1,0-1-1,0 0 1,0 0-1,0 0 1,0 1-1,0-1 0,0 0 1,0 0-1,0 1 1,0-1-1,1 0 1,-1 0-1,0 0 0,0 0 1,0 1-1,0-1 1,0 0-1,0 0 0,1 0 1,-1 0-1,0 1 1,0-1-1,0 0 1,0 0-1,1 0 0,-1 0 1,14 7 226,-13-6-143,13 4 144,-1-1-1,1 0 0,0-1 1,0 0-1,15 0 1,75 0 201,-75-4-385,-17 2-21,0-1 0,-1-1 0,1 0 0,0-1 0,-1 0 0,18-6-1,-26 6-95,0 1-1,0 0 1,0-1-1,0 0 0,0 0 1,0 1-1,-1-2 1,1 1-1,-1 0 1,1 0-1,-1-1 0,0 0 1,0 1-1,0-1 1,0 0-1,-1 0 0,1 0 1,-1 0-1,0 0 1,0 0-1,0 0 0,0-1 1,0 1-1,-1 0 1,1 0-1,-1-1 0,0-5 1,0 4-94,0-1 1,0 1-1,-1-1 1,1 0-1,-1 1 1,-1-1-1,-1-6 0,1 9 113,0 0 0,1 0 1,-1 0-1,-1 0 0,1 0 0,0 1 0,-1-1 0,0 0 0,1 1 0,-1 0 0,0 0 0,-4-2 0,-7-5 32,-1 1 1,-1 0 0,1 1-1,-1 1 1,-1 1-1,1 0 1,-1 1-1,1 1 1,-1 0-1,0 2 1,0 0 0,-21 1-1,23 0 4,7-1-17,0 1 0,-1 0 0,1 1 0,0 0 0,-15 4 0,20-4 14,1 0 0,-1 0 0,1 0-1,-1 1 1,1-1 0,0 1-1,0-1 1,0 1 0,0 0 0,0 0-1,0 0 1,0 0 0,1 0-1,-1 1 1,1-1 0,0 0 0,-1 1-1,1-1 1,0 1 0,0-1-1,1 1 1,-2 4 0,-1 11 122,1 0 1,1-1-1,0 1 0,2 21 1,0 1 290,-1-21-177,1 0 1,0 0-1,1 0 1,1 0-1,0-1 1,2 1-1,0-1 1,1 0-1,1 0 1,1-1-1,0 0 1,1 0-1,1-1 1,17 21-1,-20-30-185,0 0-1,0-1 1,1 0-1,-1 0 1,2-1-1,-1 0 1,0 0-1,1-1 0,0 0 1,0 0-1,0-1 1,0-1-1,1 1 1,-1-1-1,1-1 1,-1 0-1,1 0 1,-1-1-1,1 0 1,0-1-1,18-3 1,-20 2-98,-1 0 0,1-1 0,-1 0 1,0 0-1,0-1 0,0 1 0,0-2 0,-1 1 1,1-1-1,-1 0 0,0 0 0,-1 0 0,1-1 1,-1 0-1,0 0 0,0 0 0,5-12 1,2-3-812,-1-1 1,-1 0 0,-1 0-1,9-35 1,6-46-6124,-16 58 1991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0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42 6275,'0'0'7273,"-4"-7"-6308,-13-20-183,13 20 1126,4 10-1854,-1-1 0,1 1 0,-1-1 0,1 1 0,0 0 0,0-1 0,1 1 0,0 3 0,-1 4 52,31 501 3072,-17-360-2712,14 127 452,-28-270-3686,-3-17 1020,-8-16-889,-44-35-8208,41 41 7270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7 496,'0'0'20778,"223"19"-20266,-160-19-288,-4 0-208,-10 0-16,-14 0-48,-11-4-960,-10-8-1458,-7 2-1535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7523,'0'0'8951,"2"4"-8009,-2-3-887,1 1 0,-1-1 1,1 0-1,-1 0 0,1 0 0,0 0 0,0 0 1,0 0-1,0 0 0,-1 0 0,1 0 0,1 0 1,-1 0-1,0 0 0,0-1 0,0 1 0,0 0 1,0-1-1,1 1 0,-1-1 0,0 1 1,1-1-1,-1 0 0,0 1 0,2-1 0,44 1 1130,-24-2-924,-13 0-208,0 0 0,0-1 0,0 0 0,0 0 0,0-1 0,0-1 0,0 1 0,-1-2 0,0 1 0,0-1 0,0-1 0,9-7 0,-1 0-158,-1 0 0,0-2 0,-2 0 0,1 0 0,12-20 0,-23 29 23,1 0-1,-1-1 1,-1 1 0,1-1-1,-1 0 1,-1 0 0,1 0-1,-1 0 1,0-1 0,-1 1-1,0 0 1,0-1-1,0 1 1,-2-9 0,1 15 84,0-1 0,-1 1 1,1 0-1,-1 0 0,1-1 0,-1 1 1,1 0-1,-1 0 0,0 0 0,0 0 1,0 0-1,0 0 0,0 0 1,0 0-1,0 0 0,0 0 0,0 1 1,0-1-1,0 0 0,0 1 0,-2-2 1,-35-13-68,25 10-16,4 2 46,1 0 0,-1 1 0,-1 0 0,1 1 0,0 0 0,-12 0 0,-55 4 59,75-3-25,-1 1-2,0-1 1,-1 1-1,1-1 0,0 1 0,0 0 0,0 0 0,0 0 0,0 0 1,0 0-1,0 0 0,0 0 0,1 1 0,-1-1 0,0 1 0,1-1 1,-1 1-1,1 0 0,0-1 0,-1 1 0,1 0 0,0 0 0,0 0 1,-1 4-1,-1 2 6,0 0 0,1 0 0,0 1 0,-2 16 0,0 27 414,3 52-1,2-48 93,-1-25-184,2 0 0,0 0 0,8 32 0,-7-51-231,0-1-1,0 1 1,1-1-1,1 0 1,0 0-1,0-1 1,1 1-1,0-1 1,1 0-1,0-1 1,10 10-1,-13-15-77,1 0-1,-1-1 0,1 0 0,0 0 0,0 0 1,0 0-1,0-1 0,0 0 0,1 0 0,-1 0 1,1-1-1,-1 1 0,11 0 0,-12-2-32,0 0-1,0 0 1,0 0-1,1 0 1,-1-1 0,0 0-1,0 0 1,0 0-1,0 0 1,0 0-1,0-1 1,0 0-1,0 0 1,-1 0 0,1 0-1,-1 0 1,1-1-1,-1 0 1,3-3-1,3-5-375,-1 0 0,-1 0 0,0-1 0,-1 0 0,0 0-1,7-22 1,-5 8-2297,0 0-1,4-39 1,-7 17-4543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1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8436,'0'0'6982,"0"4"-6393,0 626 8314,0-1040-13961,0 405 5045,0 0 1,0 0 0,0 0 0,1 0-1,0 0 1,0 0 0,0 0-1,1 0 1,0 1 0,-1-1-1,2 1 1,-1-1 0,0 1-1,1 0 1,0 0 0,0 0 0,0 0-1,1 0 1,-1 1 0,1-1-1,0 1 1,0 0 0,0 0-1,0 1 1,0-1 0,1 1-1,-1 0 1,1 0 0,0 0 0,7-1-1,8-1 329,1 1-1,-1 1 0,0 0 0,1 2 1,21 2-1,5-1 45,-38-1-324,-1 1-1,1 0 1,-1 1-1,11 3 1,9 1-838,-24-5 231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3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76 4338,'0'0'6507,"0"-5"-5157,-1-2-777,-1-3-127,2-2 4364,4 11-4716,58-4 92,88 5 0,-56 2-153,-66 0-8,0 1 0,0 1-1,28 9 1,3 0 111,-1-4-27,90 2 0,63-11-42,-83-2 0,1336 2 445,-1209-15-408,-158 7-77,56-6-15,85-6 21,0 4-72,67-2 673,-73 18 1474,-235 1-2515,-1-1 1,1 0-1,0 1 1,0 0-1,0 0 0,0 0 1,0 0-1,1 1 1,-4 1-1,-18 11-4342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668 128 7091,'0'0'5165,"-4"-12"-4036,-11-37-281,14 45-780,-1 1 0,1 0 0,-1 0 0,0 0 0,0 0-1,0 0 1,-1 0 0,1 1 0,0-1 0,-1 1 0,0-1 0,0 1 0,1 0-1,-1 0 1,0 0 0,-1 1 0,1-1 0,0 1 0,0 0 0,-1 0-1,1 0 1,-1 0 0,-3 0 0,0-1-40,-19-3-43,0 1 1,0 2-1,-1 1 0,1 0 1,-34 5-1,42-2-27,0 1 0,0 1 0,0 1 0,0 0 0,1 1 1,-23 12-1,9-3-4,2 2 1,-42 31-1,62-43 40,1 1 0,0 1 0,1-1 0,0 1 0,0 0 0,0 1 0,1 0-1,0 0 1,0 0 0,1 1 0,0 0 0,1 0 0,0 0 0,0 0 0,1 1-1,-3 15 1,4-11-41,1 0 0,0 0 0,1 0 0,4 26 0,-2-32 38,-1 0 0,2 0 0,-1 0 0,1 0 0,1-1 0,-1 1 0,1-1 0,1 0 0,8 12 0,7 4 53,1-1 0,1-1-1,24 18 1,80 53 90,-45-35-75,64 56 11,-120-91-52,0 1 0,-2 1 0,28 38-1,-46-54 18,0 0-1,0 0 0,-1 0 0,0 1 0,-1-1 0,0 1 0,0 0 0,-1 0 0,0 1 1,-1-1-1,0 0 0,0 0 0,-1 17 0,-1-19 19,0 0-1,0 0 1,0 0 0,0 0-1,-1 0 1,-1 0-1,1-1 1,-1 1 0,0-1-1,0 1 1,-1-1 0,0 0-1,0 0 1,-8 8 0,-7 5 119,0-1 1,-34 26 0,44-38-152,-16 13 39,-1 0 1,-36 18 0,51-31 2,-1-1-1,1 0 1,-1-1 0,-1 0 0,1-1-1,0 0 1,-1-1 0,-23 1 0,35-2-57,0-1 1,0 0 0,0 0 0,0 0 0,0 0 0,0-1-1,0 1 1,0 0 0,0 0 0,0 0 0,0-1 0,0 1-1,0-1 1,0 1 0,1-1 0,-1 1 0,0-1 0,0 1-1,0-1 1,0 0 0,1 1 0,-2-2 0,1-1 6,0 1 0,0-1 0,0 1 0,1-1 0,-1 0 0,1 0 0,-1 0 0,1-4 0,0-11-127,0 0-1,2 0 1,0-1-1,0 1 1,2 0-1,0 1 0,2-1 1,0 1-1,0 0 1,2 0-1,0 1 1,1 0-1,13-18 0,-4 8-166,2 1-1,1 1 1,1 1-1,0 1 1,2 0-1,51-33 0,-59 44 199,1 1 1,-1 1-1,2 1 0,22-8 0,-32 13 102,1 1 1,0 0-1,0 0 1,0 1-1,0 0 0,0 1 1,0 0-1,0 0 1,0 1-1,0 0 1,10 2-1,-15-1 33,0 0 1,1-1-1,-1 1 0,0 1 0,0-1 1,0 1-1,-1-1 0,1 1 1,0 0-1,-1 0 0,0 1 0,0-1 1,0 1-1,0-1 0,0 1 1,1 4-1,5 9 320,-1 0 0,10 30-1,-15-37-235,14 45 1255,13 84 1,8 23 683,-38-161-2070,2 7 83,1 0 0,0 0 0,0 0 0,5 7 0,-7-14-105,-1 0 1,1 1-1,0-1 1,-1 0-1,1 0 1,0 0-1,0 0 0,0 0 1,0 0-1,0 0 1,0 0-1,1-1 0,-1 1 1,0 0-1,0-1 1,0 1-1,1-1 1,-1 1-1,0-1 0,1 1 1,-1-1-1,0 0 1,1 0-1,-1 0 1,1 1-1,-1-2 0,0 1 1,1 0-1,-1 0 1,0 0-1,3-1 0,-3 1-33,-1-1-1,1 1 0,-1 0 0,1-1 0,-1 1 0,1-1 0,-1 1 0,0 0 0,1-1 0,-1 1 0,1-1 0,-1 1 0,0-1 0,0 1 1,1-1-1,-1 1 0,0-1 0,0 1 0,0-1 0,1 0 0,-1 0 0,3-17-1903,0 0 0,1-35 1,-4-3-4082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11589,'0'0'3970,"28"-47"-4546,-4 47-801,-10 16-2849,-3 6-3393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2:5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27 107 1505,'0'0'9729,"-5"1"-9139,5-1-572,-1 0-1,0 0 0,1 0 1,-1 1-1,0-1 1,0 0-1,1 0 1,-1 0-1,0 0 0,1 0 1,-1 0-1,0-1 1,0 1-1,1 0 1,-1 0-1,0 0 0,1-1 1,-1 1-1,0 0 1,1-1-1,-1 1 1,1 0-1,-1-1 0,1 1 1,-1-1-1,0 1 1,1-1-1,0 1 1,-1-1-1,1 1 0,-1-1 1,1 0-1,0 1 1,-1-1-1,1 0 1,0 1-1,-1-2 1,1-3 13,0 1 1,0 0-1,1-1 1,-1 1-1,1 0 1,0 0 0,2-5-1,-2 4 170,1-1 0,0 1-1,0 0 1,0 0 0,5-7-1,-6 11-95,0-1 1,0 1-1,0 0 0,0-1 0,0 1 0,1 0 0,-1 0 0,0 0 0,1 0 0,-1 0 0,0 0 0,1 0 1,0 1-1,-1-1 0,1 0 0,-1 1 0,1 0 0,0-1 0,-1 1 0,1 0 0,2-1 0,-3 2-92,0-1 0,0 0 0,0 1 0,0-1 0,0 1 0,0-1 0,0 1 0,0-1 0,-1 1 0,1 0-1,0-1 1,0 1 0,0 0 0,-1 0 0,1-1 0,0 1 0,-1 0 0,1 0 0,-1 0 0,1 0 0,-1 0 0,1 0-1,0 2 1,2 4 83,11 21 271,0 2 0,-2 0 0,-2 0 0,0 1 0,5 35 0,15 163 1699,-11-69-905,-18-153-1082,4 20 143,-5-26-205,1 0-1,-1 0 1,0 0 0,0 0-1,1-1 1,-1 1 0,1 0 0,-1 0-1,1 0 1,-1 0 0,1 0-1,0 0 1,-1-1 0,1 1 0,0 0-1,-1-1 1,1 1 0,0 0-1,1 0 1,-1-1-9,3 0 23,-2-13-19,-2-400-4316,0 403 4205,0 0-1,1 1 1,0-1-1,1 0 1,0 0-1,4-11 1,-5 18 127,0 1 0,0-1 0,0 1 1,1-1-1,-1 1 0,0-1 0,1 1 0,0 0 1,0 0-1,-1 0 0,1 0 0,1 0 1,-1 0-1,0 0 0,0 1 0,1-1 0,-1 1 1,0 0-1,1-1 0,0 1 0,-1 0 1,1 1-1,-1-1 0,1 0 0,0 1 0,0-1 1,3 1-1,-2 0 24,-1-1 0,1 1 0,-1 0 0,0 0 0,1 1 0,-1-1 0,0 1 0,1 0 0,-1-1-1,0 2 1,0-1 0,1 0 0,-1 0 0,0 1 0,-1 0 0,1 0 0,0 0 0,0 0 0,-1 0 0,1 0 0,-1 0 0,4 5 0,10 13 202,-1 0 0,0 1 1,-1 1-1,-2 0 0,16 37 0,-13-20 199,-1 1 0,12 65 0,-10 8 545,-12-105-898,-4-8-100,0 0 1,0 0 0,0 0-1,0 0 1,1 0 0,-1 0-1,0 0 1,0 0 0,0 0 0,0 0-1,1 0 1,-1 0 0,0 0-1,0 0 1,0 0 0,0 0-1,1 0 1,-1 0 0,0 0-1,0 0 1,0 0 0,0 0 0,0 0-1,1 0 1,-1 0 0,0 0-1,0 0 1,0 0 0,0 0-1,0 0 1,1-1 0,-1 1-1,0 0 1,0 0 0,0 0 0,0 0-1,0 0 1,0 0 0,0-1-1,0 1 1,1 0 0,-1 0-1,0 0 1,0 0 0,0-1 0,0 1-1,0 0 1,0 0 0,0 0-1,0 0 1,0-1 0,0 1-1,0 0 1,0 0 0,0 0-1,0 0 1,0-1 0,0 1 0,-1 0-1,9-43-454,1-48 0,4-27-852,15-11 7,-23 111 1013,1 0 0,1 0 0,1 1 0,17-30 0,-24 45 290,1-1 0,-1 1 0,1 0 0,0 0 0,0 0 0,0 0 0,0 0 0,0 1 0,0-1 0,1 0 0,-1 1 0,1 0 0,-1 0 0,1-1 0,-1 1 0,1 1 0,0-1 0,-1 0 0,1 1 0,0-1 0,-1 1 0,1 0 0,0 0 0,0 0 0,0 0 0,-1 1 0,1-1 0,4 2 1,-2-1 70,0 1 1,1 0 0,-1 1 0,-1-1 0,1 1 0,0 0 0,0 0 0,-1 1 0,0-1 0,0 1 0,0 0 0,5 7 0,5 7 176,-2 2 0,0 0 0,-1 0 0,-1 1 0,-1 0 0,11 40 1,-12-28-111,-2-1 0,-1 1 0,-2 1 1,0 35-1,-3-43-1249,-21-50-11307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0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32 11637,'0'0'3685,"-3"-5"-3387,-11-16-60,10 16 1787,4 27-1932,2 15-1,2 0-1,14 61 1,-3-24 79,51 550 2795,-46-366-1997,-14-207-375,16 68-1,-33-182-1036,-16-7-541,18 49 521,0 0 0,2-1 0,0 0 0,2-1 0,-6-43 1,11-51 0,0 113 463,0-1 0,1 1 0,-1 0-1,1 0 1,0-1 0,1 1 0,-1 0 0,1 0 0,0 0 0,0 1 0,0-1-1,4-6 1,0 4 2,0-1 1,0 1-1,0 0 0,0 0 0,15-9 0,-8 7-4,1 0 0,-1 1 0,1 1 1,1 0-1,-1 1 0,30-6 0,-28 8 4,1 1 0,29 0 0,-42 2 9,-1 0 0,1 0 0,-1 0 0,1 1-1,-1 0 1,0-1 0,1 1 0,-1 0 0,0 1-1,1-1 1,-1 1 0,0-1 0,0 1 0,0 0-1,0 0 1,-1 0 0,1 0 0,-1 1 0,5 4-1,-3 1 61,0 0 0,0 0 0,-1 1 0,0 0 0,0 0 0,-1 0 0,0 0 0,0 0 0,-1 0 0,-1 19 0,0-17 12,0 0 0,-1 0 0,-1 0-1,0 0 1,0 0 0,-1-1 0,-1 1 0,1-1 0,-7 11 0,-1-1-19,-2-1 1,0 0-1,-1-1 1,-1 0-1,-1-1 1,0-1-1,-1-1 1,-32 23-1,45-35-82,-1 0 1,-1 0-1,1-1 0,0 1 0,-1-1 1,1 0-1,-1-1 0,1 1 0,-1-1 0,0 0 1,0-1-1,1 1 0,-11-2 0,16 1-5,0 0-1,-1 0 0,1 0 1,-1 0-1,1 0 0,-1 0 1,1 0-1,0 0 0,-1 0 1,1 0-1,-1-1 0,1 1 1,0 0-1,-1 0 0,1-1 1,0 1-1,-1 0 0,1 0 0,0-1 1,-1 1-1,1 0 0,0-1 1,0 1-1,-1 0 0,1-1 1,0 1-1,0 0 0,0-1 1,-1 1-1,1-1 0,0 1 1,0 0-1,0-2 0,-2-10-822,1-1-1,2-25 1,-1 13-535,0 11-336,1 0-1,2-16 1,-1 19-1039,2 0 0,7-18 0,-11 29 2733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2977,'0'0'11606,"-10"6"-8701,9-5-2750,1 0 0,0 0 1,-1-1-1,1 1 0,-1 0 0,1-1 0,-1 1 0,0 0 1,1-1-1,-1 1 0,0-1 0,1 1 0,-1-1 1,0 1-1,0-1 0,1 1 0,-1-1 0,0 0 0,-1 1 1,-13 8-107,10-4-31,-1 2-1,1-1 0,0 1 1,0 0-1,1 0 1,0 0-1,0 0 0,1 1 1,0-1-1,0 1 0,1 0 1,0 0-1,-1 10 0,-1 13 255,1 0-1,2 35 1,1-51-129,0 136 1098,0-142-1190,0-1 0,0 1 1,1-1-1,1 1 1,-1-1-1,1 0 1,0 0-1,7 15 1,-7-19-52,0-1 1,0 0 0,0 0-1,1 0 1,-1 0-1,1-1 1,0 1 0,-1-1-1,1 1 1,0-1 0,1 0-1,-1 0 1,0 0-1,1-1 1,-1 1 0,1-1-1,-1 0 1,1 0 0,-1 0-1,1 0 1,0-1-1,5 1 1,-2-1-47,0 0 1,0-1-1,0 0 0,-1 0 1,1 0-1,0-1 0,-1 0 0,1 0 1,-1-1-1,0 1 0,0-1 1,0-1-1,0 1 0,0-1 0,-1 0 1,0-1-1,1 1 0,-2-1 0,1 0 1,0 0-1,3-6 0,1-2-270,0 0 0,-1-1-1,0 0 1,-2 0 0,1 0 0,-2-1-1,0 0 1,4-20 0,-6 19-127,-1 0 1,0 0-1,-1 0 0,-1 0 1,0 0-1,-3-17 1,2 24 334,-1 0 0,0 0 0,-1 1 0,0-1 1,0 1-1,-1-1 0,0 1 0,0 0 1,-1 1-1,0-1 0,-10-11 0,5 9 359,0 0 0,0 1 0,-1 0 0,-23-14-1,28 19 168,-1 0-1,-1 1 1,1 0-1,0 0 1,-1 1-1,0 0 1,1 0-1,-1 1 1,-15-1 0,23 2-427,0 0 0,0 0 0,0 0 0,0 0 0,1 1 0,-1-1 0,0 0 0,0 0 0,0 0 0,0 0 0,0 0 0,0 1 0,1-1 0,-1 0 0,0 0 0,0 0 0,0 0 0,0 1 0,0-1 0,0 0 0,0 0 0,0 0 0,0 1 0,0-1 0,0 0 0,0 0 0,0 0 0,0 1 0,0-1 0,0 0 0,0 0 0,0 0 0,0 0 0,0 1 0,0-1 0,0 0 0,0 0 0,0 0 0,-1 0 0,1 1 0,0-1 0,0 0 0,0 0 0,0 0 0,0 0 0,0 0 0,-1 1 0,1-1 0,0 0 0,0 0 0,0 0 0,0 0 0,-1 0 0,1 0 0,0 0 0,-1 0 0,10 1-1487,-1 0 0,1-1 0,0 0 0,15-3 0,14-7-6071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1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8996,'0'0'6110,"0"-5"-5744,0 8-194,17 635 5136,-7-375-3940,-8-209-1141,5 110 389,-3-132-431,0 1 1,18 58 0,-21-88-180,-1-1-7,0 0 0,1 0 0,-1-1 0,1 1 0,-1 0 0,1-1 0,0 1 0,0 0 0,0-1-1,0 1 1,0-1 0,0 1 0,0-1 0,0 0 0,0 1 0,1-1 0,0 1 0,1-8-231,-1-17-660,-2 0 1,0 0 0,-2 0 0,-5-29-1,1 24-3517,-15-42-1,7 29-4620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12438,'0'0'8147,"0"34"-9363,0-56-15432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1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13606,'0'0'8980,"0"-25"-9332,3 25-736,7 6-1522,-3 19-2080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77 5202,'0'0'8044,"-3"0"-7273,-9 0 541,23 0 1154,30 0-1172,151 11-658,6 0-432,45-10-113,272-2 74,-431-5-168,-1-4 0,87-21 0,94-12-6,171 35 11,-276 9-20,-27-2 8,153 2-10,-268 1 33,1 1 0,27 6 0,-29-5-4,1 0 1,-1-1 0,23 0 75,-38-3-273,1 6 1376,-17-6-1850,-20 6-2715,12-2-748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6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45 3602,'0'0'5237,"-3"-2"-4501,2 1-649,0 0 114,0 1 1,0-1 0,0 0-1,0 1 1,1-1 0,-1 0-1,0 0 1,0 1 0,1-1-1,-1 0 1,0 0 0,1 0-1,-1 0 1,1 0 0,0 0-1,-1 0 1,1 0 0,0 0-1,-1 0 1,1 0 0,0 0-1,0-2 1378,0 2-1573,0 1 0,0 0 1,0 0-1,0-1 1,0 1-1,0 0 0,0 0 1,0-1-1,0 1 1,0 0-1,0 0 1,0-1-1,0 1 0,0 0 1,0 0-1,0-1 1,1 1-1,-1 0 1,0 0-1,0 0 0,0-1 1,0 1-1,1 0 1,-1 0-1,0 0 1,0 0-1,0-1 0,1 1 1,-1 0-1,0 0 1,0 0-1,1 0 1,-1 0-1,0 0 0,0 0 1,1 0-1,-1 0 1,0 0-1,0 0 1,1 0-1,-1 0 0,1 0 1,14-2-33,-12 2 56,320-5 822,-191 6-784,182 5-36,931-9 64,-1044 13-40,-99-10-36,282-7 27,-344 5-36,196-8 1493,-238 10-3027,-11 0-1166,-7 0-1865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7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70 114 7043,'0'0'4746,"-12"-3"-3700,-34-5-267,34 6 3082,28-1-3711,0 1 1,0 1-1,0 1 1,26 1-1,-1 1-59,404-15 111,-67 9-164,-217 5-28,270-1 3029,-427-10-4426,14-17-1767,9-17-3123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8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1184 120 7587,'0'0'6283,"-9"-10"-5618,2 3-551,0-3 55,-2 1 0,1 0 1,-1 1-1,0 0 0,-1 0 1,-17-11-1,15 14-53,0 0 1,0 1-1,0 1 0,-1-1 0,1 2 1,-19-2-1,-80 0 477,95 4-501,-33-1 55,-71 3-22,104 0-110,1 0 0,-1 1-1,0 0 1,1 1 0,-22 9-1,3 2 92,1 1-1,1 2 0,1 1 0,0 1 1,1 2-1,1 1 0,2 1 0,-30 33 1,28-23 139,1 2 0,2 1 1,1 0-1,-24 52 1,27-46-74,2 1 1,-18 62-1,29-75-80,2 0-1,1 0 0,2 1 0,-1 51 1,4 2-11,1 83 241,3-131-214,0 1 1,13 51-1,-16-89-107,62 242 461,19-8-21,-70-209-383,2-1-1,1-1 1,1 0 0,1-1-1,1 0 1,1-2-1,0 0 1,2-1 0,0-1-1,38 26 1,-30-25 4,1-1 1,1-2 0,1-1 0,0-1-1,1-2 1,1-1 0,-1-2-1,38 6 1,-18-9-49,0-3 1,63-3-1,-40-2 77,-39 2-77,1-3 1,0-1-1,-1-1 0,0-3 1,0 0-1,0-3 1,-1 0-1,-1-3 1,0-1-1,-1-1 1,-1-2-1,-1-1 1,49-38-1,-26 13-31,-1-3-1,52-59 1,-87 85 15,-1-1 1,0-1-1,-2 0 1,-1-1-1,0 0 0,-2-2 1,-1 1-1,11-38 1,-1-27 21,-4 0 1,8-122 0,-14-187-1,-12 388-22,0 1-1,0-1 1,-1 0-1,0 1 0,0 0 1,-2-1-1,1 1 1,-1 0-1,-5-9 1,-6-6 2,0 1 1,-21-26-1,18 31 10,0 0 0,-2 1-1,0 1 1,-1 0-1,0 2 1,-25-13 0,-10-9 45,16 9-44,-94-59 13,73 57 41,45 23-70,0 0 0,0-2 0,0 1 0,-19-17 0,7 2 13,8 5-4,-25-16-1,37 29-5,0 1-1,-1-1 0,1 1 1,-1 0-1,0 1 1,-17-4-1,-30-9 10,41 11-12,1 0 0,-25-3 0,-109 1-77,138 7 71,9 0-43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09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5731,'0'0'8334,"18"1"-5565,-16 2-2593,1 0-1,-1 0 0,1 0 0,-1 0 1,0 0-1,0 0 0,0 1 0,0-1 1,-1 1-1,2 6 0,4 4 224,59 103 994,-36-66-1140,-2 1 0,22 59 1,-24-31 169,24 133 1,-21-72-71,-21-112-239,0-1-1,21 47 0,-22-62-69,0 1-1,0-1 1,1 0-1,1-1 1,0 0 0,1 0-1,12 10 1,-20-20-42,-1 0 1,1-1-1,-1 0 1,1 1-1,0-1 1,0 0-1,-1 0 1,1 0-1,0 0 1,0 0 0,0 0-1,0 0 1,0-1-1,0 1 1,1-1-1,-1 1 1,0-1-1,0 0 1,0 0-1,0 0 1,0 0-1,1 0 1,-1-1-1,0 1 1,0-1 0,0 1-1,0-1 1,0 0-1,0 0 1,0 0-1,0 0 1,0 0-1,-1 0 1,1 0-1,0-1 1,-1 1-1,4-4 1,3-4 5,0-1-1,-1 0 1,0-1 0,-1 0-1,7-14 1,-7 12-17,18-31-5,39-84-100,-3 3-38,26-58-3,-45 79-1,85-196-19,-122 292 178,-1 0 0,0-1 0,0 1 1,0-1-1,-1 1 0,1-18 0,13 26-7671,3 0 1100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11.0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3 123 2913,'0'0'4856,"-2"0"-4208,45 1 7369,60 1-6467,246-2 126,-303-3-1637,80-14 0,-48 5-19,-26 5-15,13-3-2,87-1 0,930 11 3857,-1079-1-4154,0 1 0,0-1 0,-1-1-1,1 1 1,0 0 0,0-1-1,-1 1 1,1-1 0,-1 0-1,1 0 1,-1 0 0,0 0-1,0 0 1,4-5 0,1 0-1321,23-24-7213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11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0 10325,'0'0'2657,"-25"60"-3569,1-41-865,-11-4-2353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16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27 6627,'0'0'7067,"0"-22"-3740,0 22-3209,0-1 10,0-1-78,0 1-10,-10 1-301,3 0-3885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17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5539,'0'0'7288,"0"9"-7157,6 100 986,25 150 1,-29-251-1048,9 81 693,-3-30 67,25 105-1,-33-163-803,1 1 18,-1 0 0,0 0 1,0-1-1,1 1 0,0 0 0,-1-1 0,1 1 1,0 0-1,-1-1 0,1 1 0,0-1 1,0 1-1,0-1 0,0 0 0,1 1 1,-1-1-1,3 2 0,-4-25-340,0-407-5998,0 419 6147,1 1 0,0-1 0,0 0 0,1 1 0,0-1 0,0 1-1,1-1 1,1 1 0,-1 0 0,2 0 0,-1 0 0,10-12 0,-14 19 189,1 1 1,0-1 0,0 1 0,0 0-1,0-1 1,0 1 0,0 0 0,0 0 0,1 0-1,-1 0 1,0 0 0,1 0 0,-1 0 0,1 0-1,-1 1 1,1-1 0,-1 0 0,1 1-1,-1-1 1,1 1 0,-1 0 0,1-1 0,0 1-1,-1 0 1,1 0 0,0 0 0,-1 0 0,1 0-1,0 1 1,-1-1 0,1 0 0,-1 1-1,1-1 1,2 2 0,0 1 143,0-1 0,-1 1 0,1 0 0,-1 0 0,1 1 0,-1-1 0,0 1 0,0-1 0,-1 1 0,5 7 0,18 39 520,-2 0 0,-2 1 0,-3 1 0,-1 1 1,-3 1-1,10 80 0,-21-104 223,-2 38 1,-1-54-428,0-13-288,0-7-172,0-66-422,2-124-1457,-1 177 1657,2 0 0,0 1 0,1-1 0,1 0-1,0 1 1,2 0 0,0 0 0,1 1 0,1 0 0,0 0-1,1 1 1,1 1 0,1-1 0,14-14 0,-22 27 148,-1-1 1,1 1-1,0 0 0,0 1 1,1-1-1,-1 1 0,7-3 1,-9 4 55,0 0 1,0 0 0,0 1-1,0-1 1,0 1 0,0-1-1,0 1 1,0 0-1,0 0 1,0 0 0,1 0-1,-1 0 1,0 1 0,0-1-1,0 1 1,0-1-1,0 1 1,0-1 0,-1 1-1,5 2 1,-1 3 113,0 0 0,0 0 0,0 1 0,-1 0-1,0 0 1,0 0 0,-1 0 0,5 14 0,-7-18-96,30 84 1500,25 117 0,-17-55-507,-35-134-911,1 0 0,1 0 1,10 20-1,-9-28-186,-4-14-100,-2-19-221,-1 23 328,0-31-565,1-5-1561,-2-1 0,-9-54 0,3 49-1808,3 4-2163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18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0 377 5475,'0'0'8393,"5"-4"-7884,29-23-153,33-34 0,-23 21-211,-33 30-139,8-7-57,-1 0-1,29-36 1,-43 48-60,0 0 0,0-1 0,-1 1 0,0-1 0,0 0 1,-1 0-1,1 0 0,-1 0 0,-1 0 0,1-1 0,-1 1 0,0-1 0,0 1 0,-1-1 1,0 1-1,-1-7 0,1 11 111,-1 1-1,1 0 1,-1 0 0,0 0 0,1-1 0,-1 1 0,0 0-1,0 0 1,0 0 0,0 0 0,0 0 0,0 0 0,0 1 0,0-1-1,0 0 1,0 0 0,0 1 0,-1-1 0,1 1 0,0-1 0,-2 0-1,-34-8 194,28 7-67,-3-1-71,1 2 0,0-1 1,-1 1-1,0 1 0,1 0 1,-1 1-1,-15 3 0,24-3-46,0 0 0,1 0 1,-1 1-1,1-1 0,0 1 0,-1 0 0,1-1 0,0 1 0,0 0 0,0 1 0,0-1 0,0 0 0,1 0 0,-1 1 0,1-1 0,-1 1 0,1 0 0,0-1 0,0 1 0,0 0 0,0-1 0,0 6 0,-3 9 124,2 0-1,-2 27 0,4-41-112,-3 55 1181,7 90 1,-2-129-926,0-1 1,2 1 0,0-1-1,1 0 1,0 0 0,2 0-1,0-1 1,19 32 0,-22-43-220,1 0 0,-1-1 0,1 1 1,1-1-1,-1 0 0,1 0 1,0 0-1,0-1 0,0 0 1,1-1-1,-1 1 0,1-1 0,0 0 1,0-1-1,12 4 0,-12-5-82,-1 0-1,1 0 0,-1-1 1,1 1-1,-1-1 1,1-1-1,0 1 0,-1-1 1,1 0-1,-1-1 0,0 0 1,0 0-1,1 0 0,-1-1 1,0 1-1,-1-2 0,1 1 1,6-5-1,0-4-758,1 0-1,-2-1 1,0-1 0,0 0-1,-1 0 1,11-23 0,12-29-5163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19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26 103 8004,'0'0'4818,"-4"0"-4450,-12 0 102,15 1-373,1-1 1,-1 1 0,1 0-1,-1 0 1,1 0 0,0 0-1,-1-1 1,1 1 0,0 0-1,-1 0 1,1 0 0,0 0-1,0 0 1,0 0 0,0 0-1,0 0 1,0 0 0,0 0-1,0 0 1,0 0 0,1 1-1,-1-1 68,0 81 1706,13 110 1,-7-154-1467,42 230 1599,-47-263-1954,0 1 1,1-1-1,-1 0 0,1 0 1,1 1-1,-1-2 1,1 1-1,0 0 1,6 8-1,-9-13-50,0 0 0,0 0-1,1 0 1,-1 1 0,0-1 0,0 0-1,0 0 1,0 0 0,0 0 0,0 0-1,1 0 1,-1 0 0,0 0 0,0 0-1,0 0 1,0 0 0,1 0 0,-1 0-1,0 0 1,0 0 0,0 0 0,0 0-1,1 0 1,-1 0 0,0 0 0,0 0-1,0 0 1,0 0 0,0 0 0,1 0-1,-1 0 1,0 0 0,0 0 0,0 0-1,0 0 1,0-1 0,1 1 0,-1 0-1,0 0 1,0 0 0,0 0 0,0 0-1,0 0 1,0-1 0,0 1 0,0 0-1,0 0 1,1 0 0,-1 0 0,0 0-1,0-1 1,0 1 0,0 0 0,0 0-1,0 0 1,0 0 0,0-1 0,0 1-1,0 0 1,0 0 0,0 0 0,0 0-1,-1-1 1,4-41-742,-4-55 0,0 31-447,1-263-3880,0 327 5093,0 0 0,0 0 0,0 0 0,0 1 0,0-1 0,1 0 0,-1 0 0,1 0 0,-1 1 0,1-1 0,0 0 0,0 0 0,-1 1 0,1-1 0,0 1 0,0-1 0,1 1 0,-1-1 0,0 1 0,0 0 0,1-1 0,-1 1 0,1 0 0,-1 0 0,1 0 0,-1 0 0,3-1 0,2 0 79,0 1 0,1 0 0,-1-1 0,0 2 0,0-1 0,12 1-1,-13 0-54,0 0 0,0 0 0,0 0-1,-1 1 1,1 0 0,6 2 0,-8-2-29,-1 0 1,1 0 0,-1 1-1,0 0 1,0-1-1,0 1 1,0 0 0,0 0-1,0 0 1,0 0 0,-1 0-1,4 5 1,9 18 220,0 1-1,-1 1 1,-2 0 0,0 1-1,-2-1 1,6 38-1,-6-15 958,-2 0-1,1 87 0,-9-218-1866,8-185-3264,-4 231 3004,2 0 0,1 1-1,2-1 1,2 2 0,21-52-1,-29 79 882,1 0 0,0 0-1,0 1 1,1 0 0,-1-1-1,1 1 1,7-6 0,-10 9 154,1 1 1,0-1 0,0 1 0,0 0 0,0 0 0,0 0 0,0 0 0,1 0 0,-1 0 0,0 0 0,0 1-1,1 0 1,-1-1 0,0 1 0,1 0 0,-1 0 0,0 0 0,1 0 0,-1 0 0,0 1 0,1-1-1,3 2 1,-4-1-25,0 0 0,0 0-1,0 0 1,0 1-1,-1-1 1,1 1-1,0-1 1,-1 1-1,1-1 1,-1 1 0,1 0-1,-1 0 1,0 0-1,0 0 1,0 0-1,1 3 1,3 4 155,13 21 153,-2 1 0,-2 0-1,-1 1 1,-1 0-1,-2 1 1,-1 0-1,-1 1 1,-2 0-1,-2 0 1,1 45-1,-5 23 634,0-102-1326,-1-13-2831,-2-18-893,0-9-3666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19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8500,'0'0'3703,"-2"3"-3295,0 6 76,-1 0 0,1 1 0,0-1-1,1 0 1,0 0 0,1 1 0,0-1 0,2 16-1,-1 11 85,-2 15 403,3 1 1,14 83-1,-10-104-666,-1-2-25,1-1 0,1-1 0,21 52-1,-27-77-285,0 0 0,-1 0 0,1 0-1,0 0 1,0 0 0,0-1 0,0 1-1,0 0 1,0-1 0,1 1-1,-1-1 1,0 1 0,1-1 0,-1 1-1,1-1 1,0 0 0,-1 0 0,1 0-1,0 0 1,0 0 0,0 0 0,0-1-1,0 1 1,-1 0 0,4-1 0,-5 0-17,1 0 0,-1 0 0,0 0 0,1 0 0,-1 0 0,1 0 0,-1 0 0,0 0 0,1 0 0,-1 0 0,0 0 0,1 0 1,-1-1-1,0 1 0,1 0 0,-1 0 0,0 0 0,1-1 0,-1 1 0,0 0 0,1 0 0,-1-1 0,0 1 0,0 0 0,1-1 1,-1 1-1,0 0 0,0-1 0,0 1 0,0 0 0,1-1 0,2-14-677,1 1 0,-2-1 0,0 1-1,-1-1 1,0 0 0,-3-22 0,2 6-1397,0-33-3748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11477,'0'0'3202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6467,'0'0'8724,"0"9"-8041,-1 214 3016,4 294-595,-2-471-2668,15 88-1,-13-118-368,1 0-1,0-1 1,1 1-1,1-1 1,0 0-1,1 0 1,1-1 0,18 26-1,-22-36-71,0 0-1,0 0 1,0 0-1,0-1 1,1 0-1,0 1 1,-1-2-1,1 1 1,0 0-1,0-1 1,1 0-1,-1 0 1,0-1 0,1 1-1,-1-1 1,1-1-1,-1 1 1,1-1-1,0 0 1,6 0-1,-7-1-11,0 1 1,-1-1-1,1 0 0,-1 0 0,1-1 0,-1 0 0,1 1 0,-1-1 1,0-1-1,0 1 0,0-1 0,0 1 0,-1-1 0,1 0 0,0 0 0,-1-1 1,0 1-1,0-1 0,0 0 0,3-6 0,5-7-210,-1 0-1,-1-1 0,10-29 1,-7 14-385,-1 0 0,-2 0-1,-1-1 1,-1 0 0,-3 0 0,2-41 2132,-6 93-1197,0 17-131,-1 15 418,8 58-1,-5-92-501,0-1 0,2 1 0,0-1 0,0 0-1,2-1 1,0 1 0,0-1 0,11 17 0,-15-28-129,0 1-1,0-1 1,1 0 0,-1 0-1,1 0 1,0-1 0,0 1-1,0 0 1,0-1 0,0 0-1,0 0 1,1 0 0,-1 0-1,1 0 1,-1-1 0,1 0-1,0 1 1,0-2-1,-1 1 1,1 0 0,0-1-1,0 1 1,5-1 0,-7 0-101,0 0 0,0-1 0,0 1 0,-1-1 0,1 1 0,0-1 0,0 1 0,0-1 0,0 0 1,-1 0-1,1 0 0,0 0 0,-1 0 0,1 0 0,-1-1 0,1 1 0,-1 0 0,0-1 0,0 1 0,1-1 0,-1 1 0,0-1 0,0 0 1,-1 0-1,1 1 0,1-4 0,1-4-766,0 0 0,-1 0 0,0 0 0,1-13 0,-1-39-6184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0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14455,'0'0'3217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1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9636,'0'0'6155,"-2"10"-5648,-4 30-23,2 1 0,2 50-1,2 20 441,17 433 2106,-15-526-2973,1 11 163,8 34 0,-9-55-164,0-1 0,0 0 0,1 0 0,0 0 0,0-1 0,0 1 0,1-1 0,0 1 0,9 9 0,-13-15-54,1-1 0,0 1 0,-1 0 0,1-1 0,-1 1 0,1-1 0,0 1 0,-1-1 0,1 1 0,0-1 0,0 0 0,-1 1 0,1-1 0,0 0 0,0 0 0,-1 1 0,3-1 0,-3 0-24,0 0 0,1 0 0,-1-1 1,1 1-1,-1 0 0,1 0 1,-1 0-1,0-1 0,1 1 1,-1 0-1,1-1 0,-1 1 1,0 0-1,1-1 0,-1 1 0,0 0 1,0-1-1,1 1 0,-1 0 1,0-1-1,0 1 0,1-1 1,5-33-1681,-4 22 956,26-70-4844,-12 38 469,-5 6-127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0 6723,'0'0'10018,"-16"6"-9596,12-4-397,-18 6 65,1 1 0,0 1 0,1 1-1,-22 16 1,15-8-68,-34 26 176,54-39-174,1-1 1,1 1 0,-1 0-1,1 0 1,0 1 0,-7 11 0,11-16-19,0 0 0,0 1 0,0-1 1,0 1-1,0-1 0,1 0 1,-1 1-1,1-1 0,0 1 0,0-1 1,0 1-1,0 0 0,0-1 1,0 1-1,1-1 0,-1 1 0,1-1 1,-1 0-1,1 1 0,0-1 0,0 0 1,0 1-1,1-1 0,-1 0 1,2 2-1,3 4 28,1-1 0,0 0-1,1 0 1,15 11 0,-8-6 31,22 18 235,0-2 1,2-1-1,0-3 1,61 29-1,-97-52-325,4 2 27,-1 0 1,1-1-1,0 0 1,11 2 0,-17-4-87,1 0 0,-1 0 1,0 0-1,0 0 1,1 0-1,-1 0 0,0 0 1,0 0-1,1 0 0,-1-1 1,0 1-1,0 0 1,0-1-1,1 1 0,-1-1 1,0 0-1,0 1 0,0-1 1,0 0-1,0 0 1,0 1-1,0-1 0,0 0 1,-1 0-1,1 0 1,0 0-1,0 0 0,-1 0 1,1-1-1,-1 1 0,1 0 1,0-2-1,6-35-3240,-3-8-2569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4 255 9989,'0'0'4802,"-4"163"-3041,4-88-497,11 4-143,3-7-209,-7-13-224,3-18-512,-3-16-144,4-12-32,-4-13-160,0 0-1280,0-16-769,-4-28-1057,-3-9-3873</inkml:trace>
  <inkml:trace contextRef="#ctx0" brushRef="#br0" timeOffset="1">53 0 13446,'0'0'3218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2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36 7091,'0'0'8135,"-3"0"-7591,3 0-537,0 0 0,0 0 0,0 0-1,-1 0 1,1 0 0,0 0 0,0 0 0,0 0 0,0 0 0,0 0 0,0 0 0,0 0 0,0 0-1,-1 0 1,1 0 0,0 0 0,0 0 0,0 0 0,0 0 0,0 0 0,0 0 0,0 0-1,0 0 1,0 0 0,-1 0 0,1 0 0,0 0 0,0 0 0,0 0 0,0-1 0,0 1 0,0 0-1,0 0 1,0 0 0,0 0 0,0 0 0,0 0 0,0 0 0,0 0 0,0-1 0,0 1 0,0 0-1,0 0 1,0 0 0,0 0 0,0 0 0,0 0 0,0 0 0,0 0 0,0-1 0,0 1-1,0 0 1,0 0 0,0 0 0,0 0 0,0 0 0,0 0 0,0 0 0,0 0 0,0 0 0,0 0-1,1-1 1,-1 1 0,0 0 0,0 0 0,10-9 147,18-8-32,-24 16-111,0 0 0,0 0 0,0 0 0,0 0 0,0 1 1,0-1-1,0 1 0,0 0 0,0 1 0,0-1 0,0 1 0,0 0 0,0-1 0,-1 2 0,1-1 1,0 0-1,0 1 0,-1 0 0,1 0 0,-1 0 0,1 0 0,-1 0 0,5 6 0,3 3 113,-1 1-1,0 1 0,-1 0 1,-1 0-1,7 16 0,-14-28-110,22 44 552,-2 1 0,-2 1 0,15 56 0,26 151 1472,-41-165-1414,-15-74-464,-3-9-49,0 0 0,0 0 0,1 0 0,0-1 0,5 10 0,-7-15-102,0 0 0,0 0 1,0 0-1,0-1 0,0 1 1,0 0-1,0 0 0,0 0 1,0 0-1,0-1 0,0 1 1,0 0-1,1 0 0,-1 0 1,0 0-1,0-1 0,0 1 1,0 0-1,0 0 0,0 0 1,1 0-1,-1 0 0,0 0 1,0 0-1,0-1 0,0 1 1,1 0-1,-1 0 0,0 0 1,0 0-1,0 0 0,0 0 1,1 0-1,-1 0 0,0 0 1,0 0-1,0 0 0,0 0 1,1 0-1,-1 0 0,0 0 1,0 0-1,0 0 0,1 0 1,-1 0-1,0 0 1,0 0-1,0 1 0,0-1 1,1 0-1,-1 0 0,0 0 1,0 0-1,0 0 0,0 0 1,0 1-1,0-1 0,1 0 1,-1 0-1,0 0 0,2-21-9,-2-359-2579,-6 267 1169,-1-20 543,7 130 882,0 1 1,0-1-1,0 1 0,1 0 0,-1-1 0,0 1 0,1 0 0,0-1 0,0 1 0,0 0 1,0 0-1,0-1 0,0 1 0,0 0 0,0 0 0,1 0 0,2-2 0,-1 2 42,-1 0 0,1 0 0,0 1 0,0-1 0,0 1 0,0-1 0,0 1 0,0 0 0,0 0 0,0 1 0,0-1 0,6 0 0,14-1 319,0 1 0,30 2 0,-45-1-317,0 1 0,0 1 1,0-1-1,0 1 0,0 1 0,-1 0 1,1 0-1,-1 0 0,15 9 1,24 24 183,-30-21-368,1-2 0,21 13-1,-36-25-266,-1 0 0,1-1 0,-1 1 0,1 0 0,-1-1 0,1 1 0,0-1 0,-1 1 0,1-1 0,0 0 0,3 1 0,5-1-5738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0 453 10373,'0'0'6998,"10"6"-6134,0-2-692,0 0 1,0 0-1,0-1 0,0 0 1,0-1-1,1 0 0,-1 0 0,1-1 1,-1-1-1,1 0 0,17-2 1,-19 0-133,0-1 0,0 0 0,0-1 1,0 0-1,0 0 0,-1-1 1,1 0-1,-1 0 0,-1-1 1,1 0-1,-1 0 0,13-15 0,-5 3-263,0 0 0,-2-2 0,0 1 0,13-27-1,-20 33-207,-1-1 0,-1 1-1,0-1 1,-1 1 0,0-1 0,-1 0-1,0 0 1,-1-27 0,-2 36 301,1-1 1,-1 1 0,-1-1 0,1 1 0,-1-1 0,1 1 0,-1 0 0,-1 0 0,1 0 0,-1 0-1,0 0 1,0 0 0,-1 1 0,1-1 0,-1 1 0,0 0 0,0 0 0,0 0 0,-1 1 0,1 0-1,-1 0 1,0 0 0,-6-3 0,3 2 219,0 0 0,-1 1 0,0-1-1,1 2 1,-1-1 0,-1 1 0,1 1 0,0 0 0,0 0-1,0 1 1,-1 0 0,1 0 0,-18 4 0,23-3 4,1 0 1,-1 1-1,0 0 0,0 0 1,0 0-1,1 0 1,-1 0-1,1 1 1,0 0-1,0-1 1,0 1-1,0 1 0,0-1 1,1 0-1,-1 1 1,1-1-1,0 1 1,0-1-1,-3 8 0,-1 6 328,0 1-1,1 0 0,-3 21 0,7-38-382,-9 66 905,2 1 0,3-1 0,3 1 0,8 73 0,-6-130-855,2 0 1,-1-1 0,1 1 0,1-1 0,0 0 0,0 0-1,1 0 1,6 10 0,-7-14-57,1-1-1,-1 0 1,1 0-1,0 0 1,1 0-1,-1-1 1,1 0-1,0 1 1,0-2-1,0 1 1,1-1 0,-1 0-1,1 0 1,9 3-1,-8-3-25,1 0 0,0-1 0,1 0-1,-1-1 1,0 0 0,0 0 0,1 0 0,-1-1-1,1-1 1,-1 1 0,0-1 0,0-1 0,16-4 0,-14 2-38,-1 0 1,0-1-1,0 0 1,0 0-1,-1-1 1,0 0-1,0 0 1,0-1-1,-1 0 1,12-15-1,-3 2-931,-1-2 0,-1 0 0,-1 0 0,-1-1 0,-1-1-1,-2 0 1,9-29 0,-2-11-4504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15 6915,'0'0'7596,"-12"-3"-7073,4 1-502,-2 0 172,0-1-1,0 1 0,0 1 0,-21 0 1,28 1-150,1 0 0,-1 0 0,0 0 0,0 1 1,1-1-1,-1 1 0,0 0 0,0 0 1,1 0-1,-1 0 0,1 1 0,-1-1 1,1 1-1,0-1 0,-1 1 0,1 0 1,0 0-1,0 0 0,0 0 0,1 0 0,-1 0 1,0 1-1,1-1 0,-1 0 0,1 1 1,-1 2-1,-1 3-10,1 0 0,0 1 0,0-1 0,1 0 0,0 1 0,0-1 0,1 0 0,0 1 0,1-1 0,0 1 0,0-1 0,1 0 0,0 0 0,0 0 0,1 0 0,0 0 0,0 0 0,1 0 0,0-1 0,7 10 1,17 14-412,1-2 0,62 49 0,-6-6 196,-71-59 230,8 7-129,38 44 0,-55-58 148,0 0 0,-1 0-1,0 0 1,-1 1 0,1 0-1,-1 0 1,0 0 0,-1 0-1,0 0 1,0 0-1,0 0 1,-1 1 0,1 7-1,-3-13-14,1 0-1,0 0 0,0-1 0,-1 1 1,1 0-1,-1 0 0,0-1 0,0 1 0,1 0 1,-1-1-1,0 1 0,0-1 0,0 0 1,-1 1-1,1-1 0,0 0 0,0 1 1,-1-1-1,1 0 0,-1 0 0,1 0 1,-1 0-1,1 0 0,-1-1 0,0 1 1,-1 0-1,-7 3 129,1-1-1,-1-1 1,-14 2 0,19-3-103,-9 2 17,0-1 0,0 0 0,0-1 0,-1 0 0,1-2 0,0 1 0,-17-4 0,29 3-94,0 0-1,1 0 1,-1 0-1,0 0 1,0 0-1,1 0 0,-1 0 1,1 0-1,-1-1 1,1 1-1,-1-1 1,1 1-1,0-1 1,0 1-1,-1-1 1,1 0-1,1 0 1,-1 1-1,0-1 0,0 0 1,1 0-1,-1 0 1,0-3-1,-1-5-36,1-1-1,1 1 0,0-16 1,1 9-53,-1 0-76,2 0 1,0 0 0,1 0-1,0 1 1,2-1-1,0 1 1,0 0 0,2 0-1,16-29 1,-9 23 22,1 0 0,1 0 1,1 2-1,0 0 0,36-30 0,-49 45 167,1 1-1,0 0 1,0 0 0,0 1-1,1 0 1,-1-1-1,1 2 1,0-1-1,-1 1 1,1 0-1,0 0 1,1 0-1,-1 1 1,0 0-1,0 0 1,9 0 0,-14 1 32,0 1 1,0-1 0,0 0 0,0 0 0,0 0-1,0 1 1,0-1 0,0 0 0,0 1 0,0-1-1,0 1 1,0-1 0,0 1 0,0-1 0,0 1-1,0 0 1,-1 0 0,1-1 0,0 1 0,0 0 0,-1 0-1,1 0 1,0 2 0,8 23 915,-8-21-861,8 41 1020,-3 1-1,0 86 1,-2-30-414,-3-82-601,2 24 15,-2-42-140,-1-1-1,1 1 1,-1 0 0,1-1-1,0 1 1,0-1-1,0 1 1,0-1 0,1 0-1,-1 1 1,1-1-1,3 4 1,-5-6-153,0 0 118,0 0-1,0 0 0,0 0 0,0-1 1,0 1-1,0 0 0,0 0 1,0 0-1,0 0 0,0-1 0,0 1 1,0 0-1,0 0 0,0 0 0,0 0 1,1-1-1,-1 1 0,0 0 1,0 0-1,0 0 0,0 0 0,0 0 1,0 0-1,0-1 0,1 1 0,-1 0 1,0 0-1,0 0 0,0 0 1,0 0-1,1 0 0,-1 0 0,0 0 1,0 0-1,0 0 0,0 0 0,1 0 1,-1 0-1,0 0 0,0 0 1,0 0-1,0 0 0,1 0 0,-1 0 1,0 0-1,0 0 0,0 0 0,0 0 1,1 0-1,-1 0 0,0 0 1,0 0-1,0 1 0,0-1 0,0 0 1,0 0-1,1 0 0,-1 0 0,0 0 1,0 0-1,0 1 0,0-79-5877,0 20-807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16536,'0'0'2801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8548,'0'0'8337,"-8"4"-7667,-6 7-457,1-1 0,-1 2 0,2-1 0,-1 2 0,-15 21 0,13-14 98,1 0 1,1 1-1,-19 39 1,29-51-265,-1 1 0,1-1-1,1 1 1,0 0 0,0 0 0,1 0 0,0 14 0,1-18-79,0-1 0,1 1 0,-1-1 0,1 1 0,1-1-1,-1 1 1,1-1 0,0 0 0,0 1 0,0-1 0,1 0-1,-1 0 1,1-1 0,6 8 0,8 4-159,0-1-1,37 24 1,-37-28 237,-1 1 0,0 0 0,-1 1 0,24 27 0,-36-37-32,-1 2 1,1-1-1,-1 0 1,1 0-1,-1 1 1,-1-1-1,1 1 1,1 8-1,-2-11 15,-1 1 1,1-1-1,-1 1 1,0 0-1,0-1 0,0 1 1,0 0-1,-1-1 0,1 1 1,-1-1-1,0 1 0,1-1 1,-1 1-1,0-1 1,0 0-1,-1 1 0,1-1 1,-2 3-1,-4 1-22,0 0 1,0-1-1,0 0 1,0 0-1,-1-1 0,0 0 1,0 0-1,0 0 1,-1-1-1,1-1 0,-1 1 1,1-1-1,-1-1 1,0 0-1,0 0 1,0 0-1,-9-2 0,18 1-37,0 0 0,-1 0 0,1 0 0,0 0 0,0 0 0,-1 0-1,1 0 1,0-1 0,0 1 0,-1 0 0,1 0 0,0 0 0,0-1-1,0 1 1,0 0 0,-1 0 0,1 0 0,0-1 0,0 1 0,0 0-1,0 0 1,0-1 0,0 1 0,-1 0 0,1 0 0,0-1 0,0 1-1,0 0 1,0 0 0,0-1 0,0 1 0,0 0 0,0 0 0,0-1-1,0 1 1,0-1 0,0-74-4612,0 21-2527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4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18 7603,'0'0'7369,"-1"-3"-6523,-6-12-200,7 15-612,0 0 0,0 1 1,-1-1-1,1 0 1,0 0-1,0 0 0,0 0 1,0 0-1,0 0 1,0 1-1,0-1 1,0 0-1,-1 0 0,1 0 1,0 0-1,0 0 1,0 0-1,0 0 0,0 0 1,-1 1-1,1-1 1,0 0-1,0 0 0,0 0 1,0 0-1,-1 0 1,1 0-1,0 0 1,0 0-1,0 0 0,0 0 1,-1 0-1,1 0 1,0 0-1,0 0 0,0 0 1,0-1-1,-1 1 1,1 0-1,0 0 1,0 0-1,0 0 0,0 0 1,0 0-1,0 0 1,-1 0-1,1-1 0,0 1 1,0 0-1,0 0 1,0 0-1,0 0 1,0 0-1,0-1 0,-2 16 10,4 22 337,2 1 0,11 49 0,-2-10 34,8 78 747,1 235 0,-23-301-920,3 95 148,-2-182-383,4 24 104,-4-25-111,0 0-1,0-1 1,1 1 0,-1-1 0,0 1-1,0 0 1,0-1 0,1 1-1,-1-1 1,0 1 0,1-1-1,-1 1 1,0-1 0,1 1 0,-1-1-1,1 0 1,-1 1 0,0-1-1,1 1 1,-1-1 0,1 0-1,-1 1 1,1-1 0,0 0 0,-1 0-1,1 1 1,-1-1 0,1 0-1,-1 0 1,1 0 0,0 0-1,-1 0 1,1 0 0,-1 0-1,2 0 1,-2 0-12,1 0 0,-1 0 0,0-1 0,1 1 0,-1 0 0,1 0 0,-1-1 0,0 1 0,1 0 0,-1-1 0,1 1 0,-1-1-1,0 1 1,0 0 0,1-1 0,-1 1 0,0-1 0,0 1 0,1-1 0,-1 1 0,0 0 0,0-1 0,0 1 0,0-2 0,5-13-383,-2-1 1,0 1 0,0-1 0,0-18-1,-2-72-3271,-2 63 1567,-1-21-3018,-10 4-2252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7299,'0'0'10901,"233"-18"-10420,-153 8-481,4 1-64,-11-4-1361,-3 1-2145,-14 2-3537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5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323 114 7684,'0'0'6595,"-7"-4"-6270,-1 0-88,1-1 1,-1 0-1,1-1 1,0 0-1,-8-8 1,10 8-110,-2-1 1,1 2-1,-1-1 1,0 0-1,0 1 0,0 1 1,-1-1-1,1 1 1,-1 0-1,0 1 1,-1 0-1,1 0 1,0 1-1,-1 0 1,0 0-1,1 1 0,-1 0 1,0 1-1,-10 0 1,16 0-91,0 0-1,0 0 1,0 0-1,-1 0 1,1 1 0,0-1-1,0 1 1,-6 1 0,8 0-31,-1-1-1,1 1 1,-1-1 0,1 1 0,-1-1-1,1 1 1,0 0 0,-1 0 0,1 0-1,0 0 1,0 0 0,1 0 0,-1 0-1,-1 3 1,-7 25 334,0 2 1,2-1-1,1 1 1,-2 41-1,3 133 1788,5-159-1768,0-13-71,-2-14-113,2 0 0,1 0-1,0 0 1,5 21 0,-5-37-164,0 1 0,0-1 0,1 0 0,-1-1 1,1 1-1,-1 0 0,1 0 0,0-1 1,1 1-1,-1-1 0,1 1 0,-1-1 1,1 0-1,0 0 0,0 0 0,1-1 0,-1 1 1,0-1-1,1 0 0,-1 0 0,1 0 1,0 0-1,0 0 0,8 1 0,-6-1-14,1-1-1,0-1 1,0 1-1,-1-1 1,1 0-1,0-1 0,0 1 1,0-1-1,-1-1 1,1 1-1,-1-1 1,1 0-1,-1-1 1,0 1-1,1-1 0,-2-1 1,1 1-1,10-9 1,1-2-77,-1-1 0,-1-1 0,0 0 0,19-29 0,-18 23-455,0-1-1,-2-1 0,-1-1 0,0 0 1,-2 0-1,-1-1 0,-1-1 0,-2 0 0,0 0 1,-2 0-1,-1-1 0,2-49 0,-6 65 508,0 7 63,0 0 1,0 0 0,0 0 0,-1 0 0,-1-6-1,2 10 43,0 0 1,0 0-1,-1 0 0,1 0 0,-1 1 0,1-1 0,-1 0 0,1 0 0,-1 0 1,0 1-1,1-1 0,-1 0 0,0 0 0,0 1 0,1-1 0,-1 1 0,0-1 1,0 1-1,0-1 0,0 1 0,0-1 0,0 1 0,0 0 0,0-1 0,0 1 1,0 0-1,0 0 0,0 0 0,0 0 0,-2 0 1243,3 5-1152,0 467 1766,0-468-1936,-1 0-1,2 1 1,-1-1-1,0 0 1,1 0 0,0 0-1,0 0 1,3 7-1,-4-10-23,1 1 0,1-1 0,-1 0 0,0 1 0,0-1 0,0 0 0,1 0 0,-1 0 0,0 0 0,1 0-1,-1 0 1,1 0 0,-1-1 0,1 1 0,0-1 0,-1 1 0,1-1 0,0 1 0,-1-1 0,1 0 0,0 0 0,3 0-1,0 0-221,1 0 0,0 0 0,0-1-1,-1 0 1,1 0 0,-1 0-1,1-1 1,-1 1 0,0-2-1,1 1 1,-1 0 0,0-1-1,0 0 1,-1 0 0,1-1-1,5-4 1,2-3-888,-2-1 1,1 0-1,-2 0 0,15-26 1,12-26-5186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6259,'0'0'8590,"-2"33"-6674,0-2-1409,-5 189 2540,7 197 1739,0-518-5193,1-138-2380,1 213 2208,1-1 0,1 0 0,1 1 0,13-41 0,-13 54 409,0-1 0,1 1 0,0 0 0,1 0 0,0 1 0,1 0 0,1 0 0,0 1 0,0 0 1,12-10-1,-17 18 211,0-1 0,1 1 0,-1 0 0,1 1 0,0-1 0,0 1 0,0 0 0,0 0 0,0 0 0,1 1 0,9-2 0,-12 3 57,1-1 1,0 1 0,0 1 0,0-1 0,-1 0-1,1 1 1,0 0 0,-1 0 0,1 0 0,-1 0-1,1 1 1,-1-1 0,1 1 0,-1 0-1,0 0 1,0 0 0,0 0 0,3 4 0,6 6 138,-1 1 1,-1 1-1,0 0 1,-1 0-1,-1 1 1,0 0 0,-1 0-1,0 1 1,-2 0-1,8 32 1,-3 2 364,-1 1 1,1 69-1,-3 39-762,-7-183-365,7-169-6983,3 124 937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42 7235,'0'0'3967,"-3"-6"-3257,-1 2-344,3 2-161,0 1 0,0 0 0,0-1 0,0 0 0,0 1 0,0-1 0,0 1 1,1-1-1,-1 0 0,1 0 0,-1 1 0,1-1 0,-1 0 0,1-3 0,-3 5 141,1-1 0,-1 0 0,0 0 0,0 1 1,1-1-1,-1 1 0,0 0 0,0 0 0,-5 1 0,6-1-206,-1 0-110,0 0 0,0 1-1,0-1 1,0 1-1,0-1 1,0 1 0,1 0-1,-1 0 1,0 0-1,1 1 1,-1-1 0,1 1-1,-1 0 1,1-1-1,-1 1 1,-3 4 0,-1 2 112,0 1 1,1 0 0,-7 12 0,2-3 79,-29 44 1091,-33 70 0,64-112-1125,0 1-1,1 0 1,1 0 0,1 0 0,1 1 0,1 0 0,1 0 0,0 23 0,3-42-191,-1 1 1,2-1 0,-1 1-1,0-1 1,1 1-1,0-1 1,1 5 0,-1-7-5,-1 1 0,1-1 1,0 0-1,0 0 0,0 0 0,0 0 1,0 0-1,0 0 0,0 0 0,0 0 1,0 0-1,0 0 0,1-1 1,-1 1-1,0 0 0,1-1 0,-1 1 1,0-1-1,1 0 0,1 1 1,11 1-77,0-1 0,0 0 1,20-1-1,-5-1-168,-5 0-109,0-2 0,44-10 1,-45 8 17,0 0 0,0 2 0,37-1 0,-55 4 330,-1 0-1,1 1 0,0-1 0,-1 1 0,1 0 0,-1 1 0,0-1 1,1 1-1,-1-1 0,0 1 0,0 1 0,0-1 0,0 0 0,0 1 0,-1 0 1,1 0-1,-1 0 0,4 5 0,-2-1 52,0 0 1,-1 0-1,0 1 1,0-1-1,-1 1 0,0 0 1,0 0-1,-1 0 0,2 13 1,0 3 292,0 1-1,-3 0 1,0 0 0,-1 0 0,-1 0-1,-7 33 1,5-38-144,-2-2 0,0 1 0,-1 0 0,-1-1 1,-1 0-1,0-1 0,-2 0 0,-18 27 0,26-41-173,0-1 0,0 0 1,0 0-1,-1 1 0,1-1 0,0-1 0,-1 1 0,0 0 1,1 0-1,-5 1 0,5-3-16,1 1 1,-1-1-1,1 1 1,-1-1-1,0 0 1,1 0-1,-1 1 1,1-1-1,-1 0 1,0-1-1,1 1 1,-1 0-1,1 0 1,-1-1-1,0 1 0,1-1 1,-1 1-1,1-1 1,0 0-1,-1 0 1,1 1-1,-3-3 1,-1-2-48,1 0 1,-1 0-1,1-1 1,0 1-1,0-1 1,0 0-1,1 0 1,0 0-1,0 0 1,-3-12-1,-17-72-909,23 87 921,-7-43-761,2 0 1,2-77-1,3 114 720,0 0-16,1 0 1,0 0 0,0 0 0,0 0-1,1 0 1,1 0 0,0 0-1,0 1 1,5-10 0,-2 6-8,1 1 0,1 0 0,0 1-1,1-1 1,16-14 0,-11 11 86,1 1 0,1 1 0,0 1 0,1 0-1,0 1 1,0 1 0,1 0 0,0 1 0,1 1-1,0 1 1,0 1 0,0 1 0,0 0 0,1 1 0,0 1-1,0 1 1,-1 1 0,38 4 0,-53-3 60,1 0 0,-1 1 0,0-1 0,0 1 0,0 0 0,-1-1 0,1 2 0,0-1 0,-1 0 0,1 1 0,-1 0 0,0 0 0,0 0 0,0 0 0,0 0 0,-1 0 0,1 1 0,-1 0 0,0-1 1,0 1-1,0 0 0,0 0 0,-1 0 0,1 0 0,-1 0 0,1 7 0,2 10 299,-2 1 1,0 0-1,-2 43 0,-1-35-56,1 51 26,0-81-385,0 1 1,0-1-1,0 0 1,0 1-1,0-1 1,0 0-1,-1 1 1,1-1-1,0 0 1,0 0-1,0 1 1,0-1-1,-1 0 1,1 0-1,0 1 1,0-1-1,-1 0 1,1 0-1,0 0 1,0 0-1,-1 1 1,1-1-1,0 0 1,0 0-1,-1 0 1,1 0-1,0 0 1,-1 0-1,1 0 1,0 0-1,-1 0 1,1 0-1,0 0 1,-1 0-1,1 0 1,0 0-1,-1 0 1,1 0-1,0 0 1,-1 0-1,0 0-243,0-1 0,0 1-1,-1 0 1,1-1 0,0 1-1,0-1 1,0 1 0,0-1-1,0 1 1,0-1-1,0 0 1,-1-1 0,-15-22-5127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 20233,'0'0'2962,"-14"-13"-10134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443 160 1953,'0'0'5381,"-3"-26"-4095,-8-77 603,3 72 5649,7 48-6739,0 22-1010,1 1072 5189,0-1089-4909,-1-1 55,2-1-1,0 0 1,5 25-1,2-25 62,-8-19-181,1-1 0,0 1 0,-1-1 0,1 1 0,0-1 0,-1 1 0,1-1 0,0 1 0,0-1 0,-1 0 0,1 0 0,0 1 0,0-1 0,0 0 0,-1 0 0,1 0 0,0 0 0,0 0 0,1 0 0,-1 0-6,0-1 0,0 1 0,0-1 1,0 0-1,0 1 0,0-1 0,-1 0 1,1 0-1,0 1 0,0-1 0,0 0 1,-1 0-1,1 0 0,-1 0 0,1 0 1,0 0-1,-1 0 0,0 0 0,1 0 1,-1 0-1,0-1 0,1 1 1,-1 0-1,0 0 0,0 0 0,0 0 1,0-2-1,1-1-3,4-36-404,-1-1 0,-2 0-1,-2 1 1,-5-46 0,3 71 104,-1 0 0,-1 0 0,0 1-1,-1-1 1,-1 1 0,0 0 0,-13-21 0,9 18 103,0 1-1,-2 0 1,0 1 0,-1 1-1,-22-21 1,28 30 172,0 0 0,0 1 0,-1-1-1,1 1 1,-1 1 0,0-1 0,0 2 0,0-1 0,0 1 0,-14-2 0,7 2 10,-1 1 0,1 0 0,0 1 0,0 1 0,-17 3 0,26-3 28,1 1 1,-1 0-1,1 0 0,0 0 1,-1 0-1,1 1 0,0 0 0,0 0 1,1 0-1,-1 1 0,1 0 1,0 0-1,0 0 0,0 0 1,0 0-1,1 1 0,-1 0 0,1 0 1,0 0-1,1 0 0,-5 11 1,1 0 213,1 0 1,1 0 0,0 1 0,1-1 0,1 1-1,0 22 1,1-23 29,2 1-1,0 0 0,0 0 1,6 23-1,-5-32-180,1-1 0,0 0-1,0 1 1,0-1 0,0 0-1,1-1 1,1 1-1,-1-1 1,1 0 0,0 0-1,9 9 1,-5-8-23,-1-1 0,1 1 0,0-1 0,1-1 1,-1 0-1,1 0 0,0-1 0,0 0 0,1-1 0,-1 0 0,12 1 0,5 0-28,1-2 0,0-1 0,30-2-1,-49 0-110,0 0-1,0 0 1,0-1-1,0 0 0,0-1 1,0 0-1,0 0 0,-1-1 1,1 0-1,13-9 1,-12 5-776,0 0 1,0-1 0,-1 0 0,0 0 0,0-1 0,-1 0 0,9-15-1,6-16-5546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252 195 4418,'0'0'12192,"4"-4"-11861,-3 2-292,2 0 36,-1 0-1,0-1 1,0 1 0,0-1-1,0 1 1,0-1-1,0 0 1,-1 1 0,0-1-1,1 0 1,-1 0-1,0 0 1,0 0 0,-1 0-1,1-1 1,0 1-1,-1-4 1,1-16 177,0 12-35,-1-1-1,0 0 1,-3-16 0,3 25-196,-1 1 0,1 0 0,-1-1 0,1 1 1,-1 0-1,0 0 0,0 0 0,0 0 0,0 0 1,-1 0-1,1 0 0,0 0 0,-1 0 0,1 0 1,-1 1-1,0-1 0,0 0 0,1 1 0,-1 0 1,0-1-1,0 1 0,-4-2 0,0 2 45,0 0-1,-1 0 1,1 1-1,0 0 1,0 0-1,-10 1 1,-5 0 65,16-1-128,1 0 0,-1 0 0,0 0 1,1 0-1,-1 1 0,0 0 0,1 0 1,-1 0-1,1 0 0,0 1 0,-1-1 0,1 1 1,0 1-1,0-1 0,0 0 0,0 1 1,0 0-1,1 0 0,-1 0 0,1 0 0,0 1 1,0-1-1,-4 6 0,-1 3 51,0 0-1,0 1 1,1 0-1,1 1 1,0-1-1,1 1 1,0 0-1,1 1 1,1-1-1,-3 23 1,1 17 671,3 82 0,3-85-291,-1-39-332,0 0-1,1 0 1,0 0-1,1 0 1,1 0-1,0-1 1,0 1-1,8 15 1,-9-22-78,1 0 0,0 0 0,0-1 0,0 1 1,1-1-1,-1 0 0,1 0 0,0 0 1,0-1-1,0 1 0,1-1 0,0 0 0,-1 0 1,1-1-1,0 1 0,0-1 0,0 0 1,0 0-1,1-1 0,7 2 0,-4-1-25,0-1 0,0 0-1,0 0 1,0-1 0,0 0 0,0 0-1,0-1 1,0-1 0,0 1 0,-1-1-1,1-1 1,0 0 0,-1 0 0,0 0-1,1-1 1,-1-1 0,-1 1-1,12-10 1,-2 1-237,-2-1-1,0-1 0,0-1 1,-2 0-1,0-1 0,0 0 1,-2-1-1,0 0 1,-1-1-1,-1 0 0,-1-1 1,-1 1-1,0-2 0,-2 1 1,0-1-1,-1 0 1,1-39-1,-3 24-231,-1 24 475,-1 0 1,0 0-1,0 0 1,-4-18-1,4 30 31,0 1 0,0-1 0,0 1 0,0-1 0,0 1-1,0-1 1,0 1 0,0-1 0,0 1 0,0-1 0,-1 1 0,1-1 0,0 1 0,0-1 0,-1 1-1,1-1 1,0 0 0,0 1 0,-1-1 0,1 1 0,-1-1 0,1 0 0,0 1 0,-1-1 0,1 0-1,-1 0 1,1 1 0,-1-1 0,1 0 0,0 0 0,-1 0 0,1 1 0,-1-1 0,1 0 0,-1 0-1,1 0 1,-1 0 0,0 0 0,1 0 0,-1 0 0,1 0 0,-1 0 0,1 0 0,-1-1 0,1 1-1,-1 0 1,1 0 0,0 0 0,-1 0 0,1-1 0,-1 1 0,1 0 0,-1-1 0,1 1 0,0 0 0,-1-1-1,1 1 1,0 0 0,-1-1 0,1 1 0,0-1 0,-1 1 0,1 0 0,0-1 0,0 1 0,0-1-1,-1 1 1,1-1 0,0 0 0,1 268 1122,-1-251-1129,1 0 1,1 0-1,1 0 0,0-1 1,1 1-1,1-1 0,7 17 1,-11-29-80,0-1 1,1 1-1,-1-1 0,0 0 1,1 1-1,-1-1 0,1 0 1,0 0-1,0 0 0,0 0 1,0-1-1,0 1 0,0 0 1,0-1-1,1 1 0,-1-1 1,0 0-1,1 0 0,-1 0 1,1 0-1,-1 0 0,1-1 1,0 1-1,-1-1 0,1 0 1,0 1-1,-1-1 0,1 0 1,0-1-1,-1 1 0,1 0 1,0-1-1,-1 0 0,1 1 1,-1-1-1,4-2 0,3 0-405,0-1 0,-1-1-1,1 0 1,-1 0-1,0 0 1,-1-1 0,1 0-1,11-14 1,-10 9-852,0 0-1,8-16 1,12-28-5091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9764,'0'0'6734,"2"27"-5773,-1-1-773,1 2 14,0 0-1,2 1 0,1-2 1,10 34-1,18 74 609,-7 1 1,-5 1-1,3 153 0,-19 10 482,-5-230-820,3-58-359,-2-12-116,-1-1 1,1 1 0,-1 0-1,1 0 1,-1 0-1,0-1 1,1 1 0,-1 0-1,1 0 1,-1-1 0,0 1-1,1 0 1,-1-1 0,0 1-1,1 0 1,-1-1-1,0 1 1,0-1 0,1 1-1,-1-1 1,0 1 0,0 0-1,0-1 1,0 1-1,0-1 1,0 1 0,1-1-1,-1 1 1,0-1 0,0 1-1,0-1 1,-1 0 0,34-142-3285,-7-8-7542,-19 106 4116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2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364 111 8180,'0'0'4434,"-7"0"-4234,-32 2 513,5-1 3880,22-3-4406,8-2-197,-1 0 0,1 0 0,1 0 0,-1-1 0,1 0 1,-5-7-1,4 5 8,0 1 1,-1 0 0,-8-10-1,9 13 1,1-1-1,-1 1 0,0-1 1,-1 1-1,1 0 0,-1 1 1,1-1-1,-1 1 0,0 0 0,0 0 1,0 0-1,0 1 0,0-1 1,0 1-1,0 0 0,0 1 1,-1 0-1,-6 0 0,9 0 38,-1 0-1,1 0 0,0 0 1,-1 1-1,1-1 1,0 1-1,-1 0 0,1 0 1,0 0-1,0 0 0,-4 3 1,2-1-11,1 1 1,0 0-1,0 0 1,0 0-1,0 0 1,-4 7-1,3-1 36,1 0-1,-1 0 1,2 0-1,0 0 1,0 1-1,1-1 1,0 1-1,0 11 1,0-9 69,-6 60 900,5 122 0,3-124-385,0-63-584,0 3 88,0 1 1,0-1-1,1 1 0,1-1 1,4 17-1,-5-25-130,0-1 1,0 1 0,0 0-1,1-1 1,-1 1-1,1-1 1,0 0-1,-1 0 1,1 1-1,0-1 1,0 0-1,0 0 1,1-1-1,-1 1 1,0 0-1,1-1 1,-1 0-1,1 1 1,0-1-1,-1 0 1,1 0-1,0 0 1,-1-1-1,1 1 1,0-1-1,6 1 1,-3 0-18,1-1-1,0 0 1,-1 0 0,1 0 0,0-1 0,-1 0 0,1 0-1,-1-1 1,1 1 0,-1-1 0,0-1 0,0 1-1,0-1 1,0-1 0,0 1 0,0-1 0,-1 0 0,0 0-1,0 0 1,0-1 0,7-8 0,4-7-546,-1-1 0,-1-1 0,0-1 0,-2 0 0,0 0 0,-2-1 0,-1-1 0,12-50 0,-12 30-878,6-82-1,-11 11 3815,-5 234-797,2 140 486,-1-256-2066,1 22 276,5 34 1,-5-53-271,0 1 0,0 0 0,1-1-1,-1 1 1,2-1 0,-1 0 0,0 1 0,1-1 0,0 0 0,0 0 0,6 6-1,-8-10-50,0 0-1,0 0 0,0 0 1,0 0-1,0 0 0,0 0 1,0 0-1,0-1 0,0 1 1,0 0-1,1-1 0,-1 1 1,0-1-1,0 1 0,1-1 1,-1 0-1,0 0 0,0 1 1,1-1-1,-1 0 0,0 0 1,1 0-1,1-1 0,-1 0-92,0 1 0,-1-1 0,1 0 0,0 0 0,-1 0 0,1-1 0,-1 1 0,0 0 0,1 0 0,-1-1 0,0 1 0,0-1 0,0 1 0,2-4-1,2-6-1267,0 0-1,0 0 0,5-24 0,-8 29 593,9-38-5980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0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9156,'0'0'7102,"0"12"-6219,0 209 2324,26 158-844,-21-332-2098,-5-46-256,0 0 0,0 0 0,0-1 0,1 1 0,-1 0-1,0-1 1,0 1 0,0 0 0,1-1 0,-1 1 0,1-1 0,-1 1 0,0 0 0,1-1 0,-1 1 0,1-1 0,-1 1 0,1-1 0,0 1 0,-1-1-14,1 0 0,-1 0 0,0 0 1,1 0-1,-1 0 0,0 0 1,1 0-1,-1 0 0,0 0 1,1 0-1,-1 0 0,0 0 0,1 0 1,-1 0-1,0 0 0,1 0 1,-1-1-1,0 1 0,1 0 1,-1 0-1,0 0 0,1 0 0,-1-1 1,0 1-1,0 0 0,1 0 1,-1-1-1,0 1 0,0 0 1,0-1-1,0 1 0,1 0 0,-1-1 1,0 1-1,0 0 0,0 0 1,0-1-1,0 1 0,0 0 1,0-1-1,0 0 0,5-19-551,-2 0 1,-1 0-1,0-1 0,-3-30 1,1 34 156,0-70-1474,1-101-1646,0 177 3495,1 1 1,0-1-1,0 1 1,1-1-1,1 1 0,0 0 1,0 1-1,1-1 1,0 1-1,0-1 0,1 1 1,9-10-1,-14 18 119,0-1-1,0 1 0,0 0 1,0-1-1,1 1 1,-1 0-1,0 0 0,1 0 1,-1 0-1,1 0 1,-1 0-1,1 0 1,-1 0-1,1 1 0,0-1 1,-1 1-1,1-1 1,0 1-1,-1-1 1,1 1-1,0 0 0,2 0 1,-2 0-13,-1 1 0,1-1 0,0 1 0,-1 0 0,1 0 0,-1 0 0,1 0 0,-1 0 0,0 0 0,1 0 0,-1 0 0,0 0 0,0 0 0,0 1 0,1-1 0,-2 1 0,1-1 0,0 0 0,0 1 0,0 0 0,-1-1 0,2 3 0,16 46 940,-2 1 1,11 60-1,7 108 1087,-33-184-1541,0-93-1565,10-73 0,-6 101 372,1-1-1,1 1 0,2 1 0,15-37 1,-16 49 708,1 0 0,0 0 0,1 1 0,1 1 0,21-25 0,-23 31-22,1 0 1,-1 1-1,1 0 1,1 0-1,-1 1 0,1 0 1,0 1-1,1 0 1,15-5-1,-24 10-6,0 0 1,0 0-1,0 0 0,0 0 1,0 1-1,0-1 0,0 1 0,0 0 1,1 0-1,-1 0 0,0 0 1,0 1-1,0-1 0,0 1 1,1 0-1,-1 0 0,0 0 0,0 0 1,0 0-1,-1 1 0,1-1 1,0 1-1,-1 0 0,1 0 1,0 0-1,-1 0 0,0 0 0,0 0 1,0 1-1,0-1 0,0 1 1,2 4-1,8 15 92,-2 0 1,0 0-1,-2 1 0,0 1 1,-2-1-1,0 1 0,3 43 1,-4 176 1244,-6-148-484,5-69-721,-3-80-1898,0-39-5780,-3 65 1141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4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1 384,'0'0'7158,"-25"0"-4546,11 0-1767,-12 0 4660,16 0-732,27 0-3416,169 0-770,-148 0-3951,-3 0-3628,-44 0 1394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4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3826,'0'0'6573,"-6"2"-5116,4-1-1896,-15 5 3321,16-4-964,11 0-1037,11-3-447,0 2 0,0 1 0,0 0 0,0 2 0,26 7 0,-18-3-395,1-1 0,1-1-1,-1-1 1,1-2 0,32-1-1,-61-2-40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27 4018,'0'0'10725,"0"-6"-10026,0-14 1830,14 366-381,-3-146-1361,-8-106-438,-1-9 74,20 143 0,-20-218-388,0 0 51,0-1 1,0 1-1,0 0 1,1-1-1,1 0 1,7 16-1,-3-19 134,-5-12-114,-3-20-128,0 20-28,-5-95-1546,-5-1 0,-24-104 0,13 84 442,15 84 657,-4-21 263,-5-109-1,14 149 386,2-23 289,-1 39-423,0 1 0,1-1 0,0 1 0,-1 0-1,1-1 1,0 1 0,0 0 0,0-1 0,0 1-1,1 0 1,-1 0 0,1 0 0,-1 0 0,3-2-1,7-4 49,0 0 0,0 0 0,1 1 0,0 0 1,13-5-1,68-22 228,-73 27-256,-9 3 83,1 1 0,0 0 0,0 0 0,1 2 0,-1-1 0,0 2 0,0-1 0,19 3 0,-29-1-82,1 0 0,-1 0-1,0 0 1,1 1 0,-1-1-1,0 1 1,0-1 0,0 1 0,0 0-1,0-1 1,0 1 0,0 0-1,-1 1 1,3 1 0,21 36 133,-20-30-140,-1 0 0,0 0 0,-1 0 0,1 1 0,-2 0 0,2 14 0,-1 4 224,0 34 1,-3-55-253,0 9 27,-4 31-1,3-41-14,-1 0-1,0-1 0,0 1 0,0-1 0,-1 1 1,0-1-1,-6 10 0,-8 9 126,0 0-1,-38 41 1,47-58-117,1-1 0,-1-1 1,-1 0-1,1 0 0,-1 0 0,0-1 0,0 0 0,0-1 1,-1 0-1,1-1 0,-1 1 0,-11 1 0,-2-2-142,-1-1 0,-29-1-1,47-1 35,5 0 79,0 0 0,0 0 0,1 0-1,-1 0 1,0-1 0,0 1-1,0 0 1,0 0 0,0-1-1,0 1 1,0 0 0,0-1-1,0 1 1,0-1 0,1 0 0,-1 1-1,0-1 1,0 1 0,1-1-1,-1 0 1,0 0 0,1 1-1,-1-1 1,1 0 0,-1 0-1,1 0 1,-1 0 0,1 0 0,0 0-1,-1 0 1,1-1 0,-1-4-34,0 1 1,1-1 0,-1 1 0,2-10 0,-1 2-57,1 12 93,-1 0 0,0 1 1,0-1-1,0 0 0,0 0 0,1 1 1,-1-1-1,0 0 0,1 1 0,-1-1 1,1 1-1,-1-1 0,0 0 0,1 1 1,-1-1-1,1 1 0,0-1 0,-1 1 1,1-1-1,-1 1 0,1 0 0,0-1 1,-1 1-1,1 0 0,0-1 0,-1 1 1,1 0-1,0 0 0,-1 0 0,1 0 1,0 0-1,1 0 0,28-1 91,-22 1-74,-4 0-2,0 1 1,0-1 0,1 1 0,-1 0-1,-1 0 1,1 0 0,0 1 0,0 0 0,0-1-1,-1 1 1,1 0 0,-1 1 0,1-1 0,-1 1-1,0-1 1,3 4 0,5 7 71,0 0 0,16 24 0,-12-14 12,38 58 561,56 114-1,-46-75 133,-58-113-729,7 15 111,17 24 0,-26-42-161,0 0-1,1 1 1,-1-1 0,1-1-1,0 1 1,0 0 0,1-1-1,-1 0 1,1 0 0,-1 0-1,8 2 1,-11-4-44,0-1 0,0 1 0,0-1 0,0 0 0,0 0 0,1 1 0,-1-1 0,0 0 0,0 0-1,0 0 1,0 0 0,0-1 0,0 1 0,1 0 0,-1 0 0,0-1 0,0 1 0,0 0 0,0-1 0,0 1 0,0-1 0,0 0 0,0 1 0,0-1 0,0 0 0,-1 1 0,1-1-1,0 0 1,0 0 0,-1 0 0,1 0 0,0 0 0,-1 0 0,1 0 0,-1 0 0,1 0 0,0-1 0,1-5-462,0 1 0,-1-1 0,1 0 0,0-13-1,-2 13-109,1-55-6122,-1 36 680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6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2 141 5250,'0'0'9858,"-1"-6"-7933,1 4-380,2 5-586,17 41-142,-3 0 1,13 51-1,-3-6-220,-17-61-469,43 116 416,-44-125-504,1-1-1,0 0 1,2 0 0,0-1-1,19 22 1,-28-37-28,0 1-1,1-1 1,-1 0 0,1 1-1,0-2 1,0 1 0,0 0-1,0 0 1,0-1 0,0 1-1,5 0 1,-7-2-8,0 1 1,0-1-1,1 0 1,-1 0-1,0 0 0,0 0 1,1 0-1,-1 0 1,0 0-1,0 0 0,1-1 1,-1 1-1,0-1 1,0 1-1,0 0 1,1-1-1,-1 0 0,0 1 1,0-1-1,0 0 1,0 1-1,0-1 0,0 0 1,0 0-1,-1 0 1,1 0-1,0 0 0,0 0 1,-1 0-1,1 0 1,0 0-1,0-2 1,10-28-383,-2-1 0,-1 0 0,7-54 0,-12 66 153,9-93-752,-3-197 1,-9 242 442,-1 66 539,1 1 0,0 0 0,0 0 0,-1 0 0,1 0 0,-1 0 0,1 0 0,-1 0 0,1 0 0,-1 0 0,0 0 0,1 1 0,-1-1 0,0 0 0,0 0 0,1 0 0,-1 1 0,0-1 0,0 1 0,0-1 0,0 0 0,0 1 0,0-1 0,0 1 0,0 0-1,0-1 1,0 1 0,0 0 0,-1 0 0,1 0 0,0 0 0,0 0 0,0 0 0,0 0 0,0 0 0,0 0 0,0 0 0,0 1 0,-1-1 0,1 0 0,0 1 0,0-1 0,0 1 0,0-1 0,0 1 0,1-1 0,-1 1 0,0 0 0,0 0 0,0-1 0,0 1 0,1 0 0,-1 0 0,0 0 0,1 0 0,-1 0-1,0 1 1,-3 7 59,0-1-1,1 0 0,0 1 1,0 0-1,1 0 1,0 0-1,1 0 0,0 0 1,0 11-1,1 13 490,4 40 0,-4-71-538,1 1-1,-1-1 1,0 0 0,1 1 0,0-1 0,-1 0-1,1 0 1,0 1 0,0-1 0,0 0-1,1 0 1,-1 0 0,0 0 0,1 0-1,0 0 1,-1-1 0,1 1 0,0-1 0,0 1-1,0-1 1,0 1 0,0-1 0,0 0-1,0 0 1,0 0 0,3 1 0,3 0-30,1 0 0,0 0 0,0-1 0,0 0 0,15-1 0,-19 0-85,1-1 0,-1 0-1,1 0 1,-1 0-1,0-1 1,0 1 0,0-1-1,0-1 1,0 1 0,0-1-1,0 1 1,-1-1-1,1-1 1,-1 1 0,6-6-1,-4 2-701,1 0 0,-1 0 0,6-10-1,10-26-6347,-14 18-2172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7411,'0'0'8207,"0"4"-7415,0 4-495,1 2-7,-1 1 1,0-1-1,-1 0 0,-1 1 1,1-1-1,-1 0 1,-7 19-1,-2-4-125,1 1-1,1 1 1,1 0-1,1 0 1,2 0 0,-2 34-1,2 169 664,5-207-719,1 15 51,1 1 1,2 0-1,2 0 0,2-1 1,1 0-1,2-1 0,1 0 1,2-1-1,21 39 0,-31-67-138,1 0-1,0-1 1,0 0-1,1 0 1,0 0-1,0-1 1,0 0-1,1 0 0,0 0 1,0-1-1,0 0 1,1-1-1,0 0 1,0 0-1,0 0 1,0-1-1,1 0 1,-1-1-1,1 0 0,-1 0 1,1-1-1,0 0 1,17 0-1,-24-1-41,-1 0-1,1-1 0,-1 1 1,1 0-1,-1 0 0,1-1 1,-1 1-1,1-1 0,-1 0 1,1 1-1,-1-1 0,0 0 1,0 0-1,1 1 0,-1-1 1,0 0-1,0 0 0,0-1 1,2-1-1,-1 0-82,0-1-1,0 1 1,0-1 0,0 0 0,-1 1-1,0-1 1,2-6 0,0-6-1366,-1 0 1,-1-30-1,-1 19-2018,0 12-1846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18 688 4738,'0'0'8545,"-4"0"-7315,-9 0 267,19 0 889,32 0-1136,202 0-473,-234 0-774,0 0 0,0-1 0,0 1 0,0-1 0,0 0 0,0-1 1,-1 1-1,1-1 0,9-5 0,-12 6-26,-1-1 1,0 0-1,1 0 1,-1 0-1,0 0 1,0 0-1,0 0 1,0 0-1,0-1 1,-1 1-1,1-1 1,-1 1-1,1-1 1,-1 1-1,0-1 1,0 0-1,0 0 1,-1 0-1,1 0 0,-1 1 1,1-6-1,0-1-42,0 0 0,-1 0 0,1 0-1,-2 0 1,0-1 0,0 2 0,0-1-1,-1 0 1,0 0 0,-1 0 0,0 1-1,-7-14 1,-11-12-67,0 0 121,-20-42 1,36 64 35,0 0 1,1-1-1,0 1 1,1-1-1,1 0 1,0 0-1,-1-22 1,3 22-12,0 2-52,0 0 1,3-18 0,-3 25 21,1 1 1,0 0-1,0-1 1,1 1-1,-1 0 1,1-1 0,-1 1-1,1 0 1,0 0-1,0 1 1,0-1-1,4-4 1,7-3-2,0-1 0,0 1 1,1 1-1,0 1 0,1 0 0,-1 1 0,2 0 1,-1 1-1,26-6 0,-10 5 82,1 1-1,0 1 1,61 1 0,-90 4-31,-1 0 0,1 0 0,-1 1 0,1-1 1,0 1-1,-1 0 0,1-1 0,-1 1 0,1 1 1,-1-1-1,0 0 0,1 1 0,-1-1 0,0 1 1,2 1-1,0 1 23,0 1 1,0-1 0,0 1 0,-1-1 0,0 1 0,5 9-1,-3 0 79,1 0 0,-2 0-1,1 0 1,3 27 0,-5 2 232,-2 63 0,-1-54-194,-11 88 187,1 1 94,10-42 89,1-96-539,-1-1 0,0 1-1,1-1 1,-1 1 0,1-1 0,0 0 0,-1 0-1,1 1 1,1-1 0,-1 0 0,0 0-1,0 0 1,1 0 0,-1 0 0,1 0-1,-1 0 1,1-1 0,0 1 0,0-1-1,0 1 1,0-1 0,0 1 0,0-1 0,0 0-1,1 0 1,-1 0 0,0 0 0,0-1-1,1 1 1,-1-1 0,1 1 0,-1-1-1,0 0 1,5 0 0,2 0-13,-1 0 1,0-1-1,0 1 1,0-2-1,0 1 0,0-1 1,0-1-1,-1 1 0,15-8 1,4-6-139,25-20 1,-34 23-97,0 1 1,0 0 0,1 2-1,1 0 1,27-11-1,-40 20-115,0 0 0,0 0 0,0 0 0,0 0 0,11 2 0,13-2-5840,-19-2-1594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3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62 272,'0'0'14268,"-18"-10"-12715,-51-30-163,55 31-45,13 7-958,10 4-137,0 1-172,0 0 1,-1 0 0,1 0-1,-1 1 1,1 1-1,-1-1 1,0 1 0,-1 1-1,1 0 1,7 7-1,14 14 173,27 33 0,-32-31-192,-2 0 1,-1 1-1,-1 1 0,-2 1 0,-1 1 1,-1 0-1,-2 1 0,-2 1 1,-1 0-1,-1 0 0,-2 1 1,-2 1-1,-1-1 0,-2 1 1,-1 0-1,-5 51 0,0-59-69,-1 1 0,-2-2 0,-1 1 0,-1-1 0,-1 0 0,-14 27 0,-1-6-153,-2-2-1,-42 59 1,39-66-854,-47 52 1,58-74-376,-1-1 1,-27 21-1,-26 5-5685,50-30 4509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4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12582,'0'0'2241,"244"59"-2721,-168-59-1954,-13-28-5265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4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10853,'0'0'8260,"112"38"-7716,-36-32-256,1-6-208,-4 0-80,-6 0-496,-15-9-2481,-21-4-3730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4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16 135 7732,'0'0'6018,"-2"-5"-5639,-1-4-89,0-1 0,1-1 0,0 1 0,0 0 0,2 0 0,-1-1-1,2-14 1,-1 21-304,-1-26 604,1 38-172,0 9-275,4 30 0,52 219 2114,-6 50-99,-48-309-2155,-1-6-368,-1-49-8439,0 11 4119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4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2 299 1457,'0'0'8350,"0"-10"-7216,0 7-1109,-1-5 144,1-1-1,0 1 1,1-1 0,-1 1 0,2 0 0,-1-1 0,1 1 0,1 0-1,-1 0 1,2 0 0,-1 0 0,8-12 0,-8 17-162,73-88 498,-68 83-461,0 0 1,0 1-1,1 0 0,0 0 0,1 1 0,0 0 0,-1 1 0,14-6 0,-16 9-5,0 1 1,0-1-1,0 1 0,-1 0 0,1 1 0,0-1 0,0 2 0,0-1 0,0 1 0,0 0 0,0 0 0,0 1 0,0 0 0,-1 0 0,1 0 0,-1 1 0,1 0 0,10 8 0,-1 1 112,0 1-1,-1 1 1,-1 0-1,0 1 1,17 26 0,-24-31-89,-1 0 0,-1 1 1,1 0-1,-2 0 1,0 0-1,0 0 1,-1 1-1,0-1 0,-1 1 1,1 20-1,-1 4 193,-5 52 1,1-74-201,0 1 0,-1 0 0,-1-1 0,0 0 0,-1 0 0,-9 19 1,-6 5 35,-1 0 0,-33 43 0,45-68-78,-1-2 0,0 1 0,0-1 0,-1-1 0,-1 0 0,0 0 0,0-2 0,0 1 0,-1-1 0,-16 6 0,22-11-3,-1-1 1,1 0-1,-1 0 1,1-1-1,-1 0 1,0-1-1,-13 0 1,11 0-31,8 0 4,1 0 1,0 0-1,-1 0 1,1-1-1,0 1 1,0 0-1,-1-1 1,1 1-1,0-1 1,0 1-1,0-1 1,-1 1-1,1-1 1,0 0-1,0 0 1,0 0-1,0 1 0,0-1 1,1 0-1,-1 0 1,0 0-1,0-1 1,0 1-1,1 0 1,-1 0-1,1 0 1,-1 0-1,1-1 1,-1 1-1,1 0 1,0 0-1,-1-2 1,0-6-183,0 1 0,0-1 0,1 0 0,1-9 0,0 1-322,-1 11 405,0 1 0,0-1 0,0 1 1,1-1-1,2-6 0,-3 11 103,1-1 0,0 1-1,-1-1 1,1 1-1,0 0 1,-1-1 0,1 1-1,0 0 1,0 0 0,0 0-1,0 0 1,0 0-1,1 0 1,-1 0 0,0 0-1,0 0 1,1 0-1,-1 0 1,0 1 0,1-1-1,-1 1 1,1-1 0,-1 1-1,2-1 1,3 1 61,-1-1 1,1 1-1,-1 0 0,1 0 1,-1 1-1,1-1 1,-1 1-1,0 0 0,1 1 1,-1 0-1,0-1 1,0 2-1,0-1 0,0 0 1,0 1-1,-1 0 1,1 0-1,-1 1 0,6 5 1,7 8 326,0 0 1,-2 1-1,17 25 1,-16-20-97,137 193 3063,-147-207-3248,2 0-1,-1 0 1,1-1 0,1 0-1,-1 0 1,15 9 0,-18-14-96,1 0 0,0 0 0,-1-1 0,1 0 0,0 0 0,0 0 0,0 0 0,0-1 0,1 0 0,-1-1 0,0 1 0,0-1 0,8-1 0,-11 1-91,1-1 1,-1 1 0,0-1-1,0 0 1,0 0 0,0 0 0,0-1-1,0 1 1,0-1 0,0 1 0,-1-1-1,1 0 1,0 0 0,-1 0 0,0-1-1,1 1 1,-1 0 0,0-1 0,2-3-1,0-1-603,0 0 0,0 0 0,-1-1 0,0 1 0,-1-1 0,3-11-1,1-26-6774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4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3153,'0'0'9797,"0"-6"-9063,0-19-123,0 18 2603,2 10-2733,12 35 630,23 68 280,-13-10-550,66 210 1138,-86-296-1958,0 1 40,0 0-1,1 0 1,10 15-1,-14-24-52,0 0-1,0 0 1,0-1 0,0 1-1,0-1 1,1 1 0,-1-1-1,1 1 1,-1-1 0,1 0-1,-1 0 1,1 0 0,0 0-1,0 0 1,0 0 0,-1 0-1,1-1 1,0 1 0,0-1-1,0 1 1,0-1 0,0 0-1,0 0 1,0 1 0,0-2-1,0 1 1,4 0 0,-5-1-6,-1 1 0,1 0 1,0-1-1,0 1 0,0-1 1,0 1-1,0-1 1,-1 1-1,1-1 0,0 1 1,-1-1-1,1 0 0,0 0 1,-1 1-1,1-1 1,-1 0-1,2-1 0,3-8-8,0 0 0,-1 0-1,0-1 1,0 1 0,3-20-1,8-64-579,-8 41 58,1-2 21,12-57-234,-16 95 733,1 0-1,0 0 0,2 0 0,11-21 0,-15 31-138,-1-1-1,1 0 1,-1 1-1,0-1 0,-1 0 1,0 0-1,0 0 0,-1 0 1,1 0-1,-3-13 0,1-3-2667,1-2-1856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49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7187,'0'0'4827,"0"-10"-4350,0-20 24,0 26-204,0 5-4,0 23 134,0 31 375,3 205 2984,2-185-2533,18 104 0,-21-168-1145,6 25 76,-8-35-168,1 1 0,-1-1 0,1 1-1,-1-1 1,1 1 0,0-1 0,-1 1-1,1-1 1,0 0 0,0 1 0,0-1-1,0 0 1,0 0 0,0 0-1,3 2 1,-4-3-17,0 0-1,0 1 1,0-1-1,0 0 1,1 0-1,-1 0 0,0 0 1,0 0-1,0 0 1,0 0-1,1 0 1,-1 1-1,0-1 1,0 0-1,0 0 1,0 0-1,1 0 1,-1 0-1,0 0 1,0 0-1,0 0 0,1 0 1,-1 0-1,0 0 1,0 0-1,0 0 1,0-1-1,1 1 1,-1 0-1,0 0 1,0 0-1,0 0 1,0 0-1,1 0 0,-1 0 1,0 0-1,0 0 1,0-1-1,0 1 1,0 0-1,1 0 1,-1 0-1,0 0 1,0-1-1,0 1 1,0 0-1,0 0 0,0 0 1,0 0-1,0-1 1,0 1-1,0 0 1,0 0-1,0 0 1,0 0-1,0-1 1,0 1-1,0 0 1,0 0-1,0 0 0,0-1 1,0 1-1,0 0 1,0 0-1,0-1 1,1-46-1150,-4-85-5979,-6 82 2429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4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11669,'0'0'4386,"31"-6"-7427,-17 6-609,0 18-1952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5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269 797 9044,'0'0'4874,"-1"-6"-4730,-1 1-142,0 0-1,0 1 0,-1-1 1,1 1-1,-1-1 0,0 1 1,0 0-1,-1 0 0,1 1 1,-1-1-1,0 0 0,0 1 1,0 0-1,0 0 0,0 0 1,-1 1-1,-8-4 0,0 2 25,0 0-1,-1 1 0,1 0 1,-1 2-1,0-1 1,0 2-1,-16 0 0,28 0-8,0 1 0,0-1 0,0 0 0,0 1 0,0 0-1,1-1 1,-1 1 0,0 0 0,0 0 0,0 0 0,1 0 0,-1 0-1,1 1 1,-1-1 0,1 0 0,-1 1 0,1-1 0,0 1 0,-1-1-1,1 1 1,0 0 0,0 0 0,0-1 0,0 3 0,-4 7 98,1-1 0,1 1 0,-3 12 0,4-18-100,-4 28 476,2 1 0,0 0 0,4 67 0,0-56 298,0-36-524,0 0 1,0-1-1,1 1 1,0 0-1,1 0 1,3 11 0,-4-18-192,0 1 0,1-1 0,-1 1 1,0-1-1,1 1 0,0-1 1,0 0-1,-1 0 0,1 0 0,1 0 1,-1 0-1,0-1 0,0 1 1,1-1-1,-1 1 0,0-1 0,1 0 1,0 0-1,-1 0 0,1 0 1,0 0-1,-1 0 0,5-1 1,0 1-28,0 0 1,0-1 0,0 1 0,0-2 0,1 1 0,-1-1 0,0 0 0,0-1 0,0 0-1,0 0 1,-1 0 0,1-1 0,0 0 0,-1 0 0,0-1 0,0 0 0,0 0 0,0 0-1,8-8 1,1-4-125,0-1 0,-1 0-1,-1 0 1,0-2-1,11-21 1,-12 15-186,0 0 0,-1-1 0,-2 0 0,0 0 0,-2-1 0,-1-1-1,3-32 1,1-195-2183,-11 205 2016,1 19-36,-3-1 0,0 1 0,-10-36 1,-31-89-646,38 137 1121,-2-12 100,5 19 154,0 1 0,-1-1 0,-10-20 1523,14 55-1416,3 5-187,0 1 1,2 0-1,14 49 0,4 13 258,38 344 1835,-28 1-469,-30-390-1488,11 59 0,-14-102-291,1-1 0,-1 1-1,1-1 1,0 1 0,0-1 0,0 0-1,0 1 1,1-1 0,-1 0 0,1 0-1,2 3 1,-4-5-23,0 0-1,0 0 1,1 1 0,-1-1 0,0 0-1,0 0 1,1 0 0,-1 0-1,0 1 1,0-1 0,1 0-1,-1 0 1,0 0 0,1 0-1,-1 0 1,0 0 0,0 0-1,1 0 1,-1 0 0,0 0-1,1 0 1,-1 0 0,0 0-1,0 0 1,1 0 0,-1 0-1,0-1 1,1 1 0,-1 0-1,0 0 1,0 0 0,0 0-1,1-1 1,0 0 1,0 0 1,-1 0-1,1 0 1,0-1-1,-1 1 1,1 0-1,-1 0 0,1-1 1,-1 1-1,1 0 1,-1-3-1,5-39-971,-3 0-1,-3-61 0,-1 26-2242,2 15-2292,0 34 438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5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8964,'0'0'7542,"15"-6"-6659,-2 1-700,-5 3-124,-1-1 0,0 1 0,0-1 0,0-1 0,-1 1 0,1-1 0,-1-1 0,0 1 0,0-1 0,-1 0 0,8-8 0,7-9 27,-5 6-61,21-29 0,-32 41-93,-1-1 0,-1 0 0,1 1 0,-1-1 0,1 0 0,-1-1 0,-1 1 0,1 0 0,-1-1 0,0 1 0,1-9 0,-2 9-37,0 3 70,0 0 0,1 0 0,-1 0 1,0 0-1,0 0 0,0 0 0,0 0 0,-1 0 0,1 0 1,0 1-1,-1-1 0,0 0 0,1 0 0,-1 0 0,0 0 1,0 1-1,0-1 0,0 0 0,0 1 0,0-1 0,0 1 1,-1-1-1,1 1 0,-1-1 0,1 1 0,-1 0 0,-2-2 1,-3-1 46,0 1 1,0-1 0,-1 1 0,1 1 0,-1-1-1,0 1 1,1 1 0,-1-1 0,0 1 0,0 1-1,0-1 1,0 1 0,0 1 0,-9 1 0,16-2-5,-1 0 0,1 1 0,0-1 0,-1 1 0,1 0 0,0-1 0,-1 1 0,1 0 1,0 0-1,0 0 0,-1 0 0,1 0 0,0 0 0,0 0 0,0 0 0,0 0 0,1 0 1,-1 1-1,0-1 0,0 0 0,1 1 0,-1-1 0,1 0 0,-1 3 0,-1 2 71,1 1 0,0-1 0,0 1 0,0 7 0,1-13-65,0 128 1329,2-112-997,0 0-1,0-1 1,2 1 0,0-1-1,10 26 1,-4-19 140,1-1 1,0 0-1,29 41 0,-35-57-406,0 0-1,1 0 0,-1-1 1,1 0-1,0 0 0,1 0 1,9 5-1,-12-8-64,0 0 1,0 0-1,0-1 1,1 0-1,-1 1 1,1-1-1,-1-1 0,1 1 1,-1-1-1,1 0 1,-1 0-1,1 0 1,8-2-1,-12 2-38,1-1 0,0 0 0,-1 0 0,1 0 0,-1 0 0,1 0 1,-1 0-1,0 0 0,0 0 0,1-1 0,-1 1 0,0 0 0,0-1 0,0 1 0,0-1 0,0 1 0,-1-1 0,1 1 0,0-1 0,-1 0 0,1 1 0,-1-1 1,1-2-1,1-4-177,26-77-3707,-14 28-1763,-3 9-2945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51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174 121 7571,'0'0'5320,"-1"-3"-4530,-1-17 147,2 16-725,0 0 1,0 0 0,0 0 0,-1 1-1,0-1 1,1 0 0,-1 0 0,-1 0-1,1 1 1,-1-1 0,-1-3 0,0 3-199,0 0 0,0 1 0,0-1 0,-1 1 0,1 0 0,-1 0 0,0 0 0,0 0 1,0 0-1,0 1 0,0 0 0,-1 0 0,1 0 0,-1 0 0,1 1 0,-1 0 1,1 0-1,-1 0 0,0 0 0,0 1 0,0 0 0,1 0 0,-6 1 0,8-1-3,1 0 0,-1 0-1,0 1 1,1-1 0,-1 1-1,1-1 1,-1 1-1,1 0 1,0-1 0,-1 1-1,1 0 1,0 0 0,-1 0-1,1 0 1,0 0-1,0 0 1,0 1 0,0-1-1,0 0 1,0 1 0,0-1-1,1 0 1,-1 1-1,-1 2 1,-1 5 99,0 0 1,0 0-1,-1 10 1,3-16-77,-4 31 442,2 1 0,1 0 0,4 46 0,-1-18 405,-1-46-555,0 0-1,2 0 1,5 28-1,-6-41-258,0 0 1,0 1-1,1-1 0,-1 0 0,1 0 0,0 0 0,0 0 0,0 0 0,1-1 0,0 1 1,-1-1-1,1 1 0,0-1 0,0 0 0,1 0 0,-1 0 0,1 0 0,6 3 0,-7-5-53,-1 0 0,1 0 0,-1 0-1,0-1 1,1 1 0,-1-1-1,1 1 1,-1-1 0,1 0-1,0 0 1,-1 0 0,1-1 0,-1 1-1,1 0 1,-1-1 0,1 0-1,-1 0 1,0 1 0,1-1 0,-1-1-1,0 1 1,1 0 0,-1 0-1,0-1 1,0 0 0,0 1-1,-1-1 1,1 0 0,0 0 0,0 0-1,2-3 1,3-7-71,0 1 0,0-1 0,-1 0 0,7-21 0,-10 24-40,5-14-309,-1 0 1,-1-1-1,0 0 1,2-36-1,-4-99-1748,-4 149 2811,0 15 93,4 49 558,12 69 1,-8-67-901,12 49-53,-17-94-351,0 0-1,1 0 0,0 0 1,1-1-1,1 1 1,12 18-1,-17-27-39,0-1 0,1 1 0,-1 0 0,1-1 0,-1 1 0,1-1 0,0 1 0,-1-1 1,1 0-1,0 0 0,0 0 0,0 0 0,3 1 0,-4-2-40,0 0 0,0 0 0,0 0 0,0 0 1,0 0-1,0 0 0,0 0 0,0-1 0,0 1 1,0 0-1,0-1 0,0 1 0,-1-1 0,1 1 1,0-1-1,0 1 0,0-1 0,-1 1 0,1-1 1,0 0-1,-1 1 0,1-1 0,-1 0 0,1 0 0,-1 1 1,1-1-1,-1 0 0,1 0 0,-1 0 0,0 0 1,1-2-1,15-35-3490,12-47 1,-14 30-1438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5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38 2977,'0'0'11520,"-4"-7"-10879,-12-23-292,14 29 60,0 6-288,2 10 4,0-15-124,0 32 417,0 56 878,13 104 0,64 473 2292,-72-607-3375,4 36 298,29 140 0,-37-230-491,6 16 42,-7-19-61,0-1-1,1 1 1,-1-1 0,0 1-1,1-1 1,-1 1 0,1-1-1,-1 1 1,1-1 0,-1 1-1,1-1 1,-1 0 0,1 1 0,-1-1-1,1 0 1,-1 1 0,1-1-1,0 0 1,-1 0 0,1 0-1,-1 1 1,1-1 0,0 0-1,0 0 1,0-1-19,0 0-1,0 0 1,-1 0-1,1 0 1,-1 0-1,1 0 1,-1 0-1,1 0 1,-1 0-1,1 0 1,-1-1-1,0 1 1,0 0-1,1 0 1,-1 0 0,0 0-1,0-1 1,0 1-1,0 0 1,-1-2-1,1 0-65,1-161-5996,-1 90-179,0 23-1611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5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34 5619,'0'0'9553,"-3"0"-8451,61 1 2256,109 1-2661,-161-2-688,1 0-1,-1-1 0,0 1 0,0-1 0,11-4 1,-14 4-134,-1 0 0,1 0 0,-1 0 1,1 0-1,-1-1 0,0 0 0,1 1 1,-1-1-1,0 0 0,0 0 0,0 0 0,0 0 1,-1 0-1,4-5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3:52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4226,'0'0'9866,"13"-1"-8802,-4 1-861,16-1 571,39-7-1,-31 4-165,0 2 0,34 0 0,44-3-375,-98 2-1192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0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9 116 1777,'0'0'9956,"0"0"-9795,0 0 0,0 0 0,-1 0 0,1 0 0,0 0 0,-1 0-1,1 0 1,0 0 0,0 0 0,-1 0 0,1 0 0,0 0 0,0 0-1,-1 0 1,1 0 0,0 0 0,0 0 0,-1 0 0,1 1 0,0-1 0,0 0-1,-1 0 1,1 0 0,0 0 0,0 1 0,-1-1 0,1 50-10,-2-13 219,3-1 0,0 1 0,3-1 0,14 67 0,-8-69 143,1 0-1,2-1 1,29 52 0,-40-82-471,0 1 0,1-1 0,-1 0 0,1 1-1,0-1 1,0 0 0,0-1 0,0 1 0,0-1 0,1 1-1,-1-1 1,1 0 0,0 0 0,-1-1 0,1 1-1,0-1 1,0 0 0,0 1 0,0-2 0,0 1 0,0-1-1,0 1 1,8-1 0,-5-1-19,1 0 0,-1 0 0,0-1 1,0 0-1,0 0 0,0 0 0,0-1 0,-1 0 0,1-1 0,-1 1 1,0-1-1,8-6 0,23-24-406,-2-2 1,-1-1 0,48-69-1,-58 74 53,-7 11 203,1 0-1,1 1 1,32-26-1,71-41 251,-91 64-25,33-31 0,1-1-99,-63 54-1,0-1 0,0 1 0,0-1-1,0 1 1,0 0 0,0 0 0,1 0 0,-1 0-1,4 0 1,-5 1 12,0 0-1,0 0 1,0 0 0,-1 0 0,1 0-1,0 0 1,0 0 0,0 0-1,0 1 1,-1-1 0,1 0-1,0 1 1,0-1 0,0 1 0,-1-1-1,1 1 1,0-1 0,-1 1-1,1-1 1,0 1 0,-1 0-1,1-1 1,-1 1 0,1 0-1,-1-1 1,1 1 0,-1 0 0,0 0-1,1 0 1,-1-1 0,0 2-1,26 67 468,22 91 0,-38-115-332,-2-1-1,-2 1 0,1 61 1,-7-85-26,0-10-32,0 1 1,0-1-1,-1 0 0,-4 19 1,3-25-84,1-1 1,-1 0 0,0 0-1,0 0 1,0-1-1,0 1 1,-1 0 0,0-1-1,1 0 1,-1 1-1,0-1 1,-1 0 0,1-1-1,-1 1 1,-5 3-1,-3 1-100,0-1 0,-1-1 0,1 0 0,-1 0 0,-24 4 0,-70 6-593,97-13 655,-91 1-717,83-3 622,12 0 83,0-1 0,0-1 0,0 1 0,0-1 0,0 0 0,0 0 0,1-1 0,-1 1 0,1-1 0,0 0 0,-1-1 0,1 0 0,1 1 0,-1-2 0,1 1 0,-1 0 0,1-1 0,1 0 0,-5-5 0,-7-12-104,1 0 1,1-1-1,-11-27 1,5 1 54,2-1 1,3-1-1,-9-53 1,18 81 106,1 9 21,0 0-1,-1 0 1,0 0-1,-2 1 1,1 0-1,-1 0 1,-16-20-1,5 9 26,-2 2 1,-37-35-1,52 54-63,1-1 0,-1 1 0,0 0 0,0 0 0,-1 1 0,1 0 0,0-1 1,-1 2-1,-8-3 0,1 2-21,0 0 0,0 0 1,-15 1-1,26 2 24,0 0-1,0-1 1,0 1 0,0 0-1,0 0 1,1 0-1,-1 0 1,0 0 0,0 1-1,1-1 1,-1 1 0,1-1-1,-1 1 1,1-1 0,0 1-1,-1 0 1,1-1 0,0 1-1,0 0 1,-1 3 0,-3 5-12,1 0 0,-7 19 0,5-1 37,2 0-1,0 0 1,2 0-1,3 55 0,-1-27-59,0-54-358,0-16-6456,0-7-1441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16.977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107 35 2305,'0'0'4322,"-18"-7"2951,18-15-6317,0 16 520,0 16-1086,3 169 137,-9 227 272,0-281-512,-5 43-139,-21 58 122,15-97-121,3 20-58,9-98 55,4 91 0,3-64-46,-2-50-68,0 0 0,2 0 0,10 48 0,51 303 113,-56-330-130,24 486 324,-31-497-312,1 8 6,-8 67 0,-6 37 12,4-23-10,0-11 69,7 133 0,3-131-56,2-60 16,3-1-1,25 109 1,-18-110-16,-3 1 1,7 112 0,-17 63 273,1-232-502,3 0 576,-3-5-4379,-7-18-64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23.175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213 3 3858,'0'0'6768,"21"0"-5138,201 11 125,-96-3-1728,-12-1-61,98 2 95,-166-9-25,197 3 38,-163 2 44,84 16 1,-77-10-53,1-4-1,104-5 1,-33-1 391,616 3 8,-473-5-191,192-39-49,-1-1-104,336 31-70,-828 10 184,3 17-123,3 1-76,-1 0 0,0 1 0,-2-1 0,0 1 0,-2 0 0,2 23 0,5 34 61,3 27-78,-5 1 0,-5 107 0,-2-125 79,-4 42 22,1-54 28,10 110 0,-2-142-139,10 159 153,-15 152 60,-1-331-236,-1 0 0,-9 38 0,4-25-182,7-34 197,-1 0-1,1 0 0,0 0 1,-1-1-1,1 1 1,-1 0-1,1 0 1,-1 0-1,0 0 1,1-1-1,-1 1 1,0 0-1,1-1 1,-1 1-1,0 0 1,0-1-1,0 1 1,0-1-1,1 1 0,-1-1 1,0 0-1,0 1 1,0-1-1,0 0 1,0 0-1,0 0 1,0 1-1,-1-1 1,-35-1-16,23 0 48,1 1-24,-303-8 302,-79 2-323,230 8 6,-763-2-296,638 23 155,211-14 57,-81 11 31,-113 10 94,-384-20 18,467-11-42,41 12-75,-2 0-126,50-10 68,-115-3 57,206 1 57,-1-1 0,1 0 0,1-1 0,-1 0 0,-18-9 0,20 8 3,0 0 1,-1 1-1,0 0 1,0 1-1,0-1 0,0 2 1,-16-2-1,21 3 39,4 0-32,0 0 1,0 0-1,-1 0 0,1 1 0,0-1 1,-1 0-1,1 0 0,0 0 1,-1 0-1,1 0 0,0 0 0,-1 0 1,1 0-1,0 0 0,0 0 0,-1 0 1,1-1-1,0 1 0,-1 0 0,1 0 1,0 0-1,0 0 0,-1 0 1,1-1-1,0 1 0,-1 0 0,1 0 1,0 0-1,0-1 0,0 1 0,-1 0 1,1 0-1,0-1 0,0 1 0,0 0 1,0 0-1,-1-1 0,1 1 1,0 0-1,0-1 0,0 1 0,0 0 1,0-1-1,0 1 0,-22 0 241,7-1-212,11 0-29,0 1 0,0-1 0,0 1 0,0 0 0,0 1 1,0-1-1,1 0 0,-1 1 0,0 0 0,0 0 0,0 0 0,-3 2 1,5-2 3,1-1 0,0 1 0,0-1 0,-1 0 0,1 0 0,0 1 0,-1-1 0,1 0 0,0 0 0,0 0 1,-3-1-1,-6 1 25,-26 9-128,0 2 1,-48 22-1,-1 0-38,84-33 129,1 0-1,0 0 0,-1 0 0,1 0 0,0 0 0,-1 0 0,1 0 0,0 0 0,-1 1 0,1-1 0,0 0 0,-1 0 0,1 0 0,0 0 0,-1 0 0,1 1 0,0-1 0,-1 0 0,1 0 0,0 0 1,0 1-1,-1-1 0,1 0 0,0 1 0,0-1 0,0 0 0,0 0 0,-1 1 0,1-1 0,0 0 0,0 1 0,0-1 0,0 1 0,13 2-440,170-3 175,-181 0-42,-7 13-505,-6-1 976,0 0 0,-1-1 1,0 0-1,-14 9 1,20-16-167,0-1 0,0 0 0,0 0 1,-1-1-1,0 1 0,1-1 0,-15 2 1,2-2 121,-32 0 1,50-2 358,5-20 582,1 11-1021,0-1 1,0 1-1,0 0 1,9-9-1,11-20-632,-21 32 549,0 0-1,0 0 1,0 0 0,1 0 0,9-8 738,-14 13-663,0 1 0,0-1 0,-1 1 0,1-1-1,0 1 1,0-1 0,0 0 0,0 1 0,0-1 0,0 1-1,0-1 1,1 1 0,-1-1 0,0 1 0,0-1 0,0 1-1,0-1 1,1 1 0,-1-1 0,0 1 0,1-1 0,-1 1-1,0-1 1,1 1 0,-1-1 0,0 1 0,1 0 0,-1-1-1,1 1 1,0-1 0,0 1-2,-1 1 1,1-1-1,0 0 0,-1 0 0,1 1 1,0-1-1,-1 0 0,1 1 0,-1-1 1,1 1-1,-1-1 0,1 1 1,-1-1-1,1 1 0,-1-1 0,0 1 1,1-1-1,-1 1 0,0-1 0,1 1 1,-1 0-1,0-1 0,0 1 0,1 0 1,-1-1-1,0 2 0,10 31 2,-2 1-1,-1 0 1,-1 1-1,-2-1 1,-1 55-1,-4 15 14,9 298 135,-2-143-121,2 27 8,-5 105 33,-16-16-45,4-183-34,0 87 28,9 741 265,-4-932-221,-20 114 0,6-75-90,-23 477 415,37-479-384,-24 156-1,-42 121 42,67-389-66,-11 84 132,-1 150 0,13-205-95,-1 90-32,-5 94 50,-1-109-20,-10 206 216,12 147 14,11 346 526,17-466-361,-7-196-278,-9 216 93,-7-215-64,2 1565 436,-2-1667-590,-16 83-1,0 3 19,-3 227 55,14-222-63,6 133 2,2-150-44,1-75-15,10 53 0,-5-54-11,0 52 0,-7 384-1155,-15-489-1553,10 0 2272,1 0 0,0 0 1,0-1-1,1 0 0,-5-3 1,-10-7-2322,-12-1-4396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1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6355,'0'0'6232,"0"-4"-5421,7-14 1123,-7 18-1924,1 0-1,0 0 1,0 0-1,-1 0 0,1 0 1,0 0-1,-1 0 1,1 0-1,0 0 0,0 1 1,-1-1-1,1 0 1,0 1-1,-1-1 0,1 0 1,-1 1-1,1-1 1,0 1-1,-1-1 0,1 1 1,6 11 32,-2-1 1,1 1 0,-1 0-1,3 16 1,0-6 107,56 192 1878,31 87 1133,-90-290-3011,-1 1 0,2-1 0,-1 0 0,1-1 0,13 17 0,-16-24-126,0 0 0,-1 0-1,1-1 1,0 0 0,0 1-1,0-1 1,1 0 0,-1 0-1,0-1 1,1 1 0,-1-1 0,1 0-1,0 1 1,-1-2 0,1 1-1,0 0 1,0-1 0,-1 0 0,1 0-1,0 0 1,6-1 0,-6 1-17,-1-1 0,1 0 0,-1 0 0,1 0 0,-1 0 0,0-1 0,1 1 0,-1-1 1,0 0-1,0 0 0,0 0 0,-1 0 0,5-5 0,1-1 36,-2 0-1,1-1 1,5-11-1,6-11-129,-1-1 1,-3-1-1,0-1 0,-2 0 0,14-63 1,14-184-1608,-29 202 1742,-11 79-178,0-1 0,0 1 1,0 0-1,0-1 0,0 1 0,0 0 1,1-1-1,-1 1 0,0-1 0,0 1 1,0 0-1,1-1 0,-1 1 0,0 0 1,1-1-1,-1 1 0,0 0 1,0 0-1,1-1 0,-1 1 0,1 0 1,-1 0-1,0 0 0,1 0 0,-1-1 1,1 1-1,-1 0 0,0 0 0,1 0 1,-1 0-1,1 0 0,-1 0 1,0 0-1,1 0 0,-1 0 0,1 0 1,-1 0-1,0 0 0,1 0 0,-1 0 1,1 1-1,-1-1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89 8260,'0'0'12184,"-1"0"-12165,1-1-1,0 1 1,-1 0-1,1 0 1,0 0 0,-1 0-1,1 0 1,0 0-1,-1 0 1,1 0 0,0 0-1,-1 0 1,1 0-1,-1 0 1,1 0-1,0 0 1,-1 0 0,1 1-1,0-1 1,-1 0-1,1 0 1,0 0 0,0 0-1,-1 1 1,1-1-1,0 0 1,-1 0 0,1 1-1,0-1 1,0 0-1,-1 1 1,-1 3-4,-1 1 1,1-1-1,0 1 0,0-1 1,0 1-1,1 0 0,0 0 1,-1 7-1,-4 46 110,5-40-39,-3 205 743,4-161-521,0-35-149,1 0 0,6 35 1,-6-54-136,1 0 0,0 0 0,1 0 0,0 0 0,0 0 0,0-1 0,1 1 0,0-1 0,1 0 0,0 0 0,9 9 0,-10-12-18,0-1 0,0 0-1,1 0 1,0 0 0,-1 0 0,1-1 0,0 0 0,0 0 0,0 0 0,1-1 0,-1 0 0,0 0 0,1 0 0,-1 0 0,0-1 0,1 0-1,-1 0 1,1-1 0,-1 1 0,0-1 0,1 0 0,-1-1 0,0 1 0,0-1 0,0 0 0,6-3 0,-2-1-3,-1-1-1,0 0 1,0 0 0,-1 0 0,0-1 0,8-10-1,36-59-96,-38 54-96,-1-1 1,-1 0-1,-1-1 0,-1 0 1,-1-1-1,-2 0 1,0 0-1,-2 0 0,-1-1 1,-1 0-1,-2-45 0,-1 60 210,-1 1 0,0 0-1,0 0 1,-1 0-1,-1 0 1,0 0-1,-1 1 1,0 0 0,0 0-1,-1 0 1,0 0-1,-1 1 1,0 0 0,0 1-1,-1-1 1,0 1-1,-1 1 1,1 0 0,-1 0-1,-1 0 1,0 1-1,1 1 1,-2 0-1,1 0 1,-1 1 0,1 0-1,-1 1 1,0 0-1,0 1 1,-1 0 0,1 1-1,0 0 1,-1 0-1,-20 3 1,29-1-18,-1 0 0,0-1 0,1 2 0,0-1 1,-1 0-1,1 1 0,0-1 0,-1 1 0,1 0 0,0 0 0,0 0 0,1 1 1,-1-1-1,-3 4 0,1-1-98,19-20-10520,6-10 2615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63 7812,'0'0'4850,"0"-10"-4469,0-43 1311,-4 1253 4607,4-1187-6299,1 27 67,-1-39-65,0 0 0,0 0 0,0-1 0,0 1 0,0 0 0,0 0 0,0 0 0,1 0 0,-1-1 0,0 1-1,1 0 1,-1 0 0,0 0 0,1-1 0,-1 1 0,1 0 0,-1-1 0,1 1 0,0 0 0,-1-1-1,1 1 1,0-1 0,-1 1 0,1-1 0,0 1 0,0-1 0,-1 1 0,1-1 0,0 0 0,0 0 0,0 1-1,1-1 1,-2-1-38,1 0-1,-1 1 0,1-1 0,-1 0 0,1 0 1,-1 0-1,0 0 0,1 0 0,-1 0 0,0 0 1,0 0-1,0 0 0,0 0 0,0 0 0,0 0 1,0 0-1,0 0 0,0 0 0,-1-1 0,1-4-240,0-147-9365,0 94 1886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3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9012,'0'0'6326,"5"-7"-5723,13-23-38,-13 23 377,-5 21-870,14 216 1019,-1-51 22,-8 52-25,5 97 1,-9-313-1008,0 0 0,1 0 1,5 15-1,-5-27-105,-1-8-512,-1-12-691,0 0 1,-1 0 0,-1 0-1,0 0 1,-1 0-1,-9-26 1,-17-20-5084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4162,'0'0'11912,"43"-7"-10829,140-25-461,-35 5-628,7-1-1243,-49 13-3205,-105 15 4430,0 0 0,1-1 0,-1 1 0,0 0 0,1 0 0,-1 0 0,0 0 0,1 0 0,-1 0 0,0 0 0,1 1 0,-1-1 0,0 0 0,1 1 0,-1-1 0,0 1 0,0-1 0,1 1 0,1 1 0,-3 0 232,1-1 0,0 0 0,-1 1-1,1 0 1,-1-1 0,0 1 0,1-1 0,-1 1 0,0-1 0,0 1-1,0 0 1,-1 2 0,1 5-8,0-1 93,-1-1 1,-1 0-1,1 1 1,-1-1-1,0 0 0,-4 8 1,-8 32 272,7 15 193,3-1 0,4 85 1,1-64-21,-1 153 1425,0-235-2161,0 0-1,0 0 1,0 1 0,0-1 0,1 0 0,-1 0-1,0 0 1,0 0 0,0 0 0,0 0-1,0 0 1,1 0 0,-1 0 0,0 0 0,0 0-1,0 0 1,0 0 0,1 0 0,-1 0 0,0 0-1,0 0 1,0 0 0,0 0 0,1 0-1,-1 0 1,0 0 0,0 0 0,0 0 0,0 0-1,0 0 1,1 0 0,-1 0 0,0-1-1,0 1 1,0 0 0,0 0 0,0 0 0,0 0-1,1 0 1,-1 0 0,0 0 0,0-1-1,0 1 1,0 0 0,0 0 0,0 0 0,5-22 114,3-71-901,-4-111 0,-2 33-615,-1 156 1263,1 0-1,0 0 1,1 0-1,1 1 1,0-1-1,11-22 1,-12 29 125,1 1 0,-1-1 0,2 1 0,-1 0 0,1 0 0,0 1 0,1 0 0,-1-1 0,1 2 0,0-1 0,1 1-1,-1 0 1,12-6 0,-16 9 24,0 1 0,0 0 0,0 0-1,1 0 1,-1 0 0,0 1-1,1-1 1,-1 1 0,0-1 0,1 1-1,-1 0 1,1 0 0,-1 0 0,1 0-1,-1 0 1,0 1 0,1-1-1,-1 1 1,0-1 0,1 1 0,-1 0-1,0 0 1,0 0 0,1 0-1,-1 0 1,0 1 0,0-1 0,0 1-1,-1-1 1,1 1 0,3 3-1,2 5 59,-1 0 0,-1 0 0,1 0 0,-1 1 0,5 17 0,-4-11 84,16 50 755,-4 1 1,19 130-1,1 8 542,-29-176-1104,-2-16-152,-7-14-191,0 0 1,0 1-1,0-1 1,1 0-1,-1 0 1,0 0-1,0 1 1,0-1-1,0 0 1,1 0-1,-1 0 1,0 0-1,0 0 1,0 1-1,1-1 1,-1 0-1,0 0 1,0 0-1,1 0 1,-1 0-1,0 0 1,0 0-1,1 0 1,-1 0-1,0 0 1,0 0-1,1 0 1,-1 0-1,0 0 1,1 0-1,-1 0 1,0 0-1,1 0 1,4-14 109,5-51-709,-2 0 0,-1-87 1,-6 76-1354,18-110 0,-18 179 1832,14-60-753,-13 62 764,-1 0-1,1 0 1,1 0-1,-1 0 1,1 1-1,-1-1 1,1 0-1,1 1 1,6-7-1,-9 9 114,0 1 0,0 0 1,0 0-1,1 1 0,-1-1 0,0 0 0,0 0 0,1 0 0,-1 1 0,1-1 0,-1 1 0,0-1 0,1 1 0,-1 0 0,1-1 0,-1 1 0,1 0 0,-1 0 1,1 0-1,-1 0 0,1 0 0,-1 1 0,1-1 0,-1 0 0,1 1 0,-1-1 0,1 1 0,-1-1 0,0 1 0,1 0 0,-1-1 0,0 1 0,1 0 1,-1 0-1,0 0 0,0 0 0,1 1 0,3 4 84,-1-1 1,0 0 0,0 1 0,0 0-1,-1-1 1,5 12 0,1 7 335,0 1 0,-2-1 1,-1 2-1,-1-1 0,2 30 1,-1 130 1383,-2-21-1416,-4-159-985,2 10 1773,-3-10-3206,-18-15-10828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1 538 5042,'0'0'10410,"27"-32"-10268,88-104-113,-30 43 47,-66 75-137,-1-2 0,-1 0 0,22-34 0,-35 47 8,-1 1 0,1-1 0,-1 0-1,0 0 1,0 0 0,-1 0 0,0 0 0,-1-1 0,1 1 0,-1 0-1,-1-1 1,1-8 0,-2 14 60,1 1 0,0-1 0,-1 1 0,1-1-1,-1 1 1,0-1 0,1 1 0,-1-1 0,0 1 0,0 0 0,0-1-1,0 1 1,0 0 0,0 0 0,0 0 0,-1 0 0,1 0 0,0 0 0,-1 0-1,1 0 1,0 1 0,-3-2 0,-40-15 114,31 13-133,0 0 18,-1 1 0,0 1-1,0 0 1,-1 0 0,1 2 0,-15 0 0,17 0 12,11 0-4,-1 0 1,0 0 0,0 1-1,0-1 1,0 0 0,0 1 0,1-1-1,-1 1 1,0 0 0,0 0 0,1-1-1,-1 1 1,0 0 0,1 0-1,-1 1 1,1-1 0,-1 0 0,1 1-1,0-1 1,0 0 0,-1 1 0,1-1-1,0 1 1,0 0 0,0-1-1,0 4 1,-2 3 96,0 1 0,1-1 0,0 1 1,-1 13-1,3-22-107,-5 63 1260,4 82-1,2-71-404,-2-37-221,9 60 0,-6-85-544,0-1 0,0 0 0,2-1 0,-1 1 1,1 0-1,1-1 0,0 0 0,0 0 0,13 16 0,-15-22-73,0 0 1,0-1-1,0 1 1,1-1-1,0 0 1,0 0-1,0 0 0,0-1 1,0 1-1,0-1 1,1 0-1,-1 0 1,1 0-1,0-1 0,-1 0 1,1 0-1,0 0 1,0 0-1,0-1 1,-1 0-1,1 0 0,7-1 1,-4 0-24,0-1 1,-1 0 0,1 0-1,-1-1 1,1 0 0,-1 0-1,0 0 1,-1-1-1,1-1 1,0 1 0,-1-1-1,11-10 1,4-8-465,-1-1 0,-1 0 1,-1-1-1,-1-1 0,-2-1 0,0 0 1,-2-1-1,18-55 0,-21 50-1514,-2 0 0,-1-1 0,-2 0 0,2-53 0,-7-4-4772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6323,'0'0'8844,"0"9"-8417,13 345 2796,40 380 405,-52-710-3543,-1-12 4,1 0 0,0 0 0,0 0 1,6 16-1,-5-21-73,-8-30-2391,1 5 1391,-32-82-6414,16 41-883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14134,'0'0'5827,"241"-63"-5827,-175 41-128,-6 3-2097,-15 0-2785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1 470 9364,'0'0'6449,"37"-28"-6388,120-90-56,-130 98-77,-1 0 0,45-48 0,-64 61-194,0-1-1,0 0 0,-1 0 1,0-1-1,0 1 0,-1-2 1,0 1-1,-1 0 0,0-1 1,-1 0-1,0 0 1,0 0-1,-1 0 0,0 0 1,-1 0-1,0-20 0,-1 29 264,0-1 0,0 0 0,-1 1 0,1-1 0,0 1 0,-1-1 0,1 0 0,-1 1 0,0-1 0,0 1 0,1 0 0,-1-1 0,0 1 0,0 0 0,0-1 0,-1 1-1,1 0 1,0 0 0,0 0 0,0 0 0,-1 0 0,1 0 0,-1 0 0,1 1 0,-1-1 0,1 0 0,-1 1 0,1-1 0,-1 1 0,1 0 0,-1-1 0,-1 1 0,-9-2 130,0 1-1,1 1 1,-20 0 0,14 1 208,9-1-130,0 0 0,1 0 0,-1 1 0,0 0 0,1 0-1,-1 0 1,-8 4 0,13-3-149,0-1-1,1 1 0,-1 0 0,0 0 1,1 0-1,-1 0 0,1 0 1,0 1-1,0-1 0,0 1 1,0 0-1,0-1 0,0 1 1,1 0-1,-1 0 0,1 0 0,0 0 1,0 0-1,-1 6 0,-2 9 319,1 1 0,1-1 0,1 1-1,2 33 1,0-7 201,0 0 158,1-1 0,10 52 0,-7-71-401,1 0 0,1 0 0,1-1 0,1 0 0,16 29 0,-21-46-281,1 1 0,0-1 1,0 0-1,0 0 0,1-1 0,0 1 0,0-1 0,1-1 0,0 1 0,0-1 0,0 0 0,1-1 0,-1 0 0,1 0 0,0 0 0,9 2 0,-10-5-58,0 1 1,0-1-1,0 0 0,0 0 0,0-1 0,0 0 1,0 0-1,0-1 0,0 0 0,0 0 1,-1-1-1,1 1 0,0-2 0,0 1 1,-1-1-1,0 0 0,1 0 0,-1 0 1,0-1-1,7-6 0,2-3-447,0-1-1,-2-1 1,1 0-1,16-25 1,-14 16-1545,-2-1 1,20-42-1,-10-6-3899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11397,'0'0'4269,"-1"36"-2151,-2 246 1300,3-204-2394,3 0 1,4 0-1,18 88 1,-24-162-965,-1-3-45,0 0-1,0 0 1,0 0 0,0 0-1,0 0 1,1 0-1,-1-1 1,0 1 0,1 0-1,-1 0 1,0 0-1,1 0 1,-1 0-1,1-1 1,-1 1 0,1 0-1,0 0 1,-1-1-1,1 1 1,0-1 0,1 2-1,1-7 135,5-44-291,-1-1-1,-2-96 0,-5 106-143,0-16-171,0 17-277,1 0 1,7-43-1,-7 71 628,2 1-1,-1-1 1,1 1 0,1 0-1,0-1 1,0 1 0,1 1 0,0-1-1,1 1 1,0 0 0,0 0 0,11-10-1,-13 15 83,0 0 0,1 1-1,-1-1 1,1 1 0,0 0-1,0 1 1,0-1-1,0 1 1,1 0 0,-1 0-1,10-2 1,1 2 157,1 0 0,26 2 0,-28 0-26,-7 0-104,1 1 0,-1 0 1,1 1-1,-1 0 0,0 0 0,1 0 1,-1 1-1,0 1 0,-1-1 0,1 1 1,-1 1-1,1-1 0,-1 1 0,-1 1 1,1-1-1,-1 1 0,11 13 0,-8-6-1947,-5-3-2717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1 368,'0'0'6198,"-18"0"1800,11 1-7944,1 1 1,-1 0-1,1 0 0,0 0 1,-1 1-1,1 0 0,1 1 1,-1-1-1,0 1 0,-9 8 0,-2 1-13,4-4-9,0 0 0,1 1 0,-18 19 0,25-24-17,1 0 0,0 0 0,1 1 1,-1-1-1,1 1 0,1-1 0,-1 1 0,1 0 0,-1 0 1,2 1-1,-1-1 0,0 7 0,0 0 15,1 0 0,1 0 0,2 22 0,-2-29-34,1 0-1,1-1 1,-1 1 0,1 0-1,0-1 1,0 1 0,1-1-1,-1 0 1,1 1 0,7 7-1,5 3 10,1-1 0,0-1 0,2 0 0,-1-1 0,2-1 0,25 13 0,-25-14 33,0 0-1,0 1 1,-1 1 0,0 1 0,-1 0-1,22 25 1,-36-35-13,0 0 0,0 0 0,-1 0 1,0 1-1,1-1 0,-1 1 0,-1 0 0,1 0 1,-1-1-1,1 1 0,-1 0 0,-1 0 0,1 0 0,-1 0 1,0 7-1,-1-9 14,1 0 0,-1 0 0,0 0 0,0-1 0,0 1 0,0 0 0,0-1 0,-1 1 1,1-1-1,-1 0 0,0 1 0,0-1 0,1 0 0,-1 0 0,-1 0 0,1 0 0,0 0 0,0-1 0,-1 1 0,1-1 0,-1 1 1,1-1-1,-1 0 0,0 0 0,-5 1 0,2 1-23,0-2 0,0 1 1,0-1-1,0 1 0,0-2 0,-1 1 1,1-1-1,0 0 0,-1 0 1,1-1-1,-8-1 0,12 1-162,1 0 1,0 0-1,0 0 1,0 0-1,0 0 1,0 0-1,0 0 0,0 0 1,0 0-1,0-1 1,1 1-1,-1 0 1,0-1-1,1 1 0,-1-1 1,1 1-1,-1-1 1,1 1-1,0 0 1,0-1-1,0 1 0,0-1 1,0 1-1,0-1 1,0 1-1,1-3 1,-2-2-1013,1-34-6896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0 502 9092,'0'0'6048,"30"-22"-5746,100-76-284,-42 23-177,-77 63-18,0 0 0,-2 0 0,13-21 0,-18 27 66,-1-1-1,0 1 0,0-1 1,-1 0-1,0 0 0,0 0 0,-1 0 1,2-10-1,-2-3-251,-2-35 0,0 51 425,0 0-1,0 0 1,0 1 0,-1-1-1,1 0 1,-1 1 0,0 0-1,0-1 1,0 1 0,0 0-1,-1 0 1,1 0 0,-1 0-1,0 0 1,0 1-1,0-1 1,0 1 0,0 0-1,0 0 1,-6-3 0,2 1 51,-1 1 0,1-1 1,-1 1-1,0 1 0,0-1 1,0 1-1,0 1 0,0 0 0,-9-1 1,15 2-90,1 0 0,-1 0 0,1 0 0,-1 1 0,1-1 0,-1 0 1,1 1-1,0-1 0,-1 0 0,1 1 0,-1 0 0,1-1 0,0 1 1,-1 0-1,1 0 0,0 0 0,0 0 0,0 0 0,0 0 0,0 0 1,0 0-1,0 0 0,0 0 0,0 1 0,-1 1 0,0 3 85,0 0-1,0 0 1,1 0-1,0 0 1,-1 7-1,1-9-66,-4 49 1440,2 87-1,4-90-871,-2-28-394,2 0 1,1 0 0,1 0 0,0 0 0,2 0 0,7 21-1,-9-35-182,0 0 0,1-1 0,-1 0 0,1 1 1,0-2-1,1 1 0,0 0 0,0-1 0,1 0 0,-1 0 0,1 0 0,0-1 0,1 0 0,-1 0 0,1-1 0,0 0 0,0 0 0,1 0 0,13 4 0,-8-5-63,1 0 1,0-1 0,0-1-1,0 0 1,19-2-1,-28 1-119,-1-1-1,0 1 1,1-1-1,-1 0 1,0 0-1,0 0 1,0 0-1,0-1 1,0 0-1,0 0 1,0 0-1,-1 0 1,1 0-1,-1-1 1,0 0-1,4-3 1,-1-1-716,0 0 0,-1-1 0,0 0 0,0 1 0,-1-2 0,7-14 0,8-35-7604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7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322 630 11861,'0'0'3754,"-7"-17"-3540,-30-85-196,36 99 30,-1-1 0,1 1 1,-1-1-1,0 1 0,0 0 0,0 0 0,0 0 0,-1 0 0,1 0 0,-1 0 1,0 1-1,0-1 0,0 1 0,0 0 0,0 0 0,0 0 0,-1 0 0,1 0 1,-1 1-1,-6-3 0,-3 1-5,0 1 0,1 0 1,-1 1-1,-23 0 0,34 1-46,0 1-1,0-1 0,-1 1 1,1-1-1,0 1 0,0 0 1,0 0-1,0 0 0,0 0 1,0 0-1,0 0 0,0 1 0,0-1 1,0 1-1,1-1 0,-1 1 1,0 0-1,1-1 0,0 1 1,-1 0-1,0 3 0,-4 5 18,0 1 0,-7 21-1,11-26 6,-11 33 376,2 0-1,1 0 1,2 1-1,-3 54 1,4 162 1649,7-237-1952,-1-15-70,1 1 1,0-1 0,1 0-1,-1 0 1,1 0 0,0 0-1,0 0 1,0 0-1,0 0 1,1 0 0,-1 0-1,1-1 1,4 8 0,-3-9-12,-1 1 1,1-1 0,0 0 0,0 0 0,0 0 0,0 0 0,0-1 0,1 1-1,-1-1 1,1 0 0,-1 1 0,1-2 0,-1 1 0,1 0 0,6 0 0,-4-1-2,0 1 0,0-1 1,-1 0-1,1 0 0,0 0 1,0-1-1,-1 0 0,1 0 1,0-1-1,-1 1 0,1-1 1,-1-1-1,1 1 1,-1-1-1,0 1 0,0-2 1,-1 1-1,1 0 0,0-1 1,-1 0-1,0 0 0,0 0 1,0-1-1,5-8 0,7-10-245,0 0-1,-2-1 1,-1 0-1,-2-1 0,0-1 1,-1 0-1,-2 0 1,0-1-1,-2 0 0,-1 0 1,-1-1-1,0-37 1,-3 6-531,3-23-507,-5 0-1,-16-127 1,-38-60 1043,54 264 428,-2-4 2026,2 22-1559,22 1063 2830,-20-1038-3378,-1-11 91,1 0-1,1 0 0,12 51 1,-9-63 19,-5-15-226,0 0 1,0 0 0,0 0 0,0 0 0,0 0-1,0 0 1,0 0 0,0 0 0,0 0-1,0 1 1,0-1 0,0 0 0,0 0-1,0 0 1,0 0 0,0 0 0,0 0 0,0 0-1,0 0 1,0 0 0,1 0 0,-1 0-1,0 0 1,0 0 0,0 0 0,0 0 0,0 0-1,0 0 1,0 0 0,0 0 0,0 0-1,0 0 1,0 0 0,0 0 0,0 0-1,1 1 1,-1-1 0,0-1 0,0 1 0,0 0-1,0 0 1,0 0 0,0 0 0,0 0-1,0 0 1,0 0 0,0 0 0,0 0 0,0 0-1,0 0 1,0 0 0,1 0 0,-1 0-1,0 0 1,0 0 0,0 0 0,0 0 0,0 0-1,0 0 1,0 0 0,0 0 0,0 0-1,0 0 1,0-1 0,0 1 0,0 0-1,0 0 1,2-24-277,-2-97-4257,0 38-3304,0 33-181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6371,'0'0'8567,"20"1"-7484,68-1-326,-83 0-718,1-1-1,-1 1 1,1-1 0,-1 0-1,1 0 1,-1-1-1,0 0 1,1 0-1,-1 0 1,0-1-1,0 1 1,0-1-1,6-5 1,-1 0-13,2 0-89,0 0 1,0-1-1,-1-1 1,-1 0-1,0 0 0,10-13 1,-15 16-160,-1 0 1,0 1 0,0-1-1,-1 0 1,0-1-1,0 1 1,-1-1 0,0 1-1,0-1 1,0 0 0,-1 0-1,0-13 1,-1 9-92,0 5 100,0 1 1,0-1-1,-1 0 0,-1-6 0,2 11 184,-1-1 0,0 1-1,0-1 1,0 1 0,0 0-1,-1 0 1,1 0-1,-1-1 1,1 1 0,-1 1-1,0-1 1,0 0 0,-3-3-1,0 1 43,-1 1 0,0-1-1,0 1 1,0 0 0,0 0-1,0 0 1,0 1 0,-1 0-1,-9-1 1,-3 0 330,-1 2 0,-19 0 0,38 1-312,-3 0 35,0 1 0,1-1 0,-1 0 0,1 1 0,-1 0 0,1 0 0,-1 0 0,1 0 0,0 1 0,0-1 0,-1 1 0,1 0 0,0 0 0,0 0 0,-3 3 0,1 0 78,1 0 0,0 0-1,0 0 1,0 0 0,1 1-1,-1-1 1,-4 12-1,1 3 281,1 0 0,1 1 0,1-1 0,-3 27 0,-1 173 2425,9-179-2443,-2-25-257,2 0 0,0 0 0,1 0 0,1-1 0,0 1 0,8 23 1,-8-33-124,-1-1 0,1 1 0,-1-1 0,2 0 0,-1 1 0,0-2 0,1 1 0,0 0 0,0-1 0,1 1 0,-1-1 0,1-1 0,0 1 0,0 0 0,0-1 0,0 0 0,1-1 0,-1 1 0,1-1 0,8 3 0,-2-3-63,0 1-1,0-2 1,0 1-1,0-2 1,0 1-1,0-2 1,0 0-1,0 0 1,0-1-1,0 0 1,0-1-1,-1-1 1,1 0 0,19-9-1,-9 0-902,-1 0 0,0-1 0,-1-1 0,0-1 0,-1 0 0,19-22 0,19-28-5151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6467,'0'0'7635,"-1"40"-5698,-1-4-1495,0 12 242,2 0 0,2 0 0,12 71 0,3 2 754,14 65 379,-31-186-1816,8 24 309,-8-23-300,0-1 1,0 1 0,0-1 0,0 0-1,1 1 1,-1-1 0,0 1 0,0-1-1,0 0 1,1 1 0,-1-1 0,0 0-1,0 1 1,1-1 0,-1 0 0,0 1-1,1-1 1,-1 0 0,1 0 0,-1 1-1,0-1 1,1 0 0,-1 0 0,0 0-1,1 0 1,-1 1 0,1-1 0,-1 0-1,1 0 1,-1 0 0,1 0 0,-1 0-1,0 0 1,1 0 0,-1 0 0,1 0-1,-1 0 1,1-1 0,-1 1 0,0 0-1,1 0 1,-1 0 0,1 0 0,-1-1-1,0 1 1,1 0 0,-1 0 0,1-1-1,6-17 238,1-47-1494,1-120-1,-5 38-2636,-2 126 3027,-1-1-109,7-41 0,-7 58 965,0 1 1,0 0-1,0 0 0,1 0 0,-1 0 0,1 0 0,0 0 0,0 1 0,0-1 0,1 1 0,-1-1 0,1 1 0,0 0 0,0 0 0,6-5 0,-5 6 178,1 0 0,-1 0 1,1 0-1,-1 1 0,1 0 0,0 0 1,0 0-1,-1 1 0,1-1 0,0 1 0,0 0 1,-1 1-1,9 1 0,-3-1 168,-1 1 0,0 1 0,0-1-1,0 2 1,14 6 0,-22-9-357,12 6 163,1 0-1,-1-1 1,20 7 0,0-9-3515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9893,'0'0'7123,"0"4"-6755,55 679 3648,-40-412-3278,-15-258-704,3 28 322,0-1 0,15 62 0,-18-101-325,0 1 1,1-1-1,-1 0 1,0 0-1,1 1 1,-1-1-1,1 0 1,0 0-1,-1 0 1,1 0-1,0 0 0,-1 0 1,1 0-1,0 0 1,0 0-1,0 0 1,2 1-1,-3-2-25,0 0 0,1 0 0,-1 0 0,0 0 0,1 0 0,-1 0-1,0 0 1,0 0 0,1 0 0,-1 0 0,0 0 0,0 0 0,1 0 0,-1 0 0,0-1-1,0 1 1,1 0 0,-1 0 0,0 0 0,0 0 0,0 0 0,1-1 0,-1 1 0,0 0-1,0 0 1,0 0 0,0-1 0,1 1 0,-1-1 0,5-15-42,13-118-813,23-130-1856,-38 246 2430,2-1-1,0 1 0,10-22 1,-13 36 260,-1 1 1,1-1-1,0 0 1,0 0 0,1 1-1,-1-1 1,1 1-1,-1 0 1,1 0 0,0 0-1,0 0 1,1 1 0,-1-1-1,0 1 1,1-1-1,0 1 1,-1 0 0,1 1-1,0-1 1,0 1-1,6-2 1,-3 2 58,0 0 0,1 1 0,-1 0-1,1 0 1,-1 1 0,9 1 0,-13-1-34,1 0 1,0 0-1,-1 0 1,1 1-1,-1 0 1,1 0-1,-1 0 1,0 0-1,0 0 1,0 0-1,0 1 1,0 0-1,3 4 1,2 4 42,0 0 0,-1 1 0,0 0 0,-1 0 0,-1 1 0,0 0 0,0 0 0,-1 0 1,-1 0-1,2 20 0,0 14 556,-2 78 0,-3-86-314,-11 122 924,11-160-1273,-1-17-1069,2 6 576,-1-77-6576,0 43-1171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0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280 166 6115,'0'0'4282,"9"-9"-3199,40-35 1529,-47 30 857,-4-10-2971,0 20-485,1 0 1,-1 0-1,0 0 1,0 0-1,0 1 1,-1-1-1,1 1 0,-1-1 1,0 1-1,0 0 1,0 0-1,0 0 1,-1 0-1,1 1 0,-1 0 1,0-1-1,1 1 1,-1 0-1,0 1 1,0-1-1,0 1 0,-9-2 1,-5 0 17,-1 0 1,0 2-1,1 0 1,-21 3-1,6-2 106,29 0-136,1 1 0,0-1 1,0 0-1,0 1 0,0 0 0,0-1 0,0 1 1,1 0-1,-1 1 0,0-1 0,0 0 1,1 1-1,-1-1 0,0 1 0,-3 4 1,2-2 21,1 0 0,-1 0 1,1 0-1,0 1 0,0 0 1,1-1-1,-1 1 1,-2 7-1,-1 8 255,1 0 0,1 0-1,-3 34 1,6-47-152,-9 285 2433,10-275-2423,-1-5-13,2 0 0,-1 0 0,2 0 0,-1 0 0,6 18 0,-6-27-102,1 0 1,-1 0-1,0 0 0,1 0 0,-1-1 0,1 1 0,0 0 1,0-1-1,0 1 0,0-1 0,1 0 0,-1 0 0,0 1 0,1-2 1,0 1-1,-1 0 0,1 0 0,0-1 0,0 0 0,0 1 0,0-1 1,0 0-1,0 0 0,7 0 0,-4 0-14,1-1-1,-1 0 1,1 0-1,-1 0 1,1-1-1,-1 0 1,0 0-1,1 0 1,-1-1-1,0 0 1,0-1-1,0 1 1,0-1-1,0 0 1,6-5-1,5-5-155,-1 0 1,0-1-1,19-23 0,-20 20-203,0-1-1,-1-1 1,-1 0-1,-1-1 1,0 0-1,-2-1 1,0 0-1,-1 0 1,-2-1-1,0 0 1,-1-1-1,-1 0 1,-2 0-1,0 0 1,0-36-1,-3-17 1487,0 75-403,0 9-381,-11 176 520,1 5-356,9-170-551,1-12 62,0 0-1,0 0 1,0 0 0,0 0-1,1-1 1,3 13 0,-3-18-52,0 1-1,0-1 1,-1 0 0,1 1 0,0-1 0,0 0-1,0 0 1,0 1 0,1-1 0,-1 0 0,0 0-1,0 0 1,1-1 0,-1 1 0,0 0 0,1 0-1,-1-1 1,1 1 0,-1-1 0,1 1 0,-1-1-1,1 1 1,0-1 0,-1 0 0,1 0 0,-1 0-1,1 0 1,-1 0 0,1 0 0,0-1 0,-1 1-1,1 0 1,-1-1 0,3 0 0,-1 0-134,0 0 0,1-1 0,-1 1 0,0-1 0,0 1 0,0-1 0,0 0 0,0 0 0,0-1 0,-1 1 0,1-1 0,-1 1 0,0-1 0,1 0 0,1-3 0,4-7-1219,0 0-1,6-17 0,-9 19 95,20-45-6747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4402,'0'0'6686,"-1"28"-3511,0-8-2731,-4 178 3177,6-107-767,18 142-1,-19-306-2310,1 23-883,-1 15-299,2 0 0,2 0-1,13-60 1,-13 79 261,0 1 0,2 0 0,-1 0 0,2 1 0,0-1 0,1 1 0,0 1 0,1 0 0,0 0 0,20-20 0,-25 29 345,1 0 1,0 0-1,1 0 1,-1 1-1,1-1 1,-1 1-1,1 1 1,0-1-1,0 1 1,0 0 0,11-2-1,-13 4 81,-1-1 1,1 1-1,0 0 0,-1 0 0,1 0 1,0 1-1,-1-1 0,1 1 0,0 0 1,-1 0-1,1 0 0,-1 0 1,1 1-1,-1-1 0,0 1 0,0 0 1,1 0-1,-1 0 0,-1 1 0,1-1 1,5 6-1,4 8 168,0 0 0,-1 2 0,0-1 0,-2 1 0,0 1 0,-1 0 0,10 31 0,24 148 846,-25-108-578,-11-63-388,-3-13-95,0 1-1,0 0 1,0 20-1,-3-41-1558,-7-74-4277,0 25-1872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0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41 6227,'0'0'11827,"-8"-3"-11739,6 2-94,-3-3 7,0 0 1,0 1 0,0-1-1,-1 1 1,1 1 0,-1-1-1,0 1 1,0 0 0,0 0 0,0 1-1,0-1 1,-8 1 0,-119-2 371,132 3-353,1 0 0,-1 0 0,0 1 0,0-1 0,1 0 0,-1 1 0,0-1 0,1 1 0,-1-1 0,1 1-1,-1-1 1,0 1 0,1 0 0,-1-1 0,1 1 0,0 0 0,-1-1 0,1 1 0,-1 0 0,1-1 0,0 1 0,0 0 0,-1 0 0,1-1 0,0 3-1,-6 27 519,4-17-289,-16 82 1436,4 2 0,-2 157 0,16-253-1671,0 0-1,-1 0 1,1 0 0,0 1-1,0-1 1,1 0-1,-1 0 1,0 0-1,0 0 1,0 0-1,1 1 1,-1-1-1,1 0 1,-1 0-1,1 0 1,-1 0-1,1 0 1,-1 0 0,1 0-1,0-1 1,0 1-1,0 0 1,1 1-1,0-1-6,0-1-1,0 1 0,0-1 1,0 0-1,0 0 1,0 0-1,0 0 1,0 0-1,0 0 0,0 0 1,0-1-1,3 0 1,0-1-25,1 0 0,-1 0 0,1-1 0,-1 0 0,0 0 0,0 0 0,-1-1 0,1 0 0,-1 1 0,1-2 1,-1 1-1,0 0 0,4-8 0,-2 6-36,21-28-740,-2-2-1,-1 0 1,23-47 0,16-51-4689,-57 120 4757,-6 11 639,1 0 0,0 0 0,0 0 0,0 1 1,1-1-1,-1 0 0,1 1 0,-1-1 0,1 1 1,0 0-1,0 0 0,0-1 0,3-1 0,-5 4 115,1-1-1,-1 1 1,0 0-1,1 0 1,-1 0-1,0 0 1,0-1-1,1 1 1,-1 0-1,0 0 1,1 0-1,-1 0 1,0 0-1,1 0 1,-1 0-1,0 0 1,1 0-1,-1 0 1,0 0-1,1 0 1,-1 0-1,0 0 1,0 0-1,1 0 1,-1 1-1,0-1 1,1 0-1,-1 0 1,0 0-1,0 0 1,1 1-1,-1-1 1,0 0-1,0 0 1,1 1-1,-1-1 1,0 0-1,0 1 1,7 18 1108,16 202 4182,-17-139-3993,22 111-1,-27-186-1325,0 0 0,1 0 0,0 0 1,0 0-1,1-1 0,0 1 0,0-1 1,0 0-1,1 0 0,8 10 1,-11-41-3255,-1 18 2384,0 0 1,-1 0 0,0 0 0,-2-9-1,-1 4-1781,-1 1-1,-9-18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54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56 1985,'0'0'8908,"0"-8"-8094,0-31 824,0 38-1591,0 1 1,0-1-1,-1 1 0,1-1 1,0 1-1,0 0 1,-1-1-1,1 1 1,0 0-1,-1-1 0,1 1 1,-1 0-1,1 0 1,0-1-1,-1 1 0,1 0 1,-1 0-1,1-1 1,-1 1-1,1 0 0,0 0 1,-1 0-1,1 0 1,-1 0-1,1 0 1,-1 0-1,1 0 0,-1 0 1,0 0-1,-20 0 106,15 0-7,-32-1 51,15 0-180,-38 4 0,54-2-36,0 0 1,0 0-1,1 1 0,-1 0 1,0 0-1,1 1 1,-1 0-1,1 0 0,-10 7 1,0 2-20,0 0 0,1 1 0,1 1 0,0 1 0,-23 31 0,30-35 25,0 1 0,0 1 0,1-1 0,1 1 0,0 0 0,1 0 0,0 0 0,1 1 0,-2 20 0,3-19 4,1-1 0,1 1 0,0-1 0,1 1 0,1 0-1,5 22 1,-3-26 0,0-1 1,0 1-1,1-1 0,0 0 0,0-1 0,1 1 1,1-1-1,0 0 0,9 9 0,32 28 78,2-3 1,85 59-1,-73-58 51,76 69 1,-132-107-98,0 0 0,0 0 0,0 0 0,-1 1 0,0 0 0,-1 0 0,0 1 0,0-1 0,0 1 0,-1 0 0,0 0 0,0 0 1,-1 0-1,0 0 0,0 0 0,-1 1 0,-1-1 0,1 1 0,-2 13 0,1-18-6,-1 1 1,0-1-1,0 0 1,0 0-1,0 0 0,0 0 1,-1 0-1,0-1 1,0 1-1,0 0 0,0-1 1,-1 1-1,1-1 1,-1 0-1,0 0 0,0 0 1,-4 3-1,-6 4 47,-1 0 1,-30 16-1,32-20 4,-14 9-44,-1-1 0,-1-2 1,0 0-1,-1-2 0,0-2 1,0 0-1,-42 5 0,70-13-58,0 0 0,1 0 0,-1 0-1,1 0 1,-1 0 0,1 1-1,-1-1 1,1 0 0,-1 0-1,1-1 1,-1 1 0,1 0 0,-1 0-1,0 0 1,1 0 0,-1 0-1,1-1 1,-1 1 0,1 0-1,-1 0 1,1-1 0,0 1-1,-1 0 1,1-1 0,-1 1 0,1 0-1,0-1 1,-1 1 0,1-1-1,0 1 1,-1 0 0,0-2-1,5-21-1583,13-25-1282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5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1 317 6883,'0'0'5098,"27"-1"-4692,87-8-187,-109 9-191,-1-1 1,1 0-1,-1 0 1,1 0-1,-1 0 1,1-1-1,-1 0 1,0 1 0,0-2-1,0 1 1,0 0-1,0-1 1,0 0-1,0 0 1,-1 0-1,0 0 1,1 0-1,-1-1 1,4-7-1,-3 3 26,0 0-1,-1 0 1,0 0-1,-1-1 1,0 1-1,0-1 0,0-9 1,-2 16-57,3-25-448,-2-38 0,-1 42 155,-1 20 260,1 0-1,-1 1 1,1-1-1,-1 0 1,0 1-1,0-1 1,0 1-1,-1-1 1,1 1-1,-1 0 1,1-1-1,-1 1 1,0 0-1,1 0 1,-1 0-1,0 0 1,-1 1-1,1-1 1,0 0-1,0 1 1,-1-1-1,1 1 1,-1 0-1,1 0 1,-1 0-1,-3-1 1,0 0 48,1 1 0,-1-1 0,1 1 0,-1 0-1,1 1 1,-1-1 0,0 1 0,1 0 0,-1 0 0,1 1 0,-1 0 0,-7 2 0,11-2 7,-1 0-1,1 0 0,0 1 1,0-1-1,0 1 1,0-1-1,0 1 0,1 0 1,-1 0-1,0 0 1,1 0-1,-1 0 0,1 0 1,0 0-1,0 0 1,0 1-1,0-1 0,0 0 1,-1 5-1,0 4 147,0 0 0,0 0 0,0 13-1,-1 36 1103,5 79 0,-1-122-1013,1 0 1,1 1 0,0-1-1,1-1 1,1 1 0,1 0-1,0-1 1,2 0-1,11 19 1,-16-29-195,1-1-1,0 0 1,0 0 0,1-1-1,-1 1 1,1-1 0,0 0 0,0 0-1,1-1 1,-1 1 0,1-1-1,0 0 1,-1-1 0,1 1-1,0-1 1,1-1 0,-1 1-1,8 0 1,-7-1-48,1-1 1,-1 0-1,0 0 1,1-1-1,-1 0 1,0 0-1,1-1 1,-1 0-1,0 0 1,0-1-1,-1 0 1,1 0 0,0 0-1,-1-1 1,10-7-1,2-5-505,-1 0 0,-1-1-1,-1-1 1,-1 0 0,0-1 0,15-27 0,13-39-4280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5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6003,'0'0'4829,"1"29"-2567,25 258-93,13 167 272,-34-386-2105,8 98 517,-8-125-335,20 77 0,-25-118-518,12 29 243,-11-28-231,-1 0 1,1 0 0,0 0 0,-1 0-1,1 0 1,0-1 0,0 1 0,0 0 0,0-1-1,0 1 1,0 0 0,0-1 0,0 1-1,0-1 1,0 0 0,0 1 0,0-1-1,0 0 1,0 0 0,0 1 0,1-1 0,0 0-1,-1-13 95,-1-232-2116,0 234 1941,1 0-1,1 0 0,0 0 1,0 0-1,1 1 1,1-1-1,0 1 0,0 0 1,1 0-1,0 0 1,0 0-1,8-8 0,-8 11-30,0 0-1,1 0 0,0 0 0,0 1 0,1 0 0,0 1 1,0-1-1,0 1 0,1 0 0,-1 1 0,1 0 0,0 0 1,1 1-1,-1 0 0,12-3 0,-6 3 150,1 1-1,-1 0 1,1 1-1,-1 1 1,1 0-1,27 4 1,-38-2-35,0-1 0,0 1 1,-1 0-1,1 0 0,-1 1 1,1-1-1,-1 1 0,0-1 1,0 1-1,0 0 0,0 0 1,0 1-1,-1-1 0,0 1 1,1-1-1,-1 1 0,2 5 1,2 5 143,0 1 1,-1-1 0,4 22 0,-2-6 296,-2 1 0,-1 0 1,-2 0-1,-3 58 0,0-83-389,0 1 0,0 0 0,-1-1-1,1 1 1,-2-1 0,1 0 0,-1 0 0,0 0 0,0 0 0,-1 0 0,1-1-1,-1 1 1,-1-1 0,1 0 0,-1 0 0,1-1 0,-9 7 0,5-6-60,0 0 0,0 0 0,0 0 0,-1-1 0,1 0 0,-1-1 0,0 0 0,0 0 0,0-1 0,0 0 0,-18 1 1,16-3-28,3 1-190,0-1 0,0 0 0,0 0 0,-1-1 0,-13-3 0,19 4 127,1-1 1,0 0-1,0 0 0,0 0 0,0 0 0,0 0 0,1-1 0,-1 1 1,0 0-1,1-1 0,-1 0 0,1 1 0,-1-1 0,1 0 1,-1 0-1,1 1 0,0-1 0,0 0 0,0 0 0,0 0 0,1-1 1,-1 1-1,0 0 0,1 0 0,0 0 0,-1-4 0,0-50-3748,1 25-347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5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2689,'0'0'6331,"0"-6"-5298,0-21 190,0 12 6021,0 25-7228,3 57 591,3 0-1,2-1 0,4 0 0,29 95 0,-40-156-574,3 8 99,0 1 1,1-1 0,0 0-1,13 22 1,-16-32-111,0-1-1,1 1 1,-1 0-1,1 0 1,-1-1 0,1 1-1,0-1 1,-1 0-1,1 0 1,1 0 0,-1 0-1,0-1 1,0 1 0,1-1-1,-1 0 1,0 0-1,1 0 1,-1 0 0,1 0-1,0-1 1,-1 0 0,1 0-1,4 0 1,-5 0-8,0-1 0,0 0 0,0 1 0,-1-1 0,1 0 0,0 0 0,-1 0-1,1-1 1,-1 1 0,1-1 0,-1 1 0,0-1 0,1 0 0,-1 0 0,0 0 0,0 0 0,0 0 0,2-5 0,3-3-24,-1-1 0,0-1 0,4-11 0,-5 12 6,9-25-464,-1-1 0,15-72-1,1-82-1025,-26 170 1501,3-83 292,-6 78-286,1 0-1,1 1 1,10-47-1,-9 67-1094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5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214 123 1889,'0'-3'7152,"3"-66"-2971,-3 68-4187,0 0 0,-1 0-1,1 0 1,0 0 0,-1 1 0,1-1 0,-1 0 0,1 0-1,-1 0 1,1 0 0,-1 1 0,1-1 0,-1 0-1,0 0 1,0 1 0,1-1 0,-2 0 0,1 0 23,0 1 0,0-1 1,0 0-1,1 1 0,-1-1 0,0 0 1,1 0-1,-1 1 0,1-1 1,-1 0-1,1 0 0,-1 0 1,1 0-1,-1 0 0,1 0 1,0 0-1,-1-1 0,1 1 9,-1 0-1,1 0 1,0 0 0,-1 0-1,1 0 1,-1 0 0,0 0-1,1 0 1,-1 0-1,0 0 1,1 0 0,-1 1-1,0-1 1,0 0 0,0 1-1,0-1 1,1 0 0,-1 1-1,0-1 1,0 1-1,0 0 1,0-1 0,0 1-1,-1 0 1,1-1 0,0 1-1,0 0 1,0 0-1,0 0 1,0 0 0,-1 0-1,-46 0 428,36 0-405,8 0 69,-1 0 0,1 0 0,0 0 0,0 1 0,0-1 1,0 1-1,-1 0 0,1 1 0,-6 1 0,8-1-90,0 0 0,-1 0 1,1 0-1,0 0 0,0 0 0,0 0 0,0 1 1,0-1-1,0 1 0,1-1 0,-1 1 1,1-1-1,0 1 0,-2 5 0,-4 15 278,0-1 0,2 1-1,1 1 1,-3 33 0,5 96 1761,3-90-1064,-1-60-911,0 1 1,0 0-1,0 0 1,0 0-1,1 0 1,0-1-1,2 8 1,-3-10-74,1 0 0,0 0 1,0 0-1,0 0 0,0 0 1,0 0-1,0 0 0,0 0 1,0-1-1,0 1 0,0 0 1,0-1-1,0 1 0,0 0 1,1-1-1,-1 0 0,0 1 1,1-1-1,-1 0 0,0 1 1,1-1-1,-1 0 0,0 0 0,1 0 1,1-1-1,5 1 24,-5 1-14,1-1-1,0 1 0,-1-1 0,1 0 0,-1-1 0,1 1 0,0-1 0,-1 1 0,1-1 0,-1 0 0,1-1 0,-1 1 0,0 0 1,1-1-1,-1 0 0,0 0 0,0 0 0,0 0 0,0 0 0,3-4 0,4-7-144,0-1 0,-1 0 0,0-1-1,-1 0 1,10-26 0,-5 3-973,12-50-1,-23 79 1170,-1 0-1,1 0 1,-1-19 696,-1 38-537,0 78 30,2 132 331,4-167-549,-5-50-55,0 1 1,0 0 0,0-1 0,1 1 0,-1-1 0,1 1-1,0-1 1,0 0 0,0 0 0,0 1 0,5 3 0,-5-6-103,-1 0-1,0 0 1,0 0 0,1 0 0,-1 0 0,0 0-1,1-1 1,-1 1 0,1 0 0,-1-1-1,1 1 1,-1-1 0,1 0 0,-1 0 0,1 1-1,-1-1 1,1 0 0,-1 0 0,1 0 0,0-1-1,-1 1 1,1 0 0,-1-1 0,1 1 0,-1-1-1,1 1 1,-1-1 0,1 1 0,1-3 0,1 1-585,0-1 1,0 0-1,-1-1 1,1 1-1,-1 0 1,0-1 0,0 0-1,3-5 1,18-33-7161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4:5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3906,'0'0'10799,"2"5"-10396,34 126 2526,28 197-1,-24 138 9,-38-377-2467,-2-38-215,3 1 0,1-1 1,17 76-1,-21-125-244,14 37 140,-14-37-149,1-1 1,-1 0 0,1 0 0,0 0 0,-1 1 0,1-1 0,0 0 0,0 0 0,0 0 0,0 0 0,0 0 0,0 0 0,0-1 0,1 1-1,-1 0 1,0-1 0,0 1 0,0 0 0,1-1 0,-1 1 0,0-1 0,1 0 0,-1 0 0,2 1 0,-3-1-4,1 0 1,-1 0 0,1 0 0,-1 0-1,0 0 1,1 0 0,-1-1-1,1 1 1,-1 0 0,0 0-1,1 0 1,-1 0 0,0 0 0,1-1-1,-1 1 1,0 0 0,1 0-1,-1-1 1,0 1 0,1 0-1,-1-1 1,0 1 0,0 0 0,1 0-1,-1-1 1,0 1 0,0-1-1,0 1 1,0 0 0,1-1 0,-1 1-1,0 0 1,0-1 0,0 1-1,0-1 1,10-37-237,8-69 1,-9 48-190,-9 55 387,33-158-1388,-28 145 1197,1 0 0,0 1 0,1 0 0,0 0 0,1 0 0,1 1 0,14-18 0,-19 28 182,1 0 0,0 1 0,0 0-1,0-1 1,0 2 0,1-1-1,0 0 1,-1 1 0,2 0-1,-1 1 1,8-3 0,-10 4 43,0-1 0,1 1 0,-1 1 0,0-1 0,1 1 0,-1 0 0,0 0 0,1 0 0,-1 0 0,0 1 0,1-1 0,-1 1 0,0 0 0,0 1 0,0-1 0,0 1 0,0 0 0,6 3-1,-4 0 21,0 1 0,0-1 0,0 1 0,-1 0 0,0 1 0,0-1 0,0 1-1,-1 0 1,0 1 0,3 7 0,0 2 88,-1 0 0,0 1 1,5 28-1,-4 19 414,-2-1 0,-4 77 1,-1-73-987,-4-89-8146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465 164 5106,'0'0'8137,"0"-5"-4462,3-21-2217,-3 22-1432,0 1 0,-1-1-1,0 1 1,1-1 0,-1 1 0,0 0-1,-1-1 1,1 1 0,0 0-1,-1-1 1,0 1 0,0 0-1,-3-4 1,0 1-37,-1 1 1,1-1-1,-1 1 1,0 1-1,0-1 1,-8-4-1,3 3 3,-1 0-1,-1 0 1,1 1 0,-1 1-1,0 0 1,0 0 0,-14-1-1,0 3 35,-31 3 0,20-1-46,34 1 17,-1-1-1,1 1 0,-1 0 0,1 0 1,0 0-1,0 0 0,-1 1 1,1 0-1,0 0 0,0 0 1,1 0-1,-1 1 0,0 0 1,1-1-1,0 1 0,-1 0 1,1 1-1,0-1 0,1 1 1,-4 4-1,-2 4-6,0 1-1,2 0 1,-1 0 0,1 1 0,-4 18-1,1 2 130,1 0 0,2 1 0,-3 44 0,5 107 650,4-158-688,-1-17-6,2 1-1,-1-1 0,1 0 0,1 0 1,0 0-1,4 12 0,-4-19-57,-1 0 0,1 0-1,1 0 1,-1 0-1,0-1 1,1 1 0,0-1-1,0 0 1,0 1-1,0-1 1,0-1 0,1 1-1,-1 0 1,1-1 0,0 0-1,0 0 1,7 3-1,0-1 8,1-1 0,0 0 0,1-1 0,-1 0 0,0-1 0,0 0 0,17-2 0,-21 1-10,6-1-45,0 0 1,0-2-1,-1 1 1,1-2 0,-1 0-1,1 0 1,-1-2-1,-1 1 1,1-2-1,-1 0 1,0 0-1,-1-1 1,15-12-1,14-15-1152,-2-1-1,38-48 0,-64 72 428,-2-1 0,0 0 1,0 0-1,-1-1 0,-1 0 0,0-1 0,-1 0 0,-1 0 1,0 0-1,-1-1 0,-1 0 0,4-27 0,-4-8-2565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46 5234,'0'0'4984,"-10"-6"-4338,-30-15-25,38 20-493,0 0 0,0 0 0,1 0 0,-1-1-1,1 1 1,-1-1 0,1 1 0,0-1 0,-2-1 0,3 3-78,0 0 0,0 0 1,0-1-1,0 1 1,0 0-1,0 0 1,0 0-1,0 0 0,0-1 1,0 1-1,0 0 1,-1 0-1,1 0 1,0 0-1,0 0 0,0-1 1,0 1-1,0 0 1,0 0-1,-1 0 1,1 0-1,0 0 0,0 0 1,0 0-1,0 0 1,0 0-1,-1-1 1,1 1-1,0 0 1,0 0-1,0 0 0,0 0 1,-1 0-1,1 0 1,0 0-1,0 0 1,0 0-1,0 0 0,-1 0 1,1 0-1,0 0 1,0 1-1,0-1 1,0 0-1,-1 0 0,1 0 1,0 0-1,0 0 1,0 0-1,0 0 1,0 0-1,-1 1 0,0 1-18,-1 1 0,1 0-1,0 0 1,0 0-1,0 0 1,0 0 0,1 0-1,-1 0 1,1 0-1,0 0 1,0 3 0,-1 5 63,-3 44 158,3 72 0,2-48 111,0 79 695,38 292 0,-36-430-1016,31 150 306,-28-148-294,1-1 1,1 0 0,0-1 0,2 1-1,17 28 1,-25-46-95,0 0-1,0 0 1,0 0 0,0 0 0,1 0-1,-1 0 1,1-1 0,0 1-1,-1-1 1,1 1 0,0-1-1,1 0 1,-1-1 0,0 1 0,0 0-1,1-1 1,-1 0 0,1 0-1,-1 0 1,1 0 0,5 0 0,-9-1-55,1 0 0,-1 0 1,0 0-1,0 0 1,1 0-1,-1-1 0,0 1 1,1 0-1,-1 0 1,0 0-1,0-1 1,1 1-1,-1 0 0,0 0 1,0-1-1,0 1 1,1 0-1,-1 0 0,0-1 1,0 1-1,0 0 1,0-1-1,0 1 1,0 0-1,1-1 0,-1 1 1,0 0-1,0-1 1,0 1-1,0 0 0,0-1 1,0 1-1,0 0 1,0 0-1,-1-1 1,1 1-1,0 0 0,0-1 1,0 1-1,0-1 1,0-3-1009,0-25-4316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3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8004,'0'0'4226,"0"201"-2145,10-119-561,1-7-495,-1-12-577,1-19-336,-1-26-64,-3-14-48,-3-4-80,-4-22-1041,0-29-1280,0-11-4386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12742,'0'0'2481,"147"-41"-12918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9012,'0'0'5040,"0"4"-4827,2 79 819,5 0-1,20 103 1,35 215 1176,-14-85-1439,-45-296-739,0 2 16,2 0 0,9 29 0,-14-50-31,0 0 11,0 0 1,0 0-1,1 0 1,-1 0 0,0-1-1,0 1 1,1 0 0,-1 0-1,0 0 1,1 0 0,-1-1-1,1 1 1,-1 0 0,1-1-1,-1 1 1,1 0 0,0-1-1,-1 1 1,1 0 0,0-1-1,0 1 1,-1-1 0,1 0-1,0 1 1,0-1-1,0 0 1,-1 1 0,3-1-1,-3-3 247,0-318-2210,0 311 1837,0 1 1,1 0 0,0 0-1,1 0 1,0 0 0,0 1-1,1-1 1,0 0 0,0 1-1,1-1 1,0 1-1,0 0 1,1 1 0,0-1-1,1 1 1,0 0 0,0 0-1,0 1 1,1-1 0,10-7-1,-9 8 114,0 0 0,1 0-1,-1 0 1,1 1 0,0 0-1,0 1 1,1 0 0,-1 1-1,1 0 1,0 0 0,0 1-1,0 0 1,0 1 0,0 0-1,16 1 1,-20 0 3,0 1 0,0 0-1,0 0 1,0 0 0,0 1 0,0 0 0,0 0-1,-1 1 1,1 0 0,-1 0 0,0 0 0,1 0-1,-1 1 1,-1 0 0,1 0 0,-1 0 0,1 1-1,-1-1 1,0 1 0,-1 0 0,4 7-1,1-1 92,-2 2 0,0-1 0,0 1 0,-1 0-1,-1 0 1,0 0 0,-1 1 0,3 23-1,-3-13 135,-2 0-1,0 0 1,-2 0-1,0 0 1,-7 31-1,5-44-205,0-1 0,0 0-1,-1 0 1,0 0 0,-1 0 0,0-1-1,0 1 1,-1-1 0,0-1 0,-1 1-1,0-1 1,0 0 0,-1-1 0,-10 9-1,7-8-143,0-1 0,-1 0 0,-1 0 0,1-2 0,-1 1 0,0-1 0,0-1 0,0-1 0,-1 1 0,1-2 0,-1 0 0,0-1 0,-15 0 0,27-1 30,0 0 0,0 0 0,1 0 0,-1 0 0,0 0 0,0 0 0,1-1 0,-1 1-1,0-1 1,1 1 0,-1-1 0,1 1 0,-1-1 0,0 0 0,1 0 0,-1 0 0,1 0 0,0 0 0,-1 0 0,1 0 0,0-1 0,0 1 0,0 0 0,0-1 0,0 1 0,0-1 0,-1-2 0,0-2-505,0 0 0,1 0 0,0-1 0,1 1 0,-1 0 0,2-10 0,-1 8-325,0-45-7584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1 453 9076,'0'0'5053,"23"-30"-4863,77-93-244,-30 35-557,-66 81 479,-1 1 0,0 0 0,0-1 0,-1 0 0,1 0 0,-2 0 0,1 0 0,-1 0 0,0 0 0,0 0 0,-1 0 0,0 0 0,-1-12 0,1 1-237,0 14 397,-1 1 0,1-1 1,-1 1-1,0-1 0,0 1 0,0 0 0,0 0 0,-1-1 0,1 1 0,-1 0 1,0 0-1,1 0 0,-2 1 0,1-1 0,0 0 0,0 1 0,-1-1 0,1 1 0,-1 0 1,-5-3-1,4 2 29,0 0 1,-1 1 0,1 0-1,-1 0 1,0 0 0,1 1-1,-1-1 1,0 1 0,0 0-1,0 1 1,0-1 0,0 1 0,-10 0-1,15 0-57,-1 0 1,1 1-1,-1-1 0,1 0 0,-1 0 0,0 0 1,1 0-1,-1 1 0,1-1 0,0 0 1,-1 0-1,1 1 0,-1-1 0,1 0 0,-1 1 1,1-1-1,0 1 0,-1-1 0,1 1 0,0-1 1,-1 0-1,1 1 0,0-1 0,-1 2 1,-2 6 40,1 0 1,0 1-1,0-1 1,1 1-1,0 0 1,1 0 0,0-1-1,1 10 1,-1-2 85,-2 81 867,4 117 1599,0-190-2216,1 1 0,1-1-1,1-1 1,1 1 0,1-1 0,16 35-1,-20-51-296,1 0 0,1 0 0,-1 0 0,1-1 0,0 1 0,1-1 0,-1-1 0,1 1 0,0-1 0,1 0 0,-1 0 0,1 0 0,0-1 0,0 0 0,14 5 0,-15-8-85,-1 1 0,1-1 0,0 0 0,0 0 1,0 0-1,0-1 0,0 0 0,-1 0 0,1-1 0,0 1 1,0-1-1,0-1 0,0 1 0,-1-1 0,1 0 1,-1 0-1,1-1 0,-1 1 0,0-1 0,0 0 0,0-1 1,6-5-1,2-4-692,0 0 1,-1-1-1,-1 0 0,-1-1 1,0-1-1,0 0 0,6-17 1,15-40-6206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9172,'0'0'4768,"5"37"-2471,17 122-363,-12-104-492,24 74 0,-15-62-668,-12-38-481,-4-14-146,1 0 1,1 0-1,0 0 0,10 18 0,-9-24-61,-3-10 60,-1-20-129,-3-48-551,-1 13-754,11-99 0,-7 138 1038,1 1 0,0 0 1,2 1-1,0-1 0,0 0 0,2 1 0,0 0 0,0 1 0,1 0 0,18-23 0,-22 32 217,1 0-1,0 0 1,0 1 0,0 0 0,0 0 0,0 0-1,1 1 1,0-1 0,0 1 0,0 1 0,0-1-1,0 1 1,11-2 0,-13 3 63,0 0-1,1 1 1,-1 0-1,0 0 1,0 0 0,1 0-1,-1 1 1,0-1 0,0 1-1,0 0 1,0 1-1,0-1 1,0 1 0,0-1-1,0 1 1,0 0-1,-1 1 1,1-1 0,-1 1-1,0-1 1,1 1-1,2 4 1,4 5 127,-2 1 0,1 0 0,-1 0 0,-1 0-1,-1 1 1,0 1 0,0-1 0,-2 1 0,6 24 0,0 19 604,2 66 0,-10-107-619,-1 15 116,-1-23-204,0 0 1,1 0-1,0 0 1,0 0-1,1 0 1,0-1 0,4 11-1,-6-19-75,0 1 0,0-1 1,0 0-1,0 0 0,0 0 0,0 1 0,0-1 0,0 0 0,0 0 0,0 0 1,0 1-1,0-1 0,0 0 0,0 0 0,0 0 0,0 1 0,0-1 1,1 0-1,-1 0 0,0 0 0,0 0 0,0 0 0,0 1 0,0-1 1,1 0-1,-1 0 0,0 0 0,0 0 0,0 0 0,0 0 0,1 0 0,-1 0 1,0 0-1,0 1 0,0-1 0,1 0 0,-1 0 0,0 0 0,0 0 1,0 0-1,1 0 0,-1 0 0,0 0 0,0 0 0,0-1 0,1 1 0,-1 0 1,0 0-1,0 0 0,0 0 0,1 0 0,-1 0 0,0 0 0,0 0 1,0 0-1,0-1 0,0 1 0,1 0 0,-1 0 0,0 0 0,0 0 1,0 0-1,0-1 0,0 1 0,0 0 0,0 0 0,1 0 0,-1-1 0,0 1 1,4-16-2124,-3-27-2410,-1-16-3637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8420,'0'0'8508,"2"-4"-8402,6-10-4,-8 14-100,0 0 0,0 0 1,0 0-1,0 0 0,0 0 1,0 0-1,0 1 0,0-1 0,0 0 1,0 0-1,0 0 0,0 0 1,0 0-1,0 0 0,0 0 0,0 0 1,0 1-1,0-1 0,1 0 1,-1 0-1,0 0 0,0 0 0,0 0 1,0 0-1,0 0 0,0 0 1,0 0-1,0 0 0,1 0 0,-1 0 1,0 0-1,0 0 0,0 0 1,0 0-1,0 0 0,0 0 0,1 0 1,-1 0-1,0 0 0,0 0 1,0 0-1,0 0 0,0 0 0,0 0 1,0 0-1,1 0 0,-1 0 1,0 0-1,0 0 0,0 0 0,0 0 1,0 0-1,0 0 0,0 0 1,0 0-1,0-1 0,1 1 0,-1 0 1,0 0-1,0 0 0,0 0 1,0 0-1,3 11 89,0 0 1,2 22-1,-2-7 11,94 746 3700,-92-717-3517,21 86 1,-10-94-201,-15-45-93,0 0 0,1 1 0,-1-1 0,1 0 0,-1 1 0,1-1 0,0 0 0,0 0 0,-1 0 0,2-1 0,-1 1 0,0 0 0,4 2 0,-1-4-339,-5-7-441,0 3 445,0-78-5582,0 32 98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13078,'0'0'2775,"38"-2"-2258,128-7-341,-150 8-174,1 0-1,-1 1 1,1 1-1,0 0 1,-1 2-1,0 0 1,22 6-1,-30-5 0,1 0 0,-1 1-1,0 0 1,-1 1 0,1-1 0,-1 1 0,0 1-1,-1-1 1,1 1 0,-1 0 0,5 9 0,-1-1 125,0 1 1,0 0-1,-2 0 1,0 1-1,-1 0 1,9 33-1,16 115 2285,-14-61-964,-17-98-1389,1 4 89,0 0 1,1 0-1,0 1 0,7 12 0,-9-21-136,0 0 1,0 0-1,0 0 1,1 0-1,-1 0 0,1-1 1,-1 1-1,1 0 0,0-1 1,0 1-1,0-1 0,0 1 1,0-1-1,0 0 0,0 0 1,0 0-1,0 0 0,0 0 1,1-1-1,-1 1 1,0-1-1,0 1 0,1-1 1,3 0-1,-4 0-18,1 0 1,-1-1-1,1 1 0,-1-1 0,0 1 1,1-1-1,-1 0 0,0 0 1,1 0-1,-1-1 0,0 1 1,0 0-1,0-1 0,0 0 1,0 1-1,-1-1 0,1 0 0,0 0 1,-1 0-1,1 0 0,-1 0 1,1-2-1,4-7-96,0 0 0,-1-1 0,4-13 0,-7 19 42,10-32-900,-3-1 0,0 0-1,5-72 1,-9-122-1159,-5 183 2877,-1 32-365,-1 1-1,0-1 1,-2 1 0,0 0-1,-9-25 1,1 5-3750,5 12-1175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8516,'0'0'6790,"0"2"-6310,19 324 2442,-4-139-1888,-7-54-567,16 220 222,-22-326-666,1 0-1,2 0 1,0 0 0,11 30 0,0-24 0,-15-32-28,-1 0-1,1 0 0,0 0 0,0 0 0,0 0 1,0 0-1,0 0 0,0 0 0,0 0 0,0 0 1,0 0-1,1-1 0,-1 1 0,0-1 0,0 1 1,1-1-1,-1 1 0,0-1 0,1 1 0,1-1 1,-3 0 5,1 0-10,-1 0 0,0 0 0,1 0 1,-1 0-1,0 0 0,0 0 0,1 0 1,-1 0-1,0 0 0,0 0 0,1 0 1,-1 0-1,0-1 0,0 1 1,1 0-1,-1 0 0,0 0 0,0 0 1,0 0-1,1-1 0,-1 1 0,0 0 1,0 0-1,0 0 0,0-1 0,1 1 1,-1 0-1,0 0 0,0-1 1,0 1-1,0 0 0,0 0 0,0-1 1,0 1-1,0 0 0,0-1 0,4-16-666,-2 0-1,0 0 1,-1 0-1,-2-28 1,1 13-474,0-30-1673,0-1-1379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5090,'0'0'12542,"-9"2"-12024,-16 4-603,1 1 1,1 1-1,-1 1 1,1 1-1,-32 20 1,51-27 70,1 0 0,0 0-1,0 1 1,0-1 0,0 1 0,0 0 0,1-1 0,-1 1 0,1 0 0,0 1 0,1-1 0,-1 0 0,1 1 0,-1-1-1,1 0 1,1 1 0,-1 0 0,1-1 0,-1 7 0,1-3 16,1 1 1,-1-1-1,1 0 0,0 0 1,1 0-1,0 0 0,1 0 1,-1 0-1,1 0 0,5 7 1,-2-5 37,1 0 1,1 0 0,0 0 0,0-1 0,1-1 0,0 1 0,1-2 0,0 1 0,13 7-1,-1-2 17,0-2-1,1 0 1,39 12 0,-43-18-90,1-1 0,-1 0 0,1-1 0,28 0 0,5-3-3345,-46 0-1689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4610,'0'0'4226,"0"-4"-3458,0-14 3128,0 24-3898,1 1 0,0-1 0,0 0 0,0 1 0,1-1 1,0 0-1,3 7 0,3 8 22,64 269 1842,-12-39 222,-59-248-2006,0 0 0,0 0 0,0 0 0,1-1 0,-1 1 0,1 0 0,-1-1 0,4 4 0,-5-5-47,1-1 1,-1 1-1,1-1 0,0 1 1,-1-1-1,1 1 1,0-1-1,0 1 0,-1-1 1,1 1-1,0-1 0,0 0 1,0 0-1,-1 1 0,1-1 1,0 0-1,0 0 0,0 0 1,0 0-1,0 0 0,-1 0 1,1 0-1,0 0 0,0 0 1,0 0-1,0-1 0,0 1 1,1-1-1,1-6 148,18-181-1251,-18 134 314,3 0 0,19-85 0,-10 58 571,-12 62 132,0 0-1,0 1 1,2 0-1,9-24 1,-14 42 57,0-1 0,0 1 1,0-1-1,1 1 0,-1 0 0,0-1 0,0 1 0,1 0 1,-1-1-1,0 1 0,0 0 0,1-1 0,-1 1 1,0 0-1,1 0 0,-1-1 0,1 1 0,-1 0 0,0 0 1,1 0-1,-1 0 0,1-1 0,-1 1 0,0 0 0,1 0 1,-1 0-1,1 0 0,-1 0 0,1 0 0,-1 0 1,0 0-1,1 0 0,-1 0 0,1 0 0,-1 1 0,1-1 1,-1 0-1,0 0 0,1 0 0,-1 0 0,1 1 0,16 15 198,-2 9 222,-1 1 0,21 50 0,11 61 900,-25-56-43,15 111 0,-30-165-946,-1-15-169,-5-12-158,0 0-1,0 0 1,0 0 0,0 0 0,0 1 0,0-1 0,1 0 0,-1 0 0,0 0-1,0 0 1,0 0 0,0 0 0,0 1 0,0-1 0,0 0 0,1 0 0,-1 0-1,0 0 1,0 0 0,0 0 0,0 0 0,0 0 0,1 0 0,-1 0 0,0 0-1,0 0 1,0 0 0,0 0 0,1 0 0,-1 0 0,0 0 0,0 0 0,0 0-1,0 0 1,1 0 0,-1 0 0,0 0 0,0 0 0,0 0 0,0 0 0,0 0-1,1 0 1,-1 0 0,5-13 77,23-84-657,29-87-1325,-43 149 1381,1-1-1,1 2 1,23-35 0,-35 63 451,2-5-23,1 0 0,1 1 1,0 0-1,13-13 0,-20 22 104,0 0 0,1-1 0,-1 1 0,0 0-1,1 0 1,-1 0 0,1 0 0,-1 0 0,1 0 0,-1 1-1,1-1 1,0 0 0,0 1 0,-1-1 0,1 1-1,0 0 1,-1 0 0,1-1 0,0 1 0,0 0-1,0 0 1,-1 1 0,1-1 0,0 0 0,0 1-1,-1-1 1,1 1 0,0-1 0,-1 1 0,1 0-1,-1 0 1,1-1 0,-1 1 0,1 0 0,-1 1 0,1-1-1,-1 0 1,0 0 0,0 0 0,2 3 0,5 7 245,-1-1 1,-1 1-1,0 0 1,9 23-1,14 54 581,-17-49-464,13 50 232,-15-50-304,2 1 0,26 56 0,-35-89-275,1 0-1,1 0 1,-1 0 0,1-1-1,0 0 1,1 0-1,9 9 1,-13-14-24,-1 1 0,1-1 0,0 0 0,0 1 0,0-1 0,0 0 0,0 0 0,0-1 0,0 1 0,0 0 0,1 0 0,-1-1 0,0 0 0,0 1 0,1-1 1,-1 0-1,0 0 0,0 0 0,1 0 0,-1-1 0,0 1 0,0-1 0,0 1 0,1-1 0,-1 0 0,0 0 0,0 1 0,0-2 0,0 1 0,0 0 0,0 0 0,-1-1 1,3-1-1,7-8 5,-1 0 1,-1 0-1,0 0 1,12-23-1,29-61-699,-30 54 64,-9 20 142,-1 0-1,-1-1 1,-1 0 0,-1 0 0,0-1 0,-2 0 0,-1 0-1,-1-1 1,0-25 0,-2 31 272,-1 11 227,1 0-1,-1-1 1,0 1 0,-1 0-1,0-1 1,0 1-1,0 0 1,-1 0 0,0 0-1,-1 0 1,1 0 0,-5-6-1,6 11 3,-6-9 79,0 1 0,-1 0 0,-11-11 0,17 18-86,-1 1 0,0 0-1,0 0 1,0 0 0,0 0 0,0 0 0,0 0-1,-1 1 1,1-1 0,0 1 0,-1 0 0,1 0 0,-1 0-1,0 1 1,-6-1 0,2 1-6,7 0 5,0-1 0,0 1 0,0 0 0,0 0 0,0 0 0,-1 0 0,1 0 0,0 0 0,0 0 0,0 0 0,0 1 0,0-1-1,0 0 1,-1 1 0,1-1 0,0 1 0,0-1 0,0 1 0,0-1 0,0 1 0,0 0 0,1 0 0,-1-1 0,0 1 0,0 0 0,0 0 0,1 0 0,-1 0 0,0 0-1,1 0 1,-1 0 0,1 0 0,-1 0 0,1 0 0,0 0 0,-1 0 0,1 0 0,0 1 0,0 1 0,-5 23 368,2 1 1,1-1 0,3 48-1,0-21 170,-1-20-298,2 0 0,1 1 0,1-1 0,12 43-1,-12-63-194,-1 0-1,2-1 0,0 0 0,0 0 0,1-1 1,1 1-1,0-1 0,0-1 0,1 1 0,1-1 1,-1-1-1,2 1 0,-1-2 0,13 10 0,-15-14-68,0 0-1,0-1 0,0 0 0,1 0 1,0 0-1,-1-1 0,1 0 1,0-1-1,16 2 0,-18-3-40,1 0 0,-1 0 1,1 0-1,-1-1 0,1 0 0,-1 0 0,0-1 0,1 1 1,-1-2-1,0 1 0,0-1 0,0 1 0,5-5 0,-1-2-544,-1 1-1,0-2 0,-1 1 0,0-1 0,0 0 0,-1-1 1,0 0-1,-1 0 0,-1 0 0,0-1 0,6-19 0,5-22-4477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1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25 1969,'0'0'14033,"-2"37"-12160,0 3-1398,-5 200 1953,7-215-2055,-1 28 503,3 0 0,14 98 0,-15-147-854,-1-3-14,0 0 0,0 0 0,0 0 0,0 0 0,1 0 0,-1 0 0,0 0 1,0 0-1,1 0 0,-1 0 0,0 0 0,1 0 0,-1 0 0,1 0 0,-1-1 0,1 1 0,-1 0 0,1 0 0,0-1 0,-1 1 0,1 0 0,0-1 1,0 1-1,0 0 0,-1-1 0,1 1 0,0-1 0,0 0 0,2 1 0,1-5 69,1-14-159,-1 1-1,0-1 0,1-34 0,1-3-375,4-1-858,2 0 0,20-59 0,-21 85 527,1 0-1,2 1 0,0 0 0,2 1 0,23-31 0,-34 53 722,0-1 0,0 1 0,1 0 0,0 1 0,13-11-1,-18 15 103,1 0 0,0 0 0,0 0 0,-1 0 0,1 0 0,0 1 0,0-1 0,0 0 0,0 1 0,0-1 0,0 1-1,0 0 1,0 0 0,0 0 0,0 0 0,0 0 0,0 0 0,0 0 0,0 1 0,0-1 0,0 1 0,0-1 0,0 1 0,-1 0-1,1 0 1,0 0 0,0 0 0,-1 0 0,1 0 0,2 2 0,2 4 213,0 1-1,0-1 1,0 1-1,-1 0 1,-1 0-1,1 0 1,5 17 0,21 71 1015,-29-90-1162,8 38 827,7 60 1,-10-58-313,12 49-1,-15-85-4288,-4-23-1680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63 1088,'0'0'8540,"-19"-10"-7851,-62-30 79,77 38-603,-1 0 0,1 0 0,-1 1 0,0-1 0,1 1 0,-1 0 0,0 0 0,0 1 0,0 0-1,1-1 1,-1 2 0,-8 0 0,-6 0 282,14-1-373,1 1 1,-1-1-1,1 1 1,-1 0 0,1 0-1,-1 0 1,1 1 0,0 0-1,0-1 1,-1 1 0,1 1-1,1-1 1,-1 1-1,0-1 1,1 1 0,-1 0-1,1 1 1,0-1 0,0 0-1,0 1 1,0 0-1,1-1 1,-1 1 0,-2 7-1,-2 6 118,0 1 0,1-1 0,1 1 0,-6 33 0,2 25 623,4-1 0,4 97 0,1-91-123,0-57-479,-1-15-109,1 1-1,0 0 1,0-1-1,1 1 1,0 0-1,1-1 1,0 1-1,7 17 1,-8-24-84,1-1 0,-1 0 0,1 0 0,0 0 0,0-1 1,0 1-1,0 0 0,0-1 0,0 1 0,0-1 0,0 1 0,1-1 1,-1 0-1,1 0 0,-1 0 0,1-1 0,-1 1 0,1 0 0,-1-1 0,1 0 1,-1 0-1,5 0 0,0 0-2,-1 0 0,0-1 1,0 1-1,0-2 0,0 1 0,0 0 1,0-1-1,-1-1 0,6-2 0,0-1 3,0-1-1,-1-1 0,0 0 0,0-1 0,-1 1 0,12-16 0,48-68-244,-61 80 147,4-4-180,-1-1 0,-1 0 0,-1-1 0,0 0 0,-1 0 0,-1-1-1,-1 0 1,0 0 0,-2-1 0,0 0 0,-1 1 0,0-23 0,-3-154-248,0 196 532,0 7-118,3 35 137,1-1-1,3 1 0,11 40 1,-4-16 60,16 97 490,-7 1 0,3 225 0,-25-316-461,-3 137 231,2-206-336,0-1-1,0 1 1,-1-1-1,1 1 1,-1-1-1,0 1 1,0-1-1,0 0 0,-1 0 1,1 1-1,-1-1 1,0 0-1,0 0 1,0-1-1,0 1 1,-4 4-1,3-5-14,0 0 0,-1 0 0,1 0 0,0 0 0,-1-1 0,1 0 0,-1 1 0,0-1 0,1 0 0,-1-1 0,0 1 0,0-1 0,0 0 0,-5 0 0,2 0-13,-2 1-46,-1-1 0,0-1 0,-19-3-1,25 3 1,0-1 0,1 1 0,-1-1 0,0 0 0,1 0 0,-1 0 0,1 0 0,0-1 0,0 1 0,0-1 0,0 0 0,-4-4 0,2 1-137,0-1-1,1 1 1,0-1-1,0 0 1,0 0 0,1 0-1,0 0 1,1-1-1,-3-10 1,2-1-1035,1 1 1,-1-37-1,3-19-3472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235 188 1777,'0'0'10058,"3"-14"-9751,-2 10-180,9-54 141,-7 8 2837,-3 48-3039,-1 0 0,1 0 0,-1 0 0,0-1 0,0 1 1,0 0-1,0 0 0,0 0 0,0 0 0,-1 0 0,1 1 0,-1-1 0,1 0 1,-1 1-1,0-1 0,0 1 0,1-1 0,-1 1 0,0 0 0,-3-2 0,-2 0-57,1 0-1,0 0 0,-1 0 0,1 1 1,-12-3-1,8 3-10,-1 1-1,0 0 1,-11 1 0,19 0 6,0 0 0,0 0 0,0 1 0,0-1 0,0 1 0,0 0 0,0-1 0,0 1 0,0 1 0,0-1 0,0 0 1,1 1-1,-1-1 0,0 1 0,-3 3 0,0 6 18,0 0 0,0 0 0,1 1 0,0-1 0,1 1 0,0 0 0,-2 16 0,-2 9 252,2 2-1,-3 52 1,7 78 1077,2-101-791,0-55-467,0 0 0,1 1 0,1-1 0,-1 0 0,6 15 0,-6-24-81,0 0 0,1-1 0,-1 1 0,1-1 0,0 1 0,0-1 0,0 0 0,1 0 0,-1 0 0,1 0 0,0 0 0,0-1 0,-1 1 1,2-1-1,-1 0 0,0 0 0,0 0 0,1 0 0,-1 0 0,1-1 0,-1 1 0,5 0 0,0 0-16,-1-1-1,0 0 1,1 0 0,-1-1 0,1 0 0,-1 0 0,1 0-1,-1-1 1,1-1 0,-1 1 0,0-1 0,1 0-1,-1-1 1,0 1 0,0-1 0,-1-1 0,1 0-1,-1 1 1,0-2 0,0 1 0,0-1 0,7-7-1,-1 0-227,-1-2 0,0 1-1,0-1 1,-2-1 0,0 0-1,0 0 1,-2 0 0,11-29-1,-12 21-111,-2 0 0,0 0 0,-1 0 0,-1 0-1,-2-1 1,-3-45 0,-11 0 1505,14 69-1044,2 0-112,-1 1 0,1 0 0,-1 0 1,1 0-1,-1 0 0,0 0 0,0 0 0,1 0 0,-1 0 0,0 0 1,0 0-1,0 1 0,1 1 0,1 0 8,8 11 1,-1 1 0,0 1 0,-1 0-1,-1 0 1,0 0 0,5 18-1,28 112 374,-26-68-48,-3 0 0,1 81 0,-11 158 709,-2-300-986,-1 0-1,-1 1 1,0-1-1,-6 18 1,8-31-50,-1 0 1,-1-1-1,1 1 1,0 0-1,-1-1 1,0 1-1,0-1 1,0 0-1,0 0 1,0 0 0,-1 0-1,1 0 1,-1 0-1,0 0 1,0-1-1,0 0 1,0 1-1,0-1 1,0 0-1,-1-1 1,1 1-1,-1 0 1,-6 1 0,-2-1-73,1 0 0,-1-1 0,1 0 0,-1-1-1,-15-2 1,20 1-103,1 0 0,-1 0 0,1-1 0,-1 0-1,1 0 1,0-1 0,0 0 0,0 0-1,0 0 1,-8-7 0,1-1-653,1-1 1,0-1-1,0 0 1,2 0-1,-11-17 1,-12-26-4646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76 4738,'0'0'6206,"-2"-10"-5545,-4-32 57,9 19 3299,-1 36-3376,2 33-50,18 77-1,23 50 1242,-36-138-1483,46 144 956,-46-152-1112,3-1 0,0 0 0,1-1 0,25 35 0,-33-53-168,0-1-1,0-1 1,0 1 0,1-1 0,0 0-1,0 0 1,0 0 0,1-1 0,0 0-1,-1-1 1,1 1 0,1-1-1,-1-1 1,11 4 0,-13-5-17,1 0 0,-1-1 0,0 1 0,1-1 0,-1 0 1,0-1-1,1 1 0,-1-1 0,0 0 0,0 0 0,1-1 0,-1 0 0,0 1 1,0-2-1,-1 1 0,1-1 0,0 1 0,-1-1 0,0 0 0,1-1 0,4-5 1,2-3-146,0-1 1,-1-1 0,0 0 0,-1 0-1,0-1 1,-2 0 0,0 0 0,0-1 0,-2 0-1,0 0 1,4-22 0,-1-10-517,-2 0 0,-1-87 0,-5 118 608,-1 0-1,-1 0 1,0 1 0,-1-1-1,-1 1 1,-1-1-1,0 1 1,-1 1 0,-13-25-1,14 24 607,5 16-311,15 0-8138,5 0-740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2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47 8404,'0'0'6942,"-6"-5"-6014,-18-16-165,13 14 178,7 14-257,0 14-265,2 1 0,1 0 0,3 38 0,-1-4 253,-2 44 357,0 14 345,14 117 0,-12-220-1294,-1-4-43,0 0 0,1-1 0,0 1 0,0-1 0,1 1 0,0-1 0,0 1 0,0-1 0,1 0 0,0 0 0,0 0 0,6 8 0,-8-13-36,0 1 1,0-1 0,0 0-1,0-1 1,0 1 0,0 0-1,0 0 1,1 0 0,-1-1-1,0 1 1,0 0 0,1-1-1,-1 1 1,0-1 0,1 0-1,-1 1 1,0-1 0,1 0-1,-1 0 1,1 0 0,-1 0-1,0 0 1,1 0 0,-1 0-1,1 0 1,-1-1 0,0 1-1,1 0 1,-1-1 0,0 1 0,2-2-1,0 0-5,1-1 1,-1 1-1,1-1 0,-1 0 0,0 0 1,-1 0-1,1-1 0,0 1 0,2-5 1,11-20-193,-1-1 0,-1 0 0,-1-1 0,-2 0 0,11-46 0,21-167-2397,-24 119 759,-16 104 1561,8-37-98,-10 53 355,1-1 0,-1 1 0,1-1-1,0 1 1,0 0 0,0 0 0,1 0 0,-1 0 0,5-4-1,-6 7 41,0 0 0,0 0 0,1 0 0,-1 0-1,0 0 1,1 0 0,-1 0 0,1 1 0,-1-1 0,0 1-1,1-1 1,-1 1 0,1-1 0,0 1 0,-1 0-1,1 0 1,-1 0 0,1 0 0,-1 0 0,1 0 0,0 0-1,-1 0 1,1 1 0,-1-1 0,1 1 0,1 0-1,1 1 67,-1 0-1,1-1 0,-1 1 1,0 1-1,0-1 1,0 0-1,0 1 0,0 0 1,4 5-1,1 3 92,0 1 0,-1 0 0,0 1-1,-1 0 1,6 18 0,16 70 806,0 2-466,-27-102-565,12 28 330,-13-28-427,1 0 1,0 0-1,0 0 1,0 0-1,0 0 1,-1 0-1,1 0 1,0 0-1,1 0 1,-1 0-1,0-1 1,0 1-1,0-1 1,0 1-1,0-1 1,1 1-1,-1-1 1,0 1-1,1-1 1,-1 0-1,2 0 1,5-5-2675,6-23-2440,5-11-5118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290 127 6339,'0'0'8006,"1"-8"-7232,4-23 165,-4 23-101,-2-4 893,1 10-1670,0 1 0,0-1 0,0 1 0,0-1 0,0 1 1,-1 0-1,1-1 0,0 1 0,-1 0 0,1-1 0,-1 1 0,0 0 1,1-1-1,-1 1 0,0 0 0,0 0 0,1 0 0,-1 0 0,0 0 1,0 0-1,-2-1 0,-6-6-60,7 5-2,0 1-1,0 0 0,0 0 0,0 0 1,-1 0-1,1 0 0,-1 1 0,0-1 0,1 1 1,-1-1-1,0 1 0,0 0 0,0 0 1,0 0-1,0 1 0,0-1 0,0 1 1,-4-1-1,-25-1-16,23 1 1,-1 0 0,-20 2 1,27-1 9,0 1 1,0-1 0,0 1 0,0 0-1,0 0 1,1 0 0,-1 0-1,0 0 1,1 1 0,-1-1-1,1 1 1,-1 0 0,1 0-1,-4 3 1,-3 6 13,1 0 0,0 1 0,0 0 0,1 1-1,1 0 1,0 0 0,1 0 0,0 1 0,1 0 0,-4 19 0,0 16 498,-2 77 0,8 30 636,2-108-833,-1-32-191,2 1 1,0-1 0,0 0 0,6 20-1,-6-32-93,0 1 0,1-1 1,-1 0-1,1 0 0,0-1 0,0 1 0,0 0 0,1-1 0,0 1 0,-1-1 0,1 0 0,0 1 0,0-1 0,1-1 0,-1 1 0,1 0 0,-1-1 0,1 0 0,0 0 0,6 2 0,-4-1-13,1-1 0,0 0 0,0 0 0,0-1-1,0 0 1,0 0 0,0-1 0,1 0 0,-1 0-1,0-1 1,0 1 0,0-2 0,0 1 0,0-1-1,11-4 1,-8 1-23,0 0 0,0 0 0,-1-1-1,0-1 1,0 1 0,-1-1 0,0-1-1,0 1 1,9-12 0,-3 2-289,0 0-1,-1-2 1,-1 1-1,-1-1 1,0-1-1,-1 0 1,-2-1-1,0 0 1,-1 0-1,-1 0 1,-1-1-1,-1 0 1,2-31-1,-5 18-80,1-7 378,-7-80 1,4 120 1321,-1 7-1041,1 16-237,1 278 1052,-1-281-1080,2 0 0,0-1 0,1 1 0,0-1 0,2 0 0,0 0 1,1 0-1,12 28 0,-16-42-116,1 0 0,-1 0 0,1 0 0,0-1 0,0 1 0,0-1 0,0 1 0,0-1 0,1 0 1,-1 0-1,1 0 0,0 0 0,-1 0 0,1 0 0,0-1 0,0 0 0,4 2 0,-5-3-167,0 1 1,0-1-1,0 0 0,0 0 1,0 0-1,0 0 0,0 0 1,0 0-1,0 0 0,0-1 1,0 1-1,0-1 0,0 1 1,0-1-1,0 0 0,-1 0 1,1 0-1,0 0 0,0 0 1,-1 0-1,1-1 0,0 1 1,-1 0-1,0-1 0,1 1 1,-1-1-1,2-3 0,18-32-4694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35 8948,'0'0'7089,"-1"-6"-6494,-6-17-137,5 17-84,2 18-38,53 968 2636,-50-936-2901,-1-9 44,1 0 1,1 0-1,2 0 1,20 62-1,-25-94-93,0-1-1,0 0 0,0 0 0,0 1 0,0-1 0,0 0 1,1 0-1,-1 0 0,1 0 0,0 0 0,0-1 1,-1 1-1,1 0 0,0-1 0,3 3 0,-4-4-18,-1 0 0,1 0 0,0 0 0,-1 0 0,1 0 0,-1 1 0,1-1 0,0 0 0,-1 0 0,1 0 0,-1-1 0,1 1 0,0 0 0,-1 0 0,1 0 0,-1 0 0,1 0 0,0-1-1,-1 1 1,1 0 0,-1-1 0,1 1 0,0-1 0,0 0-11,1-1 0,-1 1-1,0-1 1,0 1-1,0-1 1,0 0 0,0 1-1,-1-1 1,1 0 0,0 0-1,0-2 1,6-32-1560,-1 0 1,-1 0-1,-3-1 0,-1-46 1,-1 27-2849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3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19 2993,'0'0'12441,"14"-4"-11662,12-4-495,-5 2-83,-19 5-44,-9 5 76,-167 72-158,139-63-231,20-8 77,0 1 1,0 0-1,1 1 1,0 0-1,-19 13 1,31-18 75,0-1 1,0 1 0,1 0 0,-1-1 0,0 1 0,1 0 0,-1 0 0,1 0 0,0 0-1,0 1 1,0-1 0,0 0 0,0 0 0,0 1 0,0-1 0,1 0 0,-1 1-1,1-1 1,0 1 0,0-1 0,0 1 0,0-1 0,0 1 0,0-1 0,1 0 0,-1 1-1,1-1 1,-1 1 0,1-1 0,0 0 0,0 0 0,0 1 0,0-1 0,2 2 0,3 5 57,-1-1 0,2 0 0,-1-1 1,1 1-1,0-1 0,0-1 0,9 7 1,23 16 556,77 41-1,-90-57-529,1-1-1,0-1 0,0-2 1,39 9-1,-65-18-69,4 1-78,-1 0 0,1 0 0,0 0-1,0-1 1,9 0 0,-13-1-68,1 1-1,-1 0 0,0-1 1,0 1-1,0-1 0,0 1 1,0-1-1,0 1 0,0-1 1,0 0-1,0 1 0,0-1 1,0 0-1,-1 0 0,1 0 1,0 0-1,0 0 0,-1 0 1,1 0-1,-1 0 0,1 0 1,-1 0-1,1 0 0,-1 0 1,1 0-1,-1-3 0,7-25-5430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337 173 9076,'0'0'5651,"1"-8"-5144,1 2-308,0-7 793,0 0-1,1-21 1,-3 33-677,0 0-289,0-1 0,0 1 1,-1 0-1,1-1 0,0 1 0,-1 0 0,1 0 0,-1-1 0,1 1 0,-1 0 0,0 0 1,0 0-1,0-2 0,-3-1-29,-1 0 1,1 0 0,-1 0-1,0 1 1,0-1 0,0 1-1,0 0 1,0 1 0,-1-1-1,1 1 1,-1 0 0,-9-2 0,-3 2-45,1 0 1,-35 1 0,32 1 7,16 1 35,1-1 0,-1 1 0,0 0 0,0 0 0,1 0 1,-1 1-1,1-1 0,-1 1 0,1 0 0,-1 0 0,1 0 1,0 1-1,0-1 0,0 1 0,0-1 0,-3 5 0,-2 3-2,0 0 0,1 0-1,-13 23 1,11-14 46,1 1-1,1 0 1,1 0 0,1 0-1,0 1 1,-3 35 0,4 130 1409,4-131-1068,0-35-275,-1-11 23,1-1 1,0 1-1,0-1 0,1 1 1,0-1-1,4 15 0,-4-21-99,0 0 0,-1-1 0,1 1-1,0-1 1,0 1 0,0-1-1,0 1 1,0-1 0,1 0-1,-1 0 1,0 1 0,1-1-1,-1 0 1,1 0 0,2 1-1,-2-1-7,1 0-1,0-1 0,0 1 1,-1 0-1,1-1 0,0 0 0,0 0 1,0 0-1,0 0 0,0 0 0,-1 0 1,5-2-1,-2 1-19,0-1 0,0 1 0,0-1 1,-1-1-1,1 1 0,-1 0 0,0-1 0,0 0 0,0 0 0,0 0 1,6-7-1,3-4-101,18-27-1,-20 26-23,6-11-432,-1 0 0,-1-1 0,-1 0 0,-1-1 0,-1-1 0,-2 0 0,-1 0 1,7-47-1,-11 52 516,2-12 160,-1 0-1,1-53 0,-4 12 329,-1 104-191,0 0 0,9 32 0,2 23 379,-1 58 366,8 72 542,-20-211-1538,13 75 394,-11-69-371,-1-1 0,1 1 0,1-1 0,-1 0 1,1 0-1,0 0 0,0 0 0,1-1 0,4 6 0,3-3-179,-8-11-29,-2 2 97,3-9-1019,0 0-1,0-1 0,-1 0 1,0 1-1,-1-1 1,2-19-1,-4 29 1015,4-40-7163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4706,'0'0'9178,"0"-2"-8346,0-7-19,0 16 51,0 23-105,3 146 2357,33 224 0,-35-391-3007,5 28 138,-6-36-226,0 0 0,0 0-1,1 0 1,-1 0 0,0 0 0,0 0 0,1-1-1,-1 1 1,1 0 0,-1 0 0,1 0 0,-1 0-1,1 0 1,0-1 0,-1 1 0,1 0 0,0 0 0,0-1-1,-1 1 1,1 0 0,0-1 0,0 1 0,0-1-1,0 1 1,0-1 0,1 1 0,-2-2-17,1 1 0,-1 0 0,0 0 0,0 0-1,1-1 1,-1 1 0,0 0 0,0 0 0,1-1 0,-1 1 0,0 0 0,0 0 0,0-1 0,1 1 0,-1 0 0,0-1 0,0 1 0,0 0 0,0-1 0,0 1-1,0 0 1,0-1 0,0 1 0,0-1 0,0 1 0,0 0 0,0-1 0,0 1 0,0 0 0,0-1 0,0 1 0,0-1 0,0-5-9,4-114-1097,-3 60-387,3 0 1,11-66-1,-10 108 1388,0-1-1,0 1 0,2 0 1,0 0-1,1 1 1,15-23-1,-16 28 97,2 1 0,-1 0-1,1 1 1,1 0 0,0 0 0,0 1 0,1 0 0,0 1-1,19-11 1,-23 16 7,0-1-1,1 2 0,0-1 1,-1 1-1,1 0 1,11 0-1,-16 1 13,0 1 0,0-1-1,1 1 1,-1 0 0,0 0 0,1 1 0,-1-1 0,0 1-1,0-1 1,1 1 0,-1 0 0,0 0 0,0 1-1,0-1 1,0 0 0,0 1 0,-1 0 0,6 3-1,-2 4 79,0-1-1,0 1 0,-1 0 1,0 1-1,0-1 0,-1 1 1,-1 0-1,4 13 0,15 91 760,-18-91-749,3 39 950,-3 117 0,-4-123-459,0-64-7028,0-11-1086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73 6771,'0'0'6299,"-1"-12"-6126,-6-36 38,5 36 902,-3 79-104,6 106 1,1-135-754,21 538 1329,-22-517-1427,0 13 284,2-1 0,17 90-1,-10-133-195,-8-25-195,-1 1 1,1 0 0,-1-1 0,0 1 0,0 0-1,0 0 1,-1 0 0,1 0 0,-1 6-1,0-9-136,0-7-1662,0-8 510,0 2-600,0-1 0,3-18 1,8-3-3919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13 3314,'0'0'3270,"-4"-13"5721,2 13-8958,0 0 0,0 0-1,0 0 1,0 1 0,0-1 0,1 0 0,-1 1-1,0-1 1,0 1 0,0 0 0,0 0-1,0 0 1,1 0 0,-1 0 0,0 0 0,1 0-1,-1 0 1,1 1 0,-1-1 0,1 1-1,0-1 1,0 1 0,-1-1 0,0 3 0,-4 4 22,-24 28-23,-82 94 237,84-101-207,-1-1-1,-40 30 1,51-46-57,0-1 0,-1-1-1,0 0 1,-1-1 0,-31 9 0,50-18 35,10 0-920,-2-2 879,0 1 0,0 0 0,0 1 0,0 0 0,0 0 0,0 0 0,0 1 1,0 0-1,0 1 0,0-1 0,-1 1 0,1 1 0,0-1 0,6 4 0,5 10 58,1 0 1,-2 1-1,-1 1 0,0 1 0,21 32 0,-25-35 38,50 71 445,36 49 433,-65-99-549,-31-35-386,0-1 0,-1 0 0,1 1 0,0-1 0,0 0 0,0 0 0,0 0 0,0 0 0,0 0 0,0 0 0,1 0 0,-1-1 0,0 1 0,0-1 0,1 0 0,-1 0 0,0 1 0,0-2 0,3 1 0,-4 0-36,0-1-1,0 0 0,0 1 1,0-1-1,-1 0 1,1 0-1,0 1 1,0-1-1,-1 0 0,1 0 1,0 0-1,-1 0 1,1 0-1,-1 0 0,0 0 1,1 0-1,-1 0 1,0 0-1,1 0 1,-1 0-1,0 0 0,0 0 1,0-2-1,1-3-62,13-65-3532,-10 30-1068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53 4994,'0'0'6243,"0"-8"-5384,0-37 4717,-4 45-5443,3 0-129,-1 1-1,1-1 0,0 1 1,0 0-1,0-1 0,0 1 0,1 0 1,-1-1-1,0 1 0,0 0 1,0 0-1,0 0 0,1 0 1,-1 0-1,0 0 0,1 0 0,-1 0 1,1 0-1,-1 0 0,1 0 1,0 0-1,-1 0 0,1 1 0,0 0 1,-8 35 74,4 0 205,2 0 0,2 46 0,1-22 234,-1-23-194,0 10 324,6 63 1,-3-96-545,-1 1 1,2-1-1,0 0 1,1 1 0,0-2-1,1 1 1,1-1-1,9 15 1,-13-24-82,1 0 0,0 0 0,0-1 0,0 1 0,0-1 0,1 0 0,0 0 0,-1-1 0,1 1 0,1-1 0,-1 0 0,0 0 0,9 2 0,-6-2-1,1-1 0,-1 0 1,0-1-1,1 0 0,-1 0 0,1-1 1,-1 0-1,1 0 0,9-3 0,-14 3-10,0-1 1,1-1-1,-1 1 0,0-1 0,0 1 0,0-1 1,0-1-1,0 1 0,0 0 0,0-1 0,-1 0 0,5-4 1,-2 0-53,0 1 0,0-2 0,-1 1-1,0-1 1,7-13 0,-3 0-245,0 0 0,-2 0 0,-1 0 0,5-29 0,-5-3-301,-2 1 0,-5-80 1,0 49 895,1-64-107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9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7 231 7411,'0'0'5131,"-1"-12"-4808,-3-38 238,3 5 2829,3 97-2605,19 97 1,-3-33 364,3 146 203,-20-247-1006,-1-22 221,-1-17-480,1-485-2668,0 499 2502,0 1 0,1-1 1,0 0-1,3-11 0,-2 17 71,-1 0 0,0 1 0,1-1 0,0 1 0,-1-1 1,1 1-1,1-1 0,-1 1 0,0 0 0,1 0 0,0 0 0,0 0 0,3-2 0,-4 3 5,-1 1-1,1 0 1,0 0-1,0 0 1,-1 0-1,1 0 0,0 1 1,0-1-1,0 0 1,0 1-1,0 0 1,0-1-1,0 1 1,0 0-1,0 0 1,0 0-1,0 0 0,0 0 1,0 1-1,0-1 1,0 0-1,0 1 1,0 0-1,0-1 1,0 1-1,-1 0 1,1 0-1,0 0 0,0 0 1,-1 0-1,1 1 1,-1-1-1,1 0 1,-1 1-1,3 2 1,4 6 62,-1 0-1,1 0 1,-1 1 0,7 16 0,-11-21-30,19 39 388,-2 0 0,-2 1 1,19 78-1,12 152 1713,-42-254-1221,-15-138-1508,-1-11-504,9-101-997,1 219 1988,0-1 0,0 1 0,1-1 0,1 1 0,-1 0 0,1-1 0,1 2 0,0-1 0,0 0 0,10-13 0,1 0 16,2 1-1,30-29 0,-43 46 86,-1 1 0,0 0 0,1 0 0,0 1 0,0-1 0,0 1 0,0 0 1,0 0-1,9-3 0,-12 4 2,1 1 1,-1 0 0,1 0 0,0-1 0,-1 1 0,1 0 0,-1 1 0,1-1 0,0 0 0,-1 0 0,1 1 0,-1-1 0,1 0-1,-1 1 1,1 0 0,-1-1 0,1 1 0,-1 0 0,0 0 0,1 0 0,-1 0 0,0 0 0,0 0 0,0 0 0,1 0-1,-1 0 1,0 1 0,-1-1 0,1 0 0,0 1 0,0-1 0,1 3 0,7 22 98,-1 0-1,0 0 1,-2 1 0,3 35 0,-6-43 45,30 450 3775,-32-452-3762,-2-7-50,1 1 0,1 0 0,0 0 0,1 0 1,0-1-1,5 16 0,-1-17-87,-3-14-158,-1-14-401,-2-111-6755,0 102 3407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2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6403,'0'0'10693,"136"44"-10469,-84-38-208,-3-6-16,-4 0-1121,-6 0-4113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1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4706,'0'0'8452,"0"-14"-7921,0-90 2524,0 103-2226,0 4-871,1 40 37,3 0 0,16 74 0,0-4 284,30 277 563,9 51-481,-12-206-225,-44-224-123,9 28 24,-11-37-30,0 0 1,-1 0-1,1 0 0,0-1 1,0 1-1,0 0 0,1-1 1,-1 1-1,0 0 0,1-1 1,-1 0-1,1 1 0,-1-1 1,4 2-1,-5-3-7,0 0-1,0 0 0,0 0 1,1 0-1,-1 0 1,0 0-1,0 0 1,0 0-1,0 0 1,1 0-1,-1 0 0,0 0 1,0 0-1,0 0 1,0 0-1,1 0 1,-1 0-1,0 0 0,0 0 1,0 0-1,0 0 1,1 0-1,-1 0 1,0 0-1,0 0 0,0-1 1,0 1-1,0 0 1,1 0-1,-1 0 1,0 0-1,0 0 1,0 0-1,0-1 0,0 1 1,0 0-1,0 0 1,0 0-1,0 0 1,1-1-1,-1 1 0,0 0 1,0 0-1,0 0 1,0 0-1,0-1 1,0 1-1,0 0 1,0 0-1,0 0 0,0-1 1,2-18-492,-1 1 1,0-1-1,-3-22 0,1-3-1274,1-76-5098,0 64-587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7171,'0'0'4488,"14"-27"-4120,-14 27-368,18-35 132,28-40 0,-43 71-127,0 0 0,1 0 0,-1 1 0,1-1 0,0 1 0,0 0 0,0 0 0,0 0 0,0 0 0,1 1-1,-1 0 1,1 0 0,0 0 0,-1 0 0,1 1 0,0-1 0,0 1 0,0 1 0,0-1 0,0 1 0,6 0 0,0-1 6,5-1 57,1 1 0,-1 1 0,1 1 1,-1 0-1,1 1 0,-1 1 0,0 0 0,0 1 0,0 1 1,18 8-1,-13-3 247,0 2 1,0 0-1,-1 1 0,-1 1 1,32 31-1,-42-37-150,-1 1 0,0 0 0,0 1-1,-1-1 1,-1 1 0,0 1 0,0-1-1,-1 1 1,0 0 0,-1 1 0,0-1-1,-1 1 1,3 17 0,-4-9 145,0 0 0,-2 1 0,0-1 0,-4 28 0,2-39-237,1-1-1,-2 1 1,1-1 0,-1 0-1,0 0 1,-1 0 0,0 0-1,0-1 1,-1 1-1,1-1 1,-2 0 0,-8 9-1,5-7-67,-1-1 0,0 0-1,0-1 1,0 0-1,-1-1 1,0 0 0,0 0-1,-23 7 1,15-8-198,1 0 1,-1-2 0,0 0 0,0-1-1,-23-1 1,37-1 88,-1 0-1,1 0 1,-1-1 0,1 1 0,-1-1-1,1-1 1,0 1 0,0-1 0,0 0-1,0 0 1,0 0 0,-6-4 0,7 3-22,1 0 1,0 0 0,0 0 0,0-1 0,0 1-1,1-1 1,-1 1 0,1-1 0,0 0-1,0 0 1,0 0 0,1 0 0,-1 0-1,1 0 1,-2-9 0,2-1-695,-1 0 0,2-17 0,0-31-4580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298 113 5811,'0'0'5199,"4"-7"-4534,10-23 226,-13 27-639,0 1 1,-1 0 0,1-1-1,0 1 1,-1 0-1,0-1 1,1 1-1,-1-1 1,0 1 0,0-1-1,0 1 1,-1-3-1,0-6 176,0 10-427,0 0 0,-1 0 1,1 0-1,0 0 0,-1 0 1,1 0-1,-1 0 0,1 0 1,-1 1-1,1-1 0,-1 1 1,0-1-1,1 1 0,-3-1 1,-29-7 60,17 6-24,0 0-1,0 1 1,-31 3-1,4 0 27,30-2-50,7-1 1,0 1-1,0 0 1,0 1 0,-8 1 0,12-1-12,0-1 0,0 1 0,1 0 0,-1-1 0,0 1 0,1 0 0,-1 0 0,0 0 0,1 1 0,-1-1 0,1 0 0,0 1 0,-1-1 0,1 1-1,0-1 1,0 1 0,-2 2 0,-12 21 80,12-21-66,0 1 0,0-1-1,0 1 1,0 0 0,1 0 0,0 0-1,0 0 1,1 1 0,-1-1 0,1 1 0,0-1-1,0 0 1,1 9 0,0-14-13,-1 42 619,2 0 0,1 0 0,3 0 0,13 59 0,17 4 472,-30-94-957,0 1 0,1-2-1,0 1 1,0-1 0,1 0-1,16 18 1,-20-25-111,0-1-1,0 1 1,0-1-1,1 1 0,-1-1 1,0 0-1,1 0 1,0-1-1,-1 1 1,1-1-1,0 0 1,0 0-1,0 0 0,0 0 1,-1 0-1,1-1 1,0 0-1,0 0 1,0 0-1,7-1 1,-5-1-1,-1 1 0,1-1 1,-1 0-1,0 0 1,1-1-1,-1 1 1,0-1-1,0 0 1,-1-1-1,1 1 1,-1-1-1,1 0 0,4-6 1,13-17-344,0-1 1,-2-1-1,-2-1 1,0 0-1,-2-2 0,-2 0 1,0 0-1,11-47 1,-20 50-354,-1 1 1,-2-1 0,-1-45 0,-1 46 480,0 22 181,-1 1 1,1 0-1,-1-1 0,0 1 0,0 0 0,-1 0 0,-1-5 1,2 8 7,0-1 1,0 1-1,0 0 1,0 0-1,-1 0 1,1 1-1,0-1 1,-1 0-1,0 0 1,1 1-1,-1-1 1,0 1-1,0 0 1,0-1-1,1 1 0,-2 0 1,1 0-1,-3-1 1,5 2-2,0 0 0,-1 0 0,1-1 0,-1 1 0,1 0 0,0 0 1,-1 0-1,1 0 0,-1 0 0,1 0 0,0 1 0,-1-1 0,1 0 0,-1 0 0,1 0 0,0 0 0,-1 0 0,1 1 1,-1-1-1,1 0 0,0 0 0,-1 0 0,1 1 0,0-1 0,0 0 0,-1 1 0,1-1 0,0 0 0,0 1 1,-1-1-1,1 0 0,0 1 0,0-1 0,0 0 0,-1 1 0,1-1 0,0 0 0,0 1 0,0-1 0,0 1 0,0 0 1,-2 22-48,2-15 49,-1 208 1134,2-115-344,-1-80-566,1 0 0,0 0-1,9 37 1,-9-52-211,0-1 1,1 1-1,0-1 0,0 0 0,0 1 0,1-1 0,-1 0 0,1-1 0,1 1 0,-1 0 1,0-1-1,1 0 0,0 0 0,0 0 0,0 0 0,1-1 0,-1 1 0,1-1 1,8 4-1,-11-6-50,0 0 0,0-1 0,0 1 1,0-1-1,0 1 0,0-1 0,0 0 1,0 0-1,0 0 0,0 0 0,0 0 1,0 0-1,0 0 0,0-1 0,0 1 1,0-1-1,0 1 0,0-1 0,0 0 1,0 0-1,0 0 0,0 0 0,-1 0 1,1 0-1,0-1 0,-1 1 0,1-1 1,-1 1-1,0-1 0,3-2 0,1-5-757,1 1 0,-1-2 0,-1 1 0,7-18-1,-8 20 146,12-39-4544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6883,'0'0'2716,"5"31"248,36 218 2097,0 18-675,-40-265-4331,-1-1-14,0 0 0,0 1 0,0-1 0,0 0 0,0 0 0,0 0-1,0 0 1,1 0 0,-1 0 0,0 0 0,1 0 0,-1 0 0,1 0 0,-1 0 0,1 0 0,-1 0 0,1-1 0,0 1-1,-1 0 1,1 0 0,1 1 0,-1-23 306,-1-288-4717,0 292 3803,1 0 1,0 0-1,1 1 0,1-1 1,1 0-1,7-21 0,-7 28 500,0 1 0,1 0 0,0 0 0,0 0-1,1 0 1,0 1 0,1 0 0,0 1 0,0-1 0,0 1-1,15-10 1,-15 13 253,-1 1-1,0-1 1,1 2 0,0-1-1,0 1 1,0 0 0,0 0-1,0 1 1,0 0-1,0 0 1,0 1 0,1 0-1,10 1 1,-2-1 193,-13 0-303,1 0 1,0 1-1,-1-1 1,1 1 0,-1 0-1,1 0 1,-1 0 0,1 0-1,-1 1 1,0-1 0,0 1-1,1 0 1,-1 0 0,0 0-1,4 5 1,-2-3-17,-1 1 0,-1 0 1,1 0-1,0 0 0,-1 0 0,0 0 1,-1 1-1,5 11 0,6 13-944,-1-13-3431,-2-10-2566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64 1873,'0'0'6208,"4"-5"-6115,3 0-60,-5 3 37,0 1 0,0-1 0,-1 0 0,1 0 0,0 0-1,-1 0 1,1 0 0,1-3 0,-11-1 6071,-17-6-6712,20 10 1108,-3-1-408,-1 1 0,1-1 0,0 2 0,-1-1 0,-15 0 0,-67 2 1026,90 0-1143,0 1 0,-1-1 0,1 1 0,0-1 0,0 1 0,0-1 0,0 1 0,0 0 0,0 0 0,0 0 0,0-1 0,0 1 0,0 0 0,1 0 0,-1 0 0,0 0 0,1 0 0,-1 0 0,0 1 0,1-1 0,-1 0 0,1 0 0,0 0 0,-1 0 0,1 1 0,0-1 0,0 0 0,0 0 0,0 2 0,-3 42 38,3-45-49,-11 404 3747,11-404-3727,0 1 0,0-1 0,0 1 0,0-1 0,0 1 0,0-1 1,1 1-1,-1-1 0,0 1 0,0-1 0,0 0 0,0 1 0,1-1 0,-1 1 0,0-1 0,1 1 0,-1-1 0,0 0 0,1 1 1,-1-1-1,0 0 0,1 1 0,-1-1 0,1 0 0,-1 1 0,0-1 0,1 0 0,-1 0 0,2 1 0,17-1 289,-14-2-269,0 1-1,0-1 1,0 1 0,0-1 0,0-1-1,5-2 1,8-10-69,-1 0-1,22-25 0,-7 7-245,-17 18-29,0-1 0,-1-1 0,16-25 0,-25 34 223,0 1 0,-1-1 0,0-1 0,-1 1 0,0-1 0,0 1 0,-1-1 0,0 0 0,-1 0 0,2-15 0,-2-14-441,0-27-942,-2 59 1281,1 0 1,-1 1 0,0-1-1,-1 1 1,1-1-1,-1 1 1,0-1-1,-5-8 1,-5 3 129,11 11 67,1 0 0,0 0 0,-1 0 0,1 0 1,0 0-1,-1 0 0,1-1 0,0 1 0,-1 0 1,1 0-1,0 0 0,-1 0 0,1 1 0,0-1 0,-1 0 1,1 0-1,0 0 0,-1 0 0,1 0 0,0 0 1,0 0-1,-1 1 0,1-1 0,0 0 0,-1 0 0,1 0 1,0 1-1,0-1 0,-1 0 0,1 0 0,0 1 0,0-1 1,0 0-1,0 0 0,-1 1 0,1-1 0,0 0 1,0 1-1,0-1 0,0 0 0,0 1 0,0-1 0,0 0 1,0 1-1,0-1 0,0 0 0,0 1 0,0-1 1,0 1-1,-5 67 1242,5 75 1,1-64-406,-2-44-517,0-10-88,1 0 0,6 43 0,-5-61-232,0-1 0,1 1 0,0-1 0,0 0-1,0 0 1,1 0 0,0 0 0,0 0 0,0 0 0,1-1 0,0 0 0,0 1 0,0-1 0,1-1 0,7 7 0,-10-9-28,0-1 1,-1 0 0,1 1-1,0-1 1,0 0 0,0 0-1,0-1 1,0 1-1,0 0 1,1-1 0,-1 1-1,0-1 1,0 1 0,3-1-1,-4 0-56,1 0-1,-1-1 1,1 1-1,-1-1 1,1 1-1,-1-1 1,1 1-1,-1-1 1,0 0-1,0 1 1,1-1-1,-1 0 1,0 0-1,0 0 1,0 0-1,2-1 1,1-5-662,0 1 1,0-1-1,0 0 1,-1 0-1,0 0 1,3-11-1,-4 15 307,12-43-6838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35 576,'0'0'4693,"0"-3"-4450,0-4-1236,0-18 15592,0 47-15770,1 17 1273,2 0 1,10 49 0,25 76 646,-21-97-448,-8-26-75,-6-24-85,0 0 0,2 0 0,0 0 0,9 16 0,-4-21 71,-10-12-205,0 0 0,1 0 1,-1 0-1,0 1 1,0-1-1,0 0 0,0 0 1,0 0-1,1 0 1,-1 0-1,0 0 0,0 0 1,0 0-1,1 0 0,-1 0 1,0 0-1,0 0 1,0 0-1,0 0 0,1 0 1,-1 0-1,0 0 1,0 0-1,0 0 0,1 0 1,-1 0-1,0 0 0,0 0 1,0 0-1,0 0 1,1 0-1,-1 0 0,0 0 1,0-1-1,0 1 1,0 0-1,1 0 0,-1 0 1,0 0-1,0 0 0,0 0 1,0-1-1,0 1 1,0 0-1,0 0 0,0 0 1,1 0-1,-1-1 1,0 1-1,0 0 0,0 0 1,0 0-1,0-1 0,0 1 1,0 0-1,0 0 1,0 0-1,0 0 0,0-1 1,0 1-1,0 0 1,-1-7-40,1 0 1,-1 0 0,0 0 0,-1 0 0,0 0-1,0 0 1,0 0 0,-1 1 0,-3-8-1,2 6 37,0-1 0,1 0 0,1 0 0,-1 0 0,2 0 0,-1 0 0,0-11 0,3-69-292,0 41-23,-1 31 54,0 0 0,1 0 0,1 1 0,0-1 0,6-18 0,-6 30 221,-1 0 0,1 1 0,0-1 1,1 1-1,-1-1 0,1 1 1,0 0-1,0 0 0,0 0 1,1 0-1,-1 1 0,1-1 0,0 1 1,0 0-1,0 0 0,0 0 1,1 1-1,-1-1 0,1 1 1,0 0-1,6-1 0,1 0 42,-1 1-1,0 1 1,1 0-1,-1 0 1,13 2 0,-3-1-23,-18 1 17,0-1-1,0 1 1,0 0 0,0 0-1,-1 0 1,1 0 0,0 0-1,0 0 1,-1 1-1,1 0 1,-1-1 0,0 1-1,1 0 1,-1 0 0,0 0-1,0 1 1,0-1-1,0 0 1,-1 1 0,1-1-1,0 1 1,1 3 0,5 11 61,0 0 0,7 27 0,-9-27 20,13 46 388,-3 1 0,-2 1 1,4 70-1,-16-122-401,-2-9-26,0 1 1,0-1-1,1 1 0,-1-1 0,1 1 0,0-1 0,1 0 1,-1 1-1,1-1 0,2 5 0,-4-9-56,0 0 1,0 0-1,0 0 0,0 0 1,0 0-1,0 0 0,0 1 1,1-1-1,-1 0 1,0 0-1,0 0 0,0 0 1,0 0-1,0 0 0,0 0 1,1 0-1,-1 0 0,0 0 1,0 0-1,0 0 0,0 1 1,0-1-1,1 0 0,-1 0 1,0 0-1,0 0 0,0 0 1,0 0-1,0 0 0,1 0 1,-1-1-1,0 1 1,0 0-1,0 0 0,0 0 1,0 0-1,1 0 0,-1 0 1,0 0-1,0 0 0,0 0 1,0 0-1,2-10-3800,-2-15-965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5042,'0'0'5544,"1"-4"-4634,4-10 34,-4 10 2020,1 53-2838,2 1-1,16 69 1,-7-46 79,60 432 1448,-28-185-1041,-44-312-597,26 141 263,-26-147-273,9 31 105,-10-32-102,0 0 1,1 0-1,-1 0 0,1 0 0,-1 0 0,1 0 0,-1 0 0,1 0 0,-1 0 0,1 0 1,0 0-1,0 0 0,-1 0 0,1 0 0,0-1 0,0 1 0,0 0 0,0-1 1,0 1-1,0-1 0,1 1 0,-1 0-31,-1-1-1,0-1 1,0 1 0,1 0-1,-1 0 1,0 0 0,1 0-1,-1 0 1,0 0 0,0 0 0,1 0-1,-1 0 1,0-1 0,0 1-1,1 0 1,-1 0 0,0 0-1,0 0 1,1-1 0,-1 1-1,0 0 1,0 0 0,0-1-1,0 1 1,1 0 0,-1 0 0,0-1-1,0 1 1,0 0 0,0 0-1,0-1 1,0 1 0,0 0-1,0-1 1,0 1 0,0 0-1,0 0 1,0-1 0,0 1-1,0 0 1,0-1 0,0 1 0,0-3-216,1-78-6201,-1 26-891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7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6003,'0'0'4842,"35"-9"-4405,8-1-184,65-9-1,-102 18-203,0 1 0,0 0 1,0 0-1,0 1 1,0-1-1,0 1 0,0 1 1,0-1-1,-1 1 0,1 0 1,0 0-1,-1 1 0,9 5 1,7 4 269,0 1 1,0 2-1,-1 0 1,-1 1-1,25 27 1,-36-34-153,-1 0 0,0 0 0,0 1 1,-1 0-1,0 0 0,-1 1 0,0-1 0,0 1 1,-1 0-1,-1 0 0,0 1 0,0-1 0,1 22 1,-3-16 99,-1 0 0,-3 24 0,2-34-211,0 0-1,-1-1 0,0 0 1,0 1-1,-1-1 1,1 0-1,-1 0 0,-1-1 1,-4 8-1,-6 5-6,-1 0 0,0-1-1,-2-1 1,-27 22 0,34-30-109,-1-1-1,0 0 1,0 0-1,-1-1 1,1-1-1,-1 0 1,-1 0 0,1-1-1,-19 3 1,27-6-44,-19-1-710,23 0 740,-1 0 1,0 0 0,0 0 0,0-1 0,1 1 0,-1-1 0,0 1 0,0 0 0,1-1 0,-1 1-1,0-1 1,1 1 0,-1-1 0,1 0 0,-1 1 0,1-1 0,-1 0 0,1 1 0,-1-1-1,1 0 1,-1 0 0,1 1 0,0-1 0,0 0 0,-1 0 0,1-1 0,-2-46-2616,2-13-2402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14 160,'0'0'13249,"-1"-2"-12670,-4-9 2596,3 11-2786,0 9-317,2 45 95,6 166 1469,-3-194-1348,1 1 1,2-1 0,0 0-1,1 0 1,2-1-1,13 29 1,-18-47-207,0 1 1,0-1-1,1 0 0,0 0 0,0-1 1,1 0-1,-1 0 0,11 8 0,-12-11-53,1 0-1,-1 0 0,1 0 0,0-1 1,0 0-1,0 0 0,0 0 1,1 0-1,-1-1 0,0 0 1,1 0-1,-1 0 0,8-1 1,-9 0-18,1-1 0,-1 0 1,1 0-1,-1-1 1,0 1-1,0-1 0,1 0 1,-1 0-1,0 0 1,-1 0-1,1-1 0,0 0 1,-1 0-1,1 0 1,-1 0-1,0 0 0,0-1 1,0 1-1,-1-1 1,5-7-1,5-9-41,-1-1 0,13-37 0,-21 53 9,8-24-251,-1 1 0,-1-1 1,-1-1-1,-2 1 0,-1-1 0,3-51 1,-8-12 252,0 89 74,0 0-1,-1 1 1,1-1 0,-1 0 0,0 1-1,1-1 1,-2 1 0,-1-6 0,3 8-92,-1 0 1,0-1 0,1 1 0,-1 0 0,0 0 0,0 0 0,0 0-1,0 0 1,0 1 0,0-1 0,0 0 0,0 0 0,0 0 0,0 1-1,0-1 1,0 1 0,-1-1 0,1 1 0,0-1 0,0 1 0,-1 0-1,1 0 1,0-1 0,-3 1 0,41 0-6255,-10 0 750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1985,'0'0'7539,"3"-5"-5551,11-21 2953,-14 28-4895,-1 0 0,1 0 0,-1-1 0,1 1 0,0 0 1,0 0-1,0 0 0,0 0 0,0 0 0,0 0 0,1 2 0,0 10 65,1 41 625,12 68 0,-2-28 65,12 173 958,8 81-871,-29-318-864,1-2 0,2 1 0,1 0 0,11 30 0,-17-57-25,15 32 19,-16-34-22,1 0-1,0 1 0,-1-1 0,1 0 1,0 1-1,0-1 0,0 0 1,-1 0-1,1 0 0,1 0 0,-1 0 1,0 0-1,0 0 0,0 0 1,0 0-1,1-1 0,-1 1 0,2 0 1,-1-20-1173,-2 3 552,0-2-765,0-1 1,-1 1 0,-1-1-1,0 1 1,-10-33 0,-13-12-4955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8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10965,'0'0'5907,"196"0"-4467,-123-3-1103,-3-3-337,-1-1-209,-9 1-2032,-15 3-4674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52 7972,'0'0'8844,"-7"-4"-8143,-13-5-619,-28-9 0,29 11-80,3 3 2,0 1 1,0 0 0,0 1-1,0 1 1,-1 0 0,-19 2-1,5 0 33,26-1-24,1 1 0,-1-1 0,1 1 0,-1 0 0,1 1 1,-1-1-1,1 1 0,0 0 0,0 0 0,0 0 0,0 1 0,0-1 0,0 1 0,1 0 0,-1 0 0,1 0 0,0 1 0,0-1 1,-3 5-1,-1 1 14,1 0 1,1 0 0,0 0-1,0 1 1,1 0 0,0 0-1,-3 14 1,2 10 378,0 0 0,3 0 0,2 61 0,1-38 43,-1-30-142,1 0 0,1 0 0,8 35 0,-8-54-232,0 0 0,0-1 0,1 1 0,-1-1 0,2 1 0,-1-1 0,1 0 0,0-1 0,1 1 0,-1-1 0,1 1 0,1-1 0,-1-1 0,1 1 0,12 8 0,-14-11-58,0-1 1,0 0 0,1 0 0,-1 0-1,1-1 1,-1 1 0,1-1-1,-1 0 1,1-1 0,0 1 0,0-1-1,-1 0 1,1 0 0,0 0-1,-1-1 1,1 1 0,0-1 0,-1 0-1,1-1 1,-1 1 0,5-3-1,0 0-12,-1-1 0,0 0 0,0 0 0,0 0-1,-1-1 1,0-1 0,0 1 0,0-1 0,6-9-1,13-18-479,-2 0 0,35-67 1,-51 84 40,0-1 0,-1-1 0,-1 1 0,0-1 0,-2 0 0,0 0 0,-1-1 0,0-26 0,-2 18 231,-1-35 98,0 59 141,0 0-1,-1 0 1,0 0 0,1-1-1,-2 1 1,1 0 0,0 0-1,-1 1 1,0-1 0,0 0-1,-3-5 1,-4-1 87,6 6-38,1 0 1,-1 1 0,-1-1-1,1 1 1,-1 0 0,1 0 0,-9-5-1,12 24-69,0 454 2001,0-460-1978,0 0 1,1 0-1,0 0 0,4 14 0,-5-23-98,0 1 0,1-1-1,-1 0 1,0 0 0,1 0 0,-1 1-1,1-1 1,-1 0 0,1 0-1,-1 0 1,1 0 0,0 0-1,0 0 1,-1 0 0,1 0-1,0 0 1,0 0 0,0-1 0,0 1-1,0 0 1,0 0 0,0-1-1,0 1 1,1-1 0,-1 1-1,0-1 1,0 0 0,0 1 0,1-1-1,-1 0 1,0 0 0,0 0-1,1 0 1,-1 0 0,0 0-1,0 0 1,1 0 0,-1 0-1,0-1 1,0 1 0,0 0 0,1-1-1,-1 1 1,0-1 0,2-1-1,-2 1-164,1 0 0,-1 0-1,0 0 1,0 0 0,0 0 0,1 0-1,-1 0 1,0-1 0,-1 1-1,1 0 1,0-1 0,1-2-1,15-38-4486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3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8084,'0'0'5111,"4"37"-2859,-3-29-2107,9 80 1749,25 97 0,-14-67-40,-15-77-1105,2 1-1,14 44 1,-16-74-552,-6-12-194,0 1 0,0-1 0,0 0 0,0 0 0,0 0 0,0 0 0,0 0 0,0 0 0,0 0 0,0 0 0,0 0 0,1 0 0,-1 0 0,0 0 0,0 0 0,0 0 0,0 0 0,0 0 0,0 0 0,0 0 0,0 0 0,0 1 0,0-1 0,0 0 0,0 0 0,0 0 0,1 0 0,-1 0 0,0 0 0,0 0 0,0 0 0,0 0 0,0 0 0,0 0 0,0-1 0,0 1 0,0 0 0,0 0 0,0 0 0,0 0 0,1 0 0,-1 0 0,0 0 1,0 0-1,0 0 0,0 0 0,0 0 0,0 0 0,0 0 0,0 0 0,0 0 0,0 0 0,0 0 0,0 0 0,0 0 0,0-1 0,0 1 0,0 0 0,0 0 0,0 0 0,2-22 104,-15-255-3572,8 232 2175,3 0 1,3-55-1,-1 96 1278,0 0 0,1 1 0,0-1 0,0 0-1,0 1 1,1-1 0,-1 1 0,1-1 0,-1 1 0,1 0-1,0-1 1,1 1 0,-1 0 0,0 0 0,1 1-1,0-1 1,0 0 0,0 1 0,0 0 0,0 0 0,0 0-1,0 0 1,1 0 0,-1 0 0,1 1 0,-1 0-1,1 0 1,-1 0 0,5-1 0,13-1 463,0 0-1,0 1 1,0 1 0,24 2-1,-14 0 202,43-1 17,-42 0-3662,-25 0-2636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5811,'0'0'6216,"-14"8"-5659,-44 26-226,48-27-229,0-1 0,1 2 0,0-1 0,1 1 0,-1 1 0,1 0 0,1 0 0,0 0-1,-11 19 1,9-10 8,0 0-1,1 0 1,1 1-1,1 0 1,0 0-1,1 0 1,2 1-1,-3 20 0,2 27 472,4 68 0,0-96-319,2-2 32,0-1 0,3 0 0,1 0 0,1 0 0,2-1 0,2 0 0,1-1 0,2 0 0,1-1 0,31 51 0,-39-74-191,0 0-1,0 0 1,1-1-1,0 0 1,1-1-1,0 0 1,0 0 0,13 8-1,-13-11-54,-1-1 0,1 0 0,0-1 0,-1 0 0,1 0 0,1-1 0,-1 0 0,0 0 0,1-1 0,16 0 0,-21-2-51,0 1 1,0-1-1,1 0 0,-1 0 0,0-1 0,0 0 0,0 0 0,0 0 0,-1 0 0,1-1 1,-1 1-1,1-1 0,-1-1 0,0 1 0,0-1 0,0 1 0,0-1 0,-1 0 0,0 0 1,1-1-1,2-5 0,-1 1-506,0 0 0,0 0 0,-1 0 0,4-15 0,-6 15-996,1 0 0,-2-1 0,1 1 1,-1-14-1,-1 2-8543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92 4738,'0'0'5846,"0"-4"-5027,0-2-726,1 4 98,-1 0 1,0 0 0,0-1 0,1 1 0,-1 0 0,0 0-1,-1 0 1,1-1 0,0 1 0,-1 0 0,1 0 0,-1 0-1,0 0 1,1 0 0,-1 0 0,0 0 0,0 0 0,-1 0 0,0-2-1,-8-1-114,0-1 0,0 2 0,-1 0 0,1 0 0,-1 1 0,0 0 0,0 1-1,-20-2 1,4 2-49,-1 2 1,-40 4-1,59-2-1,0 0 0,0 1 1,1 0-1,0 0 0,-1 1 1,1 0-1,1 0 0,-1 1 1,0 0-1,1 1 1,0-1-1,1 1 0,-1 1 1,1-1-1,0 1 0,1 0 1,-1 1-1,1-1 0,-4 11 1,3-5 36,1 0 0,0 0 0,1 1 0,1-1 0,0 1 0,-1 18 0,2 85 704,2-72-298,0-17-23,1 0 0,9 53-1,-7-71-345,-1 0 1,1 0-1,1 0 0,0-1 0,0 1 0,0-1 0,2 0 0,-1 0 0,1 0 0,0-1 0,9 9 0,-12-14-73,1 0 1,-1 0-1,1-1 0,-1 1 1,1-1-1,-1 0 0,1 0 1,0-1-1,0 1 0,0-1 1,0 0-1,0 0 0,1 0 0,-1 0 1,0-1-1,0 0 0,1 0 1,-1 0-1,0 0 0,0-1 1,1 1-1,-1-1 0,0 0 1,0 0-1,0-1 0,0 1 1,0-1-1,-1 0 0,1 0 1,0 0-1,-1-1 0,1 1 1,4-6-1,7-7-183,-1-1 0,0-1 0,-1 0 0,-1-1 0,14-27 1,-10 13-1064,-1-1 1,16-55 0,-24 53 400,-1 1 0,-2-1-1,-1-1 1,-4-66 0,0 38 3945,-1 64-2954,2-1-166,0 1 0,-1 0 0,1 0 1,0 0-1,-1 0 0,1 0 0,0 0 0,-1 0 0,1 0 0,0 0 0,-1 0 0,1 0 0,0 0 0,-1 1 1,1-1-1,0 0 0,-1 0 0,1 0 0,0 0 0,-1 1 0,1-1 0,0 0 0,0 0 0,-1 0 0,1 1 0,0-1 1,-1 1-1,-1 10 96,-1 0 0,2 1 0,-1 0 1,2-1-1,0 1 0,1 12 0,-1 5 92,0-6-12,0 45 327,2-1 1,15 96 0,20 18 82,23 132-125,-26 2-276,-34-257-158,-1-57-30,1 0 0,0 0 0,0 0 0,-1 0 0,1 0 0,-1 0 0,1 0 0,-1 0 1,1 0-1,-1-1 0,0 1 0,1 0 0,-1 0 0,0-1 0,0 1 0,1 0 0,-1-1 0,0 1 0,0-1 1,0 1-1,0-1 0,0 1 0,0-1 0,0 0 0,0 0 0,0 1 0,0-1 0,-1 0 0,-34 2 19,27-3-14,-7 1-5,-8 1-175,-47-7 1,63 5 90,0-1 0,1 0 0,-1 0 0,1-1 0,0 0 1,-1 0-1,1-1 0,1 0 0,-13-9 0,11 7-138,0-1 0,1 0 0,0-1 0,0 0 0,1 0 0,0 0 0,0-1 0,1 0 0,-8-16 1,8 12-635,1-1 0,0 1 0,1-1 0,1 0 0,0 0 0,0-21 0,1-31-6622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17 6643,'0'0'7876,"2"-2"-7313,-2 2-538,0-1 0,0 1 1,1 0-1,-1 0 0,0 0 1,0 0-1,1-1 0,-1 1 1,0 0-1,0 0 0,0-1 1,1 1-1,-1 0 0,0-1 1,0 1-1,0 0 1,0 0-1,0-1 0,0 1 1,0 0-1,0-1 0,0 1 1,0 0-1,0-1 0,0 1 1,0 0-1,0-1 0,0 1 1,0 0-1,0 0 0,0-1 1,0 1-1,0 0 0,0-1 1,0 1-1,-1 0 0,1 0 1,0-1-1,0 1 1,0 0-1,-1 0 0,1-1 1,0 1-1,0 0 0,0 0 1,-1 0-1,1-1 0,-21 0 1081,8 2-1409,-21-2 314,13 0-10,1 1 0,0 1 0,-1 1 0,-21 5 0,36-6-5,-1 1-1,0 1 1,1-1 0,-1 1-1,1 0 1,0 1-1,0 0 1,1 0 0,-1 0-1,1 0 1,-1 1-1,1 0 1,1 0 0,-1 0-1,1 1 1,-5 6-1,6-5 1,-1 0 0,1 0-1,0 0 1,1 0-1,-1 1 1,2-1 0,-1 0-1,-1 14 1,2 7 82,1 30 0,1-17 147,-1-29-116,6 136 1698,-4-132-1550,1 0 1,0 0 0,1 0 0,1 0-1,0-1 1,1 0 0,9 16 0,-12-27-209,0 0-1,0 0 1,0 0 0,1-1 0,-1 1-1,1-1 1,0 0 0,0 0 0,0 0-1,0 0 1,1-1 0,-1 0 0,1 0 0,-1 0-1,1 0 1,0-1 0,-1 0 0,1 0-1,0 0 1,0 0 0,0-1 0,0 0 0,0 0-1,0 0 1,0-1 0,0 1 0,0-1-1,0 0 1,-1-1 0,1 1 0,6-4-1,-2 0-8,-1 0-1,0 0 1,0-1-1,-1 0 0,1 0 1,-1-1-1,10-13 1,-1 1-143,24-41 0,-31 45-225,0-1 1,-1 0 0,-1 0-1,-1-1 1,0 0-1,-1 0 1,-1 0-1,0-1 1,-1 0 0,0-32-1,-2 1-683,0 16 303,-4-47 0,1 69 634,1 1 0,-1 0 0,-1 0 0,0 0-1,0 0 1,-1 1 0,0-1 0,-11-16-1,11 22 84,2 6-18,1 11-20,1-10 26,1 106 855,15 115-1,-9-163-373,-6-36-208,2-1 1,0 0-1,2 0 0,11 35 1,-16-58-267,1 0 0,-1 1 1,1-1-1,-1 0 1,1 0-1,0 1 0,-1-1 1,1 0-1,0 0 1,0 0-1,0 0 0,0 0 1,0 0-1,0 0 0,1 1 1,-1-2-36,-1 0 0,0-1 1,1 1-1,-1 0 0,1 0 0,-1 0 1,0 0-1,1 0 0,-1 0 1,0 0-1,1-1 0,-1 1 0,1 0 1,-1 0-1,0-1 0,0 1 1,1 0-1,-1 0 0,0-1 0,1 1 1,-1 0-1,0-1 0,0 1 0,0 0 1,1-1-1,-1 1 0,0-1 1,0 1-1,0 0 0,0-1 0,10-42-2998,-10 40 2680,6-34-4226,-2 2-3512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7491,'0'0'6801,"0"-3"-6228,39 299 2616,0 409 41,-39-690-3184,0-5-12,1 37 340,2-1-1,10 51 1,-4-81-111,-3-15-155,-1-11-194,0-24-1826,-1 0 0,-2-1-1,-2-35 1,0 42-208,0-28-3422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4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8660,'0'0'7382,"7"13"-6598,9 20-44,-1 0 0,10 38 0,127 356 3529,-146-412-4175,18 38 261,-21-49-316,-1 0 0,0 0 1,1-1-1,0 1 0,-1-1 0,1 0 0,1 0 1,-1 0-1,0 0 0,5 3 0,-7-6-28,0 1 1,0-1-1,-1 1 0,1-1 0,0 1 1,0-1-1,0 0 0,-1 0 0,1 1 1,0-1-1,0 0 0,0 0 0,0 0 0,0 0 1,-1 0-1,1 0 0,0 0 0,0 0 1,0 0-1,0 0 0,0-1 0,-1 1 1,1 0-1,0-1 0,0 1 0,0 0 1,-1-1-1,1 1 0,0-1 0,-1 1 1,1-1-1,0 1 0,-1-1 0,1 0 1,0 1-1,-1-1 0,1 0 0,-1 1 1,0-1-1,1-1 0,2-3 13,-1 0 1,-1 0-1,1 0 0,-1 0 1,1-7-1,-1 5 1,22-99-1689,14-166-1,-30 174 1009,1-1 267,-6 32-3102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287 192 5426,'0'0'6657,"3"-8"-5635,0-7 136,0 1-1,-1-1 1,1-25 0,-3 40-1144,0-1-1,0 0 0,-1 0 1,1 0-1,0 0 1,-1 0-1,1 1 0,-1-1 1,1 0-1,-1 0 1,1 1-1,-1-1 1,1 0-1,-1 1 0,0-1 1,0 0-1,1 1 1,-1-1-1,0 1 0,0-1 1,1 1-1,-1 0 1,0-1-1,0 1 1,0 0-1,0-1 0,-1 1 1,-30-6 277,22 4-342,3 1 56,-1-1-1,1 1 1,-1 1-1,1-1 1,-1 1-1,1 1 1,-1-1-1,0 1 1,1 0-1,-1 1 1,1 0-1,0 0 1,0 1-1,0 0 1,-13 7-1,-3 6 149,11-9-124,1 1 1,-18 16-1,26-21-28,0 0 0,0 0 0,0 0 0,1 1 0,-1 0-1,1-1 1,0 1 0,0 0 0,1 0 0,-1 0 0,1 0 0,0 0 0,-1 5 0,-1 26 625,2 62-1,1-47-6,1-38-500,-1 1 1,1 0-1,1-1 0,1 1 0,0-1 1,0 0-1,1 0 0,0 0 0,2 0 0,-1-1 1,8 12-1,-10-18-101,0-1 1,1 1-1,-1-1 1,1 0-1,0 0 1,0 0-1,1 0 1,-1-1-1,1 1 0,0-1 1,0 0-1,0-1 1,0 1-1,0-1 1,0 0-1,1-1 1,-1 1-1,1-1 1,-1 0-1,1 0 0,0-1 1,-1 1-1,1-1 1,0-1-1,0 1 1,-1-1-1,7-1 1,-6 0-26,-1-1 0,1 1 1,-1-1-1,0 0 0,1 0 1,-1 0-1,-1-1 1,1 0-1,0 0 0,-1 0 1,0 0-1,0-1 0,0 0 1,-1 1-1,0-2 0,1 1 1,2-8-1,4-6-375,-2-1 0,0 0-1,8-33 1,-9 13-266,-2 0 0,-1 0 0,-2-1 0,-4-50 0,0 12 545,2 77 107,-2-42-29,2 42 47,0-1-1,-1 0 0,1 1 0,-1-1 1,0 0-1,0 1 0,0-1 1,0 1-1,0-1 0,0 1 1,-1 0-1,1-1 0,-3-1 0,4 4 33,0 7 21,-1 103 501,3 151 1966,7-162-1789,-7-87-670,1-1 1,0 0-1,0 0 1,1 0-1,1 0 0,7 13 1,-12-23-86,0 0 0,1 0 1,0 0-1,-1 0 0,1 0 0,-1 0 1,1 0-1,0 0 0,0-1 0,0 1 1,-1 0-1,1 0 0,0-1 0,0 1 1,0-1-1,0 1 0,0-1 0,0 1 1,2 0-1,-3-2-56,1 1-1,-1 0 1,1 0-1,0 0 1,-1 0 0,1-1-1,-1 1 1,1 0 0,0-1-1,-1 1 1,1 0 0,-1-1-1,1 1 1,-1-1 0,1 1-1,-1-1 1,0 1 0,1-1-1,-1 1 1,0-1 0,1 0-1,-1 1 1,1-2-1,1-5-692,1 0 0,-1 0 0,0-1 0,1-7 0,-3 12 465,7-36-4551,-3 0-4621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6723,'0'0'5216,"3"5"-4813,0 1-127,0 0 0,0 0 0,-1 1 0,0 0 0,0-1 0,0 1 0,1 11 0,1 54 1759,-3-40-1263,0 5-15,19 247 3566,-19-272-4163,5 26 312,-6-36-431,1 0 1,-1 0-1,1 1 0,0-1 0,0 0 0,0-1 0,0 1 0,0 0 0,0 0 0,0 0 0,1 0 0,-1-1 0,1 1 0,1 1 1,-3-3-38,0 0 1,1 0 0,-1 0 0,0 1 0,0-1 0,0 0 0,1 0 0,-1 0 0,0 0 0,0 0 0,1 0 0,-1 0 0,0 0 0,0 0 0,1 0 0,-1 0 0,0 0 0,0 0 0,1 0 0,-1 0 0,0 0 0,0 0 0,1 0 0,-1 0 0,0 0 0,0 0-1,1 0 1,-1 0 0,0 0 0,0 0 0,1-1 0,-1 1 0,0 0 0,0 0 0,0 0 0,0 0 0,1-1 0,3-12 50,-3-19-154,-1 28 67,0-68-2752,-13-105 0,10 143 1007,1-55 0,3 59 1473,-1 25 316,0 0-1,1 0 1,0 0 0,0 0-1,0 0 1,1 0 0,-1 1-1,1-1 1,1 1 0,-1-1-1,0 1 1,1 0 0,0 0-1,0 0 1,0 0 0,1 0-1,-1 1 1,1-1 0,0 1-1,0 0 1,0 0 0,0 0-1,1 1 1,-1 0 0,1 0-1,-1 0 1,1 0 0,0 0-1,-1 1 1,1 0 0,8-1-1,3 2 183,-11-1-137,0 1 0,-1-1 0,1 1-1,-1 0 1,1 1 0,0-1 0,-1 1-1,1 0 1,-1 0 0,1 0 0,-1 1-1,0-1 1,0 1 0,1 0 0,4 4-1,0 3 73,-1 1-1,1 0 0,-2 0 0,1 1 0,-1 0 1,-1 0-1,0 1 0,-1-1 0,0 1 1,-1 1-1,0-1 0,-1 1 0,3 20 1,-1 17 725,-1 0 1,-5 61 0,0-50 188,1-4 128,0-57-1188,0 0 1,-1 1-1,1-1 1,0 0-1,-1 0 1,1 0-1,-1 0 1,1 0-1,0 0 1,-1 0-1,1 1 1,-1-1-1,1 0 1,0 0-1,-1-1 1,1 1-1,-1 0 1,1 0-1,0 0 1,-1 0-1,1 0 0,-1 0 1,1 0-1,0-1 1,-1 1-1,-6-14-1207,3-5-1103,1-1 1,0-24 0,3-5-5059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6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39 5170,'0'0'8236,"0"-6"-6622,0-19-165,0 19 629,-1 6-2024,0-1 0,0 1 0,0 0 0,0 0 0,0 0 1,-1 0-1,1 0 0,0 0 0,0 0 0,0 0 0,0 1 0,0-1 0,0 0 0,0 1 0,0-1 0,0 0 0,0 1 0,-1 0 0,-2 7-29,1-1 1,0 1-1,0-1 0,1 1 0,-1 0 1,2 0-1,-1 0 0,2 0 0,-1 12 0,-1-5 65,-2 255 2036,5-219-1736,0-25-178,0-1 1,2 0-1,10 41 1,-11-57-153,1 1 0,0-1 0,1-1 1,-1 1-1,2 0 0,-1-1 0,1 0 0,1 0 1,-1 0-1,1-1 0,1 0 0,13 12 0,-18-16-52,1-1-1,0 0 1,0 0 0,0 0-1,0 0 1,1-1-1,-1 1 1,0-1-1,1 0 1,-1 0 0,1 0-1,-1-1 1,1 1-1,0-1 1,-1 0-1,1 1 1,0-2-1,-1 1 1,1 0 0,-1-1-1,1 0 1,-1 1-1,1-2 1,-1 1-1,1 0 1,-1-1 0,0 1-1,0-1 1,0 0-1,0 0 1,0 0-1,0 0 1,4-5-1,5-6-37,-1 0-1,0 0 0,-1-1 0,-1-1 0,12-22 0,-9 15-251,0 0-1,-2 0 1,0-1-1,-2-1 1,-1 0-1,0 0 1,-2 0-1,-1 0 1,2-49-1,-6 56 139,-1 0 0,0 1 0,-6-27 0,5 34 148,-1 0 1,0 1-1,-1 0 1,1-1-1,-2 1 1,1 0-1,-1 1 0,-6-8 1,0 1 97,0 0 0,-1 1 0,-1 1 0,-26-21 0,32 28-77,0 1 1,0 0-1,-1 0 1,1 1-1,-1 0 0,0 0 1,0 1-1,0 0 1,-1 0-1,1 1 0,0 0 1,-11 0-1,-37 1 66,31 0-8292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7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38 848,'0'0'8316,"-4"-4"-7105,-16-10 2637,20 14-3775,0 0 1,0 0 0,0 0 0,0 0 0,0 0 0,0 0 0,0 0-1,0 1 1,0-1 0,0 0 0,0 0 0,0 0 0,0 0 0,0 0-1,0 0 1,0 0 0,0 0 0,0 0 0,0 1 0,0-1 0,-1 13 1395,1 29-2039,0-23 1166,0 73 376,7 236 2095,-6-315-2991,-1-4 38,0 0 0,1 0 0,1 0 0,-1 0 0,1 0 0,1-1 0,0 1 0,5 10 0,-8-19-104,0 0 0,0 0 1,0 0-1,0 0 0,0-1 0,0 1 0,0 0 0,0 0 0,0 0 0,1 0 0,-1-1 1,0 1-1,0 0 0,0 0 0,0 0 0,0 0 0,1 0 0,-1 0 0,0 0 1,0 0-1,0-1 0,0 1 0,1 0 0,-1 0 0,0 0 0,0 0 0,0 0 0,0 0 1,1 0-1,-1 0 0,0 0 0,0 0 0,0 0 0,0 0 0,1 0 0,-1 0 0,0 0 1,0 0-1,0 0 0,1 1 0,-1-1 0,0 0 0,0 0 0,0 0 0,0 0 0,0 0 1,1 0-1,-1 0 0,0 0 0,0 1 0,0-1 0,0 0 0,0 0 0,0 0 0,0 0 1,0 1-1,1-1 0,-1 0 0,0 0 0,0 0 0,0 0 0,0 1 0,0-1 0,0 0 1,3-17 30,-3 15-27,10-187-1664,-3 29-486,-5 138 1886,1-13-144,8-40 0,-9 66 397,1-1 1,0 0-1,0 1 1,1 0 0,0 0-1,0 0 1,1 0-1,11-14 1,-12 20 25,-1 1 0,1-1 0,0 1 0,0 0 0,0 0-1,0 0 1,1 1 0,-1-1 0,0 1 0,1 0 0,-1 0 0,0 1 0,1-1 0,-1 1 0,1 0 0,0 0-1,-1 1 1,0-1 0,1 1 0,-1 0 0,1 0 0,-1 1 0,6 1 0,-3 4 64,0 0 0,0 0 0,0 1 0,-1 0 0,0 0 0,0 0 0,-1 1 1,0 0-1,4 11 0,3 8 249,-1 1 1,-1 0-1,12 56 1,4 96 1096,-12-70-310,-11-97-892,-2-17 59,-1-27 84,0 15-506,2-36-356,2 0 1,3 0-1,1 0 0,3 1 1,20-54-1,-26 89 193,0 0 0,1 0-1,1 1 1,8-14 0,-13 24 274,0 1 1,0 0 0,1 0 0,0 0-1,-1 0 1,1 0 0,0 0-1,0 1 1,0 0 0,1-1 0,-1 1-1,0 0 1,1 1 0,0-1-1,-1 0 1,1 1 0,0 0 0,0 0-1,0 0 1,-1 1 0,8-1 0,-7 1 63,-1 1 0,1 0 0,-1 0 0,1 0 0,-1 0 0,0 1 0,1 0 0,-1-1 0,0 1 0,0 0 0,0 0 0,0 1 0,-1-1 0,1 1 0,0-1 0,-1 1 0,4 5 0,6 9 287,19 33 1,-26-41-262,14 24 292,-2 0 0,24 68 0,-34-75-215,-1 0 1,0-1 0,-2 2-1,-1-1 1,-1 31 0,-7-59-1301,3 0 827,-1-1-1,1 1 0,0-1 0,1 1 0,-1-1 1,0 0-1,1 0 0,0 0 0,-1 0 0,1 0 1,1 0-1,-1 0 0,-1-7 0,2 8 38,-8-39-5115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7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40 466 2321,'-2'-1'15756,"4"-8"-15502,7-7-103,1 0 0,0 1-1,1 0 1,22-22 0,-1-1-105,-9 10-42,-1-1 0,-2-1 0,21-40 0,-38 63 16,-1-1-1,1 1 1,-2-1-1,1 0 0,-1 1 1,0-1-1,0 0 1,-1 0-1,-1 1 0,0-11 1,0 15-4,1 1-1,-1 0 1,0 0 0,0 0-1,0 0 1,0 0 0,0 0-1,-1 0 1,1 0 0,-1 0-1,1 1 1,-1-1 0,1 1-1,-1-1 1,0 1 0,0-1-1,0 1 1,0 0 0,0 0-1,-2-1 1,-8-4-23,0 1 0,-16-4 0,22 7 14,-4-1-30,0 1 0,-1 1 1,1-1-1,0 1 0,0 1 1,-1 0-1,-15 2 0,24-1 23,-1-1-1,0 1 0,1 0 1,0 0-1,-1 0 1,1 0-1,0 0 0,-1 0 1,1 1-1,0-1 0,0 1 1,0-1-1,0 1 1,0 0-1,1 0 0,-1 0 1,0 0-1,1 0 0,0 0 1,-1 0-1,1 1 1,-1 2-1,-2 6 95,0 0-1,0 0 1,-2 21-1,0 15 487,2 0-1,4 72 1,1-51 53,-1-46-431,1 1 0,1-1 0,1 0 0,1 0 0,11 32 0,-12-44-153,1 0 0,0-1-1,0 0 1,1 1 0,1-2-1,-1 1 1,1 0 0,1-1-1,-1-1 1,1 1 0,1-1-1,-1 0 1,1 0 0,10 5-1,-10-8-56,1 0 0,-1 0-1,1-1 1,-1-1-1,1 1 1,0-1 0,0-1-1,0 0 1,1 0-1,-1-1 1,0 0-1,0 0 1,0-1 0,0 0-1,0-1 1,0 0-1,0 0 1,0-1 0,0 0-1,-1-1 1,0 0-1,0 0 1,0-1-1,0 0 1,8-7 0,3-6-720,0-1 0,-2-1 0,-1-1 0,0 0 1,-1-2-1,-2 1 0,0-1 0,-1-1 0,12-38 1,-18 43-689,-1 0 1,-1 0 0,-1-1-1,-1 1 1,0-23 0,-1-29-4012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9396,'0'0'8244,"0"6"-7817,15 200 2080,-5-94-1709,-1 12-57,1 21 307,31 162-1,-38-289-987,1 0 0,1-1-1,1 1 1,0-1-1,10 16 1,-16-32-69,0-1 1,0 0-1,0 0 0,0 0 0,0 0 1,0 0-1,0 1 0,0-1 1,0 0-1,0 0 0,0 0 1,0 0-1,0 0 0,0 1 1,0-1-1,0 0 0,0 0 1,0 0-1,0 0 0,0 0 0,1 0 1,-1 1-1,0-1 0,0 0 1,0 0-1,0 0 0,0 0 1,0 0-1,1 0 0,-1 0 1,0 0-1,0 0 0,0 0 1,0 0-1,0 0 0,1 0 0,-1 1 1,0-1-1,0 0 0,0 0 1,0 0-1,0 0 0,1 0 1,-1-1-1,0 1 0,0 0 1,0 0-1,0 0 0,1 0 1,0-10-441,-4-14-461,-30-83-5305,26 84 4109,-7-19-3030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11701,'0'0'9253,"213"10"-8629,-157-10-464,-7 0-160,-7 0-240,-8 0-1041,-9 0-1728,-11-7-3986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0 360 2161,'0'0'16301,"34"-15"-16002,108-47-291,-129 57-73,-1-1 1,0 0 0,-1-1 0,0-1-1,0 0 1,0 0 0,10-11 0,-11 9-73,-1 1 5,0 0 1,-1 0 0,0-1 0,8-13-1,-13 18 87,0 0 0,0-1 0,-1 1 0,0-1 0,0 0 0,0 0 0,-1 1-1,0-1 1,0 0 0,1-9 0,-2 6 6,0 4 87,0 1-1,0-1 1,-1 1-1,1-1 1,-3-7-1,3 10-28,-1 1 0,1 0-1,-1-1 1,0 1 0,0 0 0,1 0 0,-1 0-1,0-1 1,0 1 0,0 0 0,-1 0-1,1 0 1,0 1 0,0-1 0,0 0-1,-1 0 1,1 1 0,0-1 0,-1 1 0,1-1-1,-3 0 1,-12-2-2,0 1-1,0 0 1,-1 1-1,-23 1 1,14 1-20,22-1 17,1 0 1,0 0-1,-1 1 0,1 0 1,0-1-1,0 1 0,-1 1 1,1-1-1,0 0 0,0 1 1,0-1-1,0 1 0,1 0 1,-1 0-1,0 0 0,1 0 1,-1 1-1,1-1 0,0 1 1,0-1-1,0 1 0,0 0 0,0 0 1,1 0-1,-1 0 0,-1 4 1,-1 5 151,0 1 0,0 0 1,1 0-1,1 0 0,-1 21 1,0 138 1452,4-102-1059,-1-53-375,1 0-1,1 0 0,0 0 1,1 0-1,10 29 0,-10-38-129,0 0-1,0-1 1,1 1-1,0-1 1,0 0-1,0-1 1,1 1-1,0-1 1,1 1-1,-1-2 1,1 1-1,0 0 1,1-1-1,9 6 1,-8-8-79,0 0 0,0 0 0,0-1 0,0 1 1,0-2-1,0 1 0,0-2 0,1 1 0,-1-1 0,0 0 0,1 0 0,-1-1 0,0 0 0,0-1 1,0 0-1,0 0 0,0-1 0,0 0 0,0 0 0,-1-1 0,14-8 0,-2-3-781,-2-1 0,0 0-1,-1-1 1,0-1-1,12-20 1,-10 11-2812,20-39 0,-14 12-3365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7908,'0'0'6701,"5"38"-4286,0 3-1780,16 214 2753,-21-150-1961,4 101 977,-3-203-2348,2 17 312,-3-20-359,1 1 0,-1-1 0,0 1 0,0-1 0,0 0 0,1 1 0,-1-1 0,0 0 0,1 1 0,-1-1 0,0 0 0,1 0 0,-1 1 0,0-1 0,1 0 0,-1 0 0,0 0 0,1 1 0,-1-1 0,1 0 0,-1 0 0,0 0 0,1 0 0,-1 0 0,1 0 0,-1 0 0,0 0 0,1 0 0,-1 0 0,1 0 0,-1 0 0,1 0 0,-1 0 0,0 0 0,1 0 0,-1 0 0,1-1 0,0 1-2,0-1 1,-1 1-1,1 0 1,0-1 0,-1 1-1,1-1 1,0 1-1,-1-1 1,1 0 0,-1 1-1,1-1 1,-1 0-1,1 1 1,-1-1-1,1 0 1,-1 1 0,0-1-1,1-1 1,7-21-107,-1-1-1,-2 1 1,0-2 0,3-35 0,-5 30-200,3-32-868,-4-71 1,3-36-946,-5 160 2075,1 0 0,1 0 0,0 1 0,0-1 0,1 1 0,0-1 0,0 1 0,8-13 0,-9 18 136,0 0 0,0 0-1,1 0 1,-1 0 0,1 1-1,0-1 1,0 1 0,0-1-1,0 1 1,0 0 0,1 0-1,-1 0 1,0 1 0,1-1-1,0 1 1,-1 0 0,1 0 0,0 0-1,-1 1 1,1-1 0,0 1-1,4 0 1,26 0 53,27 0 450,-22 0-7396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13158,'0'0'4354,"230"223"-2737,-157-138-593,-6 12-399,-12 16-145,-23 13-256,-32 6-64,-7 18-160,-73 10-16,-42 13-144,-14-10-785,-4-19-1072,15-43-2272,23-48-6420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45:4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20633,'0'0'4306,"0"-7"-6947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07T06:50:32.166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1425 16645 266 0,'0'0'55'16,"0"0"33"-16,0 0-28 15,0 0-17-15,0 0 11 0,0 0-12 16,0 0-9-16,29-14 1 16,-29 14-9-16,0 0 9 15,0 0-7-15,0 0-2 16,0 0-1-16,0 0-13 0,0 0 5 16,0 0-16-1,0 0-1-15,0 0 1 16,0 0 1-16,0 0 1 0,0 0-2 15,0 0 1-15,0 0 3 16,-5 14 0-16,-14 9-2 16,-2 7 5-16,-8 12-7 15,-5 15 0-15,-5 13 0 16,-6 18 5-16,-8 8-5 16,3-6 0-16,6-14 0 15,4-16-2-15,11-21 2 16,6-12 0-16,12-7-1 15,-7-10 3-15,12-7-2 16,1 4 0-16,5-3 2 16,0-4-3-16,0 0 1 15,0 0 0-15,0 0-2 0,0 0-7 16,0 0-2 0,0 0-4-16,0-21-10 15,16-9-31-15,13-16-10 16,0-17-124-16,5-12-114 0</inkml:trace>
  <inkml:trace contextRef="#ctx0" brushRef="#br0" timeOffset="415.62">1454 16585 220 0,'0'0'22'0,"0"0"-17"16,0 0 37-16,0 0 31 15,0 0-31-15,0 0 30 16,68 0-29-16,-57 10 6 16,-1 3 17-16,4 4-23 15,-4 6-10-15,8 7 4 16,9 13-6-16,2 17 9 15,5 23-5-15,5 18-8 16,-10 8 0-16,0-3-7 16,-8-16-4-16,-2-21 5 15,-9-16-7-15,1-9 15 16,-3-14-22-16,-3-10-4 16,0-10 1-16,-5-2-4 15,5-7 0-15,-5-1-2 16,0 0 0-16,0 0-29 15,0 0-52-15,-5-6 14 0,-29-19-43 16,-6-4-125-16,1-6-84 16</inkml:trace>
  <inkml:trace contextRef="#ctx0" brushRef="#br0" timeOffset="672.58">1028 17214 432 0,'0'0'94'0,"0"0"-21"16,0 0 23-16,0 0-39 16,0 0-31-16,0 0 13 15,221-27-11-15,-148 20-5 16,-9 0-21-16,-1 1-1 15,-13 0-2-15,2-3-1 16,-7 1-32-16,0-9-211 16,-1 1-151-16</inkml:trace>
  <inkml:trace contextRef="#ctx0" brushRef="#br0" timeOffset="1298.95">2004 16913 99 0,'0'0'132'0,"0"0"-76"0,0 0 26 15,0 0-14 1,0 0-10-16,0 0-4 15,0 0-2-15,0 0 6 16,0 0-15-16,0 0-24 16,0 0 4-16,0 0-17 0,0 0 1 15,0 0 27-15,0 0-22 16,0 0 1-16,0 11-11 16,0 7 1-16,0 5 7 15,0 13-10-15,0 14 3 16,0 10 9-16,0 9 3 15,0 1 23-15,0-7 2 16,0-13-17-16,0-10 17 16,0-17-27-16,0-9-8 0,0-9 5 15,0-5-8 1,0 0 6-16,0-5-8 0,0-29-7 16,0-15-65-1,0-1 1-15,0-10 18 16,-11 0 10-16,6 11-44 15,-3-5 38-15,8 14 20 0,0 6 15 16,0 2 14-16,0 10 29 16,18 8-6-16,6 8 43 15,-8 5-8-15,7 1-2 0,12 0-22 16,-4 0-9-16,11 0 25 16,-2 0-23-1,-1 7-4-15,-5 1 0 16,-7-2-23-16,-4-3 13 15,-12-3-13-15,-3 0 4 16,-8 6-4-16,0-6 0 0,0 0-79 16,0 0-48-16,0 0-185 15</inkml:trace>
  <inkml:trace contextRef="#ctx0" brushRef="#br0" timeOffset="1765.33">2424 16837 301 0,'0'0'43'0,"0"0"26"15,0 0 10-15,0 0-22 16,0 0-6-16,0 0 19 15,0 15-1-15,0-10-23 16,0 5-10-16,0 5-3 16,0-3-15-16,0 7 3 15,0 4-2-15,0 6-16 16,0 7 10-16,0 7-9 16,0-1 5-16,6 10 13 15,9-3-2-15,9-3 30 16,5-2-10-16,10-5-17 15,1-5 11-15,-1-21-22 16,1 0-11-16,-11-6 4 16,-8-7 1-16,8 0-12 0,-11 0-4 15,3-7-45-15,3-19 0 16,-3-4 24-16,3-10-37 16,-6-19 27-16,3-10-5 15,-3-5-19-15,-2-3-28 16,3 6-119-16,-9 12 115 15,-5 10-41-15</inkml:trace>
  <inkml:trace contextRef="#ctx0" brushRef="#br0" timeOffset="2033.55">2956 16747 37 0,'0'0'192'0,"0"0"-56"0,0 0-38 15,0 0 27 1,0 0-7-16,0 0-44 0,0 14-25 16,0-1-23-1,0 6 22-15,0 6-8 16,0 1-26-16,0 6 3 15,0 5-10-15,0 9 15 0,0 13 14 16,0 4-13-16,5 8 11 16,13 4-7-16,-2-5-7 15,3-10 4-15,-4-14-19 16,-2-16 3-16,-2-14-1 0,-6-9-4 16,-5-7-2-16,0 0-1 15,0 0-4 1,0 0-19-16,0-16-56 0,0-18-1 15,0-6-29-15,0 1-62 16,0-2-58-16</inkml:trace>
  <inkml:trace contextRef="#ctx0" brushRef="#br0" timeOffset="2584.02">3784 16883 204 0,'0'0'102'0,"0"0"-72"0,0 0 40 15,0 0 6-15,0 0-7 16,0 0 33-16,-5 0 17 15,5 0-44-15,-13 0-7 16,7 0-23-16,1 0-15 16,0 0-6-16,-6 0-19 15,-2 0 2-15,-3 0-3 16,-7 0-1-16,-11-1-5 0,-11 1 2 16,-5 0-7-16,-8 0 7 15,-5 23-4 1,8 8 4-16,2 11 4 15,3-6-4-15,21-2 8 0,19-1-8 16,10-13-3-16,0-3 1 16,15-1-4-16,38-3 6 15,2 4-11-15,14-4-12 16,4 4 8-16,1-1 5 16,-16 4-32-16,-19 4 40 15,-23 2-10-15,-16 3 2 16,0 12 7-16,-5 1 3 15,-50 6 12-15,-14-2 8 16,-10-9-12-16,6-11 11 16,15-5-15-16,13-12 12 15,16-7-5-15,19-2-11 16,10 0-27-16,0-35-83 16,0-12-207-16</inkml:trace>
  <inkml:trace contextRef="#ctx0" brushRef="#br0" timeOffset="3131.68">4352 16417 364 0,'0'0'98'0,"0"0"6"15,0 0 24-15,0 0-39 16,0 0-51-16,0 0-2 16,0-2-3-16,0 2-18 15,0 0 16-15,0 0-22 16,0 0-8-16,0 0 2 16,0 11 1-16,-8 8-3 15,3 11 2-15,5 4-1 16,0 8 7-16,0 18-9 0,-5 20 7 15,5 29 21-15,0 27-5 16,10 19 36-16,24-6-4 16,-10-26-18-16,5-27 3 15,-8-32-29-15,3-30-5 16,-8-19-3-16,-3-15-3 16,-8 0-4-16,-5-14-68 15,0-21-51-15,0-9-47 16,-11 1-109-16,-12 3-62 15</inkml:trace>
  <inkml:trace contextRef="#ctx0" brushRef="#br0" timeOffset="3472.79">4697 16959 274 0,'0'0'234'0,"0"0"-162"16,0 0 41-16,0 0-42 15,0 0-52-15,0 0 4 0,10-4-17 16,-5 4 19-16,9 23 21 16,-4 18-4-16,1 18 16 15,7 15-12 1,-2 14 5-16,2-1 5 15,-7-8-26-15,-1-11 1 0,3-19-7 16,-7-19-20-16,4-11 7 16,-5-10-11-16,3-3 0 15,-8-6-2-15,0 0-32 16,0 0-72-16,0-30-31 16,-18-8-80-16,-11-2-197 0</inkml:trace>
  <inkml:trace contextRef="#ctx0" brushRef="#br0" timeOffset="3639.51">4702 16793 582 0,'0'0'181'16,"0"0"-106"-16,0 0 26 0,0 0-43 15,0 0-40-15,0 0-18 16,166-69 0-16,-151 69-77 15,4 0-100-15,-9 11-167 16</inkml:trace>
  <inkml:trace contextRef="#ctx0" brushRef="#br0" timeOffset="4052.12">5604 16837 541 0,'0'0'190'0,"0"0"-126"15,0 0 25-15,0 0-25 16,0 0-51-16,0 0 6 16,-192 111 3-16,145-81 6 15,7 0-2-15,19-5-22 16,16 5 0-16,5-1-4 15,0 6-31-15,39 5 10 16,17 0 5-16,7 0 16 16,10-4 10-16,-10 1-9 15,-13-4 4-15,-15-3-5 16,-30-3-9-16,-5 3 7 0,0-7-14 16,-29 3 16-16,-26-3-3 15,-3-7 3-15,-3-4-30 16,4-10-7-16,-1-2-3 15,8 0 15-15,5 0-42 16,11 0-16-16,10-14-83 16,14-2-264-16</inkml:trace>
  <inkml:trace contextRef="#ctx0" brushRef="#br0" timeOffset="4497.6">5962 16548 371 0,'0'0'111'0,"0"0"-61"16,0 0 47-16,0 0 3 15,0 0-46-15,0 0-12 16,0 0-6-16,0 0 4 16,0 0 7-16,0 0-16 0,0 0-17 15,0 0-1-15,0 7-10 16,0 7 2-16,0 5 0 16,0 11-3-16,0 7 5 15,5 13-5-15,5 19 0 16,14 28 14-16,-3 21-2 15,3 13 6-15,5-1 0 16,-8-23-17-16,2-31 13 16,-4-20-10-16,-3-26-5 15,-6-9 0-15,-2-15-1 16,-8-6 0-16,0 0-1 0,0 0-2 16,0 0-50-16,0 0-48 15,-13 0-42-15,-21-12-79 16</inkml:trace>
  <inkml:trace contextRef="#ctx0" brushRef="#br0" timeOffset="5117.01">5875 17003 500 0,'0'0'196'16,"0"0"-103"-16,0 0-28 16,0 0 16-16,0 0-50 0,0 0-30 15,268-79 1-15,-228 75-2 16,-6 2-24-16,-13 2-9 16,8 0-16-16,-6 0-5 15,-7 0 42-15,-3 0 7 16,-2 0 5-16,-1-5 3 15,-4 4-3-15,-1-5 13 16,8 1-10-16,-8 5 4 16,1 0 9-16,-1 0-8 15,-5 0 13-15,5 0 10 16,-5 0-14-16,8 0 28 16,-3 11-21-16,6 19-1 15,7 16 4-15,-2 22-4 16,8 20 7-16,-14-2 0 15,14-3-10-15,-14-20 25 0,-4-26-10 16,-1-17-8-16,-5-8 3 16,0-12-23-16,0 0 5 15,0-19 1-15,0-27-13 0,0-18-15 16,0 4-8-16,-16-5-3 16,3 5-9-1,13 3 2-15,0 9 11 16,0 10 3-16,0 6 19 15,18 18 7-15,11-1 24 16,5 8 1-16,1 7 9 16,9-2-22-16,-4 2 6 0,-6 0-11 15,0 0-13 1,-13 0 6-16,3-5-7 16,-8 5-3-16,-8 0-13 0,-3 0-46 15,-5 0-36-15,0 0-54 16,0 0-165-16</inkml:trace>
  <inkml:trace contextRef="#ctx0" brushRef="#br0" timeOffset="5426.15">7119 16935 358 0,'0'0'83'0,"0"0"-43"16,0 0 0-16,0 0-17 0,0 0 19 16,0 0 16-1,0 0-5-15,-13 38 28 0,13 8-19 16,-6 26 14-16,6 4 16 16,0 4-39-16,0-4-5 15,0-16-12-15,0-17-26 16,0-17 4-16,0-15-14 15,0-8 2-15,0-3-7 16,0 0-9-16,0 0-50 16,0 0-85-16,0-10-56 0,0-13-86 15</inkml:trace>
  <inkml:trace contextRef="#ctx0" brushRef="#br0" timeOffset="5639.07">7071 16598 475 0,'0'0'279'0,"0"0"-214"16,0 0 22-16,0 0-30 15,0 0-37-15,0 0-20 16,284-109-29-1,-260 99-106-15,-19 6-251 16</inkml:trace>
  <inkml:trace contextRef="#ctx0" brushRef="#br0" timeOffset="6099.5">7713 16585 148 0,'0'0'186'0,"0"0"-149"16,0 0 54-16,0 0-37 16,0 0-18-16,0 0 20 15,11 0 22-15,-11 0-9 16,0 0-11-16,0 0-32 15,0 10 5-15,0 13-9 16,0 7-6-16,0 20 2 16,0 22-13-16,0 25 1 15,0 31 14-15,0 8-5 16,0-7 8-16,0-26-13 16,0-30 4-16,0-27 32 0,0-16-33 15,0-19-5 1,0-8-3-16,0-3-3 15,0 0-4-15,0 0-8 16,5-21-21-16,-5-2-81 0,0 4 40 16,0-8-18-1,0 7-56-15,0 3 25 0,0-2 53 16,0-1-18-16,0-4-7 16,0-8-130-16</inkml:trace>
  <inkml:trace contextRef="#ctx0" brushRef="#br0" timeOffset="6548.09">8144 16936 226 0,'0'0'57'16,"0"0"-3"-16,0 0 35 15,0 0-34-15,0 0-16 16,0 0 41-16,0 0 27 15,95-16-25-15,-82 16-19 16,-13 0-19-16,0 0 10 16,0 0 3-16,0 0-13 15,0 0-4-15,0 0-2 16,0 0-9-16,0 0 4 0,0 7-18 16,-34 14-2-16,-24 9 2 15,-10 2-13-15,-6-5-4 16,1 3-22-1,17-11-3-15,17 3 15 16,5-10 3-16,21-5 8 0,13 0 0 16,0-3-6-16,0 2 6 15,0 11-25-15,52 9 26 16,17 14 0-16,9-4 2 16,7 1 12-16,7-4-10 15,-13-9-1-15,-6-8-6 16,6 3-8-16,0-5 11 15,-16-4-7-15,-18 0 4 16,-45-10-7-16,0 0-24 16,-5 0-120-16,-53-16-62 0</inkml:trace>
  <inkml:trace contextRef="#ctx0" brushRef="#br0" timeOffset="8205.5">9299 17078 478 0,'0'0'143'16,"0"0"-53"-16,0 0-1 15,0 0-19-15,0 0-34 16,0 0-31-16,13-70-3 15,16 28-2-15,-3 6-16 16,3 7-8-16,-5 4 14 16,-8 13 8-16,-3 1-4 15,-3 10 6-15,-10 1 10 16,0 0-2-16,0 0 9 16,6 0-4-16,4 0 1 15,3 1 0-15,8 20-4 0,3 6-5 16,-3 8 7-16,3 17-3 15,-1 15 11 1,-2 0 9-16,-2 8-15 16,-9-12 13-16,1-16-10 0,2-21-2 15,-2-16 1-15,-6-10-15 16,8 0 7-16,3 0-8 16,7-34-8-16,12-12-31 15,-4-10-50-15,3-4-15 16,-10-1 2-16,-13 8-26 15,2 9-3-15,-3 10 51 16,-10 6 80-16,5 7 26 16,-5 4 30-16,0-1 4 15,0 4 8-15,6-6-22 16,7 5-11-16,-8 0-21 16,6 5 0-16,-6 6 22 0,-5 4-7 15,0 0 7-15,0 0 16 16,0 0-4-1,0 0 3-15,0 0-14 16,0 0-19-16,0 0 2 16,0 4-15-16,0 3-2 0,0 7-6 15,5 5 4-15,14 11-1 0,2 15 10 16,2 8-10-16,1 15 17 16,-3 19-14-1,8 10 4-15,-5 16 4 16,-9 2-8-16,-1-7 0 15,-14-20-3-15,0-10 4 16,0-18-8-16,0-10 8 16,-35 0-4-16,-7-7 10 0,-2-10-2 15,-1-9-6 1,5-12-2-16,-10-12-15 16,-2 0 11-16,2-6-9 0,-3-34-1 15,19-13 9-15,8 0-25 0,13 0 30 16,13 0 4-16,0 3 4 15,18-3 11 1,37-5-15-16,8 5 1 16,16-3-5-16,8-1-15 15,-3-6-28-15,0 0-74 0,-5 0-33 16,-5 3-139 0</inkml:trace>
  <inkml:trace contextRef="#ctx0" brushRef="#br0" timeOffset="8762.44">10622 16942 419 0,'0'0'135'0,"0"0"-36"15,0 0 39-15,0 0-67 16,0 0-8-16,0 0-28 0,5-18-9 16,-5 18 6-16,0 0-10 15,0 0 8-15,0 0 15 16,0 0-16-1,0 0 8-15,-5 6-22 16,-19 29 2-16,-15 14 11 16,-6 18-24-16,11 2 12 15,5-12 3-15,18-24-16 16,11-17 9-16,0-16-12 0,0 0-4 16,0 0 3-16,0-26-61 15,0-17-40-15,11-6 30 16,18 2 10-16,5 12 11 15,5 27 16-15,11 8 35 16,8 0 15-16,11 36 17 16,10 24 65-16,-1 17-10 15,-9 6-2-15,-14 3-18 0,-21 6-38 16,-15-4-4-16,-19-11 18 16,0-18-30-16,0-21 1 15,-24-16-14-15,-31-9-5 16,-14-13-7-16,-15 0-44 15,-8-7-27 1,13-29 2-16,21 3-19 16,19 7 27-16,34-10 38 0,5 12 35 15,0-6 37-15,50-8 14 16,18 1-11-16,11-1-7 16,8-7-26-16,-8 6-3 15,-11 2-4-15,-13 0-19 16,-13 4-49-16,-21 4-95 0,-10 5-218 15</inkml:trace>
  <inkml:trace contextRef="#ctx0" brushRef="#br0" timeOffset="9564.58">11603 16890 465 0,'0'0'42'0,"0"0"28"16,0 0 62-16,0 0-48 15,0 0-34-15,0 0-29 16,0-33 1-16,0 33 11 15,0 0-9-15,0 0 8 16,0 0-6-16,0 7-17 16,0 0 13-16,0 11-13 15,0 11-9-15,0 19 13 16,10 34 2-16,14 1 23 16,-8-7-1-16,-11-13-18 15,8-26 10-15,-8-17-9 0,1-14-6 16,-6-6-1-16,0 0-10 15,5-20 1 1,-5-33-4-16,0-13-72 16,0-8 0-16,0-7 17 15,0 8-21-15,0 13 44 0,0 7-8 16,5 14 11-16,19 13 29 16,-3 12 14-16,-3 7 50 15,6 7 14-15,8 0-9 16,10 17-6-16,2 26 8 15,6 19-10-15,-5 8-1 16,-3 8-15-16,-10-1-10 16,-3-18-26-16,-6-11-4 15,-12-22 0-15,-6-10 1 16,-5-9-8-16,0-7 2 0,0 0-12 16,0 0-8-16,0-33-34 15,0-17 9-15,0 1-15 16,0-11 10-16,0-4 8 15,5 0 2-15,24 3-15 16,19-1 13-16,2 9 0 16,-1 14 12-16,4 18 18 15,-8 12 12-15,5 9 7 16,-3 0 24-16,-7 26 7 16,-6 24 1-16,-8 10 12 15,-8 5-9-15,-12 2 1 16,-6-9-7-16,0-11-14 15,0-14-21-15,0-10 2 16,0-7-6-16,0-9 3 0,0-3-64 16,0-4-14-16,-11 0-70 15,-7-27-75-15,2-3-317 16</inkml:trace>
  <inkml:trace contextRef="#ctx0" brushRef="#br0" timeOffset="10101.79">13173 17092 391 0,'0'0'179'0,"0"0"-74"15,0 0-24-15,0 0-53 16,0 0 19-16,0 0-39 0,210-162 4 16,-149 115-7-16,-3 5-1 15,-8 1-8-15,-16 5 2 16,-11 10-22-1,-23 5-3-15,0 5-18 16,0 9 34-16,-5 4 0 16,-29-1 11-16,-5 4 0 15,10 0 2-15,0 0 0 0,-6 0 12 16,7 0-13-16,-12 0 15 16,6 11-3-16,0 5-4 15,-6 14 12-15,24 7 3 16,6 19 4-16,10 19 34 0,0 9 15 15,10 1-11 1,40-9 3-16,8-19-29 16,-2-27 4-16,7-18-25 15,0-12-5-15,5-2-14 0,-7-38-55 16,-4-10-34-16,-12-3-108 16,-21 3-108-16</inkml:trace>
  <inkml:trace contextRef="#ctx0" brushRef="#br0" timeOffset="11720.99">13762 16648 114 0,'0'0'152'0,"0"0"-56"0,0 0-4 16,0 0 1-16,0 0-20 15,0 0-35-15,0-3-6 16,0-1-16-1,0 4-1-15,0 0-2 0,0 0-8 16,0 0 9-16,0 0-9 16,0 0 2-16,0 0 15 15,0 0-15-15,0 4-3 16,0 19 1-16,0 17-2 16,0 16 24-16,5 17 6 15,14 8 12-15,-4 2 10 16,-9-13-12-16,-1-14-7 15,3-22 0-15,-8-18-18 16,5-6 8-16,-5-10-23 16,0 0-3-16,0 0 9 15,0 0-9-15,0 0 0 16,0 0-12-16,0-23-20 0,0-7 4 16,0 0-3-16,0-11-20 15,5-3 16-15,19-2-6 16,8-3 24-16,10-4-1 15,8 4-12-15,7-3 14 0,-1 10-4 16,-6 8 20 0,2 8 5-16,-2 10 2 15,-10 5 8-15,-6 11 12 16,-5 0-16-16,0 0 24 16,5 30 4-16,0 16-15 0,0 14 45 15,-13 10-20 1,3 7-4-16,-14 2-9 0,4-11-9 15,-14-8 9-15,0-18-14 16,0-18-11-16,0-7-5 16,0-10-2-16,0-7-3 15,0 0-1-15,0 0-2 16,0-11-50-16,0-32-54 16,5-13-81-16,16-4-241 15</inkml:trace>
  <inkml:trace contextRef="#ctx0" brushRef="#br0" timeOffset="12401.44">15219 16694 486 0,'0'0'163'0,"0"0"-105"0,0 0 12 16,0 0 1-16,0 0-11 15,0 0-31-15,-11-33 2 16,11 33 16-16,0 0-14 16,0 0 3-16,0 0-9 15,-5 0-9-15,-13 0 6 16,2 0-23-16,-13 0 0 16,-5 0-2-16,-6 0 3 0,1 7-2 15,-6 16 2-15,-7 14 0 16,-4 12 10-16,-7 18-6 15,11 13 11 1,17-1 5-16,20-4-8 16,9-19 9-16,6-26-8 0,0-21-14 15,0-9-1-15,40 0 0 16,18-32-20-16,2-23-16 16,3-5 4-16,0-7-34 15,-13 9-26-15,-5 4-32 0,-16 14 30 16,-11 10 10-16,-7 17 11 15,-6 7 73-15,-5 6 62 16,0 0 37 0,0 0-34-16,0 0 1 15,0 0-5-15,0 0-36 16,0 0-7-16,0 0 7 0,6 0-21 16,12 0 6-1,3 19-1-15,13 8-6 0,6 16 22 16,-1 11-11-16,-5 17 2 15,0 12 14-15,-15 14-20 0,-14 11 15 16,-5 1 2-16,0-3-16 16,-24-16 12-16,-20-14-13 15,-14-11 0-15,-8-11 15 16,-2-12-22-16,-6-5 4 16,6-17-7-16,-1-10-5 15,1-10-5-15,13 0-41 16,7-37-49-16,19-23 5 15,24-16-152-15,5 3-224 16</inkml:trace>
  <inkml:trace contextRef="#ctx0" brushRef="#br0" timeOffset="13317.46">15832 16943 143 0,'0'0'20'15,"0"0"74"-15,0 0 32 16,0 0-26-16,0 0-28 15,0 0 4-15,29-19-3 0,-29 15-16 16,5 2-15 0,-5-3-23-16,0 4-6 15,0-5 9-15,0 1-15 0,0 1 7 16,0 1 7-16,0 3-18 16,0-4 11-16,0 3-11 15,0-5 3 1,0 5 6-16,0 1-2 15,0 0 13-15,-5-6-6 0,-9 6-3 16,4-2 1-16,-6-1-14 16,-2-1-1-16,7 1 2 15,-7-1 3-15,13 4-5 16,-11 0 0-16,11 0 3 16,-9 0 2-16,-1 0-5 15,1 0 2-15,-1 0 3 0,4 0-3 16,-2 0 3-16,2 0-5 15,6 0 2-15,0 0 7 16,-8 0-7 0,2 0 4-16,-4 11 4 15,1 0-10-15,-1-3 7 16,-4 3-7-16,3-6 0 0,-2 7-1 16,2-6 2-1,6 0-1-15,-9 6 0 0,9 2 4 16,-1 3-4-16,-2 13 0 15,8 11 1-15,5 12 11 16,0 14 20-16,0-1 14 16,5-13 7-16,24-16-11 15,0-18-18-15,10-19-13 16,6 0-5-16,18-42-6 16,0-25-18-16,-7-16-35 15,-4-8-15-15,-12 13-20 16,-19 5 10-16,-8 9-2 0,-8 14 27 15,-5 20 47-15,0 9 6 16,0 19 24-16,0 2 43 16,0 0 10-1,0 0-19-15,0 13-17 0,0 10-24 16,0 14 4-16,0 12 8 16,0 15-3-16,0 1 2 0,0 7-13 15,5-11 5-15,-5-6-17 16,6-15-1-16,-1-17-1 15,0-7-1-15,3-9 0 16,-8-7-4 0,0 0-46-16,5 0-47 15,0-30-71-15,1-9-42 16,-6-14-247-16</inkml:trace>
  <inkml:trace contextRef="#ctx0" brushRef="#br0" timeOffset="13695.48">16121 16284 388 0,'0'0'99'0,"0"0"-23"15,0 0 38-15,0 0-27 16,0 0-23-16,0 0-42 15,0 0 5-15,0 0 5 16,0 12-6 0,0 5 13-16,0-2-16 0,0 13-1 15,0-3 7-15,0 16-17 16,-5 12 19-16,5 17 1 16,0 16-5-16,0 18 19 15,0 5-8-15,0-5-10 0,0-19-3 16,0-26-25-16,5-17 9 15,0-19-9 1,-5-16 2-16,0-7-6 16,0 0-55-16,0-3-69 15,0-20-36-15,0-7-87 0,0 3-329 16</inkml:trace>
  <inkml:trace contextRef="#ctx0" brushRef="#br0" timeOffset="14102.5">16387 16625 279 0,'0'0'87'0,"0"0"23"16,0 0 20-16,0 0-4 16,0 0-46-16,0 0-40 15,0 0 0-15,0 0-8 16,0 0-10-16,0 16 15 16,0 7-10-16,0 18 11 15,5 8 11-15,0 19-3 16,8 11 14-16,-2 0-2 15,-6 2-30-15,0-22 8 16,3-15-24-16,-3-21-11 16,1-13 3-16,-6-10-2 15,5 0-4-15,-5 0-19 0,0-24-64 16,0-15-25-16,0-9-98 16,0 1-24-16,0 3-136 15</inkml:trace>
  <inkml:trace contextRef="#ctx0" brushRef="#br0" timeOffset="14311.54">16397 16307 604 0,'0'0'95'16,"0"0"-46"-16,0 0 28 15,0 0-65-15,0 0-2 16,0 0-10-16,42-16-16 16,-37 32-40-16,-5 5-84 15,0 7-136-15</inkml:trace>
  <inkml:trace contextRef="#ctx0" brushRef="#br0" timeOffset="14812.5">16842 16648 300 0,'0'0'77'0,"0"0"-27"15,0 0 41-15,0 0 5 16,0 0-2-16,0 0 11 0,-24 83-20 16,19-40-2-1,5 10 16-15,0 14-30 0,0 5 1 16,0-7-16-16,0-15-35 16,0-17 3-16,0-20-10 15,0-2-11-15,0-11 7 16,0 0-6-16,0 0-2 15,-6 0-6 1,-7-11-31-16,8-15 6 0,0-12-33 16,5 0-12-16,0-21 50 15,0 5-13-15,0-6-22 16,15 5 27-16,20 12 10 16,7 10 20-16,2 10-1 15,1 12 5-15,5 11 39 16,3 0 12-16,-3 0-18 0,-6 11 19 15,-9 2-28-15,-6 0-2 16,-11-2-22-16,-8-8-3 16,1-3-22-16,-11 0-117 15,0 0-272-15</inkml:trace>
  <inkml:trace contextRef="#ctx0" brushRef="#br0" timeOffset="17263.47">512 18284 242 0,'0'0'76'0,"0"0"-38"15,0 0 22-15,0 0-15 16,0 0-4-16,0 0-3 16,0 0-12-16,-23-14 19 15,23 7-14-15,0 6-9 16,0 1 4-16,0 0-19 16,0 0-4-16,0 0 8 15,0 0-11-15,0 0 6 16,0 0-4-16,0 0 2 15,0 0-2-15,0 0-2 16,0 1 0-16,0-1 7 16,0 12-7-16,0 12-5 0,0 7 5 15,0 17 15-15,13 15 18 16,8 3 0-16,3-2-5 16,-1-8 27-16,-7-10-7 15,-5-19-5-15,-3-7-7 16,-3-7-15-16,0-13 0 0,-5 0-15 15,0 0 0-15,5 0 2 16,1 0-7-16,-6-10-2 16,0-19-33-1,0-4-8-15,0-11-3 16,5-2 1-16,3 3 0 16,7 6 16-16,-4-6-28 0,2 10 44 15,3 3 10-15,2 3 4 16,-2-1 10-16,0 10-4 15,2 5-2-15,-7-4 4 16,2 5-7-16,-8 5 13 16,6 6-11-16,-1 1 4 15,-2 0 3-15,8 0 15 16,8 0-26-16,10 37 53 16,11 5-10-16,-1 22 12 15,1 6 7-15,-6-4-33 16,-10-3 3-16,-10-13-10 0,-4-20-4 15,-9-11-6-15,-1-8-12 16,-5-5 18-16,8-6-16 16,-3 0 1-16,-5 0 0 15,0 0-4 1,0 0-14-16,0 0 4 16,0-20-8-16,0-10-8 0,0 3 2 15,0-5-14-15,0-1 1 0,0-1-12 16,0 4 36-16,0 0 6 15,5 0 13 1,16 2-6-16,-2 3 4 16,5-5-3-16,-9 2 2 15,9 3-3-15,-3 7 0 16,-8 2-2-16,-2 9-3 16,-11 5 5-16,0 2-11 15,0 0-16-15,0 0 8 16,0 0-32-16,0 13-60 0,0-2-47 15,0-11-323-15</inkml:trace>
  <inkml:trace contextRef="#ctx0" brushRef="#br0" timeOffset="17684.55">631 18194 242 0,'0'0'184'0,"0"0"-78"16,0 0-1-16,0 0-20 15,0 0-54 1,0 0-31-16,-11 0-27 0,11 0-70 16,0 0-17-16,0 0-16 15,0 0-87-15</inkml:trace>
  <inkml:trace contextRef="#ctx0" brushRef="#br0" timeOffset="18687.48">1296 18358 299 0,'0'0'171'0,"0"0"-68"16,0 0 17-16,0 0-48 15,0 0-44-15,0 0 0 16,0-10-22-16,0 3 11 16,0-4 1-16,21 10-14 15,-2-6 14-15,-4 3-16 16,-4 4 5-16,-3 0 6 16,2 0-9-16,1 0 8 15,13 0-10-15,-3 0-2 16,7 0 2-16,1 11 1 0,6-5-3 15,-6 11 0-15,-1-2 2 16,-12 13-2-16,0-5 19 16,2 10-8-1,-7 11 15-15,2 5-1 0,-2 4 4 16,-6 4-10-16,0-15-14 16,0-5 11-16,1-10-12 15,-6-9-2-15,0-10 5 16,0-8-3-16,0 0-4 15,0 0 6-15,8 0-6 16,-3 0 0-16,-5 0-15 0,5-16-33 16,6-5-84-1,2-5-91-15,-3-1-300 16</inkml:trace>
  <inkml:trace contextRef="#ctx0" brushRef="#br0" timeOffset="19977.02">2190 18862 441 0,'0'0'120'15,"0"0"-24"-15,0 0-17 0,0 0-2 16,0 0-37-16,0 0-10 15,-5 0-1-15,5 0 8 16,0 0 9-16,0 0-13 16,0 0-16-16,0 0 2 15,0-9-19-15,0-13 0 0,40-16 2 16,12-6 5 0,-2-5-7-16,-5 13 0 15,-6 3-13-15,-15 9 10 0,-8 11-17 16,-3 6 20-16,-13 1 1 15,0 3-1-15,0 3 0 16,0-4-26-16,0 4 17 16,0 0-1-16,-24 0 9 15,-5 0-2 1,-10-10-4-16,-1 4-3 0,6-1 9 16,13 7-8-16,3 0 9 15,7 0 0-15,-7 0-6 16,2 0 6-16,-2 0-2 15,-3 20 9-15,-3 6-7 16,0 8 2-16,8 5 2 0,6 11 6 16,5-3 6-16,5 9 8 15,0 4 2-15,0-7-4 16,21-9 7-16,13-7-12 16,5-20-13-16,1-4 8 15,-6-13-9-15,19 0 6 16,-3 0-3-16,18-43-6 15,0-9-9-15,1-1-31 16,-9 0-9-16,-7 0 39 16,-14 16 10-16,-18 7 8 15,-13 18 2-15,-3 8 0 0,-5 4 1 16,0 0-11 0,-13 0-61-16,-26 0-126 15,-1 0-494-15</inkml:trace>
  <inkml:trace contextRef="#ctx0" brushRef="#br0" timeOffset="22809.47">2764 17882 417 0,'0'0'58'0,"0"0"-26"16,0 0 30-16,0 0 6 15,0 0-13-15,0 0 5 16,0 0-37-16,0 0-12 15,0-6-4-15,0 6-3 16,0 3 11-16,0 14 10 0,0 2-9 16,0 1 4-16,0 4-10 15,0 5-2 1,5 4 1-16,0 14-8 16,8 7 3-16,-7 10 1 0,4 12-5 15,-5-1 7-15,-5 12-2 16,0-13-5-16,0-8 5 15,0-13-5-15,0-6 2 16,0-8 1-16,0 2-3 16,0 1 8-16,0 3-7 15,0 0 0-15,0 0 2 16,0 0-1-16,0-1-2 16,0-7 0-16,6-14 1 15,-6-10 0-15,0-9-1 16,0-4 1-16,0 0 10 0,0 0-6 15,0 0-3-15,0 0-2 16,0-11-32-16,0-18-22 16,0-8-66-1,0 1-118-15,0 2-160 0</inkml:trace>
  <inkml:trace contextRef="#ctx0" brushRef="#br0" timeOffset="24592.06">3358 18461 366 0,'0'0'80'0,"0"0"-17"0,0 0 20 16,0 0-20-16,0 0-1 16,0 0-18-1,0-43-25-15,0 37 1 16,0-1-2-16,0 7-2 0,0-4 0 16,0 4-10-16,0 0 10 15,-10 0-11-15,-1 0 0 16,-7 0-5-16,-3 0-12 15,-3-5-4-15,0 4-5 16,8 1 17-16,6 0 4 16,-9 0 0-16,9 0 1 0,-8 0 5 15,7 0-4 1,1 0 4-16,-9 0-3 16,9 0-2-16,-9 1 3 15,3 11-4-15,6 4 0 0,-9 1 0 16,9 3 4-16,-1 3-4 15,-2 0 3-15,8 1-2 16,0 3 4-16,5 5-2 16,0 2 28-16,0-1 1 15,0 6-3-15,0-2-7 16,0-3-2-16,0-11-14 0,5-10 11 16,19-8-4-16,-9-5 8 15,9 0 1 1,5 0-17-16,-8 0-3 15,3 0-2-15,-3-8-7 16,2-6 1-16,6-5-16 0,-13 1 0 16,3-8-1-16,-4-1 7 15,-1-2 1-15,1-7-19 16,-4-1-3-16,-6 1 24 16,8 6 6-16,-7-7 4 15,4 11 3-15,-5-1-14 16,8 4 4-16,-13 4-9 15,0 8 3-15,0-3 14 16,0 8 4-16,0-1 4 16,0 1 20-16,0 2-10 0,0 4 4 15,0-5-3-15,0 5-5 16,0 0 0-16,0 0-9 16,0 0-1-1,6 0 9-15,-6 0-8 16,0 0 13-16,0 0 1 0,0 0 7 15,0 0-4-15,0 0-20 16,0 0 2-16,0 0 7 16,0 0-7-1,0 0 0-15,0 0-2 0,0 0 3 16,0 0 0-16,0 0-3 16,0 0-17-16,0 5 10 15,0-5-2-15,0 4 9 16,0 9 7-16,0-3-7 15,0 11 7-15,0 14-5 0,0 2-1 16,0 6 4-16,15 6-3 16,-7 4-2-16,3 1 3 15,-6-7 3 1,0-5 2-16,1-19-5 16,-6 1 4-16,5-11 5 15,-5-6-10-15,0-3-1 0,0-4 1 16,0 4 0-16,0-4 2 15,0 0-2-15,0 0-2 16,0 0 0-16,0 0 2 16,0 0-2-16,8 0 0 0,-8 0-6 15,5 0 4-15,0 0-38 16,-5-11-34-16,0-19-9 16,11-16-151-16</inkml:trace>
  <inkml:trace contextRef="#ctx0" brushRef="#br0" timeOffset="25232.16">3892 17829 428 0,'0'0'79'16,"0"0"3"-16,0 0-16 0,0 0-27 15,0 0-18-15,0 0 6 16,0-4-8-16,0 4-5 15,0 0 14-15,0 0 7 16,0 0 4-16,0 0-10 16,0 0-9-16,0 0 5 15,0 0-15-15,0 0-1 16,0 0-6-16,0 7-3 16,0 13 0-16,0 4 0 15,5 6 2-15,0 6 6 16,1 10-8-16,2 14 3 0,-3 14 12 15,0 9-4-15,-5 11 4 16,5 2-1-16,-5-14-13 16,0 1 9-16,6-16-10 15,-6-4 2-15,5-20 5 16,8-3-7-16,-8-5 9 0,6-5-3 16,-6-6-4-16,0 5 4 15,-5-6-5-15,8-8-1 16,-3-4 0-16,1 0 0 15,-1-11-1-15,0 0 0 16,1 0-42-16,-1-17 24 16,-5-3-20-16,8-11 39 15,-8 10-7-15,0-2-31 16,0 4-11 0,0 2-15-16,0 0-35 15,0-2-46-15,0 1-67 0</inkml:trace>
  <inkml:trace contextRef="#ctx0" brushRef="#br0" timeOffset="25883.15">4431 18431 346 0,'0'0'88'16,"0"0"-2"-16,0 0 23 16,0 0-43-16,0 0-19 15,0 0 19-15,0-16-2 16,0 16-8-16,0 0-7 0,0 0-2 16,0 0-23-16,0 0-10 15,0 0-5 1,0 0-7-16,0 0 11 15,0 0-2-15,0 0-5 16,0 0 8-16,0 0-9 0,0 0 7 16,0 0-10-16,0 0-1 15,0 0 0-15,0 11-1 16,0 11 0-16,0 1 0 16,0 10 2-1,0 7-2-15,0 6 2 0,0 7 1 16,11 4 1-16,17 3 9 15,7-12-7-15,-1-10-2 16,0-23 1-16,-13-8 2 0,-3-7-2 16,-7 0-2-16,5 0-5 15,7-22 2-15,12-15-9 16,-6-2-22-16,-8-1-10 16,-3 4 15-16,-13 9-3 15,1 7 3 1,-6 0 16-16,0 0 0 15,0-6 10-15,0-4 6 16,5-7-5-16,3 4 3 0,2 0 2 16,1 3-4-16,-6 8 2 15,0 8-4-15,3 7 0 16,-3 3 2-16,-5 4 5 0,0 0 4 16,0 0-11-16,6 0-11 15,-6 0-32 1,5 0-36-16,-5 0-51 15,0 0-224-15</inkml:trace>
  <inkml:trace contextRef="#ctx0" brushRef="#br0" timeOffset="26340.33">5252 18330 379 0,'0'0'194'15,"0"0"-93"-15,0 0 20 0,0 0-62 16,0 0-43 0,0 0-2-16,0 0-6 0,0 5-6 15,0 1 2-15,0 11-2 16,0 3 3-16,0 10 7 16,0 10 8-16,0 13 22 0,0 17-2 15,0 13-4 1,0-4 4-16,0-3-19 15,0-16-6-15,0-23-9 16,13-16-5-16,-8-12 11 0,5-9-11 16,-10 0 0-16,0 0-1 15,0 0-22-15,0-2-54 16,0-18-69-16,0-18-85 16,0 8-236-16</inkml:trace>
  <inkml:trace contextRef="#ctx0" brushRef="#br0" timeOffset="26583.89">5275 18025 781 0,'0'0'143'0,"0"0"-98"0,0 0-28 16,0 0-17-16,0 0-2 15,0 0-52-15,5-90-13 16,-5 90-96-16,0 0-181 16</inkml:trace>
  <inkml:trace contextRef="#ctx0" brushRef="#br0" timeOffset="27490.05">6432 17876 403 0,'0'0'113'0,"0"0"-52"15,0 0 22-15,0 0-9 16,0 0-36-16,0 0-9 0,0 0-10 16,0 0-13-16,0 0 2 15,0 0-7-15,0 0 3 16,0 0 4-16,0 6-4 0,0 24 2 16,0 19 1-1,0 11-2-15,0 23 5 0,11 14 12 16,18 14 18-16,0 1-1 15,-8-2 1-15,2-20-12 16,-7-20-8-16,-3-27-12 16,-7-20 6-16,-1-16-4 15,-5-7 1-15,0 0 3 16,0 0-14-16,0 0-32 16,0-4-94-1,-5-15-21-15,-14-5-85 0,9-6-145 16</inkml:trace>
  <inkml:trace contextRef="#ctx0" brushRef="#br0" timeOffset="28031.79">7011 18300 379 0,'0'0'115'0,"0"0"-21"0,0 0 24 16,0 0-46-16,0 0-15 15,0 0-3-15,32-16-4 16,-32 16 4-16,0 0-9 16,0 0-13-16,0 0-7 0,0 0-15 15,0 0 6 1,0 0 1-16,0 0-17 15,0 0 12-15,-11 0-10 16,-23 15 0-16,-11 0-2 0,-23 12-1 16,-6-1-32-1,-5-5-9-15,11-4-17 0,18-7 17 16,10-1 21-16,11-9 8 16,16 0 12-16,13 0 2 15,0 0-3-15,0 0-2 16,0 0-27-16,0 7-16 15,24 7 47-15,15 6 4 16,14 6 3-16,-3 4-6 16,13 7 2-16,-2 2 22 15,-4-2-2-15,-7-4 8 0,-2-6-2 16,-22-11-6-16,-2-3 6 16,-8-10-17-16,-9-3 3 15,-1 0-5 1,-6 0-10-16,0 0 0 15,0 0-2-15,5 0-13 0,0 0-54 16,14-6-71-16,2-24-154 16</inkml:trace>
  <inkml:trace contextRef="#ctx0" brushRef="#br0" timeOffset="28607.49">7503 18209 249 0,'0'0'170'0,"0"0"-74"16,0 0 33-16,0 0-24 15,0 0-28-15,0 0-7 0,18-8-4 16,-18 8-15-1,0 0-21-15,0 0-3 16,0 0-2-16,0 0-4 16,0 0-15-16,0 4 8 0,0 1-12 15,0 9-2-15,0 2 8 16,0 7-7-16,0 13 5 16,0 0-4-16,0 14 1 15,21 16 7-15,3 11-2 16,-3-1 5-1,21-10 9-15,-16-13-18 0,14-20 5 16,-11-26-5-16,0-7-1 16,5 0 1-16,0-14-4 15,11-41-6-15,-1-12-35 16,-4-2-43-16,-1-8 4 16,-10 11-17-16,-10 9-18 0,-9 6-5 15,-10 14 77 1,5 6 43-16,-5 8 74 15,0 1 17-15,0 7-12 16,0 0-18-16,0 8-18 16,0 7-3-16,0 0-20 15,0 0-4-15,0 0-16 0,0 0 0 16,0 0-19 0,0 0-33-16,0 7-57 0,0 0-37 15,0 2-146-15</inkml:trace>
  <inkml:trace contextRef="#ctx0" brushRef="#br0" timeOffset="29672.26">8342 18299 415 0,'0'0'99'0,"0"0"-48"15,0 0 44-15,0 0-9 16,0 0-31-16,0 0-6 16,0-24 8-16,0 24 4 0,0 0 6 15,0 0-16 1,0 0-25-16,5 0-8 15,-5 0-2-15,0 0-9 16,0 0 13-16,0 0-16 16,0 0-4-16,0 0 0 0,0 0 0 15,0 0 0-15,0 13-1 16,0 17 1-16,13 17 10 16,3 12-8-16,2 8 0 15,-2-14 5-15,-11-7-7 16,1-12 0-16,-1-21-1 15,-5-7 4-15,0-6 0 0,0 0-2 16,0 0-1-16,0 0-8 16,0 0-13-1,0 0 3-15,0-6-9 16,0-4 11-16,0-6 12 16,0-8-4-16,0-5-24 15,0-8 1-15,0-9 21 16,0 6 10-16,0-7-3 15,0 0-24-15,8 5 8 16,26 5-13-16,-8 6-2 0,8 1 4 16,1 15-2-16,-1 0 26 15,0 8 6-15,0 0 3 0,-10 7 9 16,-3 0-7-16,3 0 1 16,4 0 24-1,12 30-15-15,-1 14 6 16,6 9 1-16,0 15 5 15,-6 4-3-15,-5 8-8 16,-10-6-5-16,-13-12 4 16,2-18-7-16,-13-18 6 0,0-13 2 15,0-10-8-15,0-3 11 16,0 0-19-16,0-3-15 16,0-36 2-16,-13-11-6 15,-3-3-27-15,5 3-7 16,3 3-2-16,3 8 36 15,5-1-17-15,0 2-1 16,0 6 23-16,0 2 2 16,0 0 12-16,24 7 3 15,5 2-1-15,-3 7 14 0,-2 2-4 16,5 1-7-16,-8 4 7 16,-8 6-1-16,8 1 2 15,8 0-10-15,0 0-1 16,5 0 24-1,0 8-11-15,-13 20-4 16,8 4 3-16,0 14-1 0,-5 6-3 16,-3 4-1-16,-3 4-3 15,-7-7 14-15,-6-3-4 16,0-14-2-16,-5-9-5 16,0-14 2-16,0-6 2 15,0-7-7-15,0 3-6 0,0 1 2 16,0 2-2-1,0-6-3-15,0 3-14 16,0-3-31-16,-10 0-47 16,-1-3-19-16,-2-33-227 0</inkml:trace>
  <inkml:trace contextRef="#ctx0" brushRef="#br0" timeOffset="30646.86">9828 18337 57 0,'0'0'209'0,"0"0"-157"16,0 0 36-16,0 0-18 15,0 0-18-15,0 0-7 16,-6-62 3 0,6 49 18-16,0 3-16 0,0-3 5 0,0 5-4 15,0 1-14-15,6 0 3 16,-6 6 6-1,5 1-7-15,-5 0-2 0,5 0-17 16,0 0-8 0,-5 0 2-16,0 0-5 15,0 0-2-15,0 0 2 0,0 0-8 16,0 0 2-16,0 15-3 16,8 16 0-16,3 12 6 15,-1 23-6-15,-4 24 6 16,12 23-2-16,-13 20-3 15,0 6 1-15,6 2-2 16,2-22 0-16,-2-32 1 16,-6-27 1-16,0-27-2 15,3-13 7-15,-8-20-7 0,0 0 10 16,0 0-1 0,0 0-3-16,0 0-6 0,0-11-25 15,0-8-6-15,0-11-5 16,0-4-12-1,-13-5-16-15,2-7 0 16,-7-11 15-16,2-3 17 0,-7-6-3 16,7-4 9-16,-3-1 5 15,9 5-13-15,10 2 25 16,0 8 9-16,0-1 0 16,0 8 3-16,0 3-3 15,0-1 0-15,10 4 1 0,14-2-1 16,0 7 9-1,2 0 6-15,3 6-2 16,0 4 2-16,10-2-10 16,-4 11 8-16,4 1 1 0,-5 13 1 15,0-2 18-15,-5 7-13 16,-8 0-13-16,8 0 6 16,0 7 8-16,11 28 1 15,4 24-3-15,4 7 21 16,-9 10-5-1,-18-3-10-15,-2-6 1 0,-14-7-1 16,-5-14-5-16,0-10 11 16,0-15-5-16,0-12-15 15,-24-2 12-15,-15-7-20 16,-11 0-3-16,-3 0-12 0,-2-4-19 16,15-15 17-16,6-4 6 15,5 3-4-15,14-4 4 16,-4 1-20-1,19 0-19-15,0-7-36 16,0-4-50-16,0 2-139 16</inkml:trace>
  <inkml:trace contextRef="#ctx0" brushRef="#br0" timeOffset="31513.34">11024 18307 420 0,'0'0'62'0,"0"0"-52"15,0 0-3 1,0 0 41-16,0 0 0 0,0 0 0 15,50 0 19-15,-45 0 20 16,-5 0-24-16,0-2-20 0,0 2 1 16,0-6-31-1,0-1-12-15,0-1 5 0,0 1-6 16,0-1-1-16,-10-7-8 16,-1 1-2-16,-12 5 11 15,7 0-6-15,-2-3 6 16,2 7-2-1,-3-2-1-15,4 3-2 16,-4 4 3-16,-2-7 2 0,3 7 0 16,2 0 1-16,-2 0 5 15,-4 0 5-15,4 0-6 16,-3 0 12-16,3 7-6 16,2 8-11-16,-8-2 12 15,8 4-11-15,-7 6 1 0,-1-10 7 16,8 11-8-16,-2-1 4 15,7 3 0 1,6 8-4-16,5 2 17 16,0 7 9-16,0-3 9 0,0 7 1 15,34-14-22-15,6-7 3 16,-1-9 9-16,1-10 0 16,4-7-5-1,-4 0-14-15,7-4-8 0,-2-26-6 16,5-9-13-16,-11-8-34 15,-5-3-14-15,-10 4 3 16,-13 2-7-16,-6 2-36 16,-5 12 52-16,0-6 55 15,0 19 2-15,0 2 13 0,0 8 15 16,0 7 6-16,0 0 9 16,0 0-13-16,0 0 3 15,0 0 0-15,0 0-13 16,0 7-2-1,0 8-7-15,0 8-6 16,0 13 6-16,0 17-1 16,0 13 11-16,0 8 16 0,0-5-22 15,0-2 3-15,0-11 0 16,18-20-10-16,-7-13 5 16,7-16-7-16,-7-7-7 0,5 0-1 15,7-36-57-15,1-20-75 16,5-11-117-16,-8-2-329 15</inkml:trace>
  <inkml:trace contextRef="#ctx0" brushRef="#br0" timeOffset="31935.45">11427 18164 383 0,'0'0'314'16,"0"0"-258"-16,0 0 13 0,0 0-2 15,0 0-57 1,0 0 6-16,-11 52 28 16,11-6-6-16,16 10 18 15,0 21-7-15,-3 9 5 16,-3 7 4-16,1-10-35 0,2-14-6 16,-3-28-8-16,-4-18-8 15,-1-20 9-15,-5-3-3 16,0 0-3-1,0-20-4-15,0-16-22 16,0-17-9-16,0 3-6 0,0-10-10 16,0 0-29-16,0 7 1 15,0 0 34-15,0 16 23 16,29 14 18-16,5 5 9 16,6 17 22-16,4 1 22 15,-4 0-30-15,7 0 11 16,-7 0-9-16,-1 0-3 0,-5 0-14 15,-5 0-6 1,-3 0-2-16,-2 0-6 16,-6 0-33-16,-2 0-58 0,-11-15-54 15,1 1-241 1</inkml:trace>
  <inkml:trace contextRef="#ctx0" brushRef="#br0" timeOffset="32649.46">12600 18224 397 0,'0'0'223'0,"0"0"-200"16,0 0 11-16,0 0 41 15,0 0-8 1,0 0-12-16,0-14-14 15,0 14 19-15,0 0 3 0,0 0-36 16,-6 0-10-16,-4 0-9 16,-3 0-7-16,-3-1 3 15,-3-7-4-15,4 5 0 16,-9-1-1-16,3 4-4 16,-8 0 4-16,0 0 1 15,0 0 1-15,-5 0-1 16,0 0 4-16,2 4-6 15,-2 8 2-15,5 2 0 16,0 2-1-16,5 6-2 16,9-2 3-16,4 10 4 15,3 10 2-15,8 13 14 0,0 13 41 16,8 7-10-16,32-4-7 16,4-9-21-16,6-13-8 15,-2-18 6-15,2-15-13 16,0-14 10-16,7 0-18 0,1-7-3 15,-13-42-15 1,-6-11-25-16,-4-6-30 16,-6-11-14-16,-14 11 22 15,-4 3-12-15,-11 2 44 16,0 17 33-16,0 13 12 16,0 8 4-16,0 12 7 0,0 7 19 15,0 4-9-15,0 0 7 16,0 0-8-16,0 0-7 15,0 4-1 1,0 1-8-16,0 16-13 0,0 10 0 16,0 21 0-16,0 19 11 15,0 12-1-15,0 7-3 16,0-8 10-16,0-8-14 16,0-25-4-16,0-22-4 15,0-24 2-15,13-3-12 0,3-3-49 16,13-43-35-1,10-14-42-15,6-17-140 0,13 4-205 16</inkml:trace>
  <inkml:trace contextRef="#ctx0" brushRef="#br0" timeOffset="33031.11">13110 18108 754 0,'0'0'111'16,"0"0"-38"-1,0 0 22-15,0 169-12 0,0-79 15 16,0 18-9-16,0-2-31 16,10-3-5-16,9-20-14 15,-9-27-31-15,3-26 10 16,-7-21-18-16,-6-9 3 0,0 0 3 16,0-16-6-16,5-30-25 15,0-10-12-15,6-4-31 16,7-11 10-16,11 6-60 15,16-8-2-15,18 3-3 16,10 6 43 0,6 15 25-16,0 19 55 0,-5 14 5 15,-11 16 59-15,-3 6-20 16,-2 47 6-16,-8 17 9 16,-2 9-37-16,-22-2 10 15,-8-11 30-15,-12-20-4 0,-6-12-8 16,0-17-50-1,0-11-36-15,0-6-67 16,-29 0-138-16,-11-10-385 16</inkml:trace>
  <inkml:trace contextRef="#ctx0" brushRef="#br0" timeOffset="34270.87">14924 18288 450 0,'0'0'109'0,"0"0"1"16,0 0 16-16,0 0-52 16,0 0-24-16,0 0-12 0,45-55 6 15,-40 46-11-15,3 1-13 16,-3-3 0-16,-5 4-9 15,0-4-10-15,0 4 3 16,0 6-3 0,0-3-1-16,-5 0 0 15,-8-3 5-15,3-1-11 0,4 0 5 16,-12 1 0-16,13 4-2 16,-6-1 3-16,-2 4-2 15,8 0 2-15,-6 0 2 16,-5 0 3-16,3 0-5 15,-3 0 1-15,-2 0-3 16,2 0 2-16,-2 0 0 16,2 0 0-16,-8 0 0 15,3 11-1-15,-2 1-1 16,7 10 0-16,3 4 1 16,8 16 2-16,-1 11-1 0,6 18 15 15,0 9 15-15,0-3 29 16,24-18-20-1,2-12-11-15,8-24-2 16,1-13-10-16,4-10 9 16,8 0-22-16,3-24-3 15,8-22-20-15,-3-14-28 0,-5-2-44 16,-8 2 16-16,-15 3-36 16,-4-2 24-16,-12 12-1 15,-6 11 5-15,-5 7 55 0,0 21 29 16,0 8 17-16,0 0 50 15,0 0 15-15,0 7-7 16,0 24-34 0,0 21-15-16,0 9 41 15,8 10-17-15,-8-1-25 0,5-4-5 16,1-9-10-16,-1-11-3 16,-5-16-4-16,5-10-3 15,-5-16 0-15,0-4-9 16,5 0-52-16,3-4-77 15,3-29-29-15,-1-7-146 0</inkml:trace>
  <inkml:trace contextRef="#ctx0" brushRef="#br0" timeOffset="34662.03">15577 17691 225 0,'0'0'241'0,"0"0"-178"16,0 0 36-16,0 0 22 16,0 0-59-16,0 0-22 15,-6 22-7-15,-7 8 12 16,3-1-4-16,-1 5-21 15,-2 6 3-15,8 10-11 16,-6 9-9-16,11 18 0 16,0 17 4-16,0 13-5 15,0 18 26-15,0-8-9 0,5-11-9 16,6-23 2-16,2-27-9 16,3-32 12-16,-3-19-4 15,3-5-6 1,-6 0-5-16,4-29-4 0,-4-18-46 15,-5-9-72-15,-5-1-16 16,0 4-47-16,6 7-83 16</inkml:trace>
  <inkml:trace contextRef="#ctx0" brushRef="#br0" timeOffset="35020.49">15955 18122 286 0,'0'0'168'0,"0"0"-87"15,0 0 51 1,0 0-3-16,0 0-46 16,0 0-25-16,127-41 13 0,-127 41-24 15,0 0-24-15,-6 0-23 16,-36 7 3-16,-13 13-3 0,-8 6 6 16,-6-3-6-16,1 0-2 15,13 6-12-15,5-7 12 16,16-7 1-1,15 1-2-15,19-1 2 16,0 7-8-16,6 8-3 16,46-1 12-16,17 8 4 15,-9-6 13-15,3 4-1 16,-5-5-5-16,-19-10 7 0,-4-3-14 16,-14-14-4-16,-11-3 0 15,3 0 4-15,-13 0-12 16,6-3-17-16,-6-30-70 15,0-1-141-15,0-12-441 0</inkml:trace>
  <inkml:trace contextRef="#ctx0" brushRef="#br0" timeOffset="35836.35">16421 18240 334 0,'0'0'67'0,"0"0"-62"0,0 0 62 15,0 0 23-15,0 0-65 0,0 0-7 16,68-39 26 0,-63 36 22-16,-5 3-19 15,0 0-4-15,0-4 3 16,0 4-14-16,0 0 6 15,0 0-3-15,0 0-13 16,0 0 1-16,0 0-7 16,0 0 1-16,-10 0-8 15,-3-7-9-15,2 6 12 0,1-5-12 16,-1 5-1-16,-7-3 1 16,7 0-13-16,-7 4 12 15,7 0 0-15,-4 0 1 16,-9 0 3-16,0 0-3 15,3 0 0-15,-3 0-2 16,1 0 1-16,2 0 1 16,2 0 0-16,4 0 1 15,-9 9-2-15,13-2 3 16,-7 4-2-16,2 0 2 16,11 2 1-16,0 4-3 0,-3 6 8 15,8-3-5-15,0 16 11 16,0 11 8-16,0 12 27 15,23-2-12-15,12-1 4 16,-1-6 5 0,0-20-16-16,-5-13-10 0,-3-17 2 15,-2 0-11-15,5-3 9 16,10-41-20-16,1-15-39 16,-6-8-33-16,0-9-30 15,-10 5 23-15,-3 9-58 0,-3 8-36 16,-12 13 0-16,-1 18 89 15,-5 7 84-15,0 16 2 16,0 0 96 0,0 0 39-16,0 0-16 15,0 9-21-15,-5 15-34 0,-1 11-22 16,-2 10-2-16,8-1 5 16,-5 16-3-16,5 0-21 15,0-1-4-15,0-2-16 16,0-10-1-16,0-18 0 15,0-12 0-15,0-8-3 0,0-5 1 16,0-4-12 0,0 0-41-16,0 0-30 15,0 0-34-15,0-13-26 16,0-10-91-16,0 0-198 16</inkml:trace>
  <inkml:trace contextRef="#ctx0" brushRef="#br0" timeOffset="36272.71">16807 18171 524 0,'0'0'176'0,"0"0"-153"15,0 0 59-15,0 0 39 0,0 0-41 16,0 0-16-16,-13 170 20 15,13-70 28 1,0 10-22-16,0 0-13 16,0-15-31-16,0-31-13 15,0-31-8-15,0-18-18 0,0-15 3 16,0 0-6-16,0-30-4 16,0-35-24-16,0-12-28 15,5 5-14-15,14-8 2 16,-3 11-4-16,13 6-5 0,10 16-10 15,0 11 75 1,1 12 8-16,-6 18 7 0,0 6 18 16,1 0 15-1,12 6-3-15,-8 26-2 0,6 13-14 16,-11 4-2-16,-13 4 5 16,-8 0-4-16,-13-12 1 15,0-8-21-15,0-7 0 16,0-6-17-16,0-4-41 15,-29-12-106-15,6-4-132 16</inkml:trace>
  <inkml:trace contextRef="#ctx0" brushRef="#br0" timeOffset="38983.68">17486 665 473 0,'0'0'81'0,"0"0"-56"16,0 0 23-16,0 0 24 15,0 0-35-15,0 0-19 16,34 0 22-16,-29-5-5 16,3-1 4-16,-8-1-6 15,0 2 1-15,0 3-11 16,0 2-2-16,0 0-4 0,0 0-9 16,0 0-7-16,0 0 0 15,0 0-2-15,0 0-1 16,0 0 1-16,0 0-5 15,0 0 1-15,0 0-7 16,0 25-1 0,0 26 13-16,5 23 4 0,6 18 13 15,-6 15 28-15,1-5 9 16,1-14-6-16,-1-24-8 16,-1-27 5-16,5-18-5 0,1-12-11 15,-11-7-17-15,8 0-2 16,-8 0-1-1,0 0-9-15,0-12-7 16,0-13-25-16,0-12-3 0,0-5-11 16,0-5 29-16,0-5 15 15,0-10-9-15,0 2 2 16,0 3-36-16,0 1 42 16,0 10 2-16,5 0-1 15,-5 9 2-15,5 5 2 16,1 9 1-16,-6 8-2 15,5 5 4-15,8 3-3 16,-8 0 5-16,6 2 2 16,-1 5-9-16,3-4 1 15,3 4 0-15,-5 0 5 16,7 0 10-16,3 0-15 16,3 0 3-16,5 0 6 0,5 16-9 15,-5 9 12-15,5 17 0 16,-2 1-1-16,-9 13 15 15,12 8-14-15,-25-2 4 16,3 5 5-16,-13-7 1 16,0-12 1-1,0-12-4-15,0-12-3 0,0-12 0 16,0-5-15-16,0-7 1 0,0 0-3 16,0 0 1-16,0 0-1 15,0 0 0-15,0 0-7 16,0 0 5-16,-13-5-6 15,-3-21 1 1,6-4-2-16,2-11-14 16,8-7 7-16,0 7 4 15,0 1-1-15,0 11 9 16,0 3-4-16,8-1 8 0,8 3-2 16,7 1-3-16,-7 7 4 15,2 2 0-15,-2 1 1 16,3 3-2-16,7-3 2 15,3-1 0-15,0 8-1 0,0-7 0 16,5 6-1-16,-13 0 2 16,3 1 0-1,-9 6-5-15,4 0 5 16,-9 0 0-16,1 0 0 16,12 23 0-16,-7 16 10 15,8 11 4-15,0 1-4 0,-9 5 1 16,-4-6-11-16,7 3 3 15,-12-4-2 1,-1-8 2-16,0-9-1 0,-5-4-2 16,0-9 1-1,0-6-3-15,0 2 1 0,0-14-12 16,0 4-10-16,0-3-31 16,-5 3-7-16,-11-5-47 15,-8 0-99-15,3 0-381 16</inkml:trace>
  <inkml:trace contextRef="#ctx0" brushRef="#br0" timeOffset="40261.71">18609 1059 151 0,'0'0'153'0,"0"0"-110"16,0 0 8-16,0 0 13 16,0 0-33-16,0 0-5 15,0 0 23-15,-16 13 12 16,16-13 5-16,0 0-19 0,0 0-8 15,0 0 2 1,0 0-1-16,0 0 16 16,0 0 10-16,0 0-18 15,0 0-5-15,0 0-14 0,21-18-24 16,8-7-5-16,5-2 5 16,0 4-5-16,-5-1-1 15,0 4-18-15,-13-3 0 16,0 4-19-16,-3-4-19 0,-2 2 14 15,-11 1 11 1,0 1 27-16,0-1 1 16,0-1-20-16,0 5-1 15,0 0 17-15,0 6 2 16,0-1-10-16,-11-1 16 16,6 1 0-16,-8 1 0 0,2-1-4 15,-5 4 4-15,3 2 1 16,8 2 1-16,-6 0 2 15,6 3 3-15,-13 0 1 16,-3 0-1-16,-3 0-4 16,0 0-3-16,3 0-3 0,3 0 3 15,2 0 0 1,3 6-2-16,8-3 2 0,-1 4 2 16,-4 6-1-16,-3-1 2 15,2 9-1-15,1 6 2 16,4 3-1-16,6 10 17 15,0 3 12 1,0 10-4-16,16 7 18 16,24 0 20-16,-1 0-14 15,8-4-4-15,-2-15-7 16,-5-11-16-16,4-14-2 0,-4-9-6 16,-1-7-8-16,-5 0-9 15,1-7-46-15,-6-23-75 16,-19-4-58-16,3 3-102 15,-13 2-192-15</inkml:trace>
  <inkml:trace contextRef="#ctx0" brushRef="#br0" timeOffset="41218.43">19051 700 395 0,'0'0'111'15,"0"0"-20"-15,0 0-21 0,0 0-25 16,0 0-13-16,0 0-8 16,0 0 6-16,0 0-10 15,0 4 4-15,0-1 8 16,0 3-5-16,0 4 4 15,0 10 5-15,0 13 0 16,13 14 7-16,-3 9 4 16,1 11-6-16,2-1 9 15,-8-10-20-15,1-5-8 0,-1-19-8 16,-5-15-5-16,5-6 2 16,-5-9-9-16,0-2 2 15,0 0 1-15,0 0-4 16,0 0-1-16,0 0 0 15,0 0-18-15,0 0 8 16,0 0-14-16,0 0 9 16,0 0 6-16,0-2-3 15,0-5 6-15,0-4 4 16,0 5-8-16,0-4 9 16,0 2-1-16,0 2 2 0,0-4 3 15,0 8-2-15,0-2-1 16,0-4-1-16,0-1-1 15,0 2-1-15,0 1 3 16,0-1-4 0,0 1 3-16,0 2-2 15,0-2 3-15,0-1 0 0,0 0 0 16,0-3 1-16,0 1-1 16,0-5-1-16,0-2 0 15,0-4-9-15,0-6-1 16,0-1-8-16,5 1-3 15,8-1 16-15,-7 3-14 0,4-2 15 16,1 2-8-16,7 1 8 16,-2 4-17-16,2-1 21 15,-2 6-2 1,3 7 2-16,-4 1 2 0,9 6 0 16,-3 0 1-16,3 0-2 15,5 0 4-15,-6 0 4 16,-2 0-5-16,3 0 3 15,-8 0-6-15,2 0-3 16,-2 0 1-16,2 10 2 16,-2 16 12-16,-5 11 5 15,-3 9-6-15,-3 11 1 16,-5 10 0-16,0-2 6 16,0 1 2-16,0-19 1 15,0-6 5-15,0-11-9 0,0-11-2 16,0-6 0-16,0-8-11 15,0-5 1-15,0 0 1 16,0 0-6-16,0 0 0 16,0 0-21-16,0 0-52 15,0 0-2-15,0 0-87 16,0-28-105-16,0-9-390 16</inkml:trace>
  <inkml:trace contextRef="#ctx0" brushRef="#br0" timeOffset="41501.65">19663 780 426 0,'0'0'155'0,"0"0"-95"0,0 0 18 15,0 0-12-15,0 0-48 16,0 0-16-16,64 0 26 0,-49 23 3 15,4 10 11 1,-3 7 20-16,2 13 4 16,-2 10-10-16,-11 7 5 15,8-1-4-15,-2-10-24 16,-6-22-16-16,0-13-12 16,-5-13-2-16,5-9-3 15,-5-2-3-15,0 0-35 0,8-18-105 16,-8-24-42-16,0-11-246 15</inkml:trace>
  <inkml:trace contextRef="#ctx0" brushRef="#br0" timeOffset="41685.91">19766 545 595 0,'0'0'216'0,"0"0"-111"15,0 0 6-15,0 0-55 16,0 0-42-16,0 0-14 16,34-48-38-16,-34 48-89 15,0 0-170 1</inkml:trace>
  <inkml:trace contextRef="#ctx0" brushRef="#br0" timeOffset="42730.93">20208 640 62 0,'0'0'102'0,"0"0"-56"15,0 0 38-15,0 0 4 16,0 0-20-16,0 0-15 16,0-41 14-16,0 40 8 15,0 1-5 1,0 0-18-16,0 0-14 16,0 0-21-16,0 0-10 0,0 0-1 15,0 0 5-15,0 0 4 16,0 7 5-16,0 30 16 15,0 16 37-15,0 25-12 16,0 15-1-16,0 0 6 16,0-7 1-16,0-16-24 15,0-18-4-15,0-21-4 16,5-18-13-16,0-8-4 16,-5-5-12-16,0 0 4 0,8 0-10 15,-8-5-18-15,0-20-18 16,0-12-1-16,0-5-22 15,0-6 16-15,0 1 21 16,0-3 0-16,0 4 5 16,16 0 1-16,8 2 14 15,-3 8-10-15,2 6 12 16,1 10 5-16,-8 3-4 16,-6 10 4-16,9 1-3 15,-3 6 2-15,7 0 3 16,6 0 1-16,-3 0 1 15,9 30 4-15,-1 20 15 0,-5 12 15 16,-6 18-13 0,-12 3 8-16,-6-3 1 15,0-14-3-15,1-23-12 16,2-13-8-16,-3-14-9 0,0-16 0 16,0 0-3-16,1 0-4 15,-1-29-14-15,3-13-5 16,-3-16-33-16,0-4 15 15,1-2 17-15,-1 8-2 16,5-7-3-16,14 4-2 16,0 11 8-16,2 13 11 15,3 14 8-15,-11 8 13 16,3 3 2-16,-2 3-1 16,-3 7 6-16,2 0-8 15,11 0-1-15,2 10 3 0,12 20 1 16,-4 7-4-16,0 9-1 15,-18 11-5-15,3 6-5 16,-19 0 0-16,1-4 5 16,-6-12 1-16,0-14-4 15,0-10-2-15,0-13-1 16,0-10-25-16,0 0-30 16,0 0-27-16,0-1-63 0,0-34-78 15,0-12-372 1</inkml:trace>
  <inkml:trace contextRef="#ctx0" brushRef="#br0" timeOffset="43394.68">21410 274 14 0,'0'0'455'0,"0"0"-351"0,0 0 11 16,0 0 23-16,0 0-57 15,0 0-29 1,0-3-15-16,0 3-4 16,0 0-15-16,0 19-12 15,0 28 8-15,0 12 4 0,0 21 4 16,0 19 18-16,10 19 7 15,14 18-10-15,-8 4-4 16,7-18-10-16,-4-23-12 16,-3-34 1-16,2-28 4 15,-8-17 2-15,-4-15-11 16,-1-5-1-16,0 0 5 16,-5 0-6-16,0 0-5 15,0-5-5-15,0-22-11 16,0-12-7-16,0-9-4 15,0-7-8-15,-5-4 11 16,0-10-5-16,-6 0 17 0,11 2 6 16,0 5-9-16,0 2 6 15,0 10-25-15,40 6 14 16,-1 14 16-16,1 14 4 16,-1 9 0-16,6 7 3 15,7 0 10-15,4 41 10 16,7 15-2-16,-5 13 9 15,-9 11 2-15,-14-1-17 16,-25-5 3-16,-10-5 4 0,0-9-7 16,-10-8 9-16,-43-15-7 15,3-9-16-15,-13-14-1 16,8-14 0-16,-8 0-9 16,13 0-4-16,10-30-38 15,11-7-8-15,16-10-27 16,13-1-61-16,0-4-61 15,0 3-250-15</inkml:trace>
  <inkml:trace contextRef="#ctx0" brushRef="#br0" timeOffset="43840.01">22362 707 573 0,'0'0'123'0,"0"0"-38"16,0 0 7-16,0 0-13 15,0 0-14 1,0 0-39-16,39-44-12 16,-39 44 2-16,0 7 4 0,0 36 0 15,8 31 23-15,8 21 32 16,8 18-17-16,2-7-8 15,21-17-12-15,-7-29-6 16,4-28-22-16,1-29-10 0,0-3 0 16,7-23 0-1,-2-41-11-15,-10-13-53 0,-6-2-23 16,-16-1-25 0,-18 7 36-16,0 7-14 0,0 16 78 15,0 14 12-15,0 15 55 16,-13 12 22-16,13 6 24 15,0 3-32-15,0 0-33 16,0 0 5-16,-5 0-28 16,0 0-13-16,-1 0 0 15,1 0-20-15,0 0-49 16,-8 0-72 0,7 0-87-16,-4-18-181 0</inkml:trace>
  <inkml:trace contextRef="#ctx0" brushRef="#br0" timeOffset="44200.68">23122 350 358 0,'0'0'83'0,"0"0"-31"16,0 0 68-16,0 0 12 15,0 0-60-15,0 0-19 16,0-13 6-16,0 13 3 16,0 0-10-16,0 17-19 15,0 22 7-15,0 23 7 16,0 21 5-16,5 30 6 16,-5 32-12-16,0 14 5 15,0 0-17-15,13-27-18 16,3-36 2-16,8-40-3 0,-3-26-7 15,-3-19-8-15,-2-11-1 16,2 0 1-16,-2-18-21 16,2-28-53-16,-7-17-74 15,-1-6-112-15,4-2-67 0</inkml:trace>
  <inkml:trace contextRef="#ctx0" brushRef="#br0" timeOffset="44550.75">23490 420 218 0,'0'0'241'0,"0"0"-149"0,0 0 7 16,0 0-12-16,0 0-46 15,0 0-27-15,5-10-2 16,3 20 3-16,-3 20 19 16,1 17 3-16,-6 13 14 15,0 25-6-15,0 26 21 16,0 22-5-16,0 6 4 0,0-15-5 16,0-34-32-16,0-37-7 15,0-28-2-15,5-13-6 16,11-12-7-16,-3 0-6 15,-3 0-10-15,9-35-28 16,-9-8-86 0,1-4-33-16,2-6-63 0,-8 3-130 15</inkml:trace>
  <inkml:trace contextRef="#ctx0" brushRef="#br0" timeOffset="44935.37">24000 740 544 0,'0'0'190'15,"0"0"-103"-15,0 0 4 16,0 0-21-16,0 0-42 16,0 0-8-16,5-6-16 15,-78 12-1-15,-17 18 17 16,-28 2-16-16,5 3-3 15,21-2-1-15,24-3-4 16,33-8 2-16,20 0-1 16,15 1-2-16,0 3-4 15,0 10 4-15,50 0 5 16,23 7 31-16,19-1-20 16,3-7 4-16,7 1-11 0,-4-6-4 15,-25-7 0-15,-17-3-6 16,-22-10 0-16,-21-4 5 15,-13 0-5-15,0 0-6 16,0 0-13-16,0 0 15 16,0-4-28-16,0-33-76 15,-8-4-178-15</inkml:trace>
  <inkml:trace contextRef="#ctx0" brushRef="#br0" timeOffset="45683.24">24907 764 346 0,'0'0'101'0,"0"0"-62"15,0 0 70-15,0 0 38 16,0 0-68-16,0 0-30 15,-5-14 11-15,5 10-6 16,-5 4-10-16,-13-3-12 16,2-3-18-16,-8 3-6 0,3-4-7 15,-8 0 2-15,0 3-2 16,8 1-1 0,-8 0 2-16,6 3 3 15,-6-3-4-15,-6 3 6 16,14 0 5-16,-8 0-8 0,6 0 1 15,2 0 0-15,-8 0-4 16,-5 0 3-16,5 6-1 16,0 4-1-16,2 7 0 15,-1-4-2-15,4 0 0 16,3 1-2-16,2 2 2 16,9 1 1-16,5 10-1 15,5 3 8-15,0 16 35 16,0 14 11-16,0 12-10 15,0 1-3-15,21-4-1 0,18-13 10 16,8-22-18-16,-2-15-11 16,5-12-15-1,13-7 10-15,6-12-16 16,10-32-24-16,-11-20-56 0,-5-3-35 16,-18-4-6-16,-16 5 23 15,-19 3-13-15,-10 10 49 16,0 6 53-16,0 18 9 15,0 15 71-15,0 7 9 16,0 7-26-16,0 0 13 16,0 0-6-16,0 21-28 0,-10 18 2 15,-3 11 18-15,2 6-16 16,1 8 0 0,10-1-17-16,-6 3 0 15,6-8-9-15,0-5-11 16,0-16 3-16,0-10-3 15,0-18-3-15,0-9-16 0,0 0-51 16,0 0-83-16,27-13-13 16,1-17-122-16,7-13-307 15</inkml:trace>
  <inkml:trace contextRef="#ctx0" brushRef="#br0" timeOffset="46116.98">25241 734 535 0,'0'0'124'0,"0"0"17"15,0 0-8-15,0 0-4 16,-5 215-39 0,5-116 31-16,0 8-19 0,0-11-30 15,5-12-20-15,9-28-14 16,-4-19-21-16,1-14-3 15,-6-16-9-15,3-7-2 16,-8 0 0-16,5 0-3 16,0-26-31-16,6-20-6 0,-6-18-10 15,8-8-13-15,3-10-8 16,13 3 4 0,10 2 9-16,11 14-14 15,8 10 47-15,0 13 22 16,-8 20 3-16,0 7 19 0,-3 13-2 15,3 0 12-15,-5 26-3 16,0 25 4-16,-3 11 5 16,-16 8-12-16,-2-1 6 15,-19-9 4-15,0-17-18 16,-5-13-13-16,6-14-5 0,-6-11-3 16,0-5-51-1,0 0-61-15,0 0-153 16,-40 0-262-16</inkml:trace>
  <inkml:trace contextRef="#ctx0" brushRef="#br0" timeOffset="49998.75">27051 766 332 0,'0'0'107'0,"0"0"-50"15,0 0 7-15,0 0 17 16,0 0-28-16,0 0-18 16,0 0-2-16,-16-32-6 15,16 28 0-15,0 4 2 0,0 0-6 16,0 0-13-16,0 0-8 16,0 0-2-1,0 0 0-15,5 0 0 16,6 0 13-16,-6 20 1 15,8 6-10-15,-2 8 2 0,5 12 7 16,7 7 3-16,-7 14 16 16,-3-5-6-16,-8-2 1 15,-5-13-4-15,6-18-7 16,-6-6 4-16,5-11 4 16,-5-10-10-16,0 3 3 15,0-5-5-15,0 0 1 16,0 0 9-16,0 0-11 0,0 0 2 15,0-14-5-15,0-27-8 16,0-12-40-16,0-13-33 16,0-4-25-16,0 0 1 15,0 14 14-15,0 3 13 16,5 13 36-16,14 10 34 16,2 11 1-16,-3 8 38 15,-2 11 9 1,8 0-13-16,4 0 2 0,7 27 25 15,9 17 16-15,1 9-13 16,0 16-3-16,2 0-6 16,-21 5-22-16,9-12 2 0,-12-10-21 15,-12-16-1-15,2-17-3 16,-13-8-11-16,5-9 5 16,-5-2-5-1,0 0-1-15,0 0-4 0,0 0-1 16,0 0-5-16,0-21-6 15,0-31-23-15,0-9-4 16,0-7 4-16,0-2 8 16,29 7 24-16,-3 10-16 15,14 10 1-15,2 9 19 16,-3 8 1-16,-4 1 3 16,-9 11 2-16,3 3 0 15,0 4 18-15,0 7-11 16,-8 0 1-16,8 0 3 15,5 14 2-15,0 32 13 0,0 21 9 16,-13 16 12-16,-2 13 10 16,-9-6-22-16,-5-11-1 15,-5-15-7 1,14-23-15-16,-9-20-6 16,0-12-8-16,6-9-3 0,-6 0 2 15,8-22-81-15,-8-27-64 16,1-4-156-16,-6-11-174 15</inkml:trace>
  <inkml:trace contextRef="#ctx0" brushRef="#br0" timeOffset="50584.46">28282 1025 562 0,'0'0'222'0,"0"0"-112"15,0 0 17-15,0 0-67 16,0 0-53-16,0 0 4 0,289-173-11 31,-229 134-2-31,-7 2-7 16,-19 7-15-16,-18 4-5 0,-3 6-5 15,-13 3-7-15,0 4 33 16,0 3 3-16,0 1 4 16,-13 0 1-16,-8 7 0 15,-8-3 0-15,-5 5-3 16,0 0-1-16,5 0 3 0,-5 5-6 16,18 27 7-16,-3 19 0 15,14 16 36 1,5 9 32-16,0 0-12 15,0-6 7-15,29-20 12 0,16-11-21 16,-1-19-19-16,4-13-15 16,2-7-3-16,8-9-17 15,-3-38-53-15,3-10-111 16,-19-3-169-16</inkml:trace>
  <inkml:trace contextRef="#ctx0" brushRef="#br0" timeOffset="51364.91">29391 707 717 0,'0'0'77'16,"0"0"-42"-1,0 0 8-15,0 0-7 0,0 0-36 16,0 0 1-16,0-50 6 15,0 35 13-15,0 6 12 16,-15 0-11-16,-4 2-20 16,-2-5-1-16,3 6 0 15,-3 1-5-15,-8-2-2 0,-5 2-15 16,-1 3-5-16,-4 2 1 16,0 0-6-1,-1 0 17-15,6 0 2 16,-5 18 4-16,10 12 9 0,5 19 1 15,3 14 41-15,8 10 37 16,2 3-2-16,11-3-10 16,0-20 14-16,0-13-16 15,40-11-23-15,-1-24-21 0,8-5 0 16,-2 0-4-16,5-17-8 16,-5-17-9-1,-11-5-36-15,5-7-3 16,-10-5-15-16,0 5-16 15,-5-7 14-15,-3 0-3 16,-3-4 29-16,-12-8-11 0,-1 5 7 16,-5-5 8-16,0 1-17 15,0 2-24-15,0 5-27 16,0 11-50 0,-5 9 106-16,-14 11 6 15,4 9 32-15,-4 4 1 0,9 9 7 16,-1 1 15-16,6 3 40 15,0 0-5-15,-3 0 19 0,8 0-17 16,0 0-26-16,0 17-1 16,0 6-13-16,0 0 8 15,0 7-2-15,0 4-15 16,0 5 3-16,8 7 8 16,18 11-4-16,-2 20 11 15,-1 20 21 1,-2 13-3-16,-2 12 7 0,-4-6 3 15,-4-16-16-15,2-28-14 16,-2-30-4-16,-1-19 1 16,-2-14-4-16,-3-9-17 15,-5 0 8-15,0 0-11 16,0 0-3-16,0-30-46 0,0-14-65 16,0-15-60-16,0 3-34 15,0 6-141 1</inkml:trace>
  <inkml:trace contextRef="#ctx0" brushRef="#br0" timeOffset="52164.7">30123 693 450 0,'0'0'129'16,"0"0"-49"-16,0 0 40 15,0 0-39-15,0 0-19 0,0 0-2 16,0 0-16-16,0 0-8 16,0 0-8-1,-11-7-23-15,1 4 2 16,-1 1-7-16,-7-7 1 0,-6 2-3 15,3 2 2-15,-8-4-3 16,0 0 1-16,0 2-16 16,3 7 7-16,-3-2 3 15,5 2 4-15,3 0 2 0,-2 0-3 16,7 0 2-16,-8 0 2 16,6 0-1-16,-3 0 2 15,2 2-1-15,3 10 2 16,-2-2 0-1,2-2-1-15,6 4 0 0,-3-3 0 16,7-2 2-16,6 4 4 16,-5 1 2-16,0 2 3 15,5 6 2-15,0-1-2 16,0 11 1-16,0 14 13 16,0 2-7-16,0 0 14 15,5 4 12-15,29-10-5 16,0-10 6-16,11-8-22 15,-5-22-5-15,12 0-10 16,3-5-1-16,3-35-7 16,3-7-48-16,-3-3-24 0,-19 1-22 15,-5 3 32-15,-10 2-1 16,-14 1 33-16,-4 10 30 16,-6 8 13-16,0 13 19 15,0 6 6-15,0 1 5 16,0 5-9-1,0 0-9-15,0 0-10 0,0 0-6 16,0 0 0-16,0 0-7 16,0 0-1-16,0 14-1 15,0 30 2-15,-11 16 14 16,1 9 17-16,-3 7-16 16,7-5-1-16,6-9-7 15,0-16-8-15,0-22-1 16,0-7-8-16,6-12-2 15,12-5-32-15,8 0-26 0,16-29-46 16,3-13-87-16,5-11-296 16</inkml:trace>
  <inkml:trace contextRef="#ctx0" brushRef="#br0" timeOffset="52548">30528 640 785 0,'0'0'154'0,"0"0"-42"16,0 0 18-16,-24 196-49 0,24-113-5 16,5 10-6-16,14-7-21 15,2-16-16-15,-11-18-15 16,-2-22-2-16,-3-23-14 16,1-2-1-16,-6-5 4 15,0 0-5 1,0-28-20-16,0-25-9 0,15-20-41 15,4-6 5-15,2 3-25 16,13-4-19-16,13 13 46 16,9 11-59-16,1 16 56 15,-7 16 60-15,3 19 6 16,-8 5 45-16,-1 0 14 16,1 29-1-16,-5 14-11 15,-1 7-17-15,-10 6-13 16,-5-6-1-16,-9-4 7 15,-9-6 1-15,-6-13-24 16,0-11-4-16,0 0-60 0,0-11-113 16,0-5-230-16</inkml:trace>
  <inkml:trace contextRef="#ctx0" brushRef="#br0" timeOffset="54298.21">31893 564 292 0,'0'0'87'0,"0"0"-14"0,0 0 4 16,0 0 15-16,0 0-18 15,0 0-29-15,-16-14-24 16,16 14-3-16,-8 0-10 16,8 0 2-16,0 0-1 15,0 0-6-15,-5 0 1 16,-6 0 0-16,6 0-3 16,0 18 1-16,-3 12 4 15,8 5 31-15,0 18 22 16,0 7 10-16,0 4-6 15,0-1-10-15,8-13-7 16,2-11 16-16,1-16-29 16,2-13-2-16,-3-10-9 0,1 0-18 15,-6 0 8-15,8 0-12 16,3-30-7-16,-6-9-33 16,9-1-45-16,-9-3 0 15,4 3 46-15,-9 3-27 16,5 1 3-16,1 1 12 15,2 5 18-15,-2 5 27 16,-1-3 6-16,8 10 2 16,-2-2 7-16,-5 5 1 15,7 8 19-15,-7 0-14 0,7 0-1 16,-7 2-9-16,-1 1-4 16,3 4-2-16,-2 0 1 15,-1 0-2 1,3 0 2-16,3 39 29 0,3 10 7 15,2 20 19-15,2 11 1 16,-12 6 16-16,7 1 10 16,-12-14-26-16,-1-17 0 15,5-16-20-15,-10-20-21 0,6-11 4 16,-6-9-10-16,0 0-1 16,0-6-3-1,0-41-5-15,5-5-19 16,3-8-34-16,-3 0 24 15,0 18-9-15,1-9-25 16,12-2-24-16,-2 7 31 16,13 7 9-16,-8 0 28 15,8 14 11-15,0 2 8 0,-6 3-4 16,-2 3 8-16,3 6-4 16,-3 3 15-1,-3-1-11-15,-7 9 8 0,7 0 3 0,-7 0-11 16,12 9 20-1,-1 21-3-15,1 14 8 16,-7 7 16-16,8 6-8 16,-1 6 0-16,-12-3-14 0,-6-7-2 15,-5-7 11-15,0-9-5 16,0-7-4-16,0-10-6 16,0-13-11-16,0-7 1 15,0 0-7-15,0 0-2 16,0 0 0-16,0 0-29 15,0-4-7-15,0-29-35 16,0-7-86-16,11-7-44 16,23-6-314-16</inkml:trace>
  <inkml:trace contextRef="#ctx0" brushRef="#br0" timeOffset="55200.39">33321 695 244 0,'0'0'65'0,"0"0"14"0,0 0-2 15,0 0-18-15,0 0 6 16,0 0 13-16,0-5 1 15,0 1-27-15,0 4-15 16,0 0-6-16,0 0-9 16,0 0-5-16,0-3 5 15,0 1-10-15,0-9 8 0,0 4-5 16,0 1-6-16,-11-9-3 16,1 8-6-16,2 0 0 15,-3-4 1-15,1 4 0 16,-1 0-1-1,-2 2 0-15,2 1-5 16,1-1 5-16,-9-2-2 0,14 5-1 16,-5-3 2-16,-3 4-1 15,-3-5 2-15,5 2 0 16,-2-1 1-16,-3 3-3 16,6 2 2-16,-3-5 0 0,2 5-2 15,1 0 4-15,-9 0-2 16,9 0 0-16,-3 0 1 15,2 0-1 1,0 0 1-16,6 0-1 16,-8 0 3-16,-3 0-1 0,6 0 1 15,-9 0 3-15,9 0-2 16,-1 0 1-16,-7 7-5 16,7 3 0-16,-12 3 1 15,7 8 0-15,3 9 9 0,2 7 3 16,6 6 21-1,5 10 42-15,0 4-10 16,0-4-5-16,11-10 1 16,23-16-19-16,5-20-13 15,14-7-12-15,2 0-8 16,8-37-3-16,5-9-7 0,-7-11-60 16,-8 4-22-1,-9 3-17-15,-10 3-10 0,-15 8 3 16,-9 4 17-16,-10 14 43 15,0 5 46-15,0 10 11 16,0 6 29-16,0 0 17 16,0 0-2-16,0 0-11 15,0 0-15-15,0 11 7 16,0 19-4-16,0 11 15 16,0 8-4-16,0 8-7 15,0 5 1-15,0 1-3 16,0-6-15-16,0-8 2 15,0-12-15-15,0-14 0 16,0-12-4-16,0-11-1 16,0 0-2-16,0 0-25 0,0 0-69 15,11-7-67 1,18-16-26-16,-5-7-245 16</inkml:trace>
  <inkml:trace contextRef="#ctx0" brushRef="#br0" timeOffset="55814.43">33776 686 454 0,'0'0'65'16,"0"0"8"-16,0 0-2 15,0 0 7-15,0 0-10 16,0 0-12-16,5-44 6 15,-5 44 16 1,0 0-22-16,0 0-13 0,0 0-15 16,0-2-14-16,-11-3 2 15,-7 3-10-15,2 2-4 16,-13 0-1-16,0 0 2 16,-5 0-3-16,-5 0 0 0,-6 18 0 15,5 21 10-15,1 11-3 16,5 9 16-16,21 1 13 15,7-10-9 1,6-13-5-16,0-14-19 0,0-20 0 16,40-3-6-16,12 0-1 15,4-40-53-15,2-6-68 16,-9-4-71 0,-9 7 7-16,-11 3-81 15,-19 7 37-15,-2 6 53 0,-8 15 180 16,0 3 244-16,0 9 60 15,0 0-109-15,0 0-75 16,6 0-22-16,-1 5-36 16,0 28-2-16,0 7-6 15,8 13-4-15,3 17-16 16,-11 10-17-16,-5 21 1 0,0 6 5 16,0 8-9-16,-55-12 2 15,-13-17-15-15,0-20 0 16,4-22-2-16,-4-18 3 15,-6-13 6-15,-5-13-8 16,-10 0-17-16,-3 0-50 16,-5-20-89-16,13-10-73 15,10 4-377-15</inkml:trace>
  <inkml:trace contextRef="#ctx0" brushRef="#br0" timeOffset="57730.98">17533 1978 201 0,'0'0'93'0,"0"0"-27"15,0 0 2-15,0 0-23 16,0 0-6-16,0 0 9 16,0 0 2-16,0-7 13 15,0 7-3-15,0 0-17 16,0 0-11-16,0 0-19 16,0 0 1-16,0 0-6 0,5 0-7 15,-5 26 14 1,6 24 31-16,4 10-5 15,-4 13 33-15,1-3-16 16,-1-4-5-16,-6-10 9 16,5-16-21-16,-5-11-6 15,5-15-10-15,0-9-14 0,-5-5 3 16,0 0-12-16,0 0 5 16,0 0-6-16,0 0-1 15,0 0-29-15,0-5 15 16,0-16-6-16,0-11 6 0,0-4-10 15,24-1 3 1,5-3 5-16,10-3-12 16,-4 3 12-16,4 4 3 15,1 3 0-15,-11 6-5 16,-3 8 11-16,-3 5 7 16,-7 7 0-16,3 7 4 0,-14 0-2 15,5 0-2 1,4 24 3-16,7 29 26 0,2 23 28 15,6 11 4-15,-2 2-1 16,1-5-17-16,-4-20 0 16,5-22-21-16,-13-19-15 15,8-12 0-15,-14-11-7 16,1 0-2-16,-6 0-41 16,3-7-55-16,2-23-53 0,-10-9-110 15,5-6-306 1</inkml:trace>
  <inkml:trace contextRef="#ctx0" brushRef="#br0" timeOffset="58198.17">18241 2455 710 0,'0'0'154'16,"0"0"-32"-16,0 0-40 15,0 0-46-15,0 0-21 16,0 0-15-16,278-142-5 0,-228 98-11 16,-5 5-6-16,-11 6-8 15,-21-1 0 1,-13 11-17-16,0 0 21 15,0 0 26-15,-7 6 5 0,-20 8 20 16,-2 2-2-16,-5 3-6 16,0 4-4-16,-5 0 7 15,4 0-2-15,6 34 8 16,0 25 4-16,19 18 48 0,5 9-14 16,5 0-13-16,0-13-8 15,23-18-10-15,22-16 4 16,5-22-6-1,8-11-20-15,2-6-5 16,9 0-6-16,-1-35-39 0,-5-13-24 16,-13-11-34-16,-16 0-52 15,-5-10-28-15,-18 3-71 16,2-1-116-16</inkml:trace>
  <inkml:trace contextRef="#ctx0" brushRef="#br0" timeOffset="58514.45">19024 1777 205 0,'0'0'167'15,"0"0"-56"1,0 0 3-16,0 0 8 16,0 0-38-16,0 0-19 15,0-60-7-15,0 60-13 0,0 0-8 16,0 0-10-16,0 0-9 16,0 0 2-16,0 0-13 15,0 0-5-15,0 20 4 16,0 26 13-16,0 20 28 15,0 24-13 1,11 25 12-16,-6 17 3 0,0 4-6 16,1-11-8-16,-1-25-11 15,13-31-1-15,-7-22-5 16,2-24-12-16,-2-14-4 16,-11-9-2-16,0 0-2 15,0 0-55-15,0-5-77 0,0-25-14 16,-11-11-117-1,-23-1-283-15</inkml:trace>
  <inkml:trace contextRef="#ctx0" brushRef="#br0" timeOffset="58679.4">18727 2073 709 0,'0'0'260'0,"0"0"-147"0,0 0-21 15,329-5-12-15,-221 1-59 16,0 1-21-16,-22 3-5 16,-12 0-114-16,-40 0-143 15,-34 0-516-15</inkml:trace>
  <inkml:trace contextRef="#ctx0" brushRef="#br0" timeOffset="59690.46">19850 2623 434 0,'0'0'139'0,"0"0"3"15,0 0-29-15,0 0-40 16,0 0-34-16,0 0-8 15,40 162-11 1,-40-145-20-16,0 3 2 16,-40 3-1-16,1-3-2 0,-1-6-43 15,17-14-87-15,17 0-209 16</inkml:trace>
  <inkml:trace contextRef="#ctx0" brushRef="#br0" timeOffset="62996.93">20928 2183 97 0,'0'0'76'16,"0"0"6"-16,0 0-1 0,0 0 7 16,0 0-23-16,0 0 4 15,11-27-4 1,-6 24 0-16,0-3-11 15,3 3-10-15,-8-1-13 16,0 1 2-16,0-1-11 16,0-3 3-16,0 4 0 15,0 1 0-15,0-2-4 16,0 1-2-16,0 3-8 0,0 0 6 16,0 0-13-16,0 0-1 15,0 0-3-15,0 0 0 16,0 0-4-16,0 0 2 0,0 0-6 15,0 0-3 1,0 0-6-16,0 0 0 16,0 16 15-16,0 24 2 15,0 17 1-15,0 15 6 16,11 17 14-16,13 1 24 16,-14-2-9-16,6-21-9 0,-3-21-4 15,-2-23 6 1,4-16 7-16,-7-7-10 0,3 0-3 15,-1 0-3-15,-5-10-15 16,9-23-5-16,-9-3-20 16,0-8-15-16,-5 5-15 15,0-2 16-15,0 7-6 16,0 3 12-16,0-5 0 16,0 3 12-16,5 1 4 15,6-2-11-15,7 4 12 16,-2 0 5-16,3 7 5 15,2 0-2-15,-3 0 6 16,6 6 0-16,-9 1 5 16,-4 2-6-16,2 1 4 15,-2 10-4-15,-6 3 12 0,-5 0 7 16,10 0-11-16,4 0 3 16,7 16-3-16,13 31 16 15,5 19 18-15,9 19-3 0,-9 6 22 16,-10-2-10-16,2-11-15 15,-12-18 1 1,-3-20-17-16,2-20-2 16,-13-13-5-16,1-7-10 15,-1 0 2-15,-5 0 2 16,0 0-9-16,0-30-8 16,0-7-16-16,0-9-18 15,0-4 17-15,0-5-8 0,0 1-9 16,5-6-14-16,37 1 17 15,-8 3 26-15,11 6 0 16,-5 11 13-16,-6 12 6 16,-13 10-2-16,-3 14 6 15,-7 3 5-15,-1 0-4 16,3 17 18-16,3 26 2 16,3 17-5-16,-4 6 16 15,9 7-15-15,-8 2-2 16,2-12-1-16,-2-13-8 0,2-15 1 15,-2-10-3 1,-11-16-9-16,9-9-2 16,-4 0-1-16,1 0-1 0,12 0 1 15,11-23-2-15,11-17-3 16,5-7-15-16,8 1-6 16,0-2-8-16,-3 5 2 15,-10 3 9-15,-6 0 8 16,-10 7 8-16,-16 0 3 15,-13 7 1-15,0 3 1 16,0-1-1-16,0 4-4 0,-8 0-1 16,-13 1 4-16,8 1-7 15,-8 9 7-15,11-1-3 16,-14 10 2-16,6 0 3 16,2 0-4-16,-8 0 2 15,3 16-2-15,3 28 4 16,7 21 4-16,11 24 30 15,0 2 8-15,0 5-8 16,5-8-6-16,48-22 4 16,13-19-3-16,2-20-14 15,11-20-15-15,8-7 1 16,-8 0-2-16,0-34-26 16,-16-13-71-16,-19-1-47 15,-20 7-71-15,-24-1-134 16,0 5-147-16</inkml:trace>
  <inkml:trace contextRef="#ctx0" brushRef="#br0" timeOffset="63377.24">22969 2209 570 0,'0'0'110'0,"0"0"-37"0,0 0 18 15,0 0-46-15,0 0-19 16,0 0 15 0,0 0-10-16,-10-3 6 15,10 3-8-15,0 0-2 16,0 0-1-16,0 0-9 16,0 0-2-16,0 0 4 15,0 0-11-15,0-2-2 0,0-2-4 16,0-3-2-16,0 0 2 15,0-2-2-15,0 2-1 16,0 0 1-16,0 0 1 16,0 4 9-16,0 3-1 15,0 0-9-15,0 0 0 16,0 0-1-16,0 0-25 16,0 0-21-16,0 0-27 15,0 0-53-15,0 0-17 0,0 0-82 16,0 0 51-16</inkml:trace>
  <inkml:trace contextRef="#ctx0" brushRef="#br0" timeOffset="64198.25">23503 2163 187 0,'0'0'0'15,"0"0"-11"-15,0 0 11 16,0 0 21-16,0 0-1 16,0 0 74-16,-42-3 21 0,26-1-32 15,0-2-2 1,-2 0-11-16,-11-5-26 15,8 4-18-15,-3-2-14 16,1-1-7-16,2 3 4 0,-3-2 0 16,8 5 12-16,-7 1 2 15,7-4-5-15,-8 3-2 16,0 1 1-16,3 3-7 16,-2 0-1-16,-6 0-6 0,-5 10 6 15,-1 20-1 1,-4 13 0-16,5 10 0 15,8 4 30-15,12-4 19 16,9-5-14-16,5-17 8 16,0-14-17-16,0-6-3 15,13-11-1-15,19 0 10 0,10 0-14 16,-3-4-3-16,6-20-4 16,0-5-17-16,-11-1-2 15,0-3 0-15,-5-4-23 0,0-6 6 16,-13-3 3-16,7-8 2 15,-12-1 0 1,-6-2-7-16,-5 1 12 16,0 6-15-16,0 1 3 0,0 12 17 15,0 1 2 1,0 13 2-16,0 5 3 16,0 6 2-16,0 2 1 15,0 7 2-15,0 3-10 0,0 0 9 16,0 0-2-16,0 0-7 15,0 0 4-15,0 0-4 16,0 0-3-16,0 0-1 16,0 12-11-16,0 19 12 0,0 28 3 15,11 17 8 1,7 26 16-16,-2 22 9 16,8 5 0-16,-9-10 9 15,9-16-4-15,5-32 10 0,0-25-19 16,-8-25-11-16,3-19 2 15,-9-2-16-15,-1 0 0 16,1-9-4-16,-4-26-49 16,7-3-62-16,-12-14-70 15,-1 8-115 1,-5-2-343-16</inkml:trace>
  <inkml:trace contextRef="#ctx0" brushRef="#br0" timeOffset="64877.33">24063 2167 459 0,'0'0'142'15,"0"0"-19"-15,0 0-9 16,0 0-37-16,0 0-34 15,0 0-7-15,11-20 8 16,-11 13 1-16,0 4-1 16,0-4-14-1,0 0-1-15,0 1-3 0,-11-1-7 16,1 0-14-16,-3 1-5 16,2-4 0-16,-13 0-1 0,9 3 0 15,-14-2-4-15,0 2 5 16,2 3-4-16,4 1 0 15,-6 3 4-15,8 0-6 16,-3 0 5-16,-5 0-3 16,8 0-2-16,-8 17 2 15,6 13 0 1,2 9 4-16,2 18 0 0,3 6 41 16,8 3 11-16,8-3-7 15,0-16-9-15,0-21-1 0,14-10-7 16,20-16-2-16,16 0-5 15,8-16-19 1,10-28-2-16,-2-21-50 16,2 2-45-16,-15 0-2 15,-9 3-15-15,-20 7 24 16,-8 10-6-16,-11 13 78 16,-5 16 16-16,0 11 84 15,0 3 22-15,0 0-2 0,0 33-40 16,0 31 10-16,19 15 4 15,-9 8-30-15,14-8-15 16,2-13-15-16,8-19-15 16,0-17-3-16,-10-12-1 15,-3-11-2-15,-2-7-4 16,9 0-40-16,7-10-30 16,4-29-32-16,1-4-51 15,-11-4 1-15,-14-12-71 0,-9 6-127 16</inkml:trace>
  <inkml:trace contextRef="#ctx0" brushRef="#br0" timeOffset="65212.05">24545 2070 387 0,'0'0'366'15,"0"0"-187"-15,0 0-49 16,0 0-44-16,0 0 33 0,34 216-29 16,-16-108 4-16,-7-7-15 15,-6-13-22-15,5-25-7 16,-2-23-14-16,3-20-28 15,-6-20-2-15,6 0-6 16,-6-4-5-16,3-38-23 0,-3-18-12 16,-5-16-19-16,5-6-5 15,6 6-37 1,12 2 5-16,17 12 23 16,5 9 24-16,7 13 40 0,-2 20 9 15,0 20 9 1,-2 0 43-16,1 13-3 15,1 31-8-15,-7 9-12 16,-17 6-9-16,-8 1 8 0,-12-7 4 16,-6-11-1-16,0-18-10 15,0-6-21-15,0-16-4 16,0-2-68-16,0 0-111 16,-11 0-125-16</inkml:trace>
  <inkml:trace contextRef="#ctx0" brushRef="#br0" timeOffset="66462.89">26286 1891 267 0,'0'0'88'0,"0"0"-33"16,0 0 17-16,0 0 28 15,0 0-22-15,0 0-28 16,0-13-16-16,0 14 3 16,0 34 10-16,0 22 25 15,0 15-4-15,0 22-1 16,15 2-7-16,4-1 3 16,4-21-14-16,-2-23-11 0,-2-21-4 15,-3-18-8-15,-6-12-12 16,3 0-10-16,-2 0 3 15,7-1-7-15,3-38-5 16,3-4-42-16,-3-10-29 16,-8-3-11-16,-2-4 5 15,-1 3-14 1,-5-6 19-16,9 8-7 16,-4 4 18-16,9 12 53 0,-9 12 13 15,1 10 47-15,-6 11 25 0,3 6-17 16,-3 0 13-16,11 9 13 15,7 35-20 1,12 18 15-16,-9 18 21 16,8 10-24-16,0-4-8 15,-5-4-18-15,0-21-9 16,-5-9-3-16,-14-22-20 16,1-18-5-16,-11-10-10 15,5-2 2-15,-5 0-2 16,5-25-3-16,14-41-20 15,-3-12-29-15,7-11-34 0,1-1 38 16,2 10-20-16,16 4-3 16,13 2 31-16,9 16 15 0,-9 12 25 15,-3 21 11 1,-7 13 21-16,-11 12 31 16,1 0-17-16,-1 30-3 15,0 26 1-15,-8 17-6 0,-2 10 4 16,-14-4-11-16,-2-6-12 15,3-13-10-15,-11-11-7 16,10-19-3-16,-10-10 1 16,6-10-16-16,1-10-21 15,-7 0-47 1,0-7-87-16,11-28-63 0,10-16-320 16</inkml:trace>
  <inkml:trace contextRef="#ctx0" brushRef="#br0" timeOffset="67229.17">28247 1964 422 0,'0'0'120'0,"0"0"-31"16,0 0 41-16,0 0-63 15,0 0-27-15,0 0-11 16,-18-30-5-16,18 28 14 16,-10 2 8-16,10-4-14 0,-6-3-4 15,1 2-15-15,-8-2-10 16,2 5 1-16,-4 0-3 15,1-1-1-15,4-1 0 16,-6 4 2-16,-2 0-1 16,2 0 3-16,-2 0-1 15,-4 0 5 1,4 0-6-16,2 0 4 16,3 0-4-16,-3 0 0 0,6 0-1 15,-3 0-1-15,-3 0 1 16,3 0 6-16,2 0 0 15,1 4 4-15,-1-1 2 0,-2-1-6 16,-3 5 3-16,3 0-7 16,-3 4-2-1,6 3 9-15,-9 14-9 0,9 15 3 16,5 17 40-16,-1 10 15 16,6 6-11-16,0-13-9 15,6-20-4-15,28-20-2 16,11-16-24-16,-1-7-2 15,19 0 7-15,0-37-14 16,-2-12-25-16,-3-4-39 16,-13 3-13-16,-17 1 14 0,-12 1-25 15,-8 6 39 1,-8 8 21-16,0 8 28 16,0 13 16-16,0 10 28 15,0 3-7-15,0 0 6 0,0 0-12 16,0 19-7-16,0 31 4 15,0 10-8-15,0 3 4 16,0-6-8-16,0-8-10 16,0-13 5-1,11-9-11-15,-1-14-1 0,9-9-1 16,-9-4-58-16,-5 0-92 16,6-11 0-16,2-22-129 15</inkml:trace>
  <inkml:trace contextRef="#ctx0" brushRef="#br0" timeOffset="68861.61">28695 2043 382 0,'0'0'99'16,"0"0"-10"-16,0 0-1 15,0 0-30-15,0 0-38 0,0 0-16 16,0 0-4 0,39-56 5-16,-39 43 0 15,0 3 17-15,0 1-3 16,0-2-16-16,0 1 8 0,0 1 0 15,0 5-8-15,0-1 5 16,-5 3-1-16,-6-3-5 16,1 3 2-1,-9 2-4-15,4 0 10 16,-9-2-8-16,0 2-1 16,3 0 6-16,-8 0-7 15,0 0 2-15,0 4-1 0,3 19 0 16,-3 12 5-16,5 12 12 0,9 12 30 15,2 5 40-15,13-1-23 16,0-17-9-16,0-19 9 16,23-14-17-1,27-13-18-15,24-13-5 16,23-44-25-16,0-19-35 16,-7-7-111-16,-17 4-96 15,-15 10-104-15,-29 14-99 0</inkml:trace>
  <inkml:trace contextRef="#ctx0" brushRef="#br0" timeOffset="69097.39">29013 1750 375 0,'0'0'241'16,"0"0"-55"-16,0 0-75 15,10 235 22-15,14-150-63 16,-3 5 1-16,-3 7-23 16,-2-3-14-16,-8-4 0 15,-8-11-19-15,0-13 0 16,0-13-14-16,-34-9 2 0,-6-11-6 15,-2-13 6-15,-8-8-3 16,0-8 0-16,-2-4-34 16,2 0 1-1,5 0 7-15,6-4-23 16,5-15-23-16,5-11-38 16,15-9-40-16,14-9-40 0,0-3-163 15</inkml:trace>
  <inkml:trace contextRef="#ctx0" brushRef="#br0" timeOffset="69697.39">29665 1902 422 0,'0'0'140'0,"0"0"-65"16,0 0 28-16,0 0-14 15,0 0-49-15,0 0-12 16,-11-16 13-16,11 16-8 15,0 0 3-15,0 0-9 16,0 5-20-16,0 41 25 16,0 21 47-16,0 23-5 15,0 9 7-15,6-3-4 16,4-13-9-16,-5-20-26 0,6-26-24 16,-3-19 7-16,2-18-17 15,1 0-5-15,2-12-3 16,8-37-10-16,3-16-31 15,-8-16-47-15,2 4-8 16,-2 1 17-16,2 3-17 16,3 10 10-16,8 13 30 15,-5 20 52-15,2 21 4 16,3 9 24-16,10 0 24 16,1 27 15-16,7 22 4 15,-7 13-11-15,-11 9-17 0,-8-5 1 16,-11-13-5-16,3-13-5 15,-2-10-23-15,-6-14-5 16,8-6-2-16,-13-6-4 16,6-4-41-16,4 0-103 15,14-17-150-15,-3-16-347 16</inkml:trace>
  <inkml:trace contextRef="#ctx0" brushRef="#br0" timeOffset="70110.32">30520 2246 795 0,'0'0'87'0,"0"0"13"15,0 0-1-15,0 0-59 16,0 0-39-16,0 0-1 15,0 0-16-15,273-199-20 0,-257 156-15 16,-16 3-23-16,0 1 21 16,0 5 24-16,-16 6 25 15,-23 14 4-15,5 7 16 16,-6 7-3 0,6 0 16-16,16 30 25 0,2 30 12 15,16 22 30-15,0 14-4 16,0 0-10-16,10 1-14 15,35-19-25-15,18-24-5 16,5-17-14-16,11-15-19 16,0-22 4-16,13 0-9 15,3-22-12-15,-8-31-43 16,-14-8-53-16,-9-8-60 16,-33-4 1-16,-18-3-32 15,-13-3-121-15,0-4-56 16</inkml:trace>
  <inkml:trace contextRef="#ctx0" brushRef="#br0" timeOffset="70367.5">31388 1706 270 0,'0'0'204'16,"0"0"-104"-16,0 0-29 16,0 0 33-16,0 0-2 15,0 0-17 1,-35-138-35-16,35 138-4 16,0 0-2-16,0 0-19 15,0 0-5-15,0 0-6 0,0 13-10 16,0 27 39-16,0 29 9 15,0 31-3-15,0 19-9 16,0 26 7-16,0-6-2 16,0-16-18-16,0-28-24 0,6-35 4 15,7-29-5-15,3-16-2 16,-6-12 0-16,-10-3-33 16,8-3-75-1,-8-31-37-15,0-8-103 0,0-10-315 16</inkml:trace>
  <inkml:trace contextRef="#ctx0" brushRef="#br0" timeOffset="70527.6">31043 1997 986 0,'0'0'153'0,"0"0"-66"15,0 0-3-15,350 7-48 16,-224-7-21-16,-2 0-15 15,-11-19-67-15,-40-2-108 16,-25 12-206-16</inkml:trace>
  <inkml:trace contextRef="#ctx0" brushRef="#br0" timeOffset="73161.36">32408 1974 23 0,'0'0'37'0,"0"0"-24"16,0 0 24-16,0 0 28 15,0 0-11-15,0 0-10 16,24 0 1-16,-19 0 8 0,-5 0 3 16,0 0-11-1,0 0 1-15,0 0 21 16,0 0 5-16,5 0-6 16,-5 0-8-16,5 0-13 0,-5 0-1 15,0 0-5-15,0 0-6 16,0 0 6-16,0 0-10 15,0-3-7-15,0 3-4 16,0 0-12-16,0-4 4 16,0 4-6-16,0 0-4 15,0-3 4-15,0-1-4 16,0 4-9-16,0-2 8 0,0 2-20 16,0-3 8-1,0-6 1-15,-10 2 12 16,5 5 2-16,-6-3-2 15,-2 1-5-15,8 1-5 16,-6-1 7-16,-2-1 3 0,-3 5 0 16,6 0 0-16,-9 0-4 15,4 0 4-15,1 0 0 16,-1 0-2-16,-4 0 7 16,3 0-5-1,-7 9 0-15,7 12 1 0,-2 18 12 16,12 7 18-16,1 10 26 15,5-3 6-15,0-10-13 16,0-17 4-16,11-15-9 16,23-11-9-16,13 0 10 15,8-23-42-15,14-24-4 0,-6-12-27 16,-3-5-50-16,-7 8-37 16,-8 1 11-1,-16 11-16-15,-14 3 41 0,-7 13 23 16,-8 14 55-16,0 14 18 15,0 0 16-15,0 23 38 16,0 38 26-16,-18 30 20 16,13 13-1-16,-1-2-54 15,6-13-13-15,0-20-13 16,0-25-17-16,0-21-8 16,16-13-12-16,2-10 0 15,4 0-4-15,6-10-9 16,1-26-17-16,6-4-34 15,-14-3-60-15,2-3-34 0,-17-1-9 16,7-10-22 0,-8 4-113-16</inkml:trace>
  <inkml:trace contextRef="#ctx0" brushRef="#br0" timeOffset="73565.38">32987 1375 359 0,'0'0'188'15,"0"0"-111"-15,0 0 17 0,0 0 4 16,0 0-60-16,0 0-6 16,10-7 13-16,-10 21-2 15,0 13 7-15,0 3-10 16,0 9-15-16,0 8 8 15,0 12-11-15,0 24 5 16,0 23 13-16,0 23-5 16,0 7 5-16,0-4-5 0,8-22-19 15,2-31-3 1,1-27-11-16,7-34 5 0,-7-6 6 16,-6-12-13-1,6 0 6-15,-11 0-6 16,0-6-19-16,0-17-7 15,0-7-43-15,0 0-41 16,0-3 24-16,0 0-42 0,0-7 2 16,0 0-81-16,0 4-29 15</inkml:trace>
  <inkml:trace contextRef="#ctx0" brushRef="#br0" timeOffset="73867.67">33407 1873 428 0,'0'0'186'0,"0"0"-58"16,0 0 0-16,0 0-18 16,0 0-26-16,0 0-33 0,45-12-28 15,-98 12-14-15,-12 18 5 16,-27 8-14-16,7-6-13 16,7 1-3-1,9 0 7-15,30-1 9 0,15 1-3 16,24-2 3-16,0 8 0 15,16 6 8-15,42 3 12 16,10-3 26-16,11-3-12 16,-11-7-18-16,-4-5-1 15,-20-12-11-15,-15-3-2 16,-8-3 0-16,-8 0-2 0,-7 0-22 16,-1 0-49-16,5-16-34 15,4-14-160 1,-4-7-351-16</inkml:trace>
  <inkml:trace contextRef="#ctx0" brushRef="#br0" timeOffset="74582.28">33791 1987 503 0,'0'0'86'0,"0"0"-19"15,0 0 50-15,0 0-54 16,0 0-10-16,0 0 5 16,-5-50 0-16,5 45-10 15,0 5-8-15,0 0 0 16,0 0-22-16,0 0-2 16,0 0-7-16,0-7-8 15,-10-2-1-15,-4 0-7 16,4 0 0-16,-6-3 1 0,-2 4 3 15,2 2 2-15,-3-3 0 16,-2 2 1-16,3 1 1 16,2 6-1-16,-2-7 0 15,7 7-1-15,1-1 4 16,-3 1-3-16,7 0 0 0,-4 0 0 16,-1 0 0-16,-7 0 0 15,2 0 0 1,-2 0-2-16,-11 8 4 15,8 10 1-15,-8 9 3 16,0 6-6-16,13 13 19 0,-2 11 18 16,12 9 18-16,6 0-3 15,0-13-13-15,0-12 2 16,0-15-10-16,29-20-11 16,11-6-3-16,5 0 1 15,12-26-18 1,-1-24-20-16,2-3-46 0,-14-4-18 15,-10 4-9-15,-18 11-28 16,-3 1 33-16,-13 13 4 16,0 14 84-16,0 5 11 15,0 9 38-15,0 0 10 0,0 0 8 16,0 0-13-16,0 9-5 16,0 26-7-1,0 16 12-15,-5 8-7 16,5 1-12-16,0-4-3 15,0-6-12-15,0-10-13 16,0-13 1-16,0-11-8 0,0-7-1 16,0-9-6-16,11 0-91 15,12 0-3-15,4-30-48 16,1-18-72-16,7-5-157 0</inkml:trace>
  <inkml:trace contextRef="#ctx0" brushRef="#br0" timeOffset="78090.92">33473 2676 106 0,'0'0'176'0,"0"0"-92"15,0 0-9-15,0 0 13 16,0 0-20-1,0 0-15-15,0 0-14 16,0-37-5-16,0 31 4 0,0 3-1 16,0-1 4-16,0 1-3 15,0-1-5-15,0 4 0 16,0 0-14-16,0 0-11 16,0 0 1-16,0 0-9 15,0 0 0-15,0 0 0 16,0 4 2-16,0 26 0 15,0 12 24-15,8 15 17 16,-3-1 3-16,-5-3-9 0,5-5-10 16,-5-16 1-16,0-11-6 15,0-15 1-15,0-6-13 16,6 0-5-16,-6 0 7 16,0 0-9-16,0 0 4 15,5-17-7 1,0-6-32-16,14-3-8 15,-4-4 3-15,9-4-14 16,5 1-4-16,5-3-12 0,0 3-6 16,1 3 30-16,-9 3 2 0,-2 8 4 15,-1 5 16-15,-7 5 21 16,-5 2 6-16,-4 3 5 16,-1 4 6-1,-1 0-2-15,0 0 1 16,6 0 26-16,7 11-12 15,-2 18-11-15,2 7 16 16,-2 10 1-16,-5 2 2 0,-3-2-4 16,-8-6-6-16,0-7 7 15,0-13-16-15,0-5-17 16,0-14-2-16,0-1-4 16,0 0-120-16,0-10-276 15</inkml:trace>
  <inkml:trace contextRef="#ctx0" brushRef="#br0" timeOffset="80011.14">17412 3388 204 0,'0'0'259'0,"0"0"-194"15,0 0-26-15,0 0 23 16,0 0-17-16,0 0-25 16,0 0 17-16,29-37 20 15,-29 37-2-15,0 0-14 16,0 0-8-16,0-4-15 15,0 2-8-15,0-1-7 16,0 3-3-16,0-4 0 0,0 4 0 16,0-7-1-16,0 4-7 15,0-1 8-15,0 4 0 16,0 0 0-16,0 0-2 16,0 0 2-1,0 0-10-15,0 0 2 0,0 0-6 16,0 0-2-16,0 0 13 15,0 0-14-15,0 18 7 16,0 17 10-16,0 15 25 16,0 10 33-16,0 3-21 15,19-6 3-15,-9-2 7 16,1-18-14-16,-1-9-12 16,-2-16-2-16,-3-6-2 0,-5-5 9 15,0-1-21-15,0 0-1 16,0 0 1-1,0 0-5-15,0 0-22 16,0 0-5-16,0 0-9 0,0 0 15 16,0-23 10-16,0-7 4 0,0-1 5 15,0-6-4-15,0-1-3 16,0 5-11-16,0-4-10 16,0 7 7-1,11 3-3-15,-1 1 1 16,3 3 14-16,-2 3 3 15,-6 6-2-15,-5 2 10 16,13 8 6-16,-7 4-1 16,-1 0-1-16,5 0 1 15,1 0 8-15,13 0-8 0,5 0-2 16,5 13 6-16,0 13-1 16,0 8 34-16,6 10-7 15,-11 12-13-15,-3 3 10 0,-3 4-1 16,-7-4 2-1,-8-17-10-15,-3-8-13 16,-5-13 5-16,6-2-3 16,-6-15-3-16,5 1-4 0,-5-5-3 15,0 0 2-15,0 2-4 16,0-2-6-16,0 0-4 16,-5-7 0-16,5-27-1 15,0-10-6-15,0-14-14 16,0 5 15-1,29 0-15-15,5 3 3 0,0 11 5 16,-8 6 14-16,3 6 8 16,-5 10-1-16,2 4 1 15,-7 6 1-15,-4 4 2 16,9-1 0-16,-8 2 2 16,7 2 2-16,-4 0 2 15,2 0 3-15,3 0-4 16,-3 27-3-16,2 5 9 15,-4 19-4-15,-4 7 5 16,-4 8 9-16,2 1 9 16,-8-7 2-16,-5-9 9 15,6-19-11-15,-6-7-6 0,0-15-17 16,5-6 0-16,0-4-6 16,-5 0-3-16,0 0-17 15,0-4-72-15,0-26-34 0,5-7-126 31,3 1-288-31</inkml:trace>
  <inkml:trace contextRef="#ctx0" brushRef="#br0" timeOffset="80563.7">18501 3863 447 0,'0'0'125'0,"0"0"-52"16,0 0 13-16,0 0-19 15,0 0-31-15,0 0-32 16,108-112 5-16,-69 69-8 16,-5-3 3-16,-5 4 0 0,-13 9-3 15,-3 9-1-15,-13 8 0 16,0 11-4-16,0 0 2 16,0 5-1-16,0 0 0 15,-18 0 3-15,-3 0 0 0,-8 0 0 16,0 0-2-1,-5 0-6-15,5 0 8 16,3 0-2-16,2 0 2 16,8 0 5-16,-2 0-3 0,18 20 9 15,0 13-3-15,0 10 21 16,0 17 43-16,0 15-12 16,29-1-1-16,5 0 8 15,11-14-16-15,-6-23-15 16,6-17-19-16,2-13 4 15,-2-7-6 1,0-14-15-16,-1-32-29 0,9-7-72 16,-8-13-81-16,-6-1-6 15,-5 0-138-15</inkml:trace>
  <inkml:trace contextRef="#ctx0" brushRef="#br0" timeOffset="80996.17">19098 3411 496 0,'0'0'194'15,"0"0"-107"1,0 0 29-16,0 0 8 0,0 169-38 16,0-86 0-16,16 11 6 15,0 3-17-15,-3-11-15 16,3-16-17-16,-3-17-15 16,-3-23-14-16,1-20-11 15,2-7-1-15,-8-3-2 16,0 0 0-16,-5-17-10 15,0-22-18-15,0-17-25 16,0-8-8-16,0-3-16 0,11 5-23 16,-1-1 7-16,19 4-12 15,6 6 25-15,-1 4 18 16,10 14 55-16,-4 3 7 16,-6 12 27-16,5 17 8 15,-4 3 8-15,4 0 19 16,-5 37 1-1,-10 16-8-15,-6 14-9 16,-7 4 3-16,-6-10-17 0,-5-2-12 16,0-10-10-16,0-17-3 15,0-8-1-15,0-11-6 16,0-9 0-16,0-1-35 0,0-3-38 16,0 0-53-16,0-23-131 15,0-24-523-15</inkml:trace>
  <inkml:trace contextRef="#ctx0" brushRef="#br0" timeOffset="81763.35">20389 3633 498 0,'0'0'160'0,"0"0"-153"15,0 0-2 1,0 0 31-16,0 0-23 16,0 0 21-16,-10-26 8 15,10 22 5-15,-24-3 16 16,8-2-7-16,-7-1-20 16,-6-1-11-16,0 2-14 15,8-1-5-15,-8 0-6 0,0 0-1 16,8 3-2-16,-13 4-3 15,5 3-4-15,5 0 6 16,-10 0-3-16,0 0 7 16,2 0-2-16,-2 30 1 15,5 10 1-15,5 13 8 16,9 16 5-16,9 9 37 16,6-4 4-16,0-8 23 0,0-20-26 15,35-20-23-15,4-8 2 16,11-18 7-1,0 0-10-15,2-4-13 16,-2-29-14-16,-5-13-15 0,3-7-23 16,-9-7-13-16,-10-2-7 15,-8-4-7-15,-3-1 19 16,-12-5 15-16,-6-4 13 16,0-2 11-16,0 6-24 15,0 3-51-15,0 9 38 16,-19 7-22-16,3 8 10 15,11 15 3-15,0 10 50 16,-3 15 3-16,3 0 41 16,-1 4 1-16,6 1 4 15,0 0-15-15,0 0-10 16,0 0-1-16,0 0-4 0,0 0-5 16,0 6-3-16,0 11-8 15,0 6 7-15,0 8 18 16,0 21 11-16,0 8-5 15,0 23 0-15,6 23 15 16,17 18 6-16,1 7-4 16,-3-10-1-16,-2-22-6 15,-4-28-6-15,4-25 3 16,-9-20-20-16,1-15-3 0,-6-8-9 16,8-3-6-16,-13 0 0 15,0-3-33-15,0-34-22 16,0-9-102-16,0-7-22 15,0-4-100 1</inkml:trace>
  <inkml:trace contextRef="#ctx0" brushRef="#br0" timeOffset="82291.39">20713 3483 360 0,'0'0'93'0,"0"0"-60"15,0 0 54-15,0 0 22 16,0 0-4-16,0 0-11 0,0-16-7 16,0 16-16-16,0 0-13 15,0 0-18-15,-5 0-12 16,-1 0-19-16,-7 0-3 15,-3 0-4 1,-7 20 0-16,-6 6 0 16,2 18-2-16,4 6 1 0,7 19 14 15,8 23 28-15,8 3 9 16,0-1 1-16,13-15-8 16,32-22-13-16,5-20-6 0,3-21-10 15,-4-16-6-15,9 0 7 16,-2-27-17-16,12-26-4 15,-15-7-41-15,-14-6-13 16,-18 0 12 0,-21 4-18-16,0-4 0 15,0 6 2-15,-16 7 61 0,-28 10 1 16,-9 10 23-16,14 10-2 16,-1 6-12-16,6 13 0 15,0 4-1-15,-1 0-8 16,1 0-10-16,5 0-17 0,8 0-5 15,11 0-5 1,-3 0-47-16,13 0-98 0,0 0-196 16</inkml:trace>
  <inkml:trace contextRef="#ctx0" brushRef="#br0" timeOffset="82811.92">21178 3602 281 0,'0'0'62'0,"0"0"-29"0,0 0 50 16,0 0 30-1,0 0 14-15,0 0-1 16,0-29-14-16,0 28-10 15,0 1-39-15,0 0-17 16,0 0-7-16,0 0-6 16,11 24-25-16,-6 36 6 0,13 22 45 15,-7 14 7 1,5-3-6-16,-3-10-8 0,-8-23-21 16,0-24-11-16,1-23-3 15,-6-9-5-15,5-4-3 16,3 0-6-16,-3-50-3 15,11-17-35-15,-6-19-40 16,-2-6-3-16,3 2-6 16,-6 7 1-16,19 15 13 15,-8 18 31-15,7 26 39 16,-2 19 20-16,3 5 35 0,10 0 18 16,0 9-15-16,11 17-5 15,0-6-9 1,-6-3-16-16,-5-7-4 15,-10-10-19-15,-6 0-5 16,-7 0-1-16,-1 0-39 0,1-6-32 16,2-17-61-16,-2-4-104 15,-11-3-279-15</inkml:trace>
  <inkml:trace contextRef="#ctx0" brushRef="#br0" timeOffset="83329.17">22101 3430 312 0,'0'0'202'0,"0"0"-148"16,0 0 21-16,0 0 62 15,0 0-53-15,0 0-8 16,-5 0 9-16,5 0-25 0,-10 7-11 15,-9 0-11 1,3 6-12-16,-2 1-11 16,-11 5-15-16,8 11 6 15,-8 11-4-15,5 15 11 0,14 18 17 16,-1 15 23-16,11 8 5 16,0-1-9-16,0-17-11 15,40-19-7-15,10-19-8 16,-3-29-5-16,8-12-14 15,14 0 10-15,-1-42-14 0,0-22-27 16,-18-8-29 0,-15-8-13-16,-12-3-2 15,-23 5-19-15,0 2 0 16,0 9 64-16,-39 14 26 0,-8 7 38 16,2 13 34-16,11 13-19 15,-11 6-28-15,16 14 6 16,-10 0 1-16,4 0-13 15,1 11 0 1,0 1-15-16,13 2-4 16,-3-7-4-16,14 2-31 0,5-2-17 15,-9 0-30-15,9-1-58 16,0-6-127-16,0 0-341 16</inkml:trace>
  <inkml:trace contextRef="#ctx0" brushRef="#br0" timeOffset="83864.85">22475 3563 572 0,'0'0'112'0,"0"0"-7"15,0 0-5-15,0 0-3 16,0 0-8 0,0 0-12-16,13 107-4 0,-8-38-5 15,6 13-1-15,-11 8-6 16,5-11-12-16,0-10-14 16,-5-22-4-16,0-18-14 0,13-15-2 15,-13-10-9 1,11-4-4-16,-1 0 1 0,-2-14-3 15,8-29-13-15,-11-13-14 16,14-8-20-16,-3-5 12 16,7-4-19-16,11-2 5 15,11 1 2-15,0 3 13 16,7 14 24-16,-12 20 10 16,-1 18 3-16,-4 19 10 15,9 0 19-15,1 12-2 16,0 36 1-16,7 17 8 15,-7 8-20-15,-16 10 8 16,-8-8-15-16,-3-16-2 16,-12-11-3-16,-6-22-6 15,0-6-2-15,0-13-9 0,0-7-14 16,0 0-31-16,0 0-54 16,0-4-12-16,-6-26-97 15,-12-13-217-15</inkml:trace>
  <inkml:trace contextRef="#ctx0" brushRef="#br0" timeOffset="84463.35">23671 3590 723 0,'0'0'113'0,"0"0"-71"16,0 0 19-16,0 0-18 15,0 0-18-15,0 0 2 16,0-119 4 0,0 112 11-16,0 7 26 15,0-4-19-15,-5 4-16 16,-5-3-3-16,-9 3-17 0,-2 0 1 16,-8 0-3-16,0 0-5 15,-10 0-1-15,-1 24 8 16,1 32 4-16,0 21 18 15,10 24-1-15,13-6 18 16,8-12-5-16,8-16-21 16,0-30-12-16,0-17-7 15,29-17-6-15,10-3 11 16,6-10-12-16,8-30-20 0,10-10-11 16,-13-3-8-1,0-4-1-15,-21 0 0 0,-6 12-4 16,-17 7 25-16,-6 8 19 15,0 16 6-15,0 14 26 16,0 0-9-16,0 0 0 16,0 0 2-16,15 0-7 15,9 20-10-15,5 20-4 16,10 20 4-16,6 18 0 16,-5 9-6-16,-6 8-1 0,-5 2-1 15,-19 6-5-15,-10-1 5 16,0-12-8-1,0-12-4-15,-34-21-2 16,-11-24-7-16,-10-13 0 0,-13-17 2 16,-14-3-3-16,-7 0-22 15,5-33-38-15,-3-8-110 16,26-5-273-16</inkml:trace>
  <inkml:trace contextRef="#ctx0" brushRef="#br0" timeOffset="85559.37">25107 3437 327 0,'0'0'125'0,"0"0"-43"16,0 0 33-16,0 0 12 0,0 0-47 15,0 0-7 1,0 0-17-16,-23-10-12 16,23 10-15-16,0 0-9 15,0 0-5-15,0 0-7 16,0 0 6-16,0 0 2 0,0 0-13 16,0 3-1-16,0 27 5 15,0 23 22 1,0 21 9-16,0 24-4 0,15 18 8 15,4 10-9-15,-9-3-8 16,-10-17-4-16,0-30-6 16,0-23 1-16,0-18 13 15,0-17-22-15,-10-5-2 16,-19-4-1-16,-11-9 4 16,-9 0-8-16,-4 0-3 15,-2 0-17-15,-3-22-9 16,8-8 2-16,5-1 13 15,3-7 6-15,8-6-5 16,13 2-20-16,10-2-41 16,11-6-58-16,0-3-71 15,0-3-294-15</inkml:trace>
  <inkml:trace contextRef="#ctx0" brushRef="#br0" timeOffset="85761.51">24986 3312 749 0,'0'0'199'0,"0"0"-89"0,0 0-61 16,0 0-10-16,0 0-21 15,0 0-18-15,295-44-16 16,-253 38-61-16,-3-1-131 15,1-3-280-15</inkml:trace>
  <inkml:trace contextRef="#ctx0" brushRef="#br0" timeOffset="86562.42">26059 3411 416 0,'0'0'87'0,"0"0"26"16,0 0 11-16,0 0-38 15,0 0-40-15,0 0-11 0,6 0-7 16,-6-4-16 0,0 1-2-16,0-3-5 15,-11-1-3-15,-7 0 3 16,2 0-5-16,-13 4 2 16,5 1-5-16,-10-2 4 15,8 4-1-15,-16 0 0 16,2 0 2-16,6 0-1 0,3 0-1 15,7 0 0-15,-5 0 0 16,0 0 1-16,3 0 5 16,-3 13 4-16,5 4-1 15,8-1 3-15,-2 4-3 16,2 0 3-16,3 9 14 16,8 5-7-16,5 15 1 15,0 18 23-15,0 9 17 0,0 2 4 16,5-8-22-1,29-16-7-15,0-22 4 16,6-11-13-16,2-18-10 16,3-3 7-16,5-14-23 0,2-28-23 15,3-15-48-15,-15-3-42 16,-11 4 7-16,-13 3 16 16,-9-6-25-16,-1 13 37 15,-6 9 8-15,0 4 70 16,0 10 18-16,0 3 47 15,0 1-32-15,0 1 32 0,0 6-37 16,0 1-3-16,0 8-6 16,0 3-2-1,0 0-14-15,0 0-1 16,0 0-4-16,0 0-3 16,0 30 5-16,0 19 4 0,0 22 16 15,0 13 16-15,0 1 14 16,5-2 10-16,11-15-17 15,2-26-27-15,-2-21-7 16,2-15-9 0,3-6-6-16,3-9-34 0,5-38-99 15,0-9-99-15,-8-6-385 16</inkml:trace>
  <inkml:trace contextRef="#ctx0" brushRef="#br0" timeOffset="86962">26246 3398 392 0,'0'0'258'0,"0"0"-116"0,0 0-32 16,0 0 10-16,11 204-56 16,7-133 15-16,-7 1 18 15,4-13-30-15,-7-16-16 16,-3-20-11-16,-5-16-28 0,0-3 2 15,0-4-2-15,0-18-12 16,6-28-12-16,-1-26-38 16,13-10-44-1,-12-1 8-15,4 7-23 0,9 13 39 16,2 17 68-16,2 19 2 16,6 17 47-16,-2 10 20 15,1 0 14-15,12 0-6 16,-6 3-18-16,11 8-16 15,-11-2-10-15,0-2-18 16,-10-7-5-16,-14 0-8 16,-4 0-3-16,-6 0-29 15,0 0-31-15,0 0-61 16,0-11-99-16,-21 6-204 16</inkml:trace>
  <inkml:trace contextRef="#ctx0" brushRef="#br0" timeOffset="87411.33">26830 3347 566 0,'0'0'52'15,"0"0"-5"-15,0 0 25 16,0 0-23-16,0 0-19 15,0 0-4-15,74 11 34 0,-74 12 20 16,10 10-15 0,-5 13 13-16,3 21 3 15,3 9-8-15,12 19-8 16,9-11-10-16,2-5-2 16,0-17-24-16,1-21-6 0,-1-22-14 15,-11-12-8-15,-2-7-1 16,14-10 0-16,-6-33-1 15,10-20-37-15,-5-1-29 16,-5-7-1-16,-13 0-3 0,-16 5-24 16,0 1 27-1,0 15 52-15,0 20 16 0,0 7 45 16,0 10 14-16,0 3-8 16,0 6-21-16,0 1-12 15,-5-1-4-15,5 2-14 16,-11 2-2-16,6 0-21 15,-14 0-57 1,-2 0-41-16,8 0-136 16,-2 0-171-16</inkml:trace>
  <inkml:trace contextRef="#ctx0" brushRef="#br0" timeOffset="88341.34">27611 3407 289 0,'0'0'81'0,"0"0"-47"16,0 0 40-16,0 0 18 15,0 0-3-15,0 0-14 16,-21 0-22-16,10 0-15 15,-2 0 2-15,8 0-3 16,0 0-6-16,0 0-7 16,-1 0-9-16,-2 0 0 0,8 0 6 15,-10 0-4 1,5-3-2-16,-1 3-1 16,1-4-4-16,5 4 9 15,0 0-2-15,0 0-4 16,0 0-1-16,0 0-9 0,0 4-2 15,0 29 5 1,0 20 7-16,0 20 41 16,0 13-6-16,0 10-7 0,0-13-3 15,0-18-15-15,0-18 1 16,0-20 1-16,0-18-12 16,5-9-2-16,-5 0-3 15,0 0-8-15,0-26-6 16,6-17-25-16,-6-7-31 15,0-3 20-15,0-6-6 16,0 5 10-16,0 3 13 16,0 4-19-16,0 8 42 15,10 2 2-15,3 3 2 16,3 5 13-16,8 5 6 16,-3 1 12-16,2 7-3 0,1 2-8 15,2 11-7-15,14 3-6 16,2 3 7-16,3 41 14 15,5 18-1-15,-11 18-5 16,0 12 6 0,-15 4 13-16,-8-7 7 0,-3-15-17 15,-8-18-3-15,1-23-7 0,-6-13-18 16,0-17 2-16,0-3-4 16,0 0-1-16,0 0-2 15,0-3-1-15,0-30-4 16,0-11-3-16,0-5-7 15,0-8 5-15,0-7-9 16,0-4-5 0,5-7 5-16,40 3-7 0,7 1-1 15,3 11-1-15,-2 18-1 16,-3 12 23-16,-5 19 6 16,-3 11 4-16,-3 0 10 15,1 37-4-15,-1 23 8 16,-10 20 1-16,-8 10 5 0,-8-6 3 15,-8-13-9-15,-5-19-5 16,0-16-4-16,0-16-7 16,0-13-4-1,0-4-5-15,0 0-25 16,0-3-29-16,-5 0-48 16,-29-6-63-16,-19-15-176 15</inkml:trace>
  <inkml:trace contextRef="#ctx0" brushRef="#br0" timeOffset="89593.38">29405 3010 398 0,'0'0'71'15,"0"0"-5"-15,0 0 5 16,0 0 16 0,0 0-32-16,0 0-24 0,5-18 10 15,-5 18 8 1,0 0 2-16,0 0-12 0,0 0-12 16,0 0 2-16,0 0-12 15,0 0-6-15,0 0-1 16,-5 0-8-16,-9 6 4 15,-7 6 0-15,8-1 6 0,-2 1 6 16,-9 1-2-16,8 5-9 16,-13 5 0-16,0 7-6 15,3 7 3 1,-3 11-1-16,5 12-3 16,19 20 12-16,5 15 18 15,0 15 9-15,11-1 6 0,36-12 8 16,3-19-6-1,0-22-23-15,2-23-13 0,-2-13-4 16,-10-14-7-16,-6-6 7 16,-10 0-3-16,-9 0-4 15,-1-26-62-15,-4-7-56 16,1-3-64-16,7-5-72 16,-2 0-262-16</inkml:trace>
  <inkml:trace contextRef="#ctx0" brushRef="#br0" timeOffset="90326.39">29846 3365 383 0,'0'0'78'0,"0"0"-31"0,0 0 58 16,0 0-7-1,0 0-31-15,0 0-19 0,0-14 1 16,0 14 2-16,0-4-7 16,0 4-5-16,0 0-16 15,0 0-2-15,0 0-7 16,0 0-7-16,0 4-3 15,0 22-1-15,0 18-3 16,0 16 10-16,0 31 20 16,11 28 34-16,13 18-7 0,-3 11-11 15,8-5-17 1,0-15-25-16,-6-30 0 16,-2-27-1-16,-2-31-3 0,-9-23 6 15,1-14 3-15,-6-3 3 16,-5 0 1-16,0 0-13 15,0-26-1-15,0-19-20 16,0 0-39-16,-11-8 4 16,-12 0-27-1,7-6 19-15,-8-1-21 0,9-2 5 16,-9 6 27-16,8-1 24 16,6 8 29-16,-9 1 10 15,19 2 7-15,-5-2 6 16,5-6 17-16,0-6-20 15,0-2 9-15,5-4-29 16,24 10 0-16,5 3-5 0,0 12-1 16,6 11 6-1,-1 11 2-15,11 19 1 16,3 0 17-16,7 0 10 16,4 17 2-16,-7 19 17 15,-17 13-5-15,-19 8-8 0,-21-1 24 16,0 3-16-1,0-5-8-15,-26-6-10 0,-14-7-19 16,-7-12 0-16,7-9-7 0,1-10-4 16,10-10-12-1,8 0-29-15,8-36-52 0,13-34-57 16,0-8-196 0</inkml:trace>
  <inkml:trace contextRef="#ctx0" brushRef="#br0" timeOffset="90861.34">30641 3603 589 0,'0'0'160'16,"0"0"-101"-16,0 0 2 0,0 0-14 15,0 0-34-15,0 0-12 16,107-132-1-16,-85 95-13 15,-4 3 6-15,-13 6-10 16,-5 1-23-16,0 0 11 16,0 7-14-16,0 0 34 0,0 4-11 15,-18 9 16-15,7 0 4 16,-5 7 7 0,-2 0-2-16,2 0 12 15,-7 4 4-15,7 26 2 16,8 16 8-16,3 21 23 15,5 19 33-15,0 13 9 16,0 7-11-16,34-10 4 16,18-17-30-16,4-26-15 0,12-27-15 15,11-23-20-15,0-3-9 16,-5-50-3-16,-6-19-56 16,-23-10-120-16,-11-3-77 15,-21 12-92-15</inkml:trace>
  <inkml:trace contextRef="#ctx0" brushRef="#br0" timeOffset="91310.36">31117 3315 423 0,'0'0'233'0,"0"0"-94"16,0 0-17-16,0 0-8 15,-6 179-32-15,27-101 12 0,3 12-7 16,5-1-31-16,-13-6-11 0,0-20-13 15,-3-17-3 1,-13-19-22 0,5-17 3-16,0-7-9 0,-5-3 3 15,0 0-8-15,0-3-10 16,0-34-14-16,0-16-20 16,0-6-6-16,0-4-9 15,0-1-30-15,0 0 2 16,0 4 17-16,19 7-8 0,7 9 28 15,8 12 41 1,0 8 13-16,6 15 19 0,-1 5 10 16,14 4 40-16,-8 4-12 15,-1 32-17-15,-4 14 5 16,-11 12 12-16,-11 10 4 16,-7-6-7-16,-11-6-8 15,0-18-14-15,0-13-8 16,0-7-17-16,0-12-5 15,0-7-4-15,0-3-19 16,0 0-36-16,0-19-38 0,0-28-73 16,0-12-145-1,0-1-374-15</inkml:trace>
  <inkml:trace contextRef="#ctx0" brushRef="#br0" timeOffset="91731.36">31882 3400 601 0,'0'0'80'0,"0"0"-20"16,0 0 9-16,0 0-20 16,0 0-9-16,0 0-12 15,0 0 35-15,26 34 20 16,-18 29 7-16,8 27 8 15,-6 14-23-15,19 3-9 16,6-12-15-16,-1-24-22 16,10-25-4-16,-9-27-25 15,4-19-3-15,8 0-2 16,-7-39 2-16,5-28-26 0,-16-21-26 16,-8 6-32-16,-8-1-11 15,-13 6 1-15,0 18 15 0,0 8 5 16,0 12 77-16,-8 13 34 15,-8 6 23 1,6 10-14-16,-4 3 5 16,9 3-9-16,5 4-16 15,0 0-17-15,0 0-6 16,-10 0-38-16,4-3-64 16,-7 3-143-16,3-2-536 15</inkml:trace>
  <inkml:trace contextRef="#ctx0" brushRef="#br0" timeOffset="92292.74">32545 3448 551 0,'0'0'164'15,"0"0"-68"-15,0 0-28 16,0 0-18-16,0 0-7 16,0 0-21-16,-6-14-8 15,6 14 4-15,0 0-12 16,0 20 4-16,0 34 34 15,0 28 28-15,0 21 37 16,0 8-36-16,0-8-11 0,0-23-22 16,11-24-12-16,0-33-4 15,2-16-14 1,-3-7-6-16,6-23-4 16,-3-33-15-16,-8-15-56 0,-5-5-40 15,0-2 11 1,0 7 10-16,0 5-3 0,-5 0 7 15,0 24 35-15,5 8 33 0,0 11 18 16,0 13 32-16,10 7 19 31,14 3 41-31,2 6-58 0,3 42 10 16,0 16 23-16,-5 4-10 16,-8 8-6-16,-6-10-9 15,-5-8-30-15,-5-21-5 0,0-14-7 16,8-12-4-16,-8-11-24 15,0 0-63-15,0-7-69 16,6-30-30-16,4-13-253 16</inkml:trace>
  <inkml:trace contextRef="#ctx0" brushRef="#br0" timeOffset="92647.36">33094 3421 750 0,'0'0'139'0,"0"0"-70"0,0 0-1 15,0 0-6-15,0 0-13 16,0 0 10 0,-29 33-7-16,24 7-16 0,5 13 12 15,0 17-8-15,0 21-5 16,0 13 3-16,5 18-20 15,19 3-2-15,0 5-7 16,-3-12-7-16,-11-20-1 16,3-20-1-16,-13-32 0 15,0-19-3-15,0-15 1 16,0-8 2-16,-39-4-4 16,-24 0-6-16,-5-6-24 15,-17-34-22-15,-7-13-8 16,3-9-25-16,-3 1-55 0,24-5-62 15,23 0-90-15,16 1-111 16</inkml:trace>
  <inkml:trace contextRef="#ctx0" brushRef="#br0" timeOffset="92867.15">32884 3245 687 0,'0'0'111'0,"0"0"-45"16,0 0-8 0,0 0-39-16,0 0-19 0,0 0-16 15,0 0-97-15,160-13-191 16</inkml:trace>
  <inkml:trace contextRef="#ctx0" brushRef="#br0" timeOffset="93384.1">33242 3434 355 0,'0'0'246'15,"0"0"-170"-15,0 0-22 16,0 0 29-16,0 0-29 15,0 0-15-15,0 0 1 16,0 0-8-16,0 20 6 16,0 13-8-16,0 22 23 15,0 20 20-15,0 17 14 16,0 5-13-16,5-13-3 16,24-21-31-16,0-29-3 15,5-22-23-15,5-12-11 16,11-12 13-16,3-45-16 15,7-22-37-15,-7-15-46 0,-13-1-38 16,-12 6 15-16,-17 17 10 16,-6 12-7-16,-5 23 103 15,0 10 8-15,0 18 75 16,0 6-5-16,0 3-14 16,0 0-14-16,0 0-28 15,0 0-22-15,0 0-5 16,0 0-65-16,0 0-51 0,-16 0-161 15</inkml:trace>
  <inkml:trace contextRef="#ctx0" brushRef="#br0" timeOffset="94024.89">33702 3071 306 0,'0'0'269'0,"0"0"-182"16,0 0 22-16,0 0-7 15,0 0-16-15,0 0-18 16,-5-8-2 0,5 8-26-16,0 0-10 15,0 0-2-15,0 8-25 0,0 37 8 16,10 18 6-16,6 20 17 15,2 29 14-15,-12 22-16 16,-1 13-5-16,-5-11 2 16,0-23-18-16,0-41 1 0,10-28-3 15,-2-24-1 1,-8-13 4-16,0-7-12 16,0 0 0-16,0-21-40 15,0-15-34-15,0-8-24 16,0 2-8-16,0-5-64 15,0 2-30-15,0 1-47 16,0-1 37-16,11 1 52 0,5 3 66 16,7-1 92-16,6 7 42 15,0 5 98-15,3 3 31 16,2 6 6-16,-5 5 29 16,5 3-59-16,0 3-28 15,-5 3-19-15,-13 7-17 16,-16 0-40-16,0 0-4 15,0 0-26-15,-45 20-6 16,-23 17-1-16,-11 11-2 16,0-6-7-16,16 0 3 0,18 0 0 15,21-6-2-15,19-1-1 16,5 2 3 0,0 4 0-16,24-7 5 15,26-11-5-15,2-4 0 0,-2-8-3 16,-10-11 1-16,-1 0-79 15,-15 0-125-15,-13 0-306 16</inkml:trace>
  <inkml:trace contextRef="#ctx0" brushRef="#br0" timeOffset="-187796.77">31030 7736 214 0,'0'0'68'15,"0"0"-8"-15,0 0-14 16,0 0-11-16,0 0-21 0,0 0 2 15,0 0-1-15,0 0 6 16,-45 0 21-16,40 0-10 16,0 0 1-16,-1 0 0 0,6 0-14 15,-7 0 6-15,1 0-14 16,6 0-10-16,-5 0 11 16,5 0 1-1,0 0 17-15,0 0-8 16,0-7-9-16,0 0 8 0,0 4-19 15,0 0 5-15,0 0 8 16,0 3-15-16,0-7 9 16,0 0 4-16,0 0-8 15,0-2 8-15,0-1-12 16,0 2-1-16,0 3 5 16,0 1-5-16,-5-2-1 15,-1 2-4-15,-4-3-5 16,-3 1 2-16,-3 3 1 15,3-4-8-15,8 7 13 16,-1 0 4-16,-4 0 2 16,-1 0 2-16,-2 0-5 0,-8 0 2 15,3 0-3-15,2 7 0 16,-8 2-3 0,14 2 6-16,-3-1-3 15,2-1 0-15,1 1 3 16,-4 3-5-16,14 1 2 0,-5-1 0 15,5 1 1-15,0-1 2 16,-5 0-2-16,5 1 4 16,0-1-2-16,0 0 15 15,0 0-5-15,0 1-1 16,0-5 6-16,0-2-18 16,0 0 3-16,18-4 0 15,-2 0-1-15,2 0-3 16,4 1 13-16,6 6-9 0,7 0 7 15,-1 3-4-15,5 1-6 16,1 2 4-16,-11-3-1 16,0-3 6-16,-19 0-8 15,-5-6-1-15,-5-2 0 16,0 2 5 0,0-4-5-16,-23 7 3 0,-17 5 17 15,-10-1-8-15,0 8-12 16,-8-5 0-16,14 1-3 15,10-7 3-15,-1 3-3 16,17-6 3-16,7-4-18 0,1-1 1 16,10 0-49-16,0-1-20 15,0-28-84-15,0-4-213 16</inkml:trace>
  <inkml:trace contextRef="#ctx0" brushRef="#br0" timeOffset="-187146.41">31246 7296 232 0,'0'0'56'16,"0"0"-11"-16,0 0 20 15,0 0-29-15,0 0-7 16,0 0 29-16,-61 0-20 16,53 0 0-16,-2 0 13 0,10 0-6 15,-11 0 4 1,6 0-23-16,-8 0-13 0,2 16 6 16,6 5-18-16,0 2 3 15,-1 0-4-15,6 7 13 16,0 0-6-16,0 3 11 15,0 3-17-15,0 8 15 16,0 2-14-16,11 9 2 16,-1-2 12-16,1 0-14 15,-3 0 8-15,-3-3-8 0,-5-7 0 16,0-10 6 0,0-7-8-16,0-12 0 15,0-4-1-15,0-7 3 16,0-3-2-16,0 0 0 0,0 3 1 15,0-3-6-15,0 4 5 16,0-4 0-16,0 0 0 16,0 0-2-1,0 0-8-15,0 0-33 16,0-11-13-16,0-18-25 16,11-4-134-16,7 3-153 0</inkml:trace>
  <inkml:trace contextRef="#ctx0" brushRef="#br0" timeOffset="-186585.87">31432 7663 168 0,'0'0'98'0,"0"0"-19"16,0 0-5-16,0 0-32 16,0 0-2-16,0 0-1 15,0 0 3-15,0 0 15 16,0 0-6-16,0 0 5 0,0 0 1 16,0 0-24-1,0 0 4-15,-26 2-17 16,2 12-20-16,-10-1 14 15,-11 1-14-15,11 2 0 0,-18 1-1 16,12-4-13-16,1 1 2 16,-6-5-9-1,16 2-4-15,8-5 11 16,8-2-34-16,2-1-10 0,11 0 26 16,0-3-14-16,0 0 19 15,0 0 13-15,19 3 14 16,7 4 32-16,14 7-18 15,-1-1 4-15,3 0 4 16,-2 4-15-16,-1-1 13 16,-5 4-11-16,-8-3 1 15,-2-4 31-15,-5 0-24 16,-9-6-4-16,-5-4 16 16,1 1-20-16,-1-2 3 15,-5 2-8-15,5-1 0 0,3 1 6 16,-3 3-8-16,6-2-2 15,-6-5 0-15,0 0-18 16,14-5-107-16,-4-36-331 16</inkml:trace>
  <inkml:trace contextRef="#ctx0" brushRef="#br0" timeOffset="-185611.51">32108 7598 117 0,'0'0'91'0,"0"0"-33"16,0 0 8-16,0 0-2 0,0 0-10 16,0 0-5-1,-92 0-9-15,71 0-14 0,-3 0-18 16,9 0 13-16,1 0-7 16,-1 0 0-16,9 0 14 15,-17 0-12-15,7 0 2 16,-2 0-13-16,-3 0 0 15,-3 0-9-15,0 0 4 16,3 0-6-16,-3 0 6 0,-4 5-10 16,1 2 8-16,-2 3 1 15,0 0 1 1,6-1 14-16,7-2-10 16,-2 3 3-16,2-1 6 15,0 2-11-15,-2 3 3 0,7-5-3 16,-2 5 4-16,13-1-12 15,-5 0 13-15,5 0-6 0,0 1 6 16,0 2 2-16,0 1-6 16,0 3 23-16,0 6-6 15,18 1 13 1,3-4-10-16,3 0-1 16,-1-6 5-16,-7-7-8 15,8-10 3-15,2 0-21 16,3 0 4-16,5-7 14 15,-10-20-19-15,5-5-6 0,-8-5-23 16,8 0-16-16,0 1 5 16,-8 3-5-16,3 6 9 15,-9 4 16-15,4 0-3 0,-9 3 21 16,-10 7 1-16,5 3 2 16,-5 6 7-16,0 4 18 15,0 0-4 1,0 0 7-16,0 0-12 0,0 0-15 15,0 0 14-15,0 27 4 16,0 9 20-16,0 14 9 16,0 10-2-16,19 0 20 15,-3-4-27 1,7-6-7-16,1-14-1 16,-3-15-28-16,3-10 4 0,-3-11-8 15,8 0-12-15,-6-29-43 16,1-27-63-16,-8-7-133 15,-11-3-422-15</inkml:trace>
  <inkml:trace contextRef="#ctx0" brushRef="#br0" timeOffset="-185173.45">32255 7183 222 0,'0'0'120'15,"0"0"-56"-15,0 0 6 16,0 0-11-16,0 0 3 0,0 0-1 16,0 0-18-1,0 0 9-15,0 0-13 16,0 7-7-16,0 9 4 0,0 8-21 15,0-1 6-15,0 4-11 16,0 9-10-16,0 4 12 16,0 6-12-16,0 7 0 15,0 14 20-15,0 9-1 16,16 9 20-16,3-2 7 16,4-10-19-16,4-10 6 15,-4-13-20-15,6-20-6 16,-8-11-1-16,-8-8-2 15,-2-11-4-15,-6 0 0 16,0 0-14-16,-5 0-7 16,0 0-35-16,0 0-24 0,0-11-30 15,0-2-135-15,0-4-95 16</inkml:trace>
  <inkml:trace contextRef="#ctx0" brushRef="#br0" timeOffset="-184428.49">32908 7635 180 0,'0'0'94'0,"0"0"1"16,0 0 8-16,0 0-41 0,0 0 17 16,0 0 5-1,23-9-21-15,-23 6-5 16,0 0-20-16,0-1-15 16,0 1 8-16,0 0-20 0,0-4-5 15,0 7-6-15,0-5-6 16,0 5 4-16,-18 0 1 15,2 0 0-15,3 0-7 16,-3 0 5-16,-7 0 3 0,1 0-4 16,-6 0 7-16,4 0-6 15,3 0 1 1,-8 0 2-16,5 0-7 16,3 0 7-16,3 0 0 15,2 7-3-15,-2 1 9 16,2-1-6-16,-3 3 0 0,4-1 5 15,-9 2-5-15,13 2 0 16,-7 7 0-16,8 0 9 16,10 10-9-16,0 10 32 15,0 6 21-15,0 0-4 16,0 4 24-16,34-10-17 0,5-13-9 16,6-11-9-16,7-13-34 15,4-3 23 1,2-3-27-16,-3-33-28 15,-8-11-7-15,-7 1-30 16,-19-4-1-16,-3 6-1 16,-13 12 2-16,-5 2 53 15,0 13 12-15,0 13 15 16,0 4 27-16,0 0-4 0,0 0 6 16,0 0 6-16,0 14-36 15,6 9 10-15,12 4 17 16,-8 6-22-16,1-3 4 15,7 0-23-15,-12 0 0 16,4-4 0-16,-10 1-16 16,0-4-31-16,0-3-53 15,-5-4-81-15,-29-2-181 16</inkml:trace>
  <inkml:trace contextRef="#ctx0" brushRef="#br0" timeOffset="-183364.84">29925 11321 208 0,'0'0'129'15,"0"0"-31"1,0 0-6-16,0 0-11 0,0 0 0 15,0 0-20-15,6-27-10 16,-6 27 9-16,0 0-5 16,0 0-2-16,0 0-8 15,0 0-19-15,0 0 10 16,0 13-28-16,5 17-1 16,8 25 16-16,13 15-12 0,-2 17 8 15,0 15 5-15,-3 1-6 16,-16 0 8-1,-5-12-17-15,0-25-2 16,0-19 9-16,0-17-13 0,0-21 21 16,-34-5-17-16,-11-4-7 15,-10 0-6-15,-14-27-25 16,-4-9-40-16,4-11 15 16,12 5-2-16,12 1-8 15,21-1-17-15,8 7-63 16,16 1-101-16,0-2-141 15</inkml:trace>
  <inkml:trace contextRef="#ctx0" brushRef="#br0" timeOffset="-183123.77">29778 11224 398 0,'0'0'154'0,"0"0"-77"16,0 0-47-16,0 0-30 15,0 0-104 1,0 0-159-16</inkml:trace>
  <inkml:trace contextRef="#ctx0" brushRef="#br0" timeOffset="-182277.34">30651 11319 235 0,'0'0'102'0,"0"0"-35"16,0 0 1-16,0 0 25 15,0 0-12 1,0 0-19-16,0-48-1 15,0 47-18-15,0-4 2 0,-10 1-2 16,2 4-11-16,-8 0 0 16,5-2-25-16,-7 2-5 15,-3 0-2-15,-3 0 1 16,1 0-1-16,2 0 0 16,-8 0 3-16,5 0 6 15,3 0-8-15,3 0 2 16,-3 0-3-16,-3 0 3 0,8 0-3 15,-2 0 0-15,2 0 0 16,3 0-1-16,2 2 1 16,1 2 0-16,2 2 6 15,-3 1 0-15,6-1-1 16,0 1 3-16,0-4-5 16,-1 3 8-16,6-5-11 15,-8 5 0-15,8 6 3 16,0 4 4-16,0 5-4 15,0 9 12-15,0 6-8 16,0 8 29-16,8 5-7 16,19-3 8-16,7-5 10 15,5-9-24-15,1-15 5 0,-6-13-8 16,13-4-18 0,-7-7-2-16,-1-37-5 0,1-15-19 15,-6-1-43-15,-18-3-11 16,2 8 4-16,-13 14-3 15,0 4 27-15,1 9 45 16,-6 15 3-16,0 3 2 16,0 7 25-16,5 3 1 15,-5 0 11-15,0 0 8 16,0 0-25-16,0 12 11 16,0 11-17-16,0 1 28 15,0 13 3-15,8 4-28 16,-3 2 4-16,6 1-3 15,-1-2-6-15,3-8 15 0,-7-8-25 16,4-6 0-16,1-13-2 16,-4-4-7-16,-1-3-3 15,-6 0-53-15,0-3-57 16,5-24-31-16,0 1-118 16,-5-1-323-16</inkml:trace>
  <inkml:trace contextRef="#ctx0" brushRef="#br0" timeOffset="-181831.83">30917 11188 424 0,'0'0'105'0,"0"0"-30"15,0 0 37-15,0 0-37 0,0 0-11 16,0 0 33-16,0 124-8 0,18-62 1 16,-7 9-17-1,5-1-25-15,-3-7 3 16,-3-16-35-16,-5-24-6 16,1-20 1-16,2-3-8 15,-3 0-6-15,-5-43-5 16,0-14-67-16,0-5 14 15,0-5-35-15,0 5-1 16,0 16 23-16,0 9 24 0,0 1 27 16,5 19 7-16,19 1 16 15,7 13 38-15,4 3 29 16,4 0 0-16,8 0-6 16,-2 0-18-16,-6 0 5 15,-4 0-18 1,-12 0-28-16,-2 0-1 0,-7 0-1 15,-9 0-61-15,0-4-45 16,-5-9-99-16,0 3-157 16</inkml:trace>
  <inkml:trace contextRef="#ctx0" brushRef="#br0" timeOffset="-181363.86">31653 11099 426 0,'0'0'95'15,"0"0"-57"-15,0 0 33 16,0 0-14-16,0 0-21 0,0 0 8 16,-45 40-1-16,35-21 9 15,-1 1 21 1,-2 7-22-16,8-1 3 15,5 13-10-15,0 3-8 0,0 6 15 16,0 19-7-16,5 1-1 16,35-2 3-16,-1-9-20 15,9-20-8-15,-4-14-7 16,1-20-5-16,-6-3-12 16,9-14 5-16,-17-39-17 15,3-10-12-15,-5-10-68 16,-5 8 16-16,-13 5 24 15,-1 7 12-15,-2 14 38 16,-3 9 3-16,-5 10 5 16,6 10 15-16,-6 4 9 0,0 6 23 15,0 0-1 1,0 0-3-16,0 0 1 0,0 0-37 16,0 0-7-16,0 0-8 15,0 0-40-15,0 0-18 16,0 0-36-16,0 0-94 15,0 0-150-15</inkml:trace>
  <inkml:trace contextRef="#ctx0" brushRef="#br0" timeOffset="-180510.13">32403 11194 315 0,'0'0'30'0,"0"0"19"15,0 0 42-15,0 0-15 0,0 0 6 16,0 0-3-16,0 1 1 16,0-1-12-16,-6 0-21 15,6 0-6-15,0 0-17 16,0 0-20-16,-5 0 6 15,5 0-10-15,0 0 0 16,0 0 11-16,0 0-9 16,0 3 5-16,0-3-4 15,-5 7 0-15,-3 5 2 16,8 2-4-16,-5 16 0 16,5 9 29-16,0 10-7 15,0 6 16-15,0 7 9 16,0-9-11-16,0-11 7 0,0-12-25 15,0-13-7-15,0-11 9 16,0-6-16 0,5 0-2-16,-5-6-3 0,8-30-28 0,-8-8 7 15,0-6-34 1,0-1 12-16,0 10 13 16,0 4-16-16,0 2 44 15,0 10-2-15,0 1 4 16,16 0 0-16,-6 7 0 15,3 4 0-15,3 0 7 16,3 9-1-16,2-3 5 0,2 7 10 16,-2 0-15-16,8 0 13 15,11 0-17-15,-1 18 17 16,8 18 17-16,-7 14-10 16,-6 15 14-1,-8-3 1-15,-2 2-18 0,0-8 24 16,-14-16-28-16,1-14-13 15,2-16-1-15,-13-10 5 16,5 0-6-16,-5-16-4 16,0-27-22-16,0-11 0 15,0-2-2-15,0 0-9 0,5 9-2 16,24 6-5-16,6 10 23 16,4 8-6-1,6 11 18-15,-1 8 5 0,14 4 5 16,-2 0 12-1,1 17 22-15,-7 24-21 16,-2 5 17-16,-22 14 6 0,-8 0-17 16,-7-3 19-16,-11-8-24 15,0-12-2-15,0-17-14 16,0-7-3-16,0-13-7 16,0 0-40-16,0-6-75 0,-16-24-91 15,-2-7-372-15</inkml:trace>
  <inkml:trace contextRef="#ctx0" brushRef="#br0" timeOffset="-172483.25">30328 12772 148 0,'0'0'95'0,"0"0"-32"0,0 0 1 16,0 0-8-16,0 0-15 15,0 0-3-15,0 0-18 16,0 0-4-16,0 0 8 16,0 0-12-16,0 0 13 15,0 0 2-15,0 0 7 16,0 0 11-16,0 0-12 0,0 0-1 15,0 0-4-15,0 0-19 16,0 0 7 0,0 0-7-16,0 0 1 15,0 0 9-15,0 0-2 0,0 0-7 16,0 0-2-16,0 0-4 16,0 0-4-16,0 0 0 15,0 0-9-15,0 0 8 16,0 0-39-16,0 0-94 15,0 0-168-15</inkml:trace>
  <inkml:trace contextRef="#ctx0" brushRef="#br0" timeOffset="-170610.62">29586 12605 92 0,'0'0'266'0,"0"0"-201"0,0 0-15 16,0 0-3-16,0 0 6 15,0 0-32-15,5 0-8 16,-5 0-3 0,6 0-9-16,-6 11 8 15,0 9 0-15,5 10 8 16,0 5 10-16,0 10-4 0,9 5 6 16,-4 0-6-1,14-1-3-15,-9-3 11 0,-4-5-11 16,2-11-7-16,-8-4 3 15,1-10-6-15,-1-5-1 16,-5-8 5-16,0 0-12 16,0-3 4-16,0 0-3 15,0 0 0-15,0 0 5 16,0 0-5-16,0 0 16 16,0 0 7-16,0-6-14 0,0-15-2 15,0-5-5-15,0 3-3 16,0-7-4-1,0-3 2-15,0 0 0 16,0-1 0-16,0 1-2 0,0 3 1 16,0 0 0-16,0 1 1 15,13 5-3-15,-2 4 3 16,-6 4 0-16,5 2 0 16,4 2-1-16,-4 1-2 15,1 4 0-15,2 2 3 16,-3 1-2-16,6 1-3 0,-3-1 5 15,-2 4 0-15,4 0 0 16,-1 0 0 0,1 0 0-16,4 11 3 15,-3 12-3-15,7 7 1 16,-2 5 6-16,-2 18 0 16,-4 7-7-16,4 4 10 0,-14-1-7 15,0-10 3 1,1-14 5-16,-6-9-6 0,0-10 7 15,5-10-7-15,-5-10-4 16,0 0 4-16,0 0-4 16,0 0 5-16,0 0 4 15,0-10-5-15,0-16 12 16,0-8-11-16,0-5-2 16,0-1-2-16,0-3-2 15,0 0-4-15,0 3 2 16,0 6-8-16,8-1 8 15,8 8-2-15,2 1 0 0,-2 5 1 16,0 3-4-16,2 6 5 16,-7 3 0-16,2 0 3 15,2 7-1-15,-4-3 0 16,2 5-7-16,-2 0 6 16,-1 0-5-16,-5 0-2 15,9 0 8-15,1 5-1 16,4 20 1-16,2 14 4 15,2 10 1-15,1 4 7 0,-8 4-10 16,0 3 1-16,2-11 11 16,-13-2-4-1,6-11 10-15,-3-7-7 0,-8-11-7 16,5-5 2-16,0-9-8 16,-5-4 1-16,6 0-3 15,-6 0-20-15,0-24-55 16,0-17-74-16,0-18-285 15</inkml:trace>
  <inkml:trace contextRef="#ctx0" brushRef="#br0" timeOffset="-169744.94">30754 12722 220 0,'0'0'100'15,"0"0"-11"-15,0 0 10 16,0 0-1-16,0 0-26 16,0 0-14-16,0 0-30 15,0-5-6-15,0-2 10 0,0 3-14 16,0-3 8-16,-13 0-9 15,2 2 1 1,-5-6-2-16,3 1-11 16,-3 1 7-16,-2-2-6 15,7 1-5-15,1 1 5 16,5 0-6-16,-8 2 0 16,7 1 0-16,-4 5-3 0,-1 1 2 15,3 0 0-15,-2 0 0 16,5 0 0-16,-6-4 1 15,3 4 0-15,3 0 0 0,-6 0 3 16,11 0-3-16,-5 0 0 16,-5 0 2-1,2 0 5-15,2 0-5 16,-4 0 0-16,10 0 2 16,-5 0-1-16,-8 0-1 0,7 0-2 15,-10 4 3-15,3 8-6 16,3 6 3-16,5-4 0 15,-1 4 5-15,6 6-4 16,0 5 9 0,0 11 16-16,0 0-16 0,0 0 16 15,11-10-3-15,12-7 0 16,-1-9 1-16,1-8-21 16,-4-6 14-16,2 0-17 15,-3 0 0-15,-2-4-8 0,2-19 6 16,-2-4-20-16,0 1 3 15,-3-1-14-15,-8 1 12 16,0 3-7-16,-5 0 1 16,6 3 19-16,-6-1 1 15,0 12 7-15,0 2 3 16,0 7 1-16,0 0 3 16,0 0 5-16,0 0-1 15,0 0 6-15,0 0-17 16,0 0 0-16,0 11 11 15,5 21 3-15,13 15 10 16,3 6-3-16,3 0-4 0,0 0 13 16,-8-13-10-1,7-7 1-15,-7-13-10 16,-11-8-7-16,8-12-4 16,-13 0 0-16,6 0-30 15,-6-9-43-15,0-23-55 0,0-12-98 16,0-2-393-16</inkml:trace>
  <inkml:trace contextRef="#ctx0" brushRef="#br0" timeOffset="-169111.62">31038 12565 214 0,'0'0'202'0,"0"0"-115"0,0 0-9 16,0 0-8-1,0 0-12-15,0 0-7 16,0 0-7-16,0 0-20 16,0 0-6-16,-8 0 7 0,-3 0-10 15,-4 0 4-15,-4 0 1 16,3 0-10-16,-2 0 1 15,-3 0-5-15,-3 9 1 16,6-1 9-16,-8 3-11 0,7 5-2 16,3 9 5-1,3 4-5-15,3 14 19 16,10 10-9-16,0 4 11 0,0-8-1 16,0-12-1-16,10-14 2 15,19-19-9-15,0-4-9 16,5 0-6-16,6-41-16 15,-6-12-21-15,0-7-19 16,-18 4-75-16,-3 6 67 16,-13 8-12-16,0 8 20 15,0 6 42 1,0 21 14-16,0 7 37 0,0 0 41 16,0 0-23-16,0 0 4 15,0 16-20-15,0 15-16 0,5 10 25 16,24 12-9-16,5 7-11 15,-7 10 5 1,7 9-14-16,-5 2 4 16,-5-5-6-16,-19-10-13 15,-5-12 7-15,0-13-9 16,0-15-1-16,0-8 0 0,-13-2-1 16,-14-11-24-1,-2-3-18-15,-5-2-33 0,-5-2-51 16,10-40-99-16,-5-10-200 15</inkml:trace>
  <inkml:trace contextRef="#ctx0" brushRef="#br0" timeOffset="-168494.67">31348 12574 313 0,'0'0'107'0,"0"0"-36"15,0 0 24-15,0 0-14 16,0 0-27-16,0 0-14 0,-10-35-15 15,10 31 3-15,0 4 8 16,0 0-4-16,0 0 6 16,0 0-11-1,0 0 0-15,0 0 4 0,0 0-19 16,0 0 4-16,0 0-2 16,0 17-13-16,5 17 15 15,5 14-8-15,4 5 19 16,-9 0 16-16,-5-7-16 15,5-9 3-15,0-18 1 0,1-8-21 16,-1-11 1-16,-5 0-6 16,5 0-5-1,-5-34-4-15,0-13-73 16,0-6 17-16,0 0 14 16,0 5 3-16,0 11 15 15,8 7 9-15,8 1 7 0,7 12 11 16,6 4 1-16,3 13 18 15,10 0-5-15,-3 6 29 16,1 31 6 0,-6 14-6-16,-8 4 15 0,-2 5 8 15,-6-5-38-15,-2-12-4 16,-5-10-17-16,-6-12-2 16,-5-16-6-16,0-5 2 15,0 0-50-15,0 0-72 16,0-29-76-16,0-11-179 15</inkml:trace>
  <inkml:trace contextRef="#ctx0" brushRef="#br0" timeOffset="-168049.31">31756 12710 395 0,'0'0'159'0,"0"0"-51"16,0 0 6-16,0 0-29 15,0 0-22-15,0 0-10 16,121-18-24-16,-95-5 7 16,3-7-35-16,5-5 1 15,-10 1-2-15,-3-1-30 16,-3 5 0-16,-18 4 1 15,0 3-11-15,0 6 25 16,0 4-6-16,-5 6 21 0,-19 7 17 16,-5 0-12-16,14 0 10 15,-9 0 8-15,8 20 5 16,-2 16 0-16,13 16-5 16,5 7 22-16,0 8 10 15,0-3-19-15,5-9 39 16,29-18-20-16,0-11-31 15,11-19-4-15,2-7-20 16,-2-7-16-16,10-46 5 0,-8-12-46 16,-2-11-59-16,-16 0-29 15,-8 3-61 1,-21 7-38-16,0 6-43 16</inkml:trace>
  <inkml:trace contextRef="#ctx0" brushRef="#br0" timeOffset="-167727.57">32300 12187 268 0,'0'0'161'0,"0"0"-41"15,0 0-10-15,0 0-27 0,0 0-7 16,0 0-35-16,0-23-4 16,0 23-11-1,0 0-11-15,0 0 20 16,0 0-11-16,0 0 0 16,0 0-1-16,0 0-13 15,0 0 1-15,0 0-8 16,0 0-3-16,0 3 5 15,0 24-4-15,0 19 10 0,0 17 8 16,0 24-5 0,5 14 27-16,19 1-1 0,0-8-7 15,-8-15-9-15,7-26-14 16,-7-19-4-16,-3-15-3 16,-8-12-3-16,1-7-1 15,-6 0-28-15,0 0-78 0,0 0-8 16,0-21-97-16,-19-8-232 15</inkml:trace>
  <inkml:trace contextRef="#ctx0" brushRef="#br0" timeOffset="-167551.38">32090 12456 350 0,'0'0'445'0,"0"0"-347"15,0 0 1-15,0 0-9 16,0 0-47-16,331-66-40 16,-276 49-3-16,-10 0-15 15,-16 4-95-15,-18 3-97 16,-11 3-257-16</inkml:trace>
  <inkml:trace contextRef="#ctx0" brushRef="#br0" timeOffset="-166961.56">32850 12111 197 0,'0'0'134'16,"0"0"-48"-16,0 0-5 16,0 0-2-16,0 0-11 0,0 0-31 15,0 0-15-15,0 0 4 16,0 0 4 0,0 0 6-16,0 0 1 15,0 0-14-15,0 0-5 0,0 0 7 16,0 0-13-16,0 3-3 15,0 13-4-15,0 11-1 16,0 13 10-16,0 17-3 16,0 12 22-16,0 17 15 15,8 4-4 1,2-3-2-16,1-13-15 0,7-15-5 16,-7-15 0-16,-1-18-15 15,3-13-2-15,-13-10-5 0,0-3-6 16,0 0-29-16,0 0-71 15,0 0-44-15,0-6 16 16,0-14-114-16,0 7-65 16</inkml:trace>
  <inkml:trace contextRef="#ctx0" brushRef="#br0" timeOffset="-166637.5">32568 12539 498 0,'0'0'166'15,"0"0"-28"-15,0 0-62 16,0 0-35-16,0 0 10 16,0 0-11-16,242-66-2 15,-179 54-22-15,-5 3-12 16,-18 0-4-16,-19 4-10 16,-3-1-57-16,-7-4-68 15,-6 4-189-15,-5-1-140 16</inkml:trace>
  <inkml:trace contextRef="#ctx0" brushRef="#br0" timeOffset="-166127.81">33105 12565 226 0,'0'0'263'15,"0"0"-123"-15,0 0-2 16,0 0-57-16,0 0-4 16,0 0-31-16,87-37-13 15,-53 12-9-15,-8-5-24 16,-2 3 0-16,-8-3-6 0,-3 6-23 15,-13 5 3-15,0 2-4 16,0 4 0-16,0 7 9 16,0 2 1-16,-5 4 11 15,-14 0 8 1,3 0-4-16,3 0 5 0,-3 0 8 16,-2 0-7-16,2 0 11 15,0 0-12-15,3 0 0 0,-3 0 1 16,3 13 3-16,3 7-1 15,-1 6 11-15,11 14 13 16,0 3 18-16,0 3 1 16,0-4-10-16,16-12 3 15,13-7-5 1,0-12-4-16,5-11-1 16,-5 0-29-16,3 0-5 0,-3-34-45 15,-1-7-13-15,-9-2-101 16,-9 2-187-16</inkml:trace>
  <inkml:trace contextRef="#ctx0" brushRef="#br0" timeOffset="-165763.16">33407 12100 201 0,'0'0'125'16,"0"0"-15"-16,0 0 0 16,0 0-11-16,0 0-36 15,0 0-11-15,0 0-7 16,0 0-14-16,0 0 1 16,0 0-14-16,0 14-7 15,0 13 2-15,0 12 2 16,0 14 18-16,6 17 11 0,4 10-3 15,1 5 18-15,2-8-13 16,-8-13-22-16,0-20-3 16,1-19-20-16,-1-13 4 15,0-10-5-15,-5-2-6 16,0 0-29 0,0-5-57-16,0-29-44 0,0-10-70 15,-21-2-121-15,-13 5-70 16</inkml:trace>
  <inkml:trace contextRef="#ctx0" brushRef="#br0" timeOffset="-164877.59">33334 12419 398 0,'0'0'146'0,"0"0"-24"0,0 0-15 15,0 0-77-15,0 0 20 16,0 0-22 0,129 0-6-16,-95 0-8 15,5-3-13-15,-5-5 1 0,1-4-2 16,-6 6 1-16,-14 2-4 15,-2 4 3-15,-13 0-1 16,0 0 1 0,0 0 12-16,0 0 21 0,0 0 0 15,0 16 1 1,-23 4-2-16,7 1-15 0,-2-2-8 16,7 4 10-16,-2 4-10 15,8-6 10-15,5-3 4 16,0-13-14-16,0-5-5 15,0 0-4-15,0 0-7 16,13-21-33-16,13-15 0 16,8-2-18-16,6-1-19 15,-11 13 3-15,0 9-3 16,-6 11 33-16,-12 6 39 0,-6 0 5 16,0 0 38-16,-5 0 32 15,0 3 5-15,6 4-17 16,-6-7-19-16,7 0-25 15,-7 0-3-15,6 0-11 16,-1 0-12-16,-5-4-8 16,0-19-53-16,0 0 38 0,0 0-3 15,0 6 10-15,0 7 9 16,0 10 19 0,0 0 8-16,0 0 17 0,0 0 19 15,0 13-12 1,0 7-2-16,0 10 5 15,0 7-2-15,0 9-12 16,0 10-4-16,5 11 5 0,0 15-10 16,1 6-2-16,7 9 5 15,-8-8-12-15,-5-8 1 16,0-28-1-16,5-24 0 16,-5-16 0-16,0-13-2 15,0 0 5-15,0 0 8 16,0-16-14-16,0-22-17 15,0-7 10-15,0-2 0 16,0-6-2-16,0 7-3 0,-5-4-1 16,0-3 11-16,5-5-5 15,0-4 7-15,0-3 0 16,0-4-6 0,0 3-22-16,0 3-20 0,0 10 1 15,5 16 27-15,16 10 11 16,3 21 9-16,10 6 14 15,11 0-2-15,7 20 50 16,-2 20-17-16,-5 7-10 16,-11-5 6-16,-15 1-11 15,-19 3 0-15,0-11 15 16,0 6-21-16,-69-11-20 0,-23-16-4 16,-16-9-53-16,8-5-38 15,-7 0-85-15,15-28-128 16</inkml:trace>
  <inkml:trace contextRef="#ctx0" brushRef="#br0" timeOffset="-162530.31">31627 13700 103 0,'0'0'82'0,"0"0"-17"0,0 0 6 15,0 0 9-15,0 0-20 16,0 0-19-16,0-27-1 16,0 27-6-16,0-3-21 15,5 3 9-15,-5 0 1 16,5-3-7-16,-5 0 4 16,6-1-4-16,-6-3 17 15,5 4-6-15,-5 0-6 16,0-1 7-16,5 2-19 15,-5-2-3-15,0 4-3 16,0-3-3-16,0-1 0 0,0 1-3 16,-10-1 1-16,-6-2 0 15,-3 0 4-15,4 2-1 16,2 1 4-16,2-1-3 16,1 1 0-16,-1 3-2 15,-7 0 0-15,2 0-5 16,-8 0 4-16,-5 0 1 15,13 23 0-15,-2 4 2 16,7 2-2-16,11 8 2 16,0-2 29-16,0-4-8 0,11-1-16 15,28-8-1 1,-4-5 16-16,-1-9-18 16,-5 3 12-16,-6-4-16 15,-12-3-3-15,-6-3 1 0,-5 6-13 16,0 8 6-16,0 4 9 15,-10 6 0-15,-30 3 12 16,11-5-9-16,0-5 5 16,8-2 9-16,8-13-15 15,3-3-1-15,4 0-1 16,-7-12-102-16,8-22-136 0</inkml:trace>
  <inkml:trace contextRef="#ctx0" brushRef="#br0" timeOffset="-162047.28">31756 13884 315 0,'0'0'140'0,"0"0"-35"0,0 0-22 16,0 0-17-16,0 0-29 15,0 0-26-15,131-158-11 16,-110 126-9 0,-2 2-8-16,-4 3 2 15,-15 4-8-15,0 9 3 0,0 4 18 16,0 7 2-16,0 3 15 15,0 0-2-15,0 0-1 16,-10 0 2-16,-14 0-13 16,3 0 4-1,-8 0 1-15,0 3-6 0,8 14 10 16,3 6-1-16,2 11 11 16,3 15 23-16,13 10-15 15,0 6 26-15,0-1 17 16,8-13 0-16,31-7-3 15,1-19-19-15,-1-13-15 16,6-12-12-16,0 0-22 0,7-3-5 16,-12-33-36-16,-6-6-42 15,-13 3-84-15,-8 0-146 16</inkml:trace>
  <inkml:trace contextRef="#ctx0" brushRef="#br0" timeOffset="-161380.96">32182 13670 357 0,'0'0'85'0,"0"0"-48"0,0 0 11 16,0 0 24 0,0 0-23-16,0 0 0 15,0 0 15-15,0 0-9 16,0 0-6-16,0 0-13 15,0 0-2-15,0 0-1 0,0 0-19 16,0 13 5 0,0 4 2-16,0 9-15 0,5 7 7 15,0 11-10-15,8 15 7 16,-2 19 19-16,5 12-7 16,-3 12 5-16,8 5 5 15,3-18-10-15,-1-17 3 16,-7-25-6-16,0-24 7 15,2-16-10-15,-12-7-15 16,4 0 7-16,-10 0-8 16,0-24-28-16,0-11-19 0,0-5 3 15,0-4-4-15,0-4 16 16,-16-2-16-16,-2-3-9 16,2-3 5-1,0 3-1-15,3 2 16 0,8 1-17 16,0-1 12-16,-1 7 19 15,6-3 9-15,0 5 12 16,0 3 1-16,0 6 2 16,0 6 7-16,0 4-4 15,0 6 3-15,11 8 8 16,7 9 4-16,3 0 17 16,8 0-8-16,0 0-6 0,11 12 30 15,4 18-14 1,-9 4-1-16,-12-1 12 15,-7 3-14-15,-16 4-9 0,0-6 0 16,0-2-5-16,-24-2 8 16,-7-7-19-16,-3-4-6 15,-6-6-4-15,11-6-1 16,6-7-11-16,7 0-18 16,3-4-11-16,7-26 6 15,6-7-87-15,0-2-80 16,0-3-208-16</inkml:trace>
  <inkml:trace contextRef="#ctx0" brushRef="#br0" timeOffset="-159996.78">33065 13713 145 0,'0'0'73'0,"0"0"-55"16,0 0 16-16,0 0 19 15,0 0-6-15,0 0 6 16,-15 4-2-16,15-4 9 16,0 0 16-16,0 0-26 15,0 0-4-15,-6 0-18 16,-1 0-15-16,-4 0 1 0,11 0-12 16,-5 0 8-16,5 0 9 15,-6 0-11 1,1 0 4-16,0 0-2 15,-8 0-1-15,-3 0 10 16,-2-4-14-16,7 3-3 0,-5-5-2 16,3 3 3-16,3 0-6 15,-1 3 2-15,-2-4-2 16,2 4 0-16,1 0 3 16,-3 0 0-16,2 0 4 15,1 0-3-15,-3 0 3 16,2 0-4-16,6 0 0 15,0 0 1-15,-1 0 0 16,6 0-1-16,-8 0 7 16,8 0-7-16,-5 0 7 15,0 0-1-15,5 0-4 16,0 0 11-16,0 0-6 16,0 0 7-16,0 0 2 15,0 4-9-15,0-1 16 16,0 6-4-16,0-8-9 0,0 3 7 15,0-1-5-15,0 3 10 16,0 3 0-16,0-2-12 16,0 1 3-16,-5 8-5 15,5 4-6-15,0 3 9 16,0 16-7-16,-6-1 10 16,6 16 8-16,0-3 6 15,0-9 12-15,0-8-6 16,0-18-11-16,0-9 10 15,16-7-19-15,3 0-9 16,9-14-5-16,12-18 0 16,-1-9-5-16,1-5-25 15,-11 2-20-15,-3 5 4 16,-13 2-3-16,-2 3 15 16,-11 10 7-16,0 4 18 0,0 11 9 15,0 2 5 1,0 6-4-16,0 1 17 0,0 0-11 15,5 0 3-15,-5 0 6 16,5 0-7-16,8 30 13 16,-2 7-5-16,13 16 9 15,-9 7 12-15,14-9-17 16,-8-3 3-16,8-16-1 16,-5-11-11-16,-8-9 0 15,2-8-12-15,-7-4 2 16,-1 0-4-16,3 0 1 15,-2-7-14-15,-1-23 3 0,4-6-37 16,1-11-33 0,-9-3 17-16,7-8-17 0,-8-1-14 15,0-8 3-15,0 4 31 16,1 7 21-16,-1 6 21 16,-5 11 20-16,8 12 3 15,-8 10 1-15,0 8 15 16,0 2 12-16,0 3 2 15,0 1 6-15,0 3-8 16,0 0 10-16,0 0-11 0,0 0 1 16,0 0 9-16,0 0-15 15,0 0-1 1,0 7-13-16,0 9-4 16,0 10 3-16,0 15-10 15,0 15 7-15,0 19 22 0,0 8 1 16,0 1 23-16,10-2-4 15,-4-22-34-15,4-21 2 16,3-13-9-16,-7-15-3 0,-1-11-5 16,-5 3 6-16,0-3-13 15,0 0 0-15,0 0-31 16,0 0-22-16,0 0-16 16,0-17 0-16,0-3-34 15,-11-10-57 1,-7-3-68-16</inkml:trace>
  <inkml:trace contextRef="#ctx0" brushRef="#br0" timeOffset="-159567.72">33226 13653 440 0,'0'0'320'0,"0"0"-214"15,0 0-32-15,0 0-7 16,0 0-33-16,0 0-3 0,181 43-24 16,-160-27 2-16,8-2-3 15,0 10-5-15,0 12 25 16,-3 15-3 0,9 4 22-16,-6 5 14 15,0-5-11-15,-1-18-6 16,-1-14-10-16,-4-11-17 0,1-8 0 15,-3-4-15-15,3-4-3 16,-1-35 0-16,-2-14-31 16,3-3-32-16,-8-1-7 15,-3 1-3-15,-8 4 27 0,-5 6 8 16,0 16 38-16,0 10 3 16,0 14 13-16,0 2 28 15,0 1 21 1,0 3-11-16,0 0-8 15,0 0-26-15,0 0-17 0,0-4 0 16,0 1-49-16,0 0-47 16,-23 3-81-16,-12 0-207 15</inkml:trace>
  <inkml:trace contextRef="#ctx0" brushRef="#br0" timeOffset="-158649.62">30975 14342 4 0,'0'0'162'0,"0"0"-121"15,0 0-7-15,0 0 11 16,0 0 18-16,0 0-12 15,0 0-16-15,10 0 3 16,-10 0 5-16,5 0 0 16,1 0-30-16,-6-3-9 15,8-1 0-15,-8 4-2 0,5-1 2 16,0-8 16 0,6 3 12-16,2-1 23 15,-13 4-7-15,0-1-1 0,0 4-10 16,0-1-25-16,0 1 2 15,0 0 0-15,0 0 0 16,0 0 10-16,0 0-2 16,0 0 5-16,0 0 12 15,5 0-22-15,-5 0 0 16,0 0-5-16,0 0-9 16,0 12 1-16,0 24 6 0,5 23 2 15,6 13 6 1,7 5-11-16,3-1 21 15,-2-13-1-15,-4-17-20 16,-4-16 14-16,-3-23-13 16,2-7-6-16,-4 0-2 0,12 0-7 15,-7-30-44-15,-1-17-31 16,1-6-60-16,-3 3-56 16,-3 8-148-16</inkml:trace>
  <inkml:trace contextRef="#ctx0" brushRef="#br0" timeOffset="-158313.68">31506 14316 294 0,'0'0'115'0,"0"0"-61"0,0 0 34 16,0 0 11-16,0 0-15 15,0 0-14 1,8 0 1-16,-8 3-19 15,-13 20-20-15,-32 7-1 0,-13 0-27 16,-2 8-1-16,7-7-3 16,3-2-3-16,16-6 3 15,18-10-4-15,8-7-1 16,8-4 3-16,0 10-10 0,0-3 12 16,53 12 6-1,10-3 23-15,3 0-5 16,-9-1-10-16,1-4-4 15,-18-6 4-15,-6-4-14 16,-18-3 0-16,-6 0-6 16,-10 0-54-16,0-16-48 15,0-11-113-15,0-2-152 0</inkml:trace>
  <inkml:trace contextRef="#ctx0" brushRef="#br0" timeOffset="-158207.25">31506 14316 465 0</inkml:trace>
  <inkml:trace contextRef="#ctx0" brushRef="#br0" timeOffset="-157911.6">31506 14316 465 0,'147'59'112'0,"-147"-59"-60"0,0 0 27 0,0 0-35 0,0 0-11 0,-5 0-13 16,5 0 11-16,-5 3 25 15,5 14 12-15,0 6 1 16,0 18-7-1,0 8-14-15,0 8 17 0,0 7-1 16,34-11-21-16,5-13-7 16,1-20-22-16,-1-17-14 15,1-3 0-15,-6-19-33 16,0-34-4-16,-10-21-3 16,-9-6-92-16,-15 8 46 15,0 7-23-15,0 18 65 16,0 17 39-16,-15 20 5 15,4 10 33-15,-2 0 19 16,13 0-5-16,0 9-4 16,0 3-19-16,0 7-16 15,0 3-8-15,0-7-8 16,0-12-82-16,0-3-83 0,0 0-242 16</inkml:trace>
  <inkml:trace contextRef="#ctx0" brushRef="#br0" timeOffset="-157599.1">32271 14146 618 0,'0'0'174'16,"0"0"-109"-16,0 0 7 15,0 0-21-15,0 0-28 16,0 0-18-16,0 0 9 0,0 0-3 15,0 13 10-15,0 20 26 16,0 4-6-16,0 16-9 16,13 13 15-16,3 15-11 15,8 4 3-15,-3 0-14 16,3-15-18-16,-6-20 6 16,3-20-13-16,-8-18 0 0,-2-8-4 15,-6-4-14-15,-5 0-51 16,0-23-26-1,0-14-34-15,-11-9-134 16,-18 3-72-16</inkml:trace>
  <inkml:trace contextRef="#ctx0" brushRef="#br0" timeOffset="-157254.78">32171 14435 435 0,'0'0'318'0,"0"0"-177"15,0 0-31 1,0 0-41-16,0 0-19 0,0 0-39 15,153 18 19-15,-108-1-25 16,7 2-4-16,3 11 11 16,-10 0 1-16,2 0 16 0,-15-5 1 15,2 0-15-15,-10-11 6 16,-6-11-12-16,-13-3-1 16,6 0 0-16,0-3-8 15,7-31-10-15,-2-10 1 16,2-7-43-1,-7-2-7-15,-1 10-1 0,3 13 8 16,-7 14 37-16,-6 16 9 16,0 0 6-16,0 0 28 15,0 0-1-15,0 0-3 16,0 0-23-16,0 0 0 16,0 0-1-16,0 0-61 15,0 0-74-15,0-2-66 16,0-20-193-16</inkml:trace>
  <inkml:trace contextRef="#ctx0" brushRef="#br0" timeOffset="-156699.65">33100 14113 447 0,'0'0'84'0,"0"0"-68"0,0 0 34 15,0 0 13-15,0 0-20 16,0 0 1-16,-11-16 22 16,11 16 9-16,0 0-2 15,0 0 3-15,0 0-37 0,0 0-3 16,0 0-8-16,0 6-23 16,0 11 1-1,0 9-2-15,0 20-4 16,16 11 35-16,8 19 11 0,-1 17 0 15,4 8-1-15,1-11-20 16,1-14 0-16,-5-26-8 16,-8-24-13-16,-6-15 8 15,-4-11-12-15,-6 0 0 16,0-17-1-16,0-30-57 16,0-13 9-16,0 2-16 15,0-2-3-15,-11 14 34 16,11 10 10-16,0 13-2 15,0 15 25-15,0 8 1 16,0 0 17-16,29 0 8 0,10 1 12 16,1 22 24-16,5 7-29 15,2 0-20 1,-13 2-1-16,-8-5-8 16,-7 3 7-16,-19-1-5 0,0 0-5 15,-5 8-1-15,-48-10-14 16,-2-1-1-16,-8-12-24 15,13-14-33-15,-8 0 21 16,24 0-22-16,10-26-55 16,8-11-129-16</inkml:trace>
  <inkml:trace contextRef="#ctx0" brushRef="#br0" timeOffset="-153166.72">30996 14964 170 0,'0'0'81'16,"0"0"-27"-16,0 0-8 0,0 0-1 16,0 0-17-16,0 0-5 15,0 0 2 1,-6-33 1-16,6 29 31 15,0 4 10-15,0-1-14 16,0 1 2-16,0 0-8 16,0 0-16-16,0 0 1 15,0 0-15-15,0 0-1 0,0 0 11 16,0 0-20-16,0 0 8 16,0 0 4-1,0 0-11-15,0 0 15 0,0 0-12 16,0 0-10-1,0 0-1-15,0 1-9 0,0 13 2 16,0 6 7-16,0 6 2 16,0 14 7-16,0 3-8 15,0 9-1-15,0 4 12 0,0 1-2 16,6-8 1-16,2-6-3 16,-8-10-8-16,0-6 10 15,0-13-9 1,0-8-1-16,0-3 0 15,0-3 3-15,0 0-3 16,0 0 0-16,0 0-20 0,0 0 8 16,0 0-21-16,0-6-12 15,0-15-32-15,0 2-85 16,0-4-118-16</inkml:trace>
  <inkml:trace contextRef="#ctx0" brushRef="#br0" timeOffset="-152725.28">31206 15129 287 0,'0'0'127'0,"0"0"-72"0,0 0-25 16,0 0 29-16,0 0-14 15,0 0-10-15,0 0 5 16,0 0-1-16,0 0 28 15,5 0-11-15,-5 0-8 16,0 0 2-16,0 0-13 16,0 0-16-16,0 0 3 15,0 0-17-15,-5 1-3 16,-29 17-4-16,-11-6-40 16,-5 6 1-16,3 0-2 15,7 1 2-15,12-3 38 0,12-6-6 16,10-7 7-16,6 0 0 15,0 1 4-15,0 10-4 16,40-2 13-16,10 6 21 16,2 1-9-16,4 1-8 15,-9-1 9-15,-7-5-3 16,-14-7-16-16,-13-1 11 16,-8-6-16-16,0 0-2 15,-5 0 0-15,0 0-17 16,0 0-63-16,0-9 1 0,0-9-91 15,0-1-125 1</inkml:trace>
  <inkml:trace contextRef="#ctx0" brushRef="#br0" timeOffset="-152600.86">31206 15129 306 0</inkml:trace>
  <inkml:trace contextRef="#ctx0" brushRef="#br0" timeOffset="-152175.6">31206 15129 306 0,'347'12'66'0,"-347"-18"-41"0,11 0 11 0,-11 0-8 0,0 6-9 16,0 0 9-16,0 0 30 16,0 0 29-16,0 0 10 0,0 0-35 15,0 0-21-15,0 0-10 16,0 0-17-1,0 6 7-15,0-5-9 16,0 5-4-16,0 10 1 0,-11-2-5 16,-12 5 1-16,7 4-5 15,-3 4 1-15,9 6 20 16,10 6-6-16,0 7 12 16,0 5 14-16,5-5-1 15,24-9-6-15,11-10-2 16,-6-18-1-16,5-9-2 15,1 0-20-15,-1-4-5 16,-5-35-8-16,0-7-9 16,-18-10-28-16,-3 5-26 15,-7 5-14-15,-6 6 32 0,0 7-8 16,0 7 19 0,-6 8 38-16,-23 14 2 0,0 2 22 15,1 2 5-15,1 0-4 16,-2 0 2-16,6 0-19 15,2 0-6-15,-3 0-2 16,6 0-29-16,2 0-9 16,5 0-6-16,6 0-23 15,5 0-44-15,0 2-81 16,0-2-40-16</inkml:trace>
  <inkml:trace contextRef="#ctx0" brushRef="#br0" timeOffset="-151695.62">31927 15155 24 0,'0'0'150'0,"0"0"-77"0,0 0-26 15,0 0-9 1,0 0 0-16,0 0-13 16,15 5-14-16,-15-5 0 15,0 0 0-15,0 0 19 0,0 0 5 16,8 0 1-16,-8 0 14 16,0 0-8-16,6 0 11 15,-6 0-13-15,0 0-13 16,0 0-1-16,0 0-4 15,0 4-5-15,0 3 4 16,0 0-9-16,0 0-4 16,0 4 11-16,0 5-10 15,0-2 7-15,0 14 4 0,5 6 6 16,0 8 15 0,6 6-2-16,-3-9-14 15,-3-6-2-15,0-10-10 16,0-12-3-16,1-11-4 15,-6 0-5-15,5 0-2 16,-5-23-28-16,0-14-91 0,0-4-9 16,0 6-152-16,0 5-94 15</inkml:trace>
  <inkml:trace contextRef="#ctx0" brushRef="#br0" timeOffset="-151523.58">31927 15155 328 0</inkml:trace>
  <inkml:trace contextRef="#ctx0" brushRef="#br0" timeOffset="-151442.52">31927 15155 328 0,'-40'-138'253'0,"40"138"-118"0,0 0-58 0,0 0-5 0,0 0-37 0,0-1-25 16,0-5-10-16,0 5-24 16,0-8-24-16,0 3-75 15,0-1-173-15</inkml:trace>
  <inkml:trace contextRef="#ctx0" brushRef="#br0" timeOffset="-151015.58">32142 14921 220 0,'0'0'148'0,"0"0"-55"16,0 0-2-16,0 0-4 16,0 0-5-16,0 0-15 15,6-3-2-15,-6 3-28 16,0 0 12-16,0 0-1 0,0 0-8 16,0 16-9-1,0 6 2-15,10 9-6 0,3 15 11 16,3 21-18-16,8 18 8 0,15 14 16 15,1 0-10 1,-1-16-2-16,6-16-17 0,-6-37-15 16,-5-20 0-16,1-10-2 15,-1-3-35-15,-11-41-18 16,-1-5-66-16,-9-1-61 16,-13 10-84-16,0 20-391 15</inkml:trace>
  <inkml:trace contextRef="#ctx0" brushRef="#br0" timeOffset="-147682.58">31377 16136 51 0,'0'0'182'0,"0"0"-91"15,0 0-15-15,0 0-7 16,0 0 24-16,0 0-30 0,0 0-8 16,5-23-1-16,-5 19-2 15,0 4-17-15,0 0-11 16,0 0-18-16,0 0 8 16,0 0 2-16,0 0 2 15,0 0 3-15,11 0-14 16,-6 0 4-16,-5 0-11 0,8 0 2 15,-8 0-2-15,0 0 0 16,0 0 0 0,0 13 13-16,5 10-13 15,11 3 24-15,8 18-11 0,-1 2-12 16,-7 7 21-16,8-1-15 16,-14-9 5-16,14-12 1 15,-19-9-13-15,6-14 6 16,-1-3-6-16,-10-5 3 15,0 0-7-15,6 0 0 0,-6 0-32 16,0 0-8-16,0-7-19 16,0-12-52-1,0-4-52-15,0-7-45 16</inkml:trace>
  <inkml:trace contextRef="#ctx0" brushRef="#br0" timeOffset="-147405.45">31280 15940 442 0,'0'0'60'16,"0"0"-26"-16,0 0 22 16,0 0-17-1,0 0-28-15,0 0 7 16,58-124-18-16,-29 124-50 16,-3 0-75-16,-3 0-62 15</inkml:trace>
  <inkml:trace contextRef="#ctx0" brushRef="#br0" timeOffset="-146710.52">31750 16083 170 0,'0'0'69'15,"0"0"-31"1,0 0-8-16,0 0 29 0,0 0-15 16,0 0-12-16,6-60-5 15,-6 56 20-15,0 4 11 16,0 0 7-16,0 0-12 16,0 0 3-16,0 0-8 15,0 0-7-15,0 0-1 16,0 0-17-16,0 0 1 15,0 0-1-15,0 0-8 16,0 0 8-16,0 11-13 16,0 5-8-16,0 17 20 15,0 13-3-15,0 14 5 16,0 6 8-16,0-3-6 16,5-10 12-16,-5-16-6 0,8-15-12 15,-8-14 1 1,5-8-18-16,0 0 3 0,-5 0-6 15,0-31-28-15,0-14-40 16,0 0 25-16,0-8 0 16,6 5-11-16,-6 14-2 15,10 1 25-15,-2 10 12 16,8 7 9-16,-6 2 10 16,4 8 0-16,-4 6 8 15,-5-3 24-15,6 3 1 0,2 0 16 16,3 0-31-16,2 0-3 15,3 0 17-15,-2 16-18 16,2 7 8-16,-8 10 2 16,3 1-19-16,-11 1 8 15,0-5-6-15,-5-1-6 16,0-10 6-16,8-8-7 16,-8-10 0-16,0-1 0 15,0 0 0-15,0 0-12 16,0 0-9-16,0 0-20 0,5-10-10 15,1-19-74-15,9-8-12 16,-2-6-172 0</inkml:trace>
  <inkml:trace contextRef="#ctx0" brushRef="#br0" timeOffset="-146278.12">32250 15827 379 0,'0'0'82'0,"0"0"-38"16,0 0 28-16,0 0 11 15,0 0-10 1,0 0-23-16,34-4-13 16,-34 4 11-16,0 0-1 0,0 0 7 15,0 0-13-15,0 0-23 16,0 0 2-16,0 0-16 15,0 11-4-15,6 3 3 16,-6 14 1-16,0 6-3 16,5 8 11-1,-5 15 0-15,0 10 23 0,0 2-5 16,0 1-3-16,5-10 6 0,0-9-17 16,3-19 1-16,-2-9-9 15,-1-12-4-15,-5-7 1 16,0-4-5-1,0 0 0-15,0 0-1 16,0 0-23-16,0 0-37 16,0 0-9-16,0 0-3 15,0 0-10-15,-11-15 6 16,-2 0-41-16,-3-7-68 16,11-1-31-16</inkml:trace>
  <inkml:trace contextRef="#ctx0" brushRef="#br0" timeOffset="-145848.43">32124 16072 525 0,'0'0'202'0,"0"0"-99"0,0 0-42 16,0 0-16-1,0 0-6-15,0 0-30 0,131 0 19 16,-91 0-16-16,-1 0-10 16,1 0 6-16,7 0-8 15,-15 0 0-15,2 0 0 16,-10 0 5-16,-9 0-5 16,-2 0 0-16,-2 0 1 15,-6 4-4-15,1 3 3 16,1 2 0-16,-1 5 0 15,-6 2 6-15,0 10-5 16,0 4 10-16,0 7-6 16,0 8 10-16,0-7-6 0,0 1 8 15,0-2 4-15,0-12-14 16,0-9 2-16,0-5-9 16,0-8 6-16,0-3-8 15,0 0 2-15,0 0-22 16,0 0-16-16,5-18-32 15,-5-8-65-15,5-8-10 16,0-4-125-16</inkml:trace>
  <inkml:trace contextRef="#ctx0" brushRef="#br0" timeOffset="-145621.5">32545 15970 336 0,'0'0'345'0,"0"0"-229"0,0 0-59 16,0 0-13-16,0 0-3 16,0 0-20-16,108-37-21 15,-93 33-8-15,-7 1-58 16,-8 3-117-16,0 0-132 15</inkml:trace>
  <inkml:trace contextRef="#ctx0" brushRef="#br0" timeOffset="-142662.58">32816 15763 39 0,'0'0'136'0,"0"0"-103"16,0 0-12-16,0 0 48 16,0 0 9-16,0 0-32 15,0 0-15-15,-11-64 10 16,11 63 24-16,0-5-6 16,0 6-11-16,0 0 4 15,0 0-16-15,0 0-2 16,-10 0 5-16,10 0-20 0,-6 0-3 15,-2 0-6-15,8 0-10 16,-10 0 12-16,10 0-6 16,0 0 2-16,0 7 6 15,0-2-9-15,0-3 3 16,0 2-8-16,0 7-6 16,0 12 6-16,0 10 12 15,0 13-7-15,5 9 5 16,8 14-3-16,-2 3 4 15,-6 1-8-15,-5-6-1 16,5-14 3-16,-5-11-4 16,0-12 3-16,0-7 0 15,0-9-1-15,0-9-3 16,6-3 0-16,1-2 3 0,-7 0 0 16,6 0-2-16,-6 0-1 15,0 0 0-15,0 0 3 16,0 0-3-16,0 0 0 15,0 0 0-15,0 0-3 16,5 0 0-16,-5 0-7 16,0 0 9-16,0-7-10 15,0-7 2 1,0-2 6-16,0 0-10 0,0-10 7 16,0 1-6-16,0 1 4 15,0-5 8-15,0 6-8 16,11-3 7-16,2 3 0 15,-3 3-5-15,1-3 2 0,-1 2-7 16,3 2-1-16,-7 3 3 16,9 5-11-16,-1 1 15 15,-4 1 1 1,6 2 4-16,-3 0 6 0,-2 3-2 16,7 4 0-16,-8 0 0 15,6 0-2-15,-3 0 13 16,-2 0-11-16,-1 0-4 15,4 0 9-15,-4 0 0 16,1 4 5-16,2 16-1 16,-8 4 6-16,0 6 3 15,1 5-8-15,-6-5 1 16,0 0 4-16,0-7-10 16,0-3-1-16,-24-6 3 15,-2-4-11-15,2-7 0 16,-5-3-5-16,0 0-8 0,8 0-1 15,-3 0-4-15,9-13 3 16,1-1 11 0,14 8-11-16,0 3-1 15,0-1-20-15,0 4-21 0,0-7-47 16,0 4-131-16,0-1-147 16</inkml:trace>
  <inkml:trace contextRef="#ctx0" brushRef="#br0" timeOffset="-142012.22">33207 16159 296 0,'0'0'144'16,"0"0"-79"-16,0 0 26 15,0 0 12-15,0 0-49 16,0 0-26-16,98-60-24 16,-69 30 6-16,-8 0-8 15,-8 3-2 1,-3 1-9-16,-10-1-6 0,0 4-24 16,0 0 4-16,0 6-2 15,0-1 3-15,0 9 26 16,-5 4 1-16,-8 1 3 0,8 4 3 15,-6 0 1-15,6 0 3 16,-8 0 9-16,2 0 6 16,1 0 6-16,-3 0-12 15,2 4-1-15,-5 8-2 16,3 8-6 0,-3 7 11-16,6 2-5 0,2 8 15 15,8 6 32-15,0 1-21 16,0 2 11-16,0-2 5 15,34-5 7-15,0-13 1 16,6-3-29-16,-6-11-22 16,5-12 24-16,-10 0-23 0,-5 0-9 15,-3 0-5-15,-3-24-39 16,-7-3-17 0,2-3-64-16,-8 4-69 0,1 8-120 15</inkml:trace>
  <inkml:trace contextRef="#ctx0" brushRef="#br0" timeOffset="-141399.22">33581 15926 156 0,'0'0'44'16,"0"0"-18"-16,0 0 49 0,0 0 22 16,0 0-15-1,0 0 1-15,-21 0 4 0,2 0-1 16,-2 10-42-16,3 13-4 16,-3 4-4-16,3 3 2 15,2 3 18-15,16-3-3 16,0-7-17-16,0-3-13 15,0-6-23-15,0-2 2 16,26-5-7-16,-2 4 1 16,5-2 4-16,-6 1 6 0,-7 0-2 15,-11 7-8-15,1-5 4 16,-6 6-7-16,0 0 7 16,0-6 4-16,0-6 0 15,-16-6 7-15,-8 0-11 16,19 0 11-16,0-6-9 15,5-24-2-15,0-11-5 16,0 2-12-16,23 2 6 16,9 4-7-16,-3 10-8 0,0 3 7 31,0 6-8-31,0 5 18 0,-3 6 4 16,-2 3 10-16,-9 0 4 15,4 0 36-15,-9 3-2 16,9 24 3-16,-9-1-9 0,-5 1-6 15,1 3 12-15,-1-7-22 16,-5-7-5-16,0-2-16 16,8-8 0-16,-8-6-4 15,0 0-43-15,0 0-13 16,0 0-5 0,0 0-68-16,0-3-18 15,0-27-134-15</inkml:trace>
  <inkml:trace contextRef="#ctx0" brushRef="#br0" timeOffset="-141179.25">33678 15721 379 0,'0'0'517'0,"0"0"-416"0,0 0-56 15,0 0 3-15,0 0-21 16,0 0-27-16,0-52-10 16,0 45-32-1,0 6-26-15,0 1-74 0,-5 0-263 0</inkml:trace>
  <inkml:trace contextRef="#ctx0" brushRef="#br0" timeOffset="-138494.85">31201 17270 231 0,'0'0'62'15,"0"0"-11"-15,0 0 20 16,0 0-14-16,0 0-9 16,0 0-7-16,0 0 4 15,-16-43 19-15,8 43-4 16,8 0-15-16,-5 0 1 16,0 0-16-16,5 6-2 15,0 1 3-15,0 3-19 16,0 10 3-16,-6 7-7 0,1 12-2 15,5 15 16 1,0 8-12-16,0 14 3 0,0 19 1 16,0 15-7-16,0 6 9 15,16 7-14-15,-3-14 0 16,3-11 3-16,-16-25-2 16,0-25 2-16,0-19 2 15,0-23-4-15,0-6 16 16,5 0-13-16,0 0-1 15,-5 0-4-15,0-17-1 0,0-9-8 16,0-4 6 0,0-10-15-16,0-7 0 0,0-6-21 15,0-1-10-15,0-12 18 16,0-1 5-16,-10 4-8 16,5-3 8-16,-1 3-12 15,6 5 23-15,0 5 2 16,0 9 12-16,0 2-2 15,0 1 6-15,6 6-4 16,9-6 0-16,9 8 2 16,0 0-2-16,10 3 0 0,-8 10 0 15,14 4 11 1,-1 9 1-16,8 7-4 16,-2 0 10-16,-5 0-3 15,-1 0 13-15,-5 0-11 16,-10 7 5-16,-14 9 4 15,1 7-19-15,-11 4 8 0,0 6-4 16,0 11-11-16,0-2 10 16,-26 4-10-16,-16 5 0 15,-3-13 3 1,0-2-1-16,0-12-4 0,6-10 1 16,5-9-17-16,5-5 1 15,0-11-30-15,13-38-41 16,3 0-160-16</inkml:trace>
  <inkml:trace contextRef="#ctx0" brushRef="#br0" timeOffset="-137530.54">31908 17557 194 0,'0'0'314'0,"0"0"-249"15,0 0-59-15,0 0 35 16,0 0-2-16,116-197-26 16,-95 160-13-16,-8 7 1 15,-8 11-1-15,-5-1 0 16,0 6 0-16,0 4 4 16,0 1-4-16,-13 2-5 15,-8-4 5-15,3 5-12 16,7 3 10-16,1 3 2 15,-3 0 0-15,-3 0 0 0,-3 0 2 16,4 9 3-16,-4 15 5 16,4 12-8-16,-1 5 5 15,3 8 12-15,7 11 9 16,6 1 26-16,0 0 13 16,0-8-10-1,29-11-3-15,5-17-19 0,6-10 2 16,-1-15 0-16,6 0-24 15,0-15-5-15,2-29-8 16,-2-3-17-16,-11-12-20 16,-5 6-54-16,-8 7 20 0,-3 0-17 15,-7 6 2-15,-1 6 24 16,-2 8 20-16,-8 6 42 16,0 10 7-1,0 4 12-15,0 6 16 16,0 0 9-16,0 0-8 15,0 0 9-15,0 0-17 0,0 0-8 16,0 0 1-16,0 0-6 16,0 0 6-16,0 0-6 15,0 3-9-15,0 0 9 0,-8 4-12 16,-2 0 1-16,-6 3-1 16,-8-1-2-1,1 5 3-15,2 6 9 16,-3 3-4-16,3 7 9 15,-3 7-10-15,14 2 6 16,2-2 8-16,8 4 1 0,0-5-6 16,8 3-9-16,31-1-3 15,6 0-3-15,5 7 0 16,-3-9 0-16,-7 0-2 16,-6-6 3-1,-18-7-5-15,-11 1 2 0,-5 3-6 16,0-4 2-16,0 4-2 15,-29-4 5-15,-10-11-3 16,-1-1-3-16,1-11-7 16,18 0 9-16,-3 0-6 15,13-27-4-15,11-10-47 0,0-5-38 16,0-5-104-16,0 0-112 16</inkml:trace>
  <inkml:trace contextRef="#ctx0" brushRef="#br0" timeOffset="-136714.08">32629 17313 224 0,'0'0'62'0,"0"0"-60"16,0 0 12-16,0 0 30 15,0 0-6-15,0 0 12 16,92-76 10-16,-92 72 14 16,0 4 13-16,0 0-23 15,0 0-12-15,0 0-21 16,0 0-19-16,0 0 4 16,0 0-7-16,-18 0-5 15,7 0 12-15,-5 0-12 16,-2 0 5-16,2 0-3 15,-8 0-4-15,6 0 14 0,7 0-9 16,-4 0-7-16,2 0 7 16,-3 0-6-16,5 0 4 15,-2 7 1 1,3 0-4-16,-1-4 9 16,-2 1-1-16,2 2 4 15,1 4 12-15,-3 0-20 16,2 3 1-16,1 1 8 15,-1-1-8-15,-7 3 7 0,7-2-5 16,-2-1 2-16,8 0 11 16,0 3-7-16,5 11 10 15,0 10 5-15,0 6 2 0,0 7 6 16,0-5-8-16,18-14-10 16,-8-8 9-1,6-16-15-15,-3-7 2 16,-2 0-1-16,-1 0-15 0,4-8-15 15,1-28 4-15,4-3-11 16,-3-7-9-16,-1 2-38 16,-7 7 4-16,-3 2 25 15,1 5-2-15,-6 7 1 16,0 9 27-16,0 4 14 16,0 7 11-16,0 3 2 15,0 0 13-15,0 0 3 16,0 0-14-16,0 0 6 15,0 0-14-15,0 9-4 16,0 12 2-16,0 11 1 16,5 5 4-16,6 8 6 15,-4-3-8-15,4-1 7 0,-6-10-7 16,6-11-5 0,-6-10 1-16,3-10-4 15,-8 0 0-15,5 0-4 16,-5 0-47-16,11-1 11 15,-1-21-23-15,9-3-70 0,4-5-24 16,4-5-194-16</inkml:trace>
  <inkml:trace contextRef="#ctx0" brushRef="#br0" timeOffset="-136306.72">32981 17254 445 0,'0'0'125'16,"0"0"-73"-16,0 0-11 16,0 0 22-16,0 0-3 15,0 0-15-15,0 0 6 16,-44 0 19-16,20 2-13 16,0 19-15-16,8 2-10 15,1-3-13-15,15-1 13 16,0 2-11-16,0 2-12 15,0 4-9-15,21 3-25 0,23 4 7 16,4-4 0-16,2 0 16 16,-6-7-1-1,-9-1-12-15,-1-6 15 16,-16-3 2-16,-13-4 1 16,-5-3-3-16,0 1 7 15,0 3 2-15,-13-2 7 16,-13 4-16-16,2-6-8 15,-10 5-1-15,11-11-3 0,1 0-4 16,-6 0-5-16,12 0-32 16,-3 0-21-16,9 0-35 15,-1 0-124-15,3-7-50 16</inkml:trace>
  <inkml:trace contextRef="#ctx0" brushRef="#br0" timeOffset="-136072.93">32845 17247 559 0,'0'0'163'0,"0"0"-66"0,0 0-42 15,0 0-3-15,0 0-52 16,299 0-5-16,-270 0-45 16,-16 0-162-16,-13 0-299 15</inkml:trace>
  <inkml:trace contextRef="#ctx0" brushRef="#br0" timeOffset="-133996.25">29965 18424 184 0,'0'0'87'16,"0"0"-58"-16,0 0-20 0,0 0 19 16,0 0 0-16,0 0 3 15,23-36-5-15,-17 36-5 16,-6 0 1-16,0 0-5 16,0 0-5-16,0 0-11 15,0 0-1-15,0 0-4 16,0 0-4-16,0 0 6 15,0-3 0-15,0 0 2 16,0-1 16-16,0 1-3 0,0 3 24 16,0-4-2-16,0 4-9 15,0 0-12-15,0-4-14 16,0 2 1-16,0-11 3 16,0 2-4-16,0 0 0 15,0 3 3-15,0 4-2 16,0 0 13-16,0 4 15 15,0 0 6-15,0 0 6 16,0 0-9-16,0 0-10 16,-6 0-4-16,1 0-8 0,-3 0 5 15,3 0-12-15,5 0-1 16,0 4 7-16,0 0-7 16,0 4-1-16,0 10 1 15,-5 5-2 1,0 11 5-16,5 12-2 15,0 17 3-15,0 17 18 0,0 10 6 16,0 5 19-16,10-6-6 16,3-21-33-16,-2-22 14 15,-6-18 8-15,5-21-5 16,-4-7-7-16,7 0-18 16,-8 0-2-16,-5-20-34 0,0-13-69 15,0-4-47-15,-18 1-94 16,-3 1-95-1</inkml:trace>
  <inkml:trace contextRef="#ctx0" brushRef="#br0" timeOffset="-133589.72">29920 18465 231 0,'0'0'127'16,"0"0"-46"-16,0 0-2 15,0 0 23-15,0 0-29 0,0 0-30 16,0-41-7-16,21 32-12 16,8-1-6-16,5 1 14 15,11 8-13-15,2-6-11 16,3 7 10-16,-5 0 9 15,2 0 6-15,-20 8 7 16,-9 11-19-16,-13-3 10 16,-5 14-13-16,0-10-14 15,-5 10 4-15,-34 0-6 16,-9-7-4-16,-2 0 0 0,6-3-12 16,-1-3 11-1,16-10-3-15,5-1 6 16,19-6-3-16,5 0-27 15,0 0-11-15,0 0-28 0,0-20-51 16,0-10-114-16</inkml:trace>
  <inkml:trace contextRef="#ctx0" brushRef="#br0" timeOffset="-132978.68">30401 18329 75 0,'0'0'179'0,"0"0"-134"16,0 0 16-16,0 0 21 15,0 0-4-15,0 0-1 16,19 0 5-16,-19 0-14 15,0 0-20-15,0 0-26 0,0 0 3 16,0 0-17-16,0 0 2 16,0 0 7-16,0 0-14 15,0 0 10-15,0 0-8 16,-19 0-5-16,4 6 32 16,-9 0-29-16,0 5-1 15,8 2 1-15,-7 0 0 16,7 5 2-16,-2 10 5 15,12-1 2-15,6 6 21 16,0 4-2-16,0 2 9 0,11-9-3 16,36-3-7-1,-2-13 13-15,5-11-10 16,-3-3-21-16,3 0-6 16,-5-27-2-16,-11-13-4 0,-5 1-6 15,-5-8-44-15,-24 11-10 16,0 3 12-16,0 6-16 15,0 7 34-15,-19 3-1 16,-15 6 31-16,0 9 3 16,0 2 6-16,7 0 8 15,-2 0-2-15,1 2-14 16,-1 13 1-16,8-2-2 0,2-7-8 16,14 1-11-1,0-7-23-15,5 0-34 16,0 0-103-16,0 0-73 15,10-7-118-15</inkml:trace>
  <inkml:trace contextRef="#ctx0" brushRef="#br0" timeOffset="-132282.41">30809 18305 87 0,'0'0'137'15,"0"0"-80"-15,0 0-42 0,0 0 14 16,0 0-7-1,0 0 1-15,-16 2-6 16,16-2-13-16,-5 0 11 16,5 0 16-16,0 0 10 0,0 0 3 15,0 0-17-15,0 0 5 16,0 0 17-16,0 0-2 16,0 0-2-1,0 0-12-15,0 0-13 16,0 0 2-16,0 0-15 15,0 0 2-15,0 11 12 0,0 6-18 16,0 6 12-16,0 15 3 16,0 11 15-16,0 7 13 15,0 7 11-15,0 4-20 0,0-8-7 16,16-16-13-16,-11-16 5 16,8-20-13-16,-8-7 2 15,1 0 17 1,-1-18-28-16,-5-28-21 0,0 0 11 15,0-4-25-15,0 3-5 16,0 15-1-16,0-1 9 16,0 9 17-16,0 4-12 15,0 4 15-15,5-1 12 16,14 0 0-16,-9 1 0 16,14-2 1-16,-3 9 0 15,8 3 9 1,10 6 10-16,1 0 5 0,4 0-7 15,4 0 0-15,-4 0 5 16,-9 13-21-16,-6-3 1 16,-19-3-6-16,-5-1-1 15,-5 1-16-15,0-6-38 16,0 4-34-16,0-5-121 0,0 0-172 16</inkml:trace>
  <inkml:trace contextRef="#ctx0" brushRef="#br0" timeOffset="-131713.04">31474 18284 267 0,'0'0'172'0,"0"0"-63"0,0 0-11 15,0 0-14-15,0 0-27 16,0 0-34-16,-8 0-20 16,3 0 6-16,-11 0-6 15,3 4 5-15,-3 7 5 0,-2-3-4 16,8 7 7-16,-11 0 2 15,2 6-8 1,9 3 7-16,-4 2-8 16,14 7 3-16,0 10 19 0,0 4-3 15,0 0 30-15,14 2-14 16,25-9-3-16,0-17 7 16,6-10-16-16,0-13 5 15,2 0-37-15,-2-30-4 16,-6-19 4-1,-4-17-46-15,-20 3-40 16,-1 6 6-16,-14 7-33 0,0 5 42 16,0 14 16-16,-35 7 52 15,-4 18 3-15,10 6 64 0,0 0 6 16,8 0-4-16,-3 6-30 16,-5 11-9-16,0 0 0 15,8-2-27 1,3 0 0-16,2-2-15 15,11-11-40-15,-8-2-43 0,13 0-31 16,0 0-174-16</inkml:trace>
  <inkml:trace contextRef="#ctx0" brushRef="#br0" timeOffset="-131265.72">32050 18262 129 0,'0'0'259'0,"0"0"-154"16,0 0-3-1,0 0 34-15,0 0-58 16,0 0-45-16,-60 43-4 0,41-19 1 16,4-5 14-16,1 8-22 0,14-6-2 15,0 9 3-15,0 5-13 16,0-5 18-16,35-7-23 16,-1-3-3-1,0-3 9-15,-5-8-11 16,-13 2 0-16,-8-8 7 15,-8 1-5-15,0-1 2 16,0 3 1-16,0-3 22 16,-35 4-6-16,-4 0-20 0,0-4 0 15,15 1-1-15,0-4-3 16,14 0-12-16,-9 0-22 16,14-7-83-16,5-16-129 15,0 0-425-15</inkml:trace>
  <inkml:trace contextRef="#ctx0" brushRef="#br0" timeOffset="-131046.64">32668 18491 794 0,'0'0'141'15,"0"0"-85"-15,0 0-7 16,0 0 5-16,0 0-27 0,0 0-27 16,40 0 2-16,-32 0-2 15,-8 0-52 1,0 0-67-16,0 4-147 0</inkml:trace>
  <inkml:trace contextRef="#ctx0" brushRef="#br1" timeOffset="-102027.05">30091 8607 157 0,'0'0'43'0,"0"0"-43"0,0 0-5 16,0 0 3-1,0 0-19-15,0 0-46 16,0 0 67-16,0 0 2 16,0 0 66-16,0 0-23 15,0 0-13-15,0 0-1 0,0 0-31 16,0 0-6-16,0 0-42 16,0 0-115-16</inkml:trace>
  <inkml:trace contextRef="#ctx0" brushRef="#br1" timeOffset="-101858.48">30091 8607 130 0,'11'-23'95'0,"-11"23"-78"16,0 0-12-16,0 0-5 0,0 0 0 16,0 0 0-16,0 0-10 15,0 0-3-15,0 0 11 16,0 0 0-1,0 0-2-15,0-7-49 16</inkml:trace>
  <inkml:trace contextRef="#ctx0" brushRef="#br1" timeOffset="-100118.56">26796 5310 176 0,'0'0'75'0,"0"0"-49"15,0 0 28-15,0 0 16 0,0 0-25 16,0 0-4-16,-16 0 30 16,16 0 7-16,0 0-10 15,0 0-10-15,0 0-11 16,0 0 1-16,0 0-2 15,0 0-9-15,0 0-9 16,0 0-15-16,0-3 4 16,0-7-8-16,0 0-3 15,0 3-1-15,0 1-3 16,0 3-1-16,0 3 5 0,0 0-4 16,0 0 1-16,0 0-3 15,0 0 2-15,0 0 2 16,0 0-4-16,0 0 0 15,0 0 0-15,0 0 3 16,0 0-1 0,0 9 0-16,0 12 0 0,0 8 10 15,0 4-9-15,0 11 8 16,0 6-3-16,0 10-7 16,0 11 7-16,0-5 2 15,0 0 4-15,0-3 18 0,0-9 0 16,0-1-4-16,0-14-6 15,0-6-16-15,0-6 6 16,0-13-8 0,0-5-3-16,0-2 2 15,0-7-1-15,0 0-2 0,0 0 0 16,0 0-2-16,0 0-2 16,0 0-25-16,0 0-28 15,0 0-40-15,0 0-53 16,0-4-114-16,0-5-294 15</inkml:trace>
  <inkml:trace contextRef="#ctx0" brushRef="#br1" timeOffset="-99710.93">26551 6144 238 0,'0'0'184'0,"0"0"-143"15,0 0 7-15,0 0 54 16,0 0-6-16,0 0-36 16,-34 18-2-16,34-18 4 15,0 0-15-15,0-12-8 0,24-6-2 16,10 6-36-16,5-3 3 15,11 5-1-15,3 5 2 16,2-3 4 0,3 8-5-16,-8 0-3 15,-3 0 11-15,-7 0-4 16,-25 0 4-16,9 8-1 0,-13-7-5 16,-6 3 4-16,0-1-9 15,-5-3 1-15,0 4-2 16,0-1-25-16,0-3-12 15,0 0-32-15,0 0-49 0,-16 0-63 16,6-19-106-16</inkml:trace>
  <inkml:trace contextRef="#ctx0" brushRef="#br1" timeOffset="-99301.86">26638 5400 252 0,'0'0'103'15,"0"0"-37"-15,0 0 14 16,0 0 21-16,0 0-17 16,0 0-20-1,-47 0 4-15,47 0-9 0,0 0 0 16,0 0 7-16,0 0-16 16,0 0-21-16,0 0-11 15,18 0-8-15,37 0 16 16,14 0-15-16,12 0-7 15,3 0 7-15,-5 0-11 16,-10 0 2-16,-6-3-2 0,-19-4-9 16,-9-3-34-1,-14 4-47-15,-13 6-66 16,-8 0-163-16</inkml:trace>
  <inkml:trace contextRef="#ctx0" brushRef="#br1" timeOffset="-98768.58">27222 5780 28 0,'0'0'120'16,"0"0"-71"-16,0 0 1 0,0 0 37 16,0 0-17-16,0 0-5 15,0-63 4-15,0 63-1 0,0 0-2 16,0 0-11-16,0 0 2 15,0 0-23 1,0 0-15-16,0 3 0 16,0 7-5-16,0 7-6 15,0 9-2-15,0 8 11 16,0 8 11-16,0 8-8 16,0 13-2-16,0 1 12 0,0-8-8 15,0 1-11-15,0-16 6 16,0-10-6-16,0-3 0 15,0-19-8-15,0-1-3 16,0-7 2-16,0-1-2 0,0 0-16 16,0 0-26-1,0 0-22-15,0-9-4 16,0-16-20-16,0-3-58 16,0-9-44-16,0-1-166 15</inkml:trace>
  <inkml:trace contextRef="#ctx0" brushRef="#br1" timeOffset="-98347.68">27222 5738 219 0,'0'0'155'0,"0"0"-101"16,0 0-6-16,0 0 27 15,0 0 2-15,0 0-16 16,-13 0-12-16,13 0 5 16,0-4-18-16,0 0 4 0,0-2 7 15,0-1 0-15,0 3-11 16,23 0-22-1,12 2 1-15,-1 2 0 0,16 0 5 16,2 0-2 0,-2 0-2-16,0 0 1 15,-2 0-9-15,-14 0-4 0,-8 2-3 16,-2 2 0-16,-14-4-1 16,3 0-2-16,-13 0-3 15,0 0-21-15,0 0-10 0,0 4-19 16,0-1-12-16,0-3-21 15,-23 0-87-15,-11 0-82 16</inkml:trace>
  <inkml:trace contextRef="#ctx0" brushRef="#br1" timeOffset="-98177.98">27222 5738 277 0</inkml:trace>
  <inkml:trace contextRef="#ctx0" brushRef="#br1" timeOffset="-98035.84">27222 5738 277 0,'-92'171'193'0,"97"-171"-132"0,24 0 50 15,10 0 11-15,6 0-44 0,8 0-22 16,-9 0 4-16,9 0-11 15,-14 0-10-15,1 0-4 16,-14 0-17-16,-2 0-5 16,-14 0-10-16,4 0-3 15,-4 0-17-15,-10-3-57 16,0-1-95-16,0 4-164 16</inkml:trace>
  <inkml:trace contextRef="#ctx0" brushRef="#br1" timeOffset="-97353.02">27895 5840 235 0,'0'0'129'0,"0"0"-70"16,0 0 3-16,0 0 41 0,0 0-43 15,0 0-37 1,0-47-2-16,0 44-1 15,0 0 17-15,0-1-10 16,0 4-5-16,0 0-8 0,-5-3-5 16,-6 3 0-16,-2 0-4 15,3 0-1-15,-6 0 5 16,-3 0-1-16,9 0 2 16,-1 0-2-16,-2 0 2 15,3 0 5-15,-6 13-15 16,-2 4 3-16,7 3 7 0,-2 3-9 15,2-4 7-15,6 5-3 16,0-4 1-16,0 0 10 16,5 6-4-16,0 1-8 15,0-1-4-15,0-3 0 16,0-2 10-16,15-5-4 16,14 0 8-16,5 2-5 15,1-6-4-15,-6 6-4 16,2-6 2-16,-7 2-2 15,-14-6 1-15,3 0-2 0,-13 3 0 16,0 1-2-16,0 9 4 16,0 0-1-1,-18 2 7-15,-27 1-1 16,-5-5 5-16,-2 0-4 0,2 2-5 16,5-8 9-16,11-2-12 15,5-8 2-15,24-3-2 16,-8 0-22-16,2 0-61 15,11-18-103-15,0-19-249 16</inkml:trace>
  <inkml:trace contextRef="#ctx0" brushRef="#br1" timeOffset="-96855.68">28332 5736 148 0,'0'0'109'0,"0"0"-33"0,0 0 10 15,0 0 20-15,0 0-4 16,0 0-14-16,0-12-2 15,0 12-3-15,0 0-6 16,0 0-32-16,18 0-21 16,21 0-4-16,6 0 4 15,0 0-4-15,2 0-11 16,-15 0 0-16,-3 0-9 16,-11 0 0-16,-7-7-1 15,-6 3-37-15,-5 0-15 16,0 4-31-16,0 0-23 0,0 0-119 15,-5 0-117-15</inkml:trace>
  <inkml:trace contextRef="#ctx0" brushRef="#br1" timeOffset="-96681.23">28332 5736 330 0</inkml:trace>
  <inkml:trace contextRef="#ctx0" brushRef="#br1" timeOffset="-96569.22">28332 5736 330 0,'-79'173'190'0,"108"-173"-95"0,10 0 29 0,11 0-3 0,8 0-42 0,-3 0-39 16,-2 0-6-16,-14-7-22 15,-15 4-7 1,-8 3-5-16,-16 0-26 16,0 0-81-16,0 0-149 0,0 0-237 15</inkml:trace>
  <inkml:trace contextRef="#ctx0" brushRef="#br1" timeOffset="-95269.41">29292 5664 233 0,'0'0'114'15,"0"0"-39"-15,0 0 4 16,0 0-5-16,0 0-14 15,0 0-1-15,15-22 9 0,-15 22-8 16,0-1-4-16,0-5-13 16,0 1 0-1,0 1-11-15,0 2-25 16,0 2-1-16,0 0-6 16,0 0 1-16,-5 0-2 15,-5-7 0-15,-9 1 1 0,9 0 2 16,-4 1 0-1,-1-1 2-15,4 1-1 0,-7 4-3 16,7-5 1-16,-7 6-1 16,7 0-2-16,1 0-1 15,-1 0 0-15,-2 0 3 16,3 0 2-16,-1 0-1 16,-2 0 6-16,2 7-5 15,-7 8 5-15,7 5 6 16,-4 3-12-16,-4-3 7 0,9 3-8 15,-1-6 2-15,-2 3 2 16,3 0-3-16,4-1 9 16,1 5-5-16,5-1 2 15,0 1-3 1,0 2 6-16,0 1-2 0,11-1 11 16,23 1-5-16,10-11 9 15,1-6 3-15,8-3-9 16,-9-7 4-16,1 0-8 0,-5 0-13 15,-1-30-11 1,-5-3-17-16,0-8-25 16,-10 6-2-16,0-2 15 15,-14 3 5-15,-10 4 5 16,0-4 12-16,0 11 2 16,0 4 10-16,0 6 6 0,0 1 3 15,0 7-1 1,0 1 4-16,0 2-1 0,0 2 2 15,0 0 4-15,0 0-5 16,0 0 7-16,0 0 1 16,0 0-6-16,0 0 1 0,0 0-1 15,0 0-3 1,-5 0 1-16,0 10-3 16,-3-2-1-16,-3 14-1 15,11-1 2-15,-5 14 7 0,5 5 5 16,0 13-2-16,0-3 9 15,0 3-3-15,0-7 0 16,0-12 6-16,0-8-12 16,5-16-2-16,1-10-11 15,7 0-2-15,-8 0-22 16,0 0-41-16,-5-17-51 16,0-16-85-16,0 0-378 15</inkml:trace>
  <inkml:trace contextRef="#ctx0" brushRef="#br1" timeOffset="-94752.6">29631 5664 164 0,'0'0'196'15,"0"0"-103"-15,0 0-4 16,0 0 32-16,0 0-39 16,0 0-33-16,0 0-12 0,0 0-4 15,0 0-4 1,0 0 5-16,0 13 5 16,0 10-7-16,0 11 3 0,10 9 0 15,3 10 10 1,-2 7 12-16,-1 3-2 15,1-10-18-15,2-14-3 16,-2-12-7-16,-1-13-9 16,-10-10-8-16,0-4-6 15,0 0-1-15,0-18-3 0,0-32-33 16,0-17-57-16,0 2-44 16,-10-2 6-16,-1 7-23 15,11 10 21-15,0 9 59 16,0 10 71-16,0 9 20 15,0 14 35-15,21 8 44 16,8 0 6-16,5 0-9 0,6 1-13 16,-6 21-10-16,-5-7-11 15,-5 0-30 1,-9-7-20-16,-4-3-10 16,-6-3-2-16,-5-2-25 15,0 0-63-15,0 0-41 0,0 0-88 16,0 0-162-16</inkml:trace>
  <inkml:trace contextRef="#ctx0" brushRef="#br1" timeOffset="-94269.72">30009 5604 404 0,'0'0'68'0,"14"-4"-1"0,-4 4 47 16,-5 0-12-16,6 0-46 16,-11 0-14-16,0 0 14 15,0 0 1 1,0 4-11-16,0 16-6 0,0-2-12 16,0 7-10-16,0 8 0 15,0 5-3-15,0 14 12 16,18 4 18-16,11-3 7 15,-8 1-3-15,14-15-16 0,-7-9 2 16,1-14-11-16,0-16-22 16,-8 0 0-16,8-6 2 15,-5-34-4 1,2-9-17-16,3-4-39 16,-10-4-11-16,-9 1-10 15,-5 9 10-15,-5 2 38 0,0 14 29 16,0 11 5-16,0 10 30 15,0 10 30-15,0 0-3 16,6 0-13-16,-1 0-8 16,-5 0-14-16,0 0-16 15,0 0-11-15,0 0 0 16,0 0-23-16,0 0-47 16,0 0-76-16,0 0-117 15,0 0-151-15</inkml:trace>
  <inkml:trace contextRef="#ctx0" brushRef="#br1" timeOffset="-93832.95">30667 5611 456 0,'0'0'93'0,"0"0"-79"16,0 0 64-16,0 0 42 15,0 0-68-15,0 0-19 16,-21 0-10-16,21 0 28 0,-13 0 0 16,2 0-10-1,-10 13-5-15,-2-2-16 16,4 9-5-16,-2-3-1 0,11 5-11 16,2 1 8-16,8-4-11 15,0 5 2-15,8 3 2 16,31-4-1-16,0 4 7 15,6-8-6-15,-5 1-2 16,-6-6-1-16,-5-2 0 16,-13-1-1-16,-11-4 2 0,-5-1-2 15,0 4-2-15,0 3 1 16,-16 4-1 0,-23-1 2-16,-6-2 8 15,-2-4-8-15,-3 3 0 16,5-6-16-16,-2-1-10 15,12-3-24-15,4-3-35 0,7 0-13 16,19-9-76-16,0-21-142 16</inkml:trace>
  <inkml:trace contextRef="#ctx0" brushRef="#br1" timeOffset="-93629.01">30528 5626 558 0,'0'0'173'0,"0"0"-109"15,0 0 12 1,0 0 32-16,0 0-69 16,0 0-31-16,299 41-8 15,-264-41-10-15,-9 0-124 0,-18 0-227 16</inkml:trace>
  <inkml:trace contextRef="#ctx0" brushRef="#br1" timeOffset="-92554.77">31293 5664 168 0,'0'0'88'0,"0"0"-58"0,0 0 21 16,0 0-19-1,0 0-22-15,0 0 2 16,0-15 20-16,0 15 7 16,0 0 21-16,0 0-1 15,0 0 16-15,0 0-8 0,0 0-34 16,0 5-6-16,0-5-15 15,0 6-3-15,0-2 6 16,0 3-5-16,0 5 4 16,0 2-4-16,0 6 3 0,0 1 9 15,0 9 11 1,0 12-1-16,0 1 7 16,0 0-1-16,0-3-6 15,0-3 7-15,0-11-12 0,0-3-10 16,0-13-12-1,0-10 1-15,0 0 0 0,0 0-4 16,0 0-2-16,0-6 0 16,0-17-21-16,-8-7-9 15,3-4 0-15,5-6-3 16,0 4-3-16,0 3-1 16,0-1-1-1,0 11 18-15,0-3 16 0,13 9 2 16,3 0 4-16,-6 4-2 15,9 3 14-15,-4 3-5 16,4 3 10-16,-3 2 2 16,2 2-3-16,3 0 3 0,13 0-5 15,0 2 11-15,11 26 12 16,-5 1-8 0,-6 3-7-16,5 7 19 15,-5-3 6-15,-10 0-8 0,-13-6-10 16,2-3-7-16,-13-10-1 15,0-4-15-15,0-10 1 16,0-3-8-16,0 0 0 16,0 0-2-16,0 0-8 15,0-14-13-15,-13-15 10 0,2-4-16 16,1-7 0 0,10 0 1-16,0 4 0 15,0-3 3-15,15 8 2 16,25-4-4-16,-6 10 13 15,0 8 1-15,-5 4 12 0,0 8 2 16,5 5 8-16,-8 0 7 16,9 30 11-16,-6 7 1 15,-6 4 0-15,-7 2 2 16,-11 1-6 0,-5-5-6-16,8-2-9 0,-8-4 3 15,0-6-6-15,0-8-1 16,0-5-1-16,0-8-5 15,0-6-2-15,-8 0-11 16,-2 0-22-16,-1 0-20 16,-2-16-37-16,3-7-30 0,4-11-117 15,6 1-284-15</inkml:trace>
  <inkml:trace contextRef="#ctx0" brushRef="#br1" timeOffset="-90736.95">32487 5700 25 0,'0'0'106'15,"0"0"-17"-15,0 0-81 16,0 0-8-16,0 0-34 15</inkml:trace>
  <inkml:trace contextRef="#ctx0" brushRef="#br1" timeOffset="-90019.35">32487 5700 188 0,'0'17'235'0,"0"-17"-166"16,0 0 26-16,0 0 20 0,0 0-38 15,0 0-26-15,0 0 1 16,8 0-2-16,-8 0-5 16,0 0-26-16,0 0 11 15,0 0-14-15,0 0-10 0,0 0 1 16,-13 0-7-16,-3 0-11 16,11 0 10-1,-14 0-1-15,3 0 1 16,11 0-1-16,-13 0-1 15,7 0 1-15,-7 0 0 16,-3 7 2-16,2 5-2 0,-2 6 1 16,3-4 1-16,2 5-2 15,3 1 2-15,8 6 7 16,-1 4-3-16,6-3 13 16,0 6 9-16,0-3-12 15,0-7 13-15,6-7-9 16,17-2-3-16,6-12 9 15,-2-2 2-15,2 0-15 16,-1 0-11-16,-4-12-1 16,-3-11-10-16,3 3-26 15,-8-7-9-15,-3 0 0 0,-3 0 9 16,-4-2-10-16,-1-1 14 16,0 4 3-16,-5 2 23 15,0 8 2-15,0 3 5 16,0 6 3-16,0 4-2 15,0 3 5-15,0 0 4 16,0 0-7-16,0 0 5 16,0 0-4-16,0 0 2 0,0 0 7 15,0 3-3 1,0 4 2-16,0-5 6 16,0 0-9-16,0-2 2 15,0 12-7-15,0 4 1 16,0 11 14-16,0 13-4 0,0 3 3 15,0 10 8-15,0 0-3 16,0-6 21-16,5-8-18 16,14-16-14-16,-14-9 0 15,0-14-12-15,1 0 0 16,1 0-35-16,-7-19-80 16,0-11-43-16,0-7-289 15</inkml:trace>
  <inkml:trace contextRef="#ctx0" brushRef="#br1" timeOffset="-89470.24">32781 5840 427 0,'0'0'93'0,"0"0"-44"0,0 0 35 16,0 0-12-16,0 0-43 16,0 0-3-1,0-3 20-15,0 3-3 16,0-4 6-16,0 4 2 0,0-7-13 15,0 0-6-15,0 5-20 16,8-5-10-16,13 4 2 16,3-4 0-16,-8 7-1 15,7-4 2 1,-7 4-5-16,8 0 15 16,-6 0 1-16,-2 0-4 0,0 0 3 15,2 11 2-15,-2 12 1 16,2 0-8-16,-2 3 0 15,-3 4 6-15,3 4-2 16,3-1-2-16,-4-1 8 16,9 2 1-16,-3-8-3 0,3-4-4 15,-8-10-8-15,2-2 1 16,-2-7-7-16,-11-3 0 16,8 0-1-1,-8 0-12-15,1-3-27 16,12-23-40-16,-2-1-16 0,8-6-45 15,-9 3-43-15,4 3-66 16,-14 4 12-16</inkml:trace>
  <inkml:trace contextRef="#ctx0" brushRef="#br1" timeOffset="-89105.27">33139 5738 137 0,'0'0'134'0,"0"0"-56"0,0 0 13 15,0 0 5-15,0 0-23 16,0 0 0-16,0-2-7 15,0 2-9-15,0 0-22 16,0 0-13-16,-10 0 6 16,-6 14-3-16,-3 2-9 15,-4 11 6-15,-4 6 12 16,-7 7-1-16,-5 3 0 16,5 1-16-16,-1-8-4 15,12-10-11-15,2-12-1 0,8-11-2 16,7-3-15-16,1 0-68 15,0 0-90-15,-8-20-183 16</inkml:trace>
  <inkml:trace contextRef="#ctx0" brushRef="#br1" timeOffset="-81765.11">27090 6754 135 0,'0'0'129'15,"0"0"-63"-15,0 0-4 16,0 0 12-16,0 0-22 16,0 0-3-16,0 0-5 0,0 0-13 15,-21-12 7-15,21 12-3 16,-8-4-2-1,8 4 3-15,-5-4-12 16,5 4-7-16,-5 0 6 16,5-3-7-16,-5-1-3 0,5-3-1 15,0 1-11-15,-6-4 2 16,6 10-3-16,-5-7 0 16,5 4-1-16,-8-1 1 15,8-2 0-15,-5 0-2 16,-6 6 4-16,6-7-2 15,0 3 0-15,-3 1 2 16,8-1-3-16,0 2 2 0,0-2-1 16,0 4 7-1,0 0-2-15,0 0 14 16,0 0-6-16,0 0-1 16,0 0 2-16,0 0-5 15,0 0 2-15,0 0-5 16,0 0-6-16,0 0 0 0,0 0 0 15,0 0 0-15,0 0 8 16,0 0-4-16,0 6 0 16,0 15 0-16,0 2-2 15,0 4 10-15,0 6-10 16,0-1-1-16,0 10 0 16,0 5 0-16,0 9 0 15,0 7 3-15,0 7-3 16,0 0 5-16,0-8-4 15,0-9-1-15,0-12 3 16,0-8-1-16,0-13-3 16,0-4 0-16,0-9 1 0,0 0 0 15,0-1-1-15,0 0 0 16,0 0 0-16,0-6 1 16,0 0-1-1,0 0 1-15,0 0-1 0,0 0-1 16,0 0 0-16,0-22 2 15,0-1-2-15,0 0-2 16,0 2-1-16,0-2 3 16,0 7-1-16,0-4-1 0,0 3 1 15,0 1 2-15,0-4 0 16,0-4-7-16,0 1 7 16,0-3 0-16,0-4-1 15,0 0-1-15,0 1 2 16,0 2-3-1,0 3 2-15,0 5 1 0,0 2 0 16,0-4-3-16,0 6 3 16,0-2-1-16,0-2 1 15,0 3 0-15,0 0 4 16,0 1-4-16,0-3 2 16,0 6-2-16,0-6-5 0,0 1 5 15,0 7 0 1,0-4 0-16,0 2 5 15,8-2-4-15,-3 1 1 16,11-1 1-16,-11 2-1 0,8-2-4 16,3 4 2-16,-11 0 0 15,9 0-2-15,-9 4 4 16,0-1 1 0,6 0 2-16,7 0-3 0,-2 1-4 15,2 0 4-15,-2 2-5 16,2-3 6-16,-2 4 0 15,3 0-1-15,-9 0-2 16,6-1 0-16,2 1 0 16,-2 3 0-16,2 0 0 15,-2 0 0-15,8 0 3 0,-3 10-1 16,8 7 1-16,-5-1 0 16,-3-2-2-1,-3-2-1-15,-8 5 0 16,9-4-1-16,-14-2-6 15,6 1 7-15,-6 2 8 16,-5 2 0-16,0 2 0 0,0 1-4 16,0 4-1-16,0 0 3 15,0 6-6-15,0-6 2 16,-11 1-1-16,-12 5 2 0,7-9-3 16,-13-2 0-16,-5 0 4 15,0-1 2-15,-1 0-6 16,1-2 3-1,-5 0 1-15,5-3-3 0,-1-1-1 16,-4-1 0-16,13-1 0 16,2-5 0-16,0-1 0 15,14-3 0-15,5 0 0 16,-1 0-1-16,6 0 1 16,0 0-7-16,0 0 1 15,0-16 4-15,0 6-3 16,0-1-5-16,6 5 7 15,4-4-13-15,9 3 9 16,-14-2-32-16,0 5 37 16,0 4 0-16,1 0-6 15,7 0 8-15,2 0 4 16,4 17 5-16,7 4 6 16,3 14-3-16,5 2 3 15,6-4 4-15,-1 3-1 16,1 1 4-16,-1-7-5 15,-15 0-1-15,-1-10 9 0,-12-8-8 16,-1-1-7-16,-10-8-1 16,0-3-7-16,0 0 3 15,0 0-5-15,0 0-7 0,0 0-31 16,0 0-32 0,0 0-26-16,0 0-68 0,0 0-193 15</inkml:trace>
  <inkml:trace contextRef="#ctx0" brushRef="#br1" timeOffset="-80700.4">27561 7170 228 0,'0'0'125'16,"0"0"-41"-16,0 0 23 15,0 0 8-15,0 0-32 16,0 0-34-16,0-40-18 0,0 31 0 16,0 2-18-16,5 4 12 15,-5 3-10-15,0 0 0 16,0 0 4-16,0 0-5 15,0 0-4 1,0 0 0-16,0 0-2 0,0 0 2 16,0 0-8-16,0 0-2 15,0 0 0-15,6 0-4 16,-6 3 4-16,0 20 4 16,0 10-4-16,0 0 7 15,0 4-3-15,0 3 3 16,0-4 5-16,0-3-1 15,0 1 2-15,0-8 5 16,0-5-1-16,0-4 1 16,0-10-5-16,0-6-5 0,0-1 1 15,0 0-7-15,0 0 3 16,0 0 3-16,0 0 8 16,0 0-6-16,0-1-2 15,0-17-8-15,0-2-3 16,0-1-1-16,0-2-7 15,0-3-12-15,0-1 3 16,0-3-9-16,0 4 18 16,0 3-7-16,0 0 12 15,0 3-12-15,0 3 10 16,13 4 7-16,-3 3 1 16,1 0 5-16,2 7 5 15,-3 3-6-15,-10 0-4 0,11 0-8 16,2 0 8-16,-2 23 16 15,18 16-3-15,-8 5 12 16,2 2 1-16,1 7 4 16,-14-1 14-16,6-10-12 15,-3-13-7-15,-2-4-2 16,-1-14-9-16,-10-4-1 16,0-7-7-16,0 0-1 0,0 0-2 15,0 0 1-15,0-7-8 16,0-17-16-16,0-12 15 15,0 4-7 1,0-1-1-16,0-1-17 16,0 1-2-16,0 0 5 0,0 3 16 15,0 4-4-15,0 2 4 16,14 1 6-16,1 7 5 16,1-1-3-16,3 0 2 15,-4 4-9-15,9 3 6 16,-8 3 1-16,2 4-5 0,-2 3 4 15,-3 0 3 1,-2 0-1-16,7 0 2 16,-2 26 0-16,7 8 2 15,-1 6 19-15,-4 6-8 0,3 7 18 16,-3 0 10-16,-2 0-3 16,-3-8 1-16,-2-8-14 15,-11-13 0-15,0-10-11 16,0-5-11-16,0-9-1 15,0 0-2 1,0 0-23-16,0 0-40 0,0-23-91 16,-11-16-73-16,-12 0-280 15</inkml:trace>
  <inkml:trace contextRef="#ctx0" brushRef="#br1" timeOffset="-79991.78">28395 7011 417 0,'0'0'152'0,"0"0"-56"15,0 0 36-15,0 0-29 16,0 0-26-16,0 0-19 15,-11 10-20-15,11-10 4 16,0 0-7-16,0 0-15 16,21 3-2-16,8-3-3 15,5 4-12-15,1-4-3 0,-1 0 0 16,-5 0-6-16,-8 0-19 16,2 0-23-16,-12 0-1 15,-11 0-34-15,0-4-49 16,0-3-90-16,0-6-95 15</inkml:trace>
  <inkml:trace contextRef="#ctx0" brushRef="#br1" timeOffset="-79775.58">28395 7011 325 0</inkml:trace>
  <inkml:trace contextRef="#ctx0" brushRef="#br1" timeOffset="-79650.29">28395 7011 325 0,'-108'-185'110'0,"108"185"-52"0,10 0 56 0,14 0 41 0,10 0-63 16,6 6-30-16,-1 0-4 16,6-4-13-16,2-2-16 15,-7 0-13-15,-1 0-11 16,-13 0-5-16,-2 0-9 0,-13 0-76 16,-11-2-92-16,0 2-142 15</inkml:trace>
  <inkml:trace contextRef="#ctx0" brushRef="#br1" timeOffset="-77101.66">29063 6299 216 0,'0'0'86'0,"0"0"-56"15,0 0 19-15,0 0-1 16,0 0-27 0,0 0-5-16,-16 30-1 0,16-17 5 15,0 6 0-15,0 10 5 16,0 6 2-16,0 15 17 16,0 13 10-16,0 20 24 15,5 13-3-15,0 8-13 0,1-9-2 16,-6-17-22-16,0-21 0 15,13-24 0-15,-8-17-11 16,6-9-5 0,-6-3-6-16,-5-4-7 15,0 0 3-15,0 0-12 0,0 0-4 16,0 0-10-16,0-24-18 16,0-2-4-16,0-4-49 15,0 0 53-15,0-3-14 16,0-5-9-16,0 6-55 15,0-3 100-15,0-2-48 16,0 6 44-16,5-3-30 16,-5 4 39-16,8 3 5 15,-8 1-19-15,0-1 16 0,0 1-3 16,0-1-27-16,0 4 31 16,0-4-5-16,0 3-2 15,0 5 5-15,0 2 2 16,0 0 4-16,0 5 0 15,0-2 20 1,0-2-1-16,0 5 1 0,0-2-3 16,0 3 0-16,0 1-4 15,0-8 2-15,5 0-2 16,1 4-6-16,-1-4 2 16,5 2 10-16,-2 9 0 15,-2-1 9-15,-1 6-9 0,5-6-6 16,1 3 3-1,2-2-15-15,3 1-2 16,2 3 16-16,3-3-15 16,-2 5 3-16,2 0-1 0,8 0 5 15,0 0 5 1,-1 0-4-16,-7 14 9 0,3 2-4 16,0 2-11-16,-8-6 4 15,2 3-7-15,-13-2 7 16,1 0-3-16,-1 8 7 15,0-2-4-15,-5 5 9 16,0 2-12-16,0 1 5 16,0 3-2-16,0 0-4 15,0-1-1-15,-21-2-2 0,-8 3 2 16,0-7-3-16,-10 0-2 16,5 0 0-16,-11-3 2 15,-8 1 0-15,8-5 0 16,-4-3 1-16,14-7-1 15,1 0 6-15,10-5-5 16,9-1 2 0,2 0-3-16,7 0 1 0,1 0-3 15,0-1-2-15,5-17-3 16,0 0 1-16,0 6-16 16,5-5 14-16,19 4 6 15,10 2-19-15,-8 8 0 16,8 3 21-16,6 0 1 0,7 3 2 15,-7 24-2-15,4 13 14 16,1 6 5-16,-6 14 11 16,9 5 5-16,-14-6-13 15,-2-4 6-15,2-13 1 16,-11-15-12-16,-12-15-4 16,2-8-8-16,-13-4-5 15,0 3-1-15,0-3-13 16,0 0-59-16,0 0-53 15,0-16-131-15</inkml:trace>
  <inkml:trace contextRef="#ctx0" brushRef="#br1" timeOffset="-75850.48">29949 6750 426 0,'0'0'81'16,"0"0"-36"-16,0 0 54 15,0 0-18-15,0 0-37 0,0 0-3 16,0 0-8-16,0 0-9 15,0 0-2-15,0 0-21 16,0 11 10-16,0 23 0 16,11 4 9-16,4 8 20 15,4 9-1-15,-4 5-3 16,4-12 1-16,-9-3-6 16,1-11-1-16,-3-11-1 15,-3-7-14-15,-5-6-3 16,0-6-10-16,0-4-1 0,0 0 5 15,0 0-4-15,0 0-2 16,0 0-24 0,0-4 5-16,0-16 12 0,0-7-9 15,0 1-11-15,0-1 18 16,0-5-20-16,0-2 1 16,0-2-15-16,0-4 3 15,5-2-4 1,24 12-19-16,-2-1 62 15,2 2 1-15,-6 17 1 16,-12 1 9-16,-1 11-1 0,9 0 1 16,-9 0 9-16,3 0 0 15,3 6 8-15,8 18 7 16,-3 11 0-16,8 5 1 16,-6 5-7-16,-2 6 6 15,-2-4 9-15,-3 2-3 0,-3-8-6 16,-8-15-5-16,-5-10-14 15,0-12-2-15,0-1-9 16,0-3 0 0,0 0 4-16,0 0-8 0,0-13-2 15,0-27-22-15,0-6-12 16,0-4 11-16,0 3-35 16,0-1 23-16,16 7-2 15,7 6 16-15,6 9 7 16,-8 7 16-16,3 8 0 0,-8 6 11 15,2 5-10 1,3 0 12-16,3 5-1 16,0 25 7-16,2 6 15 15,-8 5 3-15,3 2-8 16,-2-3 0-16,-9-3-11 16,3-8-12-16,-13-2 2 0,0-13-8 15,0-4-3 1,0-7-7-16,0-3-40 15,0 0-67-15,0 0-78 16,0-10-241-16</inkml:trace>
  <inkml:trace contextRef="#ctx0" brushRef="#br1" timeOffset="-75151.19">30930 6959 413 0,'0'0'167'0,"0"0"-38"16,0 0-19-16,0 0-13 15,0 0-36 1,0 0-42-16,129-55-14 0,-84 26-5 16,-6-1-17-16,-10 2 1 15,-11 6-52-15,-12 0 15 16,-6 10-11-16,0 1 17 0,0-1 32 16,0 5-3-16,-11 0 18 15,-13 0 4-15,1 3-4 16,-4-1 0-16,-2-2 0 15,6 3-1-15,2 4-1 16,-8 0 2 0,5 0-1-16,8 0 0 15,-2 0 2-15,7 4-1 16,1 9 13-16,-8 7 11 0,7 7-20 16,11 3 31-16,0 5-10 15,0 9 6-15,0 2 32 16,29 9 25-16,16-5-6 15,10-4 6-15,-3-9-11 0,-2-14-27 16,3-6-23 0,-3-14-5-16,-11-3-14 15,1 0-8-15,-6 0-3 16,-10-26-42-16,-3 2-57 0,-3-3-86 16,-7 8-5-16,-6-1-195 15</inkml:trace>
  <inkml:trace contextRef="#ctx0" brushRef="#br1" timeOffset="-74698.23">31608 6455 299 0,'0'0'95'16,"0"0"-44"-16,0 0 32 0,0 0 19 15,0 0-32-15,0 0-13 16,0-7-13-16,0 7-20 16,0 0-4-16,0 0-8 15,0 0-3-15,0 0 2 16,0 7-5-16,0 7 7 0,0 5-1 15,0 5 4-15,0 15 0 16,0 11 4 0,6 9 0-16,2 19 19 15,7-2 0-15,-9 1-10 16,-1-10-3-16,0-17-7 16,-5-20 6-16,0-14 0 0,0-13-16 15,0-3-8-15,0 4-1 16,0-4-21-16,0 0-65 15,0 0-3-15,0-4-18 16,-5-11-60-16,0 4-55 16,-6-7-42-16</inkml:trace>
  <inkml:trace contextRef="#ctx0" brushRef="#br1" timeOffset="-74502.25">31411 6717 355 0,'0'0'333'15,"0"0"-183"-15,0 0-55 0,0 0-1 16,300 37-43-16,-242-37-38 16,-13 0-13-16,-11 0 0 15,-13 0-70-15,-13 0-108 16,-8-7-210-16</inkml:trace>
  <inkml:trace contextRef="#ctx0" brushRef="#br1" timeOffset="-73769.46">32192 6908 302 0,'0'0'86'0,"0"0"-29"16,0 0 32-16,0 0 22 0,0 0-25 16,0 0-38-16,0-8-22 15,0-7-14-15,6-7-4 16,17 4-16-16,1-13-8 15,-8 4-22-15,2 1 0 16,-7-1 32-16,-11 7 1 16,5-4-180-16,-5 1 185 15,0 7 0-15,0 2-5 16,0 5-12-16,0 2 17 16,0 0 12-16,0 0 0 0,-11 1-2 15,-12 3 7-15,7 0 0 16,-8 3-7-16,1 0 5 15,7 0-1-15,-8 0 9 16,8 0 0-16,-7 0-2 16,7 10-14-16,-8 10 13 15,14-1 19-15,-1 8-17 16,-2-1-8-16,8 4 17 16,0 10 1-16,5 1 15 15,0 6 1-15,0-2 23 16,0-4-15-16,34-6-5 0,0-3 6 15,5-12-7 1,1-8-17-16,-6-10-10 16,11-2-13-16,-6 0-10 15,-5-11 0-15,6-19-37 16,-11-3-57-16,5-1-42 0,-5 0-6 16,-8 4-90-16,-3 5 21 15</inkml:trace>
  <inkml:trace contextRef="#ctx0" brushRef="#br1" timeOffset="-73232.77">32511 6694 261 0,'0'0'85'0,"0"0"-28"15,0 0 61-15,0 0-3 0,0 0-34 16,0 0-23-16,0-4-13 15,0 4-2-15,0 0-6 16,0 0-12-16,0 0 4 16,0 0-8-16,0 0-4 15,0 0-5-15,0 0-3 16,0 7 4-16,0 16 2 16,5 4-9-16,5 13 17 0,9 6 13 15,-9 14 22-15,9 0-1 16,-4 0-15-16,-4-12-2 15,2-15-9-15,-8-13-8 16,1-13-3-16,-1-5-4 16,-5-2-4-1,0 0-2-15,0 0-10 0,0-16-9 16,0-24-20-16,13-10-21 16,-8 1 18-1,6-4-13-15,-1 1-7 0,9 6 43 16,10 2-30-16,5 5 33 15,-3 6 6-15,4 10 18 16,-6 12 18-16,-1 8-5 16,7 3-7-16,-6 0 3 15,5 0 3-15,-8 14 3 16,-8-5-12-16,4 1-15 16,-9-3-4-16,-3-3-2 0,-5 1-2 15,-5-5-30-15,0 1-54 16,0-1-84-1,0 6-156-15</inkml:trace>
  <inkml:trace contextRef="#ctx0" brushRef="#br1" timeOffset="-73025.21">33560 6974 1002 0,'0'0'180'16,"0"0"-134"-16,0 0-1 15,0 0-4-15,0 0-41 16,0 0-21-16,0 17-46 16,0-14-89-16,0 4-226 15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26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60 13510,'0'0'4930,"-21"-6"-6834,21-20-1666,-14-2-7395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27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6371,'0'0'6221,"0"-3"-5716,1-7 3791,1 24-3715,4 27-870,82 262 598,-14-49 367,-19-42 67,68 225 291,-117-419-965,0-2 1,1 1 0,1-1 0,1 0-1,0-1 1,12 16 0,-18-28-46,0 1 1,0-1 0,0 0-1,0-1 1,0 1-1,1-1 1,0 1-1,-1-1 1,1 0-1,0 0 1,0-1-1,5 2 1,-7-2-16,0-1 0,1 1 0,-1-1 0,0 0 1,1 0-1,-1 0 0,0 0 0,0 0 0,1 0 0,-1-1 0,0 1 0,1-1 0,-1 0 1,0 1-1,0-1 0,0 0 0,0 0 0,0-1 0,0 1 0,0 0 0,0-1 0,0 1 1,-1-1-1,3-2 0,3-5 5,-1 0 1,0 0-1,0-1 1,-1 0-1,0 0 1,-1 0-1,3-12 1,19-81-249,21-182-311,-28 153 372,41-148 0,-25 163 171,-34 127-6861,-2 16 2929,-5 12-2859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27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36 286 6931,'0'0'3316,"0"-19"-2865,0-50 68,0 13 2060,0 56-2546,0-1 1,0 1 0,0-1 0,0 1 0,0 0-1,1-1 1,-1 1 0,0-1 0,-1 1 0,1-1-1,0 1 1,0-1 0,0 1 0,0-1 0,0 1-1,0 0 1,0-1 0,-1 1 0,1-1 0,0 1-1,0 0 1,-1-1 0,1 1 0,0-1 0,-1 1-1,1 0 1,0-1 0,-1 1 0,1 0 0,0 0-1,-1-1 1,1 1 0,-1 0 0,1 0 0,0 0-1,-1-1 1,1 1 0,-1 0 0,1 0 0,-1 0-1,1 0 1,-1 0 0,1 0 0,-1 0 0,1 0-1,-1 0 1,1 0 0,0 0 0,-1 0 0,1 0-1,-1 1 1,0-1 0,-6 0-25,7 1 1,-1-1 0,0 1 0,0-1 0,1 1 0,-1-1 0,1 1 0,-1 0 0,0-1 0,1 1-1,-1 0 1,1-1 0,-1 1 0,1 0 0,0 0 0,-1 0 0,1-1 0,0 1 0,-1 0-1,1 0 1,0 0 0,0 0 0,0 0 0,0-1 0,0 1 0,0 1 0,-2 32 58,2-28-20,-1 194 1908,1-184-1671,1 0 0,0 1 0,1-1 0,7 25 0,-8-36-244,0-1-1,0 0 1,0-1 0,1 1-1,0 0 1,0 0 0,0-1-1,0 1 1,1-1 0,-1 1-1,1-1 1,0 0-1,0 0 1,0 0 0,0-1-1,0 1 1,1-1 0,-1 1-1,1-1 1,0 0 0,0-1-1,-1 1 1,7 1 0,-5-2-47,0 0 1,0 0 0,0-1 0,0 0-1,0 0 1,0 0 0,0 0 0,0-1-1,0 0 1,-1 0 0,1 0 0,0-1-1,0 0 1,-1 0 0,1 0 0,-1 0-1,1-1 1,-1 1 0,0-1 0,0 0-1,6-6 1,1-4-242,0 0 0,-1 0 0,-1-1 0,0 0 0,10-22 0,-10 16-560,0-1 1,-2 0 0,0 0 0,-1 0 0,-2-1 0,0 0 0,-1 0-1,-1 0 1,-1 0 0,-1 0 0,-4-31 0,3 48 829,0 0 0,0 0-1,0 0 1,-1 0 0,1 1 0,-1-1 0,-1 0 0,1 1-1,-1-1 1,1 1 0,-1 0 0,0 0 0,-1 0 0,1 0 0,-1 0-1,0 1 1,-5-5 0,3 5 398,0-1 1,0 1-1,-1 0 0,1 0 1,-1 0-1,0 1 0,1 0 0,-1 1 1,0-1-1,0 1 0,0 0 1,-9 1-1,9 0-148,5 0-120,-1-1-1,0 1 0,0 0 0,0 0 0,0 0 0,0 1 0,0-1 0,0 1 1,0-1-1,0 1 0,1 0 0,-1 0 0,0 0 0,1 1 0,-1-1 0,0 0 1,1 1-1,0 0 0,-5 3 0,-1 3 311,6-5-359,-1 0 0,0 0 0,1 0 1,-1 0-1,1 0 0,-3 5 1,5-11-2357,0-49-3023,0 21-1063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2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53 4978,'0'0'3874,"-2"-8"-3100,-5-28 317,5 27 3901,2 23-4672,2 10-192,0 0 1,2 0-1,7 26 1,2 14 170,38 295 1890,5 30-381,-52-367-1714,7 33 113,-9-50-196,-1 0-1,1-1 0,0 1 0,0-1 0,0 0 0,0 0 0,1 0 0,5 7 0,2-6-206,-6-11-319,-4-21-1052,0 21 964,0-17-441,1 7-651,-1 0-1,-5-30 0,-12-5-4008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28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3490,'0'0'13035,"0"5"-12429,10 143 267,0-5-108,-9 260 1097,-1-221-1126,3-131-608,-3-51-296,0-16-2134,0 15 2208,0-10-1341,0-1 1,-1 1-1,-4-20 1,-10-9-4075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2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12102,'0'0'6979,"202"-3"-6979,-160 3 0,-7 0-913,-7 0-1120,-7 0-1536,-11 0-2114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2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7043,'0'-3'9111,"2"41"-8143,2-1 1,15 65-1,-2-16 46,-7-5-324,-7-46-296,1 0 1,14 48-1,-12-70-269,-6-14-127,0 1-1,0 0 0,0 0 0,0 0 0,0 0 0,0 0 0,0 0 0,0 0 0,0 0 1,0 0-1,0 0 0,0-1 0,0 1 0,0 0 0,0 0 0,0 0 0,0 0 0,0 0 1,0 0-1,0 0 0,0 0 0,0 0 0,1 0 0,-1 0 0,0 0 0,0-1 0,0 1 1,0 0-1,0 0 0,0 0 0,0 0 0,0 0 0,0 0 0,0 0 0,0 0 0,1 0 0,-1 0 1,0 0-1,0 0 0,0 0 0,0 0 0,0 0 0,0 0 0,0 0 0,0 0 0,0 0 1,0 0-1,1 0 0,-1 0 0,0 0 0,0 0 0,0 0 0,0 0 0,0 0 0,0 0 1,0 0-1,0 1 0,0-1 0,0 0 0,0 0 0,1 0 0,-1-10-167,0 10 162,-1-73-1062,-1 17-250,9-86-1,-4 125 1185,-1 1 0,2-1-1,0 1 1,1 0-1,1 0 1,0 1 0,1 0-1,0 0 1,17-24 0,-22 36 148,1 0 1,-1 1 0,1-1 0,0 1-1,0-1 1,0 1 0,0 0-1,0 0 1,6-2 0,-7 3 28,-1 1 0,0-1 0,0 1 0,1-1 0,-1 1 0,0 0 0,1 0 0,-1 0 0,1-1 0,-1 1 0,0 0 0,1 1 0,-1-1 0,0 0 0,1 0 0,-1 1 0,0-1 0,1 0 0,-1 1 0,0 0 0,0-1 0,0 1 0,1 0 0,-1-1 0,0 1 0,0 0 0,0 0 0,0 0 0,0 0 0,0 0 0,-1 0 0,2 1 0,5 12 314,0 1 1,-1-1-1,-1 1 0,0 0 0,-1 1 0,4 30 1,-1-9 156,13 67 591,31 134 115,-47-227-1196,4 27 63,-9-142-1590,3-133-2067,-1 224 3364,0 0 0,1 0 0,1 1 0,6-24 0,-8 33 204,0 0-1,0 1 1,0-1 0,1 0-1,-1 1 1,1-1-1,-1 1 1,1 0 0,0-1-1,0 1 1,0 0-1,0 0 1,0 0-1,1 0 1,-1 1 0,0-1-1,1 0 1,-1 1-1,1 0 1,0 0 0,-1 0-1,1 0 1,0 0-1,0 0 1,0 1-1,0-1 1,3 1 0,-3 0 74,-1-1 1,0 2-1,1-1 1,-1 0 0,1 0-1,-1 1 1,0-1 0,1 1-1,-1 0 1,0-1-1,0 1 1,0 0 0,1 1-1,-1-1 1,0 0 0,2 3-1,-1-1 37,-1 0-1,1 1 0,-1-1 1,0 1-1,0 0 1,0-1-1,-1 1 1,0 0-1,2 5 1,3 18-42,-1 1 0,-2 0 0,0 0 0,-2 0 0,-1 0 1,-4 29-1,4-55-329,0 1 1,0-1-1,-1 0 1,1 1-1,-1-1 1,0 0-1,1 0 0,-1 1 1,0-1-1,-1 0 1,1 0-1,0 0 1,-3 3-1,-6 3-4117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1 346 9012,'0'0'8153,"22"-10"-7862,74-35-206,-88 40-92,0 1-1,-1-1 1,0 0-1,0-1 1,-1 1-1,1-1 1,-1-1-1,0 1 0,-1-1 1,0 0-1,0-1 1,0 1-1,5-13 1,-6 13-32,0-2-233,-1 0 0,0 0 1,0 0-1,0-1 0,-1 1 0,-1-1 0,0 0 0,0 1 0,-1-1 0,0 0 0,0 1 0,-3-12 0,2 18 225,0 1 0,0 0 0,0 0 0,-1 0 0,1 0 0,-1 0 0,1 0 0,-1 0-1,0 0 1,1 0 0,-1 1 0,0-1 0,0 1 0,0-1 0,-1 1 0,1 0 0,0 0 0,0 0-1,-1 0 1,1 0 0,-4 0 0,-8-3 55,-1 1-1,-16-2 1,-25 1 837,55 4-807,0 1 0,0-1 1,0 0-1,1 0 0,-1 0 0,0 1 0,0-1 0,0 0 0,0 1 0,1-1 0,-1 1 1,0-1-1,0 1 0,1-1 0,-1 1 0,0-1 0,1 1 0,-1 0 0,1-1 0,-1 1 1,1 0-1,-1 0 0,1 0 0,-1-1 0,1 1 0,0 0 0,-1 0 0,1 0 0,0 0 1,0-1-1,0 1 0,-1 1 0,0 36 802,1-26-617,0 20 184,-1 18 640,3-1-1,9 65 0,-8-100-840,0 1 0,1-1 0,0 0 0,1 0 0,1 0 0,0 0 0,1-1 0,0 0 0,1-1 0,1 0 0,0 0 0,13 14 1,-17-21-180,1-1-1,-1 0 1,1 0 0,0 0 0,-1-1 0,2 0 0,-1 0 0,0-1 0,1 1 0,-1-1 0,11 1 0,-12-2-58,-1 0 0,1-1 0,-1 1 0,1-1 0,0 0 0,-1-1 0,1 1 0,-1-1 0,1 0 0,-1 0-1,1 0 1,-1-1 0,0 0 0,0 0 0,0 0 0,0 0 0,0 0 0,4-4 0,-2 0-214,-1 1 0,0-1 1,0 0-1,-1 0 1,0-1-1,0 1 0,0-1 1,-1 0-1,4-12 0,-2 3-1016,-1 0 0,0 0 0,2-28-1,-4-19-3887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1873,'0'0'10397,"4"-22"-10152,1-8-187,0 4 225,9-36 0,-14 62-219,0 0-1,0 0 1,1 0-1,-1 0 1,0 0-1,0 0 0,0 0 1,0 0-1,0 1 1,0-1-1,0 0 1,0 0-1,1 0 1,-1 0-1,0 0 0,0 0 1,0 0-1,0 0 1,0 0-1,0 0 1,0 0-1,1 0 1,-1 0-1,0 0 0,0 0 1,0 0-1,0 0 1,0 0-1,0 0 1,1 0-1,-1 0 1,0 0-1,0 0 0,0 0 1,0-1-1,0 1 1,0 0-1,0 0 1,1 0-1,-1 0 0,0 0 1,0 0-1,0 0 1,0 0-1,0-1 1,3 17 843,58 414 4186,-51-330-4450,0-3-130,23 100 1,-32-196-517,10 35 9,-11-35-28,1 1-1,-1-1 1,1 1-1,0-1 1,0 0-1,-1 1 1,1-1 0,0 0-1,0 0 1,0 0-1,0 1 1,1-1 0,-1 0-1,0-1 1,0 1-1,1 0 1,-1 0-1,0 0 1,2 0 0,-2-1-12,-1 0 0,0 0 1,0 0-1,0 0 0,0 0 1,1 0-1,-1 0 0,0 0 0,0 0 1,0 0-1,1 0 0,-1 0 1,0 0-1,0 0 0,0 0 1,0 0-1,1 0 0,-1 0 1,0 0-1,0 0 0,0 0 1,0-1-1,1 1 0,-1 0 0,0 0 1,0 0-1,0 0 0,0 0 1,0 0-1,0-1 0,1 1 1,-1 0-1,0 0 0,0 0 1,0 0-1,0-1 0,0 1 0,0 0 1,0 0-1,0 0 0,0 0 1,0-1-1,0 1 0,0 0 1,0 0-1,0 0 0,0 0 1,0-1-1,0 1 0,0 0 1,0 0-1,0 0 0,0-1 0,0 1 1,0 0-1,0 0 0,0 0 1,0 0-1,-1 0 0,1-1 1,0-3-428,0-10-575,1-3-2177,-5-35 0,-10 2-4698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0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10293,'0'0'9940,"216"44"-9940,-167-32-96,-4 1-1376,-10 0-1826,-3-1-2833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0 340 11029,'0'0'6472,"26"-17"-6416,79-56-82,-100 70-14,0-1 1,-1 0 0,0 0 0,1 0-1,-2 0 1,1-1 0,0 0-1,-1 1 1,0-1 0,0-1-1,-1 1 1,1 0 0,2-8 0,-4 4-159,0 1 1,0-1-1,0 1 0,-1-1 1,0 0-1,-2-8 1,1-13-578,1 26 695,0 0 0,0 0-1,0-1 1,-1 1 0,0 0 0,0 0 0,0-1 0,0 1 0,0 0 0,-1 0 0,-4-7 0,5 9 73,-1 0 0,0 1 0,0-1 0,0 0 0,0 0 1,0 1-1,0 0 0,0-1 0,-1 1 0,1 0 1,0 0-1,-1 0 0,1 0 0,-1 0 0,1 1 0,-1-1 1,1 1-1,-1 0 0,0 0 0,-4 0 0,4 0 55,1 0-1,0 0 1,-1 0-1,1 0 1,0 0 0,0 1-1,-1-1 1,1 1-1,0-1 1,0 1-1,0 0 1,0 0-1,0 0 1,0 0 0,0 0-1,-4 4 1,4-2 34,0 0 0,0 0 0,0 1 0,0-1 0,0 1 1,1-1-1,-1 1 0,1 0 0,-1 7 0,-3 17 543,2-1 1,1 1-1,3 53 0,0-28 423,-1-31-550,1 0 1,1 0 0,4 21 0,-4-35-395,0-1 1,0 0-1,0 0 1,1 0-1,0 0 1,1 0-1,-1-1 1,1 1-1,1-1 1,-1 0-1,1 0 1,7 6-1,-8-9-185,-1-1-1,1 0 0,-1 0 1,1 0-1,0 0 1,0-1-1,0 1 0,0-1 1,0 0-1,0 0 1,0 0-1,0-1 0,0 0 1,0 0-1,1 0 0,-1 0 1,0 0-1,0-1 1,0 0-1,0 0 0,0 0 1,0 0-1,0-1 1,0 1-1,0-1 0,-1 0 1,1 0-1,-1-1 1,1 1-1,-1-1 0,0 1 1,0-1-1,3-4 1,1-2-884,0 0 1,-1 0-1,7-13 1,10-34-5562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1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11605,'0'0'5272,"0"30"-3084,0 14-1494,2 140 1306,30 108 719,-31-281-2642,0-4-35,5 25 38,-6-31-80,0 0 1,0 0-1,0 0 0,0-1 1,1 1-1,-1 0 0,0 0 1,1 0-1,-1-1 0,0 1 1,1 0-1,-1 0 0,1-1 1,-1 1-1,1 0 0,0-1 1,-1 1-1,1 0 1,0-1-1,-1 1 0,1-1 1,0 0-1,0 1 0,-1-1 1,3 1-1,-3-1-3,0 0 1,0 0-1,0 0 1,0 0-1,1 0 0,-1 0 1,0 0-1,0 0 1,0 0-1,0 0 0,0 0 1,1 0-1,-1 0 0,0-1 1,0 1-1,0 0 1,0 0-1,0 0 0,0 0 1,1 0-1,-1 0 1,0-1-1,0 1 0,0 0 1,0 0-1,0 0 1,0 0-1,0 0 0,0-1 1,0 1-1,0 0 1,0 0-1,0 0 0,0 0 1,0-1-1,0 1 1,0 0-1,0 0 0,0 0 1,0 0-1,0 0 0,0-1 1,0 1-1,3-57-1038,-4-59-1,0 35-586,0 49 792,1-8-468,8-73-1,-7 103 1349,1 0 0,0 1-1,0-1 1,1 0-1,1 1 1,0 0-1,0 0 1,0 0-1,1 0 1,1 1-1,-1 0 1,13-13 0,-14 17 155,1 0 1,0 1 0,-1-1 0,2 1-1,-1 1 1,0-1 0,1 1 0,-1 0 0,1 0-1,0 0 1,-1 1 0,9-2 0,8 1 203,-1 1 1,24 2-1,-16-1-601,-29 0 114,1 0-1,-1 0 1,0 0-1,1 0 1,-1 0-1,1 0 1,-1 0-1,0 0 1,1 1-1,-1-1 1,0 0-1,1 0 1,-1 0-1,0 0 1,1 0-1,-1 1 1,0-1-1,0 0 1,1 0-1,-1 1 1,0-1-1,0 0 1,1 0-1,-1 1 1,0-1-1,0 0 1,0 1-1,1-1 1,-1 0-1,0 1 1,0-1-1,0 0 1,0 1-1,0-1 1,0 0-1,0 1 1,0-1-1,0 0 1,0 1-1,0-1 1,0 1-1,0-1 1,0 0-1,0 1 1,0-1-1,0 0 1,-1 1-1,1 3-770,0 12-3755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1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13334,'0'0'7732,"25"6"-8549,-18-6-1328,-4 0-560,-3 7-1345,0 5-4306</inkml:trace>
  <inkml:trace contextRef="#ctx0" brushRef="#br0" timeOffset="1">35 301 10949,'0'0'7283,"21"7"-7283,-21-1-1424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36 5955,'0'0'6707,"-10"-4"-5733,-40-15 376,43 13 382,11 3 398,19 0-1260,-19 3-868,102 0 217,148 18 1,-65 3-220,258-3 0,-415-17-7,-23 0 16,-1 0-1,1-1 1,0 0 0,0-1-1,13-2 1,-20 1 578,-1 2-1612,12-4-2371,4-11-2345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457 129 5763,'0'0'6005,"-11"0"459,-42 0-5450,-88 0-648,137 1-359,1-1 0,0 1 0,0 0 0,0 0 1,0 0-1,1 1 0,-1-1 0,0 1 1,0-1-1,1 1 0,-1 0 0,1 0 0,0 0 1,-1 0-1,1 1 0,0-1 0,0 0 0,1 1 1,-3 3-1,-7 11 46,-15 33 1,20-37-65,-28 67 108,3 2 0,-35 152 0,57-189 17,2 1 1,2 0 0,1 1-1,4 55 1,1-92-68,1 0 0,0 0-1,0 0 1,1 0 0,0-1-1,1 1 1,0-1 0,0 0-1,1 0 1,0-1 0,1 1-1,-1-1 1,2 0 0,10 10 0,11 9 92,0-1 1,45 30 0,-68-53-126,36 27 64,2-2 0,1-2 1,88 38-1,-103-53-48,0-1 1,0-2 0,1-1-1,0-1 1,0-1-1,0-2 1,58-1 0,-80-3-36,0-1 1,-1 1 0,1-1-1,0 0 1,-1-1 0,1 0 0,-1 0-1,0-1 1,0 1 0,0-2-1,0 1 1,-1-1 0,0 0 0,0 0-1,7-8 1,3-6-52,1 0 0,-2-2-1,19-33 1,-19 27 28,-1-1 0,-2 0 1,0-1-1,-2-1 0,-1 0 0,6-41 0,-6 7 75,-3 0-1,-2-67 0,-4 83 5,-12-87-1,8 114-9,0 0 0,-2 1 0,0 0 0,-2 0-1,0 1 1,-18-33 0,6 22-10,-1 0 0,-1 1-1,-44-44 1,47 54-69,-2 1-1,0 1 0,-1 1 0,0 1 0,-40-19 1,37 24-85,-1 1 1,-42-9 0,14 4-53,31 8-116,-1 0-1,0 2 1,0 1 0,-39-1-1,63 4 230,-1 0 0,1 0 0,-1 0 0,1 0 0,-1 0 0,1 1-1,-1-1 1,1 0 0,-1 0 0,1 0 0,-1 0 0,1 0 0,-1 1 0,1-1-1,-1 0 1,1 0 0,0 1 0,-1-1 0,1 0 0,-1 1 0,1-1 0,0 0 0,-1 1-1,1-1 1,0 1 0,0-1 0,-1 1 0,1 0 0,-2 16-4467,2-16 4214,0 11-5966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8356,'0'0'6363,"7"23"-5486,-5-17-798,58 164 1547,-5-14 605,1 4-353,-52-152-1743,-3-4-86,0 0-1,1 0 1,0-1-1,0 1 1,0-1-1,0 1 1,0-1-1,1 0 1,-1 0-1,1 0 1,3 3-1,-5-6-51,0 1-1,0-1 0,0 0 0,0 1 0,0-1 0,0 0 0,0 0 0,0 0 0,0 0 0,0 0 0,0 0 0,0 0 0,0 0 0,0 0 0,0-1 0,0 1 1,0 0-1,0-1 0,-1 1 0,1 0 0,0-1 0,0 1 0,0-1 0,0 0 0,0 1 0,-1-1 0,1 0 0,0 1 0,-1-1 0,1 0 0,0 0 1,-1 0-1,1 1 0,-1-1 0,1 0 0,-1 0 0,0 0 0,1 0 0,-1-1 0,7-15-191,-1 0 1,5-32-1,8-20-592,-5 31 437,2 1 1,2 1-1,1 1 1,2 0-1,43-54 1,-56 80 157,18-29-456,-15 10-3933,-11 21-1345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5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5907,'0'0'7691,"3"1"-6448,27 2-306,1-1-1,47-3 0,-18-1-711,723-7 877,-743 6 378,-60 3-3080,9 0-1455,-3 0-2758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38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5731,'0'0'3268,"10"-9"-2807,27-24 22,-28 24 6664,-9 5-6714,0 6 540,0 25-751,1-1-1,8 47 1,-7-63-139,0-1 1,1 1 0,0-1 0,1 0 0,0 0 0,0 0-1,1-1 1,0 1 0,1-1 0,0 0 0,7 7 0,-11-13-88,1 1 0,-1-1 0,1-1 0,-1 1 1,1 0-1,0-1 0,0 1 0,0-1 0,0 0 1,0 0-1,0 0 0,0 0 0,0-1 0,0 1 1,0-1-1,1 0 0,-1 0 0,0 0 1,0 0-1,0 0 0,1-1 0,-1 0 0,0 1 1,0-1-1,0 0 0,0-1 0,0 1 0,0 0 1,-1-1-1,1 0 0,0 1 0,-1-1 0,1 0 1,-1 0-1,0-1 0,1 1 0,1-4 1,3-4-341,0-1 0,0 0 0,-2 0 0,1 0 0,-2-1 0,1 0 1,-2 0-1,4-17 0,-4 14-210,-1 0 1,0-1 0,-1 1-1,-1-1 1,0 1-1,-5-25 1,5 37 550,-1 0 0,0-1 0,-1 1 0,1 0 0,0 0-1,-1 0 1,0 0 0,0 0 0,0 0 0,0 1 0,0-1 0,0 1 0,-1-1 0,1 1 0,-1 0 0,0 0 0,0 0-1,1 0 1,-1 0 0,0 1 0,-1-1 0,1 1 0,0 0 0,0 0 0,-1 0 0,-5-1 0,-5 0 279,-1 1 0,1 0 0,-1 1 0,-26 3 0,37-3-163,0 1 1,0 0 0,-1 0 0,1 1 0,1-1 0,-1 1 0,0 0 0,0 0 0,1 0 0,-4 3 0,-17 8 345,23-12-982,1-5-2232,0-17-3931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40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1 267 7251,'0'0'3551,"2"-2"-3212,-1 0-276,0 1 1,1 0-1,-1 0 0,0 0 0,0 0 1,1 0-1,-1 0 0,1 0 1,-1 1-1,0-1 0,1 0 0,0 1 1,-1 0-1,1-1 0,-1 1 0,1 0 1,0-1-1,-1 1 0,1 0 0,2 0 1,247-3 3946,-149-5-3836,-25 1 36,89 1 134,151-14-59,-39 4-4,-123 11-49,-79-3-165,89-21 0,61-6-9,339-6-72,-290 35 39,39-4 30,189-21 698,-442 30-639,-1 0 62,-1 2 0,77 12 1,-109-9 142,1-2 1,41-1-1,-35-2 299,-37 1-868,-2-1-53,1-1 1,-1 0 0,1 0-1,0 0 1,-1 0 0,-4-4-1,0 1-472,-30-17-3088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41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22 7443,'0'0'6675,"6"-3"-5917,32-15 632,-60 32 3163,-14 17-4575,10-7 157,-97 71 26,59-47-287,-59 57 1,122-104 100,0 0 0,0 1 1,0-1-1,0 0 1,0 0-1,0 0 1,0 1-1,0-1 1,0 0-1,1 1 1,-1-1-1,0 1 1,1-1-1,0 1 0,-1-1 1,1 1-1,0-1 1,-1 1-1,1 0 1,0-1-1,0 1 1,0-1-1,1 1 1,-1-1-1,0 1 1,1 2-1,1 0-15,1 1 0,-1-1-1,1 0 1,0 0 0,0 0 0,6 6 0,-5-6 92,66 74 149,125 150 239,-142-160-1086,-49-52-4906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4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20 3490,'0'0'6224,"-3"-3"-5072,2 2-1131,0 0 239,0 0 1,0-1-1,0 1 1,0 0-1,-1 0 1,1 0 0,0 0-1,-1 0 1,1 0-1,-1 1 1,1-1-1,-1 0 1,1 1 0,-1-1-1,0 1 1,1 0-1,-1-1 1,0 1-1,-2 0 1,4 0 83,0 2-224,0 27-65,14 329 645,9-76-185,20 142-371,-39-405-373,-5-21 71,0 0 1,0 0-1,0 0 0,0 0 1,0 0-1,-1 1 1,1-1-1,0 0 0,-3-2 1,-3-4-567,-7-16-1520,3-1-1771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729 141 8612,'0'0'5859,"0"-11"-5326,-1-36-114,1 45-371,-1 0 1,1 0-1,-1 0 1,1 0-1,-1 0 0,0 0 1,0 0-1,0 0 1,0 0-1,0 0 0,0 0 1,0 0-1,-1 1 0,1-1 1,-1 1-1,1-1 1,-1 1-1,0-1 0,-2-1 1,-2 0 46,-1-1 0,0 1-1,1 0 1,-8-1 0,5 1 40,-15-4 75,-2 1 0,1 2 0,0 0 0,-1 2 0,0 1 0,-44 3 0,61-1-203,1 1-1,0-1 1,0 2 0,0-1 0,0 1 0,0 0-1,0 0 1,1 1 0,-1 0 0,1 1-1,-7 5 1,-8 7 51,1 1-1,-20 22 0,20-15-6,0 0 0,2 1 0,1 0 0,1 2 1,2 0-1,0 1 0,2 0 0,-17 58 0,7 3 19,-22 164 1,37-154 102,6 155 0,2-252-165,1 21 85,2 0-1,1 0 1,0 0-1,2 0 1,1-1-1,0 0 0,2-1 1,1 1-1,1-1 1,0-1-1,2 0 1,0-1-1,1-1 1,25 27-1,-23-29-33,2 0-1,0-1 1,1 0-1,0-2 1,1 0-1,1-1 1,0-1-1,0-1 1,1-1 0,1-1-1,0-1 1,0-1-1,0-1 1,37 4-1,-8-5 153,72-2-1,-105-4-179,0-1 1,-1 0-1,1-1 1,-1-1-1,1-1 1,-2-1-1,25-10 1,-11-1-42,-1-1 1,0-1 0,-1-2 0,-2-1 0,0-1-1,-1-1 1,-1-2 0,-2 0 0,0-2-1,-2 0 1,-1-1 0,23-47 0,-32 54-28,-2-1 1,0-1-1,-2 0 1,-1 0-1,0 0 1,2-36 0,-2-150-5,-7 136 57,0 44-31,-2 0 1,0 1 0,-2 0 0,-2 0 0,0 0-1,-12-29 1,3 21 10,0-1-1,-3 2 1,-43-65-1,46 80 40,-1 1-1,-1 0 1,-1 1-1,0 1 1,-2 0-1,0 2 1,0 1-1,-2 0 1,0 2-1,-1 0 1,0 2-1,0 0 1,-1 2-1,-1 1 1,0 1 0,-27-4-1,20 5-908,0 1 0,-51 0 0,84 6 743,-1-1 1,0 0 0,0 1 0,1-1 0,-1 1 0,0-1 0,0 1 0,1-1 0,-1 1 0,1-1 0,-1 1 0,0-1 0,1 1 0,-1 0 0,1 0 0,-1-1 0,1 1 0,0 0 0,-1 0 0,1-1 0,0 1-1,0 0 1,-1 0 0,1 0 0,0-1 0,0 1 0,0 0 0,0 0 0,0 1 0,-1 3-939,-6 23-4483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4 188 3714,'0'0'2905,"-4"-25"-1766,4 1 7833,1 47-8593,1 0 0,1 0 0,1 0 0,9 25 0,34 92 1099,-30-93-1014,-4-7-193,20 50 304,-28-80-524,0 1-1,1-1 1,0 1 0,0-2-1,14 16 1,-19-23-50,0-1 1,0 0 0,1 1-1,-1-1 1,0 0 0,1 0-1,-1 0 1,1 0 0,0 0 0,-1 0-1,1 0 1,-1 0 0,1-1-1,0 1 1,0-1 0,-1 1-1,1-1 1,0 0 0,0 0 0,0 1-1,2-2 1,-1 1 2,-1-1 0,0 0-1,0 0 1,0 0 0,0 0 0,-1 0 0,1 0 0,0 0-1,0-1 1,-1 1 0,1-1 0,-1 1 0,1-1 0,-1 0-1,2-2 1,4-7 13,-1-1-1,0 0 1,-1 0-1,6-20 1,45-175-1415,23-69-1072,-60 236 730,1-4-5298,-13 23-261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1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3378,'0'0'5434,"-4"0"-4271,3 0-1023,0 0-1,0 0 1,0 0-1,0 0 1,0 0 0,0 0-1,0 0 1,0 1-1,0-1 1,0 0-1,1 1 1,-1-1-1,0 0 1,0 1-1,0-1 1,1 1-1,-1-1 1,0 1 0,0 0-1,0 1 1,-1 0 110,1 0 0,0 1 1,0-1-1,0 0 1,1 1-1,-1-1 1,1 1-1,-1 0 0,1 3 1,-13 363 2511,12-162-2672,-2 362-37,5-294-939,-2-21 726,0-426-5592,0 119 446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4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4610,'0'0'7644,"7"-4"-3440,0 50-3238,0-5-718,5 473 989,-14-341-1047,-1 123-139,3-295-46,0-21-1765,-4-26-3181,-3 21-1270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5.7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861 67 7555,'0'0'6131,"-7"0"-5757,2 1-279,1-1 23,1 0 1,-1 1-1,1-1 0,0-1 0,-1 1 1,1 0-1,-1-1 0,1 0 0,0 1 1,0-1-1,-1-1 0,-2-1 1,-8-5 277,0 0 1,0 1-1,-1 0 1,0 1 0,0 1-1,0 1 1,0 0 0,-1 0-1,0 2 1,0 0-1,-29 0 1,-11 2 73,-69 1 106,116 1-577,1 0 0,0 0 0,0 1 0,0 0-1,0 1 1,0-1 0,-9 7 0,-3 1 10,-91 49 2,105-56 19,1 0 0,-1 0 0,0 0 0,1 1 0,0 0 0,0 0 0,1 1 0,-1-1 0,-3 9 0,-6 8-12,-11 25 0,9-6 15,1 1 0,2 0 1,-12 70-1,18-79-36,-7 39 122,4 1-1,-2 140 0,14-194-85,1 1 1,0-1-1,2 0 0,0 0 0,1-1 0,14 31 1,13 42-56,-25-61 52,31 102 7,-33-116-25,0-1 1,1 0 0,1 0-1,0-1 1,1 0-1,12 14 1,-15-22 1,0 0 0,0-1 1,1 1-1,0-1 0,0-1 1,0 1-1,14 5 0,59 19 66,-53-20-93,1-2 1,-1-1 0,1-1 0,0-1 0,0-2 0,0-1 0,1-1 0,30-4 0,80-20 92,-122 20-93,-2 1-6,0-2 0,0 0 0,-1-1-1,1 0 1,-1-1 0,19-14 0,72-60-371,-27 19 290,-63 50 59,0 0 1,0-1 0,-1 0 0,-1-1-1,21-28 1,-26 30 2,-1 0-1,-1 0 1,0 0 0,0-1-1,-1 0 1,-1 0-1,0-1 1,3-25 0,5-64 43,-2-107 0,-12 186 13,-1 0-1,-1 0 0,-1 1 1,-1 0-1,-1 0 0,-1 0 1,-13-23-1,4 7-7,-27-41 0,34 64 12,0 1 1,-2 0-1,1 1 1,-2 0-1,-16-14 1,3 7 15,4 3 30,1 0 0,0-2-1,-25-31 1,45 51-147,0-1 0,0 0 0,0 1 0,0-1 0,0 1 0,0-1-1,0 1 1,0-1 0,0 1 0,0 0 0,-1-1 0,1 1 0,0 0 0,0 0 0,0 0 0,-2 0-1,-13-3-1870,-1-1-5493,7 4 45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6.3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82 4002,'0'0'10469,"-3"-3"-9549,-18-16 1340,19 23-2053,1-1-1,0 0 1,1 1 0,-1-1 0,0 1-1,1-1 1,0 1 0,0 0 0,0-1-1,0 1 1,1 5 0,0 10-47,-1 25 209,2-1 0,1 0-1,14 65 1,1-37 589,50 132 0,-65-195-871,1 0 1,0 0 0,0-1-1,1 0 1,0 0-1,6 8 1,-10-14-78,0 0 0,0 0 0,1 0 0,-1 0 0,0 0 0,0 0 1,1-1-1,-1 1 0,1 0 0,-1-1 0,0 1 0,1-1 0,-1 1 0,1-1 0,-1 0 0,1 1 1,1-1-1,-1-1-9,0 1 0,-1 0 1,1-1-1,0 0 0,-1 1 1,1-1-1,-1 0 0,1 0 1,-1 0-1,1 0 0,-1 0 1,0 0-1,1 0 0,-1-1 1,0 1-1,0 0 1,0-1-1,0 1 0,1-2 1,7-12-7,-2 1 0,1-2 0,-2 1 0,0-1 0,4-16 0,16-88-192,7-106-921,-6 32-85,-26 183 1120,2-9 69,-3 19 4,0 1 0,0-1 0,0 1 0,0 0 0,0-1 0,0 1 0,0-1 0,0 1 0,1-1-1,-1 1 1,0 0 0,0-1 0,0 1 0,1-1 0,-1 1 0,0 0 0,1-1 0,-1 1 0,0 0 0,1-1 0,-1 1 0,0 0 0,1 0 0,-1-1 0,0 1 0,1 0 0,0 7-1396,0 50-5139,5-21-1106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7.3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97 656,'0'0'7609,"-3"-14"-6446,-1-4-668,2 8 138,0 1 0,1-1 0,0 1 1,0-18 1874,1 38-1032,3 772 2109,-5-727-3553,-13 70-1,7-70-12,-2 70 1,10 106 84,0-231-105,-1 0 0,1 0 0,-1 0 1,1-1-1,-1 1 0,1 0 0,-1 0 1,0-1-1,1 1 0,-1-1 0,0 1 1,0 0-1,0-1 0,0 0 0,1 1 1,-1-1-1,0 1 0,0-1 0,0 0 1,0 0-1,0 1 0,0-1 0,0 0 1,-1 0-1,1 0 25,1 2-117,0-1-86,-3-12-5274,3-9 226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58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86 151 3570,'0'0'3705,"-11"-19"-3331,-34-58 103,27 41 1066,15 17 5657,3 50-6301,-8 396 324,9-273-848,-1-81-247,-1 9 19,17 152 0,25 160-836,-41-431-3414,0 7-616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4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2945,'0'0'12086,"-4"0"-11352,-10 0-158,13 1-519,1 0 1,-1 0-1,1 0 1,-1 0 0,1 0-1,0 0 1,-1 0-1,1 0 1,0 0-1,0 0 1,0 1-1,0-1 1,0 0 0,0 0-1,0 0 1,0 0-1,0 0 1,1 2-1,-1-1 93,0 152 2310,0-153-2457,0 0 1,0 0-1,1-1 1,-1 1-1,1 0 1,-1 0-1,1-1 0,-1 1 1,1 0-1,-1 0 1,1-1-1,-1 1 1,1-1-1,0 1 1,-1-1-1,1 1 1,0-1-1,0 1 1,-1-1-1,1 1 0,0-1 1,0 0-1,0 0 1,0 1-1,-1-1 1,1 0-1,0 0 1,0 0-1,0 0 1,0 0-1,0 0 0,0 0 1,0 0-1,37-3-358,-33 1 179,0 0-1,0 0 0,0 0 0,0-1 1,-1 1-1,1-1 0,-1 0 0,1-1 1,-1 1-1,0-1 0,0 1 0,-1-1 0,1-1 1,-1 1-1,6-9 0,-6 7-42,1 0-1,-1 0 1,0 0-1,-1 0 0,0 0 1,0 0-1,0-1 1,-1 1-1,0-1 1,0 1-1,0-1 0,-2-13 1,1 20 233,0-1 0,0 0 0,-1 0 0,1 0 1,-1 1-1,1-1 0,-1 0 0,1 1 0,-1-1 0,1 0 1,-1 1-1,0-1 0,1 1 0,-1-1 0,0 1 0,1-1 1,-1 1-1,0-1 0,0 1 0,1 0 0,-1-1 0,0 1 1,0 0-1,0 0 0,1 0 0,-1 0 0,0-1 0,-1 1 0,-29 0 788,23 0-491,-1 1-149,1-1 0,0 1 1,0 1-1,-1 0 0,1 0 0,0 0 0,1 1 0,-11 5 0,16-7-452,-1 1-1,0-1 1,1 0-1,-1-1 1,0 1-1,0 0 1,0-1-1,-3 0 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4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 6547,'0'0'10186,"-11"21"-9183,8-17-940,-8 18 201,-1-1-1,-1 0 0,-1-1 1,-1 0-1,-34 34 1,-10-1 93,22-21-272,1 1 1,1 2-1,-57 76 1,86-102-128,1 1 0,0 0 0,0 1 0,1-1 1,0 1-1,1 0 0,-3 18 0,4-22 22,2 0 0,-1 0 1,1 0-1,0 0 0,0 1 0,1-1 0,0 0 0,0 0 0,1 0 0,0 0 0,0 0 0,1-1 0,3 7 0,1-1 33,1 0 1,1-1 0,-1-1-1,2 1 1,12 10-1,60 46 73,-53-45-77,-11-8-66,-7-6-111,0 0-1,-1 0 0,0 1 1,0 0-1,-1 1 1,0 0-1,-1 1 1,8 12-1,-12-8-2290,-4-8-2627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7:4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140 101 5314,'0'0'5486,"-7"-2"-4953,-3-1-179,0-1-1,0 0 1,-13-8-1,20 11-324,1 0-1,-1 0 0,0 0 1,0 0-1,0 1 1,0-1-1,0 1 1,-1 0-1,-3 0 0,3 0 68,1 0 0,0 0 0,0 0 0,-1 0 0,1-1 0,0 0-1,-5-1 1,6 0-1,1 1-1,-1 0 0,1-1 0,0 1 1,0-1-1,0 1 0,0-1 0,0 1 1,0-1-1,0 0 0,0-3 2404,47-4-2116,137 5-190,39-4-101,558-10-66,-536 20-61,777 4-63,-689-19 206,564 13 4343,-918 0-9879,-5 0 643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2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1 8308,'0'0'10751,"0"7"-9892,-1 3-762,-1 1-1,0-1 0,-1 0 0,0 0 1,0 0-1,-1 0 0,-1-1 0,-6 12 1,1 0 42,-32 64-9,-56 84-1,74-133-144,-2-2-1,0 0 1,-3-2-1,-57 52 1,74-74-44,0-1 0,-1-1 1,0 0-1,-20 9 0,33-15-480,6-1 380,15 0 288,-14-1-173,-2 1 51,-1-1 0,1 1 0,0 0 0,-1 0 0,1 1 0,-1 0 0,1 0 0,-1 0 0,0 0 0,4 3 0,38 32 243,-31-23-129,11 9 51,-2 2 1,0 1-1,-2 1 1,28 45-1,62 127 423,-58-97-403,-45-84-196,-2-2 162,-5-14-748,0-8-837,5-86-4653,-1 33-2350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2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72 4802,'0'0'6470,"-1"-9"-1158,-2 8-5246,0 1 1,0-1-1,0 1 1,0-1-1,0 0 1,0 0-1,-3-2 1,3 2-26,0-1 1,0 1-1,0 0 1,-1 0-1,1 0 1,0 1-1,-5-1 1,-34 1 339,41 0-372,1 0 0,-1 0 0,1 1-1,0-1 1,-1 0 0,1 0-1,-1 1 1,1-1 0,0 0 0,-1 1-1,1-1 1,0 1 0,-1-1-1,1 0 1,0 1 0,-1-1 0,1 1-1,0-1 1,0 1 0,0-1-1,0 1 1,-1-1 0,1 1 0,0-1-1,0 1 1,0-1 0,0 1-1,0-1 1,0 1 0,0 0-1,0 22 214,0-16-84,0 24 182,-1-6 152,2 0-1,4 36 0,-4-54-376,0 0-1,1-1 1,0 1-1,0 0 1,1-1-1,0 1 1,0-1-1,0 0 1,1 0-1,0 0 1,0 0 0,0-1-1,8 8 1,-10-11-79,1 0 0,-1-1 1,0 1-1,1-1 0,-1 1 1,1-1-1,0 1 0,-1-1 1,1 0-1,0-1 0,0 1 1,0 0-1,-1-1 0,1 1 1,0-1-1,0 0 1,0 0-1,0 0 0,0 0 1,0-1-1,0 1 0,0-1 1,-1 0-1,1 0 0,0 0 1,3-1-1,-1-1-46,0 0 1,0 0-1,0 0 0,-1-1 1,1 1-1,-1-1 0,0 0 1,0 0-1,0-1 0,-1 1 1,6-11-1,1-3-290,-2 0-1,0 0 1,-2-1-1,0 0 1,-1-1 0,-1 1-1,0-1 1,-2 0 0,0 0-1,-1 0 1,-4-34-1,3 53 345,0 0 0,-1 0-1,1 0 1,-1 0-1,1 0 1,-1 0-1,0 0 1,1 0-1,-1 1 1,0-1 0,0 0-1,1 0 1,-1 1-1,0-1 1,0 0-1,0 1 1,0-1-1,0 1 1,0 0 0,0-1-1,0 1 1,0 0-1,0-1 1,0 1-1,0 0 1,0 0-1,0 0 1,0 0 0,-2 0-1,0 0 145,-1 0-1,1 0 1,-1 0-1,0 0 1,1 1-1,-1-1 1,1 1-1,-5 2 1,3 0-87,-1 1-1,1 1 1,0-1 0,0 1 0,0 0-1,0 0 1,1 0 0,0 0 0,-4 8-1,-23 26-615,30-38 292,0-1-1,0 1 1,0 0-1,0 0 1,-1-1-1,1 1 1,0-1 0,0 1-1,-1-1 1,1 1-1,0-1 1,-1 0-1,1 0 1,0 1 0,-1-1-1,1 0 1,-3-1-1,4 1 171,-14 0-4799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05.5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2456 4 2497,'-6'-1'17056,"-20"-1"-16149,-343 12 227,162 15-1017,7 0-122,129-18 87,-98 22-1,-17 3 36,126-29-10,-64-4 0,38 0-41,-325 1 89,209 12-88,192-12-63,1-1 0,0 0 0,0-1 0,0 0 1,0 0-1,1-1 0,-1 0 0,0-1 1,-7-4-1,12 6 15,-3 1-36,0-1 0,-1 1 0,1 0 0,0 0 0,-1 1 0,1 0 0,0 0 0,-9 2 0,-11-1 18,25-1-7,-1 0 1,1 1-1,0-1 0,-1 0 1,1 1-1,0 0 0,0 0 1,0 0-1,0 0 1,0 0-1,0 0 0,0 0 1,0 1-1,0-1 0,0 0 1,1 1-1,-1 0 1,1-1-1,-1 1 0,1 0 1,-1 0-1,1 0 0,0 0 1,0 0-1,-1 3 0,-3 6 13,1 1 0,1 0-1,-4 20 1,4-19 1,-13 88 57,-6 169 1,15-150-26,-12 252 129,17-209-2908,23-156-7367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06.7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1193 157 6227,'0'0'10245,"-12"-5"-7890,-14-15-1750,13 9-487,-1 0 0,0 1 1,-17-8-1,2 4 7,0 2 0,-2 1 0,1 2-1,-1 1 1,-51-7 0,4 7 50,-88 3 0,152 5-152,0 1-1,1 0 0,-1 1 0,1 0 0,-1 1 1,1 0-1,0 1 0,0 1 0,1 0 1,-1 1-1,-20 12 0,1 3-21,0 0-1,1 3 1,1 0 0,1 2-1,2 1 1,0 1 0,-28 40-1,41-46-5,0 1 0,2 1 0,0 0 0,-8 28 0,-27 103 126,46-153-118,-13 60 75,2 1 0,3 0 0,2 0 0,5 117 0,3-154-32,2-1-1,2 1 1,0-1 0,1 0 0,13 32 0,58 120 189,-71-164-233,23 48 95,48 74 0,-62-112-42,1-2-1,1 0 1,1-1 0,0-1-1,2 0 1,28 21-1,-14-18 8,2 0 0,1-2-1,0-2 1,1-2 0,1-1 0,1-1 0,0-3-1,0-1 1,1-2 0,0-2 0,1-2-1,52-1 1,-91-3-59,26 0-4,43-5 0,-62 4-6,0-2-1,0 1 1,0-1-1,0-1 1,0 1-1,-1-2 1,15-8-1,15-13-16,-1-1 0,-2-3 0,-1-1-1,-1-1 1,50-63 0,-47 47-33,-2-2 0,-2-2 0,48-104 0,-69 126 48,-2 0 0,-1 0 0,-2-1 0,0 0 0,-2-1 0,-2 1-1,-1-1 1,-1 1 0,-5-46 0,3 62-7,-2 1 0,0-1 0,-1 1-1,0 0 1,-7-15 0,-34-66-77,34 74 89,0-1 4,-13-26 15,-1 1-1,-3 1 1,-45-57-1,59 89-23,-1 0 0,-1 0 0,-1 2-1,-29-19 1,26 19-2,1-1 0,0-1 0,-20-19-1,28 21-2,-1 1 0,2-2 0,0 0 0,0 0 0,1-1 0,-12-26 0,20 39-1,0 0 0,1 0 0,-1 0-1,0 0 1,1 0 0,-1 0 0,0 0 0,0 0 0,0 0 0,0 0 0,0 1 0,0-1 0,0 0 0,0 1 0,0-1 0,0 1 0,0-1-1,-1 1 1,1-1 0,0 1 0,-2-1 0,-29 1-1765,19 0 629,-15 2-2952,-3 6-3527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07.2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0 6339,'0'0'7379,"-11"2"-6496,-3 1-530,6-2 111,1 1 0,-1-1 0,0-1 0,-9 1 612,17 0-963,0-1 0,1 1 0,-1 0 0,1-1 0,-1 1 0,0 0 0,1-1 0,0 1 0,-1-1 0,1 1 0,-1-1 0,1 1 0,0-1 0,-1 1 0,1-1 0,0 1 0,-1-1 0,1 0 0,0 0 0,0 1 0,0-1 0,25 8-454,-15-5 519,28 11-320,1-2 0,0-2-1,1-2 1,0-1 0,76 1 0,-137-8-16317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07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1 0 656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07.9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1 107 656,'63'-89'5421,"-56"72"4021,-7 18-9322,7 121 817,0 2-60,-8-64-815,2 71-2645,2-116-1640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08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 0 4834,'0'0'8164,"-49"9"-7076,52-9 177,15 0-897,6 0-288,11 0 368,7 4-159,3-1-257,1-3-32,-5 3-80,-2 0-1489,-15 3-1505,-10 7-2912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09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1 1905,'0'0'7128,"-3"5"-6228,-1 5-413,1 0 0,0 1 0,1-1 0,1 1 1,-1-1-1,2 1 0,0 21 0,0 37 563,14 536 1238,-3-76-2130,-11-396-143,1-132-14,0-1 0,1 1-1,-1 0 1,1-1-1,-1 1 1,1-1 0,0 0-1,-1 0 1,1 1 0,-1-1-1,1 0 1,0 0 0,-1 0-1,1-1 1,1 1 0,-2 0-1,26-1 11,-1-1 0,0-1 0,0-1 0,-1-1 0,1-1 0,35-15 0,-42 15-104,0 1-1,1 0 0,-1 1 1,26-1-1,80 2 4,-91 4 79,-1-1 0,1-2 0,0-1 0,50-12 0,-53 6-66,-17 4 54,1 0 1,-1 2-1,1 0 0,0 0 0,18 0 0,274-7 47,-186 8-24,-61 2 7,0-3 0,76-12 1,22-9-26,-52 9-4,5-9 39,-68 13-32,62-7-1,14 3 59,-53 6-55,80-2 0,-63 11-652,-141 2-3154,8 6-3015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11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14 6531,'0'0'6184,"-11"2"-2131,12-2-4103,-1-1 0,1 0 0,-1 0 0,1 0 0,-1 1 0,1-1 0,0 0 0,-1 1 0,1-1 0,0 1 0,0-1 0,0 1 0,-1-1 0,1 1 0,0-1 0,0 1 0,0 0 0,0-1 0,0 1 0,0 0 0,0 0 0,-1 0 0,3 0 0,23-4 9,-17 4 100,-5 0-96,-1 0-1,1 0 1,0 0 0,0 0 0,0 1-1,0 0 1,-1-1 0,5 3-1,-6-2 26,-1 0-1,1 0 0,0 0 0,-1 1 0,0-1 1,1 1-1,-1-1 0,0 1 0,0-1 0,0 1 0,0 0 1,0 0-1,0-1 0,0 1 0,0 0 0,-1 0 1,1 0-1,0 3 0,2 12 258,-1 0 1,-1-1-1,0 1 0,-3 25 0,1 0 84,0-35-275,1 0-1,-1 1 1,-1-1 0,1 0-1,-1 0 1,0 0-1,-1-1 1,0 1 0,0-1-1,-7 12 1,4-8 19,-2-1 0,1 1 1,-1-2-1,0 1 1,-17 13-1,15-17-169,7-8-717,3 2 735,0 0 0,0 0 0,1 0 0,-1 0 0,1 0 0,-1 0 0,1 0 0,-1 0 0,1 1 0,-1-1-1,1 0 1,0 0 0,-1 0 0,1 1 0,0-1 0,1-1 0,2 0-186,1 0-1,-1 0 1,0 0-1,0 1 1,1-1-1,-1 1 1,1 0-1,-1 0 1,1 1-1,6-1 1,-9 1 238,1 0 0,-1 0 1,1 0-1,0 0 0,-1 0 1,1 1-1,-1-1 0,1 1 0,-1 0 1,1 0-1,-1 0 0,0 0 1,1 0-1,-1 0 0,0 0 0,0 1 1,0-1-1,0 1 0,0 0 1,2 1-1,-2 2 147,1-1 0,-1 1-1,0 0 1,0-1 0,-1 1 0,1 0 0,-1 0 0,0 0 0,0 6-1,1 48 1735,-3-35-1103,1-16-584,-2 1 0,1-1 0,-1 0 0,0 1 0,0-1 1,-1 0-1,0-1 0,-1 1 0,0 0 0,0-1 0,0 0 0,-1 0 0,0 0 1,-1-1-1,-6 7 0,-6 5-51,0-1 0,-1-2 0,-40 26 1,54-38-166,4-2 1,0 0-1,0 0 1,0-1-1,0 1 1,0-1-1,0 1 1,0-1-1,0 1 1,0-1-1,0 0 0,0 1 1,-1-1-1,1 0 1,-1 0-1,2-18-2110,3-11-51,15-2-2356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12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68 2225,'0'0'8897,"0"0"-8721,0 0-1,-1 0 0,1 0 0,0 0 0,0 0 1,-1 0-1,1 0 0,0 0 0,0 0 0,-4 2 2804,4-1-2804,0-1 0,0 0 0,0 0 0,0 0 1,-1 1-1,1-1 0,0 0 0,0 0 0,0 1 0,0-1 1,0 1-1,1 14 114,1 1 1,0-1-1,8 25 1,2 18 49,15 169 961,-18-129-882,-8-96-404,0 11 73,0 0 0,1-1 1,1 1-1,7 20 1,-10-32-90,0-1 1,1 1 0,-1 0-1,0-1 1,1 1-1,-1 0 1,1-1 0,-1 1-1,1 0 1,-1-1 0,1 1-1,-1-1 1,1 1 0,-1-1-1,1 0 1,0 1 0,-1-1-1,1 1 1,0-1 0,-1 0-1,1 0 1,0 1 0,0-1-1,-1 0 1,1 0-1,0 0 1,0 0 0,-1 0-1,1 0 1,0 0 0,0 0-1,-1 0 1,1 0 0,0 0-1,-1-1 1,3 1 0,-1-1-35,0 0 0,0-1 0,1 1 1,-1 0-1,0-1 0,0 1 1,0-1-1,0 1 0,-1-1 0,4-3 1,16-28-444,-2-1 0,-1 0 1,-1-2-1,12-37 1,-21 52 262,-1-1 1,-1 1 0,-1-1-1,0-1 1,-2 1 0,1-39-1,-4-136 83,0 196 149,0 1 1,0-1-1,0 0 1,0 0-1,0 0 1,0 1-1,0-1 1,0 0-1,0 0 1,0 0-1,-1 1 1,1-1-1,0 0 1,-1 0-1,1 1 0,0-1 1,-1 0-1,1 1 1,-1-1-1,1 0 1,-1 1-1,0-1 1,1 1-1,-1-1 1,0 1-1,1-1 1,-1 1-1,0-1 1,1 1-1,-1 0 1,0-1-1,0 1 1,1 0-1,-1 0 1,0 0-1,0-1 1,0 1-1,1 0 0,-1 0 1,0 0-1,0 0 1,0 0-1,1 1 1,-1-1-1,0 0 1,0 0-1,0 0 1,1 1-1,-1-1 1,-1 1-1,1 2 35,0-1-1,0 1 1,1 0 0,-1 0-1,1-1 1,-1 1-1,1 0 1,0 0 0,0 0-1,0 0 1,0-1-1,1 5 1,0 1 76,-1 3-13,-1-1 37,1-1-1,1 0 0,-1 0 0,5 16 1,-4-22-140,0-1 0,0 0 0,0 1 0,0-1 0,0 0 0,0 1 0,1-1 0,-1 0 0,1 0 0,0 0 1,0 0-1,0 0 0,-1-1 0,2 1 0,-1-1 0,0 1 0,0-1 0,0 0 0,1 0 0,-1 1 0,4 0 0,7 1-459,0-1-1,1 0 0,-1-1 0,1 0 0,-1-1 1,0-1-1,1 0 0,15-3 0,-23 2-499,0 0-1,0 0 0,0-1 1,7-4-1,-13 7 930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22.7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290 104 7027,'0'0'176,"-206"3"-2449,192-25 2641,7-6-368,3 6-560,1 6 400,-7 3-96,-4 7-112,-18 6-3586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24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80 0 5699,'0'0'11087,"0"3"-10959,-4 77 506,-16 95-1,-1-3-144,3 331-105,8-282-288,3-129 1099,8-92-1193,1 0-1,-1 0 0,0 0 1,1 0-1,-1-1 0,0 1 1,0 0-1,1-1 1,-1 0-1,0 1 0,0-1 1,1 0-1,-2 1-3,8-4-3,0 0 1,1 1-1,-1 0 0,1 0 0,-1 1 0,1 0 0,14 0 0,11-4 76,16-2-83,1 1-1,1 3 1,64 4 0,-72 0 5,-23 1 25,0 1 0,37 9 1,-38-6-15,1-1 0,38 1 0,55-4 24,189-5 19,-282 1-61,32-7 0,11-2 87,86 3-100,-90 8 40,84-14 1,-19 2-28,-85 10 71,59-7-112,126-5 48,-208 15 16,1-1 0,33-7 0,-43 8 40,-8 0-19,0 0 1,0 0-1,1 0 0,-1 0 1,0 0-1,0 0 0,0 0 0,1 0 1,-1 0-1,0 0 0,0 0 1,1 0-1,-1 0 0,0 0 0,0 0 1,0 0-1,1 0 0,-1 0 1,0 0-1,0 0 0,0-1 0,1 1 1,-1 0-1,0 0 0,0 0 1,0 0-1,0 0 0,1 0 0,-1-1 1,0 1-1,0 0 0,0 0 1,0 0-1,0-1 0,0 1 0,0 0 1,1 0-1,-1 0 0,0-1 1,0 1-1,0 0 0,0 0 0,0 0 1,0-1-1,0 1 0,0 0 1,0 0-1,0-1 0,0 1 0,0-1 69,3 1 32,-3 0-128,-6 0-2871,-13 0-1620,-8 0-4369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35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151 295 3922,'0'0'-75,"-14"-1"422,1 0-233,-49-4 1555,16 0 2231,31-2 4838,15 7-8664,16-2 3509,-2 1-5013,694 1 2527,-233 0-3531,-475-22-720,0 18 2928,0 0-1,-1 1 0,0-1 1,0 0-1,0 1 0,0-1 1,-1 1-1,1-1 0,-1 1 0,0 0 1,0 0-1,0 0 0,-4-5 1,-6-5-81,-24-21 0,1 2 231,21 15 592,1 0 0,1-1-1,-13-26 1,10 21 3798,17 28-4104,9 16 2,0-1 0,2-1 0,0 0 0,1 0 0,1-1 0,27 24 0,-3-6 92,82 56 0,-103-82-252,-15-8-39,1 0-1,-1 0 1,1 0 0,-1 0 0,0 0 0,1 1 0,3 4 0,-7-7-15,0 0 1,0 0 0,0 1 0,1-1-1,-1 0 1,0 0 0,0 1 0,0-1-1,0 0 1,0 0 0,0 1-1,0-1 1,0 0 0,1 1 0,-1-1-1,0 0 1,0 0 0,0 1-1,0-1 1,-1 0 0,1 1 0,0-1-1,0 0 1,0 0 0,0 1 0,0-1-1,0 0 1,0 0 0,0 1-1,0-1 1,-1 0 0,1 0 0,0 1-1,0-1 1,0 0 0,-1 0-1,1 1 1,-11 5-52,8-5 56,-17 9 19,2 0 0,0 2-1,0 0 1,1 1 0,0 1 0,1 0-1,-17 21 1,2 1-37,1 2-1,-27 47 1,42-53-591,14-30-1056,1-9-2398,0-27-3408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36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27 3362,'0'0'6797,"8"-5"-5682,22-16-199,-53 37 4764,-6 6-3660,-79 53-2208,70-55 238,25-14-81,0 0 1,1 2-1,-1-1 0,-15 15 0,27-22-8,1 1 0,0-1-1,0 0 1,0 1 0,-1-1 0,1 1-1,0-1 1,0 1 0,0-1-1,0 1 1,0-1 0,0 1 0,0-1-1,0 1 1,0-1 0,0 1-1,0-1 1,1 1 0,-1-1 0,0 1-1,0-1 1,0 1 0,1-1-1,-1 1 1,0-1 0,0 1-1,1-1 1,-1 0 0,0 1 0,1-1-1,-1 0 1,1 1 0,62 58 40,-12-13 297,129 162 1948,-178-206-2445,0 1 234,0 0 0,0-1 0,1 1-1,-1 0 1,1-1 0,5 4 0,4-3-3676,-17-12-1711,2 3 3177,-13-10-5756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5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47 6403,'0'0'6558,"1"-6"-6345,5-19-40,-3 18 3358,-9 8-3575,-58-1 306,63 0-253,-1 0 0,0 1 0,1 0 0,-1-1 0,0 1-1,1 0 1,-1 0 0,1 0 0,-1 0 0,1 0 0,-1 1 0,1-1 0,0 0 0,0 0 0,-1 1 0,1-1 0,0 1 0,0-1 0,1 1 0,-1 0 0,0-1-1,0 1 1,1 0 0,-1 3 0,-2 3 108,0 1 0,1 0 0,-2 17 0,3 87 2124,1-111-2217,-1-1 0,1 1 1,0-1-1,1 0 0,-1 1 1,0-1-1,0 1 0,1-1 1,-1 0-1,0 1 0,1-1 1,-1 0-1,1 1 0,0-1 0,-1 0 1,1 0-1,0 0 0,0 0 1,0 0-1,0 1 0,0-2 1,0 1-1,0 0 0,0 0 1,0 0-1,1 0 0,-1-1 0,0 1 1,0 0-1,1-1 0,1 1 1,3 0-10,0 0 0,0-1 0,1 1 0,-1-1 0,12-2 0,-8 1 5,-4 0-108,-1 0-1,1 0 1,-1-1 0,0 0-1,0 0 1,0 0 0,0 0-1,0-1 1,-1 0-1,1 0 1,-1 0 0,1 0-1,-1-1 1,0 0-1,0 0 1,-1 0 0,1 0-1,-1 0 1,4-7-1,-3 4-292,0 0 0,-1-1 0,1 1 0,-1 0 0,-1-1-1,0 0 1,0 0 0,0 1 0,-1-1 0,0 0 0,-1 0-1,0-15 1,-1 22 391,1 0 0,0-1 0,-1 1 0,0 0 0,1 0 0,-1 0 0,0 0 0,1 0 0,-1 0 0,0 0 0,0 0 0,0 0 0,0 1 0,0-1 0,0 0 0,0 0 0,0 1 0,0-1 0,0 1 0,-1-1 0,1 1 0,0-1 0,0 1 0,0 0 0,-1 0 0,1-1 0,-2 1 0,-42-2 1462,38 2-1007,-75 0 1555,81 0-2134,0 0 1,0 0-1,0 0 0,0 0 1,0-1-1,0 1 1,1 0-1,-1 0 0,0-1 1,0 1-1,0-1 0,1 1 1,-1-1-1,0 1 1,0-1-1,1 1 0,-1-1 1,0 1-1,1-1 1,-1 0-1,1 0 0,-1 1 1,1-1-1,-1 0 1,1 0-1,-1 1 0,1-1 1,0 0-1,-1-2 1,0 0-529,-10-21-4838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5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7139,'0'0'7678,"0"5"-6725,0 7-437,1-5-285,-1 0 1,0 0-1,0 1 0,-1-1 1,0 0-1,0 0 0,-1 0 1,0 0-1,0 0 0,0 0 1,-5 8-1,-60 74 384,40-56-546,-24 39 1,44-60-71,0 0 1,1 1-1,0-1 1,1 1-1,1 1 1,0-1-1,-3 20 1,4-11 6,1 0 1,1 0 0,2 26 0,0-36 46,0 0 0,1-1 1,1 1-1,0 0 0,1-1 1,0 0-1,7 14 0,5 3 59,0-1-1,2-1 0,1-1 0,1 0 1,2-2-1,25 23 0,-33-31 514,-2-6-3280,-11-10 2392,-1 0 0,1 0 1,-1 0-1,1 0 0,-1 0 0,0-1 0,1 1 1,-1 0-1,0 0 0,0 0 0,0-1 1,0 1-1,0 0 0,0 0 0,-1-2 0,1-20-4088,0-4-2345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5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3586,'0'0'12048,"17"0"-10562,47-9-785,192-1-279,-65 9-234,263 5 19,-311 11-261,-82-6 90,64-1 1,210-8 5205,-350 0-6480,-33 0-4991,20 0-2391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2:33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234 85 19070,'204'-2'26,"-69"4"-65,115-13 37,-110 4-4,41 1-45,103-6 59,-124-8-19,-100 10-18,95-3 0,-113 7 66,-41 6-69,-1 8-371,-2 11 429,0-1 0,0 0 1,-8 24-1,5-21-6,1 1 0,-2 25 1,4 284 116,3-173-72,-8 194-62,7-116 240,0-235-218,0 0 0,0 0 0,0 1 1,0-1-1,0 0 0,0 0 0,0 0 0,-1 1 1,1-1-1,-1 0 0,1 0 0,-1 2 0,0-3-259,1 0-1,-1 1 1,1-1-1,0 1 1,-1-1-1,1 0 1,-1 1-1,1-1 1,-1 0 0,1 0-1,-1 0 1,1 1-1,-1-1 1,0 0-1,1 0 1,-1 0-1,1 0 1,-1 0-1,0 0 1,-9 0-5625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05.0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1146 211 8020,'0'0'5069,"2"-10"-4277,8-30 329,-8 30 2,-20 9 1030,5-6-1511,-1-1 1,-17-13-1,20 13-414,-1 0-1,0 0 0,-16-6 0,3 3-78,8 3 62,-1 2-1,-30-9 1,7 8 108,0 2-1,-76 1 0,98 4-264,1 2-1,0 0 0,1 1 0,-1 1 0,0 1 0,1 0 0,0 1 0,-32 17 0,12-2 20,1 2 0,-56 45 0,71-52-62,2 1 0,0 0 0,1 1 1,0 1-1,2 1 0,0 0 0,1 2 0,1-1 1,-11 27-1,15-28 9,-75 172 86,66-144-30,3 1 0,-11 56 1,19-58 6,-4 87 0,13 51-40,0-74 44,-1-90-88,-1 1 14,1-1 0,1 1 0,1 0 0,1-1 0,1 1 0,8 24 1,-1-14 4,2-1 0,2-1 0,0 0 1,2-1-1,2-1 0,33 41 0,-34-49-5,1 0-1,1-2 1,0 0-1,2-2 1,-1 0-1,2-1 1,0-1-1,42 17 1,-7-10 41,0-3 1,1-3 0,66 9-1,-59-16-71,0-4-1,106-6 0,-135-1 24,-1-1 0,0-2 0,0-2 0,-1-1 0,0-1 0,-1-3 0,0 0-1,41-24 1,-45 21 1,0-1-1,-1-1 1,-1-2-1,48-44 0,-55 42 1,-1-1 0,-1-1 0,-1-1 1,-1-1-1,-1 0 0,-1-1 0,-2-1 0,-1 0 0,-1 0 0,8-32 0,-4 10 65,-3-2 1,-1 1-1,-3-1 1,2-73 0,-10 76-74,1 16-20,-1 1 0,-2-1-1,-7-45 1,0 42 36,-1 0 0,-17-37 1,16 42-3,1-1 0,2-1 0,-5-43 1,7 35-1,1 13-17,5 20 23,-1-1 1,-1 1-1,1-1 1,-1 1-1,-1 0 1,0 0-1,0 0 1,0 0-1,-1 0 1,0 1-1,-8-11 1,-13-15 51,-36-65 1,4 6-42,53 88-23,1 0 0,-1 0-1,1 1 1,-1-1 0,0 1 0,0 0 0,0 0-1,-1 0 1,1 1 0,-1-1 0,-7-2-1,-7-1-49,-34-7 0,3 0 56,-10-9-5,42 15-2,0 0 0,0 1 0,-1 0 0,0 2 1,0 0-1,-30-2 0,-12 7-66,24 1-27,1-2 0,-1-2 0,-53-9 0,89 11-25,0 0 0,0 0-1,0-1 1,0 1 0,0 0 0,0-1 0,1 1 0,-1-1 0,0 1 0,0-1 0,0 1 0,0-1 0,1 1 0,-1-1 0,0 0 0,1 0 0,-1 1 0,1-1 0,-2-1 0,2 1-179,0 1 1,-1-1-1,1 0 1,-1 1-1,1-1 1,-1 1-1,1-1 1,-1 0-1,0 1 1,1 0-1,-1-1 1,0 1 0,1-1-1,-1 1 1,0 0-1,1-1 1,-1 1-1,0 0 1,0 0-1,1 0 1,-1-1-1,0 1 1,0 0-1,-16 0-8032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07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0 339 4226,'2'0'14695,"11"-6"-14461,128-102 895,-104 75-1077,-27 23-41,0 1 0,1 0 0,22-14 0,9-5 80,-35 22-70,1 1 0,0-1 0,0 1 0,1 1 0,-1 0 0,1 0 0,18-5 0,-10 4 27,1 0 1,-1-2-1,31-16 1,-11 6 21,-29 15-77,0 0 0,1 0 0,-1 1-1,1 1 1,0-1 0,11 2 0,-8-1 30,50-3 127,-39 1-70,0 1 0,44 5 0,-18 8-62,-17 1-24,-5-1 2,-16-8 8,-1 0 1,1 1 0,11 8 0,-16-9-5,0 0 1,1-1 0,0 1 0,-1-1-1,1-1 1,0 1 0,1-1 0,-1 0 0,13 1-1,-18-2 1,1-1-1,-1 1 0,0 0 1,0 0-1,0 0 0,0 0 0,0 0 1,0 0-1,0 0 0,-1 1 1,1-1-1,0 1 0,2 3 0,16 10 18,-15-12-16,0 0 0,0 1-1,0 0 1,0 0 0,-1 0 0,1 0 0,-1 1 0,0-1 0,0 1 0,4 8 0,-2-5 1,1 0 1,13 15 0,-13-16 27,0 0-1,0 1 1,-1 0 0,0 0 0,-1 0 0,0 1 0,0 0-1,7 18 1,14 17 132,-25-42-152,-1-1 370,-1-12-1509,1 8 751,-1 0 0,0 0 0,0 0 1,-1 0-1,1 0 0,-1 1 0,1-1 1,-1 0-1,0 1 0,0-1 0,0 1 1,0 0-1,-3-3 0,-19-20-7162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07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64 1617,'0'0'6846,"1"-3"-5750,15-57 8156,-16 82-8374,-24 270-254,23-282-594,-7 125 223,8-94-187,-2 0 0,-15 80 0,10-97-49,4-16 64,1-1-1,0 1 0,1 0 0,-2 10 0,0-121-3939,-1 33-1619,4 69 5360,-3-61-9558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08.7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228 10 2385,'0'0'4784,"0"-2"-3725,3-6 5026,-4 19-2680,-3-2-4443,-5 2 1199,-1 0 0,-21 19 0,2-3-84,-16 17-60,26-27 62,0 1 0,1 1 0,-19 27 0,35-44-29,1 0-1,0 0 0,0 0 0,1 0 0,-1 0 0,0 0 1,1 0-1,-1 1 0,1-1 0,0 0 0,0 0 0,0 1 1,0 3-1,15-15-353,0-7 121,25-30 0,-26 27-713,31-29-1,-37 41 722,-6 5 232,0-1 1,0 1-1,0 1 1,0-1-1,0 0 0,1 0 1,-1 1-1,1-1 1,-1 1-1,1 0 1,-1 0-1,1 0 1,0 0-1,0 0 1,-1 1-1,1-1 1,0 1-1,0 0 1,5 0-1,-4 0-7,-1 0 1,1 1-1,-1 0 0,1-1 1,-1 1-1,0 1 0,0-1 0,1 0 1,-1 1-1,0 0 0,0-1 1,0 1-1,0 0 0,2 3 1,6 5 64,-1 1 0,10 13 1,-8-11 61,109 142 1856,-113-146-1990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31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4 167 6355,'0'0'6176,"-4"0"-3387,13 0-1481,91-6-859,-73 4-396,27 1 0,-26 2-2,27-5 0,23 1-35,-53 3-9,-1-1 0,24-5 1,1 1 48,-1 1 0,78 5 0,-44 1-19,205-2 43,-256-2 37,53-9 1,-53 6 7,53-2 1,-67 7-20,20 0 265,51-6 0,-63 4 53,1 0-1,36 4 1,-10 0-332,126-2 1023,-174 0-1027,-1 1 0,1 0 0,0 0 0,-1 0 0,1 0 0,-1 0 0,5 3 0,15 5 380,0-6-247,-22-3-173,-2-11-2481,-9-58-4519,0 20-873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32.8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19 3570,'0'0'3097,"-2"-3"-2777,2 1-1667,-7-11 9192,6 20-6817,-3 588 2449,6-573-3248,0 0 0,2 0 1,10 35-1,-2-4 65,-4-6-95,-6-29-164,10 35 0,12 64 309,-18-88-309,-1 0-1,-2 1 1,-1-1-1,-3 52 1,0-22 257,1-58-335,0 0 1,0 0 0,-1 0 0,1-1-1,0 1 1,-1 0 0,1 0-1,0-1 1,-1 1 0,1 0 0,-1-1-1,1 1 1,-1-1 0,1 1 0,-1-1-1,0 1 1,1-1 0,-1 1-1,0-1 1,1 1 0,-1-1 0,0 0-1,0 1 1,1-1 0,-1 0 0,0 0-1,0 0 1,-1 1 0,1-1-35,-1 0 1,1 1-1,-1-1 0,1 0 1,-1 0-1,1 0 0,-1 0 1,1 0-1,-1 0 1,1-1-1,-1 1 0,1 0 1,-1-1-1,1 1 0,-3-2 1,1-1-135,-1 0 0,1 0 1,0 0-1,0-1 0,0 1 1,1-1-1,-1 1 0,-3-9 1,-16-38-2349,16 34 1465,-18-49-4365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34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50 3602,'0'0'2579,"0"-10"-2042,-1 1-693,0-19 2119,2 26-621,1 18-252,5 20 437,11 39 1,0-7-250,-13-40-799,-4-20-371,0-1 1,1 1-1,0 0 0,0 0 0,1-1 0,0 1 0,4 7 0,-7-15-144,0 1-1,1-1 0,-1 1 1,1-1-1,-1 0 1,1 1-1,-1-1 0,1 1 1,-1-1-1,1 0 1,-1 1-1,1-1 0,-1 0 1,1 0-1,-1 1 1,1-1-1,0 0 0,-1 0 1,1 0-1,-1 0 1,1 0-1,0 0 0,-1 0 1,1 0-1,0 0 1,-1 0-1,1 0 0,-1 0 1,1 0-1,0-1 1,-1 1-1,1 0 0,-1 0 1,1-1-1,-1 1 1,1 0-1,-1-1 0,1 1 1,-1-1-1,1 1 1,-1 0-1,1-1 0,-1 1 1,0-1-1,1 1 1,-1-1-1,0 1 0,1-1 1,-1-1-1,12-31-3322,-4-9-3508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3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63 8100,'0'0'7715,"-2"-6"-7042,-1-1-350,1-1 0,0 1 0,0 0 1,1-1-1,-1-12 0,1 20-333,0 0-1,0 1 1,-1-1-1,1 0 1,0 0-1,0 1 1,0-1-1,0 0 1,0 1-1,0-1 1,0 1-1,0-1 1,-2 2-1,1 2 19,0 0-1,0-1 0,0 1 1,1 0-1,-1 0 0,1 0 0,0 1 1,-1 6-1,-3 42 76,4-40-37,-5 195 566,5-65-61,-10 314 1672,11-457-2274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3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5298,'0'0'8690,"6"-5"-7778,-1 0-797,-1 1 1,1 0-1,0 0 0,0 1 0,0-1 1,0 1-1,0 0 0,1 1 0,0-1 1,-1 1-1,1 0 0,0 0 0,0 1 1,10-1-1,103 1 1277,-66 1-943,-52 0-437,0 0 0,0 0 1,0 0-1,0 0 0,0 0 1,0 0-1,0 1 0,0-1 1,0 0-1,0 0 0,0 1 0,0-1 1,-1 1-1,1-1 0,0 1 1,0-1-1,1 2 0,-2-2-46,1 3-92,-4-4-2600,-11-8 487,-1-21-1707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3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8644,'0'0'6883,"14"-3"-6451,14 3 337,3 0-289,7 0-224,8 0-80,-1 0-176,0 0-144,-3-6-1889,0 0-1425,-7 6-4033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3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3153,'0'0'14148,"0"3"-14057,5 83 1333,28 155 0,-20-158-846,-6-44-317,-1 0 308,-5-29-2226,-10-63-9757,5 17 5702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4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 3506,'0'0'6987,"-6"-3"-5691,-23-7 3266,32 9-4417,0 1 0,-1-1 0,1 1 0,0 0 0,-1 0 0,1 0 0,0 0 0,4 1 0,3 0 53,133 2 1748,-1 0-3410,-162 13-10709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40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6147,'0'0'9028,"199"0"-8356,-168 0-544,-6 6 192,-4-3-272,-4 0 49,-3-3-194,-3 0 97,-1 0-864,-3 0-1073,-7-12-2769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4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52 5378,'0'0'5360,"-2"-2"-4535,1-1-668,-1 0 1,1 0 0,-1 0-1,0 0 1,0 1 0,0-1 0,-1 1-1,1-1 1,0 1 0,-1 0-1,0 0 1,1 0 0,-1 0-1,0 1 1,0-1 0,0 1 0,0-1-1,0 1 1,-1 0 0,1 0-1,0 1 1,0-1 0,-1 1-1,1 0 1,0-1 0,-4 2 0,-32-4 345,27 2-374,-1 1 1,0-1 0,-15 3-1,26-1-111,0 0 0,0 0 0,0 0 0,-1 0 0,2 1 0,-1-1 0,0 1-1,0-1 1,0 1 0,1 0 0,-1 0 0,0-1 0,1 1 0,-2 4 0,-19 32 173,21-36-192,-3 9 110,0 0 0,1 0 0,0 0 0,1 1 0,1-1 0,-1 1 0,2 0 0,0-1 0,1 15 0,-1 2 394,0-26-481,0 0 0,0-1 1,0 1-1,0 0 0,1 0 0,-1 0 0,0 0 0,1 0 1,-1-1-1,1 1 0,-1 0 0,1 0 0,0-1 0,0 1 1,0 0-1,0-1 0,0 1 0,0-1 0,1 1 1,-1-1-1,3 2 0,-1-1 11,1 0-1,0-1 1,0 1-1,0-1 1,-1 0 0,1 0-1,1-1 1,7 2 0,-11-2-30,23 2 36,1 1-1,-1 1 1,47 15 0,-64-17-43,-1 1-1,0 0 0,0 0 1,0 1-1,0 0 1,0 0-1,-1 0 0,7 7 1,-9-8 2,0 0 0,0 1 0,-1 0 0,0 0 0,1 0 0,-1 0 1,0 0-1,-1 0 0,1 0 0,-1 1 0,0-1 0,0 0 0,1 10 0,-1-8 50,-1 0 0,0 0 0,0 1 0,0-1 0,-1 0 0,-2 11-1,1-14-24,1 1 1,-1-1-1,1 0 0,-1 0 0,0 0 0,0 0 0,-1 0 0,1-1 0,0 1 0,-1-1 0,0 1 0,-5 3 0,-9 6 58,0-1-1,0-1 0,-1 0 1,-1-1-1,-23 7 0,28-11-521,-1-2 0,-28 4 1,29-5-1024,1-2 1,-1 0 0,-20-3 0,-12-7-8131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43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3009,'0'0'2644,"13"-15"-1694,40-47 5395,-53 62-6097,0 0 1,1 0-1,-1-1 1,0 1 0,1 0-1,-1 0 1,0 0 0,1 1-1,-1-1 1,4 8 2309,-2 25-3836,-2-20 2119,13 109-294,3 54 312,-8 281 1179,-8-456-2021,0 0 0,0 1 0,0-1 0,0 0 0,0 0 0,0 0 1,0 1-1,0-1 0,0 0 0,1 0 0,-1 0 0,1 0 0,-1 1 0,1-1 0,-1 0 0,1 1 0,1-2-14,-1 1 0,0 0-1,1-1 1,-1 0 0,0 1 0,1-1-1,-1 0 1,1 0 0,-1 1-1,1-1 1,-1 0 0,3-1-1,-3 1-15,0-1 0,0 1 0,0-1 0,0 1-1,0-1 1,0 1 0,0-1 0,0 0-1,0 1 1,0-1 0,0 0 0,0 0-1,-1 0 1,1 0 0,0 0 0,-1 0 0,1 0-1,-1 0 1,1 0 0,-1 0 0,1 0-1,-1 0 1,0 0 0,1-2 0,7-34-678,-7 33 547,19-86-2526,-12 63 1844,-1-1 0,-2 0 0,3-53 0,-8-135 213,-1 203 562,0 0 0,-1 0 0,-6-22 0,4 23 27,2-1 0,-1 0 1,0-22-1,2 1 60,0 22 93,0-1 1,1 1-1,1-1 0,4-23 1,-3 31-86,0 0 1,1 0-1,-1 0 0,1 1 1,0-1-1,1 1 1,-1-1-1,1 1 1,-1 0-1,1 1 0,1-1 1,-1 1-1,0 0 1,1 0-1,-1 0 1,1 0-1,0 1 0,0 0 1,0 0-1,0 0 1,1 0-1,-1 1 1,0 0-1,1 0 0,8 0 1,12 1 206,-11-1-132,-1 1-1,0 1 1,17 2 0,-27-2-97,1 0 0,0 1 0,-1-1 0,1 1 0,-1 0-1,1 0 1,-1 1 0,0-1 0,0 1 0,0 0 0,0 0 0,-1 0 0,5 5-1,-1 0 42,0 0-1,-1 0 1,0 0-1,0 1 1,-1 0-1,0 0 0,-1 0 1,0 1-1,0 0 1,-1-1-1,0 1 1,-1 1-1,0-1 0,0 15 1,-1 6 135,-1-10 28,-3 39-1,2-53-198,0 1-1,-1-1 1,0 0-1,-1 0 1,1-1 0,-1 1-1,0 0 1,-1-1-1,-5 8 1,-4 5-3,-1-1 0,-1 0 1,0-1-1,-2-1 0,0 0 0,0-1 1,-2-1-1,0-1 0,0 0 0,-1-1 0,-27 11 1,41-22-23,1 1 1,-1-1 0,0 0 0,0 0-1,0 0 1,0-1 0,-8 0 0,7 0-23,6 0 11,1-1 0,-1 1 0,1-1 0,0 1 0,-1-1-1,1 1 1,-1-1 0,1 1 0,0-1 0,-1 1 0,1-1-1,0 1 1,0-1 0,0 1 0,-1-1 0,1 0 0,0 1-1,0-1 1,0 1 0,0-1 0,0 0 0,0 1 0,0-1-1,0 1 1,0-1 0,1 0 0,0-18-66,-1 17 55,1 0 1,-1 1-1,1-1 1,0 0 0,0 0-1,0 1 1,0-1 0,0 1-1,0-1 1,0 1 0,0-1-1,0 1 1,1 0 0,-1 0-1,1 0 1,-1-1 0,1 1-1,-1 0 1,1 1-1,0-1 1,-1 0 0,1 0-1,0 1 1,0-1 0,-1 1-1,1 0 1,0-1 0,0 1-1,0 0 1,0 0 0,-1 0-1,4 0 1,-1 0 11,0 1-1,1-1 1,-1 0 0,0 1-1,0 0 1,0 0 0,0 0 0,0 0-1,0 1 1,0 0 0,0 0-1,0 0 1,-1 0 0,4 3 0,11 15 153,-1 1 1,-1 0 0,-1 2-1,-1-1 1,15 36 0,-13-26 314,1-2 0,33 44 0,-48-70-448,1 0 1,0 0-1,1-1 1,-1 1-1,1-1 1,-1 0-1,1 0 1,0 0-1,0-1 0,0 1 1,1-1-1,-1 0 1,0 0-1,1-1 1,-1 1-1,1-1 1,0 0-1,0 0 0,-1 0 1,10-1-1,-13 0-48,0 0-1,0 0 0,0 0 0,0 0 0,0 0 0,0-1 0,0 1 1,0 0-1,0-1 0,0 1 0,0 0 0,0-1 0,0 1 0,-1-1 1,1 0-1,0 1 0,0-1 0,0 0 0,-1 1 0,1-1 0,0 0 1,-1 0-1,1 0 0,-1 0 0,1 0 0,-1 1 0,1-1 0,-1 0 1,0 0-1,1 0 0,-1 0 0,0-1 0,1-5-507,0 1 0,-1-1 0,0 0 0,0-7 0,-1-1-1461,1-15-3672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4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64,'0'0'14967,"4"11"-14263,13 130 798,-16-128-1408,16 184 1536,-16-192-1560,8 39 418,-9-43-466,0 0 1,0 1-1,1-1 1,-1 0-1,1 0 1,-1 1-1,1-1 1,-1 0-1,1 0 1,0 0-1,0 0 1,-1 0-1,1 0 1,0 0-1,0 0 1,0 0-1,0 0 1,0-1-1,0 1 1,0 0-1,1-1 1,-1 1-1,0-1 1,0 1 0,0-1-1,3 1 1,-4-1-15,0-364-2911,1 360 2883,-1 0 1,1 1-1,-1-1 1,1 0-1,0 0 1,1 1-1,-1-1 1,1 1-1,-1-1 1,1 1-1,0 0 1,0-1-1,1 1 1,-1 0-1,1 1 1,-1-1-1,1 0 1,4-3-1,-3 3 11,0 0 0,1 0 0,-1 0-1,1 1 1,0 0 0,-1 0 0,1 0 0,0 0 0,0 1 0,0 0-1,0 0 1,0 0 0,6 0 0,42 1 84,-52 0-70,0 1 1,0-1-1,-1 0 1,1 1 0,0-1-1,0 1 1,0-1-1,0 1 1,-1-1 0,1 1-1,0 0 1,0-1-1,-1 1 1,1 0 0,-1-1-1,1 1 1,-1 0-1,1 0 1,-1 0 0,1 0-1,-1 0 1,0-1-1,1 1 1,-1 1 0,9 30 127,-6-20-73,10 45 585,-3 2 0,-2-1 0,-3 1 1,-3 73-1,-2-131-637,0-13-352,0 1 333,-1-13-237,1 0 1,1 0-1,2 1 0,0-1 0,1 1 0,10-31 1,-8 38 151,1 0 1,1 0 0,0 1-1,18-26 1,-20 35 51,-1-1-1,1 1 0,0 0 1,0 0-1,0 1 1,1-1-1,0 1 1,0 1-1,0-1 1,1 1-1,12-4 1,-16 6 45,0 1 1,0 0 0,0 0-1,0 0 1,0 1 0,1-1-1,-1 1 1,0 0 0,0 0 0,0 1-1,0-1 1,0 1 0,7 2-1,-8-2 36,0 0 1,0 1-1,0 0 0,-1 0 0,1 0 1,0 0-1,-1 0 0,0 0 0,1 0 0,-1 1 1,0 0-1,0-1 0,0 1 0,-1 0 0,1 0 1,2 5-1,12 38 583,-1 1 0,-2 0 1,-2 1-1,-3 0 0,5 86 1,-13-80-275,0-53-615,0-5-1257,-1-14-3007,-8-7-5439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39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18 183 1201,'0'0'4410,"0"-21"-3111,0-55-245,0 16 4255,0 40-3297,0 14 340,1 212-2000,-13 453 2767,6-494-2209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0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1483 307 8356,'0'0'7931,"-2"-13"-6943,-9-39-73,11 51-849,-1-1 1,1 0 0,-1 1-1,1-1 1,-1 1-1,0-1 1,1 0 0,-1 1-1,0 0 1,0-1-1,0 1 1,0 0 0,0-1-1,-1 1 1,1 0 0,0 0-1,0 0 1,-1 0-1,-2-2 1,-4-2 244,-15-13-23,-1 2 1,-1 0-1,0 1 0,-50-20 1,-115-27 25,149 50-215,-1 1 0,0 3 1,-74-5-1,82 11-112,-148 2 61,170 2-49,0 0 1,0 0-1,1 2 1,-1-1-1,1 1 1,0 1-1,-19 10 1,7-1-4,1 1 0,-30 25 0,25-15 71,0 2 0,2 0 1,-42 61-1,-46 104 173,88-143-148,2 1 0,2 1 0,2 1-1,3 1 1,1 1 0,4 0 0,1 0 0,3 1-1,0 71 1,7-85-46,2 68 52,0-96-86,-1 0 0,2 0 0,0 0 1,1 0-1,0 0 0,6 13 1,6 3 44,1 0-1,1-1 1,2-1 0,0 0 0,40 38 0,-4-12 202,82 59 0,-89-76-191,2-2 0,1-3 0,65 30 0,-84-47-22,1-1 0,1-1 0,0-2 0,1-1 0,-1-2 0,58 4 1,107-10 6,-183-2-44,0-1-1,0 0 1,0-2 0,0 1 0,0-2 0,-1-1 0,0 0-1,0-1 1,22-13 0,14-12-23,63-50-1,-111 79 12,23-18-42,34-24-8,67-66 0,-112 94 57,0 0-1,-1-1 0,0-1 1,-2 0-1,0-1 1,-2 0-1,0-1 0,12-31 1,53-213 74,-65 210-63,-2-1 0,3-108 0,-11 117 40,-3-58-25,1 91-41,-1 1 1,0 0 0,-1 0 0,0 0 0,-10-22 0,-5-3 22,-2 1 0,-1 2 0,-2 0 0,-2 1 0,-32-34 0,43 54-14,0 1 1,-1 0 0,-1 2 0,0-1 0,0 2 0,-1 0 0,0 1 0,-23-8-1,5 5-5,-1 1-1,0 1 1,-51-6 0,37 12-12,-87 3 1,65 3-36,43-9-66,28 7-3,-8 1-2926,-3 7-1036,-5 12-3438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1.0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6979,'0'0'7894,"9"0"-6127,417 0 957,-425 0-2914,-10-3-4711,-8-3 2223,-6 0-1714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1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0 7892,'0'0'6264,"-1"7"-5579,-3 35 453,2 1 0,4 60 0,0-18-128,-2 231-530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1.7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8292,'0'0'8598,"-1"4"-7765,1-3-787,0 0 0,0 0 0,-1-1 0,1 1 0,0 0 0,0 0 0,0 0 1,0 0-1,0 0 0,1 0 0,-1 0 0,0-1 0,0 1 0,1 0 0,-1 0 0,0 0 0,1 0 0,-1-1 1,1 1-1,-1 0 0,1 0 0,19 16 660,-6-11-415,0 0 0,16 5 0,-22-8-174,80 22 95,160 24-1,-148-32-1186,-93-15 487,-2-1-1062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2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1521,'0'0'10957,"24"-6"-7884,-23 6-2980,0 0-1,0 0 1,1 0 0,-1 0-1,0 0 1,1 1-1,-1-1 1,0 0 0,0 0-1,1 1 1,-1-1-1,0 1 1,0-1 0,0 1-1,1 0 1,-1-1-1,0 1 1,0 0 0,0 0-1,0 0 1,0 0 0,-1-1-1,1 1 1,0 1-1,0-1 1,-1 0 0,1 0-1,0 0 1,-1 0-1,1 2 1,2 5-110,0 0 0,0 1 0,2 13 0,-2-6 328,4 16-38,-1 1 1,3 59 0,-9 68 122,-1-70-280,1 637 231,-13-727-912,12 0 682,1-63-2958,0 28-1012,0-18-4740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4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1 676 3426,'0'0'7579,"1"-3"-6587,5-7-464,0-1-1,-1 0 0,0 0 0,-1 0 0,0-1 1,-1 1-1,0-1 0,-1 0 0,1-14 0,-1-20-394,-3-51 0,0 31 4,4-122 1392,-3 188-1134,5 0-270,569 0 91,-506-4-210,118-21 1,-166 22 1,97-18 16,126-18-20,-161 29-14,85 2 0,-111 8-29,198-6 46,82-11 59,-66 5-30,-75 9 40,-136 3 445,-58 0-224,12 0 1666,-12 0-2168,-13 4-2554,-25 19-1109,-19 13-1804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6.1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0 117 6275,'0'0'7190,"18"0"-6654,111 0 707,513-20 353,-243 14-1446,-294 7-122,-44 2 92,0 2 0,79 19 0,7 1 342,-82-20-362,97-5 0,-116-4 15,62-12 0,-23 1 186,-40 11 295,0 1 0,72 5 0,-90 1-390,29 8 0,8 0-138,199 8 52,-154-16 491,-110-4-626,0-1 0,0 1 1,-1 0-1,1-1 0,0 1 0,0-1 1,0 1-1,0-1 0,1 1 0,-1-1 1,0 0-1,1 0 0,-1 1 0,1-1 1,-1 0-1,1-3 0,-4-24-5,1-38 0,-15 66-2877,2-10-2442,-2-11-7016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51.9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23 8116,'0'0'6733,"-10"0"-2387,14 0-4326,0-1 0,0 0 0,0 0 0,0 0-1,0 0 1,5-3 0,20-6 34,-6 8-130,40 1 0,-38 1 17,-24 0 58,1 0 0,-1 1 0,0-1 0,1 0 0,-1 1 1,0-1-1,1 1 0,-1-1 0,0 1 0,0 0 0,1-1 0,-1 1 1,0 0-1,0 0 0,0 0 0,0 0 0,0 0 0,0 0 0,0 0 1,-1 0-1,1 0 0,0 0 0,0 1 0,-1-1 0,1 0 0,-1 1 1,1-1-1,-1 0 0,0 1 0,1-1 0,-1 0 0,0 2 0,1 8 19,0-1 0,0 1 0,-2 13 0,1-9 27,-1-3 10,0-1 1,-1 0 0,0 0-1,0 1 1,-1-1-1,-1-1 1,0 1 0,-1 0-1,-6 10 1,-9 13 149,-30 39-1,43-63-182,-58 71 188,31-40-153,34-41-120,0 1 1,-1-1-1,1 1 1,0-1 0,-1 0-1,1 1 1,0-1-1,-1 1 1,1-1 0,0 1-1,0-1 1,-1 1-1,1-1 1,0 1-1,0 0 1,0-1 0,0 1-1,0-1 1,0 1-1,0 0 1,8 2-699,25-8 287,-16 2 456,-10 2 113,0 1-1,0 0 1,0 0-1,1 0 1,-1 1 0,13 3-1,-18-3-50,1 0-1,-1 0 0,0 0 0,0 1 0,1-1 1,-1 1-1,0 0 0,-1-1 0,1 1 1,0 0-1,0 0 0,-1 0 0,1 0 1,-1 0-1,0 1 0,0-1 0,1 0 0,-1 1 1,-1-1-1,1 1 0,0-1 0,0 4 1,1 1 8,0 0 0,-1 0 1,0 0-1,0 0 0,-1 0 1,0 0-1,0 0 0,0 0 0,-1 0 1,0 0-1,-1 0 0,1-1 1,-1 1-1,-1 0 0,1 0 1,-1-1-1,0 0 0,-1 0 1,1 1-1,-1-2 0,0 1 1,-8 8-1,-12 7 12,-32 20 1,44-33-65,0 0 1,0-1 0,-1-1 0,0 0 0,-15 4-1,25-9-55,-14 2-257,16-3 240,1 0 0,-1 0 0,1 0 0,-1 0 0,1 0 0,-1 0 1,1 0-1,0-1 0,-1 1 0,1 0 0,-1 0 0,1-1 0,-1 1 0,1 0 0,0-1 0,-1 1 0,1 0 1,0-1-1,-1 1 0,1-1 0,0 1 0,-1 0 0,1-1 0,0 1 0,0-1 0,0 1 0,-1-1 1,1 1-1,0-1 0,0 1 0,0-1 0,0 1 0,0-1 0,0 1 0,0-2 0,-1-37-2902,1-13-2648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52.5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5330,'0'0'7294,"1"0"-7179,-1 0-1,0 0 1,0 0-1,1 0 1,-1 0-1,0 0 1,0 1-1,1-1 1,-1 0-1,0 0 1,1 0-1,-1 0 1,0 0-1,0 0 1,0 0-1,1 1 1,-1-1-1,0 0 1,0 0-1,1 0 0,-1 1 1,0-1-1,0 0 1,0 0-1,0 0 1,1 1-1,-1-1 1,0 0-1,0 0 1,0 1-1,0-1 1,0 1-1,5 14 344,-1 1 0,-1 0 1,1 25-1,2 2 212,7 47 425,0 7 414,37 135 1,-46-220-1430,-1-1 1,1-1 0,1 1 0,8 14 0,-11-22-67,0-1 0,0 1 0,0 0 0,0-1 0,0 0 0,1 1-1,-1-1 1,1 0 0,-1 0 0,1 0 0,0-1 0,0 1 0,0-1 0,0 1 0,0-1 0,0 0 0,0 0 0,0 0 0,6 0 0,-7-1-28,1 0 0,-1 0 1,1 0-1,-1 0 0,1-1 1,-1 1-1,1-1 0,-1 0 1,0 1-1,0-1 0,1 0 1,-1 0-1,0-1 1,0 1-1,0 0 0,0-1 1,0 1-1,0-1 0,0 0 1,-1 0-1,1 1 0,-1-1 1,1 0-1,-1 0 0,2-3 1,3-7-145,-1 0 0,0 0 0,6-23 0,-2 6-139,14-34-120,-3 0-1,-3-1 1,9-74-1,-22 32 107,-4 99 227,0 35 30,-1-13 153,0-1 1,2 1-1,0-1 0,0 1 1,6 22-1,-5-33-84,-1-1-1,0 1 0,1-1 0,-1 0 0,1 0 0,0 0 0,0 0 1,0 0-1,1 0 0,-1 0 0,1-1 0,-1 1 0,1-1 0,0 0 1,0 0-1,0 0 0,0 0 0,0 0 0,0-1 0,1 1 1,-1-1-1,1 0 0,-1 0 0,1 0 0,-1 0 0,1-1 0,-1 0 1,6 1-1,6 0-131,-8 0-287,0-1-1,1 0 1,-1 0 0,0 0 0,1 0-1,-1-1 1,8-3 0,-2-8-3573,-13 11 3925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9:54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2624 6099,'0'0'4346,"-2"0"-2825,5 0-1081,4-1-166,-1 0 0,1 0 1,-1 0-1,1-1 0,-1 0 1,0 0-1,0-1 0,0 0 0,0 0 1,0 0-1,-1-1 0,1 1 1,-1-1-1,9-9 0,6-8-138,0-1 0,18-26 0,-24 30-16,139-151 77,-13 23 549,-61 62-479,113-96 1,139-135 312,-139 121-637,-112 111 173,88-119 1,17-19-91,-67 81 22,29-30 109,17 21 425,63-66 1309,-200 187-1413,44-35 0,-19 19-41,-52 44-445,0 0 0,0 0 0,0 0 0,0 0 0,0 0 0,0-1 1,0 1-1,0 0 0,0 0 0,0 0 0,1 0 0,-1 0 0,0 0 0,0 0 0,0 0 1,0 0-1,0-1 0,0 1 0,0 0 0,0 0 0,0 0 0,0 0 0,0 0 1,0 0-1,0 0 0,0 0 0,0 0 0,0-1 0,0 1 0,-1 0 0,1 0 1,0 0-1,0 0 0,0 0 0,0 0 0,0 0 0,0 0 0,0 0 0,0 0 0,0 0 1,0-1-1,0 1 0,0 0 0,0 0 0,-1 0 0,1 0 0,0 0 0,0 0 1,0 0-1,0 0 0,0 0 0,0 0 0,0 0 0,0 0 0,0 0 0,-1 0 1,1 0-1,0 0 0,0 0 0,0 0 0,-13-2-455,-18 2-421,27 0 721,-37-1-2167,-70-10 0,93 9 2271,-1 0 1,-19 2 0,25 0 2999,15 0-2626,55 1 305,-25 1-573,0-2 0,37-5-1,-44 0-185,39-14-1,-28 7 110,-30 9 17,6 0 58,-12 3-16,-7 18-418,-1 2 482,2 1 0,1 0 0,-5 36 1,0 67 194,7-78-130,-1 103-49,4-146-379,-2 6 89,-4-6-2919,-6-3-2828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49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19 4034,'0'0'4661,"0"-3"-3509,0 2-952,0 0 0,0 1-1,0-1 1,-1 0 0,1 1-1,0-1 1,0 0 0,0 1-1,-1-1 1,1 1 0,0-1 0,-1 0-1,1 1 1,0-1 0,-1 1-1,1-1 1,-1 1 0,1-1-1,-1 1 1,1-1 0,-1 1 0,0-1-1,-21-1 2546,20 2-2944,1 1 202,0-1 0,-1 1-1,1 0 1,0 0 0,0 0-1,0 0 1,-1 0 0,1 0-1,0 0 1,0 0 0,1 1-1,-1-1 1,0 0 0,0 0-1,0 1 1,1-1 0,-1 1-1,1-1 1,-1 0 0,0 3-1,-9 34 209,3 27 1109,3 109 0,4-127-884,0-41-385,0 0 0,0 1 0,1-1 0,0 0 0,0 0 0,4 11-1,-4-15-42,0 0 0,-1 0 0,1-1 0,1 1 0,-1 0 0,0-1-1,0 1 1,1-1 0,-1 1 0,0-1 0,1 0 0,-1 0 0,1 0-1,0 0 1,-1 0 0,1 0 0,0 0 0,0 0 0,0-1-1,-1 1 1,1 0 0,0-1 0,0 0 0,0 0 0,3 1 0,-1-1-44,1 0 1,-1 1 0,1-2 0,-1 1 0,1 0-1,-1-1 1,1 0 0,-1 0 0,0 0-1,1-1 1,-1 1 0,0-1 0,6-3 0,-6 1-40,1 0 1,-1 1 0,0-2 0,0 1-1,-1 0 1,1-1 0,-1 0-1,0 1 1,0-1 0,2-7 0,-1 4-109,-1-1 0,0 0 0,0 0 1,-1 0-1,0 0 0,-1 0 0,0 0 1,-1 0-1,0-11 0,0 19 186,-1-1 0,1 0 0,0 0 0,-1 1-1,1-1 1,-1 1 0,0-1 0,0 0 0,0 1 0,1 0 0,-1-1-1,-1 1 1,1-1 0,0 1 0,0 0 0,0 0 0,-1 0 0,1 0-1,-2-2 1,-37-20 144,8 6-79,29 14-222,-1 1-1,1-1 0,0 1 0,0-1 1,0 0-1,0 0 0,0-1 0,1 1 1,0 0-1,-1-1 0,1 0 0,0 1 1,1-1-1,-1 0 0,1 0 0,0 0 1,0 0-1,0 0 0,0 0 0,0-1 1,1-6-1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51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8 304,'0'0'4330,"3"0"-3794,107 0 365,543-6 11618,-65 4-11088,-306 4-77,-278-2-1607,-19 0-2743,-20 0-1908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6:58:51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16 5314,'0'0'6857,"16"-3"-5766,6-1-624,15-3 3,6 5 4740,-45 4-4802,-75 66-150,9-9-470,-110 122 1,171-173 155,1 1-1,0 0 1,0 0 0,1 1 0,0 0 0,1 0 0,-6 19 0,8-23 46,1 0 1,0-1-1,0 1 0,1 0 1,0 0-1,0 0 1,0 0-1,1 0 1,0 0-1,0-1 1,0 1-1,0 0 1,1-1-1,0 1 1,1-1-1,3 8 1,2-2 81,0 0 1,0-1-1,1 0 1,0 0 0,12 8-1,58 44 565,-59-47-533,88 66 0,-108-80-253,1-1 0,0 1 0,-1 0 1,1-1-1,0 1 0,-1 0 0,1-1 0,-1 1 0,1 0 0,-1 0 0,0 0 0,1-1 0,-1 1 0,0 0 0,1 0 0,-1 0 0,0 0 0,0 0 0,0-1 1,0 1-1,0 0 0,0 0 0,0 0 0,0 1 0,0 3-1845,0 4-4526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02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 26 5074,'0'0'6235,"6"-4"-5357,-1 2-667,-1-1 56,1 0 1,-1 1-1,1-1 1,0 1-1,0 0 1,0 1-1,10-3 3519,-15 23-3338,-1-12-334,-1-1-1,1 1 0,-1 0 0,-1-1 0,1 1 1,-1-1-1,0 0 0,-1 0 0,-7 11 0,-3 6 4,-16 24-108,-3-1 0,-1-2 1,-71 71-1,92-101 13,-78 92 76,90-105-105,1 1 0,-1-1 0,0 1 0,0-1 0,1 1-1,-1-1 1,1 1 0,0 0 0,-1-1 0,1 1 0,0-1 0,0 1-1,0 0 1,0-1 0,0 1 0,0 0 0,1-1 0,-1 1-1,0 0 1,1-1 0,0 2 0,16 32 79,93 131 103,-15-23 29,-85-128-96,-1 0-1,2-1 1,0 0 0,25 24 0,20 26 1191,-63-89-10202,-4 4-2539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3.6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17 133 8724,'0'0'7977,"-4"0"-7094,-8 0 209,20 0 649,31-2-783,175-35-628,-20 4-137,94-11-84,-281 44-90,-5 0 50,-3-1-476,1 1 240,0-1 0,-1 1 0,1-1 0,-1 1 0,1-1 0,-1 1 0,1 0 0,0-1 0,-1 1 0,1 0 0,-1-1 0,0 1 0,1 0 0,-1 0 0,1 0 0,-1-1 0,1 1 0,-1 0 0,0 0 0,1 0 0,-2 0 0,-19-3-1942,15 3 781,-28-6-5005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4.1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1 101 5378,'2'0'15179,"5"0"-15436,47-3 433,0-2 0,54-13 0,-19 3-77,162-31 92,-203 36 2,-19 7 106,-28 3-283,-1 0 0,1 0 1,-1 0-1,1 0 0,-1 0 0,1 0 1,0 1-1,-1-1 0,1 0 0,-1 0 1,1 1-1,-1-1 0,1 0 0,-1 0 1,1 1-1,-1-1 0,0 0 0,1 1 1,-1-1-1,1 1 0,-1-1 0,0 1 1,1-1-1,-1 1 0,0-1 0,0 1 1,1-1-1,-1 1 0,0-1 0,0 1 1,0-1-1,0 1 0,0-1 0,0 1 1,0 0-1,0-1 0,0 1 0,0-1 1,0 1-1,0 0 0,3 13-10,-3-14-101,1 1 0,-1-1 0,0 0 1,0 0-1,0 0 0,0 0 0,0 0 0,1 0 0,-1 0 0,0 0 0,0 1 0,0-1 0,0 0 0,1 0 1,-1 0-1,0 0 0,0 0 0,0 0 0,0 0 0,1 0 0,-1 0 0,0 0 0,0 0 0,0 0 0,0 0 0,1 0 1,-1 0-1,0 0 0,0 0 0,0-1 0,0 1 0,0 0 0,1 0 0,-1 0 0,0 0 0,0 0 0,0 0 1,0 0-1,0 0 0,1-1 0,-1 1 0,0 0 0,0 0 0,0 0 0,0 0 0,0 0 0,0-1 0,0 1 0,0 0 1,0 0-1,0 0 0,0 0 0,0-1 0,0 1 0,0 0 0,0 0 0,0 0 0,0-1 0,1-20-6951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5.1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1 365 7363,'0'0'9381,"12"-13"-9040,-9 10-335,13-14-29,-1-1-1,0 0 0,-1-1 1,22-41-1,-30 46-324,-1 0-1,0 0 1,-2-1-1,1 1 1,1-21-1,-1-75 186,-4 110 502,1 6-231,0 1-1,-1 0 1,0 0 0,-1 13 0,0 3 49,-9 394 3002,10-180-211,0-236-2924,-18-14-11680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6.4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1237 4930,'0'0'8364,"3"0"-7457,-1 1-767,0-1 0,0 1 1,0-1-1,0 1 0,0-1 0,0 0 0,0 0 0,0 0 0,0 0 1,0 0-1,0-1 0,0 1 0,0 0 0,0-1 0,0 0 1,-1 1-1,1-1 0,0 0 0,0 0 0,-1 0 0,1 0 0,0 0 1,-1-1-1,1 1 0,-1 0 0,1-1 0,-1 1 0,0-1 0,0 1 1,1-1-1,0-2 0,47-87-357,-4-2 0,62-181 1,26-211-3416,-109 404 3529,-13 45 81,10-49 0,-21 44 166,0 40-125,0 1 2,-1 0-1,1 0 1,0 0 0,-1 0-1,1 0 1,-1 0-1,1 0 1,0 0 0,-1 0-1,1 0 1,-1 0 0,1 0-1,0 0 1,-1 0 0,1 0-1,-1 0 1,1 1 0,0-1-1,-1 0 1,1 0 0,0 0-1,-1 1 1,1-1 0,0 0-1,-1 0 1,1 1 0,-4 7 62,0-1 0,1 1 0,0 0 0,0 0 0,1 1 0,0-1 0,1 0 0,-1 18 0,2 133 1709,1-145-1530,0-1 0,2 0 0,-1 1 0,2-1 0,0 0 0,7 18 0,-7-24-121,-1 1 0,1-1 0,0 0 0,0 0 0,1 0 0,0-1 1,1 1-1,-1-1 0,1 0 0,0-1 0,13 10 0,-13-12-133,-1-1-1,1 0 0,0 0 1,-1 0-1,1-1 0,0 1 0,0-2 1,0 1-1,0 0 0,0-1 1,0 0-1,0-1 0,0 1 1,0-1-1,0 0 0,0-1 1,-1 1-1,1-1 0,0 0 0,-1-1 1,1 1-1,5-5 0,-1-2-300,0 0-1,0-1 0,-1 0 0,0 0 1,-1-1-1,0 0 0,-1-1 0,0 0 1,-1 0-1,0 0 0,-1-1 1,0 0-1,-1 0 0,4-23 0,-1-12-484,-2 0 0,-3-89 0,-2 90 3767,0 50-2887,0 377 2646,0-378-2742,3 52 358,-3-51-339,1 1 0,-1-1 0,1 1 1,0-1-1,0 0 0,1 0 0,-1 1 0,1-1 1,-1 0-1,1 0 0,0 0 0,0-1 0,3 4 1,-5-5 19,0-11-3009,0-17-616,0-12-2439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7.1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265 21 416,'0'0'9100,"11"-4"-8281,31-11 14,-28 13 4878,-9 6-4133,-8 11-2491,2-12 1441,-9 22-298,-24 47 0,3-10-111,-135 312 281,146-331-282,-29 67 554,44-96-422,1 0 0,0 0 0,1 1 0,0-1 0,-1 29-1,4-41-153,3-3-176,-1 1-1,0-1 0,0 0 1,0 0-1,0 0 0,0 0 1,-1 0-1,1-1 0,0 1 0,0 0 1,-1-1-1,1 0 0,-1 1 1,1-1-1,-1 0 0,0 0 1,0 1-1,0-1 0,2-4 0,18-42-1879,25-84-5326,-26 79 3257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7.5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 3185,'4'-6'15424,"-4"6"-15350,38 114 2020,-17-42-1565,149 427 2059,-169-494-2599,1 0 0,-1 0 1,0 1-1,0-1 0,0 0 1,0 0-1,-1 7 0,0-11-85,-2-1-898,0-1 735,1 1 1,-1-1 0,0 1 0,1-1-1,-1 1 1,0-1 0,1 0 0,-1 0-1,1 0 1,0 0 0,-1 0 0,1 0-1,0 0 1,-3-3 0,-18-25-2312,14 19 1327,-12-19-1908,-1-7-1766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7.9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 9332,'0'0'9333,"157"-3"-8517,-105 3-240,4 0-32,-7 0-544,-11 0 0,-6 0-256,-12 0-1873,-13 0-1216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8.2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0 14839,'0'0'2849,"-11"26"-5938,1-20-1553,-8-6-5315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9.1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35 11029,'0'0'8190,"-10"0"-7381,21 0-681,381 0 93,-391 0-306,0 0-1,-1 0 1,1 0-1,0 0 0,0-1 1,-1 1-1,1 0 1,0 0-1,-1-1 0,1 1 1,0 0-1,-1-1 1,1 1-1,0-1 0,-1 1 1,1-1-1,-1 1 1,1-1-1,-1 1 0,1-1 1,-1 0-1,1 1 1,-1-1-1,0 0 0,1 1 1,-1-1-1,1-1 1,-1 1-248,0 0 1,0 1 0,0-1 0,0 0 0,0 1 0,0-1-1,0 0 1,0 0 0,0 1 0,0-1 0,-1 0 0,1 1-1,0-1 1,0 0 0,-1 1 0,1-1 0,0 0 0,-1 1-1,1-1 1,-1 0 0,-8-5-5631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19.5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 7411,'0'0'8436,"52"-3"-7779,-17 3 239,7 0-368,0 6-96,7-3-352,-4-3-80,-3 0-16,-11 0-1408,-6 0-1762,-15-13-4273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21.4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1 281 10885,'0'0'8278,"9"-3"-7853,-5 2-374,0 0-20,0-1 0,0 1 0,0-1 0,0 1 1,0-1-1,-1 0 0,1 0 0,-1-1 0,0 1 1,1-1-1,-1 0 0,0 0 0,-1 0 1,1 0-1,0 0 0,2-5 0,9-19-458,-1-1-1,-2 0 0,0 0 1,-2-1-1,-2-1 0,5-33 1,-9 147 1171,-4 42-239,-1-9 799,16 154 1,-12-259-1203,-1 3 29,1-1-1,0 0 1,1-1-1,1 1 1,0 0 0,0-1-1,9 16 1,-13-29-143,0 1 0,1-1 0,-1 1 0,0 0 0,1-1 0,-1 1 0,1-1 0,-1 1 0,1-1 0,-1 1 0,1-1 0,0 1 0,-1-1 0,1 0 0,-1 1 0,1-1 0,0 0 0,-1 1 0,1-1 0,0 0 0,-1 0 0,1 0 0,0 0 0,0 1 0,-1-1 0,1 0 0,1 0 0,-1-2-880,-1 1 724,0 0 0,1-1-1,-1 1 1,0-1 0,0 1 0,0 0-1,0-1 1,0 1 0,0 0-1,-1-3 1,0-4-440,1-8-2033,0 1-1,-5-22 1,-4 0-5640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21.9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4786,'0'0'9108,"0"3"-8491,6 130 2549,44 255 1,-41-345-2866,-8-40-285,0 0 1,0 1 0,1-1-1,-1 0 1,1 0 0,-1 0-1,1 0 1,0 0-1,4 4 1,-6-7-92,-1-58-8657,2 28 4688,-1-4-1391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22.5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259 8 4306,'0'0'5160,"3"-1"-4605,1-1-298,15-3 6303,-17 34-6225,-2-22-268,0 1 0,0-1 0,0 1 0,-1-1 0,0 1 0,0-1-1,-1 0 1,0 1 0,0-1 0,-1 0 0,0 0 0,0 0 0,-5 6 0,-23 32 55,-2-1 0,-1-2 0,-68 63 0,97-100-135,2-2 5,0 0 0,0 0 1,0 0-1,0-1 0,-1 1 0,1-1 0,-1 0 0,0 0 0,1 0 1,-1 0-1,0-1 0,0 1 0,-5 0 0,8-9-651,1 4 494,0 0 76,0 1 1,0-1-1,0 0 1,1 1-1,0-1 1,-1 1-1,1-1 1,0 1-1,0-1 1,0 1-1,0 0 1,1-1-1,-1 1 1,1 0-1,-1 0 1,1 0-1,0 0 1,0 0-1,0 0 1,0 1-1,0-1 1,0 0-1,0 1 1,1 0-1,2-2 1,3 0 12,0 0 0,-1 1 0,1 0 0,0 0 0,0 1 1,0 0-1,16 0 0,-19 2 153,1 0 0,-1 0 0,0 0 1,0 0-1,0 1 0,0 0 0,0 0 1,0 0-1,0 1 0,-1-1 0,1 1 1,-1 0-1,0 1 0,1-1 0,-2 1 1,1 0-1,0 0 0,3 5 0,7 10 445,-1 0 0,20 39 0,-11-12 650,19 61-1,-13-30-326,-27-75-837,-1-1-15,0 0 1,1 0-1,-1 0 0,0 0 0,1 0 0,-1 0 0,0 0 0,1 0 0,0 0 0,-1 0 0,1 0 0,-1 0 0,1 0 0,0 0 1,0-1-1,0 1 0,-1 0 0,1 0 0,0-1 0,0 1 0,0-1 0,0 1 0,0-1 0,0 1 0,0-1 0,2 1 1,-2-1-84,-1-1 0,1 1 0,-1-1 0,1 0 0,0 1 1,-1-1-1,0 1 0,1-1 0,-1 0 0,1 1 0,-1-1 1,0 0-1,1 1 0,-1-1 0,0 0 0,0 0 1,0 1-1,0-1 0,1 0 0,-1 0 0,0 1 0,0-1 1,-1 0-1,1 0 0,0-1 0,0-1-269,1-33-2493,-1-10-2510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23.6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1 606 7828,'0'0'7987,"1"4"-7114,0-1-724,1 0 1,-1 0-1,1 0 1,-1 0-1,1 0 1,0 0-1,1 0 1,-1-1-1,0 1 1,1-1 0,-1 0-1,1 0 1,0 1-1,0-2 1,-1 1-1,1 0 1,1-1-1,-1 1 1,0-1-1,0 0 1,0 0-1,1 0 1,-1 0-1,6 0 1,11 1-45,1 0 0,-1-1 0,23-2 0,-13 0-83,-22 1-37,0 0 1,0-1-1,-1 0 0,1 0 1,-1-1-1,1 0 0,-1 0 0,9-4 1,-13 5 3,-1-1 0,1 1 0,-1-1 0,1 1 1,-1-1-1,0 0 0,0 0 0,0 0 0,0 0 1,0 0-1,0 0 0,-1 0 0,1-1 0,-1 1 1,1-1-1,-1 1 0,0-1 0,0 1 0,0-1 1,0 0-1,-1 0 0,1 1 0,-1-1 0,0 0 0,1-3 1,-3-122-509,4-139-435,-1 258 964,0 0 0,0-1 0,1 1 0,0 0 0,1 0 0,0 0 0,1 0 0,-1 1 0,2-1 0,-1 1 0,1 0 0,0 0 0,12-13 0,-12 16-4,1-1 1,0 1 0,0 1-1,0-1 1,1 1-1,-1 0 1,1 0 0,0 1-1,0 0 1,0 0 0,1 1-1,-1 0 1,1 0-1,-1 0 1,1 1 0,0 1-1,8-1 1,14 0 40,-22 0-9,0 0 0,1 1 1,-1 0-1,0 1 0,0-1 0,0 2 0,1-1 0,-1 1 0,0 0 1,13 6-1,-6 1-3,0 0 0,-1 0 0,0 2 0,24 22 1,-33-27-8,0 1 0,0-1 1,0 1-1,-1 0 0,0 0 1,0 0-1,0 0 0,-1 1 1,-1-1-1,1 1 0,-1 0 1,2 15-1,-1 0 151,-2-1 0,-1 34 1,-1-47-145,0 0 0,0-1 0,-1 1 0,0-1 0,-1 1 0,1-1 0,-2 0 0,1 0 0,-8 12 0,-32 38 103,28-41-88,1 2 1,1 0-1,-11 22 0,22-36 13,0 1 1,1-1-1,-1 1 0,1 0 0,-1 10 1,2-14-13,0 1 1,0 0-1,0 0 1,0 0 0,0 0-1,0 0 1,1 0-1,0 0 1,-1-1 0,1 1-1,0 0 1,0 0-1,3 3 1,0-1-25,1-1 1,0 1-1,0-1 1,0 0-1,1-1 1,-1 1-1,1-1 1,0 0-1,0-1 1,0 1-1,0-1 1,0 0-1,0-1 1,9 2-1,11 0 20,1-1-1,29-1 1,-48-1-31,42 0 344,-3 0-1311,-17 0-8308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23.9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0 15767,'0'0'3938,"-18"13"-7732,18-1 1073,0 1-4658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2:33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4418,'3'-5'14872,"1"4"-15527,77 1 733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0:5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5907,'0'0'5053,"35"0"-1887,593 0-2258,-421 7-975,234-1 91,-361 1-14,-17-1 1,280 25-8,-259-22-33,159-5-1,-146-4 17,2-10 9,123 1-107,-40-6-232,-138 11 428,52-6-32,7-5 1,-82 14 69,40 1 0,-24 1 125,-58-3 936,13 2-1633,1-1 0,-1 1 0,1 0 0,-11 2 0,-37 11-3784,-12 3-4680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07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42 183 5218,'0'0'6014,"-9"-1"-5355,1 0-1305,-16-3 5069,24 4-4364,17 0 349,302-5-131,198 4-252,176 1 95,-574-1 3129,-118 1-3233,-2-4-556,0-1 384,0 0-1,0 0 1,0 1-1,-1-1 1,1 0 0,-1 1-1,-1 0 1,1-1 0,0 1-1,-1 0 1,0 0-1,0 0 1,-6-5 0,-3-3 15,-1 0 1,-25-18 0,26 22 187,0 1 0,0 1 0,-1 0 0,0 1 0,-26-8 0,61 23 722,0 0-1,29 21 0,26 13-730,170 65 82,-245-109-127,-1 0 0,0 1 0,0-1-1,0 0 1,0 1 0,0-1 0,0 1 0,0-1 0,0 1 0,0 0 0,0-1 0,0 1-1,-1 0 1,1 0 0,0 0 0,0-1 0,-1 1 0,1 0 0,0 0 0,-1 0-1,1 0 1,-1 0 0,1 0 0,-1 0 0,0 0 0,1 0 0,-1 1 0,0-1 0,0 0-1,0 0 1,0 0 0,0 0 0,0 0 0,0 0 0,0 1 0,0-1 0,-1 0 0,1 0-1,0 0 1,-1 0 0,1 0 0,0 0 0,-1 0 0,-1 2 0,0 1 6,0 0 1,-1 0-1,0-1 1,0 1-1,0 0 1,0-1-1,-1 0 1,1 0-1,-6 4 1,-41 23 95,27-17-49,-111 61-526,131-72 175,0-1 0,0 1-1,0-1 1,-1 0 0,1 0 0,0 0 0,-1 0 0,-5 0 0,9-1 240,0 0 0,0 0 0,0 0 0,0 0 0,0 0 0,-1 0 0,1 0 0,0 0 0,0 0 0,0 0 0,0 0 0,0 0 0,0 0 0,0 0 0,0 0 0,0 0 0,-1 0 0,1 0 0,0 0 0,0 0 0,-1-2-1365,1 2 1365,0 0 0,0 0 0,0 0 0,0 0 0,0 0 0,0 0 0,0 0 0,0-1 0,0 1 0,1 0 0,-1 0 0,0 0 0,0 0 0,0-16-7131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09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6323,'0'0'7699,"0"20"-5423,19 510 67,-10-355-1055,-8-155-1144,8 99 784,-7-102-744,1 0 0,1 0 0,0 0 1,11 25-1,-14-40-169,0 1-1,1-1 1,-1 1-1,1-1 1,-1 0-1,1 1 1,0-1-1,2 2 1,-2-3-117,-2-4-1160,0-69-7723,0 56 4116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09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94 5587,'0'0'7579,"0"0"-7556,0 0 0,0 0-1,0 1 1,-1-1 0,1 0-1,0 0 1,0 0 0,0 0 0,0 0-1,0 0 1,-1 0 0,1 0 0,0 0-1,0-1 1,0 1 0,0 0 0,0 0-1,-1 0 1,1 0 0,0 0-1,0 0 1,0 0 0,0 0 0,0 0-1,0 0 1,0 0 0,-1 0 0,1-1-1,0 1 1,0 0 0,0 0 0,0 0-1,0 0 1,0 0 0,0 0 0,0-1-1,0 1 1,0 0 0,0 0-1,0 0 1,0 0 0,0 0 0,0 0-1,0-1 1,0 1 0,0 0 0,0 0-1,0 0 1,0 0 0,0 0 0,0-1-1,0 1 1,0 0 0,0 0 0,0 0-1,0 0 1,0 0 0,0 0-1,0-1 1,0 1 0,0 0 0,1 0-1,-1 0 1,0 0 0,0 0 0,0 0-1,3-5 35,1 0 0,0 0-1,0 1 1,0-1-1,0 1 1,1 0 0,0 1-1,-1-1 1,8-3-1,-4 2-12,0 0 0,0 1 0,0 0 0,1 1 0,14-5 0,-17 7 38,-1 0 1,0 0-1,1 0 1,-1 1-1,1 0 0,-1 0 1,1 0-1,-1 0 1,0 1-1,1 0 0,-1 0 1,0 1-1,1-1 0,-1 1 1,0 0-1,0 1 1,0-1-1,-1 1 0,1 0 1,-1 0-1,1 1 1,-1-1-1,0 1 0,4 4 1,10 11 474,-18-19-682,0-33-9205,-3-6 4347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09.7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6051,'0'0'11573,"143"128"-10773,-87-90-303,7-13-433,-4-12-64,0-13-368,-13 0-2194,-19-22-4193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0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7235,'0'0'8804,"146"35"-8708,-104-32-64,-10 0-32,-5-3-128,-13 0-176,-3 0-1072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0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3682,'0'0'8772,"199"0"-7956,-167 6-48,-5 6-223,-2-5-337,-11-1-144,0-3-64,-4-3-881,-6 0-2096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1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4 116 6147,'0'0'8726,"-2"-12"-7760,1 3-842,1-1-1,-1 1 0,2-11 1,0 18-111,-1 0 0,1 1 0,0-1 0,0 0 0,-1 0 0,1 1 0,0-1 0,1 1 0,-1-1 0,0 1 1,0-1-1,1 1 0,-1 0 0,0-1 0,1 1 0,0 0 0,-1 0 0,1 0 0,0 0 0,1 0 0,36-12 107,-36 13-125,27-5 11,0 1-1,0 1 0,0 2 1,55 5-1,-80-4-10,0 1 0,0 0 0,0 0 1,0 0-1,0 0 0,0 1 0,-1 0 0,1 0 0,0 0 0,-1 1 1,0-1-1,1 1 0,-1 0 0,0 1 0,-1-1 0,1 1 0,0-1 1,-1 1-1,0 0 0,5 9 0,-3-5 15,-1 1 0,0 0 1,-1 1-1,0-1 0,-1 0 0,0 1 1,0 0-1,-1-1 0,0 1 0,0 10 1,-1 1 95,0 0 1,-1 0 0,-1 0 0,0 0-1,-2 0 1,-1 0 0,-11 31-1,-110 210 600,46-105-561,58-108-390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1.5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4 7684,'0'0'6528,"-3"1"-6056,-3 1-301,4-2-18,0 0 1,1 0 0,-1 1 0,1-1 0,-1 1 0,0-1-1,1 1 1,0 0 0,-1-1 0,1 1 0,-1 0-1,1 0 1,0 0 0,0 0 0,-1 0 0,1 1-1,0-1 1,0 0 0,-1 3 0,-1 5 174,1 0-1,0 1 1,1-1 0,0 1-1,0-1 1,1 1 0,2 15 0,-1 3 214,-1-28-539,0 0 0,0 0 0,0 0 0,0 0 0,1 0 1,-1 1-1,0-1 0,0 0 0,0 0 0,0 0 0,0 0 0,1 0 0,-1 0 0,0 0 1,0 0-1,0 0 0,0 0 0,1 0 0,-1 0 0,0 0 0,0 0 0,0-1 0,0 1 0,1 0 1,-1 0-1,0 0 0,0 0 0,0 0 0,0 0 0,0 0 0,0 0 0,1 0 0,-1-1 0,0 1 1,0 0-1,0 0 0,0 0 0,0 0 0,0 0 0,0 0 0,0-1 0,0 1 0,5-5-157,0 0-1,0-1 1,-1 1-1,0-1 1,0 0-1,-1 0 0,1-1 1,-1 1-1,-1-1 1,5-12-1,-5 9-735,0 0-1,0-1 1,-1 1 0,0-12-1,-19 27-2105,1-1-6827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8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1 123 2545,'0'0'7300,"1"-6"-6407,1-110 3517,-2 116-4074,0 1-328,0 171 72,1 195 492,27-4 500,-24-335-585,0 0 1,18 53-1,-21-80-473,-1 0 1,0 1-1,1-1 0,0 0 1,-1 0-1,1 0 1,0 0-1,-1 0 0,1 0 1,0 0-1,0 0 1,0 0-1,1 0 0,5 1-5076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8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0 201 7700,'0'0'4839,"7"-16"-4601,-5 11-223,7-15 20,0 1 1,1 0-1,0 1 0,24-31 1,-30 45 54,0-1 0,1 2 1,-1-1-1,1 0 1,0 1-1,0 0 0,0 0 1,0 0-1,1 1 1,-1-1-1,1 1 0,-1 1 1,1-1-1,0 1 1,0 0-1,-1 0 0,1 1 1,0 0-1,0 0 0,0 0 1,0 0-1,0 1 1,0 0-1,-1 1 0,1-1 1,0 1-1,-1 0 1,1 0-1,-1 1 0,0 0 1,0 0-1,0 0 1,6 5-1,7 5 131,-12-7-120,1 0 0,0-1 0,1 0-1,-1 0 1,1-1 0,0 0-1,14 4 1,-17-7-66,-4-1-235,-2-17-2932,-6-18-187,-9-10-1371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9.1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6675,'0'0'7860,"98"31"-7140,-46 1 80,0-10-287,1-4-225,-5-14-256,-6-4-32,0 0-48,-7-10-1441,-11-9-3137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9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8964,'0'0'7473,"0"0"-7450,0 1 1,0-1-1,0 0 1,0 0 0,0 0-1,0 1 1,0-1-1,0 0 1,0 0-1,1 1 1,-1-1-1,0 0 1,0 0 0,0 0-1,0 1 1,0-1-1,0 0 1,0 0-1,1 0 1,-1 1-1,0-1 1,0 0-1,0 0 1,0 0 0,1 0-1,-1 0 1,0 0-1,0 1 1,0-1-1,1 0 1,-1 0-1,0 0 1,0 0-1,0 0 1,1 0 0,-1 0-1,0 0 1,0 0-1,1 0 1,-1 0-1,0 0 1,0 0-1,0 0 1,1 0-1,-1 0 1,16 3 126,1 0 0,-1 0 0,1-2 0,-1 0-1,20-2 1,28 2-75,-15 3-52,60 3-49,-124-4-9354,-3-3 3727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19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0 416,'0'0'10621,"0"1"-10567,-1-1-1,1 0 0,0 0 1,0 1-1,0-1 1,0 0-1,0 0 1,0 1-1,0-1 1,0 0-1,0 1 1,0-1-1,0 0 1,0 0-1,0 1 1,0-1-1,0 0 1,0 1-1,0-1 1,0 0-1,0 0 1,0 1-1,0-1 0,0 0 1,1 1-1,-1-1 1,0 0-1,0 0 1,0 0-1,0 1 1,1-1-1,-1 0 1,0 0-1,0 0 1,1 1-1,-1-1 1,0 0-1,0 0 1,1 0-1,-1 0 1,0 0-1,0 1 1,1-1-1,-1 0 0,8 1 177,0 1-1,0-1 1,0 0-1,0-1 1,0 0-1,13-2 1,7 1 407,-18 1-445,188 6 862,-194-6-1370,12 3-5,-15-3 107,-1 0 0,0 0 0,1 0 0,-1 1 0,0-1 0,1 0 0,-1 0 0,0 1 0,0-1-1,1 0 1,-1 0 0,0 1 0,0-1 0,0 0 0,1 1 0,-1-1 0,0 0 0,0 1 0,0-1 0,0 0 0,0 1 0,0-1-1,0 0 1,1 1 0,-1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2.6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16 114 3410,'0'0'6904,"-14"-1"-1822,14-8-4587,-1 7-477,1 0 0,0 0-1,0 0 1,0 0-1,0 0 1,0 0-1,0 0 1,1 0-1,-1 0 1,1 0-1,-1 0 1,1 0-1,0 1 1,0-1-1,0 0 1,0 0 0,0 0-1,0 1 1,2-3-1,7-6-17,1 1 0,0 1 0,15-9 0,-21 14-11,1 0 1,0 1 0,-1 0-1,1 0 1,0 0-1,0 1 1,0-1 0,1 1-1,11 1 1,-2-1 17,-11 1-12,1-1 0,-1 1 0,1 0 1,-1 0-1,1 1 0,-1 0 0,1 0 1,-1 0-1,0 1 0,1-1 0,-1 1 1,0 0-1,0 1 0,0-1 0,7 6 1,-4-2 8,-1 1 1,1 0-1,-1 0 1,-1 1-1,1-1 1,9 18-1,-12-19-2,-1 1-1,0 0 0,-1 1 1,0-1-1,0 0 1,0 1-1,-1-1 0,0 1 1,0 14-1,-1 0 78,1-6-21,-1 0 0,-1 1 0,0-1 1,-1 0-1,0 0 0,-2 0 0,-6 18 0,-30 53 22,34-77-73,0 0 1,-1 0 0,0-1 0,0 0-1,-1 0 1,-10 8 0,17-15 0,-1 0 1,1-1 0,-1 0 0,0 1-1,0-1 1,1 0 0,-1 0 0,0 0-1,0 0 1,0 0 0,-1 0-1,1 0 1,0-1 0,0 1 0,0-1-1,0 0 1,-1 1 0,1-1 0,0 0-1,0 0 1,-3-1 0,4 0-31,1 0-1,-1 0 1,1 0 0,-1 0 0,1-1-1,-1 1 1,1 0 0,0 0 0,0 0-1,-1-1 1,1 1 0,0 0 0,0 0-1,0 0 1,0-1 0,0 1 0,1-2-1,-1-1-110,0-4-65,0 4 14,0 0 0,0 0 1,1 0-1,-1 0 0,1 0 1,1-5-1,-2 8 157,1 0-1,-1-1 0,1 1 1,0 0-1,0 0 1,-1 0-1,1 0 1,0 0-1,0 0 0,0 0 1,0 0-1,0 1 1,0-1-1,1 0 1,-1 1-1,0-1 0,0 0 1,0 1-1,1-1 1,-1 1-1,0 0 0,2-1 1,8-1 58,-1 0 0,0 1-1,1 0 1,-1 1 0,1 0 0,-1 0 0,0 1 0,1 1-1,-1 0 1,0 0 0,0 1 0,0 0 0,0 1 0,0 0-1,-1 0 1,0 1 0,18 12 0,-17-10 117,0 1 1,0 0-1,-1 1 1,0 0-1,10 12 1,-15-15-76,-1-1 0,1 1 0,-1 0 0,0 0 0,-1 0 1,1 0-1,-1 0 0,0 1 0,-1-1 0,0 1 0,1 12 1,-1-5 8,0 17 184,-2 32 1,0-54-224,0 0 1,-1 0 0,1 0 0,-2-1-1,1 1 1,-1-1 0,-1 1-1,-5 9 1,3-9 6,0 1 0,0-1 0,-1 0 1,-1-1-1,1 1 0,-1-1 0,-1-1 0,0 0 0,0 0 0,-16 9 0,16-11-361,0-2-1,0 1 0,0-1 1,-1 0-1,1-1 0,-1 0 1,1-1-1,-1 1 0,0-2 1,0 0-1,1 0 0,-17-2 1,-6-6-4617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3.9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79 4306,'0'0'5002,"-8"2"-3884,-5 0-1981,-9 1 6602,42-1-2406,431-2-2906,-420 2-413,38 6-1,-38-4-2,38 1-1,-14-5 55,50 1 428,108-14 0,-179 8-344,-1 2-56,0-2 1,34-10 0,-42 9-48,51-6 0,-53 9 64,-1 0 1,0-1-1,28-9 0,-24 5 157,0 2-1,0 1 0,1 2 1,0 0-1,54 3 0,-165 6-4958,58-6 44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5.8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1 410 11029,'0'0'862,"6"-29"-745,21-99-432,-21 103-741,2 0 0,1 0-1,23-44 1,-22 49-132,16-44 1,-21 39 10290,-5 804-5115,0-777-3825,0-5-83,0-113-5512,0 59-728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6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0 1249,'0'0'11493,"6"20"-10589,-3 13-654,-4 61 0,0-35-168,1-10-62,-13 346 1393,5-257-867,8-226-8563,0 51 1828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6.8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374 10 3089,'0'0'5856,"7"-2"-4847,1 0-623,-5 0-107,0 1 0,1 0 0,-1 1 0,0-1 0,1 1 1,6-1-1,-10 11 2098,1 0-1893,-1-5-385,0 0 0,0-1 1,0 1-1,0 0 1,-1-1-1,0 1 0,0 0 1,0-1-1,-3 9 1,-8 5 96,-1 0 0,0-1-1,-1-1 1,-23 21 0,23-23-143,-113 104 174,100-96-268,-1-2-1,-59 33 0,66-44-154,6-2-183,11-5-554,25 0-938,-3 0 1763,1 0 0,-1 2 1,18 5-1,80 29 1055,-69-22-448,-32-11-352,98 30 1017,-93-30-1040,0-1 0,0-1-1,35 2 1,-53-5-166,0 0 0,0 0-1,0 0 1,0-1 0,1 1 0,-1 0 0,0-1-1,0 0 1,2 0 0,-3 0-69,0 1 0,0-1 0,0 0-1,0 0 1,-1 1 0,1-1 0,0 0 0,-1 0-1,1 0 1,0 0 0,-1 0 0,1 0 0,-1 0-1,1 0 1,-1 0 0,0 0 0,1 0 0,-1-2-1,2-34-4858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7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 4290,'0'0'9418,"-5"3"-8685,5-3-732,-2 2 138,0-1-1,0 1 1,0-1-1,0 1 1,1 0 0,-1 0-1,0 0 1,1 0-1,0 0 1,-1 0-1,1 0 1,0 0 0,0 0-1,0 1 1,0-1-1,0 0 1,1 1-1,-1-1 1,1 1 0,0-1-1,-1 5 1,2-6-62,-1 0 1,0 1 0,1-1-1,-1 0 1,1 0 0,-1 1 0,1-1-1,-1 0 1,1 0 0,0 0-1,-1 0 1,1 0 0,0 0-1,0 0 1,0 0 0,0 0-1,0 0 1,0-1 0,0 1 0,0 0-1,0-1 1,1 1 0,-1-1-1,0 1 1,0-1 0,1 1-1,-1-1 1,1 0 0,46 8-255,-37-7 323,94 3-516,-76-4-685,-29 0 984,0-1-1,0 1 0,0 0 0,1 0 0,-1 0 1,0 0-1,0 0 0,0 0 0,0 0 0,0 0 1,0-1-1,0 1 0,0 0 0,0 0 0,0 0 1,1 0-1,-1 0 0,0 0 0,0-1 0,0 1 1,0 0-1,0 0 0,0 0 0,0 0 0,0 0 1,0-1-1,0 1 0,0 0 0,0 0 0,0 0 0,0 0 1,-1 0-1,1-1 0,0 1 0,0 0 0,0 0 1,0 0-1,0 0 0,0 0 0,0 0 0,0-1 1,0 1-1,0 0 0,-1 0 0,1 0 0,0 0 1,0 0-1,0 0 0,0 0 0,0 0 0,0 0 1,-1 0-1,1 0 0,0 0 0,0 0 0,0-1 1,0 1-1,0 0 0,0 0 0,-1 0 0,1 0 1,0 0-1,-9-6-3889,-10-3-2962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8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67 130 4866</inkml:trace>
  <inkml:trace contextRef="#ctx0" brushRef="#br0" timeOffset="1">67 130 4866,'-66'-129'10261,"80"129"-9989,3 0 224,7 6 161,1 4-273,-1-4-240,1-6-112,-1 0-32,-3 0-304,-4 0-1985,-6-10-305,-8-2-3776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29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94 4674,'0'0'6974,"-10"-4"-1393,10 1-5573,0 0 1,0 0-1,1 0 0,0 1 0,-1-1 1,1 0-1,0 0 0,1 1 0,-1-1 1,0 1-1,1-1 0,-1 1 0,1 0 1,0 0-1,-1-1 0,1 1 0,0 0 0,1 0 1,-1 1-1,0-1 0,0 0 0,4-1 1,0-1-39,-1 1 1,1 0 0,0 0 0,0 0-1,0 1 1,0 0 0,1 0 0,-1 0-1,1 1 1,-1 0 0,1 0-1,10 0 1,-4 0 23,2 0 7,34-3-28,-46 4 26,-1 0 1,1 0 0,-1 1 0,1-1 0,0 1 0,-1-1 0,1 1 0,-1 0 0,0 0 0,1 0 0,-1 0 0,1 0 0,-1 0 0,4 4 0,0 1 7,0 1 0,0 1 0,-1-1 1,0 1-1,0 0 0,0 0 0,-1 0 0,-1 1 0,1-1 0,-1 1 0,2 13 1,-1 4 56,-1 0 1,-1 48 0,-3-65-28,0-1 1,0 1-1,-1 0 0,0 0 0,-1-1 1,0 1-1,0-1 0,-1 0 0,0 0 1,0 0-1,-1 0 0,0-1 0,-1 0 0,1 0 1,-1 0-1,0-1 0,-1 0 0,-10 8 1,8-6-15,-1-1 1,-1 0 0,1-1 0,-1 0-1,0-1 1,0 0 0,-1-1 0,1 0 0,-1-1-1,0 0 1,0 0 0,-24 0 0,24-2-21,-11-2-40,22 0 27,1 1 1,-1 0-1,0-1 1,1 1-1,-1 0 1,0-1-1,1 1 1,-1-1 0,1 1-1,-1-1 1,1 1-1,-1-1 1,1 0-1,-1 1 1,1-1-1,0 0 1,-1 1-1,1-1 1,0 0 0,-1 1-1,1-1 1,0 0-1,0 0 1,0 1-1,0-1 1,0 0-1,0-1 1,-1-5-33,0-1-311,0-1 0,1 1 0,0-1 0,3-13 0,-3 19 281,1 1 1,-1 0-1,1 0 0,0 0 1,0 0-1,-1 0 0,1 0 1,1 0-1,-1 0 0,0 1 1,0-1-1,1 0 0,-1 1 1,1-1-1,0 0 0,-1 1 1,1 0-1,0 0 0,0-1 1,0 1-1,0 0 0,0 0 1,3-1-1,9-1-76,1 1-1,-1 0 1,1 1 0,-1 0 0,1 1-1,25 4 1,-33-3 181,-1 1-1,1-1 1,-1 1 0,0 0-1,0 1 1,0 0 0,0 0-1,0 0 1,0 0 0,-1 1-1,0 0 1,0 0 0,0 1-1,0-1 1,-1 1 0,1 0-1,6 11 1,-6-8 77,0 1-1,-1-1 1,0 1 0,0 1 0,-1-1-1,0 1 1,0-1 0,-1 1 0,0 0 0,-1 0-1,0 12 1,-1-16-37,-3 51 668,2-52-698,0 0-1,-1-1 1,1 1 0,-1 0 0,0-1 0,0 1 0,0-1 0,-1 0 0,-4 6 0,1-2-38,0-1-1,-1 0 1,0 0-1,0-1 1,-1 1-1,1-2 1,-1 1 0,0-1-1,-1 0 1,1-1-1,-1 0 1,0 0-1,0-1 1,0 0-1,-1-1 1,1 0-1,-1 0 1,1-1-1,-12 0 1,9-1-115,7 1-60,0-1-1,1 0 1,-1-1 0,0 1 0,-6-2-1,9 1 70,0 0-1,1 1 0,-1-1 0,1 0 1,0 0-1,-1 0 0,1 0 0,0 0 0,-1 0 1,1 0-1,0 0 0,0 0 0,0-1 1,0 1-1,0 0 0,0-1 0,0 1 1,1-1-1,-2-2 0,-5-30-3614,5-5-3085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30.5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3282,'0'0'4420,"4"-5"-3369,15-16-48,-12 15 1074,-6 11 539,-1-3-2394,10 388 2888,-10-691-5572,0 296 2436,1 0 0,-1 0 1,1 0-1,0-1 0,0 1 0,0 0 0,1 1 0,0-1 1,0 0-1,0 0 0,0 1 0,5-7 0,-5 9 43,0-1-1,0 1 0,0-1 1,1 1-1,-1 0 0,1 0 1,0 0-1,-1 0 1,1 0-1,0 1 0,0-1 1,0 1-1,0 0 0,0 0 1,1 0-1,-1 0 1,0 1-1,0-1 0,1 1 1,3 0-1,-1-1 45,-1 1 0,1 1-1,0-1 1,0 1 0,0 0 0,6 2 0,-9-2-29,0 1 0,0 0 0,0-1 0,0 1 0,0 0 0,-1 1 0,1-1 1,-1 0-1,1 1 0,-1-1 0,4 6 0,5 9 34,-1 0-1,0 0 1,-2 1 0,0 0-1,0 1 1,-2-1 0,0 1-1,-2 1 1,3 21 0,0 21 879,-2 97 1,-5-158-802,1-2-120,-1-1 1,0 1-1,0-1 1,0 1-1,0-1 0,0 1 1,0 0-1,-1-1 1,1 1-1,0-1 0,-2-2 1,0-3-49,-3-33-521,0 0-1,3 0 0,1-1 0,6-49 0,-3 81 448,0 0 0,1 0 0,0 1 0,0-1-1,1 1 1,0 0 0,0 0 0,1 0 0,0 1 0,0 0-1,1 0 1,8-8 0,-9 9 110,0 1 1,1 0-1,-1 1 1,1-1-1,0 1 0,1 0 1,-1 1-1,0-1 1,1 1-1,0 1 0,0-1 1,0 1-1,0 0 1,0 1-1,12-2 0,3 3 170,-13-1-58,0 1-1,1 0 0,9 2 0,-16-1-88,-1-1 0,1 1 0,0 0 0,-1 0 0,1 0 0,-1 0-1,1 0 1,-1 1 0,1-1 0,-1 1 0,0 0 0,0-1 0,0 1-1,3 3 1,2 5 53,0-1-1,-1 1 1,0 1 0,-1-1-1,0 1 1,0 0-1,-2 0 1,1 0-1,-1 1 1,2 17 0,-1 12 364,-1 72 1,-3-77-89,0-35-433,0-13-2700,0-9-139,0-6-2417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30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10 6755,'0'0'6702,"1"-2"-5891,4-6-197,-4 10 168,-6 21-199,-85 228 932,69-193-1309,-57 133 238,29-73-376,45-106-602,3-10-741,1-4-116,1-12 293,-1-43-4944,0 20 1632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31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2785,'0'0'8906,"6"-2"-8362,-6 2-505,24-7 391,-23 7-334,1-1 1,-1 1 0,1 0-1,-1-1 1,1 1 0,-1 0-1,1 0 1,-1 0 0,0 0-1,1 0 1,-1 0 0,1 1 0,-1-1-1,1 0 1,-1 1 0,0-1-1,3 2 1,0 4 70,-1-1 1,-1 1-1,1 0 1,-1 1-1,0-1 1,0 0-1,-1 1 0,1 9 1,-1-10-24,145 595 4723,-97-458-4254,-45-135-690,-2-9-558,-6-16-480,-5 1-679,0-1-1,-1 1 1,-19-23 0,4 10-3414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31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 3826,'0'0'12149,"237"0"-11861,-181-6-288,-7-3-784,-7 6-1345,-21 3-4130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1:32.0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181 1 19721,'0'0'0,"-181"100"-11957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2:54.62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76 10629,'0'0'1280,"59"-13"-2224,-45-15-176,0-7-3186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2:59.39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39 4 3698,'0'0'5058,"3"0"-4431,4 0-126,-4 0 155,-1 0-1,0-1 1,0 1-1,0 0 0,0 1 1,0-1-1,0 0 1,0 1-1,0-1 1,0 1-1,3 1 0,2 7-1466,1 21 983,-1-1 0,6 58-1,-6 64 216,-4-68-75,5 38-77,2 100 445,-10-134-287,0-86 129,-3-12-409,0-9-194,0 1 0,2-1 1,1 0-1,2-24 0,-1-5-321,-1-578-1791,15 627 2286,574 0 118,-378-8-124,3 0 34,-151 8 17,0 2 0,73 12 0,-65-4-57,-40-7 33,38 8 0,-50-7-88,0-2 0,39 1 0,-12-2 13,258 15 68,-88-14-72,-112-4-81,71 12 116,-120-10-54,-54 0 16,24 0 688,61 0-845,-86 31 506,0 13-241,1 15-14,-2 0 0,-13 74 0,7-91-83,-14 60-22,10-33 19,8-41-24,1-1 0,1 29 0,1-51-16,-4 51 24,4-55 120,-25-1 203,-274 3-294,111 3-37,156-4-15,-38 6-1,39-4 6,-37 1 1,-847-5 750,793 1-690,-213-27 0,270 18 88,0 4 1,-86 5 0,52 1-15,-74-2 62,172 0 688,12-1-1449,-8 0 358,1-1 1,-1 1-1,0 0 0,0-1 0,0 1 1,0-1-1,-1 0 0,1 0 0,0 0 1,-1-1-1,1 1 0,-1-1 0,3-3 1,7-7-860,38-37-3268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01.48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52 42 7443,'0'0'6985,"0"0"-6936,0 0 0,0 0 0,0 0-1,-1 0 1,1 0 0,0-1 0,0 1 0,0 0 0,0 0 0,0 0-1,0 0 1,0 0 0,0 0 0,0 0 0,-1 0 0,1 0 0,0 0 0,0 0-1,0 0 1,0 0 0,0 0 0,0 0 0,0 0 0,0 0 0,0 0-1,-1 0 1,1 1 0,0-1 0,0 0 0,0 0 0,0 0 0,0 0-1,0 0 1,0 0 0,0 0 0,0 0 0,0 0 0,0 0 0,0 0 0,0 0-1,-1 0 1,1 1 0,0-1 0,0 0 0,0 0 0,0 0 0,0 0-1,0 0 1,0 0 0,0 0 0,0 0 0,0 0 0,0 1 0,0-1-1,0 0 1,0 0 0,0 778 4263,0-777-4163,0-6-877,-10-41 157,4 21 349,-5-53 1,4-144-1297,6 27 1266,1 104 258,1 85 12,-1 0 0,1 0 0,1 0 0,-1 0 0,1 0 0,0 0 0,0 0 0,0 0 0,6-8 0,-1 3 17,0 0 0,1 0 0,13-13 0,-17 20-30,0 1 0,0 0 0,0 0 0,0 1 0,1-1 0,-1 1 0,1 0 0,0 0 0,-1 1 0,1 0 0,0-1 0,5 1 0,8-2 21,-1 1-1,20 1 1,-34 1-16,13 0 21,0 0 0,1 1 0,-1 1 0,20 4 0,-32-5-32,1 1 1,-1-1-1,1 1 0,-1 0 0,0 0 0,1 1 0,-1-1 0,-1 1 0,1 0 0,0 0 0,-1 0 0,1 1 0,-1-1 0,0 1 0,0 0 0,0 0 0,-1 0 0,1 0 1,1 5-1,2 3 86,-1 0 0,-1 0 1,0 0-1,0 1 0,-2-1 1,1 1-1,-2 0 1,1 24-1,-1-21 74,-1-2-5,0 0 1,-4 23-1,3-32-140,0 0 0,-1 0 0,0 0 0,0 0 0,0 0 0,0 0 0,-1 0 0,0-1 0,0 1 0,-5 5 0,-5 6 13,-2 0 1,0-1-1,-31 24 0,39-35-38,-1 1 0,1-1 1,-1 0-1,0 0 0,0-1 0,0 0 0,0-1 0,0 1 1,-1-2-1,1 1 0,-1-1 0,-10 0 0,0-1-49,5 0-140,-1 0-1,-17-3 1,27 2 122,0 0 1,0 0-1,0-1 0,0 0 1,0 0-1,1 0 0,-1 0 1,1-1-1,-9-6 0,-32-32-172,44 41 250,1 0 1,0 0-1,0 0 1,0 0-1,-1 0 1,1 0-1,0-1 1,0 1 0,0 0-1,0 0 1,-1 0-1,1 0 1,0 0-1,0-1 1,0 1 0,0 0-1,0 0 1,0 0-1,0-1 1,0 1-1,0 0 1,-1 0 0,1 0-1,0-1 1,0 1-1,0 0 1,0 0-1,0 0 1,0-1 0,0 1-1,0 0 1,0 0-1,0-1 1,1 1-1,-1 0 1,0 0 0,0 0-1,0-1 1,0 1-1,0 0 1,0 0-1,0 0 1,0 0 0,1-1-1,-1 1 1,13-4 59,21 3 55,-31 1-108,0 0-5,14 0 12,0 0-1,0 1 1,17 4-1,-28-4-10,0 1-1,0 0 0,-1 0 1,1 1-1,0-1 1,-1 1-1,0 1 0,0-1 1,0 1-1,0-1 1,8 9-1,-6-4 11,0 1-1,-1-1 1,0 1 0,0 1 0,-1-1 0,0 1-1,-1 0 1,4 11 0,3 14 149,5 38-1,-4-18 73,9 63 572,-21-117-772,0 1 1,0-1-1,1 0 0,-1 0 1,0 0-1,0 0 0,1 0 1,-1 1-1,1-1 0,-1 0 1,1 0-1,-1 0 0,1 0 1,0 0-1,-1 0 0,1-1 1,0 1-1,0 0 0,-1 0 1,1 0-1,0-1 0,2 2 1,-3-2-25,1 0-143,-1-1 24,1 1-1,-1 0 1,1 0-1,-1-1 1,0 1 0,1 0-1,-1-1 1,0 1 0,1 0-1,-1-1 1,0 1-1,1-1 1,-1 1 0,0 0-1,1-1 1,-1 1-1,0-1 1,0 1 0,0-1-1,0 1 1,1-1 0,-1 1-1,0-2 1,7-26-4731,6-8-5549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02.57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332 92 6915,'0'0'6782,"0"-3"-6307,0-2-270,0 3-132,1 0 0,-1 0 0,0 1 0,0-1 0,0 0 0,0 0 0,0 1 0,-1-1 1,1 0-1,-1 0 0,1 1 0,-1-1 0,1 1 0,-1-1 0,0 0 0,0 1 0,0-1 0,0 1 0,0-1 0,0 1 0,0 0 0,0 0 1,-1-1-1,1 1 0,-2-1 0,-20-13 26,20 12-74,-1 0 0,0 0 0,0 1 0,0 0 0,0 0-1,0 0 1,-1 0 0,1 0 0,0 1 0,-1 0 0,1 0-1,-1 0 1,0 0 0,-4 1 0,-10-1 10,-25 2 21,41 1-46,1-1 0,0 0-1,0 1 1,0-1 0,0 1 0,0-1 0,0 1 0,0 0 0,0 0 0,1 0 0,-1 0 0,1 0 0,-1 0 0,1 1 0,0-1 0,-2 5-1,-1 2 61,0 1-1,1-1 0,-3 12 0,3 3 296,0 0 0,2 44-1,1-43 322,1-25-683,-1 1 1,0 0-1,0-1 1,1 1-1,-1-1 1,0 1-1,1-1 1,-1 1-1,0-1 0,1 1 1,-1-1-1,1 1 1,-1-1-1,1 0 1,-1 1-1,1-1 1,-1 0-1,1 1 1,-1-1-1,1 0 1,-1 0-1,1 0 1,0 1-1,-1-1 1,1 0-1,1 0 1,23 4 240,-12-2-137,-3-1-94,1 1-1,-1-2 0,1 1 1,-1-1-1,16-2 0,-16 1-84,0 0 0,1 1 1,-1 0-1,0 0 0,15 4 0,-21-3 67,0 0 1,0 1-1,-1-1 1,1 1-1,0 0 1,-1 0-1,1 0 1,-1 1-1,1-1 1,-1 1-1,0 0 1,0 0-1,0 0 1,-1 0-1,1 0 1,-1 1-1,1-1 1,1 5-1,1 7 140,-1-1 0,0 1 0,-1 0-1,-1 0 1,1 26 0,-3-37-81,0 1 1,0 0 0,-1 0 0,1 0-1,-1 0 1,0-1 0,0 1-1,-1 0 1,0-1 0,1 1-1,-1-1 1,-1 1 0,1-1-1,-1 0 1,0 0 0,0 0 0,0 0-1,0-1 1,0 1 0,-1-1-1,0 0 1,0 0 0,0 0-1,0 0 1,-5 2 0,-2-1-26,0-1 1,0 0-1,0-1 1,0 0 0,-1 0-1,1-1 1,0-1-1,-15 0 1,19 0-51,0-1-8,0 0 0,-1 0 0,1 0 0,0-1 0,0 1 0,1-2 0,-1 1 0,-10-6 0,-6-5-743,-23-16 1,6 3-3227,13 10-1034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08.4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 3394,'0'0'4415,"-6"4"1026,-2-1-1526,37-3-3544,217-7-323,-244 7-54,-1 1-1,1-1 1,-1 0-1,1 0 1,0 1-1,-1-1 1,1 1-1,-1-1 1,1 1-1,-1-1 1,1 1-1,-1 0 1,0 0-1,1 0 1,-1 0-1,2 2 1,12 7 41,-14-10 178,1 0-1079,-1-6-2696,-1-16-1728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23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0 2385,'0'0'12099,"-5"0"-16170,-8 0-1044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2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21 111 6563,'0'0'9378,"-3"-3"-8583,-13-12 304,16 15-1064,0 0 0,-1 0 0,1 0 0,0 0-1,0 0 1,0-1 0,0 1 0,0 0-1,0 0 1,0 0 0,0 0 0,0-1 0,0 1-1,-1 0 1,1 0 0,0 0 0,0-1 0,0 1-1,0 0 1,0 0 0,0 0 0,0 0 0,0-1-1,0 1 1,0 0 0,1 0 0,-1 0-1,0-1 1,0 1 0,0 0 0,0 0 0,0 0-1,0 0 1,0-1 0,0 1 0,0 0 0,1 0-1,-1 0 1,0 0 0,0 0 0,0 0 0,0-1-1,1 1 1,3-1 277,1 1-1,-1-1 0,0 1 1,1 0-1,-1 0 1,6 1-1,18 0-805,239 19 584,-33 0-193,-77-13 124,-156-7-98,-1-8-1699,0 5 1551,1 0 0,-1 0 0,0 0 0,0 0 0,0 0 0,0 0 0,-1 0 0,1 0 0,-1 0 0,0 0 0,0 0 0,0 0 0,0 1 0,0-1 0,0 0-1,-1 1 1,1-1 0,-1 1 0,0-1 0,0 1 0,0 0 0,0 0 0,-3-2 0,-26-15 82,26 17 271,1-1 0,-1 1 0,1-1 0,-1 0 0,1 0 0,0 0 0,0 0 0,1-1 0,-8-8 1283,25 12-1306,-1 0 0,1 1-1,0 0 1,-1 1 0,1 1-1,-1 0 1,21 8 0,-20-5-97,5 1-167,0 2 1,31 18 0,-46-24 128,0-1 1,0 1 0,0 0 0,0 0 0,-1 1-1,1-1 1,-1 1 0,0-1 0,0 1 0,-1 0 0,1 0-1,-1 0 1,0 1 0,0-1 0,0 0 0,0 1 0,1 8-1,-2-5 21,-1 0 0,1-1-1,-2 1 1,1 0 0,-1-1-1,0 1 1,-1-1-1,1 1 1,-2-1 0,1 0-1,-4 8 1,-2-1 90,1 0-1,-2-1 1,0 0 0,-15 15-1,12-14-329,-20 25 1078,30-37-1197,0 1 1,1 0 0,-1 0-1,0 0 1,1 1 0,0-1-1,0 0 1,0 0 0,0 1-1,1-1 1,-1 5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28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6643,'0'0'7590,"0"-7"-7136,0-18 18,0 19 283,0 7-467,1 2-262,1-1 1,-1 1-1,0 0 0,0-1 0,-1 1 1,1 0-1,0 0 0,-1 3 0,3 12 98,70 489 3308,-49-298-3054,-19-181-367,9 34 0,-3-16-897,-10-42-157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2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10229,'0'0'5690,"8"2"-5364,8 0-160,0 0 1,0-1-1,1 0 1,21-3-1,-36 2-140,21-4 303,47 0 1,-65 4-285,1 0 0,-1 1 1,1-1-1,-1 1 0,1 1 0,-1-1 1,0 1-1,1-1 0,-1 2 0,0-1 0,0 0 1,0 1-1,8 6 0,29 29 619,-38-33-514,-3-4-148,-1-4-562,-5-62-3471,-4 8-536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29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9092,'0'0'8244,"136"47"-7860,-87-22-32,-4-10-352,1 1 16,-5-13-48,-6-3-736,0 0-3234,-10 0-7379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29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3730,'0'0'5613,"25"1"-2822,-24 4-2695,1-1 1,0 1-1,-1-1 1,0 1 0,0 0-1,0 0 1,-1-1-1,0 1 1,0 8 0,0-2 116,2 282 3245,-2-57-844,-1-225-2516,1 1-1,1 0 1,0-1-1,1 1 1,0-1 0,0 0-1,1 1 1,1-1 0,5 12-1,-8-22-99,-1 0 0,0 0 0,1 0 0,-1-1 0,0 1-1,1 0 1,-1 0 0,1-1 0,-1 1 0,1 0 0,-1-1 0,1 1-1,0 0 1,-1-1 0,1 1 0,0-1 0,-1 1 0,1-1 0,0 0-1,0 1 1,-1-1 0,1 0 0,0 1 0,0-1 0,0 0 0,0 0-1,1 0 1,-1 0-47,0-1 0,0 1 1,0-1-1,0 0 0,0 0 0,0 1 0,0-1 0,0 0 0,0 0 0,-1 0 0,1 0 0,0 0 0,-1 0 0,1 0 0,-1 0 0,2-3 1,1-5-605,0-1 0,0 0 0,2-14 0,-1-25-3594,-3-1-2553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0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3378,'0'0'10652,"18"-2"-9950,-2 1-526,101-5 763,157 6-493,-270-1-506,-3 1 34,0 0-1,0 0 1,-1 0-1,1 0 1,0 0-1,-1 0 1,1 0-1,0 0 1,-1 0-1,1 1 1,0-1-1,0 0 1,-1 0-1,1 1 1,-1-1 0,1 0-1,1 1 1,-1 1-1389,-1-2 1276,0 0 0,0 1 0,0-1 0,0 0 0,0 0 0,0 1 1,0-1-1,0 0 0,0 0 0,0 0 0,0 1 0,-1-1 0,1 0 0,0 0 0,0 1 1,0-1-1,0 0 0,0 0 0,0 0 0,0 1 0,-1-1 0,1 0 0,0 0 0,0 0 1,0 0-1,0 1 0,-1-1 0,1 0 0,-14 8-3292,-12 2-395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8980,'0'0'6851,"206"10"-6146,-140-10-177,-10 0-304,-10 0-224,-12 0 0,-13 0 0,-7 0-304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0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55 2609,'0'0'9810,"-1"-3"-9079,0 0-660,1 1 0,-1-1 0,0 1 0,0-1 0,0 1 0,0 0 0,-1-1 0,1 1 0,-1 0 0,1 0 0,-1 0 0,0 0 0,0 0 0,0 1 1,0-1-1,0 1 0,0-1 0,0 1 0,0-1 0,-1 1 0,1 0 0,0 0 0,-1 0 0,1 1 0,-1-1 0,-3 0 0,-4-1-4,0 1-1,0 0 1,0 0 0,0 1 0,0 1-1,-10 1 1,15-1-23,0 1 1,0 0-1,0 0 0,0 0 1,1 0-1,-1 1 0,1 0 1,-1 0-1,1 0 0,0 0 1,0 1-1,1-1 0,-1 1 1,1 0-1,-4 5 0,0 1 50,0 1 0,0 0 0,1 0 0,-10 24 0,13-22 10,0 0-1,0 0 0,2 0 0,-1 0 1,2 0-1,1 24 0,0-33-85,-1 1 0,1-1 0,0 0 0,0 0 1,1 0-1,-1 0 0,1 0 0,0-1 0,0 1 0,0 0 0,1-1 0,-1 1 0,1-1 0,0 0 0,0 0 0,4 3 0,7 6 24,1-1-1,24 14 1,-17-12-31,-6-3 2,9 5 19,0 1 1,-1 2 0,-1 0 0,22 23-1,-42-38-36,-1 0-1,1 1 0,-1-1 0,0 1 1,0-1-1,0 1 0,0 0 0,-1 0 1,0 0-1,1 0 0,-1 5 1,0-8 2,-1 1 1,0 0 0,0 0-1,0 0 1,0 0 0,0-1-1,0 1 1,-1 0 0,1 0-1,0 0 1,-1-1 0,0 1 0,1 0-1,-1 0 1,0-1 0,0 1-1,0-1 1,0 1 0,0-1-1,0 1 1,0-1 0,-1 0-1,1 1 1,0-1 0,-1 0-1,1 0 1,-4 2 0,-10 4 29,0-1-1,0 0 1,0-1 0,-1-1-1,0 0 1,-18 1 0,-10-1-319,-45-1 1,86-3 160,0 0-1,1 0 1,-1 0 0,0-1-1,1 1 1,-1-1 0,0 1-1,1-1 1,-1 0 0,1 0-1,-1 0 1,1 0 0,-3-2-1,3 1-106,0 1 0,1-1 0,-1 0 1,1 0-1,0 0 0,0 0 0,0 0 0,0 0 0,0 0 0,0 0 0,0 0 0,1 0 0,-1 0 0,1-1 0,-1-3 0,-1-33-6024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1281,'0'0'15092,"-3"1"-14260,-3 3-591,7-1-17,17 2 163,34 1 60,213 0-257,-248-6-441,-16 0-544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9188,'0'0'4898,"178"0"-3937,-119 6-609,-3 4-336,-14-1-32,-14 1-352,-11 2-1217,-17-2-2641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16 368,'0'0'5955,"0"-3"-5651,0 0-64,0-3 144,0 2-144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4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4322,'0'0'6123,"1"-6"-5320,7-20 59,-8 26-585,0 0 1,0-1-1,0 1 1,1-1 0,-1 1-1,0-1 1,0 1-1,1 0 1,-1-1 0,0 1-1,1 0 1,-1-1-1,0 1 1,1 0 0,-1-1-1,1 1 1,-1 0-1,0 0 1,1-1 0,-1 1-1,1 0 1,9 1 1075,5 10-1258,125 190 1538,-139-200-1625,26 45 271,-1 2 1,24 66-1,27 104 573,-26-65-307,-46-141-466,-1 1 27,0-1-1,1 0 1,0 0-1,1 0 1,1 0-1,0-1 1,10 13 0,-6-16-1,-5-13-20,-1-22-21,-4 13-116,51-186-678,-38 152 503,4-9-443,2 1 1,46-91-1,-46 110 505,2 1 0,2 1 0,1 1 0,50-51 0,-64 71 672,2 1-1511,-9 16-431,-3 11-723,-4 22-2225,-12 13-2385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5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37 142 4194,'0'0'5885,"0"-9"-4724,0-41 2518,0 50-3676,0-1 0,0 1 1,-1 0-1,1 0 0,0 0 1,-1 0-1,1 0 0,0 0 1,-1 0-1,1 0 0,0 0 1,-1 1-1,1-1 0,0 0 1,0 0-1,-1 0 0,1 0 1,0 0-1,-1 0 0,1 1 1,0-1-1,0 0 0,-1 0 0,1 0 1,0 1-1,0-1 0,0 0 1,-1 0-1,1 1 0,0-1 1,0 0-1,0 0 0,0 1 1,0-1-1,-1 0 0,1 1 1,0-1-1,0 0 0,0 1 1,0-1-1,-4 27 119,0 0 0,2 0 1,2 29-1,-1-15 307,-3 374 4130,4-415-4420,1-179-2059,-2 91 678,-9-216-951,9 288 2198,0 13 3,1-1-1,0 1 1,-1 0-1,1-1 1,0 1-1,1 0 0,-1 0 1,1-1-1,-1 1 1,1 0-1,0 0 1,0 0-1,0 0 0,1 0 1,-1 0-1,1 0 1,3-5-1,0 4 44,-3 1-11,0 1 1,0-1 0,1 1-1,-1 0 1,1 0 0,-1 0-1,1 1 1,0-1 0,0 1 0,0-1-1,0 1 1,0 0 0,0 0-1,0 0 1,0 0 0,0 1-1,1-1 1,-1 1 0,6 0-1,-6 0-18,1 0 0,-1 0 0,1 0 0,-1 0 0,1 1 0,-1-1 0,1 1 0,-1 0 0,6 2 0,-7-1-4,0 0 0,0-1 1,-1 1-1,1 0 0,0 0 1,-1 0-1,1 0 0,-1 0 0,1 0 1,-1 0-1,0 0 0,0 1 1,0-1-1,1 4 0,3 13 253,0 1-1,0 0 1,-2 0 0,-1 1-1,0-1 1,-2 0 0,0 1-1,-4 25 1,2-35-187,0-1 1,-1 1 0,-1-1-1,0 0 1,0 0 0,-1 0-1,0 0 1,0-1-1,-1 0 1,-1 0 0,1-1-1,-1 1 1,-1-1 0,0-1-1,0 0 1,0 0 0,-17 10-1,22-15-201,10-9-1655,8 0 1313,0 0 1,0 0-1,0 1 0,1 1 0,0 1 0,0 0 0,0 1 0,0 1 0,1 0 1,-1 2-1,0-1 0,22 4 0,-33-2 546,0 0 0,0 0 0,1 0 1,-1 1-1,0 0 0,0 0 0,0 0 0,-1 1 0,1 0 1,-1 0-1,1 0 0,-1 0 0,0 1 0,0-1 0,0 1 0,-1 0 1,1 0-1,-1 1 0,0-1 0,0 1 0,3 6 0,-2-3 118,-1 1-1,1 0 0,-2 0 0,1 0 0,-1 0 0,0 0 1,-1 1-1,0-1 0,-1 0 0,0 1 0,-2 15 0,1-19-102,-1-1 0,0-1 0,0 1 0,0 0 0,0 0 0,-1-1-1,0 1 1,1-1 0,-2 0 0,1 0 0,0 0 0,-1 0 0,0 0 0,0-1-1,0 0 1,0 0 0,-1 0 0,1 0 0,-7 2 0,0 1-56,0-1 0,-1-1 0,0 0 0,0 0 0,0-1 0,0-1 1,-17 2-1,17-3-182,0 0 1,0-1-1,-1-1 0,-18-2 1,28 2-57,-1 0 1,1 0-1,0 0 1,0-1-1,0 1 0,-1-1 1,1 1-1,1-1 1,-1 0-1,0 0 1,0-1-1,1 1 0,-1 0 1,1-1-1,0 0 1,0 1-1,0-1 1,0 0-1,0 0 0,-1-4 1,-8-28-3619,6 1-3209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5955,'0'-3'11992,"0"364"-8433,-1-349-3382,2-1 1,0 1-1,0-1 0,1 0 1,1 1-1,0-1 0,0 0 1,8 18-1,-8-25-150,-1 1 0,1-1 1,0 1-1,0-1 0,1 0 0,-1 0 0,1-1 0,0 1 0,0-1 0,0 1 1,0-1-1,0-1 0,1 1 0,-1 0 0,1-1 0,0 0 0,0 0 0,0-1 0,0 1 1,0-1-1,9 1 0,-4-1-14,0 0-1,0-1 1,0 0 0,0 0 0,0-1-1,0-1 1,0 1 0,10-4 0,-13 2-51,0 0 0,0-1 0,0 1 0,0-1 0,-1-1 1,1 1-1,-1-1 0,0 0 0,-1 0 0,10-12 0,-7 6-245,0 1-1,-1-1 0,-1 0 1,1 0-1,-2-1 0,0 0 1,0 0-1,-1 0 0,-1-1 1,0 1-1,0-1 0,-2 0 0,1 0 1,-2-22-1,2-25-1077,-1-39 335,-2 85 1040,0-1 1,-1 1 0,-1 1 0,-6-23 0,1 9 9,7 21 84,-1-1-1,0 1 1,0-1 0,-4-5 0,6 35 951,-1-5-974,12 238 1459,-1-54-772,4-29-622,-14-167-260,0-35-13755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3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4274,'-6'0'14351,"190"10"-12767,11 2-1133,681-12-296,55 3-278,-891 0 36,81 13 1,-76-8 20,56 3 1,771-6-1046,-502-7 1259,326 2-28,-507 3 3233,-189-3-3059,3 0-17,-3 0-44,-3 6-4824,2-5 4078,-1 1 1,1-1-1,0 0 0,0 0 1,0 0-1,-1 0 0,1 0 1,0 0-1,-3 1 0,1-1-999,-11 9-5886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48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11 109 8644,'0'0'4877,"14"1"-3084,-3 198-1533,-1-42 344,-6 344 1495,-5-333-639,1-168-1412,-1-129-2982,-22-150 195,-1 0 1294,23 75 1016,2 196 443,0 0 1,0 1 0,1-1 0,-1 1 0,2-1-1,-1 1 1,1-1 0,0 1 0,8-13 0,5-4 36,24-30 0,-30 41-37,-5 7-35,0 0 1,0 0 0,0 0 0,1 1-1,0 0 1,12-8 0,-14 10 25,1 1 1,1 0 0,-1 0-1,0 0 1,0 1 0,1 0-1,-1 0 1,1 0-1,-1 0 1,9 1 0,2 0 81,-10-1-68,-1 1 1,1 0-1,-1 0 1,0 0 0,1 1-1,-1-1 1,0 1-1,1 0 1,-1 1-1,0 0 1,0 0 0,0 0-1,0 0 1,0 0-1,8 7 1,-3 0 26,-1 0 1,0 1-1,0 0 0,-1 0 1,9 16-1,31 62 445,-30-53-374,42 100 691,-57-124-769,-1 1 0,0 0 0,0-1 0,-1 1 1,-1 0-1,0 0 0,0 0 0,-4 20 0,1-24-8,0 0 0,0 0 0,-1-1 0,0 1 0,0-1-1,-1 0 1,0 0 0,-10 9 0,-1 5-7,13-17-14,-88 111 299,78-100-309,-1-1 1,-1-1 0,0 0-1,-1-1 1,-22 14-1,28-22 11,1-1 0,0 0 0,-1 0 0,0-1 0,0 0 0,0-1 0,1 0-1,-1 0 1,0-1 0,0-1 0,0 1 0,-12-4 0,19 3-40,0 0 1,1 0 0,-1 0-1,0 0 1,0-1 0,1 1-1,-1-1 1,1 0 0,-1 0-1,1 0 1,0 0-1,0 0 1,0 0 0,0 0-1,0-1 1,0 1 0,1-1-1,-1 0 1,1 1 0,0-1-1,-1 0 1,1 0-1,-1-5 1,-1-4-481,1 0 0,0 0 0,1 0 0,0-19 0,1 30 501,0 1 0,1 0 0,-1-1 0,0 1 0,0 0 0,1-1 1,-1 1-1,0 0 0,1-1 0,-1 1 0,1 0 0,-1-1 0,0 1 0,1 0 0,-1 0 0,1 0 0,-1-1 0,1 1 0,-1 0 0,1 0 0,-1 0 0,1 0 0,-1 0 0,0 0 0,1 0 0,0 0 0,18 0 106,-17 0-90,23-1 111,-18 0-75,1 1 0,0-1 0,0 1 0,0 1 0,0 0 0,-1 0 0,1 1 0,0-1 0,-1 2 0,12 4 0,-5 0 29,-1 1 0,0 0 0,-1 1 0,0 1 0,0 0 1,-1 1-1,0 0 0,-1 0 0,0 1 0,-1 1 0,0-1 0,-1 2 0,-1-1 0,10 23 0,-2 13 495,-1 1-1,-3 0 1,7 67 0,0-3 523,-17-107-946,4 15 73,-5-21-191,1-1-1,-1 1 1,0-1-1,0 1 1,1 0-1,-1-1 1,1 1-1,-1-1 1,0 1-1,1-1 0,-1 1 1,1-1-1,-1 1 1,1-1-1,0 0 1,-1 1-1,1-1 1,-1 0-1,1 1 1,0-1-1,-1 0 1,1 0-1,0 0 0,-1 1 1,1-1-1,1 0 1,-2 0 341,0-18-782,0 8-607,-1 1 1,2-1 0,0 1-1,0-1 1,2-9 0,10-12-5615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4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44 2785,'0'0'5363,"0"-3"-4707,0 2-566,0-1-1,0 1 1,0 0 0,0 0 0,-1-1-1,1 1 1,0 0 0,-1-1-1,1 1 1,-1 0 0,0 0-1,1 0 1,-1 0 0,0-1 0,0 1-1,0 0 1,1 0 0,-1 0-1,0 1 1,0-1 0,-2-1 0,0 0-3,0 0 0,0 1 0,-1 0 1,1-1-1,0 1 0,-1 0 1,1 0-1,-5 0 0,-3 0 27,-1 0 0,0 1 0,1 0 0,-21 4 1,27-3-74,1 0 0,-1 1 1,0-1-1,1 1 0,-1 1 1,1-1-1,0 0 0,0 1 1,0 0-1,0 0 0,0 0 1,0 1-1,1-1 0,0 1 1,0 0-1,-4 6 0,3-5 31,0 1 0,1 0 0,0 1-1,0-1 1,1 0 0,0 1-1,0 0 1,0-1 0,1 1 0,0 0-1,0 9 1,0 0 173,2 23 578,0-37-779,-1 0 0,1 0 0,-1 0 0,1 1 0,0-1 0,0-1 0,0 1 0,0 0 0,0 0 0,0 0 0,0 0-1,1-1 1,-1 1 0,1-1 0,2 3 0,9 4 26,0 0 0,0-1 0,1-1 0,0 0 0,1-1 0,17 4 0,40 16 125,-64-21-181,-1-1-1,0 1 0,0 1 1,0-1-1,0 1 1,-1 0-1,7 7 1,-12-10-15,1 0 0,-1 0 0,0 0 0,0 0 0,0 0 0,-1 0 0,1 1 1,0-1-1,-1 0 0,1 0 0,-1 1 0,0-1 0,0 0 0,0 1 0,0 3 0,-1-2 26,1-1-1,0 1 1,-1-1 0,0 0-1,0 1 1,0-1-1,0 0 1,-1 0 0,1 0-1,-3 4 1,-2 0 46,-1 0 1,0-1-1,-1 1 1,1-1-1,-1-1 1,0 0-1,-16 7 1,-65 26 183,60-28-230,-1-1-1,-1-2 1,1-1 0,-1-2 0,0 0 0,-32-2-1,57-2-156,-18-2-688,11-8-3153,2-9-5722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51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5907,'0'0'7352,"-12"0"-3521,170 8-2965,-36-1-752,196-5-36,-168-3 1610,-179 1-7670,12 0-477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52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14 816,'0'0'8527,"4"-12"-5624,-3 12-2860,-1 0 0,0-1 0,0 1 0,0 0 0,0 0 0,1 0 0,-1 0 1,0 0-1,0 0 0,1 0 0,-1-1 0,0 1 0,0 0 0,0 0 0,1 0 0,-1 0 1,0 0-1,0 0 0,1 0 0,-1 0 0,0 0 0,0 0 0,1 0 0,-1 0 1,0 1-1,0-1 0,1 0 0,-1 0 0,0 0 0,0 0 0,0 0 0,1 0 0,-1 0 1,0 1-1,0-1 0,0 0 0,0 0 0,1 0 0,-1 0 0,0 1 0,0-1 1,0 0-1,0 0 0,0 1 0,0-1 0,1 0 0,-1 0 0,0 0 0,0 1 0,4 12 392,18 101 347,25 166 250,-38 151 651,-11-290-1042,4-195-4421,3 17-1545,-1 12-1327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 3986,'0'0'5845,"0"-2"-5116,0-14 1552,0 26-177,0 33-1340,0 835 3488,0-877-4812,-1-7-430,-11-27-479,1 2-684,-11-45-1,13 22-2086,-5-98-1,14 96 2312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5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2 371 1345,'0'0'5111,"0"-29"-4278,0-95-313,-1 95-295,1 15 15,-1 1 1,2 0-1,0-1 0,0 1 1,1-1-1,6-17 0,-7 28-118,1-1 0,0 0 0,0 0 0,0 1-1,0-1 1,1 1 0,0 0 0,-1 0-1,1 0 1,0 0 0,1 0 0,-1 1 0,0-1-1,1 1 1,-1 0 0,1 0 0,0 0-1,0 1 1,6-3 0,3 0-109,1 0 0,-1 1 0,1 0-1,20 0 1,67 2 36,-55 1 65,-42 0-81,-1 1 0,1-1-1,-1 1 1,1 0 0,-1 0 0,1 0 0,-1 1 0,1-1-1,-1 1 1,0 0 0,0-1 0,0 2 0,0-1 0,3 3-1,5 5 125,0 2 0,10 12 0,-6-6-13,1 1 148,-1-1-1,22 39 1,-31-47-150,-1 0 0,0 1 0,0 0 0,-1 0 0,-1 0 1,0 0-1,3 21 0,-5 64 436,-2-53-254,1-38-292,-1 1 0,0-1 0,-1 1 0,1-1 1,-1 1-1,0-1 0,0 0 0,-1 0 0,1 0 1,-1 0-1,0-1 0,-5 6 0,-2 3 28,-1-1 0,0-1 0,-14 12 0,15-15-27,0-1 0,0-1-1,0 0 1,-1 0-1,0-1 1,0 0-1,0-1 1,-1 0-1,0-1 1,-16 2-1,-9 0-153,-75-2-1,81-3-49,24 0 81,1-1-1,-1 1 1,1-1-1,-1 0 0,1 0 1,-1-1-1,1 0 1,-8-3-1,12 4 49,0 0 0,0-1-1,0 1 1,0 0 0,0-1 0,0 1-1,0-1 1,0 0 0,1 0 0,-1 0 0,1 0-1,-1 0 1,1 0 0,0 0 0,-1 0 0,1 0-1,1-1 1,-1 1 0,0 0 0,0-1 0,1 1-1,-1-1 1,1 1 0,0 0 0,0-4 0,0 5 40,0 0-1,0 0 1,0 0 0,1 0 0,-1 0 0,0 0 0,0 0 0,1 0 0,-1 0 0,1 0 0,-1 0 0,1 0 0,-1 0 0,1 0 0,0 0 0,-1 1-1,1-1 1,0 0 0,0 1 0,-1-1 0,1 0 0,0 1 0,0-1 0,0 1 0,1-1 0,2-1-5,0 1 0,-1 0 0,1 0 0,0 0 0,0 0 0,-1 1 0,8 0 0,-3 0 0,0 0-1,0 1 0,1 0 1,-1 1-1,0-1 0,0 2 1,8 2-1,0 4 102,-1 1 0,-1 0 0,0 1 0,0 0 0,-1 1 0,0 0 0,-1 2 0,-1-1 0,0 1 0,15 25 0,-8-6 230,0 1 0,-2 1-1,21 68 1,-6 28 1135,-21-111-1145,-9-18-287,0 0 0,0 0 0,0 0 0,0 0 0,-1 0 0,1 0 0,0 0 0,-1 0 0,1 3 1,-1-5-21,-7-7-2971,6 6 2456,-1-1-1,1 0 1,0 0-1,0 0 1,0 0-1,1 1 1,-1-1-1,0 0 1,0-4-1,0-8-4466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5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43 4674,'0'0'4856,"-3"-5"-4144,-15-25 907,17 23 813,2 15-8,6 464 129,-7-434-2187,0-37-89,0-4-264,0-220-2448,1 212 2386,0 1 0,0-1 1,1 1-1,1-1 1,0 1-1,0 0 0,1 0 1,9-17-1,-6 14-8,1 1 0,0 0 0,1 0 0,0 0 1,19-17-1,-16 16 13,-11 12 37,0 0-1,1-1 1,-1 1 0,0 0 0,0 0 0,0 0 0,1 0 0,-1 0 0,1 0-1,-1 0 1,1 0 0,-1 1 0,1-1 0,-1 0 0,1 1 0,-1 0-1,1-1 1,0 1 0,-1 0 0,1 0 0,0 0 0,2 0 0,-3 0 24,0 0 0,0 0 0,1 1-1,-1-1 1,0 0 0,0 1 0,1-1 0,-1 1 0,0-1 0,0 1 0,0 0 0,0 0 0,0-1 0,0 1 0,0 0 0,0 0 0,0 0 0,0 0 0,0 0 0,-1 0 0,1 0 0,0 0 0,-1 0 0,1 1 0,0 1 0,11 38 275,-9-27-214,28 171 1490,-18-89-447,-14-118-1144,2 0 0,0 0 1,1-1-1,1 2 0,9-32 1,-7 38-173,2 1 0,-1-1 1,2 1-1,0 0 1,17-22-1,-21 31 131,1 0-1,-1 0 1,1 1 0,0-1 0,0 1 0,0 0-1,1 1 1,0-1 0,-1 1 0,1 0-1,0 1 1,0 0 0,1-1 0,-1 2 0,0-1-1,11 0 1,85-2 80,-100 4-12,0 1 0,1-1 0,-1 1 0,0 0 0,0-1 0,0 1 0,0 0 0,0 0-1,0 0 1,0 1 0,-1-1 0,1 0 0,0 1 0,0 0 0,-1-1 0,1 1 0,-1 0 0,0-1 0,0 1 0,1 0 0,-1 0 0,1 2 0,3 7 96,0 0 0,-1-1 0,3 13 0,1 12 369,-2 0 1,-1 1-1,-2 0 0,-3 63 1,0-60-491,0-38-7,0 0-1,0-1 1,0 1-1,0 0 1,0 0-1,0-1 1,0 1-1,-1 0 1,1 0-1,0-1 1,0 1-1,-1 0 1,1 0-1,0-1 1,-1 1-1,1 0 0,-1-1 1,1 1-1,0-1 1,-1 1-1,0 0 1,0 0-1,-18 2-3170,-1-3-2198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3:59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50 129 9492,'0'0'7172,"-3"-7"-6532,3 6-626,-2-4 124,1 1-1,0-1 0,0 0 1,0 0-1,0 0 0,1 0 1,0 1-1,0-1 0,0 0 0,1 0 1,1-7-1,-1 2 460,0-1 0,0-20 0,-1 28-547,0 2 14,0 11-558,-3 1102 2495,3-1083-1816,6 52-1,-4-71-136,0-1-1,0 0 1,1 1 0,0-1-1,1 0 1,0 0 0,0-1-1,11 16 1,-15-24-67,0 0 0,0 0 0,0 0 0,0 0 0,0 0 0,0 0 0,0 0 0,0 0 0,0 0 0,0-1 0,0 1 0,0 0-1,0 0 1,0 0 0,0 0 0,0 0 0,0 0 0,0 0 0,1 0 0,-1 0 0,0 0 0,0 0 0,0 0 0,0 0 0,0 0 0,0 0 0,0 0 0,0 0 0,0 0 0,0 0 0,0 0 0,0 0 0,0 0 0,1-1 0,-1 1 0,0 0 0,0 0 0,0 0 0,0 1 0,0-1 0,0 0-1,0 0 1,0 0 0,0 0 0,0 0 0,0 0 0,1 0 0,-1 0 0,0 0 0,0 0 0,0 0 0,0 0 0,0 0 0,0 0 0,-1-10-1175,-8-15-940,-14-31 0,11 29-326,-9-30 0,8 8-1934,2-3-1198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11 402 3618,'0'0'4642,"-2"-28"-3901,-5-88-90,6 106-406,0 0-1,1-1 1,1 1 0,0 0-1,0 0 1,0 0-1,5-14 1,-3 17-29,1 1-1,-1-1 1,1 1 0,1 0 0,-1 0 0,11-11 0,-14 16-210,7-7 25,1 0-1,0 1 1,0 0-1,1 0 1,-1 1-1,1 1 1,1-1 0,-1 1-1,1 1 1,13-4-1,16-3-16,58-8-1,-88 18 11,1-1 39,-1 1-1,1 0 1,0 1 0,0 0 0,-1 1 0,12 1 0,-16 0-39,0-1 1,0 1-1,0 0 1,0 0-1,-1 0 1,1 1-1,-1 0 1,0 0-1,1 1 1,-2-1-1,9 8 1,1 4 158,0 1 1,0 0 0,-2 1 0,0 1-1,17 33 1,-22-36-38,-1 0-1,0 0 1,-1 0-1,-1 1 0,-1-1 1,0 1-1,-1 0 1,0 20-1,-1 6 105,0-10-70,-4 32-1,2-54-131,0 0-1,-1 0 1,-1 0 0,1 0-1,-2 0 1,1-1-1,-7 12 1,-3 0-44,-1-1 0,0-1 0,-1 0 0,-1-1 0,-1-1 0,-1 0 0,0-1 0,-1-1 0,-1-1 0,0-1 0,-1-1 0,0 0 0,-36 13 0,40-20-60,-1-1 0,0-1 0,1 0 0,-1-1 1,0-1-1,-28-2 0,17 1-169,27 0 191,-1-1 0,1 1 1,0 0-1,0 0 0,-1-1 0,1 0 1,0 1-1,0-1 0,0 0 0,0 0 1,0 0-1,0 0 0,0 0 0,0 0 0,0-1 1,1 1-1,-1-1 0,0 1 0,1-1 1,-1 0-1,1 0 0,0 1 0,-1-1 1,1 0-1,0 0 0,0 0 0,0 0 1,1-1-1,-1 1 0,0-3 0,-2-7-167,1-1-1,1 1 0,0-1 1,0-17-1,1 23 128,0 5 38,0-1 0,1 1 1,-1-1-1,0 1 0,1-1 1,-1 1-1,1 0 0,0-1 1,0 1-1,0 0 0,0-1 1,0 1-1,0 0 0,1 0 1,-1 0-1,1 0 0,-1 0 1,1 0-1,0 1 0,0-1 1,1-1-1,3 0-22,-1 0 1,1 0 0,-1 1-1,1-1 1,0 1-1,-1 1 1,1-1-1,6 0 1,-4 0 69,0 1 0,0 0 0,0 0 0,1 1 0,-1 0 0,0 0 0,0 1 0,0 0 0,0 0 1,0 1-1,0 0 0,0 0 0,-1 1 0,1 0 0,-1 1 0,0-1 0,1 2 0,-2-1 0,1 1 0,0-1 0,-1 2 0,0-1 0,0 1 0,6 8 0,1 4 249,0 0-1,-1 0 1,-1 1-1,-1 1 1,-1 0-1,8 24 1,28 128 1881,-37-130-1725,2-2 0,1 1 0,3-2 0,28 62 0,-30-85-414,-12-16-23,0 0 1,0 0 0,1 0 0,-1 0-1,0 0 1,0-1 0,0 1 0,1 0 0,-1 0-1,0 0 1,0 0 0,0 0 0,0 0-1,0 0 1,1 0 0,-1-1 0,0 1 0,0 0-1,0 0 1,0 0 0,0 0 0,0 0-1,1-1 1,-1 1 0,0 0 0,0 0-1,0 0 1,0-1 0,0 1 0,0 0 0,0 0-1,0 0 1,0 0 0,0-1 0,0 1-1,0 0 1,0 0 0,0 0 0,0-1 0,0 1-1,0 0 1,0 0 0,0 0 0,-1-1-1,-3-35-1848,4 34 1822,-14-57-5551,4 31-948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1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30 4690,'0'0'7027,"0"-3"-6549,0-3-470,0 6 5,0-1-1,1 0 1,-1 1 0,0-1 0,0 1 0,0-1-1,0 0 1,0 1 0,0-1 0,0 0 0,0 1-1,0-1 1,0 0 0,0 1 0,-1-1 0,1 0 0,0 1-1,0-1 1,-1 1 0,1-1 0,0 1 0,-1-1-1,1 1 1,0-1 0,-1 1 0,1-1 0,-1 1-1,1-1 1,-1 1 0,1-1 0,-1 1 0,1 0-1,-1-1 1,0 1 0,1 0 0,-1 0 0,1-1 0,-1 1-1,0 0 1,1 0 0,-1 0 0,0 0 0,1 0-1,-1 0 1,0 0 0,1 0 0,-1 0 0,1 0-1,-2 0 1,-8 0 151,1 0-1,0 1 1,-1 0-1,-13 3 1,19-3-129,0 1 0,0 0 0,1-1 0,-1 1 0,0 0 1,1 1-1,0-1 0,-1 1 0,1-1 0,0 1 1,0 0-1,1 0 0,-4 4 0,3-2 80,-1 1 0,0-1-1,1 1 1,0 0 0,1 1 0,-1-1 0,1 0-1,0 1 1,-1 11 0,1 2 372,1-1 1,1 20 0,0-9-95,1-24-352,-1-1-1,1 1 1,0-1 0,0 0-1,1 1 1,-1-1 0,1 0-1,0 0 1,1 0 0,-1 0-1,1 0 1,4 5 0,5 6 20,1-1 0,16 15 0,-13-15 12,95 89 9,-106-99-86,-1 0-1,-1 0 1,1 1 0,-1-1-1,0 1 1,0 0-1,-1 0 1,1 0 0,1 9-1,-3-12 2,-1 0 1,1 0-1,-1 0 0,1 0 0,-1-1 0,0 1 0,0 0 1,0 0-1,0 0 0,-1 0 0,1 0 0,-1 0 0,0-1 1,0 1-1,0 0 0,0-1 0,0 1 0,-1 0 0,1-1 1,-1 1-1,1-1 0,-1 0 0,-3 4 0,0-3-8,1 0 0,-1 0 1,0-1-1,1 0 0,-1 0 0,0 0 0,0 0 0,-1 0 0,1-1 0,0 0 0,-6 0 1,-11 1-73,-31-2 1,26-1-58,23 2 56,0-1-1,0-1 0,0 1 0,0-1 0,0 1 0,-1-1 1,1 0-1,0-1 0,1 1 0,-1-1 0,0 1 0,0-1 1,1 0-1,-1-1 0,-5-3 0,5 1-298,1 1 0,-1 0 0,1-1 0,0 1-1,0-1 1,1 0 0,0 0 0,-1 0 0,2 0 0,-1-1 0,-1-7 0,-5-24-4513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7283,'0'0'9749,"0"0"-9719,0 0 0,0 0 0,0 1 0,0-1 0,0 0 0,0 0 0,0 0 0,0 1 0,0-1 0,0 0 0,0 0 0,1 0 0,-1 1 0,0-1 0,0 0 0,0 0 0,0 0 0,0 0 0,0 1 0,1-1 0,-1 0 0,0 0 0,0 0 0,0 0 0,0 0 0,1 1 0,-1-1 0,0 0 0,0 0 0,0 0 0,1 0 0,-1 0 0,0 0 0,0 0 0,0 0 0,1 0 0,-1 0 0,0 0 0,0 0 0,1 0 0,-1 0 0,0 0 0,0 0 0,15 2 379,-1 0 0,1-1 0,21-2 0,-13 1-158,240 3 245,-262-3-638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2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4194,'0'0'11173,"46"-22"-10181,-22 22-271,4 0 47,3 0-272,-3 0 1,0 0-337,0 0-160,-4 0 0,-3 0-705,-7 0-927,-7 0-1394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18 242 3458,'0'0'5666,"-1"-21"-4705,0-5-617,1 8 25,0 0-1,-2 0 1,-4-21 0,-2 7 4839,12 32-5164,-1 1 0,1 0 0,-1 0 0,0 0 0,0 0 1,1 0-1,-1 1 0,0 0 0,0-1 0,0 1 0,-1 0 0,1 0 0,0 1 0,-1-1 1,1 0-1,-1 1 0,4 5 0,7 9-7,19 34 1,-24-36 43,18 32 188,-2 2 1,29 86 0,19 113 881,-20 8-279,5 18-412,-55-264-402,1 0 0,0 0 1,1-1-1,0 0 1,0 1-1,1-1 0,8 11 1,-13-18-38,1-1 0,0 0 0,0 0 0,0 1 1,0-1-1,1 0 0,-1 0 0,0 0 0,0 0 1,1 0-1,-1-1 0,0 1 0,1 0 0,-1 0 1,1-1-1,-1 1 0,1-1 0,-1 0 0,1 1 1,-1-1-1,1 0 0,-1 0 0,1 0 0,-1 0 0,1 0 1,0 0-1,-1 0 0,1-1 0,-1 1 0,1-1 1,-1 1-1,1-1 0,-1 1 0,3-2 0,0-1-4,0 0-1,0-1 0,0 1 1,0-1-1,-1 0 0,1 0 0,-1 0 1,5-8-1,10-22-83,-1 1 0,-1-2 1,16-55-1,22-117-749,4-15 152,136-360-785,-189 568 1449,-3 10-24,0-1 0,0 0 0,-1 0 0,0 0 0,2-9 0,-3 14-128,-4 23-408,-37 81-4491,19-37-1464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33 331 4946,'0'0'4119,"-2"-28"-3612,-1-7-351,-2-83 633,5 68 3245,-1 50-3982,1 0-51,0-1 0,0 1 0,-1 0 1,1 0-1,0 0 0,-1 0 0,1 0 1,0 0-1,-1 0 0,1 0 0,0 0 1,-1 0-1,1 0 0,0 0 0,0 0 0,-1 0 1,1 0-1,0 0 0,-1 0 0,1 0 1,0 1-1,-1-1 0,1 0 0,0 0 0,0 0 1,-1 0-1,1 1 0,0-1 0,0 0 1,-1 0-1,1 0 0,0 1 0,0-1 0,0 0 1,0 1-1,-1-1 0,1 0 0,-2 14 45,0 0 0,1 0 0,0 0 0,2 26 0,1 1 258,-4 86 796,5 155 1007,-3-273-2026,0-2 8,0 0 0,1 0 0,0 0 1,0 0-1,0 0 0,1 0 0,0 0 0,0-1 0,1 1 0,4 8 1,-7-15-80,0 0 1,0 1 0,1-1 0,-1 1-1,0-1 1,1 1 0,-1-1 0,0 0 0,1 1-1,-1-1 1,1 0 0,-1 1 0,0-1-1,1 0 1,-1 0 0,1 1 0,-1-1 0,1 0-1,-1 0 1,1 0 0,-1 0 0,1 0-1,-1 1 1,1-1 0,-1 0 0,1 0 0,-1 0-1,1-1 1,0 1-5,0-1 1,-1 1-1,1-1 0,0 1 0,-1-1 0,1 0 1,-1 1-1,1-1 0,-1 0 0,0 0 0,1 1 1,-1-1-1,0 0 0,1 0 0,-1 1 0,0-1 1,0 0-1,0 0 0,0 0 0,1-1 0,4-63-1138,-3-84 0,-3 88 382,0 26 281,-3-1 0,-13-58 0,9 59 312,2 0 0,-3-62 0,9 79 95,-1 0 1,-1 0-1,-5-21 1,7 38 54,0 0-1,-1 0 1,1 0-1,0 0 1,0 1 0,-1-1-1,1 0 1,0 0-1,0 0 1,0 0 0,0 0-1,0 0 1,0 0-1,1 0 1,-1 0-1,0 1 1,0-1 0,1 0-1,-1 0 1,0 0-1,1 0 1,-1 1 0,1-1-1,-1 0 1,1 0-1,-1 1 1,1-1 0,0 0-1,-1 1 1,1-1-1,0 0 1,-1 1-1,1-1 1,1 1 0,1-1-27,1 0 0,-1 0 0,1 1 0,-1 0 0,1 0 0,-1 0 0,5 0 0,5 1 98,-9-1-30,0 0 1,0 0-1,0 1 0,0-1 1,0 1-1,0 0 0,-1 0 0,1 0 1,0 0-1,-1 1 0,1 0 0,-1-1 1,1 1-1,-1 1 0,3 2 0,-2-1 44,0 0 0,0 0 0,-1 1 0,0-1 0,0 1 0,0 0 0,-1 0 0,1 0 0,-1 0 0,2 9 0,0 0 72,-1 1 0,0 0 0,-1 0-1,-1 0 1,0 0 0,-1 0 0,0 0-1,-1 0 1,-1-1 0,-1 1 0,0 0 0,-1-1-1,-9 25 1,4-23-101,0 0 0,-1 0 0,-1-1 0,0-1 0,-21 20 0,32-33-199,-4 2 238,4-8-2369,1 1 1811,1 0-1,0 1 1,0-1-1,1 0 1,-1 1-1,1 0 1,-1-1-1,1 1 1,0 0-1,0 0 1,7-4-1,-2 2-411,-1 1-1,1-1 1,0 2-1,0-1 1,13-2-1,-1 0 97,1 2 0,0 1 0,0 1 0,28 0 0,-41 2 1187,0 0 0,0 0 0,-1 1-1,1 1 1,0-1 0,0 1 0,0 1 0,-1-1-1,1 1 1,-1 1 0,10 5 0,-13-6-154,0 0 1,0 1-1,0-1 0,0 1 1,0 0-1,-1 0 1,0 1-1,1-1 0,-2 1 1,1-1-1,0 1 1,-1 0-1,0 0 1,0 0-1,-1 0 0,1 0 1,0 11-1,0-8 271,-2 1 1,1 0-1,-2 16 0,1-22-464,0 0-1,-1 0 1,0 0 0,0 0 0,0 0-1,0 0 1,0 0 0,0 0 0,-1 0-1,0 0 1,1-1 0,-1 1-1,0-1 1,-3 3 0,-5 4-2,0-1 1,-1-1-1,0 0 0,-1 0 1,0-1-1,1 0 0,-2-1 1,1-1-1,-19 5 0,4-3-104,0-2 0,1 0 0,-45 0 0,18-4-2125,52 0 2050,0 0 55,1 0 1,0 0 0,-1 0 0,1 0-1,0 0 1,-1 0 0,1 0 0,-1 0-1,1 0 1,0 0 0,-1 0 0,1 0-1,0 0 1,-1 0 0,1 0 0,0 0-1,-1-1 1,1 1 0,0 0-1,-1 0 1,1 0 0,0-1 0,-1 1-1,1 0 1,0 0 0,-1-1 0,1 1-1,0 0 1,0-1 0,0 1 0,-1 0-1,1-1 1,0 1 0,0 0 0,0-1-1,0 1 1,0 0 0,-1-1 0,1 1-1,0 0 1,0-1 0,0 1-1,0-1 1,0 1 0,0 0 0,0-1-1,0 1 1,1 0 0,-1-1 0,0 1-1,0-1 1,0 1 0,0-1 0,0-24-5393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7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47 5282,'0'0'6238,"-2"-3"-5139,-5-12-293,6 15-736,1-1-1,-1 1 1,0-1 0,1 1 0,-1 0-1,0-1 1,1 1 0,-1 0 0,0-1-1,0 1 1,0 0 0,1 0 0,-1 0-1,0 0 1,0 0 0,0 0-1,1 0 1,-1 0 0,0 0 0,0 0-1,0 0 1,1 0 0,-1 1 0,0-1-1,0 0 1,1 1 0,-1-1 0,0 0-1,1 1 1,-1-1 0,0 1 0,1-1-1,-1 1 1,0 0 0,-1 4 27,-1-1 0,2 1 0,-1 0 0,0 0 0,1 0 0,0 0 1,0 0-1,0 8 0,0 48 503,2-36-335,-2 43 440,-1-32-153,2 0 0,1 1 0,10 57 1,-9-86-497,0 0 0,1 0 0,0 0 0,0 0 1,1-1-1,0 1 0,0-1 0,9 12 0,-10-16-47,0 1 1,1-1-1,-1 1 0,1-1 0,0 0 0,0-1 1,0 1-1,0-1 0,0 0 0,0 0 0,1 0 0,-1 0 1,1-1-1,-1 0 0,1 0 0,7 1 0,-6-1 3,0-1-1,0 0 0,0 0 0,0 0 1,0-1-1,0 0 0,0 0 0,0 0 1,0-1-1,0 0 0,0 0 0,-1-1 1,8-3-1,-5 0-141,0 0 0,-1-1 0,0 0 0,0 0 0,-1 0-1,1-1 1,8-14 0,-6 8-312,-1-1 0,0-1 1,0 1-1,-2-1 0,0-1 0,-1 1 0,4-21 0,-4 3-328,-1-1 0,-1-52 0,-3-83 3176,0 169-2192,-2 2-187,1 1-1,0-1 1,0 0 0,0 0 0,0 0 0,0 1 0,1-1-1,-1 1 1,0-1 0,1 0 0,-1 1 0,0-1-1,1 1 1,0-1 0,-1 1 0,1 0 0,0-1 0,0 1-1,0-1 1,0 4 0,0-1 26,-3 170 745,5-95-417,-3-10 74,3 0 0,4-1 0,22 108 0,-5-115-447,-22-59-571,-1-24-16111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4514,'0'0'6390,"-1"1"-6274,1-1 0,0 0 0,0 0 0,-1 0 0,1 0 0,0 0 0,0 1 0,-1-1 0,1 0 0,0 0 0,0 0 0,-1 1 0,1-1 0,0 0 0,0 0 0,0 1 0,-1-1 0,1 0 0,0 0 0,0 1 0,0-1 0,0 0 0,0 0 0,0 1 0,0-1 0,-1 0 0,1 1 0,0-1 0,0 0 0,0 1 0,0-1 0,1 1 0,4 2 154,1 1-1,0-1 0,0 0 1,0-1-1,0 0 1,13 3-1,37 11-68,2-3 1,0-2-1,0-3 0,67 1 0,1290-6 685,-1156-11-805,-151 3-138,215 0-1064,-352 7-1923,-17 11-2009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0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32 3730,'0'0'5023,"-3"-5"-3809,-9-15-181,6 14 494,3 8 387,3 13 244,0-12-2670,0 27 898,1 0-1,1 1 1,12 54-1,47 243 1202,-22 6-646,-23-179-627,-11-122-219,1 3-255,-7-11-8072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5555,'1'-1'8838,"6"-5"-8639,1 0-1,0 0 0,0 1 1,0 0-1,1 0 1,0 1-1,0 0 0,13-4 1,-6 5-141,-1-1 0,0 2 0,1 0 0,24 1 0,-17 0 6,29 2 400,-49 0-412,0-1 0,0 1 1,0 0-1,1 0 1,-1 0-1,0 0 1,-1 0-1,1 1 1,0-1-1,0 1 0,-1 0 1,1 0-1,2 3 1,0-2 92,-4-2-126,0 0 0,0-1-1,0 1 1,0 0 0,0-1 0,0 1-1,0 0 1,-1 0 0,1 0 0,0 0-1,0 0 1,-1 0 0,1 0 0,-1 0 0,1 2-1,-1-2-34,-1-5-1019,-37-98-6406,18 41 766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6563,'0'0'10757,"192"41"-10213,-133-26-304,-3-8-144,-4-4-96,-10-3-64,-7 0-736,-4 9-1937,-14-2-2194,-3 8-2736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4370,'0'0'6694,"0"-3"-5662,0-27 2415,0 29-3036,1 6-307,43 394 2663,-40-356-2517,5 34 241,-7-69-448,0 0 0,0 0 0,0-1 0,1 1 0,0-1 1,8 14-1,-7-16-59,-4-12-1257,0-106-6117,0 79 3228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1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7523,'0'0'6873,"11"-3"-6182,37-4 160,1 3 0,63 2 0,110 2-736,-221 0-622,-12 14-7123,11-14 7424,-13 5-2899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2673,'0'0'11843,"24"0"-10602,79-2-225,27-7 913,-25 2-1713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409 136 3426,'0'0'7640,"2"-11"-7159,2-16 564,0-39 1,-4 65-1015,-1-1 0,1 1-1,-1 0 1,0 0 0,1-1-1,-1 1 1,0 0 0,0 0-1,0 0 1,0 0 0,0 0-1,0 0 1,0 0 0,0 0-1,0 0 1,0 1 0,-1-1-1,1 0 1,0 1 0,0-1-1,-1 1 1,1-1-1,0 1 1,-3-1 0,-35-7 77,-35 8 383,71 0-471,-1 1-1,1 0 1,-1 0-1,1 0 1,0 0-1,0 1 1,-1-1-1,1 1 1,0 0-1,0 0 1,1 0-1,-1 0 1,0 0-1,1 1 1,-1-1-1,1 1 1,0 0-1,-2 3 1,-6 6 167,2 1-1,-13 26 1,16-27-38,0-1-1,1 1 0,1 0 1,0 1-1,0-1 0,0 13 1,0 78 846,3-78-844,0-22-142,1 0-1,-1 1 0,1-1 1,0 0-1,0 0 0,0 0 1,0 0-1,0 0 0,1 0 1,-1 0-1,1-1 0,0 1 0,-1-1 1,1 1-1,1-1 0,-1 1 1,0-1-1,5 4 0,5 2 36,0 0-1,25 12 1,-24-13-50,31 14 137,-24-12-101,0 1-1,-1 1 0,24 17 0,-41-26-37,0 1-1,1-1 0,-1 1 1,0 0-1,0-1 0,-1 1 1,1 0-1,0 0 0,0 4 1,-1-5 2,0-1 0,-1 1 0,1-1 0,-1 1 0,0-1 0,1 1 0,-1 0 0,0-1 0,0 1 0,0 0 0,0-1 0,0 1 0,0 0 0,-1-1 0,1 1 0,0-1 0,-1 1 0,0 0 0,1-1 0,-1 1 0,0-1 0,-1 3 0,-3 0 7,1 0 1,-1 0-1,-1 0 0,1-1 1,0 1-1,-1-1 0,0-1 0,0 1 1,0-1-1,0 0 0,0 0 1,-7 1-1,-7 0 0,1 0 1,-38 0-1,44-3-19,3 1-92,-1-1 0,0 0-1,1 0 1,-1-2 0,0 1 0,1-1 0,-1-1 0,1 0 0,0 0 0,-14-7 0,11 2-895,0 0 0,0-1 0,0 0 1,-13-15-1,0-5-3843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6355,'-6'0'14884,"420"12"-13147,-117-12-1640,-205 0-8481,-115 0-478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77 170 2225,'0'0'4143,"2"-3"-3817,1-3-528,3-15 5537,-6 20-4948,0 9 2695,0 37-3030,0-6 206,1 0 0,9 45 0,8 32 333,3 139 0,-15 119-74,-7-312-404,-19-61-687,18-1 552,1-1 0,0 0 0,0 0-1,0 0 1,0 0 0,0 0 0,0 0 0,1 0 0,-1 0 0,0 0-1,0 0 1,1 0 0,-1 0 0,1-1 0,-1 1 0,1 0 0,-1-1 0,1 1-1,0 0 1,0 0 0,-1-1 0,1 0 0,-5-34-395,4-116-1719,2 98 1513,-2-1-1,-8-55 0,-13-107-351,15 127 1072,1 47 228,-1 1-1,-23-70 0,25 96-230,0-6 267,1 1 0,1-1 0,1 0-1,2-37 1,0 57-356,0 1 0,0-1 0,0 0 0,0 0 0,1 0 0,-1 0 0,1 1 1,-1-1-1,1 0 0,0 1 0,0-1 0,0 0 0,0 1 0,0-1 0,0 1 0,0-1 0,3-1 0,-1 1 20,0-1 0,0 1 0,0 0 0,1 0-1,-1 1 1,0-1 0,1 1 0,4-2 0,8-1 70,-1 2 0,1-1 0,20 1 0,-28 2-88,130-2 112,-73 3-116,-54-1 1,1 1 0,-1 0 0,0 1 0,1 0 0,-1 1 0,0 1 0,-1-1 0,1 1 0,0 1 0,-1 0 0,0 1 0,9 6 0,-11-6 26,0 0-1,-1 0 1,1 1 0,-2 0 0,1 1 0,-1-1 0,0 1-1,0 0 1,-1 1 0,0-1 0,-1 1 0,0 0 0,0 0-1,2 10 1,-1 9 43,0-1-1,-2 1 1,-1 0-1,-1 0 1,-4 35-1,2-54-54,0-1 0,-1 0-1,0 1 1,-1-1 0,0 0-1,0 0 1,-1 0 0,0-1 0,-7 11-1,-6 7 45,-26 28 1,24-32-64,-1 0 1,-1-2 0,0 0 0,-2-1 0,-33 20 0,41-29-4,0-1 0,-1 0-1,1-2 1,-1 0 0,-1 0-1,1-2 1,-1 0 0,0-1-1,1 0 1,-21 0 0,25-3 0,9 0-13,0 0-1,0 0 0,0 0 1,0 0-1,0 0 1,0-1-1,-1 0 0,-4-1 1,7 1 8,0 0 1,0 0-1,0 1 1,0-1-1,0 0 1,0-1-1,1 1 1,-1 0-1,0 0 1,1 0 0,-1 0-1,0-1 1,1 1-1,-1 0 1,1 0-1,0-1 1,0 1-1,-1 0 1,1-1-1,0 1 1,0 0-1,0-1 1,0 1-1,1-2 1,-2-9-176,1 9 133,0 0 1,0-1-1,0 1 1,0 0-1,1 0 1,-1 0-1,2-6 1,-1 8 33,0 0 1,-1 0 0,1 0-1,0 0 1,0 0-1,0 0 1,0 0-1,0 0 1,0 0-1,0 0 1,0 0 0,0 1-1,1-1 1,-1 0-1,0 1 1,0-1-1,1 1 1,-1 0 0,0-1-1,1 1 1,2 0-1,3-2 16,1 1-1,0 0 1,0 0-1,0 1 1,0 0-1,0 0 0,-1 1 1,1 0-1,0 0 1,0 1-1,-1 0 1,1 0-1,-1 1 1,0 0-1,1 0 1,-1 1-1,-1 0 0,9 6 1,-2 1 17,0 1 0,-2 0 0,1 1 0,-2 0 0,1 1 0,-2 0 1,10 18-1,45 112 660,-16-30 328,-40-101-954,-8-13-80,0 0 0,0 1 0,0-1 0,1 0 0,-1 0 0,0 0 0,0 0 1,0 0-1,0 0 0,0 0 0,0 0 0,0 0 0,0 0 0,0 0 0,0 0 0,0 0 0,0 0 0,1 1 1,-1-1-1,0 0 0,0 0 0,0 0 0,0 0 0,0 0 0,0 0 0,0 0 0,0 0 0,1 0 0,-1 0 1,0 0-1,0 0 0,0 0 0,0 0 0,0 0 0,0 0 0,0-1 0,0 1 0,0 0 0,0 0 0,1 0 1,-1 0-1,0 0 0,0 0 0,0 0 0,0 0 0,0 0 0,0 0 0,0 0 0,0 0 0,0 0 0,0 0 1,0-1-1,0 1 0,0 0 0,2-25-5274,-2 3-1035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17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23 2497,'0'0'7187,"-1"-3"-6186,1 20 2670,-1 42-2315,-1 41-847,2 153 1745,0-252-1421,0-3-681,-2-37-333,-8-49 0,4 48-205,0-52 0,5 73 378,0 14 3,1 0 0,-1 1 0,1-1 0,0 0 0,0 0 0,1 0 0,-1 1 0,1-1 0,0 0 0,1 1 0,-1-1 0,1 1 0,3-8 0,2 4-31,0 1-1,1 0 0,0 0 0,0 1 0,0 0 1,1 0-1,0 0 0,0 2 0,0-1 0,1 1 1,-1 0-1,1 1 0,0 0 0,0 1 1,0 0-1,0 0 0,1 1 0,17 0 0,-28 2 40,1-1-1,0 0 1,0 0 0,-1 0-1,1 1 1,0-1-1,-1 0 1,1 1-1,0-1 1,-1 0-1,1 1 1,0-1 0,-1 1-1,1-1 1,-1 1-1,1-1 1,-1 1-1,1 0 1,-1-1-1,1 1 1,-1 0 0,0-1-1,1 1 1,-1 0-1,0 1 1,7 23 129,-4-13-48,11 50 720,-2 0 0,6 120 0,-18-137-9,0-45-688,0-11 13,-11-34-273,8 35 53,0 0 1,0-1 0,-1-15 0,3 10 21,-1-10-93,1 0 1,2 0-1,4-36 1,-4 55 126,1 1-1,1 0 1,-1 0 0,1 0-1,0 0 1,1 0 0,-1 0 0,1 1-1,5-6 1,1 0-105,0 1 0,1 0 1,12-10-1,-18 17 117,0-1 0,1 1 0,-1 0-1,0 1 1,1-1 0,0 1 0,-1 0 0,1 1 0,7-2-1,4 1 53,-1 1 0,18 1-1,-16 0 41,-15 0-39,0 0-1,0 0 0,0 1 1,0 0-1,0-1 1,0 1-1,0 0 1,0 0-1,0 0 0,-1 1 1,1-1-1,0 1 1,-1 0-1,1-1 0,2 4 1,-1-1 29,0 1 0,0-1-1,0 1 1,-1 0 0,1 0 0,-1 1 0,3 6 0,0 3 84,-1 0-1,-1 0 1,0 0 0,-1 1 0,2 19 0,-2 8 99,-6 83 1,3-123-315,0-1 1,-1 1 0,0 0-1,0-1 1,0 1 0,0-1-1,0 1 1,0-1-1,-1 0 1,1 1 0,-1-1-1,-2 2 1,-13 14-3592,6-10-3198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29.8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85 8404,'0'0'8334,"-5"-4"-7571,-13-10 62,13 10 706,18 4-544,104 8-188,-22-1-632,827-35-234,125-6 1561,-1080 34-544,19-1-2334,1 0 1,-17-4-1,-7 0-1858,-14 1-3019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25.6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5 183 5539,'0'0'4554,"0"-13"-3919,0-156 4017,-2 169-4624,0 11-37,2 142 342,14 400 2568,-8-473-2462,-4-32-74,3-1 0,1 0 0,17 58 0,-8-74 9,-10-22-252,-4-8-66,-1-3-549,0-5-16,1-17-1082,-2 0-1,0 0 1,-2 0 0,-7-31 0,-3 4-1603,2-4-696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26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36 419 4498,'0'0'5170,"-3"-29"-3974,-11-90-527,12 110-534,1 0-1,1 0 1,0 0-1,0 1 1,0-1-1,1 0 1,4-17-1,-2 21-84,-1 0 0,1 1 0,-1-1 0,1 1 0,1-1 0,-1 1 1,0 0-1,8-6 0,5-7-107,-4 5 85,1 1 0,0 0 1,1 1-1,0 0 0,0 1 0,1 0 0,0 1 0,1 1 0,0 1 0,0 0 0,1 1 0,-1 1 0,1 0 1,0 1-1,0 1 0,33 1 0,-25 0 49,-7 1 54,31 2-1,-43-1-96,-1 0 0,0 0 0,0 0 0,0 1 0,0-1 0,0 1 0,0 0 0,-1 1 0,1-1 0,6 6 0,-6-4 39,1 0 0,-1 1 0,0 0 0,-1 0 0,1 0 0,-1 0 0,0 1 0,0 0 0,0 0 0,-1 0 0,0 0 0,0 1 0,-1-1 0,0 1 0,0-1 0,0 1 0,-1 0 0,0 0 0,0 12 0,0 100 1041,-1-65-857,-1-39-171,-1-1 0,0 1 1,-1-1-1,-1 0 0,0 0 0,-1 0 1,0 0-1,-14 23 0,-5 4 105,-40 53 0,46-70-124,-2-1 0,0 0 0,-1-2 1,-2 0-1,-45 32 0,53-43-38,1-1 1,-2-1-1,1 0 0,-1-1 1,0-1-1,-1 0 0,1-1 0,-1-1 1,0-1-1,0 0 0,-26 0 1,40-3-48,1 1 0,0-1 0,0 0 0,0 0 1,-1 0-1,1-1 0,0 1 0,0-1 0,0 1 1,0-1-1,-1 1 0,1-1 0,0 0 0,0 0 1,0 0-1,1 0 0,-1-1 0,0 1 0,0 0 1,1-1-1,-1 1 0,0-1 0,1 0 0,0 1 0,-1-1 1,1 0-1,0 0 0,0 0 0,0 0 0,0 0 1,0 0-1,1 0 0,-1 0 0,0 0 0,1-1 1,0 1-1,-1 0 0,1 0 0,0-4 0,-1-3-169,1 1 0,0-1-1,0 1 1,0-1 0,1 0-1,1 1 1,2-12 0,-2 15 122,0 1 0,0-1 0,0 1 0,1-1 1,-1 1-1,1 0 0,0 0 0,0 0 1,1 1-1,-1-1 0,1 1 0,0 0 0,-1 0 1,7-4-1,0 2 36,0 1 0,1 0 0,-1 0 0,1 1 0,0 1 0,0 0 1,0 0-1,0 1 0,0 0 0,0 1 0,21 2 0,-27-2 29,1 1 0,0 0 1,-1 0-1,1 0 0,-1 1 0,0-1 0,1 2 0,-1-1 1,0 0-1,0 1 0,8 6 0,-5-3 45,0 1 1,-1 0-1,0 0 0,0 1 0,-1 0 0,6 9 1,5 13 469,-1 0 1,23 63 0,-37-86-413,93 286 2888,-72-216-2559,-15-63-437,-8-27-2159,0-49-4666,3 27 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26.8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22 6435,'0'0'8217,"0"-3"-7208,0 2-976,0 0 1,0 1 0,0-1 0,0 0 0,0 1 0,0-1 0,0 0 0,0 1 0,0-1 0,0 0 0,-1 1 0,1-1 0,0 1 0,0-1 0,0 0 0,-1 1 0,1-1 0,0 1 0,-1-1 0,1 1 0,-1-1 0,1 1 0,-1-1 0,1 1 0,-1-1 0,0 1 0,-25-3 509,26 3-542,-6 1 36,0 0 0,1 0-1,-1 0 1,1 1-1,-1 0 1,1 0 0,0 1-1,0-1 1,0 1-1,0 0 1,0 0 0,1 1-1,-1-1 1,1 1-1,0 0 1,-4 5 0,2-3-21,1 1 0,-1 0 0,1 0 0,1 0 1,0 0-1,0 1 0,0 0 0,1 0 0,0 0 1,-3 12-1,4-12-18,1 0 0,0 0-1,0-1 1,1 1 0,0 0 0,1 0 0,-1 0 0,2 0-1,-1-1 1,1 1 0,0-1 0,1 1 0,-1-1 0,1 0-1,1 1 1,0-2 0,0 1 0,0 0 0,0-1 0,11 11 0,70 59-260,-36-34 158,-47-41 101,-1 1 0,1-1 1,-1 0-1,1 0 0,-1 0 0,0 1 1,0-1-1,0 1 0,0-1 0,0 1 1,0-1-1,0 1 0,0-1 0,-1 1 1,1 0-1,-1 0 0,1-1 0,-1 1 0,0 0 1,1 0-1,-1 3 0,-1-4-5,1 1-1,-1-1 1,0 1-1,0-1 1,0 1-1,0-1 1,0 0-1,0 1 0,0-1 1,0 0-1,0 0 1,-1 0-1,1 0 1,0 0-1,-1 0 1,1 0-1,-1-1 1,-2 2-1,-6 2-75,0-1 1,0 0-1,-1-1 0,1 0 0,-20 1 0,11-2-295,12 0-25,0 0-1,0-1 0,0 0 1,0 0-1,-1 0 1,1-1-1,0 0 0,0-1 1,0 1-1,0-2 1,-6-2-1,-13-19-4152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27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9957,'0'0'4546,"202"0"-4242,-139 0-304,-8 6-80,-9-3-144,-15-3-657,-13 0-1424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27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14407,'0'0'1728,"247"-37"-911,-142 27 63,-11 1-624,-17 9-256,-25 0-704,-24-3-3650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34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34 2865,'0'0'9570,"-13"0"-3693,20-1-5836,0 0-1,0 0 1,-1-1-1,1 0 1,0 0-1,7-4 1,-6 3-38,0 0 0,0 0 0,0 1 0,15-3 0,-22 5-4,19-2-36,0 1 0,-1 1 0,32 4 0,-48-3 37,0 0-1,0 0 1,0 0 0,0 1 0,-1-1-1,1 1 1,-1 0 0,1-1-1,-1 1 1,1 1 0,-1-1 0,0 0-1,0 0 1,2 4 0,24 40 74,-22-34-43,-1-4-20,0 1 0,0 0-1,-1 0 1,0 0 0,-1 1-1,0-1 1,0 1 0,-1 0-1,0 0 1,0 19 0,-2-15-9,1-2 14,-2 1 1,-2 20-1,2-28-10,0 0 0,-1 0-1,1 0 1,-1-1 0,0 1 0,-1-1 0,1 1-1,-1-1 1,-6 7 0,-7 8 22,0-1-1,-2 0 1,-25 18-1,34-29-39,0 0 0,-1-1 0,0 0 0,0-1 0,-1 0 0,1-1 0,-1 0-1,0-1 1,-15 3 0,25-6-1,1 0 0,-1 0 1,1 0-1,-1 0 0,1-1 0,-1 1 0,1 0 0,0 0 0,-1-1 0,1 1 0,-1 0 0,1-1 0,0 1 0,-1-1 0,1 1 0,0 0 1,-1-1-1,1 1 0,0-1 0,-1 1 0,1-1 0,0 1 0,0-1 0,0 1 0,-1-1 0,1 1 0,0-1 0,0 1 0,0-1 1,0 1-1,0-1 0,0 1 0,0-1 0,0 1 0,0-1 0,0 1 0,1-1 0,-1 0 0,3-23-398,-2 20 363,0 0 0,1 1 0,-1-1 0,1 0 0,-1 1 0,1-1 0,0 1 0,1 0-1,-1-1 1,1 1 0,-1 0 0,1 0 0,0 1 0,0-1 0,0 1 0,0-1 0,1 1 0,-1 0 0,0 0 0,1 1 0,0-1-1,5-1 1,4-1-92,0 2 0,1-1-1,-1 2 1,1 0 0,16 1 0,-26 0 175,0 0 0,0 1 0,0 0 0,0 0 0,0 0 1,0 0-1,-1 0 0,1 1 0,0 0 0,-1 0 0,1 0 0,-1 0 1,0 0-1,1 1 0,-1-1 0,0 1 0,-1 0 0,1 0 0,0 0 1,-1 1-1,0-1 0,3 6 0,-1-2 65,0 1 0,0 0 0,-1 0 0,-1 1 0,1-1 0,-1 0 0,-1 1 0,1 0 0,-1 14 0,-1-11 33,0 0-1,-1-1 1,0 1-1,-6 19 1,5-24-96,0 0-1,-1-1 1,0 1 0,-1-1 0,1 0-1,-1 0 1,0 0 0,-1-1 0,-6 7-1,5-5-83,-1 0-1,0 0 0,0-1 0,-1 0 1,0 0-1,0-1 0,0 0 1,-1 0-1,1-1 0,-1 0 0,0 0 1,-1-1-1,1-1 0,0 1 1,-1-1-1,-17 0 0,14-1-377,4 0-460,0-1 1,-1 0-1,1 0 0,0-1 1,-19-4-1,21 2-847,0 0 1,0-1 0,0 0-1,-7-5 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36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29 5587,'-6'0'12845,"158"-2"-12486,109 2 11,-236 1-321,65 4 30,0-4 1,117-12 0,-136 4 380,109 4 0,-106 4 423,-47-8-803,-24 3-577,-17 2-441,0 2-95,5 0-350,0 0 1,0 0-1,-16 3 1,-16 13-6205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37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0 344 6195,'0'0'10162,"2"-6"-9276,10-25-550,31-59 1,-9 24-624,-12 21-216,-11 22-136,0 0 0,11-36 1,-19 119 1633,-3 63-319,17 415 2060,-16-531-5471,-3-22-997,-7-16-2423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38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1419 9748,'0'0'4242,"8"-21"-3892,108-311 480,-69 126-2555,28-309 0,-67 234-1850,-8 217 9247,0 68-5336,0 10-20,-1 28 481,3-1-1,11 76 0,1-48-157,16 72 574,-22-112-867,1-1 0,21 45 0,-28-68-308,0 0-1,1 0 1,0-1 0,0 1 0,0-1 0,0 0 0,1 0 0,3 4 0,-4-6-19,-1-1 0,1 1 0,0-1 0,0 1 0,0-1 0,-1 0 0,1 0 0,0 0 0,0-1 0,0 1 0,1-1 0,-1 0 1,0 1-1,3-2 0,-4 1-14,-1 0 0,1 0 0,-1-1 0,1 1 0,0-1 0,-1 1 0,1-1 0,-1 0 0,0 0 0,1 1 0,-1-1 0,1 0 0,-1 0 0,0 0 1,0-1-1,0 1 0,0 0 0,0 0 0,0-1 0,0 1 0,0 0 0,1-3 0,16-42-86,-12 29 3,5-16-577,-2 0 0,-1 0-1,-2 0 1,3-41 0,-3-137-1858,-6 196 4023,0 19-1462,21 570 2150,-20-546-2158,5 40 59,-3-134-2618,-3 23-325,0 2-1843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39.1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 6771,'0'0'9426,"0"0"-9298,1-1 0,-1 1 0,0 0 0,1-1 0,-1 1 0,0-1 0,0 1 0,1 0 0,-1-1 0,1 1 0,-1 0 0,0 0 1,1-1-1,-1 1 0,1 0 0,-1 0 0,1 0 0,-1-1 0,0 1 0,1 0 0,-1 0 0,1 0 0,-1 0 0,1 0 0,-1 0 0,1 0 0,-1 0 0,1 0 0,475 0 889,-462-1-654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40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1 350 7860,'0'0'6357,"7"-20"-6282,23-68-70,-17 57-33,19-33 0,-25 51-124,0-1 1,0 0-1,-1 0 1,-1 0-1,6-30 0,-8 28 75,0-2 234,-2 37-50,9 251 662,4-46 577,-6-62 31,-8-159-1315,0-2-49,0 0 0,0 0 0,0 0 0,0 0 0,0-1 0,0 1 1,0 0-1,0 0 0,0 0 0,0-1 0,0 1 0,0 0 0,1 0 0,-1 0 0,0-1 0,1 1 1,-1 0-1,0 0 0,1-1 0,-1 1 0,1 0 0,-1-1 0,1 1 0,0-1 0,-1 1 1,1 0-1,0-1 0,-1 1 0,1-1 0,0 0 0,-1 1 0,1-1 0,1 1 0,-1-20-2555,-1-10-700,0-8-1768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41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3922,'0'0'5856,"0"6"-3108,0 707 1704,0-818-12589,0 78 4498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41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431 19 5106,'0'0'4338,"7"-3"-3649,21-8-73,-19 6 218,-1 5 3692,-8 5-4454,0 0 0,-1 0 0,0-1 0,0 1 0,0 0 0,0-1 0,-1 1 0,1-1 1,-1 1-1,-1-1 0,1 0 0,0 1 0,-4 3 0,-5 4 27,0 1-1,-21 16 1,13-11-12,12-12-79,-42 39 198,-67 49-1,101-83-265,-1-1 0,0-1 1,0 0-1,-1-1 0,0 0 0,0-2 1,-1 0-1,0-1 0,-28 4 1,27-8-512,20-3-170,12-2 188,0 1 572,-1 1 0,1 0 0,0 2 0,0-1 0,-1 1-1,1 1 1,0 0 0,0 1 0,-1 1 0,1 0 0,-1 0 0,0 1 0,0 1 0,0 0 0,-1 0 0,1 1 0,-1 1 0,10 8 0,180 139 2033,-192-146-1931,1-1 1,1 1 0,-1-2 0,23 11-1,-30-15-135,-1-1-1,1 0 0,0 0 0,0-1 1,-1 1-1,1 0 0,0-1 0,0 0 1,0 0-1,0 1 0,0-2 0,-1 1 1,1 0-1,0-1 0,0 1 1,0-1-1,0 0 0,-1 0 0,1 0 1,0 0-1,-1 0 0,1-1 0,-1 1 1,1-1-1,-1 1 0,0-1 0,0 0 1,4-4-1,-1-2-457,1 0-1,-1-1 1,-1 0 0,6-16 0,16-48-4701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1.45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7 0 3682,'0'0'12944,"0"2"-12962,0 1230 3590,1-1294-5484,-3-99-7074,-4 117 4170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1.82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15 7555,'0'0'8682,"14"-3"-8082,37-3-110,85 1 0,65 12 307,6 0-325,-178-7-443,-18 1-17,0-1-1,-1 0 1,1 0 0,0-1 0,0-1-1,0 0 1,10-3 0,-17 3-647,2 0 1475,-1 2-9561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2.69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167 148 6563,'0'0'5685,"1"-6"-5253,1-1-533,3-31 1509,-5 35-1336,0 1 0,0-1-1,0 1 1,0-1-1,-1 1 1,1-1-1,-1 1 1,1 0-1,-1-1 1,0 1-1,0 0 1,0 0 0,0 0-1,-1-1 1,-1-1-1,-2-2-55,-1 0-1,0 0 0,-1 0 0,-11-8 0,14 12 51,0 0 0,0 1-1,-1-1 1,1 1-1,0 0 1,0 0 0,-1 0-1,1 0 1,-1 1-1,-6 0 1,8-1-3,1 1-1,0 0 1,0 0 0,-1 1-1,1-1 1,0 0 0,0 1-1,-1-1 1,1 1 0,0 0-1,0-1 1,0 1 0,0 0-1,-4 3 1,4-2-36,0 1 0,1-1-1,-1 1 1,1 0 0,-1-1 0,1 1 0,0 0 0,0 0 0,0 0-1,-1 5 1,-3 15 200,1 1-1,2 0 1,0 0-1,3 43 1,0-18 201,-2 0 14,0-23-20,1-1 1,5 44 0,-5-66-388,1 1-1,1-1 1,-1 1-1,0-1 1,1 1 0,0-1-1,0 0 1,0 0 0,0 0-1,0 0 1,0 0-1,1-1 1,3 4 0,-5-5-32,0 0 1,0 0 0,1-1 0,-1 1-1,0 0 1,0-1 0,1 1 0,-1-1-1,0 1 1,0-1 0,1 0 0,-1 0-1,1 1 1,-1-1 0,0 0 0,1 0 0,-1 0-1,1 0 1,-1-1 0,0 1 0,1 0-1,-1 0 1,0-1 0,1 1 0,-1-1-1,0 0 1,0 1 0,1-1 0,-1 0-1,0 1 1,0-1 0,0 0 0,0 0-1,0 0 1,0 0 0,0 0 0,0 0-1,-1 0 1,3-3 0,3-6-104,0 0-1,0-1 1,-1 1-1,7-23 1,12-52-930,-21 71 783,8-36-719,-2-1 1,-3 0 0,0-91 0,-6 141 1605,3 10 358,18 126 1181,-12-65-1601,4 1 1,24 78-1,-34-138-585,-2-7-12,1 1-1,-1-1 1,1 0-1,0 0 0,0 1 1,0-1-1,0 0 0,1-1 1,5 8-1,-8-11-612,1-5 62,0 0-1,-1 0 1,1-1-1,-1 1 1,-2-10 0,1-4-712,1-22-3466,0-2-3051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3.23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88 6787,'0'0'4914,"0"-6"-3933,0 4-589,0 5 1944,3 41-945,14 77 0,-5-43-388,-6-21-386,-4-32-256,1 0 0,7 30 0,-10-55-345,3 5 37,-3-5-51,0 0 1,0 0 0,-1 0-1,1 0 1,0 0-1,0-1 1,0 1 0,0 0-1,0 0 1,0 0-1,0 0 1,0 0 0,0 0-1,0 0 1,0 0-1,0-1 1,0 1-1,0 0 1,0 0 0,0 0-1,0 0 1,0 0-1,0 0 1,0 0 0,0 0-1,0-1 1,0 1-1,1 0 1,-1 0 0,0 0-1,0 0 1,0 0-1,0 0 1,0 0 0,0 0-1,0 0 1,0 0-1,0-1 1,0 1 0,0 0-1,1 0 1,-1 0-1,0 0 1,0 0 0,0 0-1,0 0 1,0 0-1,0 0 1,0 0-1,0 0 1,1 0 0,-1 0-1,0 0 1,0 0-1,0 0 1,0 0 0,0 0-1,0 0 1,0 0-1,1 0 1,-1 0 0,0 0-1,0 0 1,0 1-1,2-188-1687,-3 99 708,-1 39 430,1 31 206,0 0 0,1 0 0,1 0 0,6-33 0,-6 48 344,0 1 0,0 0 1,0-1-1,0 1 0,1 0 0,-1 0 0,1 0 0,-1 0 1,1 0-1,0 0 0,0 0 0,0 0 0,0 1 0,0-1 1,0 1-1,0-1 0,0 1 0,1 0 0,-1 0 0,0 0 0,1 0 1,-1 0-1,1 1 0,-1-1 0,1 1 0,0 0 0,2-1 1,-1 1 41,-1 0-1,1 0 1,-1 0 0,0 1 0,1-1 0,-1 1 0,1 0 0,-1-1 0,0 2 0,0-1 0,1 0 0,-1 1 0,0-1 0,0 1 0,0 0-1,-1 0 1,1 0 0,0 0 0,3 5 0,4 8 222,0 0-1,-1 1 1,-1 0-1,0 1 0,-2 0 1,1 0-1,-2 0 1,5 30-1,-3-1-255,-2 0 0,-2 58 0,-7-125-13292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3.86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16 7940,'0'0'5162,"4"-3"-4532,19-10 2080,-22 24-1867,38 394 1008,-12-97-447,-10-194-905,-17-113-492,1 1 9,-1 0 0,0 0 0,1 0-1,-1 0 1,1 0 0,0 0 0,-1 0 0,1 0 0,0 0 0,0 0 0,1 0 0,-1 0 0,2 2-1,-2-3 44,-1-6 40,0-7-84,1-15-222,-2 1-1,0 0 1,-2 0-1,-7-31 1,-13-23-810,-31-123-2313,46 160 3050,1 0-1,-2-80 0,9 100 411,-1 9 35,2-1 0,3-29 1,-3 39-148,0 0 0,1 0 0,0 0 0,0 0 0,0 0 1,0 1-1,1-1 0,-1 1 0,1 0 0,0 0 0,1 0 1,4-5-1,-4 5 27,1 1 1,-1-1-1,1 1 1,0 0-1,0 0 1,0 1-1,1 0 1,-1-1-1,0 2 1,1-1-1,-1 1 1,10-2 0,4 2 255,0 0 0,27 2 0,-46-1-297,3 0 63,1 0-1,-1 1 1,0-1 0,0 1-1,0 0 1,0 0-1,0 0 1,0 0 0,0 0-1,0 1 1,0-1-1,0 1 1,-1 0 0,1 0-1,-1 0 1,1 0 0,-1 0-1,0 0 1,0 1-1,0-1 1,0 1 0,0 0-1,-1-1 1,1 1-1,-1 0 1,1 0 0,-1 0-1,1 5 1,1 7 153,0-1 0,-1 1 0,0 0 0,-2 28 1,0-36-226,0 0 4,0-1 0,-1 1 0,1 0-1,-1-1 1,-1 0 0,1 1 0,-1-1 0,-1 0 0,1 0 0,-1 0-1,0 0 1,0 0 0,0 0 0,-1-1 0,0 0 0,0 0-1,0 0 1,-1 0 0,0-1 0,0 1 0,0-1 0,0 0-1,-1-1 1,1 0 0,-1 1 0,0-2 0,0 1 0,0-1 0,-8 2-1,5-2-419,-1-1 0,1 0 0,0 0-1,-13-2 1,20 1 212,-1 0 1,1 0-1,0 0 0,0-1 1,-1 1-1,1-1 0,0 0 1,0 0-1,0 0 1,0 0-1,-1 0 0,1 0 1,1 0-1,-1-1 0,0 1 1,0-1-1,0 1 1,1-1-1,-1 0 0,1 1 1,-3-4-1,-6-28-4036,5-5-2085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4.62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82 126 5859,'0'0'4738,"2"-1"-3962,-1 1-592,0 0-1,0 0 0,-1 0 0,1-1 1,0 1-1,-1 0 0,1 0 1,0-1-1,0 1 0,-1 0 1,1-1-1,-1 1 0,1-1 1,0 1-1,-1-1 0,1 1 1,-1-1-1,1 0 0,-1 1 1,0-1-1,1 1 0,0-3 1,0-17 3164,-2 8-4150,1 11 811,0 0-1,0 1 0,0-1 0,0 0 0,-1 0 1,1 1-1,0-1 0,-1 0 0,1 1 1,-1-1-1,1 1 0,0-1 0,-1 0 1,1 1-1,-1-1 0,0 1 0,1-1 0,-1 1 1,1 0-1,-1-1 0,0 1 0,1-1 1,-1 1-1,0 0 0,0 0 0,0-1 1,-24-5 52,15 4-38,8 1-23,-1 1 1,0-1-1,0 0 0,0 1 1,0 0-1,1 0 0,-1-1 1,-4 2-1,6-1 2,1 0 1,-1 0 0,0 1-1,0-1 1,0 0-1,0 1 1,1-1-1,-1 1 1,0-1 0,0 1-1,1-1 1,-1 1-1,0-1 1,1 1 0,-1 0-1,1-1 1,-1 1-1,1 0 1,-1-1-1,1 1 1,-1 0 0,1 0-1,0 0 1,-1-1-1,1 1 1,0 0-1,0 0 1,0 0 0,-1 1-1,-3 41 987,4 82-1,1-59-116,-1-60-768,0 0 0,0 0 0,1-1 0,-1 1-1,1 0 1,4 11 0,-4-16-94,-1 0 1,1 0-1,-1 0 1,1 0-1,0 0 1,0 0-1,-1 0 1,1 0-1,0 0 0,0 0 1,0 0-1,0-1 1,0 1-1,0 0 1,0-1-1,0 1 1,0-1-1,1 1 0,-1-1 1,0 1-1,0-1 1,0 0-1,1 0 1,-1 0-1,0 1 1,0-1-1,0 0 0,1 0 1,-1-1-1,0 1 1,0 0-1,1 0 1,-1-1-1,0 1 1,0 0-1,0-1 0,0 1 1,2-2-1,0 0-25,-1 0-1,1 0 0,0 0 0,-1 0 0,1 0 0,-1-1 1,0 0-1,0 1 0,0-1 0,0 0 0,0 0 1,0 0-1,-1 0 0,0 0 0,1 0 0,-1-1 1,-1 1-1,2-4 0,3-8-124,4-12-715,0 0 0,-2 0 1,-2 0-1,0-1 0,-2 0 0,0-48 0,-3 33-1907,0 25 1902,0 15 1584,0 6 1158,8 173 3370,-2-122-4370,2-1 1,30 103-1,-37-151-845,15 33 185,-16-36-225,1 0-1,0-1 0,0 1 0,0-1 1,0 0-1,0 1 0,0-1 0,0 0 1,1 0-1,-1 0 0,0 0 0,1 0 1,-1 0-1,1 0 0,-1 0 0,1 0 1,-1-1-1,1 1 0,2 0 0,-3-1-8,-1 0 0,1 0 0,-1 0 0,1 0 0,-1 0 0,1 0 0,-1 0 0,0 0 0,1 0 0,-1 0 0,1-1 0,-1 1 0,1 0 0,-1 0 0,0 0 0,1-1 0,-1 1 0,1 0 0,-1-1 0,0 1 0,1 0 0,-1-1 0,0 1 0,0 0 0,1-1 0,-1 1 0,0 0 0,0-1 0,1 1 0,-1-1 0,0 1 0,0-1 0,0 1 0,0-1 0,2-21-342,-2 15 162,1-168-8097,-1 128 1230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6.11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36 60 5987,'0'0'8406,"2"-4"-7843,3-4-473,-1 4 2736,2 82-2523,2-4-163,0 148 145,4 81 977,20-5 641,-31-293-1851,4 18 150,-5-22-194,1-1 0,-1 1 0,0 0 0,1-1 0,-1 1 0,0-1 0,1 1 0,-1-1 0,1 1 0,-1-1 0,1 1 0,-1-1 0,1 1 0,-1-1 0,1 1 0,-1-1-1,1 0 1,0 1 0,-1-1 0,1 0 0,-1 0 0,1 0 0,0 1 0,-1-1 0,1 0 0,1 0 0,-1-1-6,0 1-1,-1-1 1,1 1 0,0-1-1,-1 0 1,1 1-1,0-1 1,-1 0 0,1 1-1,-1-1 1,1 0-1,-1 0 1,1 0 0,-1 0-1,1 0 1,-1 1-1,0-1 1,0 0 0,0 0-1,1 0 1,-1 0 0,0 0-1,0 0 1,0 0-1,0 0 1,0 0 0,-1 0-1,1-1 1,0-4-1,3-248-2839,-6 224 2319,-2 1 1,-1-1 0,-1 1 0,-2 1 0,-15-36 0,2 4-431,7 18 457,-23-76 191,33 97 573,1 1-1,1-1 1,-2-39-1,5 41-31,0 7-42,0 0 0,3-21 1,-2 29-191,0 0 1,0 0 0,1 0 0,-1 0 0,1 0 0,0 0 0,0 0 0,0 0 0,1 1 0,-1-1 0,5-3 0,2-2-1,0 1 0,0 0 0,1 1-1,0 0 1,0 0 0,1 1 0,0 1 0,0-1 0,0 2 0,0 0 0,19-5-1,-1 4 72,1 0-1,0 2 1,44 1-1,-70 3-47,0-1-1,1 1 0,-1 0 1,0 0-1,0 0 0,0 1 1,0-1-1,-1 1 1,1 0-1,0 0 0,-1 0 1,1 1-1,-1-1 0,0 1 1,1 0-1,-1 0 1,-1 0-1,5 5 0,4 8 142,0 0 0,15 30 0,-21-35-94,6 13 127,-1 0 0,-1 1 0,-2 0 0,0 1 0,-2 0 0,0 0 0,-2 0 0,-1 1 0,-1-1 0,-2 1 0,-3 26 0,3-44-183,-1-1-1,0 1 0,-1 0 1,0-1-1,-1 0 1,1 0-1,-2 0 0,1 0 1,-1 0-1,0-1 1,0 0-1,-1 0 0,-12 11 1,-3 2 66,-2-2 1,-47 32 0,54-40-75,-1 0 1,0-1-1,0 0 1,-1-2-1,0 0 0,0 0 1,0-2-1,-1-1 1,0 0-1,0-1 1,-31 1-1,50-5-27,-1 1 0,1 0 0,0-1 0,-1 1 0,1-1 0,-1 1-1,1 0 1,0-1 0,-1 1 0,1-1 0,0 1 0,-1-1 0,1 1 0,0-1 0,0 1-1,0-1 1,-1 0 0,1 1 0,0-1 0,0 1 0,0-1 0,0 1 0,0-1 0,0 0 0,0 1-1,0-1 1,0 1 0,1-2 0,0-16-183,0 17 190,-1 0 0,1 0 0,0 0 0,-1 0 1,1 0-1,0 0 0,0 0 0,0 1 0,-1-1 0,1 0 0,0 0 1,0 1-1,0-1 0,0 0 0,0 1 0,1-1 0,-1 1 0,0 0 1,0-1-1,0 1 0,0 0 0,0 0 0,1-1 0,0 1 0,35-1-131,-28 1 109,6 0 10,-2-1 29,-1 1-1,1 0 0,-1 1 0,1 0 1,-1 1-1,0 1 0,0 0 1,0 0-1,23 10 0,-18-3 42,-1 1 1,-1 0-1,0 1 0,0 1 0,-2 0 1,1 1-1,-2 0 0,0 1 0,17 27 1,-8-6 331,-2 0 0,-2 1 0,19 59 1,-32-85-485,-5-16-491,-2-9 140,-5-19-885,-10-55-7093,13 52 330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6.57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186 29 3057,'0'0'7708,"0"-3"-6249,0 2-1329,0 0-1,0 0 1,0 0-1,0 0 1,0 0-1,0 0 0,0 0 1,0 0-1,0 0 1,-1 1-1,1-1 1,0 0-1,-1 0 1,1 0-1,-1 0 1,1 1-1,-1-1 0,1 0 1,-1 0-1,1 1 1,-1-1-1,-1 0 1,0 0 139,0 0 1,-1 0-1,1 0 1,0 1-1,-1-1 0,1 1 1,-1 0-1,1 0 1,-5 0-1,3 0-210,1 0-1,-1 0 1,0 0-1,1 1 1,-1-1-1,0 1 1,1 0-1,-1 0 1,1 0-1,-1 1 1,1-1-1,0 1 1,0 0-1,0 0 1,0 0-1,0 0 1,0 1-1,0-1 1,1 1-1,-1-1 1,1 1-1,-1 0 1,1 0-1,0 0 1,0 0-1,1 1 1,-3 4-1,-1 5-11,1 1 0,1 0 1,0 0-1,1 0 0,0 0 0,1 0 0,1 0 0,1 15 0,-1-8-31,0-14-29,0-1 0,0 1-1,1 0 1,0-1-1,0 1 1,0-1-1,1 1 1,0-1-1,0 0 1,0 0-1,1 1 1,0-2-1,0 1 1,1 0-1,0-1 1,0 1-1,0-1 1,6 5-1,8 6-263,37 23 0,-2-1-340,-52-38 611,0 1 0,0 0 0,0 1-1,1-1 1,-1 0 0,0 0 0,0 0 0,0 1-1,-1-1 1,1 0 0,0 1 0,0-1-1,-1 1 1,1-1 0,-1 1 0,1-1 0,-1 1-1,0 0 1,0-1 0,1 1 0,-1-1 0,0 1-1,0 0 1,-1-1 0,1 1 0,0-1 0,0 1-1,-1-1 1,1 1 0,-1-1 0,1 1 0,-2 2-1,-1-1-3,1 1 0,0-1 0,-1 0-1,1 0 1,-1 0 0,0 0-1,0-1 1,0 1 0,0-1 0,0 0-1,-5 3 1,-6 2-10,-2 0-1,1-1 1,-1 0-1,0-2 1,0 0-1,0 0 1,0-2-1,-24 2 1,39-4-39,0 0 1,0 0-1,0 0 0,0 0 1,0 0-1,0 0 0,0 0 0,0-1 1,0 1-1,0 0 0,0 0 1,1-1-1,-1 1 0,0-1 1,0 1-1,0-1 0,0 1 1,0-1-1,1 1 0,-1-1 1,0 0-1,0 1 0,1-1 1,-1 0-1,0-1 0,0 0-146,1 0 0,-1-1 0,0 1 0,1-1 0,0 1 0,0-1 0,0 1 0,0-4 0,0-1-164,0-35-2881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17.63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23 239 5987,'0'0'9871,"-5"0"-8873,-13 0-41,26 1 626,40 1 666,-30-1-2692,565 14 1155,-548-12-757,-34-3 70,0 0-1,0 0 0,1 0 0,-1 0 0,0 1 1,0-1-1,0 0 0,0 1 0,0-1 0,0 0 1,0 1-1,0-1 0,0 1 0,0 0 0,0-1 0,0 1 1,0 0-1,0 0 0,-1-1 0,1 1 0,0 0 1,0 0-1,-1 0 0,1 0 0,0 1 0,-2-2-128,0 0-1,0 0 0,0 0 0,0-1 1,0 1-1,0 0 0,0-1 0,0 1 1,0-1-1,0 1 0,0-1 0,1 1 1,-1-1-1,0 0 0,0 1 0,0-1 1,1 0-1,-1 0 0,-1-1 0,-21-20-2885,-8-25-3862,3-1 4839,-10-15 3352,22 31-629,13 26-38,1 0 0,-1 0 0,-1 0 0,1 1-1,-1-1 1,-7-7 0,1 8 2200,10 7-659,6 5-1482,47 46-280,28 24-59,-60-60-375,1 0 0,1-2 0,0 0 0,1-1 0,1-2 0,0 0 0,39 11 0,-67-23-105,0-1 0,0 1-1,0 0 1,0 0-1,0 0 1,0 0-1,0 0 1,0 1 0,0 0-1,0-1 1,0 1-1,-4 2 1,0 0 50,0 1 0,-1 0-1,1 1 1,-8 6 0,-1 3 47,0 0 0,1 1 0,-13 18 0,-120 170-30,146-201-72,-1 3 59,0-1 0,-1 1 0,0-1-1,0 0 1,-7 5 0,10-8-434,-1 0 1,0 0 0,0 0 0,1-1 0,-1 1 0,0 0-1,0-1 1,0 1 0,0-1 0,0 0 0,-4 1-1,-5-1-8538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1.55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76 6643,'0'0'5229,"6"-12"-4949,18-37 166,-15 34 4532,-9 21-4887,3 37 108,1 1 1,12 44 0,0 3 351,49 377 1666,-65-468-2217,7 30 181,0-18-130,-7-12-53,1 0 0,-1 0 0,0 0 0,0 0 0,1 0 0,-1 1 0,0-1 0,0 0 0,1 0 0,-1 0 0,0 0 0,0 0 0,1 0 0,-1 0 0,0 0 0,1 0 0,-1 0 0,0 0 0,0 0 0,1 0 0,-1 0 0,0 0 0,1 0 0,-1 0 0,0 0 0,0 0 0,1-1 0,-1 1 0,0 0 0,0 0 0,1 0 0,-1 0 0,0 0 0,0-1 0,1 1 0,0-10-479,-1-42-1071,-1-81-6548,-2 81 1873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1.96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12 180 6419,'0'0'10543,"-3"-17"-10084,-1-5-340,-1-27 0,5 46-103,0 0 0,0 1-1,1-1 1,-1 1 0,1-1 0,0 0 0,-1 1 0,1-1 0,0 1 0,0 0 0,0-1 0,1 1-1,-1 0 1,1 0 0,-1-1 0,1 1 0,3-3 0,0 1 36,0 0 0,1 1-1,-1-1 1,1 1 0,6-2 0,-9 3-6,6-2 22,1 1 1,-1 0 0,0 0 0,1 1-1,0 0 1,13 0 0,61 2 424,-67 0-411,-9 1-23,1-1-1,0 2 1,0-1 0,-1 1-1,1 1 1,-1-1-1,0 1 1,0 1-1,0 0 1,13 8 0,-10-5 29,-1 1 1,0 1-1,0-1 1,-1 2 0,-1-1-1,15 20 1,-12-11 11,0 0 0,-1 1-1,-2 0 1,1 0 0,-2 1 0,-1 0-1,0 1 1,-2-1 0,3 23 0,-2 3 129,-3 0 0,-1 0 1,-9 70-1,5-94-186,-1 0 0,-1 0 0,-1-1 0,0 0 0,-2 0 0,-1-1 0,0 0 0,-2-1 0,-17 26 0,23-37-54,0-1-1,-1 0 1,0-1 0,0 0 0,-1 1-1,0-2 1,0 1 0,0-1 0,-1 0-1,1-1 1,-1 0 0,0 0 0,-1 0-1,1-1 1,-1-1 0,1 1 0,-1-1-1,0-1 1,0 0 0,0 0 0,1 0-1,-17-2 1,20 0-39,1 1 0,0-1-1,-1 0 1,1 0 0,0 0 0,0-1 0,0 1-1,0-1 1,0 0 0,0 0 0,1-1 0,-1 1-1,0-1 1,1 0 0,0 0 0,0 0 0,0 0-1,0 0 1,0-1 0,1 1 0,0-1 0,-1 0-1,1 0 1,0 0 0,1 0 0,-1 0-1,-1-7 1,-1-9-406,0 1 0,1-1 0,1 0-1,1-34 1,1 50 242,1 0 0,-1 0 1,0 1-1,1-1 0,0 0 0,0 0 0,0 0 0,0 0 1,1 1-1,0-1 0,0 0 0,3-5 0,0 3-640,0 1 1,0 0-1,0 0 0,1 0 1,11-8-1,21-10-6136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2.569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137 2 2865,'0'0'9994,"-3"8"-7649,-75 157 1158,74-154-3274,2-5-131,-1-1-1,1 1 1,-1-1 0,0 1-1,0-1 1,-8 9 0,11-14-99,0 0 0,0 0 0,0 0 1,0 0-1,0 0 0,0 0 0,0 0 1,0 0-1,-1 0 0,1 0 1,0 0-1,0 0 0,0 0 0,0 0 1,0 1-1,0-1 0,0 0 0,0 0 1,0 0-1,0 0 0,0 0 0,0 0 1,-1 0-1,1 0 0,0 0 1,0 0-1,0-1 0,0 1 0,0 0 1,0 0-1,0 0 0,0 0 0,0 0 1,0 0-1,0 0 0,0 0 0,-1 0 1,1 0-1,0 0 0,0 0 0,0 0 1,0 0-1,0 0 0,0 0 1,0 0-1,0 0 0,0-1 0,0 1 1,0 0-1,0 0 0,0 0 0,0 0 1,0 0-1,0 0 0,0 0 0,0 0 1,0 0-1,0 0 0,0 0 0,0-1 1,0 1-1,0 0 0,0 0 1,0 0-1,0-10-198,0 8 163,-2-60-1105,4-83-2283,-2 144 3421,0 1 0,0-1 0,0 1 0,1-1 0,-1 1 0,0-1 0,0 1 0,0-1 0,0 1 0,1-1 0,-1 1 0,0 0 0,1-1-1,-1 1 1,0-1 0,1 1 0,-1 0 0,0-1 0,1 1 0,-1 0 0,0 0 0,1-1 0,-1 1 0,1 0 0,-1 0 0,1 0 0,-1-1 0,1 1 0,-1 0 0,1 0 0,-1 0 0,1 0 0,-1 0 0,1 0 0,-1 0 0,1 0-1,-1 0 1,1 0 0,18 5 18,-14-2 15,-1-1-1,1 1 1,-1 0-1,1 0 1,-1 1 0,0-1-1,0 1 1,6 8-1,27 41 701,-33-45-605,28 47 1170,-2 2 0,-3 1 0,37 114 0,-39-84-611,-3 2 0,10 101 0,-21 59 178,-10-248-868,-1 1 0,0 0 0,0 0 0,0 0 0,0-1 0,-1 1 0,1 0 0,-1 0 0,0-1 0,0 1 0,1 0-1,-2-1 1,1 1 0,0-1 0,0 1 0,-1-1 0,-2 4 0,1-4-12,0-1 0,0 1-1,-1-1 1,1 0 0,0 1-1,-1-2 1,1 1-1,-1 0 1,1 0 0,0-1-1,-1 0 1,1 0 0,-5 0-1,-5-1-159,0 0-1,-1 0 1,1-1-1,0-1 1,0 0-1,0-1 1,1-1-1,-1 1 1,1-2-1,0 0 1,1 0-1,-1-1 1,1-1-1,1 0 1,-1 0-1,-9-11 1,10 9-33,1 0-1,0 0 1,0-1 0,1-1 0,0 1 0,1-1 0,0-1-1,1 1 1,0-1 0,1 0 0,1-1 0,0 1-1,1-1 1,0 1 0,-1-20 0,4 22 237,0 1 0,0-1 0,1 0 0,0 1 0,4-15 0,-3 19 25,1-1-1,0 0 1,0 1-1,0 0 1,1 0-1,0 0 1,0 0-1,10-10 1,26-25 64,2 1 0,1 2 1,2 2-1,81-49 0,-86 58-3698,-29 23-1345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4.10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73 57 7668,'0'0'7165,"-14"1"-5134,12 2-1987,1 1 0,-1-1 0,0 1 1,1-1-1,0 1 0,0-1 0,0 1 1,0 0-1,0-1 0,0 5 0,1 44 199,1-28-33,2 229 1555,21-2-393,-18-217-1235,17 85 252,-12-84-95,-10-34-281,-1 0 1,1 0 0,-1 0-1,1 0 1,-1 0 0,1 0-1,0 0 1,-1 0 0,1 0-1,0 0 1,0 0 0,0 0-1,0 0 1,-1-1 0,1 1-1,0 0 1,0-1-1,1 1 1,-1-1 0,0 1-1,0-1 1,0 1 0,1-1-1,0-19-9,-2 14-26,0-15-405,0 1 1,-2-1 0,0 0-1,-1 1 1,-12-38-1,-23-35-1794,22 58 1240,2 0 1,2 0 0,1-2-1,-7-40 1,15 42 1592,1-1-1,4-34 1,0 5-155,-2 56-428,1 0 0,0 0 0,0 0 0,1 0 0,0 0 0,1 1 0,-1-1 0,1 1 0,1 0 0,-1-1 0,1 2 1,1-1-1,-1 0 0,1 1 0,0 0 0,8-7 0,-5 5 37,0 1 1,1 1-1,-1 0 1,1 0-1,0 0 0,1 1 1,-1 1-1,1-1 1,0 2-1,0-1 1,19-3-1,-7 5 342,-1 1 0,1 1 1,29 3-1,-48-2-352,0-1 0,0 1 0,0 0 0,0 1-1,0-1 1,0 1 0,-1-1 0,1 1 0,0 0 0,-1 0 0,1 0 0,-1 0 0,3 4 0,28 35 450,-31-38-459,7 10 110,0 1-1,-1 1 1,-1-1 0,0 1-1,-1 1 1,-1-1-1,-1 1 1,6 30-1,-5 3 394,-1 79 0,-4-124-527,0 1 1,0 0-1,0 0 0,-1-1 1,0 1-1,0 0 1,0 0-1,0 0 1,-1 0-1,0-1 0,0 1 1,0-1-1,-1 1 1,1-1-1,-7 7 1,5-6-11,-1-1 0,0 1 1,0-1-1,0-1 0,0 1 1,-1-1-1,0 0 0,0 0 1,0 0-1,-6 1 0,-11 2-36,0-1 0,0-1 0,0-1 0,-1-2 0,-26 0 0,-50-1-329,99 0 345,0 0 0,-1 0 0,1 0 1,0 0-1,0-1 0,0 1 0,-1 0 0,1 0 0,0-1 0,0 1 0,0-1 0,0 1 1,0-1-1,-1 1 0,1-1 0,0 0 0,0 1 0,1-1 0,-1 0 0,0 0 0,0 0 1,0 0-1,0-1 0,-1 0-21,1-1 0,0 1 1,1-1-1,-1 0 0,0 1 0,1-1 1,0 0-1,-1 1 0,1-6 0,1 7 23,-1 0 0,0 1-1,1-1 1,-1 1 0,1-1-1,-1 1 1,1-1 0,-1 1-1,1-1 1,-1 1 0,1-1-1,-1 1 1,1-1 0,-1 1-1,1 0 1,0-1 0,-1 1-1,1 0 1,0 0 0,-1 0-1,1-1 1,0 1 0,-1 0-1,1 0 1,0 0 0,1 0-1,24-2-56,-22 2 47,10-1-8,18-1 26,0 1-1,0 2 0,34 4 1,-57-2 14,0-1 1,-1 1 0,1 1 0,-1 0 0,1 0-1,-1 1 1,-1-1 0,1 2 0,-1-1 0,13 13-1,-4-2 59,-2 0-1,0 1 0,17 27 0,-16-18 51,-2 0 1,0 0 0,-2 1 0,-1 1-1,-2 0 1,0 0 0,6 46 0,-26-189-3031,6 23-6163,3 55-1274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4.56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69 26 5987,'0'0'5191,"4"-4"-3990,15-12-142,-14 11 3383,-7 5-4342,0 0 0,0-1 1,0 1-1,0 0 0,0 0 0,0 1 0,0-1 0,0 0 1,0 0-1,0 1 0,1-1 0,-5 2 0,1 2-57,0 0-1,0 0 0,0 0 1,0 0-1,1 1 1,0 0-1,0 0 0,0 0 1,0 0-1,1 1 1,0-1-1,0 1 0,0 0 1,1 0-1,0 0 1,0 0-1,1 0 0,-1 0 1,1 1-1,1-1 1,-1 0-1,1 1 0,0-1 1,1 1-1,-1-1 1,1 0-1,2 9 0,-1-11-124,0 0 0,0-1 1,0 1-1,0 0 0,0-1 0,1 1 0,-1-1 0,1 0 0,0 0 0,4 4 0,37 25-394,-30-22 434,21 11-111,15 11 88,-46-29 73,0 0 0,-1 0 1,1 0-1,-1 1 0,1-1 0,-1 1 1,0 0-1,4 7 0,-5-4 69,0 0-1,-1 0 1,1 0-1,-1 0 1,-1 1 0,0-1-1,0 0 1,0 0-1,-1 0 1,0 0 0,0 0-1,-1 0 1,-3 10-1,1-10-147,0-1 0,-1 0 0,1 0 0,-2 0-1,1-1 1,0 1 0,-1-1 0,0-1-1,0 1 1,-1-1 0,1 0 0,-1 0-1,0-1 1,0 0 0,0 0 0,-1-1-1,1 0 1,0 0 0,-13 1 0,19-3-165,-1 0 0,1 0 0,0 0 0,0 0 0,-1 0 0,1 0 0,0 0 0,0-1 0,-1 1 0,1 0 0,0-1 0,0 1 1,0-1-1,0 0 0,0 1 0,0-1 0,0 0 0,0 1 0,0-1 0,0 0 0,0 0 0,0 0 0,0 0 0,0 0 0,1 0 0,-1 0 0,1 0 0,-1 0 0,0-1 1,1 1-1,-1-2 0,-10-31-8523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7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0,'0'0'2140,"8"-7"-1356,30-24 9845,-23 31-9194,519 0 1323,717 0-2869,-1032-11-171,0 0 36,124-8-1016,-340 19 1256,329-5-410,-189 7 136,204-2-1145,-337 1 1451,-1 0 0,1 0 0,-1 1-1,0 1 1,17 5 0,-1 1 139,-25-9-165,0 0 0,1 0 0,-1 0-1,0 0 1,1 0 0,-1 1-1,0-1 1,0 0 0,0 0-1,1 0 1,-1 1 0,0-1 0,0 0-1,1 0 1,-1 1 0,0-1-1,0 0 1,0 0 0,0 1 0,0-1-1,1 0 1,-1 1 0,0-1-1,0 0 1,0 0 0,0 1 0,0-1-1,0 0 1,0 1 0,0-1-1,0 0 1,0 1 0,0-1-1,0 0 1,0 0 0,-1 1 0,1-1-1,0 0 1,0 1 0,0-1-1,0 0 1,0 0 0,-1 1 0,1-1-1,0 0 1,0 0 0,0 1-1,-1-1 1,1 0 0,0 0-1,0 0 1,-1 1 0,1-1 0,0 0-1,0 0 1,-1 0 0,1 0-1,0 0 1,-1 0 0,-16 13-1951,-10 2-2131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9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1 199 7155,'0'0'5349,"6"0"-4858,65 0 639,51 1-349,123-15 0,-5-29-589,-4-15-176,-116 28 23,185-20 0,-264 47-57,0 2 0,0 1 0,0 2 0,0 2 0,-1 2 0,46 13 0,-43-12 39,0-2 0,0-2-1,76-4 1,-45 0-10,15-6-62,-58 3 45,30 0-1,-25 3-68,-9 0 83,29 3 0,-49 0 58,0 1-1,0-1 1,-1 1 0,1 0 0,-1 1-1,1 0 1,-1 0 0,0 0-1,-1 1 1,10 9 0,12 1 280,-25-14-268,0-1-1,0 1 0,0 0 0,0 0 0,0 0 0,-1 0 0,1 1 1,0-1-1,0 0 0,2 4 1062,-4-14-8041,0-10-2225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29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3794,'0'0'15719,"11"-37"-15591,-4 34-48,-4 3-160,-3 12-3650,0 16 1665,0 1-2225,-10-4-2945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30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7187,'0'0'10421,"7"-16"-9509,-4 7-495,1-1-241,-1 7-176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31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82 5475,'0'0'10868,"-18"-25"-10451,18 13-273,0-4 64,0 7-208,0-1 16,0 4-16,0 3-480,0 15-10453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31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 5410,'0'0'7975,"0"-29"-4043,0 27-3893,0 1 0,0 0 0,0 0-1,0-1 1,1 1 0,-1 0 0,0-1 0,1 1-1,-1 0 1,1 0 0,-1 0 0,1-1 0,-1 1-1,1 0 1,0 0 0,0 0 0,-1 0 0,1 0-1,0 0 1,0 0 0,0 0 0,2-1-1,11-1-3277,-17 28-8882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5:35.67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3 300 6435,'0'0'6758,"-3"2"-5995,4-2-715,-1 0 1,0 0-1,0 0 1,0 0-1,0 0 1,0 0 0,0 0-1,1 0 1,-1 0-1,0 0 1,0 0-1,0 0 1,0 0-1,0 0 1,0 0 0,0 0-1,0 0 1,1 0-1,-1 0 1,0 1-1,0-1 1,0 0-1,0 0 1,0 0 0,0 0-1,0 0 1,0 0-1,0 0 1,0 0-1,0 0 1,1 1-1,-1-1 1,0 0-1,0 0 1,0 0 0,0 0-1,0 0 1,0 0-1,0 0 1,0 1-1,0-1 1,0 0-1,0 0 1,0 0 0,0 0-1,0 0 1,0 0-1,0 1 1,0-1-1,0 0 1,-1 0-1,1 0 1,0 0 0,0 0-1,0 0 1,0 0-1,0 0 1,0 1-1,0-1 1,0 0-1,0 0 1,0 0 0,0 0-1,-1 0 1,1 0-1,0 0 1,0 0-1,0 0 1,19 3 1014,37-3-1504,-38 0 791,176 2-268,210-5-7,-380 1-66,44-11-1,-24 4-57,-37 9 28,-4 0 18,-2 0 203,-2-2-127,0 0-1,1 0 1,-1 0 0,0 0-1,0 0 1,0 0-1,0 1 1,0-1 0,-1 0-1,1 1 1,-1-1 0,1 1-1,-1-1 1,1 1-1,-1 0 1,-2-2 0,-15-15-126,6 1-281,0 1 0,-1 0-1,0 2 1,-2-1 0,0 2 0,-30-21-1,-48-44 292,94 78 44,-31-34 159,29 34 1160,7 10-1304,7 5 69,-1 0 0,2-1 0,0 0 0,1-1 0,21 17 0,86 55 198,-76-56-230,76 36 0,-111-61-63,-8-4-41,-2 2 8,-1-1 0,1 1 0,0 0 0,-1-1 0,1 1 0,-1 0 0,0-1 0,1 1 0,-1-1 1,0 1-1,0-1 0,0 0 0,0 1 0,0-1 0,0 0 0,-3 2 0,-26 20 84,7-7-56,-4 9 39,0 2 0,2 1 0,-37 53-1,-53 103-599,109-173 478,-4 6-956,-1 0 0,-1 0 0,-15 16 1,-2-5-5559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33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277 80 5523,'0'0'8275,"0"-22"-7568,0 19-714,1 1-1,0 0 0,-1 0 1,1-1-1,0 1 0,0 0 1,0 0-1,1 0 0,-1 0 1,1 0-1,-1 1 1,1-1-1,-1 0 0,1 1 1,0-1-1,0 1 0,0-1 1,0 1-1,0 0 0,0 0 1,0 0-1,3-1 0,1-1-36,0 0-1,0 1 0,0 0 1,0 0-1,0 1 0,1 0 0,8-1 1,-6 2 96,-3 0-16,1 0 1,-1 0-1,1 1 1,-1-1-1,13 4 1,-17-3-44,0 0 1,0 0 0,0 0 0,0 0 0,-1 0 0,1 0-1,0 1 1,-1-1 0,1 0 0,-1 1 0,0-1 0,1 1-1,-1 0 1,0-1 0,0 1 0,0 0 0,0 0-1,0 0 1,0 0 0,-1 0 0,1 0 0,-1 0 0,1 3-1,1 12-104,-1-1 0,-1 22 0,0-20 140,-1-12-19,0-1-1,-1 0 1,1 1-1,-1-1 1,0 0-1,-1 0 0,1 0 1,-1 0-1,0-1 1,0 1-1,-1-1 1,-3 5-1,-15 21 18,-54 129-3,68-144-22,0 0 1,-1 0-1,-1-1 1,-20 23-1,-51 47 12,72-76-14,-1 2 4,-1-1 0,0 0-1,-23 13 1,27-18 0,1-1 0,-1 0 0,0 0 0,1-1-1,-1 0 1,0 0 0,0-1 0,-1 0 0,-9 1 0,15-2 5,1-1 0,-1 1 0,1 0 0,-1-1 0,1 1 0,0-1 0,-1 0 0,1 1 0,0-1 0,-1 0 0,1 0 0,0 0 0,0 0 0,0 0 0,0 0 0,0 0 0,0 0 0,0-1 0,0 1 0,0 0 0,0 0 0,1-1 0,-1 1 0,1-1 0,-1 1 0,1 0 0,-1-1 0,1 1 0,0-1 0,0 1 0,0-1 0,0-1 0,-2-11-34,1 0 0,2-23 0,-1 19-96,0 11-1,0 1-1,1 0 1,-1 0 0,1 0-1,0 0 1,1 0-1,-1 0 1,1 0 0,1 0-1,-1 0 1,5-6-1,-5 9 9,0 0-1,0 1 1,1-1 0,-1 1-1,1-1 1,-1 1-1,1 0 1,0 0 0,0 0-1,0 1 1,0-1-1,0 1 1,1-1 0,-1 1-1,0 0 1,1 0-1,-1 1 1,1-1 0,-1 1-1,1 0 1,5 0-1,-6-1 131,0 1-1,0 0 0,0 0 0,0 0 1,0 0-1,0 0 0,0 1 0,0-1 1,0 1-1,0 0 0,0 0 0,0 0 1,0 0-1,0 0 0,-1 1 0,1-1 1,-1 1-1,1 0 0,-1 0 1,1 0-1,-1 0 0,0 0 0,0 1 1,2 2-1,48 67 1749,-42-56-1403,0 0 0,1-1 0,1 0 0,0-1 0,1 0 0,1-1 0,26 20 1,-34-30-334,0 0 0,1-1 0,-1 1 0,1-1 1,0 0-1,-1-1 0,1 0 0,0 0 1,10 0-1,13-5-2559,-21-3-4475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33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4802,'0'0'5395,"0"195"-3955,0-151-703,0-9-401,0-1-144,0-15-160,0-10 32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34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358 114 3458,'0'0'2956,"0"-7"-2482,-1-23 1,1 28-427,0 1 0,0 0 0,-1 0 0,1-1 1,-1 1-1,1 0 0,-1 0 0,1 0 0,-1 0 0,0 0 0,1-1 0,-1 1 0,0 0 0,0 1 0,0-1 0,0 0 0,0 0 0,0 0 0,0 0 0,0 1 0,0-1 0,-2 0 0,-26-9 371,22 9-409,-78-34 1146,75 32-976,-1 2 0,1-1 0,-1 1 0,0 1 0,-12 1 0,-2-1-105,20 1-64,1-1 0,-1 1 1,1 0-1,0 0 0,0 1 1,-1-1-1,1 1 0,0 0 1,0 0-1,1 0 0,-1 1 1,0-1-1,1 1 0,-1 0 1,1 0-1,0 0 0,-4 6 1,2-4 47,1 1-1,0-1 1,0 1 0,1 0 0,0 0 0,0 1 0,0-1-1,1 0 1,0 1 0,-2 12 0,1 2 280,2 0 0,0 1-1,3 22 1,-1-34-123,0 0 0,1-1 0,0 1 1,1 0-1,0-1 0,1 1 0,0-1 0,7 12 0,-5-11-15,0 0 0,1 0 1,0-1-1,1 0 0,0 0 0,1-1 0,11 9 0,-14-12-131,1-1-1,-1-1 0,1 1 1,0-1-1,0-1 0,0 1 1,1-1-1,-1 0 0,0-1 1,1 0-1,-1 0 0,13 0 1,-7-1-11,-3 0 4,0 0 1,0 0-1,18-4 1,-24 3-68,0-1 1,0 1 0,-1-1 0,1 1 0,-1-1 0,1 0 0,-1-1-1,0 1 1,1 0 0,-1-1 0,0 0 0,4-5 0,1-1-382,-2-1 1,1 1 0,-1-1-1,-1 0 1,0 0-1,8-22 1,-9 16-1031,0 0-1,-1 0 1,0 0 0,0-22-1,-3-7-4109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34.6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1 1985,'-1'0'136,"0"0"0,0 0 1,0 0-1,0 0 0,-1 0 1,1 0-1,0 1 0,0-1 1,0 0-1,0 1 0,0-1 0,0 1 1,0-1-1,0 1 0,0 0 1,0-1-1,0 1 0,0 0 0,0 0 1,1 0-1,-1 0 0,0 0 1,0-1-1,1 1 0,-1 0 0,1 1 1,-1-1-1,1 0 0,-1 0 1,1 0-1,0 0 0,-1 2 0,0 4 251,0 0-1,1 1 0,0-1 1,1 11-1,0 3 68,6 495 5626,-7-513-6064,0-1 0,0 1 0,0 0-1,-1 0 1,0-1 0,1 1 0,-1 0 0,0-1 0,0 1-1,0-1 1,-1 1 0,1-1 0,-1 0 0,1 1 0,-1-1-1,0 0 1,0 0 0,0 0 0,0 0 0,0-1 0,0 1-1,0 0 1,-1-1 0,1 0 0,0 1 0,-1-1 0,1 0-1,-1 0 1,0 0 0,-4 0 0,-8 2-21,0-1 1,0 0 0,0-1-1,-22-1 1,21 0-169,-33-2-4818,31-3-188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35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329 85 3378,'0'0'4970,"0"-6"-4493,0-28 839,-1 33-1224,1 1 0,0-1 0,-1 0 0,1 0 0,0 0 0,-1 0 0,1 0 0,-1 0 0,0 1 0,1-1-1,-1 0 1,0 0 0,1 1 0,-1-1 0,0 1 0,0-1 0,0 1 0,1-1 0,-1 1 0,0-1 0,0 1 0,-1-1 0,-21-7 239,-8 1 24,0 2 0,-1 1 0,-55-1-1,84 6-325,0-1 0,0 1 0,-1 0-1,1 0 1,0 0 0,0 0-1,0 0 1,1 1 0,-1-1-1,0 1 1,0 0 0,1-1 0,-1 1-1,1 1 1,0-1 0,-1 0-1,1 1 1,0-1 0,0 1-1,1-1 1,-1 1 0,-2 4-1,-3 7 291,1 0 0,0 0-1,-5 22 1,5-7 173,1 0 0,1 0 0,2 0 0,2 43 0,0-52-114,0-13-248,0-1 1,0 1-1,1-1 0,0 1 0,0 0 1,1-1-1,-1 0 0,1 1 0,5 9 0,-5-13-89,0 0-1,0 0 1,1 0-1,-1 0 1,1 0-1,0-1 0,0 1 1,0-1-1,0 0 1,0 0-1,0 0 1,1 0-1,-1 0 0,1-1 1,-1 1-1,1-1 1,-1 0-1,6 1 1,-2-1-55,1 0 1,-1 0 0,1 0-1,-1-1 1,0 0 0,1 0 0,-1-1-1,1 0 1,-1 0 0,0-1 0,0 0-1,0 0 1,0-1 0,0 0-1,0 0 1,-1 0 0,1-1 0,-1 0-1,0-1 1,0 1 0,0-1 0,-1 0-1,0 0 1,0-1 0,0 0-1,-1 1 1,8-13 0,-3 2-543,-1 0 0,0-1 0,-2 0 0,0 0 0,0-1 0,-2 1-1,0-1 1,-1 0 0,-1 0 0,0-26 0,-2 34 426,1 2 71,-1 0-1,-1 0 1,-2-15 0,2 20 66,1 1 1,-1-1 0,0 1-1,0 0 1,0-1 0,-1 1-1,1 0 1,0 0 0,-1 0-1,1 0 1,-1 0 0,0 0-1,0 0 1,0 0-1,0 1 1,-4-3 0,-4 3 165,9 1-111,1 2-44,2 152 827,-5 188 1128,2-326-1915,-1 1 0,0 0 1,-1 0-1,0-1 1,-2 0-1,0 0 1,-1 0-1,0 0 1,-1-1-1,-11 18 0,14-29-46,1 0 0,-1 0-1,0 0 1,0 0-1,0-1 1,0 1-1,0-1 1,-1 0-1,0 0 1,1-1-1,-1 1 1,0-1-1,0 0 1,-7 1-1,-3 0-831,0 0-1,0-2 1,1 1-1,-16-2 1,-18 0-7229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40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362 14 992,'0'0'6961,"-10"-2"-6620,-9-2 359,-1 1 0,-30-1 0,38 4-403,8 0-243,0-1-1,0 1 1,0 0-1,-1 0 1,1 1-1,0-1 1,0 1-1,0 0 0,0 0 1,0 1-1,0-1 1,0 1-1,0 0 1,-6 4-1,-17 15 127,3-3-135,1 2-1,-30 32 1,47-46-1,0 2 0,1-1 0,0 0 0,0 1 0,1 0 0,0 0 0,0 0 0,1 1 0,0-1 0,1 1 0,-1 0 0,0 15 0,1-4 328,1 0-1,3 36 1,-1-50-275,0 0 0,0 0 1,0 0-1,1 0 0,0 0 0,1-1 0,-1 1 1,1-1-1,0 1 0,0-1 0,0 0 0,1 0 1,6 6-1,-2-4 25,0 0 0,1-1 0,0 0 0,0-1 1,0 0-1,1 0 0,-1-1 0,1 0 0,0 0 0,1-1 0,-1-1 1,0 0-1,13 1 0,15 0 178,1-2 1,47-5-1,-82 4-291,3 0-71,0-1 0,1 0 1,-1 0-1,0 0 0,0-1 0,0 0 1,0 0-1,-1-1 0,1 0 1,-1 0-1,1-1 0,-1 0 1,0 0-1,0 0 0,-1 0 1,1-1-1,-1 0 0,0 0 0,-1-1 1,1 0-1,-1 1 0,0-1 1,0-1-1,-1 1 0,0-1 1,0 1-1,0-1 0,-1 0 1,0 0-1,0 0 0,0-8 0,2-11-404,-2 0 0,-1 0 0,-4-44 0,3 68 471,-1 0 0,0-1 1,0 1-1,0 0 1,0-1-1,0 1 1,0 0-1,-1 0 0,1 0 1,-1 0-1,-1-2 1,-5-7 38,8 11-34,0 1 0,0-1-1,0 0 1,0 0 0,0 0 0,0 1 0,0-1 0,0 0-1,0 0 1,0 0 0,0 0 0,0 1 0,-1-1 0,1 0-1,0 0 1,0 0 0,0 1 0,0-1 0,0 0 0,0 0-1,0 0 1,0 0 0,-1 0 0,1 1 0,0-1 0,0 0-1,0 0 1,0 0 0,0 0 0,-1 0 0,1 0-1,0 0 1,0 0 0,0 1 0,0-1 0,-1 0 0,1 0-1,0 0 1,0 0 0,0 0 0,-1 0 0,1 0 0,0 0-1,0 0 1,0 0 0,-1 0 0,1 0 0,0 0 0,0-1-1,0 1 1,0 0 0,-1 0 0,1 0 0,0 0 0,0 0-1,0 0 1,0 0 0,-1 0 0,1-1 0,0 1 0,0 0-1,0 0 1,0 0 0,0 0 0,0 0 0,-1-1 0,-1 15 337,2-14-355,-5 63 433,5 84 1,2-61 86,-1 33 96,-4 141 238,3-253-834,-1 0-1,0 0 1,0 0-1,-1 0 1,1 0 0,-2 0-1,1-1 1,-1 1-1,0-1 1,0 0-1,-1 0 1,-6 9 0,4-9-15,1-1 0,-1 1 0,0-1 1,0 0-1,-1-1 0,0 1 0,0-1 0,0-1 1,0 1-1,0-1 0,-8 2 0,-3 0-582,0-2-1,0 1 1,0-2-1,-1-1 0,-21 0 1,-35-1-5671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43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0 132 5635,'0'0'5837,"2"-8"-5485,4-11-246,4-17 3592,-7 42-3924,4 41 259,0 64 1,-4-50 8,3 63 338,17 167 1751,-22-283-1957,1 0 1,-1-1 0,1 1 0,1-1-1,0 1 1,0-1 0,0 0 0,1 0-1,0-1 1,0 1 0,7 8 0,-10-30-342,0 0 1,-1 0 0,-2-19 0,-5-37-1745,-31-207-3837,29 241 5331,2-1 0,1 0 0,0-42 0,5 65 494,2-18 959,-1 33-1010,1-1-1,-1 0 1,0 0-1,0 0 0,1 1 1,-1-1-1,1 0 1,-1 0-1,0 1 1,1-1-1,0 0 0,-1 1 1,1-1-1,-1 0 1,1 1-1,0-1 0,-1 1 1,1-1-1,0 1 1,-1 0-1,1-1 0,0 1 1,0 0-1,0-1 1,-1 1-1,1 0 0,0 0 1,0 0-1,0 0 1,0 0-1,1 0 1,0-1 41,0 1 1,-1 0 0,1 1 0,0-1 0,0 0 0,0 0 0,-1 1 0,1-1 0,0 1 0,-1-1 0,1 1 0,-1 0 0,1 0 0,0 0 0,-1 0 0,3 2 0,-1 0-25,-1 0 0,1 1-1,-1-1 1,0 1 0,0 0 0,1 4 0,-2-6-2,79 195 2240,-23-54-792,-54-135-1388,0-1-1,0 0 1,1 0-1,1 0 1,6 9 0,-9-15-47,-1 1 1,1 0 0,-1-1 0,1 1-1,0-1 1,-1 0 0,1 1 0,0-1 0,0 0-1,0 0 1,0 0 0,0-1 0,0 1-1,0 0 1,1-1 0,-1 1 0,0-1-1,0 0 1,0 1 0,0-1 0,1 0-1,-1-1 1,0 1 0,0 0 0,4-2 0,-3 1-38,-1 0 0,1-1 0,-1 0 0,1 0 0,-1 1 0,1-2 0,-1 1 0,0 0 0,0 0 0,0-1 0,3-4 1,21-37-80,-19 30 65,119-229-2281,-46 81 648,-35 84 1584,-44 77 463,8 268 1428,-1-66-958,-8 155 879,0-355-1758,0-1 4,0 1 0,0-1 0,0 0 0,0 1 1,0-1-1,-1 1 0,1-1 0,0 0 0,0 1 0,0-1 0,0 0 0,0 1 0,0-1 1,0 1-1,0-1 0,0 0 0,1 1 0,-1-1 0,0 1 0,0-1 0,0 0 0,0 1 0,0-1 1,1 0-1,-1 1 0,0-1 0,0 0 0,1 1 0,-1-1 0,0 0 0,0 0 0,1 1 0,-1-1 1,0 0-1,1 0 0,-1 0 0,0 1 0,1-1 0,-1 0 0,0 0 0,1 0 0,-1 0 0,1 0 1,-1 0-1,0 1 0,1-1 0,-1 0 0,1 0 0,-1 0 0,0-1 0,1 1 0,0 0 106,-1-8-25,0-54-3374,0 19-3963,0 18-781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44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1 672 2817,'0'0'13863,"8"0"-13050,18 2-426,0 1-1,-1 1 0,29 8 1,27 4-17,-32-11-240,63-3 0,-84-2-97,-24 0-32,0 0-1,0 0 1,-1-1-1,1 1 1,0-1-1,-1 0 1,1 0-1,-1 0 1,1 0-1,-1-1 1,1 1-1,-1-1 1,0 0-1,0 0 1,0 0 0,0-1-1,0 1 1,-1-1-1,5-4 1,-4 3-19,0-1 0,0-1 0,0 1 0,-1 0 0,0-1 1,0 1-1,0-1 0,-1 0 0,1 1 0,-2-1 1,1 0-1,0-6 0,0-3-1,0 0 1,-1 1-1,-1-1 0,0 0 1,-1 0-1,0 0 0,-2 1 1,-8-26-1,-19-26-4,11 25-76,1-1 0,-22-76 0,39 104 155,0 0 0,1 0 1,1-20-1,0 18 55,1 14-104,-1 0 1,1 0 0,-1 1-1,1-1 1,0 0 0,-1 0-1,1 1 1,0-1 0,0 0-1,0 1 1,1-1-1,-1 1 1,0 0 0,0-1-1,1 1 1,-1 0 0,1 0-1,-1 0 1,1 0-1,2-1 1,35-17 91,-12 10-111,0 1 0,1 1 0,0 2 0,0 0 0,0 2 0,0 2 1,1 0-1,44 6 0,-62-4 13,-1 2 1,1-1-1,-1 1 1,0 1-1,0 0 1,0 0-1,0 1 1,-1 0-1,0 1 1,0 0-1,10 8 1,9 11 25,46 51 0,-63-65 6,-1 2-1,0-1 1,-1 2 0,9 15-1,-14-21-11,-1 0 0,0 0 0,0 1-1,0-1 1,-1 1 0,-1 0 0,0-1-1,0 1 1,0 9 0,-1-11-11,1 4 20,-1-1-1,-1 1 0,1 0 0,-2 0 0,1 0 0,-1-1 0,-1 1 0,-8 19 0,-20 27 207,20-38-126,-16 37 1,24-49-16,1 1 0,-1-1 1,2 1-1,-1 0 1,1 0-1,0 0 0,1 0 1,0 15-1,1-22-74,-1 1 1,1 0-1,0-1 0,-1 1 0,1 0 1,0-1-1,0 1 0,0-1 1,0 1-1,0-1 0,0 0 0,1 1 1,-1-1-1,0 0 0,1 0 0,-1 0 1,1 0-1,-1 0 0,1 0 0,-1 0 1,4 1-1,41 12 247,-42-13-241,41 6-78,1-1 0,0-3 0,90-4 0,-49 0-6140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42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8932,'0'0'5459,"6"0"-3499,33 1-1098,66 10 0,21-1-501,-10-2-463,-108-6-1071,-21-3-4329,-5 1 1559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4:43.1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2097,'0'0'12806,"80"0"-12006,-31 0-144,0 6 65,-4 0-497,4-6-128,-11 7-96,-3-7-64,-4 3-192,-6 3-1489,-8 0-2289,-6 1-4722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47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41 3650,'0'0'5866,"-2"-3"-5055,-3-1-585,2 1 152,0-1 0,0 1 0,-1 0 1,1 0-1,-1 1 0,0-1 0,0 1 0,-5-3 0,5 1-361,2 2-160,1 11 111,-1 150-44,3-80 128,44 444 2398,-38-464-2192,-6-54-234,1 11 111,0 1-1,1 0 1,1-1-1,7 17 1,-3-21-42,0-1 40,-8-10 457,0-12-499,-1-12-214,-1 0 1,-1 0-1,0 1 1,-2-1 0,-1 1-1,-1 0 1,-12-29-1,8 25-42,2-1 0,1 0-1,1-1 1,1 0-1,1 0 1,0-31 0,1-189 112,4 218 52,0 24-12,1 1-1,-1 0 0,1 0 0,1 0 1,-1 0-1,1 0 0,0 0 0,0 1 1,0-1-1,1 0 0,-1 1 0,1 0 1,0-1-1,1 1 0,-1 0 0,1 1 1,4-5-1,2-1-28,1 2 0,-1-1 0,1 1 0,0 1 0,22-10 0,-21 11 42,-6 2-15,-1 1-1,1-1 0,0 1 1,-1 1-1,1-1 0,0 1 1,11-1-1,105 2 224,-116 1-210,-1 0 1,1 0-1,-1 0 0,1 1 0,-1 0 0,0 0 1,1 0-1,-1 1 0,0 0 0,-1 0 0,1 0 1,0 0-1,-1 1 0,0-1 0,6 8 0,-3-4-1,-1 0-1,1 1 1,-2 0-1,1 0 0,-1 0 1,-1 0-1,1 1 0,3 12 1,-5-5 9,0-1 1,-2 0 0,0 1 0,-1 0-1,-2 20 1,0 5 83,3-33-66,-1-1 0,-1 1 0,1 0-1,-1-1 1,-1 1 0,1-1 0,-1 1-1,-1-1 1,1 0 0,-1 0-1,-1 0 1,1 0 0,-1-1 0,0 1-1,-1-1 1,1 0 0,-1 0 0,-11 9-1,-15 16 54,-57 40-1,73-60-65,-1-1 0,0-1 0,0 0 0,-1-1 0,0-1 0,-25 7 0,26-11 18,-1-1 1,1 0-1,-33-2 0,26 0 35,22 0-61,1 0 0,-1 0 0,0 0-1,0 0 1,0-1 0,1 1 0,-1 0 0,0 0-1,0 0 1,1-1 0,-1 1 0,0 0-1,0-1 1,1 1 0,-1-1 0,0 1 0,1-1-1,-1 1 1,0-1 0,1 1 0,-1-1 0,1 1-1,-1-1 1,1 0 0,-1 1 0,1-1 0,0 0-1,-1 0 1,1-1 0,-3-25-537,3 23 248,0 3 274,1 1 1,-1-1-1,0 1 1,1 0-1,-1-1 1,1 1-1,-1-1 1,0 1-1,1 0 0,-1 0 1,1-1-1,-1 1 1,1 0-1,-1 0 1,1-1-1,-1 1 1,1 0-1,-1 0 1,1 0-1,-1 0 1,1 0-1,-1 0 1,1 0-1,-1 0 0,1 0 1,0 0-1,24 0-275,-17 0 243,-4 0 42,0 0 1,0 0-1,0 1 0,-1-1 1,1 1-1,0 0 0,0 0 1,0 0-1,-1 0 1,6 3-1,-4 0-4,-1-1 1,1 1 0,-1 0-1,0 0 1,0 0-1,6 9 1,6 9 1,-1 1 1,-1 0-1,22 51 0,18 78 640,-51-143-525,-1 0 0,0-1 0,0 1 0,1 13 0,-3-20 196,2-2-349,-1 0-1,1 0 0,0 0 1,0-1-1,0 1 0,0-1 1,-1 1-1,1-1 0,0 0 1,-1 1-1,3-2 0,14-16-4114,0-8-4879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48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7 7251,'0'0'6427,"-9"-5"-6061,6 4-353,0 1 0,0 0 0,1 0 0,-1 0 0,0 0 0,0 1 0,1-1 0,-1 1 0,0-1 0,1 1 0,-1 0 0,1 0 0,-1 0 0,1 1 0,-1-1 0,1 1 0,0-1 0,-1 1 0,1 0 0,0-1 0,0 1 0,1 0 0,-5 5 0,3-3 33,0 0 0,1 1 1,-1-1-1,1 1 0,-1-1 0,1 1 0,1 0 0,-1 0 1,1 0-1,0 0 0,0 0 0,-1 9 0,2-2 51,0-6-76,-1 0 0,1 0 1,0 0-1,1 0 0,0 0 1,0 0-1,0-1 0,0 1 0,1 0 1,0-1-1,0 1 0,6 9 1,2-3 15,1 1 0,0-2 1,1 1-1,1-2 1,16 12-1,19 17-5,-46-37-29,0 0 0,0 0 0,0 0 0,-1 0 0,1 0 0,0 0 0,-1 1 0,0-1 1,0 1-1,1-1 0,-1 1 0,-1-1 0,1 1 0,0 0 0,0 4 0,-1-6-4,0 1-1,0-1 1,0 1 0,-1-1-1,1 0 1,0 1 0,-1-1-1,1 1 1,-1-1 0,1 0-1,-1 1 1,0-1 0,1 0-1,-1 1 1,0-1 0,0 0-1,0 0 1,0 0 0,0 0-1,0 0 1,0 0 0,0 0-1,-1 0 1,1-1 0,0 1-1,-1 0 1,1-1 0,0 1-1,-1-1 1,-1 1 0,-71 16 188,13-4-510,20-1-2094,8-5-3485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57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49 120 5026,'0'0'5069,"-5"0"-4306,-6 0-1302,-14 0 4213,17 0-15,29 0-2863,1148 0-523,-960 6-289,212-6-163,-173-12 83,-115 2 18,48-2-42,692 12 126,-557-6-44,1572 6 76,-1550-19-90,-210 8 82,-6-1-16,-25 3-4,71 3-4,73 6 1498,-241 0-1518,0 0 1,0 0-1,0-1 0,0 1 0,0 0 0,0 0 0,1 0 0,-1 0 0,0-1 0,0 1 0,0 0 0,0 0 0,0 0 0,0 0 0,0-1 1,0 1-1,0 0 0,0 0 0,-1 0 0,1-1 0,0 1 0,0 0 0,0 0 0,0 0 0,0 0 0,0-1 0,0 1 0,0 0 1,0 0-1,-1 0 0,1 0 0,0 0 0,0 0 0,0-1 0,0 1 0,0 0 0,-1 0 0,1 0 0,0 0 0,0 0 0,-4-1-556,-1 1 0,1-1 0,0 0-1,1 0 1,-1 0 0,0 0 0,-4-3-1,-17-8-6218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6:59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0 107 6259,'0'0'5821,"9"4"-3116,167 21-1424,251 5-902,-250-6-323,-109-13 315,-68-11-347,1 0 1,0 0-1,0 0 1,-1 1-1,1-1 1,0 0-1,0 0 1,0 0-1,-1 0 1,1 0-1,0 0 1,0 0-1,-1-1 1,1 1-1,0 0 1,0 0-1,-1 0 1,1-1-1,0 1 1,-1 0-1,1-1 1,0 1-1,-1-1 1,1 1-1,0-1 1,-1 1 0,1-1-1,0 0 1,-1-1-81,1 0 1,-1 0 0,1 0 0,-1 0 0,0-1 0,0 1 0,0 0 0,0 0 0,-1-2 0,1-10-529,0 10 523,0 0 1,-1 0-1,1 0 1,-1-1-1,0 1 1,0 0-1,0 0 1,-1 0-1,-3-6 1,-25-32 201,30 42-139,-9-10 3,0 0 1,-1 1-1,-11-8 0,-7-6 1764,30 25-1529,10 12-145,1-1 1,1-1-1,0 0 0,0-1 0,21 11 1,-4-4 7,56 24 1,15-7-90,-102-35-21,1 1 0,-1-1 1,1 0-1,-1 0 0,1 0 1,-1 1-1,0-1 0,1 0 1,-1 1-1,1-1 0,-1 0 1,0 1-1,0-1 0,1 1 1,-1-1-1,0 0 0,0 1 1,1-1-1,-1 1 0,0-1 1,0 1-1,0-1 1,0 1-1,1-1 0,-1 1 1,0-1-1,0 1 0,0-1 1,0 1-1,0-1 0,0 1 1,-1-1-1,1 1 0,0-1 1,0 1-1,0-1 0,0 0 1,0 1-1,-1-1 0,1 1 1,0-1-1,0 1 0,-1-1 1,1 0-1,0 1 0,-1-1 1,1 0-1,-1 1 0,1-1 1,0 0-1,-2 1 0,-21 20-334,22-20 340,-62 47 123,2 4 0,-94 101 0,154-152-268,-1 1 0,1-1 0,0 1 0,0-1 0,0 1 0,-1 0 0,1-1 1,1 1-1,-1 0 0,0 0 0,0 0 0,1 0 0,-1 0 0,1 0 0,-1 3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1.3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196 45 6019,'0'0'3367,"-4"-7"-2751,-11-18 24,12 23-480,1 1 0,-1-1 0,0 1 0,0 0 1,1 0-1,-1 0 0,0 0 0,0 0 0,0 1 0,0-1 0,0 1 0,0 0 0,-4 0 0,2 0-75,0-1-21,-1 1 0,1 1 0,0-1 0,-1 1 0,-9 2 0,13-2-62,0 0-1,0 0 1,0 0-1,1 0 1,-1 0-1,0 0 1,1 1-1,-1-1 1,1 1-1,-1-1 1,1 1-1,0-1 1,0 1-1,0 0 1,0-1-1,0 1 1,0 0-1,0 0 1,0 3-1,-5 13 24,1 1 0,1 0-1,1 1 1,-2 24 0,5 81 239,1-62-25,-2 45 376,2 130 1192,3-187-1297,1 0 0,20 82-1,-21-122-305,-1-1-1,10 18 0,1 4 470,-14-38-964,-6-57-1595,-2 36 705,-14-30-1,-1-5-576,12 24 1062,1 0 0,2-1 0,2 0 0,1-1 0,1-46 0,14-96 814,-8 123 232,-2 41 566,4-34 0,-3 47-818,0-1 0,0 0-1,1 1 1,0-1-1,0 1 1,0-1 0,1 1-1,0 0 1,6-9 0,-2 6-48,0 1 0,0 0 1,1 0-1,-1 0 1,2 1-1,-1 0 0,1 1 1,0-1-1,0 2 1,0-1-1,0 2 0,1-1 1,0 1-1,0 0 1,0 1-1,0 0 0,0 1 1,17 0-1,33-1 236,-24 1-159,59 5-1,-86-3-132,0 1 1,0 0-1,-1 0 0,1 1 0,0 0 0,-1 1 0,0-1 1,0 2-1,0-1 0,10 9 0,-14-10 54,0 0 1,0 1-1,-1 0 1,1 0-1,-1 0 1,0 0-1,0 0 0,0 1 1,-1 0-1,1-1 1,-1 1-1,0 0 1,-1 0-1,1 0 0,-1 0 1,0 0-1,0 1 1,0-1-1,-1 5 1,1 35 325,-3 57 167,0-93-505,0 0 0,-1 0-1,0 0 1,-1 0 0,0-1 0,-1 1 0,1-1 0,-1 0 0,-1 0 0,-10 11 0,-9 15-15,16-21-2,0 0 0,0-1 1,-2 0-1,-22 20 0,27-27-11,0 0 0,-1 0-1,0-1 1,0 0 0,-1 0 0,1-1-1,-1 0 1,1 0 0,-1-1 0,0 0 0,-10 1-1,-204 39 68,215-41-99,0 0 0,0 0 0,0-1 1,-14 0-1,4-1-182,16 1 188,1 0 1,0 0 0,-1 0-1,1 0 1,-1 0 0,1 0-1,0-1 1,-1 1 0,1 0-1,0 0 1,-1 0 0,1 0-1,0-1 1,0 1 0,-1 0 0,1 0-1,0-1 1,-1 1 0,1 0-1,0-1 1,0 1 0,0 0-1,-1 0 1,1-1 0,0 1-1,0 0 1,0-1 0,0 1-1,0-1 1,0 1 0,-1 0 0,1-1-1,0 1 1,0 0 0,0-1-1,0 1 1,2-17-252,-2 15 210,1-2 16,1 1 0,-1-1 0,1 1 0,-1-1 0,1 1 0,0 0 0,0 0 0,0 0 0,1 0 0,-1 0 0,1 1-1,0-1 1,0 1 0,0-1 0,0 1 0,6-4 0,4-1-31,0 0-1,28-9 1,-25 11 37,0 2 1,1 0-1,-1 1 1,1 1-1,29 1 1,-26 0 26,-16 1 17,0-1 1,-1 1-1,1 0 1,-1 0-1,1 0 1,-1 0 0,1 0-1,-1 1 1,0-1-1,0 1 1,0 0 0,0 0-1,0 0 1,0 1-1,0-1 1,-1 1-1,1-1 1,-1 1 0,0 0-1,0 0 1,3 4-1,4 9 89,-1 0-1,0 0 1,6 19-1,-8-19-3,20 61 974,15 35 448,-36-101-1364,0 0 0,1 0-1,0-1 1,1 0 0,0 0-1,1 0 1,12 11 0,-16-18-143,0 0 1,1 0 0,-1 0-1,1 0 1,-1-1 0,1 1 0,0-1-1,0 0 1,0-1 0,0 1-1,0-1 1,0 0 0,1 0-1,-1-1 1,0 0 0,0 0 0,8 0-1,-12 0-68,0 0 0,0 0 0,0 0 0,0-1 0,0 1 0,0 0 0,0 0 0,0-1 0,0 1 0,0 0 0,0-1 0,0 1 0,0-1 0,0 1 0,0-1 0,0 1 0,0-1 0,-1 0-1,1 0 1,0 1 0,0-1 0,0-1 0,1-1-773,-1 0-1,1 0 1,-1-1-1,0 1 0,0 0 1,0-6-1,3-9-7382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2.2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5699,'0'0'8430,"8"1"-7619,-7 0-756,1-1 0,-1 1 0,0 0 0,0 0 0,0 0 0,1 0 0,-1 0 1,0 0-1,0 0 0,-1 0 0,1 0 0,0 0 0,0 0 0,0 1 0,-1-1 0,1 0 0,0 3 0,7 29 407,-6-23-333,28 189 1772,-23-132-1149,3 0 0,33 113 0,-41-174-697,0 0 1,0 0-1,1-1 1,0 1-1,0-1 1,0 0-1,6 7 0,-7-10-20,0 0-1,0 0 0,0 0 1,0-1-1,1 1 1,-1-1-1,1 1 0,-1-1 1,1 0-1,-1 0 0,1 0 1,0 0-1,-1-1 0,1 1 1,0-1-1,0 0 0,5 0 1,-7 0-37,0 0 0,0 0-1,0 0 1,0-1 0,0 1 0,0 0 0,-1-1 0,1 1 0,0-1 0,0 1 0,0-1 0,0 1 0,-1-1 0,1 0 0,0 1 0,0-1 0,-1 0 0,1 0 0,-1 0 0,2-1 0,10-21-200,-7 11 49,51-82-1246,19-35 369,-63 105 897,-2 1 1,0-1 0,10-45-1,-14 34-279,-1 0-1,-2-1 0,-2-40 0,-1 75 416,0-1-1,-1 1 1,1 0-1,-1 0 1,0-1-1,1 1 1,-1 0-1,0 0 1,0 0-1,1 0 1,-1 0-1,0 0 1,0 0-1,0 0 1,0 1-1,0-1 1,-1 0-1,1 0 1,0 1 0,0-1-1,0 1 1,-1-1-1,1 1 1,0 0-1,0-1 1,-3 1-1,-35-6 42,25 6-51,9-1 9,1 1 0,-1 0 0,0 1-1,1-1 1,-10 2 0,13-1 0,0-1-1,-1 1 1,1 0 0,0-1-1,0 1 1,0 0-1,-1 0 1,1 0 0,0 0-1,0 0 1,0 0-1,0 0 1,1 0 0,-1 0-1,0 0 1,0 0 0,1 1-1,-1-1 1,1 0-1,-1 1 1,1-1 0,-1 0-1,0 3 1,-1 12 125,1 0 1,0 0-1,1 16 1,0-10 157,1-16-198,-1 0 0,1 0 1,0 0-1,0 0 0,0 0 1,1-1-1,0 1 0,0-1 1,1 1-1,-1-1 0,1 0 0,0 0 1,1 0-1,-1 0 0,1 0 1,0-1-1,0 0 0,0 0 1,1 0-1,-1 0 0,9 4 1,-4-2-34,1-1 0,-1 0 1,2-1-1,-1 0 0,0-1 1,1 0-1,-1 0 0,1-1 1,0 0-1,22 0 0,-17-2 17,21-1-815,-35 1 625,-1-1 0,1 1 0,-1 0 0,1-1 1,-1 0-1,1 1 0,-1-1 0,0 0 0,1 1 0,-1-1 0,0 0 0,0 0 0,1 0 0,-1 0 0,0-1 0,0 1 0,0 0 0,0 0 0,1-3 0,6-16-3152,-1 6-2251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2.7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 3714,'0'0'11066,"16"0"-8169,45-1-2435,78 4 378,-110 2-1573,12 1-1394,-41-15-5287,0-10-715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3.0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3169,'0'0'12982,"161"12"-12661,-116-5-289,-7 2-32,-3-3-609,-17-6-2832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7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7 6611,'0'0'5773,"-4"-6"-2547,3 6-3216,0 0 1,1 0-1,-1 0 1,0 0-1,0 0 1,0 0-1,0 1 0,0-1 1,0 0-1,1 1 1,-1-1-1,0 0 1,0 1-1,1-1 1,-1 1-1,0-1 0,0 1 1,1 0-1,-1-1 1,1 1-1,-1 0 1,0-1-1,1 1 1,-1 0-1,1 0 1,0 0-1,-1 0 0,-5 28-152,5-18 165,-7 70 299,5 119 0,3-125-32,0 46 262,1 152 796,-1-264-1294,3 35 247,-2-42-243,-1 1 0,1 0 0,0-1 0,-1 1 0,1 0 0,0-1 0,1 1 0,-1-1 0,0 0 0,1 1 0,-1-1 0,4 4 0,-5-6-47,1 1-1,-1-1 1,0 0-1,0 0 1,0 1-1,0-1 1,1 0-1,-1 0 1,0 0-1,0 1 1,1-1-1,-1 0 1,0 0-1,0 0 1,1 0-1,-1 0 1,0 1-1,0-1 1,1 0-1,-1 0 1,0 0-1,1 0 1,-1 0-1,0 0 1,0 0-1,1 0 1,-1 0-1,0 0 1,1 0-1,-1 0 1,0 0-1,0 0 1,1 0-1,-1-1 1,0 1-1,0 0 1,1 0-1,-1 0 1,0 0-1,0 0 1,1-1-1,-1 1 1,0 0-1,0 0 1,1 0-1,-1-1 1,0 1-1,0 0 1,0 0-1,0-1 1,0 1-1,1 0 1,-1 0-1,0-1 1,0 1-1,0 0 1,0-1-1,0 1 0,0 0 1,0 0-1,0-1 1,1-21-70,-1 19 4,0-1 10,1-24-549,-2 0 0,0 0 0,-2 0 0,-10-42 0,-26-48-404,18 60 222,-13-64-1,31 101 676,1 0 0,1 0 0,2-33 0,0 10-106,0 38 186,0 0 1,0 0-1,0 0 0,1 0 0,0 0 0,0 0 0,0 0 0,1 1 0,0-1 0,0 1 0,0 0 0,0 0 0,1 0 0,0 0 0,0 1 0,1-1 0,-1 1 0,1 0 0,0 1 0,0-1 0,0 1 0,0 0 0,1 0 0,-1 0 0,1 1 0,0 0 0,0 0 0,7-1 0,2 0 39,12-3-161,0 1 0,54-2 0,-66 7 171,-3-1-13,-1 2 1,19 1-1,-26-1-2,0 0-1,0 0 1,0 1-1,-1-1 0,1 1 1,0-1-1,-1 1 1,1 1-1,-1-1 1,7 5-1,2 5 122,1 0 0,-2 1 0,0 0 0,0 1 1,10 18-1,-16-23 2,-1 0 1,1 0-1,-1 1 0,-1 0 1,0-1-1,0 1 1,-1 0-1,-1 0 1,2 20-1,-1 17 410,0-28-297,-2 30 0,0-44-228,-1 1 0,1-1 0,-1 0-1,-1 0 1,1 0 0,-1 0 0,0 0-1,0 0 1,0 0 0,-4 5 0,-2 1-1,0 0 1,-1-1 0,0 0-1,-1-1 1,0 0 0,0 0-1,-1-1 1,0 0 0,-1-1-1,1-1 1,-16 7 0,9-6-11,0-1 0,-1-1 0,0-1 0,0 0 0,0-2 0,0 0 0,-23-1 0,20 0-46,11 0 0,0-1 0,0 0-1,0-1 1,-14-2-1,23 2 10,0 1 0,0-1-1,0 1 1,0-1-1,0 0 1,0 0 0,0 0-1,0 0 1,1 0-1,-1 0 1,0 0 0,0-1-1,1 1 1,-1-1-1,1 1 1,0-1 0,-1 0-1,1 0 1,0 1 0,0-1-1,0 0 1,0 0-1,0 0 1,0 0 0,1 0-1,-1 0 1,0-3-1,0 1-15,1 0-1,-1 0 0,1 0 0,0 0 0,0 0 1,0 0-1,0-1 0,1 1 0,1-4 0,-2 7 35,1-1 0,0 1-1,0-1 1,0 1-1,0 0 1,0-1 0,0 1-1,0 0 1,0 0 0,0 0-1,0 0 1,1 0 0,-1 0-1,1 0 1,-1 0-1,0 1 1,1-1 0,-1 0-1,1 1 1,0-1 0,-1 1-1,1 0 1,-1 0-1,4-1 1,8 0 50,0 0-1,0 0 1,0 1 0,1 1-1,-1 0 1,0 1-1,0 0 1,-1 1 0,1 0-1,0 1 1,-1 1 0,0 0-1,0 0 1,-1 1-1,1 1 1,-1 0 0,0 1-1,-1 0 1,0 0 0,0 1-1,14 18 1,-5-4 173,0 1 1,-2 2 0,-1-1-1,-1 2 1,-1 0-1,-1 1 1,-2 0 0,14 51-1,-15-26 257,-7-34-248,0-1 0,13 34 0,-16-50-325,-1-18-1492,2 6 1174,-1-8-340,0-1-1698,3-37 1,12 6-5026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8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146 1 6419,'0'0'7395,"-13"1"-6629,3-1-622,5 0-86,-1 0 0,1 1-1,-1-1 1,1 1 0,0 0 0,-1 0 0,1 1 0,0 0 0,0 0 0,0 0 0,0 0 0,0 1 0,-7 5 0,8-5-20,0 1 1,1-1-1,-1 1 0,1 0 0,0 0 0,0 1 1,1-1-1,-1 1 0,1-1 0,0 1 0,0 0 1,0 0-1,1 0 0,0 0 0,0 0 0,0 0 1,0 0-1,1 0 0,0 0 0,1 9 0,0-6 8,0 1 0,1-1 0,0 0 0,0 0 0,1 0 0,0 0-1,1-1 1,0 1 0,0-1 0,0 0 0,9 11 0,36 38 10,17 20 69,-63-72-112,0 1 0,-1 0-1,1-1 1,-1 1 0,3 6 0,-5-10-13,1-1 1,-1 1 0,0 0 0,1 0-1,-1-1 1,0 1 0,0 0 0,0 0-1,0 0 1,1 0 0,-1-1 0,0 1-1,0 0 1,0 0 0,-1 0 0,1-1-1,0 1 1,0 0 0,0 0 0,-1 0-1,1-1 1,0 1 0,-1 0 0,1 0-1,0-1 1,-1 1 0,1 0 0,-1-1-1,1 1 1,-1 0 0,0-1 0,1 1-1,-1-1 1,1 1 0,-1-1 0,0 1-1,0-1 1,1 0 0,-1 1 0,0-1-1,0 0 1,1 0 0,-3 1 0,-4 0-329,0 0 1,0 0 0,-1-1 0,1 0 0,0 0 0,-1-1 0,1 1 0,0-2 0,-10-2 0,14 2-209,1 0 0,0 0 0,0 0 0,0-1 0,0 1 0,0-1 0,-2-4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8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1 3730,'0'0'5095,"-14"3"-4030,-45 9 189,41-9-407,17-3-754,1 0-1,0 0 1,0 0-1,0 0 1,0 0-1,0 0 1,-1 0-1,1 0 1,0 0-1,0 0 1,0 0-1,0 0 1,-1 0 0,1 0-1,0 0 1,0 0-1,0 0 1,-1 0-1,1 0 1,0 0-1,0 0 1,0 0-1,0 0 1,-1 0-1,1 0 1,0 0 0,0 0-1,0 0 1,0 0-1,0 1 1,-1-1-1,1 0 1,0 0-1,0 0 1,0 0-1,0 0 1,0 0 0,0 1-1,0-1 1,-1 0-1,1 0 1,0 0-1,0 0 1,0 1-1,0-1 1,0 0-1,0 0 1,0 0-1,0 0 1,0 1 0,0-1-1,0 0 1,0 0-1,1 5 1278,4-4-917,397 12 596,-336-14-1316,-86 1-11594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09.3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4946,'0'0'7172,"7"160"-6420,-3-103 0,-1 12-15,-3-6-417,0-1-192,0-11-128,7-17-16,0-21-128,4-13-1105,-1 0-2545,1-13-1552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10.3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122 0 5843,'0'0'6571,"-9"0"-6147,-38 0-21,46 1-376,1 0 1,-1 0 0,0 0 0,1-1-1,-1 1 1,1 0 0,-1 0-1,1 0 1,0 0 0,-1 0 0,1 0-1,0 0 1,0 0 0,-1 0-1,1 0 1,0 0 0,0 0 0,0 0-1,0 1 1,0 1 50,-4 37 584,4 66 1,0-49-94,0 20 148,3 163 998,1-169-1019,17 95-1,-18-150-572,-2-9-67,0-1 1,0 0 0,0 1-1,1-1 1,0 0 0,0 0-1,1 0 1,3 6 0,-6-12-52,0 1 0,0-1 0,1 0 0,-1 0 0,0 0 0,0 1 1,0-1-1,1 0 0,-1 0 0,0 0 0,0 0 0,1 1 0,-1-1 0,0 0 1,0 0-1,1 0 0,-1 0 0,0 0 0,0 0 0,1 0 0,-1 0 1,0 0-1,1 0 0,-1 0 0,0 0 0,0 0 0,1 0 0,-1 0 0,0 0 1,1-1 0,-1 1 1,1-1-1,-1 1 1,1-1-1,-1 1 1,0 0-1,1-1 1,-1 0-1,0 1 1,0-1-1,1 1 1,-1-1-1,0 1 1,0-1-1,0 1 1,1-1-1,-1 0 1,0 1-1,0-1 1,0-1-1,1-135-1901,-2 69 186,-1 43 1129,-1 1 0,-1-1 1,-1 0-1,-1 1 0,-14-34 0,11 34 563,2 1-1,0-1 0,1 0 0,2-1 0,-3-36 0,6 38 132,2-23 387,-1 44-480,0-1 0,1 0 0,0 1 0,-1-1-1,1 1 1,0-1 0,0 1 0,1 0 0,-1-1 0,0 1 0,1 0 0,-1 0 0,1 0 0,2-2 0,7-6-20,1 1-1,0 1 1,0 0 0,1 0-1,26-10 1,-12 8-18,0 1-1,32-5 1,-44 12-13,1 0-1,-1 2 1,26 1 0,-7 0 1,-31-1 36,-1 1 0,1-1-1,-1 1 1,1-1-1,-1 1 1,0 0-1,1 0 1,-1 0-1,0 1 1,0-1-1,0 0 1,0 1-1,0 0 1,0-1-1,0 1 1,0 0-1,-1 0 1,1 0 0,-1 0-1,1 0 1,-1 0-1,0 0 1,0 1-1,0-1 1,0 0-1,1 5 1,2 6 97,0-1 0,-2 1 0,3 24 0,-2 131 1295,-4-93-963,0-69-415,0 1 1,0-1-1,0 1 0,-1-1 0,0 1 1,0-1-1,0 0 0,-1 0 0,0 0 0,0-1 1,0 1-1,-1 0 0,0-1 0,0 0 1,0 0-1,-1 0 0,0-1 0,0 0 0,0 0 1,0 0-1,-8 4 0,2-1-21,-1 0-1,-1-1 1,1-1-1,-1 0 0,0 0 1,-1-1-1,1-1 1,-1 0-1,-17 1 1,27-4 19,-18 2-157,0-1 0,0-2-1,-40-4 1,57 4 51,-1 0 0,1 0 0,0-1 0,0 1 0,0-1 0,0 0 0,1-1-1,-1 1 1,0-1 0,1 0 0,0 0 0,-1 0 0,1-1 0,1 1 0,-1-1 0,0 0 0,1 0 0,0-1 0,0 1 0,0 0 0,-3-9 0,5 13 87,1-1 1,0 0-1,-1 1 1,1-1 0,0 1-1,-1-1 1,1 0-1,0 1 1,-1-1-1,1 0 1,0 0 0,0 1-1,0-1 1,0 0-1,0 0 1,0 1-1,0-1 1,0 0 0,0 1-1,0-1 1,0 0-1,1 0 1,-1 1-1,0-1 1,0 0 0,1 1-1,-1-1 1,0 0-1,1 1 1,-1-1-1,1 1 1,-1-1 0,1 0-1,-1 1 1,1-1-1,-1 1 1,1 0-1,-1-1 1,1 1 0,1-1-1,2 0 31,-1 0 0,1 1-1,0-1 1,0 1 0,0 0-1,6 1 1,3-1-29,-4 1 43,1 0 0,0 0 0,0 1 0,-1 1 0,0 0 0,1 0 1,-1 0-1,0 1 0,0 1 0,-1-1 0,1 2 0,-1-1 0,0 1 0,11 11 1,8 9 309,-1 1 0,31 44 0,58 104 777,-98-147-1090,-5-16-5663,-12-23-1063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11.3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47 3506,'0'0'8686,"0"-5"-7813,0-10 198,0 21 1286,0 36-1117,0 284 1578,0-325-2698,0-5-19,-9-120-977,5 86 309,2 17-1,1-39 1,1 55 491,1-1 1,-1 1 0,1-1 0,0 1-1,0 0 1,1-1 0,0 1 0,0 0-1,0 0 1,0 0 0,7-9 0,-1 5-92,0 0 1,1 1 0,0 0 0,1 0 0,-1 1 0,17-9 0,-21 13 152,0 1 1,0-1-1,0 1 1,0 0 0,1 1-1,-1-1 1,1 1 0,-1 0-1,1 1 1,0-1 0,-1 1-1,1 0 1,0 1 0,-1-1-1,1 1 1,5 2 0,-9-2 23,0-1 1,0 2-1,-1-1 1,1 0-1,0 0 1,-1 0-1,1 1 1,-1-1-1,1 1 1,-1-1-1,0 1 1,0 0-1,1 0 0,-1-1 1,0 1-1,1 4 1,12 35 161,-12-32-136,5 20 251,-1 0 0,-1 0-1,0 40 1,-5 92 1289,-1-70-425,1-91-1144,0-1-1,-1 1 0,1 0 1,0 0-1,0 0 1,0 0-1,0 0 1,0 0-1,0 0 0,0 0 1,0 0-1,0 0 1,0 0-1,0 0 0,0 0 1,0 0-1,0 0 1,0 0-1,0 0 0,0 0 1,0 0-1,0 0 1,0 0-1,-1 0 1,1 0-1,0 0 0,0 0 1,0 0-1,0 0 1,0 0-1,0 0 0,0 0 1,0 0-1,0 0 1,0 0-1,0 0 0,0 0 1,0 0-1,0 0 1,0 0-1,0 1 1,0-1-1,0 0 0,0 0 1,0 0-1,0 0 1,0 0-1,0 0 0,0 0 1,0 0-1,-1 0 1,-3-9 6,-6-17-200,5-5-251,2-1-1,0 0 0,5-62 1,-1 29-254,-1 58 575,1 0 0,-1 0-1,1 0 1,0 0 0,1 0 0,0 1 0,0-1-1,0 0 1,1 1 0,0-1 0,0 1 0,7-9 0,-4 8 8,0-1-1,0 1 1,1 1 0,0-1 0,1 1 0,-1 1 0,1-1 0,15-7 0,-13 10 141,-1-1 0,1 1 0,-1 1 0,1 0 0,0 0 0,0 1 0,0 1 0,0-1 0,0 1 0,17 3 0,-24-2-5,0 0 0,0 0 0,0 0 0,-1 1 0,1-1 0,0 1 0,-1 0 0,1 0 0,-1 0 0,0 0 1,0 0-1,0 0 0,0 0 0,0 1 0,0-1 0,0 1 0,-1 0 0,1-1 0,-1 1 0,0 0 0,0 0 0,0 0 0,1 5 0,2 9 207,0 0-1,2 33 1,-3 149 1848,-3-137-1427,-1-53-700,-1-10-471,-2-9-462,1-61-3379,3 28-656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11.7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8580,'0'0'10509,"0"0"-10477,0 0 1,0 0 0,0-1-1,-1 1 1,1 0 0,0 0-1,0 0 1,0 0 0,0 0-1,0-1 1,0 1 0,0 0-1,0 0 1,0 0 0,0 0-1,0 0 1,0-1 0,0 1-1,0 0 1,0 0 0,0 0-1,1 0 1,-1 0 0,0 0-1,0-1 1,0 1 0,0 0-1,0 0 1,0 0 0,0 0-1,0 0 1,0 0 0,0-1-1,1 1 1,-1 0 0,0 0-1,0 0 1,0 0 0,0 0-1,0 0 1,1 0 0,-1 0-1,0 0 1,0 0 0,5-1 59,0 0 0,-1 0 0,1 1 0,0-1 0,0 1 0,0 0 0,6 2 0,8-1 60,127-1-1160,-145-29-7297,-1 14 2302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12.1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32 201 9925,'-32'-201'4322,"39"201"-2770,21 0-127,4 0-593,3 0-319,-1 0 79,-2 0-304,-4 0-272,-4 0-16,-3 0-1089,-10 0-799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13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10 6403,'0'0'6784,"-12"0"-4604,354 0-1985,-320-7-350,-13 5 80,-9 12 38,-2-3 65,0 0 1,0-1-1,-1 1 1,-1-1-1,1 0 0,-1 0 1,-7 9-1,-35 40 15,41-50-44,-19 19 4,0-1 0,-1-1-1,-2-2 1,-47 29 0,74-49-8,0 0 1,0 1-1,-1-1 0,1 0 1,0 0-1,0 0 0,0 0 1,-1 1-1,1-1 0,0 0 1,0 0-1,-1 0 1,1 0-1,0 0 0,0 0 1,-1 0-1,1 0 0,0 0 1,0 0-1,-1 0 0,1 1 1,0-2-1,0 1 1,-1 0-1,1 0 0,0 0 1,0 0-1,-1 0 0,1 0 1,0 0-1,0 0 1,-1 0-1,1 0 0,0 0 1,0-1-1,-1 1 0,1 0 1,0 0-1,0 0 0,0 0 1,0-1-1,-1 1 1,1 0-1,0 0 0,0-1 1,0 1-1,0 0 0,0 0 1,-1-1-1,1 1 0,0 0 1,0 0-1,0-1 1,0 1-1,0 0 0,0 0 1,0-1-1,0 1 0,0-2-4,0 1-1,0 0 1,0 0-1,1-1 1,-1 1-1,0 0 1,1 0-1,-1 0 0,1-1 1,-1 1-1,1 0 1,0-2-1,5-1-82,-1 0 0,1-1-1,-1 2 1,1-1 0,1 1-1,-1 0 1,7-3 0,2-1-61,-4 4 119,0 0 0,0 0 0,0 1-1,0 0 1,0 1 0,1 1 0,19 1 0,-16-1 24,-8-1 16,0 1-1,0 1 0,0-1 0,0 1 1,7 2-1,-11-2 0,0 0-1,0 1 1,-1-1 0,1 1 0,-1 0 0,1-1-1,-1 1 1,0 0 0,1 0 0,-1 0 0,0 1 0,-1-1-1,4 5 1,3 7 94,0-1-1,-1 1 1,0 1-1,-1-1 1,-1 1-1,0 0 1,-1 0-1,2 18 1,-3-9 177,-1 2 0,-1-1 0,-1 0 1,-5 34-1,4-53-223,0-1 1,0 0-1,-1 1 0,0-1 1,0 0-1,0 0 0,-1 0 1,0 0-1,0 0 0,0-1 1,0 0-1,-1 1 0,0-1 1,1 0-1,-1-1 0,-1 1 1,1-1-1,-1 1 0,1-1 1,-1-1-1,0 1 0,-5 1 1,-3 2 1,0-1 0,-1-1 0,1-1 0,-1 0 0,1 0 0,-1-2 0,-24 1 0,26-2-103,1 0 1,-1-1-1,0-1 0,1 0 0,-1 0 1,1-1-1,-15-6 0,20 6-122,-1 0 0,1-1 0,0 0 0,0 1-1,1-2 1,-1 1 0,1-1 0,0 0 0,0 0 0,0 0 0,1-1 0,-1 0-1,-3-8 1,5 10-220,2 0-1,-1-1 1,0 1-1,1-1 1,0 1-1,0-1 1,0 1-1,1-1 1,-1 0 0,1-6-1,0-17-3339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14.5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18 3890,'0'0'12072,"0"8"-11837,1 12-3,6 34 0,1 10 109,-3 276 1230,-5-233-834,-7-122-1559,-4-19-1018,2-1 0,-9-68 0,7-76-6371,10 175 8019,-5-86 287,-1-35 6578,7 123-5302,1 2-1260,0 0 0,0 0 0,1 0 0,-1 1-1,0-1 1,0 0 0,0 0 0,0 1-1,0-1 1,0 1 0,0-1 0,0 1-1,0-1 1,0 1 0,0 0 0,0-1-1,0 1 1,0 0 0,0 0 0,-1 0-1,1 0 1,1 1 0,9 27-62,-7-14 324,48 176 2127,-6-15-740,-44-168-1656,0 0-1,1-1 1,0 0 0,1 1-1,0-1 1,5 7-1,-8-12-86,1 0 0,-1-1 0,1 1 0,0-1 0,-1 0 0,1 1 0,0-1 0,0 0-1,-1 0 1,1 0 0,0 0 0,0 0 0,0 0 0,0-1 0,1 1 0,-1-1 0,0 1 0,0-1 0,0 0 0,0 0 0,0 0 0,1 0 0,-1 0 0,0-1-1,0 1 1,4-2 0,-2 1-15,-1-1 0,0 1 0,1-1 0,-1 0 0,0 0 0,0 0 0,0 0 0,0-1 0,-1 1-1,1-1 1,-1 1 0,1-1 0,-1 0 0,3-4 0,3-8-181,13-29-1,-12 25-63,42-92-1506,75-146-1438,-126 256 3174,22-29 560,-21 29-501,-1 0 0,1 1 0,-1-1 0,1 0 0,0 1 1,-1-1-1,1 0 0,0 1 0,-1-1 0,1 1 0,0 0 1,0-1-1,0 1 0,-1-1 0,1 1 0,0 0 0,0 0 0,0-1 1,0 1-1,-1 0 0,1 0 0,0 0 0,0 0 0,0 0 1,0 0-1,0 0 0,0 0 0,-1 1 0,1-1 0,0 0 1,0 0-1,0 1 0,0-1 0,-1 1 0,1-1 0,0 1 0,0-1 1,-1 1-1,2 0 0,3 7 129,0 0 1,0 1-1,-1-1 1,0 1-1,-1 0 1,0 0-1,0 1 1,-1-1-1,1 12 1,0-10-37,9 54 626,6 120-1,-16 67-516,-2-155-1422,-1-121-2011,-2-10-2076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30.1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1 564 5106,'0'-2'10142,"0"2"-10129,0 0 0,0-1 0,1 1 0,-1 0 1,0-1-1,0 1 0,0 0 0,0-1 1,1 1-1,-1 0 0,0-1 0,0 1 1,1 0-1,-1 0 0,0-1 0,0 1 1,1 0-1,-1 0 0,0-1 0,1 1 0,-1 0 1,0 0-1,1 0 0,-1 0 0,0-1 1,1 1-1,-1 0 0,0 0 0,1 0 1,0 0-1,478 0 779,-479-15-698,-3 3-73,0 1 0,0 0 0,-7-14 1,-5-20-105,4 2 19,-1 3-67,3-1 1,1-1 0,2 1 0,-1-45 0,7 12 18,0 72 103,1-1 0,-1 1 0,1 0 0,0 0 0,-1-1 1,1 1-1,0 0 0,1 0 0,-1 0 0,0 0 0,0 0 0,1 0 0,-1 0 0,1 1 0,0-1 0,0 0 0,-1 1 0,1-1 0,0 1 0,0 0 0,3-2 1,1 0-12,1-1 0,-1 1 1,1 1-1,0-1 1,0 1-1,7-1 1,16-1 70,0 2 0,52 3 0,-23 1-28,-37-2-27,0-1 12,1 1 1,-1 1-1,1 1 0,-1 2 0,22 5 0,-23-3-9,-8-3 40,-1 1 0,0 0-1,0 1 1,15 8-1,-18-8 18,0 1 0,0 0-1,-1 0 1,0 1-1,8 8 1,-13-11-35,0 0-1,0 0 1,0 0-1,-1 0 1,0 1-1,1-1 1,-2 1-1,1-1 1,0 1 0,-1 0-1,0-1 1,0 1-1,0 7 1,1 19 85,-1 1 0,-5 53-1,1-74-88,0 0 0,0 0-1,-1-1 1,-8 15 0,8-17 53,0 0 0,1 1 0,0-1 0,0 0 1,0 1-1,1 0 0,1-1 0,-2 17 0,3-24-54,0-1-1,1 1 0,-1 0 1,0-1-1,0 1 0,0 0 1,1-1-1,-1 1 0,0 0 1,1-1-1,-1 1 0,0-1 1,1 1-1,-1 0 0,1-1 1,-1 1-1,1-1 0,-1 0 1,1 1-1,-1-1 0,1 1 1,0-1-1,0 1 0,24 6 310,30-4 177,-50-3-448,2 0-14,33 0 65,0-1 0,0-1-1,61-13 1,-85 11-179,-1 2 0,23-2 1,-8 3-3164,-30 17-5167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34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2 427 7123,'0'0'4800,"0"0"-4741,0 0 1,0 0-1,-1 0 1,1-1 0,0 1-1,0 0 1,0 0-1,0 0 1,0 0-1,0 0 1,0-1 0,0 1-1,0 0 1,0 0-1,0 0 1,0 0-1,0 0 1,0-1 0,0 1-1,0 0 1,0 0-1,0 0 1,0 0-1,0-1 1,0 1-1,0 0 1,0 0 0,0 0-1,0 0 1,0 0-1,0-1 1,0 1-1,0 0 1,0 0 0,0 0-1,0 0 1,1 0-1,-1 0 1,0 0-1,0-1 1,0 1 0,0 0-1,0 0 1,0 0-1,1 0 1,-1 0-1,0 0 1,0 0 0,0 0-1,0 0 1,1 0-1,248-7 731,-113 0-789,-1-1-7,-77 4-9,0-1 0,91-22 0,-47 7 6,-73 15 10,403-60 73,-227 33-71,-17 1 34,433-60-56,-508 73 22,52-10 24,-131 21-10,0 3 1,1 0 0,57 3 0,-91 1-17,15-1 127,0-1 1,0 0-1,29-9 1,-15 4 200,-25 6-220,0-1 0,-1 0-1,1 0 1,0-1 0,6-3 0,19-9 1337,-95 12-3372,5 4-2214,-6 1-4667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35.3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4498,'0'0'4461,"3"-7"-3872,1 0-367,-2 5-128,-1 0-1,0 0 0,0-1 1,0 1-1,0 0 0,0-1 1,0 1-1,-1-1 0,1 1 1,-1-1-1,1-4 0,-1 7-52,0 1 0,0-1-1,0 0 1,0 0-1,0 0 1,1 1 0,-1-1-1,0 0 1,0 0-1,0 0 1,0 1 0,0-1-1,1 0 1,-1 0 0,0 0-1,0 0 1,0 0-1,1 1 1,-1-1 0,0 0-1,0 0 1,0 0-1,1 0 1,-1 0 0,0 0-1,0 0 1,1 0 0,-1 0-1,0 0 1,0 0-1,1 0 1,-1 0 0,0 0-1,0 0 1,0 0-1,1 0 1,-1 0 0,0 0-1,0 0 1,1 0 0,-1 0-1,0 0 1,0-1-1,0 1 1,1 0 0,-1 0-1,0 0 1,0 0 0,0-1-1,0 1 1,1 0-1,-1 0 1,0 0 0,0-1-1,0 1 1,0 0-1,0 0 1,0 311 2723,0-310-2668,0-23-12136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7:35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3105,'0'0'3829,"0"-3"-3592,4 18 6501,13 85-5325,-1 125 428,-15-130-5243,-1-81-2836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0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396 290 6819,'0'0'6985,"9"-22"-6286,29-67-83,-35 82-524,0 1 1,-1-1-1,0 0 0,0 0 1,0 1-1,-1-1 0,0-1 1,0 1-1,-1 0 1,-1-10-1,1-3-49,-1 17-34,1 1 1,-1-1-1,0 0 0,0 0 1,0 0-1,0 1 0,0-1 1,-1 1-1,1-1 0,-1 1 0,1 0 1,-1-1-1,0 1 0,0 0 1,0 0-1,0 0 0,-1 0 1,1 1-1,0-1 0,-1 0 1,1 1-1,-1 0 0,0 0 1,-4-2-1,-1 0 24,-1 0 0,0 0 0,0 1 0,0 0 0,0 0 0,-17 0 0,9 2-28,-2 0-5,0 0 0,-22 4 0,34-3 5,0 1 0,0 0 1,0 0-1,1 1 1,-1-1-1,0 2 1,1-1-1,0 1 1,-8 5-1,2 2 7,0 0 0,0 1 0,1 1 0,1 0 0,0 0 0,0 1 0,2 0 0,0 0 0,0 1 0,1 0 0,1 1 0,-7 25 1,3 1 140,2-1 1,2 1-1,-2 73 1,7-92-45,-1 37 511,2-1 0,10 73 0,-7-115-457,0 1 0,1-1 0,1 1 1,1-1-1,0-1 0,1 1 0,1-1 0,0 0 1,1-1-1,1 0 0,23 27 0,-26-35-128,2 1-1,-1-2 0,1 1 1,0-1-1,0-1 1,0 0-1,1 0 1,0-1-1,0 0 0,0 0 1,0-1-1,1-1 1,-1 0-1,1 0 1,-1-1-1,1 0 0,12-1 1,-9-1-229,0 0 0,1 0 0,-1-2 0,0 0 0,-1 0 0,1-1 0,-1-1 0,1 0 0,-1-1 0,-1-1 0,1 1 0,15-13 0,-10 4-1314,-1 0 0,-1-1 0,0 0 0,17-26 0,1-6-4430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0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824 4 5475,'0'0'8665,"1"-4"-7741,-1 4-911,0 0-1,0 0 1,0 0 0,0 0 0,0 1-1,0-1 1,0 0 0,0 0 0,1 0-1,-1 0 1,0 0 0,0 0 0,0 0-1,0 0 1,0 0 0,0 0 0,0 0-1,0 0 1,0 0 0,0 0 0,0 0-1,0 0 1,0 0 0,0 0 0,0 0 0,0 1-1,0-1 1,0 0 0,0 0 0,0 0-1,0 0 1,1 0 0,-1 0 0,0 0-1,0 0 1,0 0 0,0 0 0,0 0-1,0 0 1,0 0 0,0 0 0,0 0-1,0 6 20,-1 1-1,0-1 0,-1 1 0,0-1 0,0 1 1,0-1-1,-4 7 0,3-5 2,-223 606 1665,21 9-1348,50-149-130,60-193-124,26-67-85,59-183-18,-2 5-5,1 0-1,2 1 1,-5 42 0,13-25-276,11-80-11395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0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21 522 3394,'0'0'9521,"-4"-3"-8555,-12-10-307,22 11 42,7 1-466,65 1 192,124 16 0,548 79-291,-237-33-90,-409-48 213,122 14-58,-72-20 4058,-149-23-4283,23-64-1625,23-106 1,-30 73-110,10-44-11,-22 133 1734,-8 21 89,0-1 0,1 0-1,-1 0 1,0 0-1,0 0 1,-1 0 0,1-6-1,0 9-10,-1 0 0,1 0-1,-1 0 1,1 0-1,-1 0 1,1 0 0,-1 0-1,0 0 1,1 1 0,-1-1-1,1 0 1,-1 0-1,0 0 1,1 0 0,-1 1-1,1-1 1,-1 0-1,0 1 1,1-1 0,-1 0-1,0 1 1,0-1-1,1 0 1,-1 1 0,0-1-1,0 0 1,1 1 0,-1-1-1,0 1 1,0-1-1,0 0 1,0 1 0,0-1-1,1 1 1,33 136 628,26 207 0,-12-49 436,-42-265-873,1 0 0,1 1 0,1-2-1,2 0 1,20 38 0,-30-65-221,-1-1-1,1 1 1,0 0-1,0-1 1,0 1 0,0-1-1,0 0 1,1 1-1,-1-1 1,0 0-1,1 0 1,-1 0-1,1 1 1,-1-2-1,1 1 1,-1 0 0,1 0-1,0 0 1,-1-1-1,1 1 1,0-1-1,2 1 1,-3-1-11,1-1 0,0 1 1,0-1-1,0 1 0,-1-1 0,1 0 1,0 1-1,-1-1 0,1 0 0,-1 0 1,1 0-1,-1 0 0,1-1 0,-1 1 1,0 0-1,1-1 0,0-1 1,6-8-90,-2 1 1,0-1 0,0 0 0,8-22 0,17-67-1423,32-179 0,-45 186 824,14-88-153,33-136 1833,-65 316-970,1 1 0,-1 0-1,0-1 1,1 1 0,-1 0 0,0-1-1,1 1 1,-1 0 0,1-1 0,-1 1-1,1 0 1,-1 0 0,1-1 0,-1 1-1,1 0 1,-1 0 0,1 0 0,-1 0-1,1 0 1,-1 0 0,1 0 0,-1 0-1,1 0 1,-1 0 0,1 0 0,-1 0-1,1 0 1,0 0 0,-1 1 0,0-1-1,1 0 1,-1 0 0,1 1-1,-1-1 1,1 0 0,-1 0 0,1 1-1,-1-1 1,0 0 0,1 1 0,-1-1-1,0 1 1,1-1 0,-1 1 0,0-1-1,0 0 1,1 1 0,-1-1 0,0 1-1,0 0 1,13 43 329,-3 0 1,9 87-1,-19-126-323,18 156 679,0 12 349,47 196 0,-61-353-940,-2-2-37,2-1-1,-1 1 1,2-1 0,0 0 0,0-1 0,1 1 0,9 13 0,-14-25-77,0-1 0,0 1 0,-1 0 1,1-1-1,0 1 0,0 0 0,0-1 1,0 1-1,0-1 0,0 1 0,0-1 1,0 0-1,0 0 0,1 1 1,-1-1-1,0 0 0,0 0 0,0 0 1,0 0-1,0 0 0,0 0 0,0 0 1,0-1-1,1 1 0,-1 0 0,0 0 1,0-1-1,0 1 0,0-1 0,0 1 1,0-1-1,0 0 0,-1 1 0,2-2 1,4-5-48,-1-1 1,0 0-1,0 0 1,-1 0-1,5-15 1,-1 5-94,27-67-959,-4-1 1,20-96 0,19-184-1107,-59 277 2057,-9 56 351,2 0 0,1 1 0,2 0-1,14-42 1,-16 60-101,-4 9-40,1-1 0,0 1 1,0 1-1,0-1 0,1 0 0,0 0 1,0 1-1,4-6 0,-6 10 3,0 0-70,-1 0 0,1 1 0,-1-1 0,1 1 0,-1-1 0,1 0 0,0 1 0,-1-1 0,0 1 0,1-1 0,-1 1 0,1-1 0,-1 1 0,0 0 0,1-1 0,-1 1 1,0-1-1,0 1 0,1 0 0,-1-1 0,0 1 0,0 0 0,0-1 0,0 2 0,1 1-1,9 44 201,7 63 1,-5-21 121,7 44 263,31 151 553,-49-278-1083,1 0 0,0 0 0,0 0 0,5 7 0,-7-11-51,1-1-1,0 0 1,0 0 0,-1 0-1,1 0 1,0 0-1,0 0 1,0 0-1,0 0 1,1 0-1,-1-1 1,0 1-1,0 0 1,0-1 0,1 1-1,-1-1 1,0 1-1,1-1 1,-1 1-1,0-1 1,1 0-1,-1 0 1,2 0-1,-3 0-7,1 0 0,-1 0 0,0 0 0,1 0 0,-1 0 0,1 0 0,-1 0 0,0 0 0,1-1 0,-1 1 0,1 0 0,-1 0 0,0 0 0,1-1 0,-1 1 0,0 0 0,0 0 0,1-1 0,-1 1 0,0 0 0,1-1 0,-1 1 0,0 0 0,0-1 0,1 1 0,11-22-335,0 1 0,10-26-1,-10 21-379,25-42-1,6 0 405,-41 67 348,-1 0-1,1 0 1,0 0-1,0 0 0,-1 0 1,1 1-1,0-1 1,0 1-1,0-1 0,0 1 1,0-1-1,0 1 1,0 0-1,0 0 1,0 0-1,4 1 0,37 2 623,-15 2-446,43 13-1,3 2-126,111 13 18,277 14-1,193-40 105,-568-13-209,89-17 0,42-4 23,-13 12 13,116-5-62,-149 14 2232,-181 0-4162,-11 0-1022,-7 2-2953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2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82 2961,'0'0'5659,"-3"-8"-5144,-10-30 67,9 3 4484,4 41-4997,1 10 117,1 0 0,0-1 0,1 1 0,7 18 0,3 14 178,7 53 161,-4 0-1,3 106 1,-11 206 708,-8-379-1127,-2 132 403,-27 204-1,-16-92 316,44-261-693,1-16-62,0-4-229,0-88-1291,23 91 1592,-9 0-88,0 2 0,1-1 0,-2 2 0,1 0 0,27 9 0,64 35 9,-30-12-60,-34-18 3,2-2 0,0-1 1,58 9-1,-83-20-6,-5-1 4,1 1 0,18 5 0,-32-8 0,1 1-1,-1-1 1,1 0 0,-1 0-1,0 1 1,1-1-1,-1 1 1,0-1 0,1 0-1,-1 1 1,0-1-1,0 1 1,1-1 0,-1 0-1,0 1 1,0-1-1,0 1 1,1-1 0,-1 1-1,0-1 1,0 1 0,0-1-1,0 1 1,0-1-1,0 1 1,0-1 0,0 1-1,0-1 1,0 1-1,0-1 1,-1 1 0,1-1-1,0 1 1,0-1-1,0 0 1,-1 1 0,1-1-1,0 1 1,0-1-1,-1 0 1,1 1 0,0-1-1,-1 1 1,-10 4 95,0 0 0,-22 6 0,3-1-45,-218 66 85,74-26-92,-237 75-25,397-122-30,10-2 8,0-1 0,1 1 0,-1 0 0,1 0-1,-1 1 1,1-1 0,-1 1 0,1 0 0,0-1 0,-6 6 0,8-7-66,6 1-40,373 110 310,-138-35-278,-164-57 10,-36-9 42,0 1 1,40 18-1,-79-29 17,0 0 0,0 0 0,-1 1-1,1-1 1,0 0 0,0 1 0,-1-1 0,1 1-1,0-1 1,-1 1 0,1-1 0,-1 1 0,1-1 0,-1 1-1,1 0 1,-1-1 0,1 1 0,-1 0 0,1-1-1,-1 2 1,0-1 12,0-1-1,0 1 0,0-1 1,0 1-1,0-1 1,-1 1-1,1-1 1,0 0-1,0 1 0,-1-1 1,1 1-1,0-1 1,0 0-1,-1 1 0,1-1 1,-1 1-1,1-1 1,0 0-1,-1 0 0,1 1 1,-1-1-1,1 0 1,-1 1-1,-33 10 211,-23-1-210,0-3-1,-60 0 0,-85 10-32,180-14 34,0 1-1,0 1 0,0 1 0,1 1 0,0 1 0,-35 19 0,54-27-9,1 1 0,-1 0 1,1 0-1,-1 0 0,1 0 0,0 0 0,-1 0 0,1 0 1,0 0-1,0 0 0,0 1 0,0-1 0,0 1 0,0-1 0,0 1 1,0-1-1,1 1 0,-1-1 0,0 1 0,1-1 0,0 1 1,-1 0-1,1-1 0,0 1 0,0 0 0,0 0 0,0-1 0,0 1 1,0 0-1,0-1 0,1 1 0,-1 0 0,0-1 0,1 1 1,0 0-1,1 2 0,1 1-8,1 0 0,-1 0 0,2 0 1,-1-1-1,0 0 0,1 1 0,0-1 0,8 5 0,57 35-20,2-4 1,2-2-1,1-4 0,87 27 0,-158-60 1,23 9 10,-21-2-113,-6-8 115,-1 1 1,1-1-1,0 1 0,-1-1 1,1 1-1,-1 0 0,1-1 1,-1 0-1,1 1 0,-1-1 1,1 1-1,-1-1 0,1 0 0,-1 1 1,1-1-1,-1 0 0,0 1 1,1-1-1,-2 0 0,-93 32 241,71-26-191,0 1 0,1 1 0,0 2-1,0 0 1,-39 24 0,51-25-11,1-1-1,-1 1 1,1 0 0,1 1-1,-10 13 1,15-18-13,1 0-1,-1 1 1,1 0 0,0 0-1,0 0 1,1 0 0,-1 1 0,1-1-1,1 0 1,0 1 0,-1 0-1,1 10 1,1 21 0,-1 5 26,2 0 0,2 0 0,8 43 0,19 80 40,17 284 0,-37 170 92,-10-552-136,-3-17 4,-3 0-1,-2-1 1,-2 1-1,-17 49 1,-16 86 25,39-247-6713,4 23 481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6086 7 2465,'0'0'8898,"-29"-3"-3982,-1737 0-4214,1448 20-688,3 22-20,-131 11 46,267-37-27,-385 15-66,172-30 91,-423 5 423,639 4-448,-57 1-15,178-7 29,27 1 106,0-2 0,-51-6 1,50 0-82,17 3-56,-1 0-1,1 1 1,-17 0-1,20 2 5,-59 0 38,0 2-1,-69 12 0,101-8 39,-25 6 171,0-3 0,-64 1 0,123-10 1431,11 0-2388,1 1 270,-5-1 66,0 0 0,0 0 0,0 0-1,0-1 1,0 1 0,0-1 0,0 0 0,4-2 0,2-3-1353,-1 0 0,16-11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22 5410,'0'0'4864,"-2"-4"-4186,-5-10-38,5 10 1225,2 23-1193,3 20-162,1 1-1,2-1 1,1-1-1,16 47 1,82 438 1593,-57-248-1125,-46-264-919,0-3-13,-1 0 0,0 0 0,0 15 0,-1-43-7270,0-9-1583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1755 293 3282,'0'0'12093,"-15"-16"-11263,-46-52-145,53 60-484,0 0 0,0 1 0,0 0 1,-1 0-1,0 1 0,-1 0 0,1 0 0,-1 1 0,0 0 0,-12-3 0,-9-5 125,-20-9-115,-1 1 0,-1 3 0,-1 2 0,-1 3 0,0 1 0,0 4 0,-106-4 0,160 12-209,-37-1 52,0 2 1,0 1 0,0 2-1,-67 16 1,24 4 69,1 3-1,2 4 0,-75 41 1,131-59-80,1 1 1,1 0-1,0 2 1,1 0 0,0 1-1,2 1 1,0 0-1,-26 38 1,25-27-17,2 1 1,0 0-1,2 1 1,2 0-1,-16 58 0,14-26 9,2 1 0,-3 78-1,8 124 184,7-239-192,3 123 145,0-121-126,0 1 0,2-2 1,10 33-1,0-16 25,1-2 0,2 0-1,2-1 1,2 0 0,2-2 0,1-1-1,49 57 1,-51-70-49,1-2 0,1 0-1,1-2 1,1 0 0,1-2 0,1-1-1,0-2 1,1 0 0,1-2 0,65 21-1,-47-23 59,0-3 0,0-1 0,53 1 0,152-5 149,-193-5-207,-24-1-25,0-1-1,0-1 1,-1-3 0,1 0 0,-1-3 0,-1-1 0,0-1 0,0-2 0,-1-2 0,-1-1 0,0-1 0,35-26 0,-38 21-38,-2-1 1,0-2-1,-1-1 0,-1-1 0,-2-1 1,-1-1-1,-1-1 0,-2-1 1,-1-1-1,-1-1 0,-2 0 1,-1-1-1,-1-1 0,-3 0 1,14-67-1,-10 7 14,5-123 0,-15-95-2,-5 306 28,-1-13 18,-1 0 1,0 0 0,-2 0-1,0 0 1,-1 0-1,-1 1 1,-1 0-1,-18-36 1,-6 1 74,-59-79 0,81 122-91,-6-10-2,-1 1 1,-1 0-1,-26-23 0,35 36-10,-1 0 0,1 1 0,-2 0 0,1 1 0,-1-1 0,1 2 0,-1-1 0,-1 1 0,1 1-1,-17-4 1,-39 0-706,-1 2 1,-123 8-1,135 0-4764,36-3-488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5795,'0'0'4818,"-7"37"-4402,7 1 32,-4 15-112,4 23 273,-3 15 127,3 15-352,0 4-288,0-9-96,0-20-1600,0-24-5956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7812,'0'0'7766,"6"8"-6891,-4-5-791,0 0-14,0 0 0,0 0 0,1 0-1,-1 0 1,1 0 0,0 0 0,0-1-1,0 1 1,0-1 0,0 0 0,1 0-1,-1 0 1,0-1 0,1 1 0,5 1-1,40 8 659,0-2 0,85 5 0,23-11-3269,-156-3 1116,-14 0-7440,-12 0 1859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5523,'0'0'5698,"4"0"-5490,6 4 417,-3 27-17,0 13-16,0 6-48,-7 10-111,3-4-241,-3-2-192,0 2-433,0-9-1616,0-6-2977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5491,'0'0'11797,"0"12"-11013,35-2-432,10 2-127,11 4 63,7-3-288,3-4-32,-3-3-1249,-11 4-2241,-14-1-3825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1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50 2961,'0'0'7574,"0"-7"-6722,0-1-665,0 6-129,0-1-1,-1 1 0,1-1 1,1 1-1,-1-1 1,0 1-1,1-1 0,-1 1 1,1-1-1,0 1 1,0 0-1,1-4 0,-2 6 26,0 1 1,0-1-1,0 0 0,0 0 0,0 0 0,0 1 1,0-1-1,0 0 0,0 0 0,1 0 0,-1 1 0,0-1 1,0 0-1,0 0 0,0 0 0,0 0 0,0 1 0,1-1 1,-1 0-1,0 0 0,0 0 0,0 0 0,0 0 0,1 1 1,-1-1-1,0 0 0,0 0 0,0 0 0,1 0 1,-1 0-1,0 0 0,0 0 0,0 0 0,1 0 0,-1 0 1,0 0-1,0 0 0,0 0 0,1 0 0,-1 0 0,0 0 1,0 0-1,0 0 0,1 0 0,-1 0 0,0 0 0,0-1 1,0 1-1,1 0 0,-1 0 0,0 0 0,0 0 0,0 0 1,0 0-1,0-1 0,1 1 0,-1 0 0,0 0 1,0-1-1,2 23 1052,-1-6-1018,1 0 0,0 1 0,5 16-1,6 35 76,-3 285 304,-20-10-475,-12 4-95,9-234 85,2-25-22,1 195-56,10-128 472,0-192-1284,-1-56-4749,-2 65 365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2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45 3185,'0'0'7300,"-3"-9"-5956,-8-26-76,33 98 4640,5 8-4417,38 108-1548,135 550 1689,-200-728-1629,42 157 363,-41-155-338,16 36 237,-16-37-238,-1-1 1,1 1-1,0-1 1,0 0 0,0 1-1,0-1 1,1 0-1,-1 0 1,0 0-1,0 0 1,1 0-1,-1 0 1,0 0-1,1 0 1,-1 0-1,1-1 1,-1 1 0,1-1-1,0 1 1,-1-1-1,4 1 1,-4-1-21,0 0-1,0-1 1,0 1 0,0 0 0,0-1 0,0 1 0,0-1 0,0 1-1,0-1 1,-1 0 0,1 1 0,0-1 0,0 0 0,0 1 0,-1-1-1,1 0 1,0 0 0,-1 0 0,1 0 0,-1 0 0,1 0 0,-1 1 0,1-1-1,-1 0 1,0-2 0,3-2 17,32-65-246,36-111 0,13-86-1162,-59 181 979,110-336-195,-129 407 319,9-34 1096,-11 16-4446,-4 59 72,0 12-2377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2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63 720,'0'0'11747,"1"-11"-11029,2-41 2008,-7 52-2674,0 1-1,0 0 1,0-1-1,1 1 0,-1 0 1,0 1-1,1-1 1,-1 1-1,1 0 0,0 0 1,-1 0-1,1 0 1,0 0-1,0 1 0,0-1 1,0 1-1,1 0 1,-1 0-1,-2 4 1,-4 7-49,0 0 0,-14 31 1,19-39 64,-3 12 42,1-1 0,0 1-1,1 0 1,1 0 0,0 1 0,2-1-1,0 1 1,2 34 0,0-47-88,0 1 1,1-1 0,0 1 0,0-1 0,0 1-1,1-1 1,0 0 0,0 0 0,1 0 0,0 0-1,0 0 1,0 0 0,1-1 0,-1 0 0,1 1 0,1-2-1,-1 1 1,1 0 0,7 5 0,10 8 83,1-1 0,25 15 0,14 9-163,-58-38 25,0 1 0,0-1-1,0 1 1,-1 0 0,0 0 0,0 0-1,0 0 1,0 1 0,3 6 0,-5-9 3,0 1 0,0-1 0,0 1 1,-1-1-1,1 1 0,0-1 1,-1 1-1,0 0 0,0-1 0,0 1 1,0 0-1,0-1 0,0 1 1,-1 0-1,1-1 0,-1 1 0,0 0 1,1-1-1,-1 1 0,-3 4 0,0-2 22,0 0-1,-1 0 1,0-1-1,0 1 1,0-1-1,0 0 1,0-1-1,-1 1 1,0-1-1,0 0 1,0-1-1,-8 4 1,-7 1-278,1-2 0,-35 7 0,-20-6-2187,26-6-3134,26 0-1816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2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98 5507,'0'0'9927,"-2"-1"-9730,-1 6-173,-1 52 148,2-1 0,6 60 0,-3-94-26,50 458 2764,-48-459-2808,0 2 155,9 28 0,-11-45-168,1-1 1,0 0-1,0 0 0,0 0 1,1 0-1,0 0 0,0 0 1,0-1-1,0 1 0,7 5 1,0-4-5,-7-12-410,-7-16-150,-50-146-833,2 3 231,28 98 327,4-2 0,-13-71 0,30 110 858,2-55-1,1 48-49,1 31-60,0-1 1,0 1-1,0-1 1,1 1-1,0 0 1,0 0-1,0-1 1,1 2-1,0-1 1,0 0 0,0 1-1,1-1 1,0 1-1,0 0 1,10-9-1,4-3 5,2 0-1,34-21 1,-49 35 21,0-1-14,1 1 0,0 0 0,0 0 0,0 1 0,0 0 0,0 0 0,1 1 1,9-2-1,54 0 304,-54 3-189,-8 1-65,0 0-1,-1 0 0,1 1 0,-1 0 0,0 0 0,1 1 0,-1 0 0,0 0 0,0 0 1,-1 1-1,1 0 0,-1 1 0,0-1 0,10 11 0,-2-1 128,0 1-1,-1 0 1,-1 1-1,17 28 1,-24-34-81,-2 0-1,1-1 1,-1 1-1,-1 1 1,1-1-1,-2 0 1,0 0-1,0 1 1,0-1-1,-3 15 1,2-13-5,0-4-24,-1-1 0,0 0 0,-1 1 0,0-1 0,0 0 0,0 1 0,-1-1 0,0-1 0,0 1 0,-1 0 0,0-1 0,0 1 0,-6 5-1,-9 10 7,-1 0 0,-24 18 0,42-38-86,-16 14 3,0-1 1,-1-1-1,-1-1 0,-23 12 0,31-19-159,0-1-1,-1 0 1,1-1-1,-1 0 0,0-1 1,0 0-1,0-1 0,-23 1 1,23-3-93,-11-1-881,23 1 1102,0-1 0,1 1-1,-1 0 1,1-1 0,-1 1 0,0-1 0,1 1-1,-1-1 1,1 1 0,-1-1 0,1 1 0,-1-1-1,1 1 1,0-1 0,-1 0 0,1 1 0,0-1-1,-1 0 1,1 1 0,0-1 0,0 0-1,0 1 1,-1-1 0,1 0 0,0 0 0,0 1-1,0-1 1,0 0 0,0 0 0,0 0 28,0 1 1,0 0 0,0-1-1,0 1 1,0-1 0,0 1-1,0 0 1,0-1-1,1 1 1,-1 0 0,0-1-1,0 1 1,0-1 0,0 1-1,0 0 1,1-1-1,-1 1 1,0 0 0,0 0-1,0-1 1,1 1 0,-1 0-1,0-1 1,1 1-1,-1 0 1,0 0 0,1-1-1,-1 1 1,0 0 0,1 0-1,-1 0 1,0 0 0,1 0-1,-1-1 1,1 1-1,12-2 34,0 1 0,1 0-1,-1 1 1,0 0-1,1 1 1,-1 1-1,0 0 1,0 0-1,0 2 1,16 5 0,-8 1 175,0 0 0,-1 2 0,0 0 0,0 2 0,-2 0 0,20 18 0,95 109 1428,-105-110-1328,-24-25-438,-3-5-5,-1 0 0,1 0 1,0 0-1,0 0 0,-1 0 0,1 0 1,0 0-1,0 0 0,0-1 0,0 1 1,0 0-1,0-1 0,1 1 1,-1 0-1,0-1 0,2 1 0,-3-10-7666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24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10757,'0'0'3938,"17"163"-2802,-13-94-543,-1 9-289,-3-2-304,4-14-304,-1-15-3042,1-15-6883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2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76 3201,'0'0'8250,"-2"-12"-7405,0-2-617,-1-36 1692,3 54-1856,8 345 1926,1-6-325,-9-13 117,0-394-3616,-17-113 0,-15-64-405,26 188 2075,2-101-1,4 115 188,0 30-4,1 1 0,0-1 1,0 0-1,1 0 0,1 0 1,-1 1-1,1-1 1,0 1-1,1 0 0,0 0 1,1 0-1,-1 1 0,1-1 1,1 1-1,0 0 0,0 1 1,0-1-1,0 1 1,1 0-1,0 1 0,0 0 1,1 0-1,0 0 0,0 1 1,0 0-1,10-3 1,8-1-7,-8 2 69,0 0 1,0 2 0,1 0 0,0 1-1,24-1 1,-29 4-33,-5 0 106,0 0-1,-1 0 0,1 1 0,0 0 0,10 3 1,-15-3-95,-1 1 0,1-1 1,-1 1-1,0 0 1,0 0-1,0 0 0,0 1 1,0-1-1,0 1 0,-1-1 1,1 1-1,-1 0 1,1 0-1,-1 0 0,2 5 1,5 7 94,-1 1 1,-1-1 0,-1 1-1,0 1 1,-1-1-1,3 19 1,-3-3 16,-2 0-1,0 44 1,-4-72-157,1-1 0,-1 1 0,1 0-1,-1-1 1,0 1 0,-1-1 0,1 1 0,0-1 0,-1 0 0,0 1 0,0-1 0,0 0 0,-4 5 0,-4 3 2,-1 0 1,-13 10-1,9-8 5,-13 12-10,-2-1 0,-55 34 1,69-48-104,-1-2 0,1 0 0,-2-1 0,1 0 0,0-2 0,-1 0 0,-31 4 0,48-9 71,1 0-1,-1 1 1,0-1-1,0 0 1,1 0 0,-1 0-1,0 0 1,0 0-1,1-1 1,-1 1 0,0 0-1,0 0 1,1 0 0,-1-1-1,0 1 1,1 0-1,-2-1 1,2 1 16,0-1 1,1 1-1,-1-1 1,0 1-1,0 0 0,1-1 1,-1 1-1,0 0 1,1-1-1,-1 1 0,0 0 1,1 0-1,-1-1 1,0 1-1,1 0 0,-1 0 1,0 0-1,1 0 1,-1-1-1,1 1 0,-1 0 1,1 0-1,-1 0 1,0 0-1,1 0 0,-1 0 1,1 0-1,-1 0 1,1 0-1,7-1 19,1 0 0,-1 0-1,0 1 1,0 0 0,1 0 0,-1 1-1,0 0 1,0 0 0,0 1 0,0 0 0,0 1-1,0 0 1,0 0 0,-1 0 0,0 1-1,1 0 1,-1 1 0,-1 0 0,1 0 0,-1 0-1,0 1 1,8 9 0,8 12 234,-2 1 0,0 0 0,-3 2 0,0 0 0,-2 2 0,-1-1 0,-1 2 0,-2-1 0,11 57 0,-21-77-159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26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8580,'0'0'8102,"5"0"-7493,-1 0-566,56 3 859,-54-2-774,-1 0 0,1 0 1,0 1-1,-1-1 0,1 1 0,-1 1 1,0-1-1,10 7 0,-11-6-62,0 0 0,0 0 0,-1 0-1,1 1 1,-1-1 0,0 1 0,0 0 0,0 0 0,0 0-1,-1 1 1,1-1 0,-1 0 0,0 1 0,1 6-1,0 2-9,-1 0-1,-1 1 0,0-1 0,-1 14 0,0-23-51,-1 3 18,0 1-1,0 0 0,0-1 0,-1 0 1,0 1-1,-1-1 0,0 0 0,0 0 0,0 0 1,-1 0-1,0-1 0,-9 11 0,-4 4-5,0-2 0,-28 24-1,43-42-17,1 0 0,0 0-1,0 0 1,0 0 0,0 0 0,0 0-1,1 0 1,-1 0 0,0 0 0,0 1-1,1-1 1,-1 0 0,1 0 0,-1 3-1,1-4 1,0 1 0,0-1-1,0 1 1,0-1 0,0 1-1,0-1 1,0 0 0,1 1-1,-1-1 1,0 1 0,0-1-1,1 1 1,-1-1 0,0 0-1,0 1 1,1-1 0,-1 0-1,0 1 1,1-1 0,-1 0 0,1 1-1,-1-1 1,0 0 0,1 0-1,-1 1 1,1-1 0,0 0-1,5 2-5,0-1 0,0 0-1,0 0 1,0 0-1,8 0 1,-5-1 43,172 6 34,-63-12-4119,-94 3-397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34.1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322 1 2273,'0'0'2225,"-3"6"-1859,0 1 46,0 0 0,0 0 0,1 1 0,0-1 0,1 1 0,-1-1 0,1 1 0,0 13 0,-6 28 6783,58-39-5501,-19-10-1478,-31-22-88,-1 17-122,0-1 0,0 1-1,-1 0 1,1 0 0,-1 0 0,0 0-1,-3-8 1,2 11-2,1-1 0,-1 0 0,1 1 0,-1 0 0,0-1 0,0 1 0,0 0 1,0 0-1,-1 0 0,1 0 0,0 0 0,-1 1 0,0-1 0,-3-1 0,-7-4-9,1 1 1,-1 1-1,0 0 0,0 1 0,-1 0 0,1 1 1,-1 0-1,0 1 0,-16 0 0,-3 2 1,12-1 0,-33 3-1,50-1 7,1 0-1,-1 0 1,1 0 0,-1 0-1,1 1 1,0-1 0,0 1 0,0 0-1,0 0 1,0 0 0,0 0-1,0 1 1,1-1 0,-1 1 0,1 0-1,0-1 1,0 1 0,0 0-1,0 0 1,0 0 0,0 1 0,1-1-1,0 0 1,0 1 0,-2 5 0,0 7 73,0-1 1,1 1 0,0-1 0,1 24 0,1-27 17,0 2 77,0 0 1,1 0-1,0 0 0,6 25 1,-6-35-134,1 0 0,-1 0 0,1 0 0,0 0 1,0-1-1,0 1 0,1-1 0,-1 1 1,1-1-1,0 0 0,0 0 0,0 0 0,0 0 1,0-1-1,1 1 0,-1-1 0,1 0 0,0 0 1,0 0-1,7 2 0,-1-1 1,1-1-1,1 0 1,-1-1 0,0 0-1,0-1 1,19-2 0,-26 2-38,-1 0-70,1 0 0,0-1-1,-1 0 1,1 1 0,-1-1-1,1 0 1,-1-1 0,1 1 0,-1-1-1,0 0 1,0 1 0,1-1-1,-1-1 1,-1 1 0,1 0-1,0-1 1,0 1 0,-1-1-1,0 0 1,1 0 0,-1 0-1,0 0 1,-1 0 0,1-1 0,0 1-1,-1 0 1,0-1 0,1-4-1,2-8-368,-1 0 0,0 0 0,-2 0 0,0-31 0,-1 45 440,0 0-1,0 0 0,-1 0 1,1 1-1,-1-1 0,0 0 1,1 0-1,-1 1 0,0-1 1,0 0-1,0 1 0,0-1 1,0 1-1,-1-1 0,1 1 1,0 0-1,-1-1 0,1 1 1,-1 0-1,1 0 1,-1 0-1,1 0 0,-1 0 1,0 1-1,0-1 0,1 0 1,-5 0-1,-2-2 147,-1 1 0,0 1 0,0-1 0,0 1-1,-12 1 1,20 0-144,-3 0 1697,454 9-1052,-153-7-647,400-7 86,-557-1-74,212-4 46,-53 1-43,-116 6-33,200-28-1,-303 24 24,124 6 0,-98 2 14,-38-2-33,74 3-19,-130-1 29,1 1-1,-1 1 1,0 0 0,22 9 0,-14 3 32,-18-13-23,0 0 0,0 0-1,0 0 1,0-1 0,0 1 0,0-1-1,1 1 1,-1-1 0,1 0 0,-1 0-1,0 0 1,4 1 0,-5-2 29,-1 22-174,7 390 315,27 166 387,-16-71 121,-18-492-621,0-15 142,-1 0-269,1 0-1,-1 0 0,0 0 1,0 0-1,1 0 0,-1 0 1,0 0-1,1 0 1,-1-1-1,0 1 0,1 0 1,-1 0-1,0-1 0,1 1 1,-1-1-1,1 1 0,-1 0 1,1-1-1,-1 1 0,1-1 1,-1 0-1,1 1 0,-1-1 1,1 1-1,-1-1 1,1 1-1,0-1 0,-1 0 1,1 1-1,0-1 0,0-1 1,-10-22-5287,9 11-2367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35.4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1504 419 11989,'0'0'3613,"-2"-9"-2762,0-3-536,-1 1 0,0 0 0,0 0 0,-2 0 1,1 1-1,-1-1 0,-7-10 0,-12-14-151,-2 2 1,0 0-1,-52-47 0,63 67-111,-1 0-1,-1 1 0,0 0 0,0 2 0,-1 0 1,0 1-1,-1 1 0,0 0 0,-33-7 0,-7 5 86,0 3 0,-1 3 0,-86 5 1,59 0 37,73-1-159,1 2 1,0-1 0,0 2 0,0 0 0,0 0-1,0 1 1,1 1 0,0 0 0,0 1 0,0 0-1,-14 10 1,-12 11 44,-65 61 1,47-37 41,-77 75 31,114-104-73,1 0 0,2 1-1,0 0 1,-19 38-1,18-22 17,2 1 0,1 1-1,2 0 1,2 1 0,1 0-1,3 0 1,1 1 0,2 70-1,3-98-43,-1 2 34,1 0 0,1 0-1,1 0 1,0 0 0,9 32-1,4-11 37,1-1 0,1 0-1,3-2 1,0 0 0,3-2-1,41 50 1,-11-25 42,1-2 0,93 71 0,-108-96-126,1-2 1,2-2 0,45 21-1,-57-34-13,0-1 0,1-2-1,1-1 1,-1-1 0,52 7-1,141-7 90,-200-9-77,-11-1-24,0 0 0,-1-1 0,1 0 0,-1-1 0,1-1 0,-1 0 0,0-1 0,0 0 0,-1-1 0,1 0 0,-1 0 0,10-9 0,17-14-56,63-65-1,-76 71 18,24-27-4,-2-2 0,-3-2 0,59-91 0,-75 97 16,-1-1 0,-2-1 0,-3-2 0,30-102 0,-44 113 29,-2 0 0,-2-1-1,-2 0 1,-3-47 0,0 27 22,1 45-7,0-1 0,-2 1 0,0-1 0,-1 1 0,-1-1 0,0 1 0,-2 1 0,1-1 0,-2 1 0,-1 0 0,0 0 1,0 1-1,-2 0 0,0 0 0,0 1 0,-25-24 0,-147-108 15,117 96-86,53 42 54,1 0-1,-1 1 1,0 0 0,0 0-1,-1 2 1,0-1 0,0 2-1,-1-1 1,1 2 0,-1 0-1,0 1 1,1 0 0,-1 1-1,-16 0 1,-9 1-10,17-1-2,0 1 0,0 1 0,-32 5 0,26-2-52,27-4-235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36.0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 6931,'0'0'6296,"-5"0"-5271,-18 0 1891,23 4-2228,0 12-213,0 43 891,12 97 0,57 233 654,-66-373-1950,12 46 229,-13-57-259,0 1 1,0-1-1,0 0 0,1 0 0,0 0 0,0 0 0,0 0 0,7 6 1,-9-10-27,0 1 0,0-1 0,0 0 1,1 0-1,-1 0 0,0-1 1,1 1-1,-1 0 0,0 0 1,1-1-1,-1 1 0,1-1 1,0 1-1,-1-1 0,1 0 1,-1 0-1,1 1 0,-1-1 0,1 0 1,0 0-1,-1-1 0,1 1 1,-1 0-1,1 0 0,0-1 1,-1 1-1,1-1 0,-1 0 1,0 1-1,1-1 0,-1 0 0,3-2 1,7-9-35,-1-2 0,-1 1-1,0-1 1,10-21 0,-15 28-10,92-191-1322,-62 120 904,4 3 1,72-110-1,-87 155 511,-14 20-70,0-1 1,-1 0 0,-1-1-1,0 0 1,10-21 0,-16 28 237,-32 37-13511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38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3614 43 4290,'0'0'5776,"-3"-4"-4829,-10-20 449,11 10 4006,6 765-3612,-1-568-1782,-2-168-8,0 1 0,5 15 0,1 19 0,-1 8 10,1 32 15,-7 25-28,-14-83 24,13-29-27,0-1 4,1 0 0,-1-1-1,0 1 1,0 0-1,0 0 1,0-1 0,0 1-1,0-1 1,0 1-1,-1-1 1,1 1-1,-3 1 1,0 11-30,2-10 149,1 0-1,0 0 1,0-1 0,0 1 0,1 0-1,-1 0 1,1 4 0,-32-9 598,24-3-769,0 0 0,0-1 0,0 0 0,-13-10 0,-9-8-108,21 17 144,-1 0 0,0 1 1,0 0-1,0 0 0,0 1 1,-1 1-1,0 0 0,0 0 1,0 1-1,0 0 0,0 1 1,-14 0-1,-812-2 15,778 6 4,1 3 0,-102 23 0,120-21 10,-15 0 15,-1-3 1,0-2-1,-61-4 1,28-1-11,75 2-15,-65 1 18,-1-3 1,-124-21-1,142 15-3,0 2-1,-119 4 1,-20-1 7,76 0-15,14 2 0,99-1-7,0 0 0,-1-1 0,2 0 1,-1-1-1,0-1 0,1 1 0,-13-9 1,8 5 0,0 1 0,-23-7 0,13 7-13,-1 1 1,1 1 0,-1 1 0,-35 0 0,-133 4 1208,195-1-1228,1-1 1,-1 0 0,1 1-1,-1-1 1,1 0 0,0 1-1,0-1 1,0 1 0,0 0-1,1-3 1,29-21-112,-19 16-73,0 0 1,-1-2-1,10-10 0,-18 17 141,0 0 0,-1 1-1,1-1 1,-1 0-1,0 0 1,0 0-1,0-1 1,-1 1 0,1 0-1,-1-1 1,0 1-1,0-1 1,-1 0-1,1-5 1,-1 0-145,0 2 107,0 0 1,0-1-1,-3-13 0,2 19 113,0 0 0,-1 0 0,1 0 1,0 0-1,-1 0 0,0 0 0,0 0 1,0 0-1,0 0 0,0 1 0,0-1 0,-4-2 1,1 1 29,0-1 1,-1 1-1,1 0 1,-1 0-1,0 0 1,-1 1-1,1 0 1,0 1-1,-1-1 1,0 1-1,0 0 1,1 1-1,-1-1 0,0 2 1,0-1-1,-13 1 1,18 0-18,1 1-1,-1-1 1,1 1 0,-1-1-1,1 1 1,0 0-1,-1 0 1,1 0 0,0 0-1,0 0 1,0 0 0,0 0-1,0 0 1,0 0 0,0 0-1,0 0 1,0 1 0,0-1-1,1 0 1,-1 1 0,0 2-1,-13 33 200,9-10-30,1 0 0,1 0 0,2 0 1,0 0-1,5 33 0,-4-57-152,0 0 0,0 1 0,1-1 0,-1 0 0,1 0 0,0 0 0,0 0 0,0 0 0,0 0 0,1-1 0,-1 1-1,1 0 1,-1-1 0,1 1 0,0-1 0,0 1 0,0-1 0,1 0 0,-1 0 0,0 0 0,1 0 0,0 0 0,-1 0 0,1-1 0,4 2 0,0 0-9,0-1 0,0-1-1,0 1 1,0-1-1,1 0 1,-1-1 0,0 1-1,0-2 1,1 1 0,7-2-1,-10 1-54,0 0 0,0-1 0,-1 1 0,1-1 0,-1 0 0,1 0 0,-1-1 0,0 1 0,0-1 0,0 0 0,0 0 0,0 0 0,-1-1 0,1 1 0,-1-1 0,0 0 0,0 0 0,0 0 0,-1 0 0,1-1 0,-1 1 0,0-1 0,-1 1 0,3-8 0,1-6-327,-1 0 0,-1 0-1,0 0 1,-1 0 0,-1-24-1,-1 41 351,0-1-1,-1 1 1,1-1-1,0 0 1,-1 1-1,1-1 1,-1 1-1,1-1 1,-1 1-1,0-1 1,0 1-1,1 0 1,-1-1-1,0 1 1,0 0-1,0 0 1,-1-1-1,1 1 0,0 0 1,0 0-1,-1 0 1,1 0-1,0 1 1,-1-1-1,1 0 1,-1 1-1,1-1 1,-1 0-1,1 1 1,-1 0-1,1-1 1,-4 1-1,1-1 18,-1 1-1,1 0 1,0 0-1,-1 0 1,1 0-1,-1 1 1,1 0-1,0 0 1,0 0-1,-1 0 1,-7 4-1,4 1-23,-1-1-1,1 2 1,-1-1 0,2 1-1,-10 10 1,-36 47-678,34-40 21,-22 27-3171,8-5-4787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41.9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41 107 9204,'0'0'5477,"-1"-5"-5381,-1-26 2007,1 216-1910,9 370 3101,-7-532-3151,-2-17-52,1 1 0,0-1 0,1 1 1,0-1-1,0 1 0,0-1 0,1 1 0,2 6 0,-3-13-67,0 1 0,0-1 0,-1 0 0,1 1 0,0-1 0,0 0 0,0 0 0,-1 0 0,1 0 0,0 1 0,0-1 0,0 0 0,0-1 0,-1 1 0,1 0 0,0 0 0,0 0 0,0 0 0,-1-1 0,1 1 0,0 0 0,0 0 0,1-2 0,0-13-247,-1-1 0,0 0 0,-3-25 0,0 0-387,-2-22-201,-2 1 0,-30-121 0,16 89 267,15 60 248,2-1 0,2 0-1,2-37 1,0 10 93,0 57 207,-1 0-1,1 0 1,0 0-1,1 0 1,-1 0-1,1 0 0,0 1 1,0-1-1,0 0 1,1 1-1,0 0 1,5-7-1,-2 4 4,0 0 0,0 0 0,1 1 0,0 0 0,0 0 0,10-5 0,-10 8 35,0 1 0,0 1 0,0-1 0,0 1 0,0 0 0,0 1 0,0-1 0,1 1 0,-1 1 0,0 0 0,9 1 0,-10 1-15,0 0 0,-1 0 1,1 1-1,-1 0 0,1 0 0,-1 0 1,-1 0-1,1 1 0,0-1 1,4 8-1,5 3 97,-3-2-60,0 0 0,0 0 0,-2 1 0,0 0 0,13 29 0,-20-38-47,-1 0 0,0 0 0,0 0 0,0 1 0,-1-1 0,1 0 0,-2 1 0,0 8 0,0 5 97,1-14-84,-1 0-1,0-1 1,0 1-1,0-1 1,0 1-1,-1-1 1,0 1-1,0-1 1,0 0 0,-1 0-1,-3 5 1,-39 45 230,25-31-136,12-14-129,1-1 1,-1 0-1,0-1 0,0 0 1,-1 0-1,0-1 0,-1 0 1,1 0-1,-1-1 0,0 0 1,0-1-1,-1 0 0,1-1 1,-1 0-1,0-1 0,0 0 1,0-1-1,0 0 0,-19 0 1,29-1-71,3-22-149,2 21 213,1 1 1,0 0-1,0 0 0,-1 0 1,1 1-1,0 0 0,-1 0 1,1 0-1,-1 0 0,1 1 1,-1-1-1,1 1 0,-1 0 1,0 1-1,0-1 0,6 6 1,4 5 74,0 2 0,-1 0 0,-1 0 0,12 19 0,36 73 496,-41-71-91,1-1-1,37 49 1,-48-73-413,17 20 302,-24-29-399,-1-1 0,1 1 0,-1-1-1,1 0 1,0 0 0,0 0 0,-1 0-1,1 0 1,0 0 0,0 0 0,0 0-1,0-1 1,0 1 0,0-1 0,2 1-1,-3-12-2884,-1-6-604,0 1-2793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42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65 4578,'0'0'9263,"4"7"-8014,3 6-857,0-1 1,0 1-1,-2 1 1,1-1-1,3 17 1,14 75 487,-7-26-26,-11-54-508,2 0-1,1-1 1,0 1-1,2-2 1,25 44-1,-33-63-287,1-1-1,0 0 0,0 0 0,0 0 1,0 0-1,0-1 0,1 1 0,-1-1 1,1 0-1,6 3 0,-9-4-50,1-1 0,0 1-1,0-1 1,-1 1 0,1-1 0,0 1 0,0-1-1,-1 0 1,1 0 0,0 0 0,0 0 0,-1 0 0,1 0-1,0-1 1,0 1 0,-1-1 0,1 1 0,0-1-1,0 1 1,-1-1 0,1 0 0,-1 0 0,1 0-1,-1 0 1,1 0 0,-1 0 0,0 0 0,2-2-1,8-13-130,-2-1-1,0 1 0,-1-1 0,0-1 0,6-24 0,-4 13-214,12-36-1330,23-112 0,-42 156 1665,-2-1-1,0 0 1,-1-24 0,-1 7-69,0 38 70,1 1 0,0-1 0,0 0 0,-1 0 0,1 0 0,-1 1 0,1-1 0,-1 0 0,1 1 0,-1-1 0,1 0 0,-1 1 0,0-1 0,1 1 0,-1-1 0,0 1 0,1-1 0,-1 1 0,0-1 0,0 1 0,1 0 0,-1-1 0,0 1 0,0 0 0,0 0 0,0 0 0,-1-1 0,1 1 10,0 0 0,-1 0 0,1-1 1,0 1-1,-1 0 0,1 0 0,-1 0 0,1 0 0,-1 0 1,1 1-1,0-1 0,-1 0 0,1 1 0,0-1 1,-1 1-1,1-1 0,-2 2 0,1 0 11,1 0 1,0 0-1,-1 0 0,1 0 1,0 0-1,0 0 0,0 1 0,0-1 1,0 0-1,1 1 0,-1-1 1,1 0-1,-1 5 0,0 35 363,1-30-255,0-9-117,0 10 263,0-1-1,1 1 0,0-1 1,0 1-1,7 23 0,-6-32-228,-1-1 0,1 0 0,0 1-1,0-1 1,0 0 0,0 0-1,0 0 1,1 0 0,-1-1 0,1 1-1,0-1 1,0 1 0,0-1-1,0 0 1,0 0 0,1 0 0,-1-1-1,0 1 1,1-1 0,-1 0-1,1 0 1,0 0 0,-1 0 0,1-1-1,4 1 1,2 0-221,0 0 1,0-1-1,0 0 0,0 0 0,16-4 1,-22 3-270,1 0 1,0 0-1,-1-1 0,1 0 1,-1 0-1,0 0 1,0 0-1,0-1 1,0 1-1,0-1 1,0 0-1,0-1 1,4-4-1,2-9-6583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48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0 227 6275,'0'0'4074,"9"-17"-3677,26-54-133,-31 64 159,-2 1 0,1 0 0,-1-1 0,0 0-1,0 1 1,-1-1 0,0 0 0,0 0 0,0 0-1,-1 0 1,0 0 0,-2-11 0,1-7-306,1 11-72,0 22-79,0 18 41,-7 841 4603,7-713-3270,1-140-1912,-1-14 521,0 0 1,1 0-1,-1 0 1,0 0-1,0 0 1,0 0-1,0 0 1,0 0-1,0 1 1,0-1 0,0 0-1,0 0 1,0 0-1,1 0 1,-1 0-1,0 0 1,0 0-1,0 0 1,0 0-1,0 0 1,0 0-1,0 0 1,0 0-1,1 0 1,-1 0-1,0 0 1,0 0-1,0 0 1,0 0-1,0 0 1,0 0-1,0-1 1,0 1-1,1 0 1,-1 0-1,0 0 1,0 0-1,0 0 1,0 0-1,0 0 1,0 0-1,0 0 1,0 0 0,0 0-1,0 0 1,0-1-1,0 1 1,0 0-1,0 0 1,0 0-1,0 0 1,0 0-1,0 0 1,9-22-3269,14-58-5053,-15 30 1617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49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24 241 5507,'0'0'5271,"-5"-26"-4614,-12-79-89,17 101-503,-1 1 0,1-1 0,0 0 0,0 0 0,0 1-1,1-1 1,-1 0 0,3-5 0,-3 8-34,1 0 0,-1 0-1,1-1 1,0 1 0,-1 0 0,1 0-1,0 0 1,0 1 0,0-1 0,0 0-1,0 0 1,2-1 0,1-2 63,4-1 1,-1-1 0,1 1 0,0 0-1,0 1 1,0 0 0,0 0 0,1 1 0,0 0 0,-1 0 0,1 1 0,10-1 0,2 0 84,0 1-1,0 2 1,38 2 0,-49 0-119,0 0 1,0 0-1,-1 1 1,1 1-1,-1-1 1,1 2-1,9 5 1,3 3 64,34 26 0,-37-24 115,-2 1 1,0 1 0,24 30 0,-37-42-179,-1 0 1,0 0 0,-1 0-1,1 0 1,-1 1-1,0-1 1,0 1 0,-1 0-1,0-1 1,1 10 0,0 7 332,-3 33 0,0-21 52,0-25-348,0 0 1,-1 0-1,0 0 1,-1 0-1,0-1 1,0 1-1,0-1 1,-2 0-1,1 0 1,-9 12-1,-6 12 149,5-6-146,-1-2 0,-1 0 1,-2-1-1,-35 38 0,41-49-97,-1-1 1,1 0-1,-2-1 0,1 0 0,-2-1 0,1-1 0,-1 0 0,0-1 1,-27 8-1,30-12-22,0-1 0,-1 0 0,1-1 1,-17-1-1,23 0-11,5 0 9,-1 0 0,1-1 0,-1 1 1,1 0-1,0 0 0,-1-1 1,1 1-1,0-1 0,-1 1 0,1-1 1,0 0-1,0 1 0,-1-1 0,1 0 1,0 0-1,0 0 0,0 0 1,0 0-1,0 0 0,0 0 0,0 0 1,1 0-1,-1-1 0,0 1 0,1 0 1,-1-1-1,0 1 0,1 0 1,0-1-1,-1 1 0,1-2 0,-2-5-179,1-1-1,0 0 0,1 0 0,0-9 1,0 9-50,0 7 239,0 1 0,0-1 0,0 1 0,1-1 0,-1 1 0,0-1 0,1 1 0,-1-1 0,1 1 0,0-1 0,-1 1 0,1 0 0,0-1 0,0 1 0,0 0 0,0 0 0,0 0 0,0 0 0,0 0 0,0 0 0,3-2 0,-1 1-6,0 1 0,0-1-1,1 1 1,-1 0 0,1 0-1,-1 0 1,1 0 0,-1 0-1,6 1 1,-3-1 4,1 1 0,-1 0-1,0 1 1,1 0 0,-1 0 0,0 0-1,0 0 1,0 1 0,0 0 0,0 1-1,10 5 1,-3 2 78,0 1 0,-1 1 0,-1 0 0,0 0 0,0 1 0,-2 1 0,10 16 0,52 107 838,-24-28 59,27 56 348,-73-164-1310,-1 0 1,1 0-1,-1 0 1,1 0-1,0 0 1,-1 0-1,1 0 1,0 0-1,0 0 1,-1 0-1,1-1 1,0 1-1,0 0 1,0-1-1,0 1 1,0-1-1,1 1 1,-1-1-57,-1 0 0,1 0 0,-1 0 0,1 0 0,-1-1 0,1 1 0,-1 0 0,1 0 0,-1-1 0,1 1 0,-1 0 0,1-1 0,-1 1 0,0 0 0,1-1 0,-1 1 0,1-1 0,-1 1 0,0-1 0,0 1 0,1-1 0,-1 1 0,0-1 0,0 1 0,0-1 0,1 1 0,-1-1 0,0 1 0,0-1 0,0 1 0,0-1 0,0 0 0,0 1 0,0-1 0,0 1 0,0-1 0,-1 0 0,2-33-3958,-1-6-3562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0.1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54 5683,'0'0'5845,"0"-9"-4949,0-35 3184,0 48-3950,6 59 645,1-6-37,-7 107 1247,5 47-54,1-172-1795,-6-40-150,0 1 1,0 0 0,0 0-1,0 0 1,0 0-1,0 0 1,0 0-1,0 0 1,1 0-1,-1 0 1,0 0 0,0 0-1,0 0 1,0 0-1,0 0 1,0 0-1,0 0 1,0 0 0,0 0-1,0 0 1,0 0-1,0 0 1,0 0-1,1 0 1,-1 0 0,0 0-1,0 0 1,0 0-1,0 0 1,0 0-1,0 0 1,0 0-1,0 0 1,0 0 0,0 0-1,0 0 1,0 0-1,0 0 1,0 0-1,1 0 1,-1 0 0,0 0-1,0 0 1,0 0-1,0 0 1,0 0-1,0 1 1,1-23-1228,-1-54-5351,0 31 426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0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4 5394,'-6'0'13108,"93"-1"-12752,-28-1-1,0 2 1,89 13-1,-127-8-374,-19-4-32,-2 0-444,0-1 158,0 1-1,0 0 0,0-1 1,0 1-1,0-1 0,0 1 0,0 0 1,-1-1-1,1 1 0,0 0 1,0-1-1,0 1 0,-1-1 1,1 1-1,0-1 0,-1 1 1,1 0-1,0-1 0,-1 1 0,1-1 1,-1 0-1,1 1 0,-1-1 1,0 1-1,-17 3-5761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5811,'0'0'9572,"185"66"-8451,-126-63-513,0 1-320,-6-4-80,-12 0-128,-9 0-80,-11 0-96,-4-4-1265,-3-8-1616,-7-1-2786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1.8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1 130 8020,'0'0'6333,"0"-2"-5099,0 7-880,21 651 4824,-20-641-5075,0-4-12,-1 1-1,1-1 0,1 0 0,0 0 0,1 0 0,0 0 0,8 18 0,-8-57-914,-7-87-567,-23-125-1,20 158 1062,3-98 0,5 129 297,-1 44 54,1 0-1,1-1 1,-1 1 0,1 0 0,0 1 0,1-1-1,0 0 1,0 1 0,0-1 0,1 1 0,0 0-1,0 0 1,1 0 0,-1 1 0,1 0 0,7-6-1,3-2 12,0 0-1,1 1 0,1 1 0,29-16 0,-33 22-30,-1 1-1,2 0 1,-1 0-1,0 2 1,0-1 0,1 2-1,0 0 1,-1 0-1,21 3 1,-28-1 8,0 0 0,0 1 1,-1-1-1,1 1 0,-1 1 1,1-1-1,-1 1 0,0 0 1,0 0-1,0 0 0,0 1 1,-1 0-1,1 0 1,-1 0-1,5 6 0,2 3 101,-1 0-1,0 1 0,-1 0 1,9 19-1,-13-21 13,0-1 0,-1 1 0,-1 1 0,0-1 0,0 0-1,-2 1 1,1-1 0,-1 1 0,-2 16 0,1-24-55,-1 1-1,0 0 0,-1-1 1,1 1-1,-1-1 0,0 1 1,0-1-1,-1 0 0,0 0 1,0 0-1,0 0 0,0-1 1,-1 1-1,1-1 1,-9 7-1,-8 7 17,-1 0 0,-23 14 0,30-21-60,-111 67 24,103-66-60,0-2 1,-1 0 0,-46 12-1,59-20-53,0-1 0,1 0 0,-19 0 0,26-1-123,7 0-243,7 1 387,0 1-1,0 0 1,0 0 0,0 1 0,-1 1 0,1 0-1,-1 1 1,0 0 0,0 0 0,-1 1 0,0 1-1,0 0 1,9 8 0,11 10 290,-2 1-1,47 56 1,-47-47 57,26 43 0,-43-60-137,0 1-1,-2 0 1,0 1 0,9 30-1,-13-33-292,-3-32-1702,-2-2-270,-1-1-1,-5-22 1,-4-4-5029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2.2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10597,'0'0'6843,"7"0"-6299,-1 0-494,1 0 105,1 0-1,-1 0 1,0 0 0,1 1-1,-1 0 1,0 1-1,0 0 1,0 0-1,9 4 1,-9-2-69,0 1 0,0 0 0,0 0 0,0 1 0,-1-1 0,0 1 0,0 1 0,-1-1 0,1 1 0,-1 0 0,-1 1 0,0-1 0,0 1 0,0-1 0,-1 1 0,0 1 0,0-1 0,-1 0 0,0 0 0,-1 1 0,0-1 1,0 1-1,-1 17 0,-1-18-40,0 0 1,0-1 0,0 1 0,-1 0 0,0 0-1,-1 0 1,0-1 0,0 0 0,-1 1 0,0-1-1,0 0 1,0-1 0,-9 10 0,-7 8 23,-2-2 0,-29 24 0,25-23-74,25-23 3,0 1-1,-1 0 1,1 0-1,0 0 1,0 0-1,0 1 1,0-1-1,0 0 1,0 0-1,0 1 1,0-1-1,0 0 1,0 1-1,1-1 1,-1 1-1,1-1 1,-1 1-1,1 0 1,-1-1 0,1 3-1,1-3-6,0 0 1,0 0-1,0 0 1,0 0-1,0 0 1,0 0-1,0 0 1,0 0-1,0-1 0,0 1 1,1 0-1,-1-1 1,0 1-1,1-1 1,-1 1-1,0-1 1,1 0-1,-1 1 1,1-1-1,-1 0 0,3 0 1,160 23 220,89 17-3617,-218-28-502,-23-2-2854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2.8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 5923,'0'0'8638,"1"-5"-7867,3-9-190,-2 13 607,-2 28 716,0-8-2210,0 51 848,7 441 2334,-6-480-2694,-1-14-61,1 0 0,1 0 0,0 1 0,6 19 0,-1-25-44,-7-12-87,1 1 1,-1-1-1,0 0 0,0 0 0,1 0 0,-1 0 0,0 0 0,0 0 0,1 0 0,-1 0 0,0 0 0,1 0 0,-1 0 0,0 0 1,1 0-1,-1 0 0,0 0 0,0 0 0,1 0 0,-1 0 0,0 0 0,0 0 0,1 0 0,-1 0 0,0 0 0,1-1 0,-1 1 1,0 0-1,0 0 0,0 0 0,1 0 0,-1-1 0,0 1 0,0 0 0,0 0 0,1-1 0,-1 1 0,0 0 0,0 0 0,0-1 1,0 1-1,0 0 0,0 0 0,1-1 0,-1 1 0,5-16-1129,-1 0 0,0 0 0,-1 0 0,-1-1 0,0 1 1,-1-26-1,-1 25-565,3-27-3734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3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32 107 4946,'0'0'10474,"0"-3"-9700,0-10-224,0 10 1381,-3 2-993,-2 7-419,-1 24-280,0 1 0,2-1 1,2 1-1,1 44 0,1-36 102,-2 13 81,0-11 37,2-1 1,5 44-1,-5-81-442,1-1-1,-1 1 1,1 0 0,-1 0-1,1 0 1,0-1-1,0 1 1,0 0-1,0-1 1,1 1-1,-1-1 1,1 1-1,-1-1 1,1 0-1,0 0 1,0 0 0,0 0-1,0 0 1,0 0-1,1 0 1,-1-1-1,1 1 1,-1-1-1,1 1 1,-1-1-1,1 0 1,0 0-1,-1 0 1,1-1 0,0 1-1,4 0 1,-2-1-11,0 0 1,0-1-1,0 1 0,0-1 1,0 0-1,0 0 1,0-1-1,0 0 1,0 1-1,-1-2 1,1 1-1,-1 0 1,0-1-1,1 0 1,-1 0-1,0 0 1,3-5-1,6-5-154,0-2 0,-2 0 0,1 0 0,-2-1 0,0-1 0,-2 1 0,1-1 0,-2-1 0,8-27 0,-6 13-733,-3-2-1,0 1 0,-2-1 1,-1-52-1,-3 79 805,0-1 0,-1 1 0,0-1 0,0 1 0,-1 0 0,0-1 0,0 1 0,0 0 0,-1 0 0,0 1 0,-1-1 0,1 0 0,-1 1 0,-1 0 0,1 0 1,-1 0-1,0 1 0,0 0 0,-9-8 0,10 11 94,1-1 1,0 0 0,-1 1 0,1 0-1,-1 0 1,0 0 0,0 0-1,0 1 1,0-1 0,-6-1 0,-1 2 327,0 0 0,-19 0 0,25 1-185,3 0-114,0 0 0,0 0 0,1 1 1,-1-1-1,0 0 0,1 1 1,-1 0-1,0-1 0,1 1 1,-1 0-1,1-1 0,-1 1 0,1 0 1,-1 0-1,1 0 0,0 1 1,-1-1-1,1 0 0,0 0 1,0 1-1,0-1 0,0 1 0,0-1 1,-1 3-1,-14 16-139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3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0 146 8548,'0'0'6088,"12"-5"-5466,32-17 21,-31 14 3315,-19 10-2557,3 1-1378,1-1 0,0 0-1,0 1 1,1-1 0,-1 1 0,0 0-1,1-1 1,0 1 0,0 0-1,0 0 1,0 0 0,0 0-1,-1 5 1,0 1 12,-9 35 206,2-1 1,3 1 0,-3 56 0,10 133 1514,-2-230-1740,1 1-1,0 0 0,1 0 0,-1-1 0,1 1 0,-1 0 0,1-1 1,0 1-1,1-1 0,-1 1 0,1-1 0,-1 1 0,1-1 0,4 6 0,-3-7-10,-1 0 0,1-1 0,0 1 0,0 0 0,0-1 0,0 0 0,0 1 0,0-1 1,0-1-1,0 1 0,0 0 0,0-1 0,1 1 0,-1-1 0,0 0 0,5-1 0,-2 1 10,0 0 0,0-1 0,0 0 0,0 0 0,0-1 0,0 0 0,-1 0 0,1 0 0,-1 0 0,10-6 0,-6 1-36,1 0 1,-1 0-1,0-1 1,-1 0 0,8-10-1,5-9-306,0-1 0,27-55 0,-36 60-173,-1 0 0,0-1 0,-2-1-1,-1 0 1,-2 0 0,0-1 0,-1 1 0,-2-1 0,0 0 0,-2 0 0,-3-39 0,2 57 387,-1 1 0,-1-1 0,1 1 0,-1-1-1,0 1 1,-1 0 0,0 0 0,0 0-1,-1 0 1,1 0 0,-1 1 0,-7-9 0,7 11 176,0-1 1,0 1 0,-1 0-1,1 1 1,-1-1 0,0 1-1,0 0 1,0 0 0,0 1-1,-1-1 1,1 1 0,-1 0-1,1 1 1,-1-1 0,0 1-1,-8-1 1,2 1 178,1 1 0,0 0 0,-1 0 0,1 1 0,-22 5 0,28-5-346,-1 1 0,1 1 0,0-1 1,0 1-1,0 0 0,0 0 1,0 0-1,0 0 0,1 1 1,0 0-1,0 0 0,0 0 1,-5 7-1,-9 14-3994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6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0 237 8020,'0'0'3743,"20"-26"-3698,59-85-40,-14 20 233,-61 83 1694,-4 16-1303,0 754 5150,3-747-5409,0-8-179,2-11-446,-2-5-467,0 0 0,0 0 0,-1 0 0,0-1 0,1-13 0,0-27-5064,-2 45 4747,-1-27-6708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7.0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37 3169,'0'0'6641,"0"-7"-5713,1-12-581,0 8 2963,-4 31-1740,-7 341 1083,11-246-1859,-3-48-317,1-36-166,0 0 1,2 1-1,6 34 1,3-31 21,-10-34-266,0-5-726,2-34-4138,10-59 0,-5 54-738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7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306 54 4386,'0'0'4623,"12"-8"-3473,4-4-723,-9 6 97,1 1 0,1-1 0,-1 1 0,16-6 0,-19 11 3574,-3 8-2826,-4 9-1666,-1-8 473,-1-1 0,0 1 0,0-1 0,-1 0-1,0 0 1,-1 0 0,-9 10 0,-52 48 549,47-48-548,-12 12 31,-7 8-70,-2-2 0,-2-2 0,-63 40 0,120-73-351,-1-1 193,1-1 128,0 1 1,0 1 0,0 0-1,0 1 1,0 0 0,0 1 0,24 8-1,-24-4 128,0 1 0,0 0 0,-1 1-1,19 16 1,46 48 556,-5-4-331,-71-67-445,-1-1-1,1 1 1,0 0-1,0-1 1,0 1-1,0-1 1,1 1 0,-1-1-1,0 0 1,1 0-1,-1 0 1,1 0-1,-1-1 1,1 1 0,-1-1-1,1 1 1,-1-1-1,1 0 1,-1 0-1,6 0 1,-8-1-88,0 1 0,1 0-1,-1 0 1,1 0 0,-1 0 0,0-1-1,1 1 1,-1 0 0,0 0 0,1-1 0,-1 1-1,0 0 1,1-1 0,-1 1 0,0 0 0,0-1-1,0 1 1,1 0 0,-1-1 0,0 1 0,0-1-1,0 1 1,0 0 0,0-1 0,1 0 0,0-21-7462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8:59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0 195 6835,'0'0'5077,"8"-21"-5008,3-7-63,-1 5-5,-2 0 0,7-29-1,-14 46 144,0-1-1,0 0 0,0 0 0,-1-9 0,0 12 2004,0 5-2043,0 962 7228,-1-1019-9936,3-84-8756,4 93 3132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0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57 6707,'0'0'7129,"1"-3"-6430,-5 31 4020,-9 108-4244,13 97 942,0-214-1224,2 1 0,0-1 0,1 0 0,1 0-1,1 0 1,10 26 0,-12-37-121,0-1 0,1 0 0,0 0 0,1 0 0,0-1 0,0 1 0,11 10 0,-12-13-55,0-1 0,1 0 0,-1 0 0,1 0 0,0-1 1,-1 1-1,1-1 0,0 0 0,0-1 0,0 1 0,1-1 1,-1 0-1,7 0 0,-4 0-1,0 0 0,0-1-1,0 0 1,0-1 0,0 0 0,13-3-1,-16 2-12,0 0 0,-1 0-1,0 0 1,1 0-1,-1-1 1,0 0 0,0 0-1,-1 0 1,1-1-1,-1 1 1,1-1-1,2-4 1,6-7-158,-1-1-1,-1-1 1,0 0 0,-1-1-1,-1 1 1,-1-1-1,0-1 1,4-20 0,-5 10-213,-1 0 0,-2-1-1,-1 1 1,-2-52 0,-2 68 329,0 0 0,0 0-1,-1 1 1,-1 0 0,0-1 0,-1 1-1,0 0 1,-13-21 0,5 13 72,0 1 0,-1 0 1,-1 2-1,-19-18 1,29 30-26,1 1 1,-1 0 0,0 0-1,-1 0 1,1 0 0,0 1 0,-1 0-1,0 1 1,0-1 0,0 1 0,0 0-1,0 0 1,0 1 0,-1 0 0,1 0-1,0 0 1,-11 1 0,16 0-63,0 0 0,0 0-1,0 1 1,0-1 0,0 0 0,0 1 0,0-1 0,0 0-1,0 1 1,0-1 0,0 1 0,1 0 0,-1-1-1,0 1 1,0 0 0,1-1 0,-1 1 0,0 0 0,1 0-1,-1 0 1,0-1 0,1 1 0,-1 0 0,1 0 0,0 0-1,-1 0 1,1 0 0,0 0 0,-1 1 0,-4 34-3774,5-30 2641,-1 17-3861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1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 2177,'0'0'8374,"0"-5"-7461,0 2-1674,0-12 6608,1 24-5168,19 453 2723,-21-400-3112,-1-25-66,3 1 1,0-1-1,8 38 0,-9-74-216,0 1 0,0-1 0,0 1 0,1-1 0,-1 1 0,1-1 1,-1 1-1,1-1 0,0 1 0,-1-1 0,1 0 0,0 1 0,0-1 0,2 2 0,-3-3-18,0 0 1,1 0-1,-1 0 0,1 0 1,-1 0-1,1 0 0,-1 0 1,0 0-1,1 0 0,-1-1 1,1 1-1,-1 0 0,0 0 1,1 0-1,-1-1 0,0 1 0,1 0 1,-1 0-1,0-1 0,1 1 1,-1 0-1,0-1 0,0 1 1,1 0-1,-1-1 0,0 1 1,0 0-1,0-1 0,1 1 1,-1-1-1,0 0 0,16-46-1287,-14 41 1004,32-123-8263,-27 89 3332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1.4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24 4386,'0'0'4965,"10"-4"-3983,28-11 37,-35 14-517,-1 0 0,1 1 0,0-1 0,0 0 0,0 1 0,0-1 0,0 1 0,-1 0 1,1 0-1,5 1 0,2 0 757,-9 8-270,-2-4-890,0 1-1,0-1 0,0 0 0,0 1 0,-1-1 0,0 0 1,0 0-1,0 0 0,-1 0 0,0 0 0,0 0 0,0-1 1,0 1-1,-1-1 0,0 0 0,-4 4 0,-12 9 75,0 0-1,-27 16 0,24-17-114,-141 99 65,161-114-127,1 1 0,-1 0 1,1 0-1,0 0 0,0 0 1,0 0-1,0 1 0,0-1 1,0 0-1,0 1 0,1 0 1,-3 4-1,4-5-7,0 0 1,0-1-1,0 1 0,0 0 1,1-1-1,-1 1 0,0 0 1,1-1-1,-1 1 0,1-1 1,0 1-1,-1 0 0,1-1 0,0 1 1,0-1-1,0 0 0,0 1 1,0-1-1,0 0 0,0 0 1,1 1-1,-1-1 0,0 0 1,1 0-1,2 1 0,59 41 50,101 52 0,-113-67-15,-39-22-40,47 27-226,78 31 1,-132-62-258,1 0 59,-1-1-3877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3.8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6 5394,'0'0'6259,"0"-5"-3103,0 4-2382,7 51-406,0 494 2695,-9-519-2705,0 0-1,-10 42 1,9-55-270,3-17-1091,5-21-1052,10-14-1048,9-6-1675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4.3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26 6947,'0'0'5573,"0"-5"-4828,0-11 23,0 12 1489,-4 6-1569,0 6-599,1 1-1,0 0 0,0 0 0,1 0 0,-2 13 0,-1 4 77,-13 73 1125,5 2 1,-1 189-1,14-289-1286,0 10 110,0 0 0,1 0 0,0 0 0,3 12 0,-3-21-88,0 1 0,-1 0 0,2 0-1,-1-1 1,0 1 0,0 0 0,1-1-1,0 1 1,-1-1 0,1 0 0,0 0 0,0 0-1,0 1 1,0-2 0,1 1 0,-1 0-1,0 0 1,1-1 0,0 1 0,3 0-1,-1 0-12,1 0-1,0-1 0,0 0 0,0 0 0,0 0 0,0-1 0,0 0 1,0 0-1,0 0 0,-1-1 0,1 0 0,0 0 0,0-1 1,0 1-1,-1-1 0,1 0 0,-1-1 0,1 0 0,-1 1 0,0-2 1,0 1-1,0-1 0,-1 1 0,1-1 0,-1 0 0,6-7 1,8-10-394,-1-1 1,-1 0 0,24-44 0,-32 50-6,-1 1 0,0-1 0,-1-1 0,-1 1 1,-1-1-1,0 0 0,1-24 0,-4 38 318,0-19-305,-1-29 1,-1 45 372,1 0 0,-1-1 0,-1 1 1,1 0-1,-1 0 0,0 0 0,-1 0 1,1 0-1,-5-6 0,-2-1 59,-1 1 0,-1 1 0,0 0 0,0 0-1,-1 1 1,0 1 0,-1 0 0,0 0 0,-1 1 0,0 1 0,0 1-1,0 0 1,-1 0 0,-23-5 0,31 9-1994,10 2 97,17 1-1688,-6-1 767,20 0-5218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4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0 3378,'3'3'16268,"-3"3"-16622,-8 29 729,3 1 1,-3 55-1,8 77 478,1-81-490,-2-37-124,-1-32-145,1 0-1,1-1 1,1 1 0,1 0 0,0 0 0,1-1 0,8 27 0,-9-40-82,1 0 1,-1 0 0,0 0-1,1 0 1,0 0-1,0-1 1,0 1 0,0-1-1,1 0 1,-1 0-1,1 0 1,0 0 0,-1 0-1,1-1 1,1 0-1,-1 0 1,0 0 0,1 0-1,-1-1 1,9 2-1,-8-2-9,1 0 0,-1 0 0,1-1 0,0 0 0,-1 0 0,1-1 0,-1 1 0,1-1 0,-1 0 0,1-1 0,-1 1 0,0-1 0,0 0-1,0-1 1,0 1 0,0-1 0,6-4 0,0-3-99,-1 1-1,0-2 1,-1 1 0,0-2-1,12-18 1,33-66-1348,-47 80 1065,0 0 0,-1 0 0,-1-1 0,-1 0 1,0 0-1,3-27 0,-7 34 294,1 0 1,-1 1 0,0-1-1,-1 0 1,0 0 0,-1 1-1,0-1 1,0 1 0,-1-1 0,0 1-1,-1 0 1,-9-17 0,1 10 232,0 0 1,-1 1-1,-1 1 1,0 0-1,-1 1 1,0 0-1,-22-12 1,15 11-1,-1 1-1,-1 1 1,0 1 0,-1 1 0,-25-7 0,42 15-365,0 0 0,0 1 0,0 0-1,-9 0 1,16 9-4686,1 6-430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5.3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38 1761,'0'0'9775,"0"-6"-8553,0-25 3295,0 35-4323,1 106 683,-8 315 2032,3-207-2014,4-213-904,0-116-4118,0 34-1626,0 64 4209,0-28-4259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5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307 1 4610,'0'0'7195,"4"0"-5806,0 0 0,-1 0-1,1 0 1,-1 0 0,7 2-1,-11 4-1284,0 0-1,0 1 1,-1-1-1,0 0 0,0 0 1,-1 0-1,0-1 1,0 1-1,0-1 1,0 1-1,-1-1 0,-5 6 1,-29 34 138,-1-1 0,-62 51 0,23-22-141,70-65-96,5-6-5,0 1-1,0-1 1,1 0-1,-1 1 1,1-1-1,0 1 0,-1 0 1,1 0-1,1 0 1,-1 0-1,0 0 1,1 0-1,-1 1 1,-1 6-1,3-10-3,0 1 0,0-1 0,0 1 0,0-1 0,1 1 1,-1 0-1,0-1 0,0 1 0,0-1 0,0 1 0,1-1 0,-1 1 0,0-1 0,0 1 0,1-1 0,-1 0 0,0 1 0,1-1 0,-1 1 0,1-1 0,-1 0 0,1 1 0,-1-1 0,1 1 1,11 5-7,-1-1 1,1 0 0,14 4 0,10 4 11,269 132 167,-256-120-159,-45-23-14,-2-1-111,0 0 0,0 0 1,1 0-1,-1 0 1,1 0-1,-1 0 0,1 0 1,-1-1-1,1 0 1,2 1-1,-7-20-14361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8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5138,'0'0'8972,"-1"-14"-5824,2 6-1129,0 8-1111,7 40-795,-1 0 0,1 62-1,-7 85 470,-2-97-403,1 401 777,0-491-955,0 1 1,0-1 0,0 1 0,0-1 0,-1 1-1,1-1 1,0 1 0,0-1 0,1 1 0,-1-1 0,0 1-1,0 0 1,0-1 0,0 1 0,0-1 0,1 1-1,-1-1 1,0 0 0,0 1 0,1-1 0,-1 1 0,0-1-1,1 1 1,-1-1 0,0 0 0,1 1 0,-1-1 0,1 0-1,-1 1 1,0-1 0,1 0 0,-1 0 0,1 1-1,-1-1 1,1 0 0,-1 0 0,1 0 0,0 1 0,0-2-42,0 1 1,0-1-1,-1 1 1,1 0-1,0-1 1,0 0 0,0 1-1,-1-1 1,1 1-1,0-1 1,-1 0 0,1 1-1,0-1 1,-1 0-1,1 0 1,-1 0-1,0 0 1,1 1 0,-1-1-1,1 0 1,-1 0-1,0 0 1,0-1-1,21-105-7190,-14 72 2140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09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60 6995,'0'0'5147,"0"-5"-4528,0-31 4321,0 40-4881,0 667 3858,-2-977-8640,1-10 4112,1 311 742,1 1 0,0-1 1,0 1-1,0-1 0,3-6 0,-3 10-85,-1 0 1,1 0 0,-1 0 0,1 0 0,0 0 0,-1 0 0,1 0 0,0 0 0,0 0 0,0 0 0,0 0 0,1-1 0,-1 2-34,0 0 0,-1 0 0,1 0 0,-1 0-1,1-1 1,-1 1 0,1 0 0,0 0 0,-1 0 0,1 0 0,0 0 0,-1 0 0,1 1 0,-1-1 0,1 0 0,-1 0-1,1 0 1,0 1 0,-1-1 0,1 0 0,-1 0 0,1 1 0,-1-1 0,1 0 0,-1 1 0,1-1 0,0 1 0,4 6 64,0 0 0,0 0 0,-1 0 1,0 0-1,0 1 0,0 0 0,-1-1 1,0 1-1,1 9 0,3 4 146,38 124 1103,-24-71-526,34 81 0,-52-149-748,0-1-1,0 0 1,0 0-1,1 0 0,-1 0 1,1 0-1,0-1 0,7 6 1,-10-9-37,0 0 0,1 1 0,-1-1 0,1 0 1,-1 0-1,1 0 0,0-1 0,-1 1 0,1 0 1,0-1-1,0 1 0,0-1 0,-1 1 0,1-1 0,0 0 1,0 0-1,0 0 0,0 0 0,0 0 0,-1 0 0,1-1 1,0 1-1,0 0 0,0-1 0,-1 0 0,1 1 1,0-1-1,-1 0 0,1 0 0,0 0 0,-1 0 0,3-2 1,7-8-76,-1-2 0,0 1 0,-1-1 0,0-1 0,-1 0 0,9-20 0,6-7-345,123-257-1550,-145 295 1956,3-9 38,1 1 1,1-1 0,0 1 0,0 0 0,14-17 0,-16 23-20,12-8 388,-9 14-206,-2 12-147,3 29 113,-3 0-1,-1 0 0,-3 77 1,-2-67 147,1 333 1403,0-362-1557,5 35 0,-4-51-150,1 1 0,0 0 0,0 0 0,1 0 0,0-1 1,0 0-1,7 11 0,-4-11-653,-3-9-2204,-1-11-1913,-2-2-1379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10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0 116 3826,'0'0'1790,"1"-17"-1249,0-5-148,0-14-5,-1-5 6779,0 44-7063,0 917 6270,4-869-6092,-2-41-1294,-1-31-841,-1-96-7821,0 68 3653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11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31 6419,'0'0'7270,"1"-3"-6422,-1-8 304,-7 11 820,5 2-1858,0 0 0,-1 0 0,1 0 0,0 1 1,0-1-1,0 1 0,-2 3 0,-4 10-54,0 0 1,2 0 0,-1 1-1,2 0 1,0 0-1,1 0 1,-2 20-1,-2 126 1087,7-134-921,1 193 1028,-1-206-1157,2-1 0,0 0 1,1 0-1,0 0 0,1 0 1,8 23-1,-9-33-67,0 1-1,1-1 1,0-1-1,-1 1 1,2 0-1,-1-1 1,0 1-1,1-1 1,0 0 0,0 0-1,0 0 1,0-1-1,1 0 1,0 0-1,-1 0 1,1 0-1,0 0 1,0-1-1,0 0 1,11 3 0,-8-3-12,-1-1 1,0 1 0,1-1 0,-1 0-1,1-1 1,-1 0 0,0 0 0,1 0 0,-1-1-1,1 0 1,-1-1 0,0 0 0,1 0-1,-1 0 1,0-1 0,0 0 0,-1 0 0,1-1-1,-1 0 1,0 0 0,0-1 0,0 1-1,0-1 1,-1-1 0,9-9 0,-3-1-207,-1 1 0,0-2 1,-1 0-1,-1 0 0,-1 0 1,0-1-1,-1 0 0,-1 0 1,3-26-1,-3 7-244,-2-1 0,-1 1 0,-7-66 0,3 84 405,-2 0-1,0 0 0,-1 0 1,-1 1-1,0 0 0,-2 0 0,-11-19 1,5 11 82,-2 1 1,-1 1-1,-38-42 0,51 62-20,0 0-1,-1 1 1,1-1-1,-1 1 0,0 0 1,0 1-1,0-1 1,0 1-1,0 0 0,0 0 1,-1 0-1,1 1 1,-1 0-1,1 0 0,-1 1 1,0-1-1,-7 1 0,6 1-17,0-1-1,0 1 0,0 0 0,0 1 1,0 0-1,1 0 0,-1 0 0,1 1 0,0 0 1,-1 0-1,1 0 0,-10 9 0,9-6-11,0 0 1,1 0-1,0 1 0,0 0 1,0 1-1,-7 13 0,11-17-224,0 1-1,0-1 0,1 1 0,-1-1 1,1 1-1,-1 5 0,2-6-276,0-1 0,0 1 0,0-1 0,0 1 0,0 0 0,1-1 0,0 1 0,-1-1 0,3 4 0,11 16-6188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12.5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159 26 5218,'0'0'6032,"-1"-4"-5290,0 0-408,0-4-115,1-1 3758,-7 19-3793,-1 14 61,2 0-1,-4 33 1,2-11 43,-21 99 723,-52 323 1590,79-453-2461,0-2 48,1 0 0,0 1 1,1-1-1,1 14 0,13-46-228,-7 6-371,-1 0 1,-1 0-1,0-1 0,-1 0 1,0 0-1,1-20 0,4-91-3195,-5 35 1923,5 1 934,10-191 922,-19 206 735,0 41 2882,10 34-3374,-8 1-374,-1-1 0,1 1 0,-1 0 0,0-1 0,0 1 0,0 0 0,0 0 0,0 0 0,0-1 0,0 1-1,0 0 1,-1 0 0,1 4 0,2 5 89,14 55 699,-2 2 0,8 118 0,-17-127-407,0 1-143,6 51 250,-9-94-423,1 1 0,0-1 0,1 1 0,8 15 0,-11-29-85,-1 0-1,1-1 1,0 1 0,0-1-1,0 0 1,1 0 0,4 6-1,-5-8-10,0 0 0,0 0-1,0 0 1,0 0 0,0 0-1,0 0 1,0 0 0,0 0-1,0-1 1,0 1 0,1-1-1,-1 0 1,0 0 0,5 0-1,-5 0-6,0-1-1,1 1 0,-1-1 1,0 1-1,0-1 0,0 0 1,0 0-1,0 0 0,0-1 1,0 1-1,0 0 1,0-1-1,0 1 0,-1-1 1,1 0-1,-1 1 0,1-1 1,1-3-1,26-42-175,-21 33 59,26-50-1004,43-114 1,8-76-252,-75 222 1357,-5 15 3,16-44-50,-18 55 78,-1 1-1,1-1 1,0 1-1,1-1 1,-1 1-1,1 0 1,7-7-1,-10 11-13,-1 0 0,1 1 0,-1-1 0,1 0 0,-1 1 0,1-1 0,0 1 0,-1-1 0,1 1 0,0 0 0,-1-1 0,1 1 0,0 0 0,0-1 0,-1 1 0,1 0 0,0 0 0,0 0 0,0-1 0,-1 1 0,1 0 0,0 0 0,0 0 0,0 0 0,-1 1 0,1-1-1,0 0 1,0 0 0,0 0 0,-1 1 0,1-1 0,0 0 0,-1 1 0,1-1 0,0 0 0,0 1 0,-1-1 0,1 1 0,-1-1 0,1 1 0,0 1 0,2 2 27,0 0 0,-1 1 0,0-1 1,0 1-1,2 7 0,-3-10-34,11 39 325,-1 2 1,6 57 0,0 90 797,-6 135-644,-11-270-2342,0-38-1469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17.2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4 186 3089,'0'0'5011,"0"-4"-4488,-4-177 10506,9 192-10685,28 73 460,41 168 0,-5 97 422,-65-325-1144,-4-23-78,28 133 545,-22-113-408,0 0-1,2 0 1,0-1 0,13 22-1,-20-40-125,0 1-1,1-1 0,-1 0 0,1 1 1,-1-1-1,1 0 0,0 0 0,0 0 0,0 0 1,0-1-1,0 1 0,1 0 0,-1-1 1,1 0-1,-1 1 0,0-1 0,1 0 1,0 0-1,-1 0 0,1-1 0,0 1 0,-1-1 1,1 1-1,0-1 0,0 0 0,3 0 1,-5-1-15,0 1 0,0 0 0,0-1 1,0 1-1,0-1 0,1 0 0,-1 1 1,0-1-1,0 0 0,0 0 0,-1 0 1,1 0-1,0 0 0,0 0 0,0 0 1,-1 0-1,1 0 0,0 0 0,-1 0 1,1 0-1,-1 0 0,1 0 0,-1-2 1,12-36-88,-10 29 37,23-101-747,18-201-1,-37 260 627,1-24 44,3-24-207,31-139 0,-40 235 321,-1 4 7,0-1 1,0 0-1,0 1 0,0-1 0,0 1 1,1-1-1,-1 0 0,0 1 1,0-1-1,0 1 0,1-1 0,-1 0 1,0 1-1,0-1 0,1 1 0,-1-1 1,1 1-1,-1-1 0,0 1 1,1 0-1,-1-1 0,1 1 0,-1-1 1,1 1-1,-1 0 0,1 0 0,-1-1 1,2 1-1,-2 4-528,0 51-3958,0-23 178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18.7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12 204 2385,'0'0'5856,"0"-10"-3914,0-64 1455,-2 207 937,8 201-1132,-5-320-2951,1-1 0,4 18 0,-4-30-364,-1-8-87,0-11-117,-1 14 250,1-19-353,-2-1 0,0 0 0,-7-32 0,-1 6 80,3 0 1,1 0 0,5-96-1,2 62 46,-3 80 283,1 0 0,0 0 1,1 0-1,-1 0 0,1 0 0,0 0 0,0 0 0,0 0 1,0 0-1,0 0 0,1 1 0,0-1 0,0 1 0,0-1 1,0 1-1,1 0 0,-1-1 0,1 1 0,0 1 0,0-1 1,0 0-1,0 1 0,0-1 0,0 1 0,1 0 0,-1 0 1,1 0-1,0 1 0,-1-1 0,1 1 0,4-1 0,18-2 140,-9 1-17,31-1 0,-45 3-101,1 1 1,0 1 0,0-1 0,0 0 0,-1 1-1,1 0 1,0 0 0,-1 0 0,1 0 0,-1 1-1,1-1 1,-1 1 0,6 4 0,1 4 82,1 0 0,-1 1 0,-1 1 1,0 0-1,-1 0 0,0 1 0,-1 0 0,0 0 1,4 15-1,-8-21 48,-1 0 0,0 1 0,-1 0 0,2 15 1,-3-19-74,0 0 1,0 0 0,0 1 0,-1-1-1,1 0 1,-1 0 0,0 1-1,0-1 1,0 0 0,-4 7 0,0-4 10,0-1-1,0 0 1,0-1 0,-1 1 0,0-1 0,-10 7-1,-44 26-59,49-32-14,1-1-146,-1 0 0,0-1 0,0 0 0,0 0 0,-1-1 0,1-1 0,-1 0 0,1 0 0,-1-1 1,-22-1-1,34 0 100,-1 0 0,0 0 0,1 0 1,-1 0-1,0 0 0,1 0 0,-1 0 1,0-1-1,1 1 0,-1 0 0,0 0 1,1 0-1,-1-1 0,1 1 0,-1 0 1,0-1-1,1 1 0,-1 0 1,1-1-1,-1 1 0,1-1 0,-1 1 1,1-1-1,-1 1 0,0-2 0,-1-16-600,2 13 595,0 4 39,1 1 0,-1-1-1,0 1 1,0 0 0,0-1 0,0 1-1,0-1 1,0 1 0,1 0-1,-1-1 1,0 1 0,0 0-1,1-1 1,-1 1 0,0 0-1,0-1 1,1 1 0,-1 0-1,0-1 1,1 1 0,-1 0-1,0 0 1,1-1 0,-1 1-1,1 0 1,-1 0 0,0 0-1,1 0 1,-1 0 0,1-1-1,-1 1 1,1 0 0,17 0-6,-13 0 16,1 0 34,-1 1 0,1 0 0,-1 0-1,0 0 1,1 1 0,-1 0 0,0 0-1,0 0 1,0 1 0,0 0 0,0 0-1,-1 0 1,1 0 0,-1 1 0,0 0-1,0-1 1,5 8 0,6 8 328,-1 0 0,20 37 0,-31-52-303,7 14 205,0 0 0,-1 1-1,-1 1 1,0-1 0,6 31-1,-13-73-6911,-1 8 3409,0-15-6193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19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22 5218,'0'0'7097,"-4"0"-6406,-16 0 763,21-13 1681,6 11-3018,0 0 0,-1 1 0,1-1 0,0 2 0,0-1 0,0 0 0,-1 1 0,1 1 0,9 0 0,6 0 76,-5-1-132,-14-1-38,1 1 0,0 0 0,-1 0 0,1 0 0,0 0 0,-1 1 0,7 1 0,-9-1-14,0-1 0,0 1 0,0 0 0,0 0 0,0-1 0,0 1-1,0 0 1,0 0 0,0 0 0,-1 0 0,1 0 0,0 0 0,-1 0-1,1 0 1,-1 0 0,1 1 0,-1-1 0,1 0 0,-1 0 0,0 0 0,0 1-1,0-1 1,1 0 0,-1 0 0,0 1 0,-1-1 0,1 2 0,0 1 38,0 1 0,0 0 1,0 0-1,-1-1 1,0 1-1,0 0 1,0-1-1,0 1 1,-1-1-1,0 1 1,0-1-1,0 0 1,0 0-1,-1 1 0,0-2 1,1 1-1,-2 0 1,-6 6-1,-110 89 128,98-82-166,20-16-10,1 0 0,-1 0 0,1 0 0,0 0 0,0 0 0,0 1 0,-1-1 0,1 0 0,0 1 0,1-1 0,-1 0 0,0 1 0,0-1 0,1 1 0,-1-1 0,1 1 0,-1 0 0,0 2 0,1-3-1,1 1 0,-1-1 0,0 0-1,1 0 1,-1 0 0,1 0 0,-1 0 0,1 0 0,-1 0 0,1 0-1,0 0 1,-1 0 0,1 0 0,0 0 0,0-1 0,0 1 0,0 0-1,0 0 1,0-1 0,0 1 0,0-1 0,0 1 0,0-1-1,0 1 1,0-1 0,2 1 0,13 4 71,0-1 0,1 0 0,0-1 0,25 1 0,71-4-607,-52-1-3201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20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10 6003,'0'0'8011,"0"0"-7919,0-1 0,0 1 0,0 0-1,0-1 1,0 1 0,0-1 0,0 1-1,0 0 1,0-1 0,0 1-1,-1-1 1,1 1 0,0 0 0,0-1-1,0 1 1,-1 0 0,1-1 0,0 1-1,0 0 1,-1-1 0,1 1 0,0 0-1,-1 0 1,1-1 0,-1 1 0,-1 0-51,-1 1 0,1-1 0,0 1 0,-1 0 0,1 0 0,0 0 0,-1 0 0,1 0 0,0 1 1,0-1-1,0 1 0,0-1 0,0 1 0,0 0 0,0 0 0,1 0 0,-1 0 0,1 0 1,-1 0-1,1 0 0,-2 5 0,-4 7 130,1 0 1,-7 21 0,13-35-164,-6 21 140,1 0 0,0 0 0,-1 36 0,3 66 747,3-99-621,0-11-131,1 0-1,0 1 1,0-1 0,2 0 0,0 0 0,0 0 0,9 20 0,-10-28-108,0 0 1,1 0 0,0 0-1,0-1 1,0 0-1,0 1 1,1-1 0,0 0-1,-1-1 1,1 1-1,1-1 1,-1 0 0,0 0-1,1 0 1,0 0-1,0-1 1,-1 0-1,1 0 1,1 0 0,-1 0-1,10 1 1,-9-2-394,0-1 1,0 1 0,0-1-1,0 0 1,5-1 0,-8 0 68,-1 1 1,0-1 0,0 1-1,0-1 1,0 0 0,-1 0-1,1 0 1,0 0 0,0 0-1,0 0 1,-1 0 0,1-1-1,-1 1 1,1 0 0,-1-1-1,3-2 1,10-20-6416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20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 2689,'0'0'8479,"0"-6"-7791,0 2-1381,-1-18 3779,3 20-1125,1 16-1358,4 34-52,-3 1 0,-1 1-1,-5 57 1,0-56 40,3 1 0,9 79-1,-9-128-570,-1 0 0,1 0 0,-1 0 0,1 0 0,0 0 0,0 0 0,1 0-1,-1 0 1,0-1 0,1 1 0,0-1 0,2 4 0,-4-6-87,0-13-1814,0-49-4786,0 28 1310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20.9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8420,'0'0'8244,"185"0"-7284,-136 0-448,0 0-208,-8 0-240,-6 0-64,-14 0-496,-7 0-1393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21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5010,'0'0'10133,"101"75"-9509,-66-25 305,-4 13 31,-3 6 33,-14 6-193,-14 4-384,0-1 32,-3-9-176,-36-9-272,-10-13-256,1-19-1649,-12-9-2529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32.375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206 0 3906,'0'0'9140,"0"14"-8350,21 872 2347,-16-610-2948,4 63-154,19 206 208,-27-171-209,-8 794 340,4-440-314,5-379-37,-1-134-23,-3 235-13,-18 14 26,-29-59-2,14-153 29,-3 348 98,30-274-185,3-163 30,2 240 1,-5 141-24,-8 615 45,18-779-2,-2 3322 2118,-7-3530-2063,0 0-44,7 319 13,0-490-51,0 15 13,-1-1 27,1-1-1,1 1 1,0 0-1,1-1 1,1 1-1,0-1 1,1 0-1,1 0 1,0 0-1,7 13 1,-4-18-257,-4-16-407,-6-21 131,-1 22 237,0 0 0,0 0 0,-1 0-1,1 1 1,-1-1 0,-1 1 0,1 0 0,-1 0 0,0 0 0,0 1 0,0-1-1,-7-3 1,-38-22-6632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35.599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177 32 48,'0'0'4570,"-8"5"-3868,-3 1-412,0 1 1,0-2-1,-1 0 0,0 0 1,0-1-1,-18 4 1,12-6 1183,-33 11 0,51-13-1433,0 0 1,0 0 0,0 0 0,1 0-1,-1 1 1,0-1 0,0 0 0,0 0-1,0 0 1,0 0 0,0 0 0,0 0-1,0 0 1,0 0 0,0 0 0,0 0-1,0 0 1,0 0 0,0 0 0,0 1-1,0-1 1,0 0 0,0 0 0,0 0-1,0 0 1,0 0 0,0 0 0,0 0-1,0 0 1,0 0 0,0 0 0,0 1-1,0-1 1,0 0 0,0 0 0,0 0-1,0 0 1,0 0 0,0 0 0,0 0-1,0 0 1,0 0 0,0 0 0,0 0-1,0 0 1,0 1 0,0-1 0,0 0-1,0 0 1,0 0 0,-1 0 0,1 0-1,0 0 1,0 0 0,0 0 0,0 0-1,0 0 1,0 0 0,0 0 0,0 0-1,0 0 1,0 0 0,-1 0 0,1 0-1,9 2 911,27-2-719,38-1 140,117 15 1,226 23-225,-365-34-144,72 13-10,-82-9-2,70 2 1,15-8 2,227-9-11,430-10 79,-498 36-40,56 1-13,317-19 31,-436-15-88,-52 1 28,830-54-481,-299 54-9,-466 16 232,122-1 229,337-2-119,-593-1-6,246-13-828,-163-4 1032,526-30 19,-338 48-31,591 4-109,-544-3 81,62 1 408,-270 20-435,-36-1 73,-95-16-32,465 39 257,-71-9-120,4-30 81,-359-5-169,118-18 31,-186 12-66,595-32 100,937 39 873,-1321-17-939,-63 2 1,510 6 1586,-680 10-1088,0 3 0,0 0 1,33 9-1,-29-5 361,60 6 1,-39-8-793,26 0 297,-35-3 1331,-249-4-7576,95-4 623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2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0 393 6883,'0'0'9087,"4"-9"-8276,10-25-51,-14 34-716,1-1 0,-1 0 0,0 1 0,0-1 0,1 0 0,-1 1-1,0-1 1,1 1 0,-1-1 0,0 1 0,1-1 0,-1 1 0,1-1 0,-1 1-1,1-1 1,-1 1 0,1-1 0,-1 1 0,1 0 0,0-1 0,-1 1 0,1 0-1,-1 0 1,1-1 0,0 1 0,-1 0 0,1 0 0,0 0 0,-1 0 0,1 0-1,0 0 1,-1 0 0,1 0 0,0 0 0,-1 0 0,1 0 0,0 0-1,-1 1 1,1-1 0,0 0 0,-1 0 0,1 1 0,-1-1 0,1 0 0,-1 1-1,1-1 1,0 1 0,-1-1 0,0 1 0,1-1 0,-1 1 0,1-1 0,0 1-1,7 11 12,0-1 0,-1 1 0,0 0 0,-1 1 0,7 17 0,-3-7 50,80 229 863,-20 8-250,57 171 101,-127-430-816,26 60 155,-23-56-99,0 0 0,0-1 0,1 1 0,-1 0 0,1-1 0,0 0 0,0 0 0,5 4-1,-6-6-39,0-1 0,-1 1 0,1 0 0,0-1 0,0 0 0,0 1 0,0-1 0,0 0 0,0-1 0,0 1 0,0 0 0,1-1 0,-1 0 0,0 0 0,0 0 0,0 0 0,1 0 0,-1-1 0,0 1 0,0-1 0,0 0 0,0 0 0,0 0 0,0 0 0,0-1 0,0 1 0,0-1 0,-1 0 0,1 1 0,-1-1 0,1 0 0,3-5 0,14-17 32,-1 0 0,-1-2-1,-2 0 1,24-48 0,123-307-361,-35-14-341,-15-92-317,-106 462 976,-6 20 13,1 0 1,-1 1-1,0-1 0,0 0 1,0-5-1,-1 9 56,0 3-295,0 12-149,-4 151-7161,-2-85-22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3.6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22 300 7203,'0'0'6974,"-3"-5"-6224,-9-11-110,12 16-624,0 0 1,0 0-1,0 0 0,0 0 1,0 0-1,0 0 0,0 1 1,0-1-1,0 0 0,0 0 1,-1 0-1,1 0 0,0 0 1,0 0-1,0 0 0,0 0 1,0 0-1,0 1 0,0-1 1,0 0-1,-1 0 0,1 0 1,0 0-1,0 0 0,0 0 1,0 0-1,0 0 0,0 0 1,-1 0-1,1 0 0,0 0 1,0 0-1,0 0 0,0 0 1,0 0-1,0 0 0,-1 0 1,1 0-1,0 0 0,0 0 1,0 0-1,0 0 0,0-1 1,0 1-1,-1 0 0,1 0 1,0 0-1,0 0 0,0 0 1,0 0-1,0 0 0,0 0 1,0 0-1,0-1 0,0 1 1,0 0-1,0 0 0,0 0 1,-1 0-1,1 0 0,0 0 1,0 0-1,0-1 0,0 1 1,0 0-1,0 0 0,0 12-102,0-10 177,17 368 2020,-10-301-1778,-5-33 92,14 63 1,-12-91 428,-2-20-742,-1-25-512,-1 35 410,-24-358-2123,9 159 1876,11 62-167,5 100 176,-1 35 218,1 1 1,-1 0 0,1 0-1,0 0 1,0 0-1,1 0 1,-1 0 0,1 0-1,-1 0 1,1 0 0,0 0-1,0 1 1,0-1 0,0 1-1,0 0 1,1-1-1,-1 1 1,1 0 0,0 0-1,-1 1 1,4-3 0,0 1 21,0 0 0,0 0 0,0 0 0,0 1 0,0 0 0,0 0 0,1 1 0,-1-1 0,13 0 0,-2 2 11,-4 0-10,-1 0 0,19 3 0,-27-2-3,0-1 1,-1 1-1,1 1 0,0-1 0,0 0 0,-1 1 0,1 0 1,-1 0-1,0 0 0,1 0 0,4 6 0,5 4 134,-2 1-1,0 0 0,0 1 1,-1 0-1,-1 1 0,0 0 0,-1 0 1,-1 1-1,0 0 0,-1 0 1,-1 1-1,0-1 0,-2 1 0,0 0 1,0 1-1,-1 29 0,-2-33-30,0 0 0,-1-1-1,0 1 1,-1 0 0,0 0 0,-2-1-1,1 0 1,-2 1 0,0-1-1,0-1 1,-14 24 0,10-22-87,0 0 0,-2 0 0,0 0 0,0-1 0,-26 22-1,30-30-55,0 0-1,-1 0 0,1-1 0,-1 0 0,0 0 0,0-1 0,0 0 0,0 0 0,-1-1 0,1 0 0,-1 0 0,0-1 0,-13 0 0,20-1-32,1 0 0,-1 0 0,0 0 0,1 0 0,-1 0 0,0 0 0,1-1 0,-1 1 0,0-1 0,1 1 0,-1-1 0,1 0 0,-1 0 0,1 1 0,0-1 0,-1 0 0,1 0 0,0 0 0,-1 0 1,1-1-1,0 1 0,0 0 0,0 0 0,0-1 0,0 1 0,0-1 0,1 1 0,-2-4 0,0-1-222,1-1 0,-1 0 0,2 0 0,-1 0 0,1-12 0,0 18 273,0 0 6,0 0 0,1 0 1,-1 0-1,0 0 0,1 0 0,-1 0 0,0 1 1,1-1-1,-1 0 0,1 0 0,0 0 1,-1 0-1,1 1 0,0-1 0,-1 0 0,1 1 1,0-1-1,0 1 0,-1-1 0,1 1 0,0-1 1,0 1-1,0-1 0,0 1 0,0 0 0,0-1 1,0 1-1,0 0 0,0 0 0,0 0 0,0 0 1,0 0-1,0 0 0,0 0 0,1 0 0,6 0 63,0 1 0,0 0 0,13 2 0,-12 0 38,1 0 1,-1 1 0,0 0-1,-1 0 1,1 0 0,-1 1-1,0 1 1,13 10 0,5 8 510,25 28 1,-44-44-496,43 51 785,44 69 1,-33-42-300,-85-103-10265,-3-11-505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4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6147,'0'0'6800,"-7"0"-1579,31 0-4768,-1 1-1,25 4 0,-40-4-371,0 1-1,0 0 0,0 0 1,0 1-1,-1 0 1,1 1-1,-1 0 1,0 0-1,13 9 0,-17-10-55,-1 0 0,1 0 0,-1 1 0,1-1 1,-1 1-1,0-1 0,0 1 0,-1-1 0,1 1 0,-1 0 0,0 0 0,0 0 0,0 0 0,0 0 0,-1 6 0,1-4 41,-1 0 1,0 0-1,0 0 1,-1 1-1,1-1 0,-1 0 1,-1 0-1,1 0 0,-5 10 1,-3-2-31,-1-1 1,0 0-1,0 0 1,-1-1-1,-1-1 0,0 0 1,-21 15-1,12-9-25,-25 26-1,46-42-11,-1-1-1,0 1 1,0 0-1,1 0 1,-1 0 0,0 0-1,1 0 1,-1 0 0,1 0-1,-1 0 1,1 0 0,0 0-1,-1 0 1,1 2 0,0-3-1,0 1 0,0-1 0,0 0 1,0 1-1,0-1 0,0 0 0,1 1 1,-1-1-1,0 1 0,0-1 1,0 0-1,1 1 0,-1-1 0,0 0 1,0 0-1,1 1 0,-1-1 1,0 0-1,1 1 0,-1-1 0,0 0 1,1 0-1,-1 0 0,1 0 1,0 1-1,3 0-9,-1 0 1,1-1 0,0 1-1,0-1 1,8 0-1,-6 0 22,198 1 487,-190-2-557,0 1 0,23-5 0,-6-5-1953,-5-6-4333,-17 4-3590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4.7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19 9396,'0'0'7969,"-4"1"-6822,-3 2-527,7-2-167,17 1 65,45-2-252,-34-1-55,210 1-115,-237 0-209,-1 0-1,1 0 0,0 0 1,-1 0-1,1 0 1,-1 0-1,1 0 0,-1 0 1,1 0-1,0 0 1,-1-1-1,1 1 0,-1 0 1,1 0-1,-1-1 1,1 1-1,-1 0 0,1-1 1,-1 1-1,1 0 1,-1-1-1,1 1 0,-1-1 1,0 1-1,1-1 1,-1 0-1,1-16-7053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5.1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 3025,'0'0'11766,"181"-44"-11206,-118 44-80,-7 0-208,-7 0-272,-18 0-80,-7 6-912,-13 10-1857,-11-1-5427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6.7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0 120 6787,'0'0'5632,"1"-2"-5130,3-7-369,0 10-62,2 9 69,-1 7 139,0 0 0,-1 1 1,3 24-1,-3-18 18,24 210 2177,-1 266 1,-27-480-2396,0-11-20,-1-1-1,1 1 0,1 0 0,0 0 1,0-1-1,1 1 0,0 0 0,0-1 0,1 0 1,5 12-1,-8-20-52,0 1 1,1-1-1,-1 1 1,0-1-1,0 0 0,0 1 1,1-1-1,-1 1 1,0-1-1,1 0 0,-1 1 1,0-1-1,1 0 1,-1 1-1,0-1 0,1 0 1,-1 0-1,1 1 1,-1-1-1,0 0 0,1 0 1,-1 0-1,1 0 1,-1 0-1,1 1 0,-1-1 1,1 0-1,-1 0 1,1 0-1,-1 0-7,1 0 1,-1 0-1,0 0 0,0 0 1,0 0-1,0-1 0,1 1 1,-1 0-1,0 0 0,0 0 1,0 0-1,0 0 0,0 0 1,1 0-1,-1 0 0,0 0 1,0-1-1,0 1 0,0 0 1,0 0-1,0 0 0,0 0 1,1 0-1,-1-1 0,0 1 1,0 0-1,0 0 0,0 0 1,0 0-1,0-1 0,0 1 1,0 0-1,0 0 0,0 0 1,0 0-1,0-1 0,0 1 1,0 0-1,0 0 0,0 0 1,0 0-1,0-1 0,0 1 1,2-52-1257,-5-69 1,-1 86 613,-2 1 1,-15-53 0,-7-34-235,26 106 854,-19-126-357,-4-194 1,24 311 405,1 13 22,-1 1-1,2 0 0,1-14 0,-2 21-33,1 0-1,-1 1 0,1-1 0,0 1 1,0-1-1,0 1 0,0-1 0,1 1 0,-1 0 1,0-1-1,1 1 0,0 0 0,0 0 1,-1 0-1,1 0 0,0 1 0,4-3 0,3-1 68,0 0-1,1 1 0,-1 0 0,1 1 0,0 0 0,0 0 1,20-2-1,75 1 464,-98 4-497,10 0 64,0 1 1,0 1-1,-1 1 0,1 0 1,-1 1-1,0 1 0,0 0 1,0 2-1,-1-1 0,0 2 0,0 0 1,-1 1-1,0 0 0,0 1 1,-1 1-1,0 0 0,13 16 1,-20-22-23,-2 1 1,1 0-1,-1 1 1,1-1-1,-2 1 1,1 0-1,-1 0 1,0 0-1,0 0 0,-1 1 1,2 7-1,-2 4 184,0 0-1,-1 0 1,-1 26-1,-1-34-174,-1 0 0,0-1 0,-1 1 0,0-1 0,-1 1 0,0-1-1,0 0 1,-1-1 0,-1 1 0,1-1 0,-2 0 0,1 0 0,-9 9 0,-8 6-22,0 0 0,-2-2 0,-30 22 1,29-25-60,-1-2 0,-1-1 0,-46 20 0,62-31-483,-1 1 0,0-2-1,0 0 1,-1-1 0,1 0 0,-1-1-1,0 0 1,1-1 0,-27-2 0,62 6 478,-1 1 0,0 1 1,0 0-1,-1 2 0,0 0 1,-1 2-1,34 22 0,-13-4 543,-3 1 0,57 58 0,-73-65-271,-1 1 0,-1 0 0,-1 2 1,-1 0-1,-1 1 0,-2 0 0,14 36 0,-28-61-532,0-9-956,0 1 0,0 0 0,-1 0 0,0-1 0,0 1 0,-5-11 0,-12-29-8173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7.2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72 59 8100,'0'0'7200,"-4"-7"-6100,1 3-911,-9-19 315,12 22-485,0 1 0,0-1 0,0 0 0,-1 1-1,1-1 1,0 1 0,0-1 0,0 0 0,0 1-1,1-1 1,-1 1 0,0-1 0,0 1 0,0-1-1,0 0 1,1 1 0,-1-1 0,0 1 0,0-1-1,1 1 1,-1-1 0,0 1 0,1-1-1,-1 1 1,1-1 0,-1 1 0,0 0 0,1-1-1,-1 1 1,1 0 0,-1-1 0,1 1 0,0 0-1,-1-1 1,1 1 0,-1 0 0,1 0 0,-1 0-1,1 0 1,0 0 0,-1 0 0,1 0 0,19-3 423,-1 1 0,0 0 1,1 2-1,-1 1 1,29 3-1,-44-3-398,0 0 0,1 0 0,-1 1 0,0-1 0,0 1 0,0 0 0,0 0 0,0 0-1,0 1 1,0-1 0,-1 1 0,1 0 0,-1 0 0,0 0 0,0 0 0,0 1 0,0-1 0,-1 1 0,1 0 0,-1 0 0,0 0 0,0 0-1,0 0 1,-1 0 0,2 8 0,0 3 45,0 1 0,-2 0 0,0 0 0,-1 0 0,-3 31 0,1-32-26,-1-1 0,-1 1 0,-1 0 0,0-1 0,0 0 0,-1 0 0,-1-1 0,-1 1 1,0-1-1,0-1 0,-15 17 0,4-8-120,0-1-1,-1-1 1,0-1 0,-2 0-1,-33 20 1,42-30-74,10-5 30,-1 0-1,0-1 0,-1 1 1,1-1-1,0 0 0,-1 0 1,1 0-1,-1-1 0,-4 1 1,40-3 35,0-2 0,43-9 1,14-2 227,277 0-179,-315 14-358,-49 0 346,24 3-1157,-24-3 1051,0 1 1,0-1 0,-1 0-1,1 1 1,0-1-1,-1 1 1,1 0-1,0-1 1,-1 1-1,1-1 1,-1 1-1,1 0 1,-1 0 0,1-1-1,-1 1 1,0 0-1,1 0 1,-1-1-1,0 1 1,0 0-1,1 0 1,-1 0-1,0 1 1,1 19-5066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8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32 1201,'0'0'6771,"-9"0"-5662,2 0-3031,-14 0 7326,12 0 802,24 0-4171,796 4-1423,532-2-770,-1057-13 178,54 0 8,180 11 25,-518 0-48,1 0 3,1 1 1,-1-1-1,1 0 1,-1 0 0,1-1-1,-1 1 1,0-1-1,1 0 1,-1 0 0,0 0-1,1 0 1,-1-1-1,0 1 1,4-3 0,-12 3-102,0 0 1,1 0-1,-1 1 1,0-1-1,-7 1 1,0 0-876,0 1 1,-1 0-1,1 0 1,-14 5 0,-22 10-3593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9.0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236 0 544,'0'0'8500,"-10"32"-6995,3-10-1197,-3 7 100,1 1-1,2 0 1,1 1-1,1 0 1,-1 47-1,-33 422 4110,31-423-4200,6-52 181,3-45-9,-1-608-4413,0 626 3923,-1-17 20,2-1 0,0 1 1,1-1-1,5-18 0,-6 33 23,0 1-1,1-1 0,-1 1 0,1 0 1,0-1-1,0 1 0,0 0 0,1 1 1,-1-1-1,1 0 0,0 1 1,0-1-1,0 1 0,0 0 0,1 0 1,0 0-1,-1 0 0,1 1 0,0-1 1,0 1-1,0 0 0,1 0 1,5-1-1,3 1 150,0 0 1,0 1-1,24 0 1,-20 2-83,-8-1-13,0 1-1,0 0 1,0 1 0,0 0 0,-1 0 0,1 1-1,-1 0 1,1 1 0,-1 0 0,0 0 0,0 1-1,-1 0 1,1 0 0,-1 0 0,0 1 0,-1 0-1,1 1 1,-1 0 0,-1 0 0,1 0 0,-1 0-1,0 1 1,-1 0 0,0 0 0,0 0 0,-1 0-1,0 1 1,0 0 0,-1-1 0,0 1-1,1 12 1,-2-9 21,-1-1-1,0 1 1,0 0-1,-1-1 1,-1 0-1,0 1 1,-1-1-1,0 0 1,0 0-1,-1 0 1,-1-1-1,-7 15 1,1-9-59,-1 0 0,0 0 0,-1-1 0,0-1 0,-1 0 0,-24 18 0,22-19-170,-1-1 0,0 0 1,-1-1-1,0-1 0,-1-1 0,0-1 0,0 0 0,-1-2 0,0 0 1,0-1-1,0-1 0,-1-1 0,-33 1 0,3-4-1783,41 0 668,35 0 1086,-8 1 293,1 1-1,-1 1 1,0 0-1,0 1 1,0 1-1,-1 1 1,1 0-1,-1 1 1,16 10-1,25 16 714,55 44-1,-76-51-629,-13-9-84,-17-12-151,2 1-1,-1-1 1,14 7 0,-17-11-1597,-14-26-10885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9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6131,'0'0'10533,"59"232"-9221,-48-141-207,-4-9-241,0-16-544,-4-26-320,4-21 0,0-19-368,4-3-1489,-4-53-928,0-23-3458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59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11541,'0'0'5112,"33"1"-4546,210 1 738,75-2-63,-316 0-1295,1 1-1,-1-1 1,1 0 0,-1 0 0,1-1 0,0 1 0,-1 0-1,1-1 1,-1 0 0,0 1 0,1-1 0,-1 0 0,0 0 0,1 0-1,2-3 1,-3 2-407,-1 0 0,0 0 0,0-1-1,0 1 1,0 0 0,0-1 0,-1 1-1,1-1 1,-1 1 0,1-1 0,-1 1-1,0-1 1,0 1 0,-1-6 0,1-13-6812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00.0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2497,'0'0'13062,"21"223"-11973,-21-113-65,0 6-63,0-9-209,0-13-400,0-31-352,0-32 0,0-25-48,10-6-1153,11-53-1168,7-22-4162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00.5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 0 16408,'0'0'2417,"5"11"-2129,2 8-215,0 1 1,-2 0 0,0 0 0,-1 0-1,1 31 1,-1 118 706,-4-141-599,0 616 2516,-1-710-4277,-4 1-1,-2 0 0,-29-113 0,-22-91-7137,53 223 8831,1-1 0,6-93 0,-1 136 9,-1-1 1,2 0 0,-1 0-1,1 0 1,-1 1 0,1-1-1,0 0 1,1 1 0,-1 0-1,1 0 1,0 0 0,0 0-1,0 0 1,1 0 0,-1 1-1,1-1 1,0 1 0,0 0-1,0 0 1,0 1 0,1-1-1,-1 1 1,8-3 0,1 0 112,1 0 0,1 0 1,-1 1-1,1 1 0,-1 1 1,27-2-1,-23 3 113,0 1-1,0 1 1,-1 0 0,20 5 0,-30-5-224,-1 1 1,0 0 0,0 1 0,0-1-1,0 1 1,0 0 0,-1 1 0,1 0-1,-1-1 1,0 2 0,0-1-1,0 1 1,-1-1 0,6 8 0,-4-3 41,0 0 0,-1 1 1,0-1-1,-1 1 0,0 0 1,0 0-1,-1 1 0,-1-1 1,4 22-1,-5-15 137,0-1 1,-1 1-1,0 0 1,-1 0-1,-7 29 1,4-31-192,-1-1 1,-1 0-1,0 0 0,-1 0 1,0 0-1,-1-1 0,0 0 0,-2-1 1,1 0-1,-20 18 0,6-8-108,-1-2 0,0 0-1,-2-2 1,-33 19 0,40-28-349,0-1 1,-1 0 0,0-1-1,0-1 1,0-1-1,0-1 1,-1-1 0,0-1-1,0-1 1,-26-1-1,41 0-126,6 1 416,-1-1 0,1 0 0,-1 0 0,1 0 0,0 0 0,-1 0 0,1 1 0,-1-1 0,1 0 0,-1 0 0,1 0 0,-1 0 1,1 0-1,0-1 0,-1 1 0,1 0 0,-1 0 0,1 0 0,-1 0 0,1 0 0,0 0 0,-1-1 0,1 1 0,-1 0 0,1 0 0,0-1 1,-1 1-1,1 0 0,0-1 0,-1 1 0,1 0 0,0-1 0,0 1 0,-1 0 0,1-1 0,0 1 0,0-1 0,0 1 0,-1 0 0,1-2 0,0 2 41,0 0 0,0-1 0,0 1 0,0 0 0,0 0 0,0-1 0,0 1-1,0 0 1,1-1 0,-1 1 0,0 0 0,0 0 0,0-1 0,0 1-1,0 0 1,1 0 0,-1-1 0,0 1 0,0 0 0,0 0 0,1-1-1,-1 1 1,0 0 0,0 0 0,1 0 0,-1 0 0,0 0 0,1-1-1,-1 1 1,0 0 0,0 0 0,1 0 0,-1 0 0,0 0 0,1 0-1,-1 0 1,0 0 0,1 0 0,-1 0 0,13-2 20,1 1 0,-1 0 0,0 1-1,1 1 1,-1 0 0,0 0 0,26 7 0,-20-2 210,0 0 0,0 1 1,-1 1-1,0 1 0,17 11 1,-2 1 193,0 2 1,-2 2-1,-1 0 1,-1 2-1,-1 2 1,-2 0-1,28 39 1,-40-43-280,-12-18-4848,-2-30-702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00.9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9732,'0'0'4651,"32"-4"-3096,104-11-234,-128 14-1193,1 1 1,-1 0-1,0 0 1,0 1-1,0 0 1,0 1-1,0 0 1,9 3 0,-13-3-26,1 0 1,-1 0-1,1 1 1,-1-1-1,0 1 1,0 0-1,0 1 0,0-1 1,-1 0-1,6 7 1,-5-3 17,0 0-1,0 0 1,-1 0 0,0 1 0,0-1-1,0 1 1,-1 0 0,-1 0 0,1 0-1,-1-1 1,0 1 0,-1 0 0,-1 12-1,0-11-55,0 0 0,-1 0-1,0 0 1,-1 0-1,0-1 1,0 1 0,-1-1-1,0 0 1,0 1-1,-1-2 1,0 1 0,-1-1-1,-11 13 1,-9 6-49,-1 0 1,-31 22 0,43-37-6,-30 23-91,27-21-101,-1 1 1,-19 21 0,38-35 121,0 0 49,0 0 0,0 0 0,0 0 1,0 0-1,1 0 0,-1 0 0,0 0 1,0 0-1,0 0 0,0 0 0,1 0 0,-1 0 1,0 0-1,0 0 0,0 1 0,0-1 1,1 0-1,-1 0 0,0 0 0,0 0 1,0 0-1,0 0 0,0 0 0,0 1 1,1-1-1,-1 0 0,0 0 0,0 0 0,0 0 1,0 0-1,0 1 0,0-1 0,0 0 1,0 0-1,0 0 0,0 0 0,0 1 1,0-1-1,0 0 0,0 0 0,0 0 1,0 1-1,0-1 0,0 0 0,0 0 1,0 0-1,0 0 0,0 1 0,0-1 0,0 0 1,0 0-1,0 0 0,0 0 0,0 0 1,-1 1-1,1-1 0,0 0 0,0 0 1,0 0-1,0 0 0,-1 0 0,34 0-20,-1-3 1,1 0-1,-1-3 0,-1 0 0,40-14 0,-60 16-45,129-47-524,-125 44-479,1-1 1,-1 0-1,-1-1 1,1-1-1,-2 0 1,19-17-1,-3-11-8233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01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16568,'0'0'4530,"3"-15"-14775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01.8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 9492,'0'0'8892,"9"-5"-8134,27-15-75,-35 20-667,-1 0 1,1 0-1,0-1 0,-1 1 1,1 0-1,0 0 0,-1 0 1,1 0-1,0 0 0,-1 0 0,1 0 1,0 0-1,-1 0 0,1 1 1,-1-1-1,1 0 0,0 0 1,-1 0-1,1 1 0,-1-1 1,1 0-1,0 1 0,-1-1 0,1 1 1,-1-1-1,1 0 0,-1 1 1,0-1-1,1 1 0,-1-1 1,1 1-1,-1 0 0,8 21 129,-6-16-54,14 49 468,18 111 1,-21-97-279,52 363 1214,-6-32-554,-52-360-808,1-1-1,26 72 1,-33-108-109,0 1 0,1 0 0,0-1 0,0 1 0,0-1 1,0 1-1,0-1 0,1 0 0,0 0 0,-1 0 0,1 0 0,0 0 1,0-1-1,1 1 0,5 2 0,-8-4-16,1-1-1,-1 1 1,1-1 0,0 0-1,-1 1 1,1-1-1,-1 0 1,1 0 0,0 0-1,-1 0 1,1-1 0,-1 1-1,1 0 1,0-1 0,-1 1-1,2-2 1,0 1 2,0-1-1,0 0 1,0 0 0,0 0 0,0 0-1,0-1 1,-1 1 0,1-1 0,2-4-1,10-14 7,-1-1-1,0 0 0,11-28 1,28-80-378,-44 105 235,112-350-1348,-25 68 990,-56 203 690,13-38 349,-44 112-302,-1 1 0,7-56 0,-14 82-1297,-1 5 212,0 13-419,-4 23-1167,-14 15-1410,-9 5-1875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02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457 77 6819,'0'0'6705,"-5"-12"-5764,1 1-677,-1 0-1,-8-15 0,11 24-220,1 1-1,0 0 1,0-1-1,-1 1 1,1 0 0,-1 0-1,1 0 1,-1 0 0,0 0-1,1 0 1,-1 0-1,0 1 1,1-1 0,-1 1-1,0-1 1,0 1 0,0 0-1,0-1 1,1 1-1,-1 0 1,0 0 0,0 0-1,0 1 1,-3 0-1,-5-1 155,-1 0-42,0 0-1,0 1 1,1 0 0,-13 4-1,18-4-106,-1 1 0,1 0 0,0 1 0,-1-1 1,1 1-1,1 0 0,-1 0 0,0 1 0,-6 5 0,3-1 68,0 1 1,1 0 0,-1 0-1,2 0 1,-1 1-1,2 0 1,-1 0 0,1 1-1,1 0 1,0-1-1,-5 23 1,4-8-10,2 0 0,1 1 0,0-1 0,4 35 0,-1-50-119,0 0-1,1 0 1,1 0 0,-1-1 0,1 1-1,1-1 1,0 1 0,0-1-1,1 0 1,0 0 0,1-1 0,-1 0-1,14 14 1,5 2-80,1 0 0,48 33 0,-64-50 105,-7-6-16,-1 0-1,0 0 1,0 0 0,0 0-1,0 0 1,0 0-1,0 0 1,0 0 0,0 0-1,0 1 1,-1-1 0,2 2-1,-2-3-3,0 1-1,0-1 1,0 1-1,0-1 1,0 0-1,0 1 1,0-1-1,0 1 1,0-1-1,0 0 1,0 1-1,0-1 1,0 1-1,-1-1 1,1 0-1,0 1 1,0-1-1,0 0 1,-1 1-1,1-1 1,0 0-1,0 1 1,-1-1-1,1 0 1,0 0-1,-1 1 1,0-1-1,-3 2-37,0 0 0,0 0-1,0-1 1,0 0 0,0 0 0,-6 1-1,-168 25-497,81-13-2153,37-5-1335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30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85 3458,'0'0'13286,"4"-12"-12891,10-37 71,-10 29 465,-5 17 1252,3 4-2327,1 5 126,-1 1 0,1-1 1,-1 0-1,0 1 0,0 0 0,-1-1 1,0 1-1,0 0 0,-1 9 1,2 6 2,4 78-58,-6-73 110,1 1 0,1-1 0,11 47-1,-10-64-1886,-3-17-4098,0-18-1172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30.6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0 0 3554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31.0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0 153 3554,'175'-73'1731,"-140"58"-424,-33 4 3208,6-8-2775,0-1-786,-8 19-887,0 1 0,0-1 1,0 0-1,0 1 0,0-1 0,0 0 0,1 1 1,-1-1-1,0 0 0,0 1 0,1-1 0,-1 1 0,0-1 1,1 0-1,-1 1 0,1-1 0,-1 1 0,1-1 1,-1 1-1,1-1 0,-1 1 0,1 0 0,-1-1 1,1 1-1,0-1 0,0 1-52,0 1 0,-1-1 1,1 1-1,0-1 0,-1 0 0,1 1 0,-1-1 1,1 1-1,-1-1 0,1 1 0,-1 0 0,1-1 1,-1 1-1,1-1 0,-1 1 0,0 0 0,1-1 1,-1 2-1,15 43-206,-15-43 280,77 328 3115,-72-313-3137,-3-12-41,0 1 1,-1 0 0,0 0 0,2 11-1,-3-17-383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31.9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87 5218,'0'0'6016,"10"-22"-3825,-1 15-1811,1 0 1,0 1 0,14-7-1,-4 3-168,-10 5-217,0 2-1,0 0 1,0 0 0,0 0-1,0 2 1,1-1 0,-1 1-1,1 1 1,-1-1 0,20 4-1,-27-2 10,0 0 0,0 0-1,0 0 1,-1 1 0,1-1-1,0 1 1,-1-1 0,1 1-1,-1 0 1,1 0 0,-1 1-1,0-1 1,0 0 0,0 1-1,2 3 1,0 0 4,0 0 1,0 0-1,-1 1 1,0-1-1,3 12 1,-3-5 39,-2-1 0,0 0 0,0 1 1,-2 15-1,0-2 167,1-18-193,-1-1 0,-1 0 0,1 1 1,-1-1-1,-1 0 0,1 0 0,-1 0 1,0-1-1,-1 1 0,0-1 0,0 0 0,0 0 1,-1 0-1,1 0 0,-10 8 0,1-3 11,1 0-1,-1-1 0,-1 0 0,1-1 1,-2 0-1,-15 6 0,28-13-26,-1-1-1,0 0 0,0 0 0,0-1 0,1 1 0,-1-1 0,0 1 0,0-1 0,-3 0 0,5 0-88,0-11-507,2-17-1296,0 28 1819,-1-1 1,0 0 0,0 0 0,1 0 0,-1 0 0,1 0-1,-1 1 1,1-1 0,-1 0 0,1 0 0,-1 1 0,1-1-1,-1 0 1,1 1 0,0-1 0,0 1 0,-1-1 0,1 1-1,0-1 1,0 1 0,0-1 0,-1 1 0,1 0 0,0-1-1,0 1 1,1 0 0,13-2-27,0 1 0,0 0 1,0 1-1,26 4 0,-38-3 146,1 0 0,-1 0 0,0 1 0,0-1 0,0 1 1,0 0-1,0 0 0,0 0 0,0 0 0,-1 1 0,1-1 0,-1 1 0,0-1 1,1 1-1,-1 0 0,0 0 0,-1 0 0,1 0 0,0 0 0,-1 1 0,0-1 0,0 0 1,1 5-1,2 6 206,0 1 0,-2 0 1,1 0-1,-1 17 1,-2 96 978,0-121-1151,-1 0 0,1-1 0,-2 1 0,1 0 1,-1 0-1,0 0 0,-1-1 0,1 1 0,-1-1 0,-1 0 1,1 0-1,-1 0 0,0 0 0,0-1 0,-1 1 1,0-1-1,-6 5 0,5-4-56,-1-1 0,0 0-1,0 0 1,0 0 0,-1-1 0,0 0 0,0-1 0,0 0-1,0 0 1,0 0 0,-1-1 0,1-1 0,-14 2 0,17-3 34,-6 1-303,0-1 0,-1 0 0,-16-3 0,25 3-1,0-1 1,1 0-1,-1 0 0,0 0 0,1 0 0,-1 0 1,0 0-1,1-1 0,-1 1 0,1-1 0,0 0 0,-1 0 1,1 0-1,0 0 0,0 0 0,1 0 0,-1 0 1,-2-3-1,-8-21-4113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32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1 195 4002,'0'0'8361,"1"-7"-4607,23 56-2625,22 62 1,-3-3-76,-30-78-820,-4-9-3,0-1 0,2 0 0,14 22 0,-25-41-217,1 0-1,-1-1 1,1 1-1,-1 0 1,1 0-1,-1-1 1,1 1-1,0 0 1,-1-1-1,1 1 1,0-1-1,0 1 1,-1-1-1,1 1 0,0-1 1,0 1-1,0-1 1,0 0-1,0 0 1,-1 1-1,1-1 1,0 0-1,0 0 1,0 0-1,0 0 1,0 0-1,0 0 1,0 0-1,0 0 1,0 0-1,-1-1 1,1 1-1,0 0 1,0 0-1,0-1 1,0 1-1,0-1 1,-1 1-1,1-1 1,0 1-1,0-1 1,-1 1-1,1-1 1,0 0-1,-1 1 1,1-1-1,-1 0 1,1 0-1,-1 1 1,1-1-1,0-2 1,85-276-1476,-78 259 1436,6-16 18,-1-1 1,-2-1-1,13-71 1,-24 60-476,0 48 474,-1 0 1,1 0-1,-1 0 1,0 0-1,1 0 1,-1 0-1,0 0 0,0 0 1,0 1-1,1-1 1,-1 0-1,0 0 1,0 1-1,0-1 1,0 1-1,0-1 1,0 1-1,0-1 0,-1 1 1,1 0-1,0-1 1,0 1-1,0 0 1,0 0-1,0 0 1,-1 0-1,0 0 1,-38-2-44,39 2 44,0 0 0,0 0 0,0 0 0,0 0 0,1 0 0,-1 0 0,0 0 0,0 1 0,0-1 0,1 0 0,-1 1 0,0-1 0,1 0 0,-1 1 0,0-1 0,1 1 0,-1-1 0,0 1 0,1-1 0,-1 1 0,1 0 0,-1-1 0,1 1 0,-1 0 0,1-1 0,0 1 0,-1 0 0,1 0 0,0-1 0,-1 1 0,1 0 0,0 0 0,0 1 0,-1 31-90,2-20 36,-1-8 93,0 0 1,1 1 0,0-1-1,0 0 1,0 0-1,0 0 1,1 0 0,0 0-1,0 0 1,0-1-1,0 1 1,1 0 0,0-1-1,0 0 1,0 0-1,1 0 1,-1 0 0,1 0-1,5 4 1,-3-4 5,1 0-1,-1 0 1,1-1 0,0 1 0,-1-1 0,2-1-1,-1 1 1,0-1 0,0-1 0,1 1 0,-1-1-1,1 0 1,7-1 0,38 0-3196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4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0 233 12134,'0'0'7982,"9"-5"-7483,-2 2-466,-1-1 0,0-1 0,0 1 0,0-1 1,0 0-1,0 0 0,-1-1 0,0 1 0,0-1 0,-1 0 1,0-1-1,0 1 0,4-10 0,-2 2-320,-1-1 0,-1 1 1,0-1-1,-1 0 0,0 0 0,-1 0 0,-1-27 1,-15 416 718,0-13 1190,7-391-9463,0 16 1118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4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7972,'0'0'7171,"0"186"-6259,-7-146-415,0-8-401,0-13-32,4-10-64,-1-9-449,4-6-4673,0-35-1761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4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42 3330,'0'0'6616,"2"-3"-5813,1-1-535,9-13 1018,-8 0 3550,-4 17-4825,1 0 0,-1 0 0,1 0 0,-1 0 0,1 0 0,-1 0 1,1 0-1,-1 0 0,1 0 0,-1 0 0,1 0 0,-1 0 1,1 0-1,-1 0 0,0 0 0,1 1 0,-1-1 0,1 0 0,-1 0 1,1 1-1,-1-1 0,3 4 20,-1 0-1,-1 0 1,1 0 0,-1 0 0,1 0-1,-1 0 1,0 0 0,-1 1 0,1-1-1,-1 0 1,0 1 0,0 6-1,0 6 158,4 178 2198,-4-128-1520,0-67-842,2-18-3874,5 17 3617,1 0 0,0 0 0,0 1-1,0 0 1,11 1 0,9 0 365,-17-1 16,2 0-49,1 0 1,-1 1-1,0 0 1,1 1-1,16 4 1,-27-5-69,0 0 0,0 0 0,0 0 1,-1 1-1,1-1 0,0 1 0,-1 0 0,1-1 1,-1 1-1,0 0 0,0 0 0,1 1 0,-1-1 1,-1 0-1,1 1 0,0-1 0,-1 1 0,1 0 1,-1-1-1,0 1 0,1 0 0,-1 0 0,-1 0 1,1 0-1,0 0 0,-1 0 0,0 0 0,1 0 1,-2 5-1,2-4 32,-2 0-1,1 0 1,0 1 0,-1-1 0,0 0-1,0 0 1,0 1 0,0-1 0,-1 0 0,-2 4-1,-1-1 30,0 0-1,0 0 0,0 0 1,-9 6-1,8-7 8,-17 18 281,-1-1 1,-32 22-1,48-39-369,0-1 0,0 0 0,-1 0 0,0-1 0,0 0 0,0 0 0,0-1 0,0-1-1,-1 1 1,1-2 0,-1 1 0,-11-1 0,3 0-78,12-1-295,-1 0 0,1 0-1,-1 0 1,1-1 0,-13-2 0,17 2 105,0 0 0,0 0 0,1 0 0,-1 0 0,0 0 0,0 0 0,1-1 0,-1 1 0,0 0 0,1-1 0,-1 0 0,1 1 0,0-1 0,0 0 0,-1 0 0,1 1 0,0-1 0,1 0 0,-1 0 0,0 0 0,-1-4 0,-2-13-3753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42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9444,'0'0'6883,"213"0"-6514,-168 0-369,-10-6-80,-4 3-833,-20 3-1840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1 288,'0'0'12184,"1"0"-12087,-1 0-1,1 0 1,-1 0-1,1 0 1,0 0-1,-1 0 1,1 0-1,0 0 1,-1 0-1,1 1 1,-1-1-1,1 0 1,0 0-1,-1 1 1,1-1-1,-1 0 1,1 1-1,-1-1 1,1 0-1,-1 1 1,1-1-1,-1 1 1,1 0-1,5 12 361,0 1 1,0 0-1,-2 1 0,0 0 0,5 28 0,-6-23-150,11 59 956,-10-44-836,2 0-1,2 0 1,1-1-1,16 39 1,-25-72-412,1 1 1,-1-1-1,1 0 1,0 0 0,-1 1-1,1-1 1,0 0-1,0 0 1,0 0 0,-1 0-1,1 0 1,0 0-1,1 0 1,-1 0-1,0 0 1,0-1 0,0 1-1,0 0 1,3 0-1,-3-1-10,0 0-1,0 0 0,0 0 0,0 0 0,0 0 0,0 0 1,0-1-1,0 1 0,0 0 0,0-1 0,-1 1 1,1-1-1,0 1 0,0-1 0,0 1 0,0-1 0,-1 0 1,1 1-1,0-1 0,0-1 0,5-5-102,-2 0 0,1 0 0,-1-1 0,6-13 0,8-21-673,2-3-417,1 0 0,33-52 0,-45 85 1021,-6 8 80,0 1 1,0-1 0,0 0-1,-1 0 1,0 0 0,0 0-1,0 0 1,0-1 0,-1 1-1,1 0 1,0-6-1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1 332 8772,'0'0'6107,"24"-25"-5982,74-80-50,-57 57-21,-27 22-44,-6 7-18,-4 8-44,0-1 0,-1 1 0,0-1 0,-1 0 0,0 0 0,0 0 0,-1-15 0,2 642 4387,-3-613-4293,0 1 30,0-1-1,0 1 1,0 0 0,0 0 0,0-1 0,1 1 0,-1 0 0,1-1 0,0 1 0,0-1 0,1 4-1,-1-3-23,-1-3-357,0-3-1068,0-41-4567,0 16-93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1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3378,'0'0'7411,"3"0"-7040,15 0 234,-18 20 601,0 2-772,1 6 77,-2 0 1,-1-1-1,0 1 1,-9 31-1,-29 75 1284,42-153-2871,-1 9-2,0 0-1,6-20 1,9-15-3308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90 2945,'0'0'5776,"0"-3"-5063,0 2-699,0 0 69,0 0 0,0-1 0,0 1 0,1-1 1,-1 1-1,0-1 0,0 1 0,1 0 0,-1-1 1,1 1-1,-1-1 0,1 1 0,0 0 0,-1 0 1,1-1-1,0 1 0,0 0 0,0 0 1,1-1-1,32-42 1680,-34 43-1472,6-9 1281,-6 9-1560,0 1 0,0 0 0,0 0 0,0 0 0,0 0 0,0-1 1,0 1-1,1 0 0,-1 0 0,0 0 0,0 0 0,0 0 0,0-1 0,0 1 0,1 0 0,-1 0 0,0 0 1,0 0-1,0 0 0,0 0 0,1 0 0,-1 0 0,0 0 0,0 0 0,0 0 0,0-1 0,1 1 0,-1 0 0,0 0 1,0 0-1,0 0 0,1 1 0,-1-1 0,0 0 0,0 0 0,0 0 0,1 0 0,-1 0 0,0 0 0,0 0 1,0 0-1,0 0 0,1 0 0,-1 0 0,0 1 0,0-1 0,0 0 0,0 0 0,0 0 0,0 0 0,1 0 1,-1 1-1,0-1 0,0 0 0,0 0 0,0 0 0,0 1 0,1 0 37,0 1-1,-1 0 1,1 0-1,-1 0 1,1 0-1,-1 0 1,0 0-1,0 0 1,0 0-1,0 3 1,0 7 129,2 64 1370,-2 0-1,-18 129 1,13-151-668,12-59-931,21-40-1033,-23 35 476,1 0 1,0 0 0,0 1 0,1 0-1,0 0 1,0 0 0,1 1 0,16-13 0,-22 20 502,0 0 0,0 0 1,0 0-1,0 0 0,0 0 1,0 0-1,1 1 0,-1-1 1,0 1-1,0 0 0,1-1 1,-1 1-1,0 0 0,0 1 1,0-1-1,1 0 0,-1 0 1,3 2-1,-1-1 105,-1 1 1,1 0-1,-1 0 1,0 0-1,1 0 1,-1 0-1,0 1 1,-1-1-1,6 6 0,2 5 356,-2-1 0,1 1 0,-1 1 0,6 15-1,-12-25-310,4 11 386,1 0 0,-2 0-1,0 1 1,-1 0-1,2 19 1,-2-1 674,-1 48 1,-3-79-1081,-1 0 1,1 0 0,-1 0-1,0 0 1,0 0 0,0 0 0,0 0-1,0 0 1,0 0 0,-1-1-1,0 1 1,1-1 0,-1 1-1,0-1 1,0 1 0,0-1 0,0 0-1,-5 3 1,-4 3 1,-1 0 0,-24 12 0,17-9 49,6-4-163,0-1 0,0 1 0,0-2-1,-1 0 1,0-1 0,0 0 0,0-1-1,0 0 1,-29 0 0,40-3-72,0 0 1,-1 0-1,1-1 0,0 0 1,0 1-1,0-1 0,-1 0 1,1 0-1,0-1 1,0 1-1,1-1 0,-1 1 1,0-1-1,0 0 0,-4-5 1,0 1-639,1-2 0,1 1 0,-1-1 0,-6-11 0,-13-30-5630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10069,'0'0'7299,"195"0"-7123,-160 0-176,-11 0-208,-13 0-2081,-8-9-4434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 2865,'0'0'3079,"0"3"-2468,-1 0-257,-1 10 8950,9 13-7736,1 2-1015,-2-1-1,5 35 0,-8-37-205,1-1 1,2 1 0,9 26-1,-14-49-328,0 0 1,0 1-1,0-1 0,1 0 0,-1 0 1,0 0-1,1 1 0,0-2 0,0 1 0,-1 0 1,1 0-1,0 0 0,4 1 0,-5-2-13,0-1-1,0 1 1,1-1-1,-1 1 0,0-1 1,0 0-1,1 0 1,-1 0-1,0 0 1,0 0-1,1 0 0,-1 0 1,0 0-1,1 0 1,-1 0-1,0-1 1,0 1-1,1 0 0,-1-1 1,0 1-1,0-1 1,0 0-1,0 1 1,0-1-1,0 0 0,0 0 1,0 1-1,0-1 1,0 0-1,0 0 1,1-2-1,10-14-420,-1 0 0,0-2 0,-1 1 0,12-34 0,-10 23-615,-3 10 426,-3 3-343,1 0 1,0 0-1,1 1 0,1 0 1,1 0-1,0 1 0,22-24 1,-24 34-148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6163,'0'0'8342,"12"0"-7248,40 1-360,-49-1-697,1 0 1,0-1-1,-1 0 1,1 0-1,0 0 0,-1 0 1,1 0-1,-1-1 1,0 0-1,1 1 1,-1-1-1,0-1 0,0 1 1,0 0-1,-1-1 1,1 1-1,0-1 1,-1 0-1,0 0 1,3-3-1,2-3-17,5-5-460,-1-2 1,0 1-1,16-33 1,-22 39 73,-1-2 0,0 1-1,-1 0 1,0-1 0,-1 0 0,0 1 0,0-1 0,-1-13 554,-1 26-30,-5 117 1130,-5-2 1,-40 184 0,46-283-1168,-2 9 263,1 0-1,2 0 1,-1 31 0,1-76-10508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5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4610,'0'0'10149,"0"173"-9237,-14-129-240,0-6-15,0-10-353,7-12-64,0-7-192,7-18-1665,0-26-1648,7-12-5315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6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42 2209,'0'0'7094,"1"-6"-6374,7-20-69,-3 17 843,0 10 513,0 14-834,-1 34 662,-3 84-1,-3-64-580,1-39-817,0-23-332,0 0 1,1 1-1,0-1 0,0 0 1,1 0-1,0 0 1,2 8-1,-2-14-104,0 0-1,-1 0 0,1 0 1,0 0-1,0 0 0,0 0 1,-1-1-1,1 1 0,0 0 1,0-1-1,0 1 0,0-1 1,1 1-1,-1-1 0,0 1 1,0-1-1,0 0 0,0 0 1,0 1-1,0-1 0,1 0 1,0 0-1,1 0-64,-1 0 0,1 0 0,-1 0 0,0 0 0,1 0 0,-1-1 0,1 1 0,-1-1 0,0 0 0,1 0 0,1-1 0,26-22-1534,-27 20 1249,1 0 1,-1 0-1,1 1 0,1 0 1,-1 0-1,0 0 0,1 0 0,-1 0 1,1 1-1,0 0 0,0 0 1,7-2-1,-9 4 290,0 0 0,0-1 1,0 1-1,0 0 0,1 0 0,-1 0 0,0 1 0,0-1 1,0 1-1,0 0 0,0 0 0,0 0 0,0 0 1,0 0-1,0 1 0,-1-1 0,1 1 0,0 0 0,-1 0 1,1 0-1,3 4 0,0 2 311,-1 0 0,0 0 0,0 0 1,0 1-1,5 14 0,-4-5 386,0 1 1,-1 0 0,-1 0-1,0 0 1,-2 0 0,0 0-1,-2 34 1,0-51-625,-1 0-1,1 0 1,-1 0 0,0 0 0,0-1 0,1 1 0,-1 0-1,0 0 1,0-1 0,-1 1 0,1 0 0,0-1 0,-1 1-1,1-1 1,0 0 0,-1 1 0,0-1 0,1 0 0,-1 0-1,0 0 1,1 0 0,-1 0 0,0 0 0,-2 0 0,-8 3-19,0 0 1,-18 4 0,30-8 4,-21 4-332,1-2 0,-1-1 1,-29-1-1,22 0-614,22 0 531,0-1 1,0 0-1,0 0 0,0 0 0,1-1 1,-1 0-1,0 0 0,1 0 0,-1-1 0,1 0 1,0 0-1,0 0 0,0 0 0,0-1 1,1 0-1,-5-5 0,-17-16-5107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9989,'0'0'4274,"191"63"-5139,-170-63-3761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6643,'0'0'6979,"11"-2"-6274,3-1-475,-7 1-63,0 0 0,-1 1 0,1 0 0,0 0 0,10 1 0,-17 0-123,1 0-1,0 0 1,-1 1-1,1-1 1,-1 0-1,1 1 1,-1-1-1,1 1 1,-1-1-1,1 1 1,-1-1-1,1 1 1,-1-1-1,1 1 1,-1-1-1,0 1 1,1-1 0,-1 1-1,0 0 1,0-1-1,0 1 1,1-1-1,-1 1 1,0 1-1,2 3 147,9 25 526,-1 2 1,10 58-1,-10-43-162,0 1-22,19 81 653,-22-105-934,1-1 0,1 0 0,15 27 0,-23-47-208,1 0 1,0 0-1,0-1 1,1 1 0,-1-1-1,0 0 1,1 1-1,-1-1 1,1 0-1,0-1 1,4 4-1,-5-5-38,-1 1 0,0 0 1,1-1-1,-1 0 0,0 1 0,1-1 0,-1 0 0,1 1 0,-1-1 0,0 0 0,1 0 0,-1 0 0,1 0 0,-1-1 1,0 1-1,1 0 0,-1 0 0,1-1 0,-1 1 0,0-1 0,1 1 0,-1-1 0,0 0 0,0 0 0,0 1 0,1-1 1,-1 0-1,0 0 0,2-2 0,5-11-311,1 0 1,-2 0-1,0-1 0,10-29 1,-7 16-256,1 0 39,9-25 332,2 2 0,33-55 1,-53 104 252,-1 0 1,0-1-1,0 1 1,1 0 0,-1 0-1,-1-1 1,1 1-1,0 0 1,-1-1 0,1 1-1,-1-5 1,-1 6-962,-1 1 536,0 0 0,0 0 0,1 0 1,-1 0-1,0 0 0,1 1 0,-1-1 1,0 0-1,0 1 0,1-1 0,-1 1 1,1 0-1,-3 0 0,-35 23-6639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7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11605,'0'0'1574,"21"-28"-1120,68-91-419,-84 113-55,0-1 0,0 0 0,-1 0 0,0 0 0,0 0 0,-1-1 1,1 1-1,2-12 0,-4 10 15,3-32 2103,-5 61-1609,-13 347 1311,2-128-227,10-165-1365,1-59-1042,0-48-1627,0 0-1602,0 1-3365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8132,'0'0'7923,"-18"172"-7138,1-134-289,3-4 32,4-9-416,3-9-64,3-13-96,4-31-2577,0-16-1281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41 320,'0'0'6520,"2"-5"-5604,8-16 199,-8 16 2380,5 1-1006,4-1-181,-11 5-2279,1 0 0,0 0 1,-1 0-1,1 0 1,0 0-1,-1 1 0,1-1 1,-1 0-1,1 0 1,0 1-1,-1-1 1,1 0-1,-1 1 0,1-1 1,-1 1-1,1-1 1,-1 1-1,0-1 1,1 1-1,-1-1 0,0 1 1,1-1-1,-1 1 1,0-1-1,1 1 0,-1-1 1,0 1-1,0 0 1,0-1-1,1 2 1,1 24 403,-1-15-244,4 161 1989,-5-91-953,13 90 0,-12-167-1189,-1 0 0,1 1 0,0-1 0,0 1 0,1-1 0,-1 0 0,1 0 0,4 7 0,-5-10-36,0 1-1,0-1 1,1 0-1,-1 0 1,0 0-1,1 0 1,-1 0 0,1 0-1,-1 0 1,1-1-1,-1 1 1,1 0-1,-1-1 1,1 1-1,0-1 1,0 0-1,-1 0 1,1 1-1,0-1 1,-1 0-1,1 0 1,0-1-1,0 1 1,2-1-1,0 0-123,0-1-1,0 1 0,0-1 0,0 0 0,0-1 0,0 1 0,-1 0 1,0-1-1,1 0 0,-1 0 0,0 0 0,0 0 0,0-1 0,-1 1 0,4-6 1,-3 5-113,-1 0 0,1 0 0,0 0 0,1 1 0,-1-1 0,1 1 0,-1 0 0,1 0 0,0 0 0,0 0 0,0 1 0,1 0 0,-1-1 1,6-1-1,-7 4 190,0-1 0,0 1 0,0 0 0,0 0 1,0 0-1,0 0 0,0 0 0,0 1 0,0-1 1,0 1-1,0 0 0,0-1 0,-1 1 0,1 1 1,0-1-1,0 0 0,-1 1 0,1 0 0,-1-1 1,1 1-1,-1 0 0,0 0 0,0 0 0,3 4 1,3 5 279,-2-1 1,1 1-1,-2 0 1,9 20 0,-8-15 98,6 9 266,-2 0-1,-1 1 0,-2 1 1,0-1-1,-2 1 0,0 1 0,0 46 1,-4-72-582,-1 1 1,0-1-1,0 1 1,-1-1 0,1 0-1,0 1 1,-1-1 0,0 0-1,0 4 1,0-5-20,0 0 0,0 0-1,0 0 1,0-1 0,0 1 0,0 0 0,0 0 0,0-1 0,0 1-1,0-1 1,-1 1 0,1-1 0,0 1 0,0-1 0,0 0 0,-1 0 0,1 0-1,-2 1 1,-24 1-319,-1 0 0,1-2 0,-45-4 0,62 2 108,1 0 0,0 0 1,0-1-1,0 0 0,0-1 1,1 0-1,-1 0 0,1-1 1,-8-5-1,10 5-387,1 1 1,-1-1-1,1 1 0,-1-2 1,1 1-1,1 0 0,-1-1 0,1 0 1,0 0-1,0 0 0,1-1 1,-4-8-1,2-12-5303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12038,'0'0'5522,"216"3"-5522,-170-3-32,-8 0-1841,-7 0-2449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0:5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6835,'0'0'8559,"6"14"-7295,14 40 819,26 107-1,-36-100-1107,6 28 35,-13-77-878,0-2-1,0 1 1,1 0-1,1-1 1,8 15-1,-13-24-127,1 0 0,-1 0 0,1 0-1,0 0 1,-1 0 0,1 0-1,0 0 1,0 0 0,0-1-1,0 1 1,0 0 0,0-1 0,0 1-1,0 0 1,0-1 0,0 1-1,0-1 1,0 0 0,1 1-1,-1-1 1,0 0 0,0 0 0,0 1-1,1-1 1,-1 0 0,0 0-1,0-1 1,0 1 0,0 0-1,1 0 1,-1 0 0,0-1 0,2 0-1,0-1-8,1 0 1,-1 0-1,0 0 0,0 0 0,0 0 0,0-1 0,0 0 1,-1 1-1,5-7 0,6-11-335,0-1 0,-1 0 1,-1-1-1,-1-1 0,12-40 1,-9 16-2115,13-94 1,-24 113 1418,-2 21 827,0 1 0,1-1 0,0 1 0,0-1 0,0 1 0,1-1-1,4-10 1,-6 16 223,0 1-1,0 0 0,0 0 0,0 0 0,0 0 0,0 0 1,0 0-1,0 0 0,0-1 0,1 1 0,-1 0 0,0 0 1,0 0-1,0 0 0,0 0 0,0 0 0,0 0 1,0 0-1,0 0 0,0 0 0,0 0 0,0-1 0,1 1 1,-1 0-1,0 0 0,0 0 0,0 0 0,0 0 0,0 0 1,0 0-1,0 0 0,1 0 0,-1 0 0,0 0 0,0 0 1,0 0-1,0 0 0,0 0 0,0 0 0,0 0 0,1 0 1,-1 0-1,0 0 0,0 0 0,0 0 0,0 1 1,0-1-1,0 0 0,0 0 0,0 0 0,0 0 0,1 0 1,-1 0-1,0 0 0,0 0 0,0 0 0,0 0 0,0 1 1,0-1-1,0 0 0,0 0 0,0 0 0,3 9 187,-2 57-555,-2-36-2883,1-2-5143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4882,'0'0'7019,"11"-28"-7189,35-86-580,-31 79 194,-13 32 393,-1 1 0,0-1 0,0 1 0,0-1 0,0 0 0,-1 1 0,1-1 0,-1 0-1,1 1 1,-1-1 0,0 0 0,-1-4 579,1 12 435,4 646 8826,-4-640-9530,-1-6-113,1-1 0,0 0 0,0 1 0,0-1 0,0 1 0,1-1 0,0 0 1,0 0-1,0 1 0,0-1 0,1 0 0,-1 0 0,1 0 0,3 5 1,-5-9-136,1 1 1,0-1-1,-1 1 0,1-1 1,0 0-1,-1 1 1,1-1-1,0 1 1,-1-1-1,1 0 1,0 0-1,0 0 1,-1 1-1,1-1 1,0 0-1,0 0 1,0 0-1,-1 0 1,1 0-1,0 0 1,0 0-1,-1-1 1,1 1-1,0 0 1,0 0-1,-1 0 1,1-1-1,0 1 1,0 0-1,-1-1 1,1 1-1,-1-1 1,1 1-1,0-1 1,-1 1-1,1-1 1,-1 1-1,1-1 1,0-1-1,9-24-5768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7812,'0'0'6146,"-108"173"-5761,101-158-193,7-40-8420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 4002,'0'0'8380,"0"-3"-7564,0 237 6209,-10-18-4800,10-214-2223,0-1 1,-1 1-1,1-1 1,0 1-1,1-1 1,-1 0-1,0 1 0,0-1 1,1 1-1,-1-1 1,1 1-1,-1-1 1,1 0-1,-1 1 1,1-1-1,0 0 1,1 2-1,0-2-12,-1 0-1,1-1 0,0 1 1,-1 0-1,1-1 1,0 1-1,0-1 0,0 0 1,0 1-1,0-1 0,0 0 1,1 0-1,36 0-494,-25-1 95,-1 1 0,1 1 0,13 2 0,-22-2 344,-1 0-1,0 0 1,1 1 0,-1-1 0,0 1-1,0 0 1,0 0 0,-1 1-1,1-1 1,0 1 0,-1 0-1,0 0 1,5 4 0,-3 0 117,0 1-1,0-1 1,-1 1 0,1 0-1,-2 0 1,1 0 0,-2 0-1,1 1 1,-1-1 0,0 1-1,0 0 1,-1 0 0,-1-1-1,1 1 1,-1 0 0,-1 0 0,-1 11-1,1-18-17,0 1 0,0-1 0,0 0 1,-1 0-1,1 1 0,-1-1 0,1 0 0,-1 0 0,0 0 0,0-1 0,1 1 0,-1 0 0,0-1 0,-1 1 0,1-1 0,0 0 0,0 1 0,-1-1 1,1 0-1,0 0 0,-1-1 0,1 1 0,-1-1 0,-2 1 0,-9 2-25,1-2-1,-1 0 1,-15 0 0,28-1-4,-7 0-18,-4 0-393,-1 0 1,0-1-1,1 0 1,-22-5 0,30 5 29,1 0 0,-1-1 1,0 1-1,1-1 0,-1 0 0,1 0 1,0 0-1,0-1 0,0 1 1,0-1-1,0 0 0,0 0 1,1 0-1,-1 0 0,1 0 0,0 0 1,0-1-1,0 1 0,-2-6 1,-4-16-4600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10069,'0'0'4434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6211,'0'0'7873,"11"23"-6398,0 2-1038,3 3 150,-2 0 0,-1 2 0,7 32 0,0 13 1254,-13-46-1239,2 0 1,1 0-1,1-1 1,19 42-1,-27-68-582,0 0-1,1 0 0,-1 0 0,0 0 1,1 0-1,-1 0 0,1-1 0,-1 1 1,1-1-1,0 1 0,0-1 0,0 0 1,-1 1-1,1-1 0,0 0 0,1 0 1,-1 0-1,0-1 0,0 1 0,0 0 1,0-1-1,1 0 0,4 1 1,-5-1-27,1-1 0,0 1 1,0-1-1,-1 0 0,1 0 1,0 0-1,-1 0 0,1 0 1,-1 0-1,1-1 1,-1 1-1,0-1 0,0 0 1,1 0-1,-1 1 0,0-2 1,-1 1-1,4-4 0,13-23-752,-1-1-1,-2-1 0,18-48 0,-13 29-277,54-137 410,-73 185 608,-5 2-869,-17 2-1663,-7 6-2880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2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3890,'0'0'13689,"3"1"-12830,4 0-650,-1 1 0,0 0-1,1 1 1,-1 0 0,11 6 0,23 10-43,-22-14-210,-1-1 0,1 0 0,0-1-1,26 0 1,34-2-3052,-47-1 477,15 0-5235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3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7860,'0'0'5624,"0"18"-4709,10 233 2489,-9 103-764,-1-195-2554,0-157-707,0-9-5649,0-20-1029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6451,'0'0'7844,"-80"179"-6708,66-151-288,4-9-271,6-6-433,4-26-1409,0-28-1440,7-12-3602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3666,'0'0'11757,"2"12"-10543,2 8-690,-2 0 0,0 0 0,-1 0 0,-3 30 0,-7 15 435,0 3-179,0 70-1,9-135-783,0 1-1,1 0 0,-1 0 1,0 0-1,1-1 1,0 1-1,0 0 0,0-1 1,0 1-1,1-1 0,0 1 1,-1-1-1,1 0 1,3 4-1,-1-3-54,0 0-1,0 0 1,1 0 0,0-1-1,-1 1 1,1-1 0,0 0 0,8 3-1,34 11-443,-35-13 457,-1 0 0,0 0 0,0 1 0,0 0 0,13 10 0,-22-13 43,0 0-1,-1 1 0,1-1 0,0 1 0,-1-1 0,0 1 0,1-1 1,-1 1-1,0 0 0,-1 0 0,1-1 0,0 1 0,-1 0 1,0 0-1,1 0 0,-1 0 0,0 0 0,0 0 0,-1-1 1,1 1-1,-1 0 0,1 0 0,-1 0 0,-2 4 0,0-4-2,-1 1 0,0-1-1,0 1 1,-1-1 0,1 0-1,0-1 1,-1 1-1,0-1 1,-9 4 0,-2-1-184,-30 6 0,18-6-765,-1-2 0,-36 0 0,64-3 781,-1 0 0,0 0-1,1 0 1,-1 0 0,0 0-1,1-1 1,-1 1 0,1 0-1,-1-1 1,0 1 0,1-1-1,-1 0 1,1 0 0,0 1 0,-1-1-1,1 0 1,-1 0 0,1 0-1,0 0 1,0-1 0,0 1-1,0 0 1,0 0 0,0-1 0,0 1-1,0 0 1,0-1 0,0 1-1,1-1 1,-1 0 0,1 1-1,-1-1 1,1 1 0,0-1 0,-1 0-1,1 1 1,0-1 0,0-3-1,-1-25-5758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4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11877,'0'0'5475,"185"-3"-5235,-143 3-240,-11-4-224,-10 4-1793,-10 0-2177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0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7475,'0'0'8778,"7"-10"-6212,-5 10-2507,-1 0 0,1 1 0,-1-1 0,0 0 0,1 1 0,-1-1 0,0 0 0,0 1 0,1 0 0,-1-1 0,0 1 0,0 0 0,0-1 0,0 1 0,0 0 1,0 0-1,0 0 0,0 0 0,0 0 0,0 0 0,0 0 0,0 1 0,0 0 0,13 36 394,-10-25-186,35 144 1398,-26-98-1065,24 71 1,-36-128-594,-1 0 0,1 0 1,0 0-1,0-1 0,0 1 1,-1 0-1,2 0 0,-1-1 1,0 1-1,0-1 0,0 1 1,1-1-1,-1 1 0,1-1 1,-1 0-1,1 0 1,0 0-1,-1 0 0,4 2 1,-3-3-6,0 0-1,-1 0 1,1-1 0,0 1 0,-1 0 0,1-1 0,-1 1 0,1 0 0,0-1 0,-1 0 0,1 1 0,-1-1 0,0 0 0,1 0 0,-1 0 0,0 0 0,1 0-1,-1 0 1,0 0 0,0-1 0,0 1 0,0 0 0,0-1 0,0 1 0,1-3 0,20-33-535,-1-2 1,21-57-1,-31 71 66,80-209-3084,-87 224 3473,-3 7 74,0 1 0,0-1 1,0 1-1,0 0 1,0 0-1,0-1 0,1 1 1,-1 0-1,3-2 0,-1 2 28,-3 19-1299,-3 4-3020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34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107 703 22788,'5'2'9,"1"1"5,1 0-1,0-1 0,0 1 1,0-1-1,0-1 0,0 1 1,0-1-1,12 0 0,-17-1-147,1 0-1,0 0 0,-1 0 1,1-1-1,-1 1 1,0-1-1,1 1 1,-1-1-1,1 0 0,-1 0 1,0 0-1,1 0 1,-1 0-1,0 0 1,0-1-1,0 1 0,0-1 1,0 1-1,0-1 1,-1 0-1,0 1 68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34.5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136 576 18570,'-14'18'12,"11"-14"-165,0-1 0,0 1 0,-1-1 0,1 0 0,-1 0 0,1-1 0,-1 1 1,0-1-1,0 0 0,0 0 0,0 0 0,-1 0 0,1-1 0,0 0 0,-1 0 0,1 0 0,-1 0 0,-4 0 1,-13-1-3680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21.6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0 2753,'-8'0'10752,"5"0"-10667,-7 0-1910,0 0-2609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23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1905,'0'0'12696,"-12"0"-8486,23 1-3975,0 0-1,0 1 0,13 3 1,19 4-63,8-5-66,57-4 0,-52 0-123,-55 0-52,-11 0-7152,6 0 5627,-7 0-2979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24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0 2273,'0'0'7502,"-8"1"-1510,48 18-4732,-27-11-1054,1-1 0,1-1 0,-1 0 0,1-1 0,0 0 0,0-1 0,1-1 0,27 2 0,12-5 196,-54 0-498,-8-22-14049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25.2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2001,'0'0'5837,"32"4"1244,83 2-7006,-111-6-72,0 1 1,0-1 0,0 1 0,0 0-1,0 1 1,0-1 0,0 1 0,0-1 0,0 1-1,0 0 1,-1 1 0,1-1 0,-1 1 0,0-1-1,0 1 1,0 0 0,0 0 0,0 0-1,0 1 1,-1-1 0,0 1 0,1-1 0,-2 1-1,1 0 1,0 0 0,-1 0 0,1 0 0,-1 0-1,0 0 1,0 7 0,0 14 296,-2 34 166,0-56-445,0 0 0,0-1 0,0 1 1,-1 0-1,1-1 0,-1 1 0,0-1 0,1 1 1,-1-1-1,0 0 0,0 0 0,-1 0 1,1 0-1,0 0 0,-1 0 0,-2 1 1,-43 24 85,46-26-103,-11 6 7,8-5-9,0 1 0,0-1 0,0 1 0,0-2 0,0 1 1,0 0-1,-1-1 0,1 0 0,-1 0 0,-6 0 1,12-1-44,3-15-357,-3 13 365,0 1-1,0-1 1,0 1-1,0 0 1,1-1-1,-1 1 1,1-1 0,-1 1-1,1-1 1,-1 1-1,1 0 1,0 0-1,-1-1 1,1 1-1,0 0 1,0 0-1,0 0 1,0 0 0,0 0-1,0 0 1,0 0-1,1 0 1,-1 0-1,0 0 1,0 1-1,1-1 1,-1 0 0,1 1-1,-1-1 1,3 0-1,0 0 45,1-1-1,-1 1 1,0 0-1,1 0 0,-1 1 1,1-1-1,-1 1 1,1 0-1,-1 0 1,1 1-1,-1-1 1,0 1-1,1 0 1,-1 0-1,0 0 1,1 1-1,-1-1 1,0 1-1,0 0 0,0 1 1,0-1-1,-1 1 1,1-1-1,-1 1 1,4 4-1,1 1 103,-2 0-1,1 1 1,-1 0 0,0 0-1,-1 1 1,0 0-1,-1-1 1,0 2 0,0-1-1,-1 0 1,-1 1-1,0-1 1,0 1-1,0 13 1,-2-8 81,-2 25 270,2-39-436,-1 1 0,0-1 0,0 1 0,0-1 1,0 1-1,0-1 0,0 1 0,-1-1 0,1 0 0,-1 0 0,0 0 0,1 0 0,-3 2 0,-4 2-1,0 1-1,0-2 1,-1 1-1,0-1 0,0-1 1,-12 5-1,16-6-73,0-2 0,-1 1-1,0 0 1,1-1 0,-1 0 0,0-1-1,1 1 1,-1-1 0,0 0 0,0 0-1,1-1 1,-9-1 0,13 1-43,0 1 0,0-1 1,0 1-1,0-1 1,1 0-1,-1 1 0,0-1 1,0 0-1,1 1 1,-1-1-1,1 0 0,-1 0 1,0 0-1,1 1 0,-1-1 1,1 0-1,0 0 1,-1 0-1,1 0 0,0 0 1,-1-2-1,-2-25-2191,3 22 1382,-1-22-3468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26.4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1 101 2961,'0'0'5614,"0"-8"-71,0 23-5286,0 7 54,0 0 1,2 0-1,4 22 0,38 223 2325,-43-263-2611,-1-4-20,0 1-1,0 0 1,0-1-1,0 1 1,0 0-1,0-1 1,0 1-1,1 0 1,-1-1-1,0 1 1,0 0-1,1-1 1,-1 1-1,1-1 1,-1 1-1,0-1 1,1 1-1,-1-1 1,2 2-1,-2-2-111,0-28-674,-8-167-2644,-1 1 1415,9 109 4251,2 86-2170,1-1-1,-1 1 1,0 0-1,0 0 1,0 0 0,0 0-1,1 0 1,-1 0-1,-1 1 1,1-1-1,0 0 1,0 1-1,0 0 1,-1-1 0,1 1-1,-1 0 1,3 4-1,22 37 496,-8-2-13,-1 2 1,-1 0-1,9 49 1,-4-15 366,-9-50-535,-12-27-377,0 1-1,1 0 1,-1-1-1,1 1 1,-1 0-1,1-1 0,-1 1 1,1-1-1,-1 1 1,1-1-1,0 1 1,-1-1-1,1 1 0,0-1 1,-1 0-1,1 1 1,0-1-1,0 0 1,-1 0-1,1 0 0,0 1 1,0-1-1,-1 0 1,1 0-1,0 0 1,0 0-1,-1 0 1,1 0-1,0 0 0,0-1 1,0 1-1,-1 0 1,2-1-1,0-1-33,0 0 1,-1 0-1,1 0 1,-1 0-1,0-1 0,0 1 1,0-1-1,0 1 1,0-1-1,0 1 0,0-6 1,2 0-105,14-43-704,-6 22 283,10-46-1,-18 59 555,1 0 1,0 0 0,1 1 0,1 0-1,1 0 1,0 0 0,1 1 0,0 0-1,16-20 1,-22 32 0,0 0 1,0 0-1,0 0 1,1 0-1,-1 0 1,0 0-1,1 0 1,-1 1-1,1 0 1,0-1-1,-1 1 0,1 0 1,0 0-1,0 0 1,0 1-1,0-1 1,0 1-1,0-1 1,-1 1-1,6 1 0,-6-1 6,-1 0 0,0 0-1,0 1 1,0-1 0,0 1 0,0-1-1,0 1 1,0-1 0,0 1-1,0-1 1,-1 1 0,1 0-1,0 0 1,0-1 0,0 1-1,-1 0 1,1 0 0,-1 0-1,1 0 1,0 0 0,-1 0 0,1 0-1,-1 0 1,1 1 0,8 32 113,-8-31-88,7 39 296,-1 1 0,0 52 1,-6 90 495,-2-94-808,1-66-231,0 12-658,0-13-3904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40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78 5795,'0'0'4978,"2"-2"-4527,-1 2-338,0 0-1,0-1 1,0 1 0,0-1 0,0 1-1,0-1 1,0 0 0,-1 1 0,1-1-1,0 0 1,-1 0 0,1 1 0,0-1-1,-1 0 1,1 0 0,-1 0 0,1 0 0,-1 0-1,0 0 1,1 0 0,-1 0 0,0 0-1,1 0 1,-1 0 0,0 0 0,0 0-1,0 0 1,0 0 0,0-1 0,9 177 1051,-1-42 49,-5-36-373,11 198 1222,-11-272-1812,6 30-1,-8-48-204,1 1 0,-1-1-1,1 0 1,0 0 0,0 0-1,1-1 1,0 1 0,-1 0-1,2-1 1,-1 0 0,5 5 0,-7-8-13,-1-10-1534,-7-164-2810,4 100 1998,-3 1 0,-20-99 0,21 140 1511,-1-35 1,5-82 2910,2 69-860,0 77-1128,-1-1 1,0 1 0,1-1 0,-1 1-1,1-1 1,0 1 0,0 0 0,0-1-1,0 1 1,0 0 0,0 0 0,1 0-1,-1 0 1,1 0 0,0 0-1,-1 0 1,1 0 0,0 0 0,0 1-1,0-1 1,0 1 0,0 0 0,0 0-1,5-3 1,0 2-62,0-1 1,-1 1-1,1 0 0,0 1 0,0-1 0,0 1 1,12 0-1,5 0 52,27 1 73,-49 0-163,1 0-1,-1 1 1,1-1-1,-1 1 1,1-1-1,-1 1 1,1 0 0,-1 0-1,1 0 1,-1 1-1,0-1 1,0 1-1,0-1 1,1 1 0,1 1-1,3 7 169,0-1 1,-1 1-1,0 1 0,0-1 0,-1 1 1,0 0-1,-1 0 0,0 0 0,-1 0 1,3 22-1,-1 6 509,-2 75 1,-4-82-400,1-26-265,-1 0 0,-1 0 1,1 0-1,-1 0 0,0 0 0,0 0 1,-1 0-1,0 0 0,0-1 0,0 0 0,-1 1 1,1-1-1,-10 9 0,-2 1 19,0 0 0,-31 22-1,40-32-57,0 0-1,0-1 1,-1 0-1,0 0 0,0-1 1,0 0-1,0 0 0,-1 0 1,1-1-1,-1 0 0,1 0 1,-1-1-1,0 0 0,0-1 1,1 0-1,-13-1 0,19 1-2,1 0 0,-1 0 0,0-1 0,1 1 0,-1 0 0,1 0 0,0-1 0,-1 1 0,1-1 0,-1 1 0,1 0 0,-1-1 0,1 1 0,0-1 0,-1 1 0,1-1 0,0 1 0,0-1 0,-1 1 0,1-1 0,0 1 0,0-1 0,0 0 0,-1 1 0,1-1 0,0 1 0,0-1 0,0-1 0,1-20-254,-1 15 135,0 5 117,0-1-1,0 1 1,0-1 0,0 0-1,1 1 1,-1-1 0,1 1 0,0-1-1,-1 1 1,1-1 0,0 1 0,1 0-1,-1-1 1,0 1 0,1 0 0,-1 0-1,1 0 1,2-3 0,-1 3 10,0 0 1,0 1-1,0-1 1,0 1 0,0-1-1,0 1 1,1 0-1,-1 0 1,0 1-1,1-1 1,-1 0-1,0 1 1,1 0-1,3 0 1,-3 0 4,0 0 1,0-1-1,0 2 0,0-1 0,0 0 0,0 1 1,0 0-1,0 0 0,-1 0 0,1 0 1,0 1-1,0-1 0,-1 1 0,1 0 1,-1 0-1,0 0 0,0 1 0,0-1 1,0 1-1,0 0 0,0 0 0,0 0 0,-1 0 1,0 0-1,1 0 0,2 7 0,11 17 278,-2 1 0,-1 1 0,15 44-1,17 92 1804,-29-98-1255,12 13 233,-28-77-1005,0-3-142,0-2-376,0-117-9372,0 87 2406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41.2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 0 6003,'0'0'7534,"0"1"-7478,0-1 1,0 0 0,0 0-1,-1 0 1,1 0 0,0 1-1,0-1 1,0 0-1,0 0 1,0 0 0,0 1-1,0-1 1,0 0-1,0 0 1,0 0 0,0 1-1,0-1 1,0 0-1,0 0 1,0 0 0,0 1-1,0-1 1,0 0 0,0 0-1,0 0 1,0 0-1,0 1 1,0-1 0,0 0-1,1 0 1,-1 0-1,0 1 1,0-1 0,0 0-1,0 0 1,0 0-1,1 0 1,-1 0 0,0 0-1,0 1 1,13 10 517,-1 1 0,21 26 0,-29-33-473,-1 0 0,0-1 0,0 2 0,-1-1 0,1 0 0,-1 1 0,0-1 0,0 1 1,-1-1-1,0 1 0,0 0 0,0 8 0,-1-10-49,0-1 0,0 0 0,0 1 0,0-1 0,-1 0 0,0 0 0,0 0 0,0 1 0,0-1 0,0 0 0,0 0-1,-1 0 1,-2 3 0,0-2-12,0 0-1,0 0 0,0 0 0,0-1 0,-1 0 0,1 0 0,-6 3 0,-14 7 84,-1-2 0,-42 15 0,66-26-119,1 0 0,-1 0 0,1 0 0,0 0 0,-1 0 0,1 1 0,-1-1 0,1 0 0,-1 0 0,1 0 0,0 1 0,-1-1 0,1 0 0,0 0 0,-1 1 0,1-1 0,0 0 0,-1 1 0,1-1 0,0 0 0,0 1 0,-1-1 0,1 0 0,0 1 0,0-1 0,0 1 0,-1-1 0,1 0 0,0 1 0,0-1 0,0 1 0,0-1 0,0 1 0,0-1 0,0 1 0,0-1 0,0 0 0,0 1 0,0-1 0,0 1 0,0-1 0,1 1 0,-1-1 0,0 0 0,0 1 0,0-1 0,0 1 0,1-1 0,-1 0 0,0 1 0,1-1 0,-1 0 0,0 1 0,0-1 0,1 0 0,-1 0 0,1 1 0,-1-1 0,0 0 0,1 0 0,-1 0 0,0 1 0,1-1 0,15 6 86,0 0 0,0-1 0,1-1 0,-1-1 0,1 0 0,-1-1 0,33 0 0,38-2-354,-86 0-472,-1-22-7538,0 6 79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41.8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276 48 6435,'0'0'6744,"9"-7"-6309,29-22-19,-22 18 496,-18 14 1420,-4 3-1947,-7 12-293,0 2 1,-11 22 0,3-6-24,-67 122 578,-69 175 0,155-328-646,-1 0 1,1 1-1,0-1 1,1 0 0,-1 1-1,1 0 1,0-1-1,1 1 1,-1 7 0,1-13-213,1-1-453,-1-1 497,1 0 0,-1 1-1,0-1 1,0 0 0,0 1-1,1-1 1,-1 0 0,-1 0-1,1-1 1,1-16-828,2 11 343,1 1 0,0-1 0,0 0 0,9-10 0,-2 2-821,13-24-2956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42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279 6 2673,'6'-5'11619,"-6"25"-10271,-2-9-1369,1-1 1,-7 22-1,-22 43 590,-3 0 0,-3-2 1,-3-2-1,-92 124 0,131-194-573,-1 0 0,1 0-1,-1-1 1,1 1-1,-1 0 1,1 0-1,0 0 1,-1 0 0,1 0-1,0 0 1,0 0-1,0 0 1,-1 0-1,1-1 1,0 1 0,1 0-1,-1 2 1,8-21-5797,7-12 220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43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0 111 4562,'0'0'9871,"0"8"-9281,4 617 5463,-4-1036-16182,0 234 9619,0 171 635,1 1-1,0 0 1,0 0 0,0 0 0,0 0 0,1 1 0,0-1 0,0 0-1,1 1 1,-1-1 0,1 1 0,0 0 0,0 0 0,0 0 0,1 0-1,7-6 1,1 0-28,0 1-1,0 0 0,1 1 0,19-10 1,-20 14-63,-1 1 1,1 0-1,0 0 1,0 1-1,0 1 0,0 0 1,0 1-1,0 0 1,12 2-1,14-1 379,-34 0-362,0-1 0,-1 1 0,1 0 0,0 0 0,-1 0 0,1 1 0,-1-1 0,1 1 0,-1 0 1,0 0-1,1 0 0,-1 0 0,0 1 0,-1-1 0,1 1 0,0 0 0,-1 0 0,1 0 0,-1 0 0,0 0 0,0 0 0,0 1 0,1 3 0,2 3 107,-1 0 1,0 0-1,0 0 0,-2 0 1,1 1-1,-1-1 1,1 16-1,-2-1 349,0 0-1,-5 34 1,3-50-403,-1 1 0,0-1 0,-1 1 0,0-1 0,0 0 1,-1 0-1,0 0 0,-1 0 0,-6 8 0,0 0 14,-2-1 0,0-1 0,-1 0 0,0 0-1,-26 19 1,31-28-83,0 0 0,0-1-1,0 0 1,0 0 0,-1-1-1,0-1 1,0 1 0,0-1-1,0-1 1,-1 0 0,1 0-1,-17-1 1,21-1-49,1 1-94,0-1 1,0 0-1,0-1 1,0 1-1,0-1 0,0 0 1,-4-2-1,7 3 67,1-1 0,0 0 0,-1 0 0,1 0 1,0 0-1,0 0 0,0 0 0,0-1 0,0 1 0,0 0 0,0 0 1,0-1-1,0 1 0,0-1 0,1 1 0,-1-1 0,1 1 0,-1-1 0,1 1 1,-1-1-1,1 1 0,0-1 0,0 0 0,0-2 0,-1 0-41,1 1 0,0-1-1,0 0 1,0 0 0,0 1-1,1-1 1,-1 0-1,2-3 1,-2 6 73,1 0 0,0 0 0,0 0-1,-1 0 1,1 0 0,0 0 0,0 1-1,0-1 1,0 0 0,0 0 0,0 1 0,0-1-1,0 1 1,0-1 0,0 1 0,0-1 0,0 1-1,1 0 1,-1-1 0,0 1 0,0 0 0,0 0-1,1 0 1,-1 0 0,0 0 0,2 0 0,2 0 35,0 1 0,0 0 1,0-1-1,0 1 1,-1 1-1,1-1 1,-1 1-1,1 0 1,-1 0-1,1 0 0,-1 0 1,0 1-1,0 0 1,7 6-1,1 3 211,0 0-1,19 27 1,-22-27-135,15 24 752,37 70 0,-28-44-57,-32-61-930,-1-19-8994,0 1 656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43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 5282,'0'0'8727,"0"-3"-7641,1-2 1179,1 7-819,3 17-283,8 35-645,-12-50-243,22 126 1783,9 40-32,-31-166-1972,0 0 0,1 0 0,-1 0 0,1 0 0,0-1 0,0 1 0,0 0 0,5 6 0,-6-10-47,-1 1 0,1-1-1,0 1 1,-1-1 0,1 1-1,-1-1 1,1 0-1,0 1 1,-1-1 0,1 0-1,0 1 1,0-1 0,-1 0-1,1 0 1,0 0 0,0 0-1,-1 0 1,1 0 0,0 0-1,0 0 1,1 0 0,-1-1-2,1 1 0,-1-1 1,1 0-1,-1 0 0,1 0 1,-1 0-1,0 0 0,1 0 0,-1 0 1,0-1-1,0 1 0,0 0 1,2-3-1,15-25-274,23-55 1,-19 37-225,2-4 81,-16 30 186,2 1-1,0 0 1,15-21-1,-24 40 171,-1 0-1,1 0 1,-1 1-1,1-1 1,-1 0-1,1 0 1,-1 0-1,0 0 1,0 1 0,1-1-1,-1 0 1,0 0-1,0 0 1,0 0-1,0 0 1,0-1-1,0-6-2184,3-4-2348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20.717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607 35 5090,'0'0'2385,"1"-6"-1936,8-22 5631,-8 37-5855,0 1 1,0 0 0,-1 0-1,-2 16 1,1 3 22,1 629 2156,-12-483-2213,0 0-195,-2 162 257,3-212-41,8 178 1,6-267-189,9 39 0,0 9 8,1 468-29,-15-361 79,3 23-119,-3 231-11,-13-238 119,-1 4-129,2 69 93,8-198-73,-24 110 1,-2 18-43,-14 250-518,21-136 514</inkml:trace>
  <inkml:trace contextRef="#ctx0" brushRef="#br0" timeOffset="1">406 5565 17880,'-40'433'-299,"29"-228"282,2-18 45,-26 269 284,25 250 16,12-443-133,-5-190-109,-18 102 1,1-24 4,16-84-8,-3 25-64,-8 79 58,10-101 47,-14 78 0,-37 292 615,50-314-447,5-70-124,-2 0 1,-15 77 0,-12 20 161,7 1 0,-4 192 0,24-285-202,-18 112 0,11-103-74,3 1 1,3-1 0,6 79 0,-1-41 14,-2 1-41,3 122 69,1-202-97,1 0-1,10 38 0,6 33 11,39 311 57,-13-120 24,-28-144-30,-5-54-77,-10-43 34,-2 59 1,2 43 51,8 172-45,-11-262 30,-5 153-21,-8-54 6,0 1 8,6-39 23,-1 73 59,8-3-136,0-192 36,0-20-1306,0 17 1026,0 0 1,-1 0-1,1 0 0,-1 0 0,0-1 0,1 1 0,-1 0 0,0 0 0,0 0 0,0 1 0,-1-1 1,1 0-1,0 0 0,-3-2 0,-19-21-4723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55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78 8644,'0'0'4749,"0"0"-4715,0-1 0,1 1 1,-1 0-1,1-1 0,-1 1 0,1 0 0,-1 0 1,1 0-1,-1 0 0,1-1 0,-1 1 1,1 0-1,-1 0 0,1 0 0,-1 0 1,1 0-1,-1 0 0,1 0 0,-1 0 1,1 1-1,-1-1 0,1 0 0,-1 0 1,1 0-1,-1 0 0,0 1 0,1-1 0,-1 0 1,1 1-1,5 6 196,-1 1 0,-1 0 0,1 0 1,-1 0-1,-1 1 0,4 12 0,1-1 144,62 196 2201,-46-134-1444,45 101 0,-63-167-985,2-1 1,0-1-1,11 16 1,-16-26-120,-1-1 0,1 0-1,0 0 1,0 0 0,0 0 0,1 0 0,-1-1 0,1 1 0,-1-1 0,1 0 0,0 0-1,0 0 1,0-1 0,0 0 0,0 1 0,8 0 0,-8-1-16,-1 0 1,0-1-1,1 0 0,-1 1 1,0-1-1,1 0 1,-1-1-1,1 1 1,-1-1-1,0 1 0,0-1 1,1 0-1,-1 0 1,0 0-1,0-1 0,0 1 1,0-1-1,0 0 1,0 0-1,0 0 0,-1 0 1,1 0-1,-1 0 1,0-1-1,1 1 0,-1-1 1,0 0-1,2-3 1,8-15-146,0-1 1,-1 0-1,0 0 1,-2-1 0,-1 0-1,-1-1 1,-1 0-1,3-27 1,10-203-1743,-18 221 1773,0 11 145,1 0 0,2 0 1,0 1-1,1-1 0,1 1 1,1 0-1,11-23 0,-6 32 107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57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52 4306,'0'0'6891,"0"-7"-6272,0-15 441,0 20 545,0 19-826,0 405 3845,-1-509-6865,3-96 1672,-1 172 551,0-1 0,1 1 0,0-1 0,1 1-1,1 0 1,7-19 0,-7 24 21,-1 0 1,1 0-1,0 0 0,0 0 0,0 1 0,1 0 1,0 0-1,0 0 0,0 0 0,1 1 1,-1 0-1,10-5 0,-7 5 8,1 1 0,-1 0 1,1 1-1,0-1 0,0 2 0,0-1 0,0 1 0,0 1 0,0 0 1,10 1-1,-8-1-27,-8 0 38,0 1 0,0 0 0,0 0 0,0 0 0,-1 0 0,1 0 0,0 0 0,-1 1 0,1 0 0,-1-1 0,1 1 0,-1 0 0,0 0 0,0 0 0,0 0 0,0 1 0,0-1 0,2 5 1,5 6 107,-2 1 1,8 16 0,-10-16-59,0 1 1,-2-1 0,0 1-1,0 0 1,-2 0 0,0 0-1,0 1 1,-4 23 0,2 2 191,1-37-240,0 0 0,0-1 0,0 1 0,-1 0 0,0 0 0,0-1 0,0 1 0,0-1 0,-1 1 0,1-1 0,-1 1 0,0-1 0,0 0 0,0 0 0,-6 6 1,4-4-6,-1-1 1,0 0 0,-1 0 0,1-1 0,0 0 0,-1 0 0,0 0 0,-10 4-1,-6-1-12,-1-1 0,1-1 0,-1-1-1,-28 1 1,-15-3-308,66-3 262,1 1 0,-1 0 0,1-1 0,-1 1 0,1 0 0,-1 0 0,1 0 0,0-1 1,-1 1-1,1 0 0,1-1 0,1 0 32,0 0 0,0 0 1,0 0-1,0 0 0,1 1 0,-1-1 0,0 1 1,1 0-1,-1 0 0,1 0 0,-1 1 1,5-1-1,46 1-65,-51 0 73,1 1 0,0 0 0,-1 0 0,1 1 0,-1-1 0,0 1 0,1-1 0,-1 1 0,0 0 0,0 0 0,0 1 1,0-1-1,-1 1 0,1-1 0,0 1 0,-1 0 0,4 5 0,4 7 41,-1 1 0,10 20 0,-17-32-30,9 20 367,13 47 0,-16-45 61,20 47 0,-29-75-692,1 1 0,0-1 1,-1 0-1,1 1 0,0-1 0,0 1 0,0-1 0,0 0 0,0 1 0,0-1 0,0 1 0,1-3 0,0-6-877,-1-20-3348,0 2-3633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57.4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0 6195,'0'0'6771,"-1"1"-6590,1-1 0,-1 0 1,1 1-1,0-1 0,-1 1 1,1-1-1,0 1 0,-1-1 0,1 1 1,0-1-1,0 1 0,-1-1 0,1 1 1,0-1-1,0 1 0,0-1 0,-1 2 1,9-2 98,-4-1-185,1 1 0,-1 0 1,0-1-1,0 2 1,0-1-1,1 1 0,-1-1 1,0 1-1,0 0 1,0 0-1,0 1 0,0-1 1,-1 1-1,1 0 0,0 0 1,-1 0-1,1 1 1,-1-1-1,4 4 0,0 1 42,0 0-1,-1 0 0,0 1 0,0 0 0,-1 0 1,1 0-1,-2 0 0,1 1 0,-2 0 0,1 0 1,-1 0-1,0 0 0,-1 1 0,0-1 0,0 1 1,-1-1-1,-1 1 0,0 18 0,-1-21-127,0-1 0,-1 0 0,0 0 0,0 0 0,-1 0 0,1-1 0,-1 1 0,0-1 0,-1 1 0,1-1 0,-1 0 0,0 0 0,0-1 0,-1 1 0,-6 5 0,-3 1 0,0 0 0,0-1 0,-1 0 1,-22 10-1,26-16 31,10-4-31,-1 1 1,1-1-1,0 1 0,-1-1 1,1 1-1,0-1 1,0 1-1,0 0 1,-1 0-1,1 0 1,0 0-1,-1 1 0,1 1 2,1-3-46,165 0 200,-94 0-3702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1:58.1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99 1905,'0'0'6459,"0"-33"-3047,-1 28-3284,0 0 0,0 0 0,0 0 0,-1-1 0,1 1 0,-6-8 0,1-4-5,5 12 3999,-2 39-3864,-1 0-1,-1 0 1,-2-1 0,-13 37-1,14-48-224,-1 12-24,-4 10-4644,7-37-37,-6 0-2507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01.8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35 2049,'0'0'3319,"0"-35"7670,-1 43-10421,-1 3-420,-1-1 0,-7 18 1,-6 19-39,3 8 370,2 1 0,3 0 1,2 0-1,2 1 0,7 90 0,-3-140-424,1 0 0,1 0 0,-1 0 0,1-1 0,0 1 0,1 0 1,-1-1-1,1 0 0,1 0 0,-1 0 0,1 0 0,0 0 0,0-1 0,1 0 0,0 1 0,0-2 0,0 1 0,7 4 0,-5-4-54,1-1 0,0 0 0,0 0 0,0-1 0,0 0 0,1 0 1,-1-1-1,1 0 0,0-1 0,-1 0 0,1 0 0,0-1 0,15-1 0,-22 1-97,-1 0 1,1-1-1,-1 1 0,0 0 0,1-1 1,-1 1-1,1-1 0,-1 0 0,0 1 1,1-1-1,-1 0 0,0 0 0,0 0 1,1 0-1,-1 0 0,0 0 0,0 0 1,0 0-1,1-2 0,0 0-721,0-1 0,0 1-1,-1-1 1,1 0 0,-1 0 0,1-4-1,1-5-4209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02.5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79 6867,'0'0'5248,"1"-5"-4797,-1 1-330,0 3-77,0-1-1,1 0 0,-1 1 0,0-1 0,0 0 0,1 1 0,-1-1 0,1 1 0,-1-1 1,1 1-1,0-1 0,-1 1 0,1 0 0,2-3 0,-1 11 2729,4 29-2380,18 216 2799,-13-129-1937,-11-117-1208,2 12 219,6 30 0,-7-45-246,-1 1-1,1-1 1,0 1 0,1-1-1,-1 0 1,1 1 0,-1-1-1,1 0 1,0 0 0,0 0 0,0-1-1,1 1 1,-1 0 0,0-1-1,4 3 1,-5-4-25,-1-1 0,0 0 0,0 0 0,0 0 0,0-1 0,1 1 0,-1 0 0,0 0 0,0 0 0,0 0 0,0 0 0,1 0 0,-1 0 0,0 0 0,0 0 0,0 0 0,0 0 0,0 0 0,0 0 0,1-1 0,-1 1 0,0 0 0,0 0 0,0 0 0,0 0 0,0 0 0,0 0 0,0-1 0,0 1 0,0 0 0,0 0 0,0 0 0,1 0 0,-1-1 0,0 1 0,0 0 0,0 0 0,0 0 0,0 0 0,0-1 0,0 1 0,0 0 0,0 0 0,-1 0 0,1 0 0,0-1 0,1-11-556,-1 9 408,0-26-491,1 4-124,-1-1 1,-2 1 0,0 0-1,-9-40 1,-6 10-313,4 19 633,3-1 0,0 0 0,3 0-1,1-1 1,-1-42 0,7 78 533,0-1 0,0 0 0,0 0-1,0 0 1,1 0 0,-1 0 0,1 0 0,0 1 0,1-4-1,-1 5-49,-1 0 0,1-1 0,0 1 0,0 0-1,1 0 1,-1 0 0,0 0 0,0 1 0,0-1 0,1 0-1,-1 0 1,0 1 0,1-1 0,-1 1 0,1-1-1,-1 1 1,0-1 0,1 1 0,-1 0 0,2 0-1,7-2 50,-1 1-1,1 0 1,-1 1-1,1 0 1,-1 0-1,1 1 1,-1 0-1,1 1 1,-1 0-1,0 0 1,0 1-1,0 0 1,15 8-1,-11-3 116,4 3 84,-1 0 1,0 0 0,17 18 0,-29-25-200,0 0 1,0 0 0,-1 0-1,0 1 1,0-1-1,0 1 1,0 0 0,-1 0-1,0 0 1,0 0-1,0 1 1,0-1 0,-1 0-1,0 1 1,0-1-1,0 8 1,-1-7-40,0 0 30,0 0 0,0 0-1,-1 1 1,-2 9 0,2-13-63,0 0 0,0 0 0,-1-1 1,1 1-1,-1-1 0,1 0 0,-1 1 0,0-1 1,0 0-1,0 0 0,0 0 0,0 0 0,-3 1 1,-6 5 3,0 0 0,0-2 0,0 1 0,-1-1-1,0-1 1,-1 0 0,-15 3 0,-30 2-1855,-5-7-4917,44-3-2569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25.722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248 1 2849,'0'0'11726,"5"3"-10918,1 7-616,1 2 1,-1-1-1,-1 1 0,0 0 0,0 0 1,-2 0-1,3 13 0,2 1-87,8 27-51,-3 1-1,-2 0 1,8 101-1,-15 337 307,-4-120 8,10-49-218,-10 308 36,16-409 14,0-39-87,-1 1324 92,-17-1033-162,-10-308-7,0 3-11,12-106-21,-13 338 77,-22 16 58,24-234-98,4-38-58,-12 704 192,20-623-123,-5-138-50,-20 115 0,11-116 71,-2 116-1,15 3853 1150,11-3219-1147,-29-316 114,-4-104-80,10-119-42,4-150-38,-12 143 6,14-255 105,-17 57 0,10-44-78,-5 12-6,15-58-69,3-3-2,-1 0 0,0-1 1,1 1-1,-1-1 0,0 1 1,1-1-1,-1 1 1,1-1-1,-1 0 0,1 1 1,-1-1-1,1 1 1,-1-1-1,1 0 0,0 0 1,-1 1-1,1-1 0,0 0 1,0 0-1,-1 1 1,1-1-1,0-1 0,-2-5-78,-56-150-2421,27 46-2511,6 9-1912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28.706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15 77 848,'0'0'7516,"-3"4"-5822,2-2-1206,0-2-237,0 1 0,0 0 0,0 0-1,0 0 1,1 1 0,-1-1 0,0 0 0,0 0-1,1 0 1,-1 0 0,1 1 0,-1 1-1,3-2-51,0 0 0,0 0-1,0 0 1,1-1-1,-1 1 1,0-1 0,0 1-1,4-1 1,-4 0-28,30 3 484,58-4 0,-31 0-298,72 1-334,156-1 50,-134-11-65,1 0 0,386 10 25,-282 4-53,-91 9 38,2 0 76,-168-11-93,552 15 225,-110-2-165,-409-13-55,147-12 127,-44 2-111,458 5 69,-342 7 18,1445-2-72,-1367-17 376,-172 6-282,742-18-200,-126 23 32,-503 7 44,303-3-70,-346-11 60,43-1 38,649 4-81,203 5-77,-630 7-357,705-2 768,-568 13-234,-145 5-25,15-10-3,-313-9-25,-132 0-6,0 3 1,91 15-1,-115-12 8,1-2-1,0-2 0,39-2 0,-10 0 5,38 1 22,523 9 271,-513-5-121,-33-2-112,120 17-1,-141-12-23,1-2-1,98-6 1,-59 0 440,157 1 784,-238 1-942,-1 0-1,22 5 1,14 2 83,0-5 291,-120-3-1870,-119-2-4483,64-6-76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38.909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27 352 3826,'0'0'7174,"-5"1"-6622,-16 7 3285,26-3-2892,6 1-773,25 3-9,0-1 0,1-2 0,54 2 0,115-7 161,-97-3-147,797 2 20,-586-18-38,0-1-54,119-1 198,-269 9-147,299 6 25,-275 6-127,252-1 869,-393 3-915,70 11-1,-15 0-6,184 8 22,277 32-115,-431-34 86,191 1 1,86-20-25,446-3-92,-488-24-76,53-1-255,82 18 512,54 7 46,-290 4-56,-101-1-82,235-5 128,96-6 143,-177 7-284,-86-1 50,369-17 40,-219-31-24,-72 7-13,42 21 13,-124 10-22,422 3-11,-423 13-16,-168-2 23,10 1 18,0-3-1,79-12 1,258-78-28,-348 72 25,1 3 0,0 3 0,1 2 0,125-3 0,1045 15 989,-1044 2-953,137-2 19,-159-13-70,49-1-4,-151 8 42,-30 2 8,105-2 337,-100 4 761,-28 1-1144,-27 1-1777,-121 0-2147,23 0 59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20.715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21 198 3169,'0'0'7017,"-4"3"-6150,-12 10-160,17-12-604,0-1 1,0 1-1,0-1 1,1 0-1,-1 1 0,0-1 1,1 0-1,-1 0 0,0 0 1,1 0-1,2 0 1,50 3 755,81 13 0,-119-13-835,45 2 125,109-2 1,-92-5-121,-57 2-12,325 12 572,293 14 483,162-26-181,-444-25-624,-31 0-259,639 23 34,-496 4 9,-66-3 96,438 2 13,23 12-93,-364 25-142,-103-4 96,217-17-31,-227-9 10,264-3-5</inkml:trace>
  <inkml:trace contextRef="#ctx0" brushRef="#br0" timeOffset="1">9527 351 18311,'339'2'-1,"109"-3"6,-93 12-5,-1 0 21,1720-8 51,-1389-37 150,-191 3 50,-407 27-261,-32 2-18,32-2 42,99-16 1,-151 14-33,404-77 42,-222 47 114,-67 14 109,-25 4 196,54-11 77,-116 19-385,105-4 0,-52 7-27,277-5 927,-382 12-1037,6-1 91,-1 0 1,0-1 0,0 0 0,0-2-1,0 0 1,-1 0 0,20-9-1,-31 12-31,-4 0-66,1 1 1,-1 0 0,1 0 0,-1 0-1,0 0 1,1 0 0,-1 0-1,0-1 1,1 1 0,-1 0 0,0 0-1,1 0 1,-1-1 0,0 1-1,1 0 1,-1-1 0,0 1 0,0 0-1,0 0 1,1-1 0,-1 1-1,0-1 1,0 1 0,0 0 0,0-1-1,1 1 1,-1 0 0,0-1 0,0 1-1,0 0 1,0-1 0,0 1-1,0-1 1,0 1 0,0 0 0,0-1-1,0 1 1,0-1 0,-1 1-1,-11 0-2,-229 0-6542,146 0 1555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44.28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0 77 7652,'0'0'3430,"26"0"-3011,174 0 1019,24 2 736,248-5-2088,-305-8-25,76-2 372,1881 10-231,-1810-18-102,-45 1 142,1050 12 113,-811 10-270,913-2-149,-1329 4 3,130 23 0,17 2-156,346-21 238,-358-10-69,-127 2 49,549-15 30,-29 1-1,-475 15-28,99 8 16,-35 0-1,36-9 93,267 13-81,192 15 71,-665-27-109,427 27 65,164-11 559,-433-19-214,371-17-1,-149 3 333,-266 14-593,277 1-18,-229 2-87,165 8 1051,-62-9-662,-240-9 827,87 5-754,-150 4-49,-1-2-345,0 2-128,0 0 0,0-1-1,0 1 1,1 0 0,-1 0 0,0 0 0,0-1 0,0 1 0,0 0 0,0 0-1,0 0 1,0-1 0,0 1 0,0 0 0,0 0 0,0 0 0,0-1-1,0 1 1,0 0 0,0 0 0,0 0 0,0-1 0,-1 1 0,1 0 0,0 0-1,0 0 1,0-1 0,0 1 0,0 0 0,0 0 0,-1 0 0,1 0-1,0-1 1,0 1 0,0 0 0,0 0 0,-1 0 0,1 0 0,0 0-1,0 0 1,0 0 0,-1 0 0,1-1 0,0 1 0,0 0 0,0 0 0,-1 0-1,1 0 1,0 0 0,0 0 0,0 0 0,-1 0 0,1 0 0,0 0-1,0 0 1,0 1 0,-1-1 0,1 0 0,0 0 0,-6 0-150,-96 0-5171,10 0-331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46.696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0 151 6643,'0'0'1740,"27"0"-1175,172-3 993,-191 3-1415,666 10 3313,-115-23-1714,-200 5-1276,34-3-414,-363 8-49,411-36 217,1 22-32,-361 17-189,745-19-4,662-19 219,-749 29 90,-709 9-300,455 15-96,145 19 28,4-32 124,-331-3-59,-35 8-3,-65-1 26,346 16-48,-156 2 11,262 11-9,176-28-88,-563-8-15,110-10-347,0 0 485,223 2 311,-2 0 137,1494 9 2049,-1748-26-608,-208 3-1055,7-1-136,3 19 683,-105 5-2606,-184 8-3441,23-4-715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09:49.277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0 2 5763,'0'0'3580,"28"0"-3231,142 0 340,133-1 3384,319 3-4035,-128 43-7,-265-18-1,221-16-33,-290-13 73,-22 1 138,278 8 627,-145 4-811,47 3 8,-39 17-59,57 4-10,493 21 53,-396-34 4,1-21 9,-247-1-24,162 24-34,-85-1 7,398-2-189,-228-20-312,-102-26 629,-149 6-65,-138 15-19,641-45 43,1 27 432,-648 22-440,533 8 68,26-2-43,-350-8-98,1630 2 753,-1572-21-662,-55 1 36,48 18 182,-57 1-191,37-23 27,-26 1 68,350 27 528,-416 1-738,-29-6 40,63 3 90,-67 10 41,122 4 2280,-259-13-1779,18 0 758,-41-5-4179,-25-10-167,-19-5-1665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06.744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335 10 4098,'0'0'6085,"19"-9"-634,-17 9-5426,-1 0 1,1 0 0,-1 0-1,1 0 1,-1 0 0,0 0-1,1 1 1,-1-1-1,1 0 1,-1 1 0,0 0-1,1-1 1,-1 1 0,0 0-1,1-1 1,1 3-1,-1 0 40,0 0-1,0 0 0,0 0 1,0 0-1,-1 0 0,3 7 1,4 13 119,-1 1 1,0 1 0,4 41 0,0 80 104,-7-83-298,1 358 97,-6-242 45,-11 237 121,-14 175 343,8-118-453,0 106 390,-23-89-504,40-482-28,-34 210 54,8-66 43,11-26-3,0 197 0,15-217-71,-19 137 0,-1 51 89,19-221-142,-1 68 92,4-67-66,-18 135 1,12-179 11,-5 27-12,-6 113-1,3 428 457,9-496-443,2 440 79,4-282-58,1 1004 601,12-1026-457,-1-41-126,-10 764 928,-5-544-787,1 489-18,-11-635-38,1-2-38,-1 274-16,11 305-7,-7-635 20,1-94-46,-19 199 82,16-160-125,9-106 17,-12 79-1,9-89-306,2 65 0,1-107 151,0-6-261,-2 0 0,1 0 1,-1 0-1,0 1 0,0-1 0,0 1 1,-1-1-1,0 1 0,0 0 0,0 0 0,-6-6 1,-4-9-1928,-8-12-2715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10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0 7251,'0'0'5467,"1"10"-2671,1-4-2584,1-1 1,-1 1 0,1-1 0,0 0-1,1 0 1,-1 0 0,1 0 0,0 0-1,6 4 1,8 11 130,3 8-53,0 1 1,-2 0-1,23 47 0,-34-58-226,-1-1-1,-1 2 1,0-1 0,-2 1-1,0-1 1,-1 1 0,2 39-1,-5-37-43,0-4 5,0-1-1,-5 30 1,4-40-25,-1 0-1,1 0 1,-2 0 0,1 0 0,-1 0-1,0 0 1,0-1 0,0 1 0,-1-1-1,-7 8 1,1-1-139,-1-2-1,-1 1 1,0-2-1,0 1 1,-1-2 0,-17 10-1,15-11-1197,-1 0 1,-32 10-1,-22-3-6475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18.7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89 9604,'0'0'7553,"0"-12"-6873,0-22-364,0 21 53,0 21 942,49 626-578,-25-417-177,-16-126-364,-2-20 283,25 125 0,-30-193-450,-1-1 5,1 1 1,-1 0-1,1-1 0,0 0 0,0 1 0,0-1 0,0 0 1,0 1-1,0-1 0,1 0 0,-1 0 0,1 0 1,2 3-1,-4-5 4,-2-26-591,0-1 165,-3 1 1,0 0-1,-1 1 0,-13-32 0,0-8-466,-11-41-458,5 0 1,-19-187 0,34 49 762,10 239 585,1 1 0,-1-1 0,1 1 0,0 0 0,1-1-1,-1 1 1,1 0 0,0 0 0,0-1 0,0 1 0,0 1-1,1-1 1,3-4 0,6-6 77,28-25 1,-8 8-49,-24 21-41,9-9-50,1 0 0,1 2 0,28-22 0,-41 35 23,0 0 0,1 1 1,-1-1-1,1 1 0,0 0 1,-1 1-1,1-1 0,0 1 1,1 1-1,-1-1 1,0 1-1,0 1 0,1-1 1,-1 1-1,0 1 0,14 1 1,-16 0 43,-1-1 1,1 1 0,-1 1-1,1-1 1,-1 0 0,0 1-1,0 0 1,0 0 0,0 0 0,-1 1-1,1-1 1,-1 1 0,6 7-1,4 8 424,17 34-1,-27-48-396,6 13 188,-1 0-1,-1 1 0,0 1 1,-2-1-1,0 1 0,4 34 0,-5 3 469,-3 64 0,-3-99-609,0 0 0,-1 0-1,-2 0 1,0 0 0,-1-1-1,-1 0 1,-1-1 0,-17 31-1,9-22-102,-1-1 0,-2-1 0,-1 0 0,-1-2 0,-25 25-1,35-39-14,-1-1 0,0 0-1,-1-1 1,0-1-1,0 0 1,-22 10-1,26-14-137,1-1 0,-1 0 0,0-1 0,0 0-1,0 0 1,0-1 0,-1 0 0,1 0 0,0-1-1,0 0 1,0-1 0,-12-2 0,20 2 110,0 1 0,0 0 0,0 0 0,0-1 0,1 1 0,-1-1 0,0 1 0,0-1 0,0 1 0,1-1 0,-1 0 1,0 1-1,1-1 0,-1 0 0,0 0 0,1 1 0,-1-1 0,1 0 0,-1 0 0,1 0 0,0 0 0,-1 0 0,1 1 0,0-1 0,-1 0 0,1 0 0,0 0 1,0 0-1,0 0 0,0 0 0,0 0 0,0 0 0,0 0 0,1-1 0,-1 0-1,0 2 21,0-1 0,0 1 0,0-1 0,0 1 0,0-1 1,0 0-1,0 1 0,0-1 0,0 1 0,0-1 0,0 1 1,1-1-1,-1 0 0,0 1 0,0-1 0,1 1 1,-1-1-1,0 1 0,1 0 0,-1-1 0,1 1 0,-1-1 1,0 1-1,1 0 0,-1-1 0,1 1 0,0-1 0,18-1 11,-12 2 2,8 0 64,0 0 1,-1 1-1,1 1 0,-1 1 1,1 0-1,-1 1 1,0 0-1,24 11 0,-17-4 237,0 0 0,-1 2-1,-1 0 1,35 31-1,-16-6 684,62 82 0,-46-53-731,-52-65-553,-20-21-12861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19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43 10005,'0'0'5591,"21"-7"-5070,71-20 151,-85 25-531,0 0 1,-1 1-1,1-1 0,0 2 1,0-1-1,0 1 1,0 0-1,13 2 0,-18-2-90,-1 0 5,1 1 0,-1 0-1,1-1 1,-1 1 0,1 0-1,-1-1 1,0 1 0,1 0 0,-1 0-1,0 0 1,0 0 0,0 1-1,0-1 1,0 0 0,0 0-1,0 1 1,0-1 0,0 0 0,-1 1-1,1-1 1,0 1 0,-1-1-1,1 1 1,-1-1 0,0 1-1,1-1 1,-1 1 0,0 0 0,0 1-1,1 10 174,-1-1 0,-2 23 0,1-24-111,-1-1-56,1 0 0,-2 0 0,0 0 0,0 0 0,0 0 0,-1-1 0,-1 0 1,0 0-1,0 0 0,-1 0 0,-8 10 0,-12 11-26,-45 42 0,56-58-23,-73 60 67,50-45-80,29-17-7,9-11 7,0-1-1,0 0 0,0 0 0,0 1 1,0-1-1,0 0 0,0 0 1,1 1-1,-1-1 0,0 0 0,0 0 1,0 1-1,0-1 0,1 0 0,-1 0 1,0 0-1,0 1 0,0-1 0,1 0 1,-1 0-1,0 0 0,0 0 1,1 0-1,-1 0 0,0 1 0,0-1 1,1 0-1,-1 0 0,0 0 0,1 0 1,30 1-44,-23-1 45,50 0 2,-8 2 89,0-3 1,0-2 0,64-12-1,-93 10-114,62-16 108,-72 18-219,-1-1 0,0 0 1,0-1-1,0 0 0,15-11 0,-23 14-181,1 0 0,-1 0 1,0 0-1,1 0 0,-1-1 1,0 1-1,-1-1 0,1 0 1,0 1-1,-1-1 0,1 0 1,-1 0-1,0 0 0,0 0 1,0 0-1,0 0 0,-1 0 1,1-1-1,-1 1 0,0-6 1,1-30-8339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19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269 13 10917,'0'0'6109,"2"-3"-5794,4-7 36,-3 13 33,-3 22 185,0-9-539,-3 21 198,-1 1 0,-2 0 0,-2-1 0,-12 37-1,-6 28-77,-154 562 1341,166-630-1292,10-28-168,2 0 0,-1 0-1,1 1 1,-1-1-1,2 0 1,-2 7 0,7-79-3877,15-86 1,-18 142 3207,10-57-5283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20.0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304 0 11205,'0'0'5491,"-3"13"-5291,-39 131 470,2-8 58,-47 214 1295,-27 95-583,107-422-1425,5-16-22,0 0-1,0 0 1,0 0-1,1 0 1,-1 11-1,2-17-445,0-8-1060,0-28-1424,0-21-2106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20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130 108 9556,'0'0'5283,"0"-10"-4091,-15 633 3793,6-359-3890,8-181-278,-3-149-1686,-3 2-1,-2-1 1,-23-75 0,15 69 122,3-1 0,-6-89 1,19-46-52,1 199 815,1-1 1,0 0-1,0 1 1,1-1-1,0 1 1,0 0-1,1 0 0,0 0 1,1 0-1,0 0 1,0 0-1,1 1 1,-1 0-1,2 0 1,-1 0-1,1 1 1,0 0-1,0 0 0,11-8 1,-6 6 73,1 0 1,0 2-1,0-1 1,0 1-1,1 1 0,-1 0 1,1 1-1,0 1 1,1 0-1,-1 0 0,26 0 1,-38 3-88,15-1 161,0 0-1,-1 2 1,1 0 0,30 6-1,-42-6-104,0 0 0,0 1 0,0 0 0,0-1 0,0 2-1,0-1 1,0 0 0,-1 1 0,1 0 0,-1-1 0,0 1-1,0 1 1,0-1 0,0 0 0,0 1 0,-1 0 0,1-1-1,-1 1 1,0 0 0,0 0 0,-1 0 0,2 6 0,0 2 104,0 1 1,-1 0-1,-1 0 1,0 0-1,-1 19 1,0-13-48,-1 2 8,-1 0 0,-1 0 0,-1 0 1,-1 0-1,0-1 0,-2 0 0,0 0 0,-12 22 0,-4 2-41,-1-2-1,-44 57 1,53-78-103,-1-1 1,-1-1 0,0 0-1,-2-1 1,0-1 0,-1 0-1,-28 17 1,19-24-625,18-7-72,10-2-224,9-1-24,15 1 909,1 2 1,0 0 0,-1 2 0,0 1-1,0 0 1,0 2 0,-1 1 0,0 0-1,-1 2 1,35 22 0,-22-11 435,-2 2 0,-1 1 0,-1 2 1,-1 0-1,43 55 0,-59-66-40,-4-3-556,-5-8-3387,-24-23-788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21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6963,'0'0'11176,"6"-11"-10248,18-33-250,-23 43-647,-1 0-1,0 1 1,1-1-1,-1 0 1,1 0 0,-1 1-1,1-1 1,0 0-1,-1 1 1,1-1 0,-1 1-1,1-1 1,0 1-1,0-1 1,-1 1 0,1-1-1,0 1 1,0 0-1,-1-1 1,1 1-1,0 0 1,0 0 0,0 0-1,0-1 1,0 1-1,-1 0 1,1 0 0,0 0-1,0 0 1,0 1-1,0-1 1,0 0 0,-1 0-1,1 0 1,0 1-1,0-1 1,0 0 0,-1 1-1,1-1 1,0 1-1,0-1 1,-1 1 0,1-1-1,0 2 1,5 5 94,-1 0 0,0 0 0,0 1-1,-1 0 1,0 0 0,6 16 0,-7-16-42,68 216 1654,-24-69-832,-44-144-852,12 28 64,-14-37-110,0 0-1,1 0 1,-1 0 0,0 0-1,1 0 1,-1 0-1,1 0 1,0-1 0,-1 1-1,1 0 1,0-1-1,0 0 1,0 1 0,3 0-1,-4-2-3,-1 1-1,1-1 0,-1 0 1,1 0-1,-1 0 1,1 0-1,-1 0 1,1 0-1,-1 0 1,1 0-1,-1 0 0,1 0 1,0 0-1,-1 0 1,1 0-1,-1 0 1,1-1-1,-1 1 1,1 0-1,-1 0 1,1-1-1,-1 1 0,0 0 1,1 0-1,-1-1 1,1 1-1,-1-1 1,0 1-1,1-1 1,8-18-18,4-34-370,-2 0 0,-3 0 0,2-59 0,1-1-508,-10 92 819,-1 15 66,1 1 0,-1-1 0,1 1 1,0-1-1,0 1 0,0-1 0,4-6 1,-5 11-66,1 1 0,-1-1 0,1 1 0,0 0 0,-1 0 0,1-1 0,-1 1 0,1 0 0,0 0 0,-1 0 0,1 0 0,0-1 1,-1 1-1,1 0 0,-1 0 0,1 0 0,0 1 0,-1-1 0,2 0 0,6-1-3519,2-4-1703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21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 6499,'0'0'11469,"7"0"-10596,61-1 360,3 0-729,102 10 0,-125-7-589,-28-2-2880,-28-10-3576,-16-2 1149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21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14054,'0'0'5763,"178"19"-4690,-108-16-801,-11-3-192,-7 0-80,-17 0-192,-10 0-1137,-11 0-2513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28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3 224 4322,'0'0'5893,"0"-5"-5028,-3-35 1108,4-62 1,1 25-1098,16 558-537,-1 8 1363,-18-421-1389,3 71 495,-2-138-785,2 20 342,-2-20-358,0-1 0,1 1 0,-1-1 0,0 1 0,0-1 0,0 0 0,0 1 0,1-1 0,-1 1 0,0-1 0,0 1 0,1-1 0,-1 0 0,0 1 0,1-1 0,-1 0 0,0 1 0,1-1 0,-1 0 0,1 1 0,-1-1 0,0 0 0,1 0-1,-1 0 1,1 1 0,-1-1 0,1 0 0,-1 0 0,2 0 0,-2-22-527,0-63-4808,0 35 670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29.4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16 266 5907,'0'0'4178,"-2"-21"-3829,-3-6-216,2 9 12,0 1 0,2-1-1,0 0 1,3-34 0,-2 48-89,1 1 1,0 0 0,0-1 0,1 1 0,-1 0 0,1 0 0,0 0 0,0 0 0,-1 0 0,2 1 0,-1-1 0,0 0 0,1 1 0,-1 0 0,1-1 0,0 1 0,0 0 0,-1 0 0,1 1 0,7-4 0,3-1 65,1 0-1,1 1 1,19-4 0,-19 5-29,1 2 0,0 0 0,0 1 0,0 1 0,31 3 0,-41-2-62,0 0 1,-1 1 0,1 0 0,-1 0 0,0 0 0,1 1-1,-1 0 1,0 0 0,-1 0 0,1 1 0,0-1 0,-1 1-1,0 0 1,4 5 0,10 12 290,25 39-1,-30-42-164,-12-16-154,24 33 610,31 60 0,-49-82-408,-2 1 0,0-1-1,0 1 1,-1 0 0,-1 0-1,0 0 1,-1 0 0,0 23-1,-2-12 119,1-16-237,0 0 0,-1 0 0,0-1 0,-1 1 1,0 0-1,-1 0 0,1-1 0,-2 1 0,1-1 0,-5 10 0,-3 0-15,-1-1 0,-1-1 0,-1 0-1,0-1 1,-1 0 0,0-1 0,-31 23 0,34-29-63,-1 0 0,0-1 0,0 0-1,-1-1 1,0 0 0,0-1 0,0-1 0,-1 0 0,1-1 0,-1 0 0,0-1 0,-17 1 0,22-3 7,-1 0-22,-1 0 0,1-1 0,0 0 0,-18-3 1,24 2-30,1 1-1,0 0 1,-1-1 0,1 0 0,0 1 0,0-1 0,0-1 0,0 1-1,0 0 1,0-1 0,1 1 0,-1-1 0,1 0 0,0 0 0,0 0-1,0 0 1,-2-4 0,1 1-58,1 1 0,0-1 0,0 0-1,1 0 1,0 0 0,0 0 0,0 0 0,0 0-1,1 0 1,0 0 0,1 0 0,1-12 0,-1 17 91,-1 0 1,1 0-1,0 1 1,0-1-1,0 0 1,0 1-1,0-1 1,0 0-1,0 1 1,0-1 0,0 1-1,0 0 1,0-1-1,0 1 1,0 0-1,0 0 1,0-1-1,1 1 1,-1 0 0,0 0-1,0 0 1,0 0-1,0 0 1,0 1-1,0-1 1,2 1-1,5-1 8,1 1 24,1 0 1,-1 0-1,0 1 0,1 1 0,-1-1 0,0 2 0,0-1 0,0 1 1,-1 0-1,1 1 0,-1 0 0,0 0 0,-1 1 0,12 10 1,8 11 311,-1 1 0,31 41 0,-48-57-196,40 56 508,-3 2 0,54 111-1,-81-131-910,-18-50-64,0 0 0,0 1 1,0-1-1,1 0 0,-1 0 1,0 1-1,0-1 0,0 0 1,0 0-1,1 0 0,-1 0 1,0-1-1,0 1 0,0 0 1,0 0-1,1-1 0,-1 1 1,0-1-1,0 1 0,1-2 1,14-16-5690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0.2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8 209 8964,'0'0'5789,"-1"-9"-5271,-1-1-293,-2-28 3581,14 39-3771,-7 1-30,0-1 1,0 1-1,-1-1 1,1 1-1,-1 0 1,1 0-1,-1 0 1,0 0-1,0 1 0,0-1 1,0 0-1,0 1 1,0 0-1,1 3 1,20 42 72,-22-46-75,28 82 562,18 89 0,0-1 751,-44-159-1137,2 0 0,0-1 0,0 1 0,1-1 0,13 19-1,-17-27-148,1-1 0,0 0-1,0 0 1,0 0 0,0 0-1,1-1 1,-1 1 0,1-1-1,-1 0 1,1 0 0,0 0-1,0 0 1,0-1 0,0 1-1,0-1 1,0 0 0,0 0-1,0-1 1,0 1 0,1-1-1,-1 0 1,5-1 0,-7 1-26,1-1 0,-1 1 0,0-1 1,1 0-1,-1 0 0,0 0 0,0 0 1,0-1-1,1 1 0,-1 0 1,-1-1-1,1 0 0,0 1 0,0-1 1,0 0-1,-1 0 0,1 0 1,-1 0-1,2-4 0,4-5-40,-1-2 0,6-17 0,-7 18-27,39-111-2036,35-153-1,-71 241 1877,-2 0 0,-1-1 1,1-69-1,-6 100 212,0-1 1,0 0-1,-1 1 0,0-1 1,0 1-1,0-1 0,-1 1 1,-3-11-1,3 14 6,1 0-1,-1-1 0,1 1 1,-1 0-1,0 0 1,0 0-1,0 1 0,0-1 1,0 0-1,0 1 1,0-1-1,0 1 0,-1 0 1,1 0-1,-1 0 0,1 0 1,-1 0-1,1 0 1,-1 1-1,-3-1 0,3 0 0,-1 0 0,0 1 0,1-1 0,-1 1 0,0 0-1,1 0 1,-1 1 0,0-1 0,1 1 0,-1-1 0,1 1 0,-7 2-1,9-1 5,-1-1 0,0 0 0,0 1 0,1-1-1,-1 1 1,1 0 0,-1-1 0,1 1 0,0 0 0,0 0-1,0 0 1,0 0 0,0 0 0,0 0 0,0 0-1,1 0 1,-1 0 0,1 1 0,-1-1 0,1 0-1,0 3 1,-1 3 81,0 0-1,1 0 0,0 0 1,1 0-1,-1 0 0,1 0 1,1-1-1,0 1 0,0 0 1,0 0-1,1-1 0,0 0 1,8 14-1,-7-16-16,0 0 0,0 0 0,0-1 0,1 1-1,0-1 1,-1 0 0,2 0 0,-1 0 0,0-1 0,1 0 0,0 0 0,-1 0 0,1-1 0,0 0 0,1 0 0,-1 0 0,0-1-1,9 1 1,8 0-23,0 0 0,0-2 0,0-1 0,27-3 0,-33 1-1218,1-1 0,-1 0 0,21-9-1,-15 6-4158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0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29 13670,'0'0'6883,"-10"-28"-23962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2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82 768,'0'0'9525,"0"-8"-8210,0-26-208,0 26 1924,0 11-2858,0 126 331,14 815 4136,-13-919-4527,-1-17 1,0 0 0,1 0-1,0 0 1,0 1-1,3 7 1,-4-15-107,0-1 1,0 0-1,0 1 0,0-1 1,0 1-1,0-1 1,1 0-1,-1 1 0,0-1 1,0 1-1,0-1 0,1 0 1,-1 1-1,0-1 0,0 0 1,1 1-1,-1-1 1,0 0-1,1 0 0,-1 1 1,0-1-1,1 0 0,-1 0 1,0 1-1,1-1 0,-1 0 1,1 0-1,-1 0 1,0 0-1,1 0 0,0 0 1,0 0 1,-1 0 1,1-1-1,-1 0 0,1 1 1,0-1-1,-1 1 1,1-1-1,-1 0 0,0 1 1,1-1-1,-1 0 1,1 1-1,-1-1 1,0 0-1,0 0 0,1 1 1,-1-1-1,0 0 1,0 0-1,0 1 0,0-2 1,5-40-584,-2-1 0,-3-60 0,-1 38-593,0 30-127,-2 1 0,-1 0 0,-2 0 0,-1 0 0,-1 1 0,-26-63 0,25 71 927,1-1-1,1 0 0,1-1 1,-3-37-1,3-108 509,6 161-26,1 1 0,1 0 0,0-1 0,0 1 0,1 0 0,1 1 0,5-14-1,37-63 1243,-41 78-1253,-1 0-1,2 1 1,-1 0 0,1 0 0,0 0-1,0 0 1,1 1 0,-1 0-1,1 1 1,1-1 0,-1 1-1,1 1 1,0-1 0,0 2 0,1-1-1,-1 1 1,1 0 0,-1 0-1,1 1 1,0 1 0,0-1-1,15 1 1,-12 1 68,3-1-53,-1 2 1,21 2-1,-29-1-108,0-1 0,1 1 0,-1 0 0,0 1 0,-1-1 0,1 1 1,0 1-1,6 4 0,-1 0 89,-1 0 0,0 1 0,-1 1 0,1-1 0,-2 1 0,0 1 0,0-1 0,-1 2 0,0-1 0,10 24 0,-10-17 161,-1 1 1,-1-1 0,-1 1 0,-1 0-1,0 1 1,0 37 0,-3-41-122,0-1 0,-1 0 0,0 0 0,-1 0 0,-1 0 0,0-1 0,-1 1 0,-1-1 0,0 1 0,-1-2 0,-14 26 0,-5 2 126,-2-2-1,-48 55 1,62-80-253,-1 0 0,0-1 0,-1 0 1,0-1-1,-1 0 0,0-2 0,-1 0 0,-33 14 1,43-21-28,1-1 1,-1 0 0,0-1-1,-1 0 1,1 0 0,0 0-1,0-1 1,0 0 0,-10-2-1,16 2-8,-1 0 0,1-1 1,0 1-1,0-1 0,-1 1 0,1-1 0,0 0 0,0 1 0,0-1 1,0 0-1,0 0 0,0 0 0,0 0 0,0 1 0,0-1 0,0-1 0,0 1 1,1 0-1,-1 0 0,0 0 0,1 0 0,-1-1 0,1 1 0,0 0 1,-1 0-1,1-1 0,0 1 0,-1 0 0,1-1 0,0-1 0,0-4-212,0 0 0,0-1 1,1 1-1,1-8 0,-1 14 222,-1 0-32,0-1 0,1 0 0,-1 0 1,1 1-1,0-1 0,0 0 0,0 1 0,0-1 1,0 1-1,0-1 0,0 1 0,0-1 1,0 1-1,1 0 0,-1 0 0,0 0 0,1-1 1,0 1-1,-1 1 0,1-1 0,-1 0 0,1 0 1,0 1-1,-1-1 0,1 0 0,0 1 1,3-1-1,6 0 24,-1 0-1,1 1 1,19 1 0,-18 0 11,-3 0 58,1 1 0,-1 0 0,1 1 0,-1 0-1,0 0 1,0 1 0,0 0 0,0 0-1,-1 1 1,1 1 0,-1-1 0,0 1-1,-1 1 1,0-1 0,10 12 0,3 5 415,-1 2 1,-1 0-1,25 45 1,-25-32 285,-1 1 1,22 76-1,-6-15 254,-27-90-710,-3-9-496,-1-9-1382,-2-29-2124,0-17-2524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2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74 8676,'0'0'7350,"19"-12"-6651,66-38-181,-82 48-473,0 0 1,0 1 0,1-1 0,-1 1 0,1 0 0,-1 0 0,1 0 0,-1 1 0,1-1-1,0 1 1,5 0 0,-7 0-5,-1 1 0,1-1 0,-1 0 0,1 1 0,-1 0-1,1-1 1,-1 1 0,1 0 0,-1 0 0,1-1 0,-1 1 0,0 0 0,0 0-1,0 1 1,1-1 0,-1 0 0,0 0 0,1 2 0,0 2 80,0 0 1,0 0 0,0 1-1,0-1 1,-1 0 0,0 1-1,0-1 1,-1 1 0,1 0-1,-2 6 1,2 7 19,-1-7-40,0 1-1,0-1 1,-1 0 0,-1 1-1,0-1 1,-3 12 0,-7 1-9,0-1 0,-1-1 1,-1-1-1,-1 0 0,-24 26 1,-15 24 49,43-57-130,-7 16-30,17-30 2,1 3-49,10-2 26,389-19 301,-319 10-794,-29 5-3773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3.7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98 2305,'0'0'8257,"3"-5"-7179,9-14-254,-9 15-111,60-3 4604,94-5-4015,331 9-1172,-317 18-88,-84-5-46,2 5 0,13 0 58,496-6-58,-374-11-72,-208 2 79,134 0-6,153-20 1,223-42 68,-173 34-55,-124 28 13,-169 7 1454,-68 0-1678,-14 2-1169,-1 0 0,0-1 0,0-2-1,-29 5 1,-34 5-5573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4.8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30 247 1169,'0'0'6104,"-4"-21"-5184,-15-65-24,17 77-223,1 0-1,-1 0 1,1 0-1,1 1 1,1-18-1,0 5 3182,-1 27-3699,5 115 722,24 124 0,-5-47-38,-21-173-762,0 19 145,15 63 0,-17-102-216,-1-5 2,0 1 1,0 0 0,0 0-1,0 0 1,0 0-1,1 0 1,-1 0 0,0 0-1,0 0 1,1 0 0,-1-1-1,1 1 1,-1 0 0,0 0-1,1 0 1,0-1 0,-1 1-1,1 0 1,-1-1 0,1 1-1,0 0 1,0-1-1,-1 1 1,1-1 0,0 1-1,0-1 1,1 1 0,-2-1 212,0-17-350,1-12-714,-2 0-1,-9-56 0,-12-85-1803,1 11 1330,15 127 1158,0-1 1,3 0 0,0 0 0,2 1-1,5-43 1,-4 71 161,1 0-1,0 0 1,0 0-1,0 0 1,0 0-1,1 0 1,-1 0-1,1 0 1,0 1-1,1-1 0,-1 1 1,0-1-1,1 1 1,0 0-1,0 0 1,0 0-1,0 0 1,0 1-1,1-1 1,-1 1-1,1 0 1,-1 0-1,1 0 1,0 0-1,0 1 1,7-2-1,6-1 163,1 1-1,0 1 0,0 1 0,35 2 1,-19 0 128,-21-1-150,1-1 65,-1 2 1,1-1 0,0 1 0,-1 1-1,15 4 1,-24-5-135,0 1 0,0-1 0,0 1 0,-1 0-1,1 0 1,-1 0 0,1 1 0,-1-1 0,0 1 0,0 0 0,0 0-1,0 0 1,-1 0 0,1 0 0,-1 0 0,0 1 0,0-1 0,0 1-1,0 0 1,-1 0 0,3 7 0,-1 2 81,0 1 0,-1-1 1,0 1-1,-1-1 0,-1 1 1,0 0-1,-1-1 0,-3 19 0,0-12-17,-1 1 0,-1-1 0,-1 0-1,-15 32 1,-52 81 93,63-116-240,0-1-1,-2 0 0,0-1 1,-1 0-1,-23 19 1,34-30-48,-2-1 1,1 0-1,0 0 1,-1 0 0,1-1-1,-1 1 1,0-1-1,0 0 1,0-1 0,0 1-1,0-1 1,0 0-1,-11 1 1,14-2-125,2-1 162,1 0 0,-1 0 0,0 1 0,1-1 0,-1 0 0,1 1 0,-1-1 0,1 0 0,-1 1 0,1-1 0,-1 0 0,1 1 0,0-1 0,-1 1 0,1 0 0,0-1 1,0 1-1,-1-1 0,2 1 0,4-3 34,0 1 1,0 0-1,0 0 1,0 1-1,1 0 1,-1 0 0,0 1-1,1-1 1,-1 1-1,0 1 1,1-1-1,-1 1 1,8 2-1,-5-1 79,0 1 0,0 0 0,0 0 0,0 1-1,-1 0 1,0 1 0,1 0 0,9 8 0,56 51 768,29 23-311,-101-85-602,-1-1 11,0 0 1,0-1-1,0 1 0,0-1 0,0 1 0,-1-1 0,1 1 1,0-1-1,0 0 0,0 1 0,0-1 0,0 0 1,0 0-1,0 1 0,2-1 0,-3-15-4071,-2-11-977,-7-2-3097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5.3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9332,'0'0'6275,"25"0"-5781,86 2 26,-95-2-288,1 2 0,28 5-1,-40-6-153,0 1-1,0 0 0,0 0 0,0 0 0,-1 1 1,1-1-1,-1 1 0,1 0 0,4 5 0,-7-5-25,1 0 0,-1 0 0,0 0 0,-1 1 0,1-1 0,-1 1 0,1-1-1,-1 1 1,0-1 0,0 1 0,-1 0 0,1 0 0,-1-1 0,1 1 0,-2 6 0,1-1-17,0 0 0,-1-1 0,0 1-1,-1-1 1,0 1 0,-3 7 0,-3-1 12,0 0-1,-1-1 0,0-1 0,-2 1 0,1-2 0,-22 20 0,-2 5 96,32-35-137,0 1 0,0-1 1,0 1-1,1-1 0,-1 1 1,1 0-1,-1-1 0,-1 6 1,3-6 74,67-1 1085,81-3-927,-140 2-270,0-2 1,0 1-1,0-1 1,-1 0-1,9-4 0,-13 5-394,1-1 0,-1 1 0,1-1 0,-1 0 1,1-1-1,-1 1 0,0-1 0,0 1 0,0-1 0,0 0 0,4-6 0,1-6-4179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5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 11557,'0'0'5139,"192"-6"-4835,-136 6-160,-7 0-112,-14 0-48,-11 0 16,-13 0-496,-32-10-14423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6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7812,'0'0'3873,"0"195"-1568,0-123-592,3 3-496,8 0-433,-4-18-576,0-23-112,3-12-96,1-22-176,3 0-832,0-22-1425,-1-31-1793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6.6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12 149 2593,'0'0'7078,"9"-5"-5971,28-14-106,-29 16-520,-7 6-10,-1 675 8293,0-676-8492,2-28-565,-2-45-1,-2 23-490,2 30 336,0 0 0,-2 1-1,0-1 1,-1 1 0,-7-23 0,-2 5 108,2 0 0,2-1 1,1 0-1,2-1 0,-2-55 1,7 69 341,-1 6 26,2 0 0,1-17 0,-1 29-20,0-1 0,1 1 0,-1 0 0,1 0 0,0-1-1,0 1 1,1 1 0,-1-1 0,1 0 0,5-5 0,0 0 5,1 0 0,0 1 0,1 1 1,0 0-1,0 0 0,1 1 0,-1 0 0,2 1 1,-1 0-1,1 1 0,0 0 0,0 1 0,0 0 1,1 1-1,-1 0 0,1 1 0,24-1 0,-22 3 33,-3 0 62,-1 0 1,0 0 0,1 1 0,14 4 0,-22-4-55,0 0 0,0 1 1,0 0-1,0 0 0,-1 0 1,1 0-1,0 0 1,-1 1-1,0-1 0,0 1 1,0 0-1,0 0 1,0 1-1,0-1 0,3 5 1,0 4 180,0 1 1,0-1 0,-1 1 0,0 0 0,-1 0-1,-1 1 1,0-1 0,2 27 0,-4-4 249,0 0 0,-6 42 0,4-65-421,-2 0-1,0 1 1,0-1 0,-1-1-1,0 1 1,-1-1-1,-1 1 1,0-1-1,-1-1 1,0 1-1,-10 11 1,12-16-61,-1-1 0,0 1 0,0-2 0,0 1 0,-1 0 1,0-1-1,0-1 0,0 1 0,0-1 0,-1 0 0,0-1 0,1 1 0,-1-2 0,-1 1 1,1-1-1,0 0 0,-1-1 0,-13 1 0,19-3-37,0 1 0,0-1 0,0 0-1,0 1 1,0-2 0,0 1 0,0 0 0,0-1-1,1 1 1,-1-1 0,0 0 0,1 0 0,-1 0 0,1 0-1,0 0 1,0 0 0,0-1 0,0 1 0,0-1 0,0 1-1,1-1 1,-1 0 0,1 0 0,0 0 0,-2-5 0,1 3-196,0-1 0,0 0 0,1 0 0,0 0 0,0-1 0,0 1 0,1 0 0,-1 0 0,2 0-1,-1 0 1,1-1 0,0 1 0,1-6 0,-1 11 223,-1 0 0,1 0 0,-1 0 0,1 1 0,-1-1 0,1 0-1,-1 0 1,1 1 0,0-1 0,-1 0 0,1 1 0,0-1 0,0 0-1,-1 1 1,1-1 0,0 1 0,0-1 0,0 1 0,0 0 0,0-1-1,0 1 1,1 0 0,23-1 64,-17 1-51,0 0 62,0 1-1,-1 0 1,1 0-1,0 0 1,-1 1-1,1 1 1,-1-1 0,0 1-1,0 0 1,0 1-1,0-1 1,0 2-1,-1-1 1,0 1 0,1 0-1,7 8 1,5 9 433,-1 0 0,-1 0 0,18 34 0,-19-30-151,38 48 0,-53-73-381,0 0-11,0 0-1,0 1 1,0-1-1,1 0 1,-1 0-1,0 0 1,1 0 0,-1 0-1,0 0 1,1 0-1,-1 0 1,1 0-1,-1-1 1,1 1-1,2 0 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37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1 142 8116,'0'0'6501,"1"-10"-5660,1-3-577,2-33 1414,4 49-888,-3 4-615,0 0 0,-1-1 1,0 1-1,0 1 0,0-1 1,-1 0-1,0 1 0,3 12 1,4 10 343,60 191 1820,-26-72-1530,-41-140-771,0-1 0,0 1 0,1-1 0,9 16 0,-11-22-33,-1 0 1,1 0-1,0 0 1,0 0-1,0 0 1,0 0-1,0-1 0,0 1 1,0-1-1,0 1 1,1-1-1,-1 0 1,1 0-1,-1 0 0,1 0 1,-1-1-1,1 1 1,-1-1-1,1 1 0,4-1 1,-5 0 0,0 0-1,0-1 1,0 1 0,-1-1 0,1 1 0,0-1-1,0 0 1,0 0 0,-1 1 0,1-1-1,-1 0 1,1-1 0,-1 1 0,1 0 0,-1 0-1,1-1 1,-1 1 0,0-1 0,0 1-1,0-1 1,0 1 0,1-3 0,3-6-13,0 1 1,5-20-1,-7 19-42,33-98-794,25-70-1105,-52 158 1947,-2 0 0,0-1-1,-1 0 1,-2-1 0,0 1-1,-1-1 1,0-26 0,-3 35-8,1 8-3,-1 0-1,0 0 1,-1 1 0,1-1-1,-1 0 1,-1-7 0,1 11 16,1 0 1,-1 0-1,0 0 1,1-1-1,-1 1 1,0 0-1,0 0 1,0 0-1,0 0 0,0 0 1,0 1-1,0-1 1,0 0-1,0 0 1,0 1-1,0-1 1,0 0-1,0 1 1,-1 0-1,1-1 1,0 1-1,0-1 0,-1 1 1,1 0-1,0 0 1,-1 0-1,1 0 1,-3 0-1,2 0 8,0 0 1,0 0-1,0 0 0,0 0 0,0 0 0,0 1 0,0-1 1,0 0-1,0 1 0,0 0 0,-2 1 0,3-1-4,0 0-1,0 0 1,0 0-1,0 1 1,0-1-1,0 0 0,1 1 1,-1-1-1,1 0 1,-1 1-1,1-1 1,-1 1-1,1-1 1,0 1-1,0-1 1,0 1-1,0 1 0,-1 9 162,0 1 0,1-1 1,0 1-1,4 21 0,-4-30-115,1 1 1,1-1-1,-1 0 1,1 0-1,-1 0 1,1 0-1,0 0 0,1 0 1,-1 0-1,1 0 1,-1-1-1,1 1 1,0-1-1,1 0 1,-1 0-1,6 4 1,-2-3-34,0 0 1,1-1-1,-1 1 1,1-1-1,0-1 1,0 0-1,0 0 0,1 0 1,12 0-1,7-1-209,40-4-1,-61 3-329,1-1 0,-1-1 1,1 1-1,-1-1 0,0-1 0,0 1 0,0-1 0,0-1 1,7-3-1,12-7-5688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56.51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6 3986,'0'0'5277,"3"-1"-4767,-1 0 1,1 0-1,0 1 0,0-1 1,0 1-1,5-1 0,-6 3-433,1 0-1,-1 0 1,0 0 0,0 1-1,0-1 1,0 0 0,0 1-1,0 0 1,-1-1-1,0 1 1,1 0 0,-1 0-1,0 0 1,0 0 0,0 0-1,0 3 1,2 3 45,12 49 206,-3 0 0,-2 1 0,4 81 0,-10-85-242,49 559 210,-50-585-271,41 524 115,-41-230-214,-4-173 132,1-59-23,25 166 0,-7-132 7,5 233 1,-23 311 0,-4-852-6905,-3 62 112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2:58.39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1 265 1761,'0'0'4124,"0"11"-3571,0 89 2491,0-90-2884,-1 15 1214,1-24-1316,0-1 1,0 1-1,1 0 0,-1 0 0,0 0 0,0 0 0,0-1 0,1 1 0,-1 0 0,0 0 0,1 0 0,-1-1 0,1 1 0,-1 0 0,1-1 0,-1 1 0,1 0 0,-1-1 0,1 1 1,0 0-1,0 0 0,44 18 446,1-2 0,0-3 0,54 11 1,-59-20-455,-1-1 1,1-2 0,42-4 0,-6 0-33,-73 2-18,408-16 29,-152-20 1,-82 10-36,167-1 5,0 22 16,137-1 187,-387 6-58,39 1 11,178-20 0,55-18 38,-58 7 185,391-77-231,-264 59-81,-415 47-66,110-7-40,213-42 0,-229 26 43,1 4 0,1 6-1,142 0 1,211 2 50,248 1-66,-470 13 10,-108-4-1,210 7-48,-33 40 5,-133-14 73,234 46 9,33 2 61,-303-61 170,166-2 1,-129-16 117,-174 1-294,0 0-1,0 1 0,15 4 0,-15-3-9,0-1-1,0 0 1,16 0-1,-1-3 66,-17 0-42,-1 1-1,0-1 1,0 2 0,1-1-1,10 3 1,-1 3 1064,-12-3-921,-1-1 1,1 0 0,0-1-1,0 1 1,10 0-1,-22-10-2337,-28-6-1223,-13-5-2641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3:01.738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9995 11 4018,'0'0'5520,"-1"-6"-4994,1 5-480,0 1 1,0 0-1,0 0 0,0 0 0,0 0 0,0 0 0,0 0 0,0 0 0,0 0 0,0 0 0,0 0 0,0 0 0,0 0 0,0-1 0,0 1 1,0 0-1,0 0 0,-1 0 0,1 0 0,0 0 0,0 0 0,0 0 0,0 0 0,0 0 0,0-1 0,0 1 0,1 0 0,-1 0 0,0 0 1,0 0-1,0 0 0,0 0 0,0 0 0,0 0 0,0 0 0,0 0 0,0-1 0,0 1 0,0 0 0,0 0 0,0 0 0,0 0 1,0 0-1,0 0 0,0 0 0,1 0 0,-1 0 0,0 0 0,0 0 0,0 0 0,0 0 0,0 0 0,0 0 0,0 0 0,0 0 0,0 0 1,1 0-1,-1 0 0,0 0 0,0 0 0,0 0 0,0 0 0,0 0 0,0 0 0,0 0 0,0 0 0,0 0 0,1 0 0,6 9 62,-1 1 0,0 0 0,0 1 0,0 0 0,4 15 0,18 61 60,-26-79-162,14 54 43,-4 1-1,-2 1 1,2 66-1,-9 197 84,-3-116-34,8 46-63,60 374 0,-18-218-113,-32-217 54,-13 411 40,-8-327 32,1-253-99,-1-1-1,-1 1 0,-10 36 1,1-10 92,-9 30 6,15-62-32,1 1 0,1-1 0,1 1 1,-3 43-1,6-47-8,-1 1 1,-1-1-1,0 0 1,-9 24-1,11-36 18,0-1 0,-1 0 0,0 0-1,0 0 1,0 0 0,-1 0 0,1-1 0,-1 1 0,-1-1-1,1 1 1,0-1 0,-1 0 0,0-1 0,0 1 0,-8 5-1,8-6 60,0-1-1,0 0 1,0 0-1,-1-1 0,1 1 1,-1-1-1,1 0 1,-1 0-1,1 0 0,-1-1 1,0 0-1,1 0 0,-1 0 1,-8-1-1,-3-2-123,1-1 0,0-1 0,-15-6 0,-4-2 57,-32-14-151,51 19 139,0 1-1,0 1 0,-1 1 0,-19-5 1,-28 2-47,-1 3 0,-70 2 0,79 1 58,-64-12 1,-38-2 22,91 15-3,-288-19 59,172 6 502,-191 11 0,197 4-513,-510-1 207,372-12 352,129 2-482,77 3-117,-38-6-25,-28-1 154,-260-27 553,290 25-686,-46-8 0,-13 2-37,57 9 2,-17-1 149,-205 10 0,198 6-147,-371-2 209,510-1-193,0-2 1,-40-9-1,-1-1-21,-40-11 9,-112-14 10,27 4-10,-466-1 199,544 35-117,-306 3 61,4 23-198,-265 47 348,45-49 585,633-31-1009,7 6 112,0-1 1,0 1-1,0 0 0,0 1 1,0-1-1,0 0 1,0 0-1,0 0 0,0 1 1,-1-1-1,1 0 0,-2 0 1,-59-11-50,40 7 37,0 0-1,1 2 1,-26-1-1,-106 4 8,153 0 557,0 0-515,0-21-4823,0 11-1198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08.1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1 228 10773,'0'0'5368,"10"-14"-5206,30-44-119,-37 53-17,0 0-1,0 0 1,0-1 0,-1 1-1,0-1 1,0 0 0,-1 0-1,1 0 1,-1 0-1,-1 0 1,1 0 0,-1 0-1,0 0 1,0 0 0,-2-8-1,0-12 112,2-3-241,0 885 4898,1-855-4799,-1-1 0,0 1 0,0-1 0,0 0 1,0 1-1,0-1 0,0 1 0,1-1 0,-1 0 0,0 1 0,0-1 0,0 0 0,1 1 0,-1-1 0,0 0 0,1 0 0,-1 1 0,0-1 0,0 0 0,1 0 0,-1 1 1,1-1-1,-1 0 0,0 0 0,1 0 0,-1 0 0,0 1 0,1-1 0,-1 0 0,1 0 0,-1 0 0,0 0 0,1 0 0,-1 0 0,1 0 0,-1 0 0,1 0 0,-1 0 1,0 0-1,1-1 0,-1 1 0,0 0 0,1 0 0,-1 0 0,1 0 0,-1-1 0,0 1 0,1 0 0,-1 0 0,0-1 0,0 1 0,1 0 0,-1-1 0,3-5-547,-1-1 0,0 0 0,0 0 0,0 0 0,-1 0 0,0 0 0,-1 0 0,0 0 0,0 0 0,-1-10 0,0-3-2825,1-3-2839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08.5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0 6339,'0'0'7078,"10"3"-6521,-2 0-395,0 0-1,0 0 1,-1 0-1,0 1 0,11 7 1,-14-8-77,-1 0 1,1 0 0,-1 0 0,0 0-1,0 1 1,0-1 0,0 1 0,-1 0-1,0 0 1,1 0 0,-1 0 0,-1 0-1,1 0 1,1 8 0,0 2 177,-2 0 0,0 0 0,-1 26 0,0-16-115,0-19-128,-1 0-1,0 0 1,0 0-1,0 0 1,-1-1 0,0 1-1,1 0 1,-2 0-1,1-1 1,0 1-1,-1-1 1,0 0-1,0 0 1,0 0-1,-7 6 1,6-6-127,0 0 0,-1 0 1,1-1-1,-1 0 0,0 1 0,0-1 1,0-1-1,-1 1 0,1-1 0,0 0 1,-1 0-1,0-1 0,-8 2 0,-3-5-2414,8-8-1617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09.1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4626,'0'0'9404,"0"16"-8609,0-1-583,0 7 284,1 0 0,5 36 0,1-4 1132,-2 78 1,-2-29-447,-3-101-1177,0 0 0,0-1-1,0 1 1,0 0 0,0-1 0,1 1-1,-1 0 1,0-1 0,1 1 0,0 0-1,-1-1 1,1 1 0,0-1 0,0 1-1,0-1 1,0 1 0,0-1 0,0 0-1,0 1 1,2 1 0,0-2-16,-1 0 0,1-1 0,0 1 0,0 0 0,-1-1 0,1 1 0,0-1 0,0 0 0,-1 0 0,1 0 0,0-1 1,3 0-1,-1 1-84,0-1 1,-1 0 0,1-1 0,-1 1-1,1-1 1,-1 0 0,1 0 0,-1 0-1,6-5 1,34-31-1359,-33 28 765,1 0 0,15-11 0,-24 18 488,1 1 0,1 0 1,-1 0-1,0 0 0,1 0 0,-1 1 1,1 0-1,-1-1 0,1 2 1,-1-1-1,8 0 0,-11 1 194,0 0 0,1 1 0,-1-1 1,0 0-1,0 0 0,0 1 0,1-1 0,-1 1 0,0-1 0,0 1 0,0-1 0,0 1 1,0 0-1,0 0 0,0-1 0,0 1 0,0 0 0,0 0 0,0 0 0,-1 0 0,1 0 1,0 0-1,-1 0 0,1 0 0,-1 0 0,2 3 0,7 37 288,-3-13-37,-6-28-249,0 1-1,0-1 0,0 0 0,0 1 1,0-1-1,0 0 0,0 0 1,0 1-1,1-1 0,-1 0 1,0 1-1,0-1 0,0 0 1,0 0-1,0 1 0,0-1 0,1 0 1,-1 0-1,0 0 0,0 1 1,0-1-1,1 0 0,-1 0 1,0 0-1,0 1 0,1-1 0,-1 0 1,0 0-1,0 0 0,1 0 1,-1 0-1,0 0 0,1 0 1,2-9-905,-1-17-1152,-2-13-2859,0 0-1464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09.5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0 4562,'0'0'6262,"0"50"-1676,0 41-3476,-9 383 2755,7-409-3371,3-54-904,-1-40-824,0-64-6406,3 48 463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10.2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137 133 7908,'0'0'4834,"7"-9"-4541,21-27-10,-27 34-122,1 0 0,-1 0 0,0-1 1,0 1-1,0 0 0,-1 0 0,1-1 0,0 1 0,-1 0 0,0-1 0,1 1 0,-1 0 0,0-1 1,0 1-1,0-1 0,-1 1 0,0-4 0,0-4 290,1 9-450,0 0 0,0 0 0,0 0 0,-1 0 0,1 0 0,0 0 0,0 0 0,-1 0-1,1 0 1,-1 0 0,1 0 0,-1 0 0,1 0 0,-1 0 0,1 1 0,-1-1 0,0 0 0,0 0 0,1 1 0,-1-1 0,-1-1 0,-1 1 5,1 0-1,-1 0 1,0-1 0,1 1 0,-1 1-1,0-1 1,0 0 0,-2 0 0,-3 1 16,0-1 0,0 1 0,0 0 0,0 1 0,-12 2 0,18-2-4,-1 0 0,1 0 0,0 1-1,-1-1 1,1 1 0,0-1 0,0 1-1,0 0 1,0 0 0,0 0 0,0 0-1,1 0 1,-1 0 0,1 1 0,-1-1-1,1 0 1,0 1 0,-1 3 0,-17 51 538,11-16 368,1-1 0,2 2-1,0 65 1,5-106-911,0 0 0,0-1-1,0 1 1,0 0 0,0 0-1,0-1 1,0 1 0,0 0-1,1-1 1,-1 1 0,0 0-1,0 0 1,1-1 0,-1 1-1,0 0 1,1-1 0,-1 1 0,1-1-1,-1 1 1,1-1 0,-1 1-1,1-1 1,-1 1 0,1-1-1,0 1 1,0 0 0,0-1-3,1 0 0,-1 1 0,1-1 0,-1 0 0,0 0 0,1 0 1,-1 0-1,1 0 0,-1 0 0,0 0 0,1-1 0,-1 1 0,2-1 0,2-1-11,1 0-1,-1 0 1,-1-1-1,1 1 1,0-1-1,-1-1 1,6-3-1,3-7-412,0-1-1,-1 0 1,-1 0-1,0-1 1,-1-1-1,-1 0 1,0 0-1,-2 0 1,0-1-1,-1-1 1,0 1-1,-2-1 1,0 0-1,-1 0 1,0-34-1,-2 37 611,-1 16-175,0 1 0,0-1 0,1 0 0,-1 0 1,0 0-1,0 0 0,0 0 0,0 0 0,0 0 0,0 0 1,0 0-1,0 0 0,0 0 0,0 0 0,0 0 1,0 0-1,0 0 0,0 0 0,0 0 0,0 0 1,0 0-1,0 0 0,0 0 0,0 0 0,1 0 1,-1 0-1,0 0 0,0 0 0,0 0 0,0 0 1,0 0-1,0 0 0,0 0 0,0 0 0,0 0 1,0 0-1,0 0 0,0 0 0,0 0 0,0 0 0,0 0 1,0 0-1,0 0 0,1 0 0,-1 0 0,0 0 1,0 0-1,0 0 0,0 0 0,0 0 0,0 0 1,0 0-1,0-1 0,0 1 0,0 0 0,0 0 1,0 0-1,0 0 0,0 0 0,0 0 0,6 25 1207,22 222 1210,-27-126-2014,-1-74-295,0-39-111,-1 1 0,0-1 0,0 1 0,-1-1 0,0 0 0,0 0 0,-1 0 0,0 0 0,0 0 1,-1-1-1,-8 13 0,9-16-81,1 0-1,-1-1 1,0 1 0,-1-1 0,1 0 0,0 0 0,-1 0 0,0 0-1,0 0 1,0-1 0,0 0 0,0 0 0,0 0 0,-1 0 0,1-1-1,-1 0 1,1 0 0,-1 0 0,1 0 0,-1-1 0,1 1 0,-10-2-1,13 1-98,-1-1 0,0 1 0,1-1-1,-1 1 1,1-1 0,-1 0 0,1 0 0,0 0-1,-1 0 1,1 0 0,0 0 0,0 0-1,-1 0 1,1-1 0,0 1 0,0 0-1,0-1 1,1 1 0,-1-1 0,0 1-1,0-1 1,1 1 0,-1-1 0,1 1 0,-1-1-1,1 0 1,0 1 0,0-3 0,-1 2-29,-7-38-4427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11.0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73 3265,'0'0'5037,"1"-6"-4452,2-54 3507,-4 59-4080,1 1 0,0-1 0,-1 1 0,1 0 0,0-1 0,-1 1 0,1-1 0,-1 1 0,1 0 0,0-1 0,-1 1 0,1 0 0,-1 0 0,1-1 0,-1 1 0,1 0 0,-1 0 0,0 0 0,1 0 0,-1-1 0,1 1 0,-1 0 0,1 0-1,-1 0 1,1 0 0,-2 1 0,-21-2 310,17 2-177,-7-1 60,4-1-91,-1 1 0,1 1 0,-1 0 0,-10 2 1,16-2-89,0 1 1,0-1 0,0 1 0,0 0 0,0 0 0,1 0 0,-1 1 0,1-1 0,0 1 0,0 0 0,0 0 0,-5 5 0,1 2 151,1 0 0,-1 0 0,2 0 0,-1 0-1,2 1 1,-1 0 0,2 0 0,-1 0 0,1 1 0,-1 16 0,-1 12 1188,2 67 0,3-92-1072,0-12-240,0 1 0,0-1 0,0 0 0,0 1 0,0-1 0,1 1 0,0-1-1,0 0 1,0 0 0,0 1 0,3 4 0,-3-6-44,1-1-1,0 1 1,-1-1 0,1 0-1,0 0 1,0 0 0,0 0 0,-1 0-1,1 0 1,0 0 0,0 0-1,1-1 1,-1 1 0,0-1-1,0 0 1,0 1 0,0-1-1,0 0 1,3 0 0,1 0-16,-1 1 1,1-1-1,0 0 1,0 0-1,-1-1 0,1 1 1,0-2-1,-1 1 1,1 0-1,-1-1 0,1 0 1,-1 0-1,0-1 1,0 1-1,0-1 1,0 0-1,0 0 0,-1-1 1,1 0-1,-1 0 1,5-5-1,2-5-405,-1 1 0,0-1 1,-1-1-1,0 0 0,-2 0 0,0-1 0,0 0 0,-1 0 0,-1 0 1,-1-1-1,-1 1 0,0-1 0,-1 0 0,0 0 0,-2-20 0,6 38 3824,-4 3-3348,-1 1 0,-1 0-1,1 0 1,-1-1 0,0 10 0,0 12 85,7 55 766,-8 140 0,-2-197-807,-1-1-1,0 1 0,-2-1 1,-1 1-1,-1-2 0,-1 1 1,0-1-1,-2-1 0,-27 41 1,38-61-106,-1 0 0,0 1 0,0-1 0,0 0 0,-1 1 0,1-1 0,0 0 0,0 0 0,-1 0 0,1 0 1,0 0-1,-1-1 0,-2 2 0,3-1-54,0-1 0,0 0 0,0 0 0,0 0-1,0 0 1,0 0 0,0 0 0,0 0 0,1 0 0,-1 0 0,0-1 0,0 1 0,0 0 0,0-1 0,0 1 0,1 0 0,-1-1 0,-1 0 0,0-1-156,-1 0 1,2 0 0,-1 0-1,0 0 1,0-1 0,1 1 0,-1-1-1,1 1 1,-1-1 0,1 1-1,0-1 1,0 0 0,0-2-1,-6-34-3327,3-4-2451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12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83 944,'0'0'5982,"3"-26"2736,-2 19-8853,-1 5 92,1-1 0,-1 0 0,0 0-1,1 0 1,-2 1 0,1-1 0,0 0 0,0 0 0,-1 1 0,0-1 0,1 0 0,-1 0 0,-2-3-1,0 5 70,-1-1-1,0 1 0,1 0 0,-1 0 0,0 0 0,0 1 0,0 0 0,0-1 0,0 1 0,0 0 0,-5 1 1,-1 0 94,8-1-113,0 0 1,1 1-1,-1-1 1,0 1-1,1-1 0,-1 1 1,1 0-1,-1 0 1,1-1-1,-1 1 0,1 0 1,0 0-1,-1 1 1,1-1-1,0 0 0,0 0 1,0 1-1,0-1 0,0 0 1,0 1-1,0-1 1,1 1-1,-2 1 0,-14 42 176,14-39-132,-6 33 661,1 0-1,2 1 1,2-1 0,2 55 0,1-93-697,0-1-1,0 1 1,0 0 0,0-1 0,0 1 0,0-1 0,0 1-1,0 0 1,1-1 0,-1 1 0,0-1 0,0 1-1,1-1 1,-1 1 0,0 0 0,1-1 0,-1 1 0,0-1-1,1 0 1,-1 1 0,1-1 0,-1 1 0,1-1 0,-1 0-1,1 1 1,-1-1 0,1 0 0,0 1 0,-1-1-1,1 0 1,-1 0 0,1 0 0,0 1 0,-1-1 0,2 0-1,0 0-8,-1 0 0,1 0 0,0 0 0,0-1 0,0 1 0,0-1 0,0 1 0,-1-1 0,1 1 0,0-1 0,0 0 0,1-1 0,4-3-94,-1 0 1,0 0 0,-1-1-1,1 0 1,-1 0-1,0 0 1,-1-1 0,1 1-1,4-12 1,3-7-1190,14-40 0,-22 50 756,0 0 1,-1-1-1,-1 0 0,-1 0 1,0 1-1,-1-20 1,0 24 2827,7 13-872,-4 3-1297,0 0 0,0 0-1,0 0 1,-1 0-1,0 1 1,0-1 0,0 1-1,-1-1 1,0 1 0,0-1-1,0 8 1,3 6 67,3 17 68,-2 1-1,-1-1 1,-1 1-1,-2 0 1,-6 46 0,3-73-250,0 0 1,-1 0 0,0 0 0,-1 0 0,0-1 0,-1 1-1,0-1 1,0 0 0,-1-1 0,0 1 0,0-1 0,-1 0-1,-9 8 1,10-10-187,-1 0 0,0 0 0,0 0 0,-1-1 0,0 0 0,0 0 0,0-1 0,0 0-1,-1 0 1,1-1 0,-1 0 0,0-1 0,0 0 0,0 0 0,-10 0 0,19-2 31,-1 0 0,1 0 1,-1 0-1,1 0 1,-1 0-1,1 0 0,-1 0 1,1 0-1,-1 0 0,1 0 1,-1 0-1,1 0 0,0 0 1,-1 0-1,1-1 0,-1 1 1,1 0-1,-1 0 0,1-1 1,0 1-1,-1 0 0,1 0 1,0-1-1,-1 1 0,1 0 1,0-1-1,-1 1 0,1-1 1,0 1-1,-1 0 0,1-1 1,0 1-1,0-1 0,0 1 1,0-1-1,-1 1 0,1-1 1,0 1-1,0-1 0,-1-24-5241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12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54 273 7283,'0'0'6683,"0"2"-5906,-10 142 3569,0-3-2151,10-44-1079,-1-95-1106,1 0 1,0 0 0,0 0-1,1 0 1,-1 0 0,0 0-1,1 0 1,-1 0 0,1 0-1,0-1 1,-1 1 0,1 0-1,0 0 1,0 0 0,0-1 0,1 1-1,-1-1 1,0 1 0,0-1-1,1 1 1,2 2 0,-1-3-7,-1 0 1,0 0-1,1-1 1,-1 1 0,0 0-1,1-1 1,-1 0-1,1 1 1,-1-1-1,1 0 1,-1 0 0,1 0-1,-1-1 1,0 1-1,1 0 1,-1-1-1,5-1 1,-4 0-39,1 0 1,-1-1-1,1 1 0,-1-1 1,0 1-1,0-1 0,0 0 0,0 0 1,-1 0-1,1-1 0,-1 1 1,0 0-1,0-1 0,0 0 1,0 1-1,1-7 0,-2 8 9,7-18-455,-2 1-1,0-2 0,-1 1 0,-1-1 0,-1 1 1,0-1-1,-2 0 0,-2-35 0,0 48 412,1-1 0,-2 0 0,1 1 0,-1-1 0,-1 1 0,1 0 0,-2 0 0,1 0 1,-1 0-1,-7-11 0,-4-2 102,-1 0 1,-21-21-1,15 19 394,-21-31-1,40 48-337,1 0 0,-1 0 0,1 0 0,0-1 0,1 1 0,-1-1 0,1 0 0,1 1 0,-1-1 0,1 0 0,0 1 0,1-1 0,1-11 0,-1 15-106,-1 1 1,1-1-1,0 1 1,0-1-1,0 1 1,0-1-1,1 1 1,-1 0-1,0-1 1,1 1-1,0 0 1,-1 0-1,1 0 1,0 0 0,0 1-1,0-1 1,0 0-1,0 1 1,1-1-1,-1 1 1,0 0-1,1 0 1,-1 0-1,1 0 1,4-1-1,5 0-31,0-1 0,-1 2 0,1 0-1,16 0 1,-25 1 41,-1 1 1,1-1-1,-1 1 0,1-1 1,-1 1-1,1 0 0,-1 0 0,0 0 1,1 0-1,-1 1 0,0-1 1,0 0-1,0 1 0,0 0 0,0-1 1,0 1-1,0 0 0,-1 0 1,1 0-1,-1 0 0,1 0 0,-1 1 1,0-1-1,0 0 0,0 1 1,0-1-1,0 0 0,1 5 0,1 6-25,0 0-1,-1 0 1,0 1-1,-1 17 1,0-18 30,0 6-164,-1 0 1,-4 32 0,3-46 12,1-1 0,-1 1 0,-1-1 0,1 0-1,0 1 1,-1-1 0,0 0 0,0 0 0,0 0 0,-1 0 0,1-1 0,-1 1 0,0-1 0,0 1 0,0-1 0,-7 5 0,-9-1-6101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24.03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10 1 3282,'-9'0'12104,"14"0"-12056,-1 1 1,1 1 0,0-1 0,0 1 0,-1-1-1,1 1 1,7 5 0,-7-4-35,1 0-1,0 0 1,0-1 0,0 0-1,9 3 1,31 1 163,-7 0-208,53 1 0,-89-7 28,-1 0 1,0 1 0,0-1-1,0 1 1,0-1-1,0 1 1,0 0 0,0 0-1,-1 0 1,1 0 0,0 0-1,2 2 1,-3-2 2,1 0 0,0 0 1,0 1-1,0-1 0,0 0 1,0-1-1,0 1 0,1 0 1,-1 0-1,0-1 0,0 0 1,3 1-1,162-1 77,-161 0-65,1 1 1,0 1-1,-1-1 0,1 1 0,11 4 0,-12-3 4,1-1-1,0 0 0,0 0 1,0-1-1,13 2 1,50-3 2558,-68-1-3496,-11 3-4105,-16 3-2569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47.1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76 5763,'0'0'7048,"1"0"-6937,-1 0 1,0 0-1,0 0 0,1 0 1,-1 0-1,0-1 0,1 1 1,-1 0-1,0 0 0,0 0 0,1 0 1,-1-1-1,0 1 0,0 0 1,0 0-1,1-1 0,-1 1 1,0 0-1,0 0 0,0-1 0,0 1 1,1 0-1,-1-1 0,0 1 1,0 0-1,0 0 0,0-1 1,0 1-1,0 0 0,0-1 0,0 1 1,0 0-1,0-1 0,0 1 1,0 0-1,0-1 0,0 1 1,-1-1-1,-1-3-122,0 0 1,-1 0-1,0 1 1,0-1-1,0 1 1,0-1-1,-1 1 1,1 0-1,-1 0 1,0 0-1,0 1 1,0-1-1,0 1 1,0 0-1,-1 0 1,-7-2-1,0 1-48,0 0 0,0 1 0,0 0 0,-1 1-1,-14 0 1,24 1 51,0 0 1,0 1-1,0-1 0,-1 1 0,1 0 0,0 0 0,0 0 0,0 0 0,0 1 1,0-1-1,1 1 0,-1 0 0,0-1 0,1 1 0,-1 1 0,1-1 1,0 0-1,-1 0 0,1 1 0,-2 3 0,-4 6-9,1 0-1,1 1 1,-8 19-1,12-28 10,-13 35 278,2 1 0,2 0 0,1 1 0,2 0 0,2 1 0,-1 63-1,7-102-172,-1 0 0,1 0 0,0 0 0,1 0 0,-1 0 0,0 0 0,1 0 0,-1-1 0,1 1 0,0 0 0,0 0 0,2 3 0,-1-5-50,-1 0 0,1 0 0,-1 0 0,1 0 0,0 0 0,0 0 0,-1-1 0,1 1-1,0 0 1,0-1 0,0 0 0,0 1 0,0-1 0,0 0 0,0 0 0,-1 0-1,5-1 1,2 0-13,1 0 0,-1 0-1,0-1 1,0 0-1,0-1 1,0 0-1,0 0 1,0 0 0,-1-1-1,0-1 1,0 1-1,0-1 1,0 0 0,-1 0-1,9-10 1,-2 1-273,0 0 1,-2 0 0,0-1-1,0-1 1,-1 1 0,8-20-1,-13 22-292,0-1 0,0 0-1,-2 0 1,1 0 0,1-23-1,-2-73-4561,-3 84 8129,0 31-2793,1 146 1846,-2 199-793,0-320-1178,-2-1-1,-1 0 0,0 0 0,-3 0 0,0 0 0,-2-1 0,-1-1 0,-1 1 0,-27 46 1,34-68-55,0 1 0,0-1 0,-1 0 1,0 0-1,0-1 0,0 1 1,-1-1-1,0 0 0,-11 7 0,12-10-35,0 1 0,0-1-1,0 0 1,-1-1-1,1 1 1,0-1 0,-1 0-1,1 0 1,-1-1-1,1 0 1,-1 0 0,1 0-1,-11-2 1,12 1-33,1 0 1,-1-1-1,0 1 0,0-1 1,1 0-1,-1 0 1,1 0-1,-1-1 1,1 1-1,0-1 1,0 0-1,0 0 0,0 0 1,1 0-1,-1 0 1,1 0-1,0-1 1,-2-4-1,-3-6-477,0 1 0,1-1 0,-6-24 0,7 13-2103,-4-28-1,8 45 1723,-3-28-4977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48.0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269 113 4770,'0'0'5773,"4"-13"-5106,12-37 102,-15 48-625,0 0 1,-1 0 0,1 0-1,-1 0 1,0 0 0,0 0-1,1 0 1,-1 0 0,0 0-1,-1 0 1,1 0 0,0 0-1,-1 0 1,0-2 0,1 3-101,-1 0 1,1 0-1,-1 0 1,0 0-1,1 0 1,-1 0-1,0 0 1,0 1-1,0-1 1,1 0-1,-1 0 1,0 1-1,0-1 1,0 1 0,0-1-1,0 1 1,-3-1-1,-1-1-52,-1 1 0,0 1 0,0-1-1,0 1 1,0 0 0,-11 2 0,2-1 207,6-1-161,1 0-1,-1 1 1,1 0-1,0 0 1,-1 1-1,1 0 1,-10 4 0,13-4-12,1 1 1,-1-1 0,1 1 0,0 0-1,0 0 1,0 0 0,0 0 0,1 1-1,-1-1 1,1 1 0,0 0 0,0 0-1,0 0 1,-2 5 0,-2 10 192,1 0-1,0 0 1,1 0-1,1 1 1,1-1 0,-1 33-1,3-35-14,-6 125 2357,7-141-2525,1 1 0,-1 0 0,0-1 0,0 1 0,1 0 0,-1-1 0,1 1 0,0-1 0,-1 1-1,1-1 1,0 0 0,0 1 0,0-1 0,0 1 0,0-1 0,0 0 0,0 0 0,0 0 0,0 0 0,1 0 0,-1 0 0,1 0 0,-1 0-1,0 0 1,1-1 0,-1 1 0,1 0 0,0-1 0,-1 0 0,1 1 0,-1-1 0,1 0 0,0 0 0,-1 0 0,1 0 0,0 0-1,2 0 1,1 0-19,0-1-1,-1 1 1,1-1-1,0 0 1,-1 0-1,1 0 1,-1-1-1,1 1 1,-1-1-1,0 0 1,0-1-1,8-4 1,-4-2-160,1 0 1,-1-1-1,-1 0 1,0-1 0,0 1-1,-1-1 1,5-13 0,-3 4-745,-1 1 1,0-1-1,5-32 1,-7 16-895,-2-70 2345,-1 106-477,-1 0-1,0 0 1,0 0 0,0 0-1,0 1 1,0-1 0,0 0-1,0 1 1,0-1 0,0 1-1,0-1 1,0 1-1,0-1 1,0 1 0,-1 0-1,1 0 1,0-1 0,0 1-1,0 1 1,1 1-9,0 0 0,0 0 0,0 0 0,-1 0 1,0 1-1,2 4 0,0 7-105,0 1 0,1 18 0,-2-21 203,3 162 375,-6-121-227,1-16 79,-2-1 0,-9 51 0,8-71-299,-1 0 1,-1 0-1,-1-1 0,0 0 0,-1 0 1,0 0-1,-15 21 0,21-36-101,0 1 0,-1 0 0,1 0 0,-1-1 0,1 1 0,-1-1 0,1 1 0,-1-1 0,0 0 0,0 1 0,0-1 0,0 0 0,0 0 0,0-1 0,0 1 0,0 0 0,0-1 0,0 1 0,0-1-1,0 1 1,0-1 0,-1 0 0,1 0 0,0 0 0,0 0 0,0-1 0,0 1 0,-4-1 0,2-1-50,0 1 0,0-1 1,0 0-1,0 0 0,1 0 0,-1-1 0,1 1 1,-1-1-1,1 0 0,0 0 0,0 0 0,-4-5 0,-22-33-1579,-26-32-5472,27 41-953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48.7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272 42 5010,'0'0'5491,"1"-6"-4560,4-19-80,-5 24-800,0 1 1,0 0-1,0-1 1,0 1-1,0 0 0,0-1 1,0 1-1,0 0 1,0-1-1,0 1 1,0 0-1,0-1 0,0 1 1,0 0-1,-1-1 1,1 1-1,0 0 0,0-1 1,0 1-1,0 0 1,-1 0-1,1-1 1,0 1-1,0 0 0,-1 0 1,1 0-1,0-1 1,0 1-1,-1 0 0,1 0 1,0 0-1,-1 0 1,1-1-1,0 1 0,-1 0 1,1 0-1,0 0 1,-1 0-1,1 0 1,-16 0 197,12 1-18,-12-2 102,12 1-255,-1-1 1,1 1-1,-1 0 0,1 0 1,-1 1-1,1-1 1,0 1-1,-1 0 0,1 0 1,0 0-1,0 1 0,-1-1 1,1 1-1,0 0 0,0 0 1,-5 5-1,-1 2 41,1 1 1,1 0-1,0 1 1,0 0-1,1 0 1,0 1-1,1-1 1,1 1-1,0 1 1,0-1-1,1 1 1,-4 22-1,2 6 817,1 1-1,2 70 0,2-111-904,1 0 0,0 1 0,0-1 0,0 0 0,0 1 0,0-1 0,1 0 0,-1 1 0,0-1 0,1 0 0,-1 1 0,0-1 0,1 0 0,0 0 0,-1 0 0,1 1 0,0-1 0,0 0 0,-1 0 0,1 0 0,0 0 0,0 0 0,0 0 0,0 0 0,2 1 0,1-1-2,0 0 1,0 0-1,0-1 1,0 1-1,0-1 0,0 1 1,7-2-1,-11 1-29,6 0 12,0 0 1,0-1 0,0 0 0,-1 0 0,1 0-1,0-1 1,0 0 0,-1 0 0,1 0-1,-1-1 1,0 0 0,0 0 0,5-4-1,-3 1-114,1 0-1,-1-1 0,-1 0 0,1-1 0,-1 1 0,-1-1 0,7-12 0,-1-2-873,0-1-1,-2 0 0,-1-1 1,0 0-1,5-35 0,4-51-5370,-16 109 6638,-1 0-1,1 1 1,-1-1-1,1 1 1,0-1-1,-1 0 1,1 1-1,0-1 1,-1 1-1,1 0 1,0-1-1,0 1 0,-1 0 1,1-1-1,0 1 1,0 0-1,0 0 1,0 0-1,0-1 1,-1 1-1,1 0 1,0 0-1,0 0 0,0 1 1,0-1-1,0 0 1,-1 0-1,1 0 1,0 1-1,1-1 1,9 7-43,-6 0-174,0 0 0,-1 0 1,0 1-1,0 0 1,-1 0-1,0 0 0,0 0 1,1 10-1,12 74 303,-10-28-3,-4 72 0,-2-93-175,-1-13-45,0 0 1,-2 0 0,-2 1 0,-8 32-1,9-50-113,0 1-1,-1-1 0,0 0 0,-1-1 1,0 1-1,-1-1 0,0-1 0,-1 1 1,-1-1-1,0 0 0,-14 13 0,17-20-36,0 0-1,0 0 1,-1-1-1,0 1 1,1-1-1,-1-1 1,0 1-1,0-1 1,-1-1-1,1 1 1,0-1-1,-1 0 1,1-1-1,0 0 1,-11-1-1,13 1-86,-1 0 0,0-1 0,1 0 0,-1 0 0,1 0 0,-1-1 0,1 0 0,0 0 0,0 0 1,0-1-1,0 1 0,0-1 0,0 0 0,-5-6 0,-4-3-1272,2-1-1,0-1 1,-12-16 0,16 20 46,-20-23-6257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49.1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1 9044,'0'0'8868,"-45"131"-9188,45-171-2449,0-11-3586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49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257 4 2625,'0'0'10829,"0"0"-10792,0 0-1,0 0 0,0 0 1,0 0-1,0 0 1,0 0-1,0 0 1,0 0-1,0 0 0,0 0 1,0 0-1,0-1 1,0 1-1,0 0 1,0 0-1,0 0 1,0 0-1,0 0 0,0 0 1,0 0-1,0 0 1,0 0-1,0 0 1,0-1-1,0 1 0,0 0 1,0 0-1,0 0 1,0 0-1,0 0 1,0 0-1,0 0 0,0 0 1,0 0-1,0 0 1,0 0-1,0 0 1,0-1-1,-1 1 0,1 0 1,0 0-1,0 0 1,0 0-1,0 0 1,0 0-1,0 0 1,0 0-1,0 0 0,0 0 1,0 0-1,0 0 1,-1 0-1,1 0 1,0 0-1,0 0 0,0 0 1,0 0-1,0 0 1,0 0-1,0 0 1,0 0-1,0 0 0,-1 0 1,-11 0 210,1 0 143,0 0 1,0 1-1,-13 2 1,19-2-291,0 1 0,0-1 0,1 1 1,-1 0-1,1 1 0,-1-1 0,1 1 0,0-1 0,0 1 0,-5 5 1,1 0-6,1 1 1,-1-1 0,2 2 0,-1-1-1,1 1 1,1 0 0,-1 0 0,2 1-1,0-1 1,-6 22 0,3-1 196,1 0 0,-3 55-1,9 78 1118,0-162-1390,0 0 0,0 0 0,0 0 0,0 0 0,1 0 1,-1 0-1,1 0 0,-1 0 0,1 0 0,0 0 0,0 0 0,-1 0 0,2-1 0,-1 1 0,0 0 0,0-1 0,0 1 1,1-1-1,-1 1 0,1-1 0,-1 0 0,1 1 0,0-1 0,-1 0 0,1 0 0,0 0 0,3 1 0,2 0 19,0-1 0,0 0-1,1 0 1,-1 0-1,0-1 1,13-1 0,-16 0-45,1 0-1,-1 0 1,1 0 0,-1 0 0,1-1 0,-1 0-1,0 0 1,0 0 0,0 0 0,0-1 0,0 1-1,0-1 1,-1 0 0,1 0 0,-1 0 0,0-1-1,0 1 1,0-1 0,0 0 0,-1 0 0,1 0-1,2-8 1,0 1-327,0 0-1,-1-1 0,-1 1 1,0-1-1,0 0 0,-1 1 1,-1-1-1,0-13 0,-1 13-132,-2-18-1101,2 29 1532,0 0 1,-1-1 0,0 1 0,1 0 0,-1 0 0,0 0 0,1-1 0,-1 1 0,0 0 0,0 0 0,0 0 0,0 0 0,0 1 0,0-1-1,0 0 1,0 0 0,-1 1 0,1-1 0,-2 0 0,-5-2 133,0 1 1,0 0-1,0 0 0,0 1 0,0 0 1,0 1-1,0 0 0,-15 1 1,1 2 604,1 0 1,-22 8 0,36-10-606,1 0-1,0 0 1,-1 0 0,-10-1-1,14 0-107,2-1-252,1-1 0,-1 1 1,0 0-1,1-1 0,-1 1 1,1-1-1,0 1 0,-1-1 1,1 1-1,0-1 0,0 1 0,0-1 1,0 1-1,0-1 0,0 1 1,1-3-1,-1 0-945,0-12-4596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50.2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 8980,'0'0'9970,"14"0"-9503,23-1-720,1-1 1,49-10-1,-73 9-557,0 1 1,1 1-1,20 0 0,-28 1 514,-6 1 312,-1-1 0,1 1 0,0 0 0,0-1 1,0 1-1,0 0 0,-1 0 0,1 0 0,0-1 0,-1 1 0,1 0 0,0 0 0,-1 0 0,1 0 0,-1 0 0,0 0 0,1 0 0,-1 0 0,0 0 0,0 1 0,1-1 1,-1 0-1,0 0 0,0 0 0,0 0 0,0 0 0,-1 1 0,2 1 14,-1 0 1,0-1-1,0 1 1,0-1-1,-1 1 1,1-1-1,-1 1 1,1-1-1,-1 1 1,0-1-1,0 1 1,-1 2-1,-4 3 21,0 1 0,0 0 0,1 0-1,0 0 1,1 1 0,0-1 0,1 1 0,-1 0 0,2 0 0,-2 13 0,-3 21 249,1 48 1,3-50-85,-11 456 4255,13-509-5377,-1-1 1,0 1-1,-6-20 0,4 13-561,-7-22-3047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5:50.6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14359,'0'0'4290,"195"12"-4290,-171-12-1537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08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0 291 5010,'0'0'10432,"2"-4"-9981,6-17-254,-1-1 0,-1 0 0,-2 0 0,4-30 0,-1-96-753,-5 364 318,-3 202 3045,0-321-1881,1-181-7657,0 52 368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08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0 5555,'0'0'8660,"111"157"-7812,-107-104 208,-4 1-271,0-1-353,0-9 112,-17-9-528,-15-13 16,8-10-32,-1-12-752,8 0-1425,6-34-2881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08.9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27 7171,'0'0'5173,"5"-6"-4207,14-15-35,-19 21-892,0 1 0,0-1 0,0 0 0,0 0 1,0 0-1,0 0 0,0 0 0,0 0 0,0 1 0,0-1 0,0 0 0,0 0 0,0 0 0,1 0 0,-1 0 0,0 0 0,0 0 0,0 0 0,0 1 1,0-1-1,0 0 0,0 0 0,1 0 0,-1 0 0,0 0 0,0 0 0,0 0 0,0 0 0,0 0 0,0 0 0,1 0 0,-1 0 0,0 0 0,0 0 1,0 0-1,0 0 0,0 0 0,0 0 0,1 0 0,-1 0 0,0 0 0,0 0 0,0 0 0,0 0 0,1-1 0,-2 4 237,1 368 5543,0-369-5809,0-1 0,0 1 0,0-1 0,0 1 0,0-1-1,0 1 1,0-1 0,0 1 0,1-1 0,-1 1 0,1-1 0,-1 1 0,1-1 0,-1 1 0,1-1 0,0 0 0,0 0 0,-1 1 0,1-1 0,0 0 0,2 1 0,-1-1-9,1 0 1,0 0 0,-1 0-1,1-1 1,0 1 0,-1-1-1,1 0 1,0 0 0,0 0-1,2 0 1,6 0-15,0 0-188,1-1 1,-1 0-1,0 0 1,0-1-1,19-5 1,-23 5 52,1 0 0,0 0 1,14-1-1,-20 3 129,0 0 1,1-1 0,-1 1-1,0 1 1,0-1 0,0 0 0,1 0-1,-1 1 1,0-1 0,0 1-1,0 0 1,0 0 0,0-1-1,0 1 1,0 1 0,0-1-1,0 0 1,2 2 0,-2 0 192,20 19-1254,-21-22 976,-1 0-1,0 1 0,1-1 1,-1 0-1,1 0 0,-1 1 1,1-1-1,0 0 0,-1 0 1,1 0-1,-1 0 0,1 0 1,-1 0-1,1 0 0,-1 0 1,1 0-1,-1 0 0,1 0 1,0 0-1,0 0 0,0-1-95,-1 1-1,1-1 1,0 0-1,-1 1 1,1-1-1,-1 0 1,1 1-1,-1-1 1,1 0-1,-1 1 1,1-1-1,-1 0 1,1 0-1,-1 0 1,0 0-1,0 1 1,1-3-1,3-23-4796,-1-5-1795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09.3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8 5651,'0'0'7176,"0"-7"-5898,0 124 1303,-10 376 1473,9-480-4002,-6 120 550,4-257-8934,3 89 4154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10.0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99 127 5555,'0'0'5255,"7"-12"-4316,24-35-125,-29 44-677,-1 1 0,1 0 0,-1-1-1,0 1 1,0-1 0,0 1 0,0-1 0,0 0-1,-1 1 1,1-1 0,-1 0 0,1 0 0,-1 1-1,0-1 1,0 0 0,-1 0 0,1-3 0,-2-7 972,-1 12-1084,0 0-1,0 1 0,0-1 0,0 1 0,0-1 1,0 1-1,0 0 0,0 0 0,-6 1 0,3-1-10,3 0-8,1 0-1,-1 0 1,1 0-1,-1 0 0,1 1 1,-1-1-1,1 1 0,-1-1 1,1 1-1,0 0 0,-1 0 1,1 0-1,0 1 0,-3 0 1,2 1 10,0 1 0,1-1 0,-1 0 0,0 1 0,1 0 0,0-1 0,-3 8 0,-2 5 133,0 0 1,2 0 0,0 1 0,0-1 0,-3 35 0,3 84 1334,5-116-1237,0-19-236,0 1 0,0 0 0,0-1 0,0 1 0,0 0 0,0 0-1,0-1 1,0 1 0,0 0 0,0-1 0,0 1 0,0 0 0,1-1 0,-1 1 0,0-1 0,0 1-1,1 0 1,-1-1 0,1 1 0,-1-1 0,0 1 0,1-1 0,-1 1 0,1-1 0,-1 1-1,1-1 1,0 1 0,0-1 0,20-1 55,-18 0-101,1 0 0,-1 0 0,0-1 0,1 1 1,-1-1-1,0 1 0,0-1 0,0 0 1,0-1-1,-1 1 0,1 0 0,-1-1 0,1 1 1,2-5-1,3-4-426,0-1 0,8-16 0,-10 15-14,3-3-636,0-2 1,-2 1-1,0-1 1,-1 0-1,-1 0 0,0-1 1,-2 0-1,0 1 1,-1-1-1,-1-28 1,-1 26 11328,0 28-9804,0 8-89,0-1 0,1 1-1,0-1 1,4 15 0,5 11 72,-2 1 1,5 70 0,-9 81 1061,-4-153-1283,0-29-146,-1 0-1,0 0 1,0 0 0,-1 0-1,0-1 1,-7 17 0,8-23-29,0 0 1,0 1 0,-1-1-1,0 0 1,1 0-1,-1-1 1,0 1 0,0 0-1,-1-1 1,1 1 0,-1-1-1,1 0 1,-1 0 0,0 0-1,1 0 1,-1 0-1,0 0 1,0-1 0,-1 1-1,1-1 1,0 0 0,-7 1-1,2-1-114,0 0 0,0 0-1,0-1 1,-9-1 0,15 1-22,0 0 1,0-1 0,0 1-1,1-1 1,-1 1 0,0-1 0,0 0-1,0 0 1,1 0 0,-1 0-1,0 0 1,1 0 0,-1 0-1,1 0 1,-1-1 0,1 1-1,-1-1 1,1 1 0,0-1-1,0 1 1,-2-4 0,1 0-508,0 0 0,0-1 0,1 1 0,-2-10 0,1-28-4744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10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51 3890,'0'0'6371,"0"-4"-5227,0-3-974,1 6-94,-1 0 0,0 0 0,0-1 0,0 1 0,0 0 0,0 0 0,0 0 0,0 0 1,0 0-1,0 0 0,0 0 0,-1 0 0,1-1 0,0 1 0,-1 0 0,1 0 0,-1 0 0,1 0 0,-1 1 0,0-1 0,1 0 0,-1 0 0,0 0 0,1 0 0,-1 0 0,0 1 0,0-1 0,0 0 0,0 1 0,0-1 0,0 1 0,0-1 0,0 1 0,0-1 0,0 1 0,0 0 0,0 0 0,-1-1 0,-11-1 208,-1 0 0,1 1 0,-24 0 1,33 1-251,2 0-4,-1 1 0,1-1 0,-1 1 0,1 0 0,0 0-1,-1 0 1,1 0 0,0 0 0,0 0 0,-1 0 0,1 1 0,0-1 0,0 1-1,1 0 1,-1 0 0,0 0 0,1-1 0,-1 1 0,1 1 0,-1-1 0,-1 3-1,-3 7 199,0 0-1,-8 24 0,5-5 408,2 0 0,1 0 0,1 1 0,2 0 0,1 52 0,3-83-629,-1-1 0,0 1 0,1-1 0,-1 0 0,0 1 0,1-1 0,-1 1 0,1-1 0,-1 0 0,1 1 0,-1-1-1,1 0 1,-1 0 0,1 1 0,-1-1 0,1 0 0,0 0 0,-1 0 0,1 0 0,-1 0 0,1 0 0,-1 0 0,1 0 0,0 0 0,-1 0 0,1 0 0,-1 0-1,1 0 1,-1 0 0,1 0 0,0-1 0,21-4-70,-16 1-34,0-1 0,0 1-1,-1-1 1,0 0 0,0 0 0,0 0 0,7-11 0,27-46-1631,-31 50 1207,-1 0-1,-1-1 0,0 0 0,0 0 0,-2-1 0,1 0 0,-2 0 0,0 0 0,0 0 0,0-15 0,-4 28 566,1 1 0,0-1-1,0 1 1,0-1-1,0 1 1,0-1 0,0 1-1,0-1 1,0 1-1,0-1 1,0 1 0,0 0-1,0-1 1,0 1-1,0-1 1,0 1 0,0-1-1,1 1 1,-1-1-1,0 1 1,0-1 0,0 1-1,1 0 1,-1-1-1,0 1 1,1 0 0,-1-1-1,0 1 1,1 0-1,-1-1 1,0 1 0,1 0-1,-1-1 1,1 1-1,-1 0 1,1 0 0,-1 0-1,0 0 1,1-1-1,0 2 67,0-1-1,0 1 0,0-1 0,0 1 0,0 0 0,0 0 0,0-1 0,-1 1 0,1 0 0,0 0 1,-1 0-1,1 0 0,0-1 0,-1 1 0,1 0 0,-1 0 0,1 2 0,11 25 183,-2 1-1,-1 0 0,-1 1 1,-1-1-1,-2 1 1,2 46-1,-5-40 22,0-2-27,-4 35 0,2-60-254,-1 0 1,0-1 0,-1 1-1,0 0 1,-1-1-1,0 1 1,0-1-1,-9 16 1,7-16-20,-1 0 0,1-1 1,-2 0-1,1 0 0,-1 0 0,0-1 0,0 0 1,-1 0-1,-12 7 0,15-11-47,0 1 0,-1-1 1,1 1-1,-1-2 0,1 1 0,-1-1 0,0 1 1,0-2-1,0 1 0,0-1 0,0 1 0,1-2 1,-1 1-1,0-1 0,0 1 0,-8-4 0,12 3-81,-1 0 0,1 0 0,-1 0 0,1 0 0,-1-1 0,1 1 0,0-1 0,0 0 0,0 0 0,0 1 0,0-1 0,0-1 0,0 1 0,1 0 0,-1 0 0,1-1 0,0 1 0,-2-4 0,0-2-616,0 1 0,1-1 0,0 0 0,-1-16 0,-1-25-4275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11.3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35 8180,'0'0'6597,"20"2"-6522,66 6-104,-82-8-28,1 1 1,-1-1 0,1 0-1,-1-1 1,1 1 0,-1-1-1,0 0 1,1 0-1,-1 0 1,8-4 0,-10 4-112,0 0 1,0-1-1,0 0 1,0 1 0,0-1-1,0 0 1,0 0-1,-1 0 1,1 0-1,-1 0 1,0 0 0,1 0-1,0-4 1,0-1 1405,-8 13-713,-6 13-279,4 2 105,0 0 0,2 0 1,1 1-1,-4 29 0,-3 91 1521,8-84-1210,-3 208 1571,7-265-2324,1-7-862,-1 0 0,1 0 0,-1 0 0,0 0 0,-1-9 1,0-5-2583,1-6-2935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11.7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60 9524,'0'0'7220,"164"-22"-7220,-150 13-433,-7-4-2064,-7-2-4530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14.1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19 4098,'0'0'9940,"0"-3"-9048,0 2-826,0 1 0,0-1 0,0 1 0,0-1 0,0 1 1,0-1-1,0 1 0,1-1 0,-1 1 0,-1-1 1,1 1-1,0-1 0,0 1 0,0-1 0,0 1 1,0-1-1,0 1 0,0-1 0,-1 1 0,1-1 1,0 1-1,0 0 0,-1-1 0,1 1 0,0-1 1,-1 1-1,1 0 0,0-1 0,-1 1 0,1 0 1,-1-1-1,1 1 0,-1 0 0,0 0-29,0 1 0,0-1 0,0 1 0,0-1-1,0 1 1,0 0 0,0 0 0,1-1 0,-1 1 0,0 0-1,0 0 1,1 0 0,-2 2 0,-2 3-36,0 1 0,0 1 0,1-1 0,-4 9 0,5 2 37,-1-1 0,2 1 0,1-1 0,1 23 0,0-25-35,-1-8-14,1 1 0,1-1 0,-1 0 0,1 1 0,0-1 0,1 0 0,0 0 0,0-1 0,0 1 0,1-1 0,0 1 0,0-1 0,7 7 0,7 7-62,1-1 1,31 23-1,-8-6 188,-41-36-115,-1 0 0,0 0 0,0 0 0,0 0 0,0 1 0,1-1 0,-1 0 0,0 0 0,0 0 0,0 1 0,0-1 0,0 0 0,0 0 0,0 1-1,0-1 1,0 0 0,0 0 0,1 1 0,-1-1 0,0 0 0,0 0 0,0 1 0,-1-1 0,1 0 0,0 0 0,0 0 0,0 1 0,0-1 0,0 0 0,0 0-1,0 1 1,0-1 0,0 0 0,0 0 0,-1 0 0,1 1 0,0-1 0,0 0 0,0 0 0,0 0 0,-1 0 0,1 1 0,0-1 0,0 0 0,-1 0 0,-10 6-41,9-5 50,-31 15-23,8-4-874,-51 17 0,68-27 484,1-1 1,-1 0 0,-13 0 0,-5-6-3875,15-6-570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14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12566,'0'0'4274,"202"51"-4274,-167-51-881,-17 0-2320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6:20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316 81 6627,'0'0'9396,"-4"-19"-8939,1 14-471,0 1 0,-1 0 0,1 0 1,-1 0-1,0 0 0,0 0 1,-1 1-1,1 0 0,-1 0 1,0 0-1,1 0 0,-1 1 1,0 0-1,-1 0 0,1 0 0,0 0 1,-1 1-1,1 0 0,-6 0 1,-13-2-8,1 2 0,-1 0 0,-24 4 0,44-3 27,0 1 0,0 0-1,0-1 1,1 2 0,-1-1 0,0 0-1,1 1 1,-1-1 0,1 1 0,-1 0-1,1 0 1,0 1 0,0-1 0,0 1-1,0-1 1,0 1 0,1 0-1,-1 0 1,1 0 0,0 0 0,0 1-1,0-1 1,0 1 0,1-1 0,-1 1-1,1 0 1,-1 4 0,-3 8 229,2 0-1,0 0 1,1 1 0,1-1-1,1 18 1,-1 3 350,0-16-245,1 0 0,1 0 0,1-1 0,4 25 0,-4-39-291,0 0 0,0 0 1,0 0-1,1-1 0,-1 1 1,1-1-1,1 1 1,-1-1-1,1 0 0,0 0 1,0-1-1,0 1 0,1-1 1,-1 0-1,1 0 0,0 0 1,0-1-1,9 5 1,-4-4-36,1 0 1,0 0-1,0-1 1,0 0 0,0 0-1,21 0 1,-9-2-316,-1 0 0,33-5 0,-51 4 153,-1-1 0,1 0 0,-1 0 0,1 0 0,-1 0 0,1 0-1,-1-1 1,0 0 0,1 1 0,2-4 0,-4 4 101,-1 0 0,1 0-1,-1-1 1,1 1 0,-1-1-1,0 1 1,0-1 0,0 0 0,0 1-1,0-1 1,0 0 0,0 0 0,0 1-1,-1-1 1,1 0 0,-1 0-1,1 0 1,-1 0 0,0-3 0,0 4 73,0 1 1,-1-1-1,1 0 1,-1 1 0,1-1-1,-1 1 1,1-1-1,-1 1 1,1-1 0,-1 1-1,0-1 1,1 1-1,-1 0 1,0-1-1,1 1 1,-1 0 0,0 0-1,1-1 1,-1 1-1,0 0 1,0 0-1,1 0 1,-2 0 0,-23-3-102,23 3 104,-10-2-17,-1 2 1,1 0 0,0 0-1,-1 1 1,-17 4-1,24-4 13,1 1 0,0 0 0,0 0 0,0 0-1,0 1 1,0-1 0,0 1 0,1 1 0,-1-1 0,1 1 0,0-1 0,0 1-1,0 0 1,-4 7 0,2-3 137,1 1 0,-1 1 0,2-1 0,-1 1 0,1-1 0,1 1 0,0 1 0,-4 18 0,4-1 572,-1 57 1,4-75-582,0 0 0,1 0 0,0 1 0,1-1 0,0 0 1,5 15-1,-4-19-112,-1-1 1,1 0-1,0 0 1,0 0-1,0 0 1,1-1-1,0 1 1,0-1-1,0 0 1,0 0-1,1 0 1,9 5-1,-6-4-31,1 0-1,0-1 1,0-1 0,0 1-1,1-1 1,-1-1 0,1 0-1,10 1 1,9-1-236,41-1 0,-63-1-177,0 0 0,0-1 0,-1 1 0,1-1 0,0-1 1,0 1-1,0-1 0,-1 0 0,1-1 0,-1 0 0,0 0 1,0 0-1,0-1 0,0 0 0,6-4 0,22-27-7707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13.9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286 119 7363,'0'0'6988,"0"-14"-5788,0 9-1106,0-1 0,0 0 0,0 0-1,-1 1 1,0-1 0,0 1 0,-1-1 0,1 1 0,-4-7-1,3 9-90,0 0-1,0 1 1,0-1-1,0 1 1,0-1-1,-1 1 0,1 0 1,-1 0-1,0 0 1,0 0-1,0 0 0,0 0 1,0 1-1,0 0 1,0 0-1,0-1 0,-6 0 1,2 1-8,-1-1-1,0 1 1,1 0-1,-1 1 1,-9 0 0,13 0 4,1 0 0,0 0 0,0 1-1,0-1 1,0 1 0,0 0 0,0 0 0,0 0 0,0 0 0,0 1 0,0-1 0,1 1 0,-1 0-1,0-1 1,1 1 0,-3 3 0,-4 7 31,2 0 0,-1 0-1,2 0 1,0 1 0,0 0 0,1 1-1,1-1 1,0 1 0,-3 20 0,-1 15 811,-1 64 0,9 5 578,0-116-1395,0 0-1,1 0 0,-1 0 1,0 0-1,1 0 1,-1-1-1,1 1 0,-1 0 1,1 0-1,0 0 1,0-1-1,0 1 1,0 0-1,0-1 0,0 1 1,0-1-1,0 1 1,1-1-1,-1 0 0,1 0 1,-1 1-1,1-1 1,-1 0-1,1 0 0,0 0 1,1 0-1,4 1 2,-1-1-1,0 0 1,1 0-1,-1 0 1,0-1-1,9 0 1,-6 0-31,-2-1 1,0 1 1,0-1-1,0 0 1,0-1-1,0 1 0,-1-2 1,1 1-1,-1 0 1,1-1-1,-1-1 1,6-3-1,-2 0-210,0 0-1,-1-1 1,0 0-1,0-1 1,15-18-1,-14 12-461,0 0 0,0 0-1,-1-1 1,-1-1 0,-1 1-1,-1-1 1,0 0 0,6-31-1,-9 19-2027,0-58 0,-4 59 2451,2 28 258,-1-1 0,0 1-1,0 0 1,0-1-1,0 1 1,0 0-1,0-1 1,0 1 0,0 0-1,0-1 1,0 1-1,0 0 1,0-1-1,0 1 1,0 0-1,0-1 1,0 1 0,0 0-1,0 0 1,0-1-1,-1 1 1,1 0-1,0-1 1,0 1-1,0 0 1,-1 0 0,-8-6 8151,9 24-6842,10 209-211,0 64-659,-11-274-381,-1-1 0,0 0-1,-1 1 1,-1-1 0,-1 0 0,0 0 0,-1-1 0,0 0 0,-1 0 0,-14 21 0,15-28-16,1 0-1,-1-1 0,-1 1 0,0-1 1,0 0-1,0-1 0,-1 0 1,0 0-1,0-1 0,0 0 0,-1 0 1,1-1-1,-1 0 0,0 0 1,-1-1-1,1 0 0,-1-1 0,1 0 1,-12 1-1,13-2-167,-1-1 1,0 0-1,1 0 0,-1 0 1,0-1-1,1-1 0,-10-2 1,14 3-131,1-1 0,0 1 0,-1-1 0,1 0 0,0 0 0,0 0 0,0 0 0,1-1 0,-1 1 0,0-1 0,1 1 0,0-1 0,-1 0 0,1 0 0,0 0 0,1 0 0,-1-1 0,1 1 0,-3-6 0,-8-36-5551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16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238 0 1889,'0'0'1814,"3"8"-9,4 6 7000,-14-13-8774,1 0 0,0 0-1,0 0 1,0 1-1,-1 0 1,2 0 0,-12 5-1,-39 27-8,50-28-22,0 0-1,0 0 0,1 0 1,-1 0-1,1 1 1,0 0-1,1 0 1,0 1-1,0-1 1,1 1-1,0 0 1,-3 10-1,0 4 265,0 0 0,2 1 0,-2 28-1,5 56 1664,1-106-1909,0 0-1,1 0 1,-1 1 0,0-1 0,1 0 0,-1 0-1,1 0 1,-1 0 0,1 0 0,0 0 0,-1 0 0,1 0-1,0 0 1,0 0 0,0 0 0,0 0 0,0 0 0,0-1-1,0 1 1,0 0 0,0-1 0,0 1 0,0-1 0,0 1-1,0-1 1,1 1 0,-1-1 0,0 0 0,0 0 0,0 1-1,1-1 1,-1 0 0,0 0 0,2 0 0,1 0-20,0 0 1,1 0-1,-1-1 1,0 1 0,0-1-1,0 0 1,0 0-1,0 0 1,0-1-1,7-2 1,-4-2-121,1 0 0,-1 0 1,0 0-1,0-1 0,11-14 0,28-43-2178,-37 48 1031,1 0-1,-2 0 0,0-1 0,-1 0 1,-1-1-1,5-21 0,1-26 212,-11 62 1389,0-1-1,1 1 0,-1-1 1,1 1-1,0-1 1,0 1-1,0 0 0,0 0 1,1 0-1,-1 0 0,1 1 1,0-1-1,0 1 0,0-1 1,0 1-1,0 0 0,0 0 1,0 0-1,1 1 0,-1-1 1,1 1-1,4-1 1,-8 3-258,1 0 1,-1 0 0,1 0 0,-1 0 0,1 1 0,-1-1 0,0 0 0,0 0 0,1 1 0,-1-1 0,0 0 0,0 0 0,0 1 0,-1-1 0,1 2 0,0 1 50,0 45 527,1 4-118,-2 0 1,-2 0-1,-13 67 1,10-97-376,-40 165 1084,34-146-836,-3-1-1,-26 55 1,38-90-341,0 0-1,-1-1 0,1 0 0,-1 0 0,0 0 1,0 0-1,-1 0 0,1-1 0,-1 0 1,0 0-1,0 0 0,-1-1 0,1 1 1,-10 3-1,11-5-163,0-1-1,0 0 1,0-1-1,0 1 1,1-1 0,-1 1-1,0-1 1,0 0 0,0 0-1,0-1 1,0 1-1,0-1 1,0 0 0,0 0-1,1 0 1,-1-1 0,0 1-1,1-1 1,-1 0-1,1 0 1,0 0 0,-1-1-1,1 1 1,-3-4 0,0 0-751,-1-1 0,2 1 0,-8-11 1,-12-26-4362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16.8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301 33 6275,'0'0'6939,"-2"-4"-6293,-7-13 79,8 16-618,0 0-1,1 0 0,-1 1 1,0-1-1,0 0 1,1 0-1,-1 1 0,0-1 1,0 0-1,0 1 1,0-1-1,0 1 0,0-1 1,0 1-1,0-1 1,0 1-1,0 0 0,0 0 1,-1-1-1,0 1 0,-23 1 353,16 0-254,5-1-168,1 0 1,-1 0-1,0 0 1,1 0-1,-1 1 0,0 0 1,1 0-1,-1 0 1,1 0-1,-1 1 1,1-1-1,-1 1 1,1 0-1,0 0 1,0 0-1,0 0 1,0 0-1,0 1 1,1 0-1,-1-1 0,1 1 1,-4 5-1,-6 8 126,-1 0-1,2 1 0,1 1 0,0 0 0,1 0 0,-11 32 0,3 4 512,-12 64-1,20-77-361,2 0 1,2 0-1,2 0 1,2 1-1,3 43 1,-1-82-306,-1 0 0,1 0 1,0-1-1,-1 1 0,1 0 0,1 0 0,-1-1 0,0 1 1,1-1-1,-1 1 0,1-1 0,0 0 0,0 1 0,0-1 1,0 0-1,0 0 0,0 0 0,0-1 0,1 1 0,-1 0 1,1-1-1,-1 0 0,1 1 0,0-1 0,-1 0 0,1 0 1,0-1-1,4 2 0,7 0-4,0-1-1,0 1 1,0-2 0,20-2-1,-33 2-1,7 0-137,0-1 0,1 0 1,-1-1-1,0 0 1,0 0-1,-1-1 0,1 0 1,0 0-1,-1-1 1,0 0-1,0 0 0,0-1 1,0 0-1,-1 0 1,0 0-1,0-1 0,0 0 1,0 0-1,-1 0 1,0-1-1,-1 0 0,0 0 1,0 0-1,0-1 1,-1 1-1,0-1 1,0 0-1,-1 0 0,0 0 1,0 0-1,-1 0 1,0 0-1,0-13 0,-1 18 93,0 1-1,0-1 0,-1 0 0,1 0 1,-1 0-1,0 0 0,1 0 0,-1 1 1,0-1-1,-1 0 0,1 1 0,0-1 0,-1 1 1,1-1-1,-1 1 0,-3-3 0,2 2 37,-1 0 0,1 0 0,-1 1 0,0-1-1,0 1 1,0 0 0,0 0 0,0 1 0,-8-3-1,-4 1 286,-1 0-1,1 1 1,-1 1-1,-29 2 0,39-1-170,1 1-1,0 0 0,-1 1 0,1 0 0,0 0 1,0 0-1,0 0 0,1 1 0,-8 5 1,-13 5 180,26-13-350,0 0 0,-1-1 0,1 1 0,0 0 0,0 0 0,0 0 1,-1-1-1,1 1 0,0 0 0,0 0 0,0 0 0,0-1 0,0 1 0,0 0 0,-1 0 0,1-1 0,0 1 0,0 0 0,0 0 0,0-1 0,0 1 0,0 0 0,0-1 0,0 1 0,0 0 0,0 0 0,0-1 0,0 1 0,1 0 0,-1 0 0,0-1 1,0 1-1,0 0 0,0 0 0,0 0 0,0-1 0,0 1 0,1 0 0,-1 0 0,0-1 0,7-15-1523,17-20-2891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17.5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190 0 4418,'0'0'11595,"-15"4"-10643,2 7-862,0-1-1,1 1 1,0 1-1,0 0 1,2 1 0,-1 0-1,2 1 1,0 0-1,0 0 1,1 1 0,1 0-1,-9 29 1,7-11 231,1 0-1,2 1 1,1 0 0,2 0 0,2 42 0,0-44-74,0-6 17,2 0 0,0 0 0,1 0 0,8 32 0,-8-51-213,0 0 0,0 0 0,1-1 1,0 1-1,0 0 0,1-1 0,0 0 0,0 0 0,0 0 0,1 0 1,0-1-1,0 1 0,0-1 0,1-1 0,-1 1 0,1-1 1,0 0-1,1 0 0,12 6 0,-5-6-43,1 0-1,-1 0 0,1-1 1,0-1-1,0-1 1,0 0-1,0-1 1,-1 0-1,25-4 1,-34 3-92,1 0 0,-1 0 0,0-1 0,0 1 0,0-1 0,-1 0 0,1-1 0,0 1 0,-1-1 0,0 0 0,1 0 0,-1 0 0,0-1 0,0 1 0,-1-1 0,1 0 0,-1 0 0,0 0 0,0-1 0,0 1 0,-1-1 0,0 0 0,4-9 0,-1-2-538,-1 0 0,-1-1 0,0 1 1,-1-1-1,-1 1 0,0-19 0,-1 32 580,0 0-1,0 0 0,0 0 0,-1 0 1,1 0-1,-1 1 0,1-1 0,-1 0 1,0 0-1,0 0 0,0 1 0,0-1 1,-1 1-1,1-1 0,-1 1 0,0-1 0,1 1 1,-4-3-1,1 3 105,1-1 0,0 2-1,-1-1 1,1 0 0,-1 1 0,1 0 0,-1 0-1,0 0 1,1 0 0,-1 0 0,0 1 0,0 0 0,0-1-1,-3 2 1,1-2 56,0 1-1,0 0 1,0 0-1,1 1 1,-1-1-1,0 1 1,0 1-1,1-1 1,-1 1 0,1 0-1,-1 0 1,1 1-1,0-1 1,0 1-1,0 0 1,0 1-1,-8 6 1,12-9-125,-27 26 676,-31 37-1,29-20-3663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17.9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 5234,'0'0'7129,"7"2"-6163,21 11-137,-26-12-725,-1 1-1,0-1 0,0 1 0,0-1 0,0 1 0,0-1 0,0 1 0,0-1 0,-1 1 0,1 0 0,-1 0 0,1-1 0,-1 1 0,1 0 0,-1 0 0,0-1 0,0 1 0,0 0 0,0 0 0,0 0 1,-1 0-1,1-1 0,-1 3 0,0 6 283,2 0-209,-1-1-1,-1 1 1,0 0-1,0 0 0,-1-1 1,0 1-1,0-1 0,-8 17 1,-4 4 77,5-12-204,1-1 0,1 1 0,-6 19-1,12-33-834,2-14-3808,-1-17-1901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19.8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59 8980,'0'0'8268,"14"0"-8063,17 1-178,71-1 264,-90-1-308,1 0 0,0-1 0,0 0 0,0-1 0,22-8 0,50-29-1949,-84 45 1949,0 0-1,0 0 1,0-1-1,-1 1 1,0 0-1,-1 8 0,-4 32 189,-12 53-1,1-17 186,-11 77 421,-29 219 2063,56-357-2658,0-19-321,0-8-1918,0-93-8035,0 59 2576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20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 12214,'0'0'5058,"209"22"-5106,-178-22-1793,-6-19-1761,-15 3-3313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20.5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53 385 6659,'0'0'10570,"-5"3"-9756,-1 7-674,1-1 0,-1 2 0,1-1 0,1 0 1,0 1-1,1 0 0,0 0 0,0 0 0,-1 19 0,0 13 449,3 52-1,2-57-197,-1-27-304,-1-2 31,1 1 1,1-1-1,-1 0 0,2 0 1,2 14-1,-3-20-99,0-1 0,0 1-1,1-1 1,-1 0 0,0 1-1,1-1 1,-1 0 0,1 0 0,0 0-1,0 0 1,0 0 0,0-1-1,0 1 1,0 0 0,0-1 0,1 0-1,-1 1 1,0-1 0,1 0-1,-1 0 1,1 0 0,-1-1-1,5 2 1,-2-1-9,-1 0-1,1-1 0,-1 1 1,1-1-1,0 0 0,-1 0 1,1 0-1,0-1 0,-1 0 1,1 0-1,-1 0 0,1 0 1,-1-1-1,1 1 1,7-5-1,-8 2-47,1 1 1,0-1-1,-1 0 1,0 0-1,0 0 1,0-1-1,-1 1 1,1-1-1,-1 0 1,0 0 0,2-7-1,2-4-373,-2-1-1,0 0 1,0-1 0,-2 1-1,0-1 1,-1 1 0,-1-27-1,-1 33 284,0-1 0,-1 0 1,-1 0-1,0 1 0,0-1 0,-1 1 0,-1-1 0,0 1 0,0 0 0,-1 1 1,-1-1-1,0 1 0,0 0 0,-10-12 0,-25-27 77,20 24 228,0-1 1,-17-28-1,34 46 61,-1-1-1,1 1 0,0-1 1,0 0-1,1 0 0,1 0 1,-1 0-1,2-1 1,-1 1-1,1-1 0,0-14 1,2 21-203,-1 0 1,1 0 0,-1-1 0,1 1-1,0 0 1,0 1 0,0-1 0,1 0-1,-1 0 1,1 0 0,-1 1 0,1-1-1,4-4 1,-1 3-17,-1-1 1,2 1-1,-1 0 0,0 0 0,1 0 1,6-3-1,4 0-10,0 1 1,0 0-1,1 1 1,22-5 0,-21 7-13,-1 0 1,1 1-1,0 1 1,0 0-1,0 2 1,25 3-1,-38-3-5,0-1 0,-1 2-1,1-1 1,0 0 0,-1 1-1,1 0 1,-1 0 0,1 0-1,-1 1 1,0 0 0,0-1-1,0 1 1,0 1 0,-1-1-1,1 1 1,-1-1 0,0 1-1,0 0 1,0 0-1,-1 0 1,1 0 0,-1 1-1,0-1 1,0 1 0,0-1-1,-1 1 1,2 7 0,-1 2 23,0 1 0,-1-1 0,-1 1 0,0 0 0,-1-1 0,0 1 0,-1-1 0,-1 1 0,0-1 0,-1 0 0,-9 20 0,5-16-221,0-1 0,-2-1-1,0 1 1,-1-1 0,-1-1 0,0 0 0,-1-1-1,-16 14 1,1-8-3860,6-14-4268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38.5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0 317 9284,'0'0'3220,"1"-32"-2862,4-101-529,-5 127 117,0 0 0,1 1 0,0-1 0,0 0 0,0 1 0,1-1 0,-1 1 0,1-1 0,1 1 0,-1 0 0,1 0 0,5-9 0,0 3-44,0-3 94,-4 6 306,1 1 0,0 0 1,0 0-1,9-10 0,-13 16 125,1 61 774,0 284 1226,-3-183-906,-6 14 165,7-174-1730,-1-1 1,1 1-1,-1-1 0,1 0 0,-1 1 1,0-1-1,1 0 0,-1 1 0,1-1 1,-1 0-1,0 0 0,1 0 0,-1 0 1,0 1-1,1-1 0,-1 0 0,0 0 1,1 0-1,-1 0 0,0 0 0,1-1 1,-1 1-1,1 0 0,-1 0 0,0 0 1,1 0-1,-1-1 0,1 1 0,-1 0 1,0-1-1,1 1 0,-1 0 0,1-1 1,-1 0-1,-13-23-2883,0-14-2262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38.8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 0 7652,'0'0'8083,"56"195"-7186,-56-164-385,0-6-272,0-9 16,-14-3-112,-7-13-144,0 0-368,-3-3-1137,3-35-2705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39.3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3730,'0'0'6141,"7"-10"-4535,21-30-365,-21 30-177,-6 11-923,-1-1-1,1 0 1,-1 1-1,1-1 1,0 1-1,-1-1 0,1 0 1,-1 1-1,1 0 1,-1-1-1,1 1 1,-1-1-1,1 1 1,-1 0-1,1-1 0,-1 1 1,0 0-1,0-1 1,1 1-1,-1 0 1,0-1-1,0 1 1,0 0-1,0 0 0,0-1 1,0 2-1,3 29 24,-2-23 256,3 261 2368,-5-166-2330,1-102-453,0 0-1,0 0 1,0 0-1,0 0 1,0 0-1,0 0 0,0 0 1,0 0-1,1 0 1,-1 0-1,0 0 0,1 0 1,-1 0-1,0 0 1,1 0-1,-1 0 1,1 0-1,0 0 0,-1 0 1,2 1-1,0-2-10,-1 1-1,1-1 1,0 1-1,-1-1 1,1 0-1,-1 1 1,1-1-1,0 0 1,-1 0-1,4-1 1,3 1-53,-3 0-11,-1-1 1,0 0-1,1 0 1,-1 0-1,0 0 0,0-1 1,0 1-1,0-1 0,0 0 1,4-4-1,-3 3-25,0 1 0,0-1-1,0 1 1,0 0 0,0 0 0,11-2-1,43 2-434,-34 3-1186,-22-17-3174,-2 0 811,-1 0-1310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39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 8 5010,'0'0'8700,"0"-7"-4143,1 105-3733,-15 332 1431,11-404-2165,-9 126 553,12-151-629,-6-11-2447,4 2 1437,1-1 0,0 0 0,0 0 1,1 0-1,1-9 0,-1-2-2391,0-17-5134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40.5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286 78 1072,'0'0'10651,"1"-7"-9651,-1 6-1067,3-27 1307,-2 26-1166,-1 1-1,0 0 1,0-1 0,0 1 0,0-1 0,0 1 0,0-1 0,-1 1 0,1 0-1,0-1 1,-1 1 0,1 0 0,-1-1 0,1 1 0,-1 0 0,0 0 0,1-1-1,-1 1 1,0 0 0,-1-1 0,-4-1 13,0 1 0,-1 0 0,1 1 0,-1-1 0,1 1 0,-1 1 0,1-1 0,-1 1 0,1 0 0,-8 1 0,-9 0 237,21-1-298,-1 1 1,1-1-1,-1 1 1,1 0-1,-1 0 1,1 0-1,-1 1 1,1-1-1,0 0 1,0 1-1,0-1 1,0 1-1,0 0 1,0 0-1,0 0 1,0 0-1,1 0 1,-1 0-1,-2 4 1,-3 6 89,0 1-1,-7 16 1,5-6 254,1 1 0,1 0 0,0 0 0,2 1 0,1-1-1,1 1 1,1 35 0,2-59-363,1-1 1,-1 1-1,1-1 0,-1 1 1,1-1-1,0 1 0,-1-1 0,1 0 1,-1 1-1,1-1 0,0 0 1,-1 0-1,1 1 0,0-1 1,0 0-1,-1 0 0,1 0 0,0 0 1,-1 0-1,1 0 0,0 0 1,0 0-1,-1 0 0,1 0 1,0 0-1,0-1 0,2 1 18,3-1-80,-1 1 1,1-1 0,-1-1-1,0 1 1,0-1 0,0 0-1,0 0 1,0 0 0,0-1-1,0 1 1,-1-1 0,1-1-1,-1 1 1,0 0 0,0-1-1,0 0 1,-1 0 0,5-6-1,5-7-797,-2 0-1,0-1 1,13-27-1,5-34-3164,-29 79 4124,0-1 0,1 0 1,-1 1-1,1-1 0,-1 1 1,1-1-1,-1 0 0,1 1 0,-1-1 1,1 1-1,-1-1 0,1 1 1,0 0-1,-1-1 0,1 1 1,0 0-1,-1-1 0,1 1 1,0 0-1,-1 0 0,1 0 1,0 0-1,0-1 0,-1 1 1,1 0-1,0 0 0,0 0 1,-1 1-1,1-1 0,0 0 0,0 0 1,-1 0-1,1 0 0,0 1 1,-1-1-1,1 0 0,0 1 1,0 0-1,1-1-106,-1 1 1,1 0-1,0 0 0,-1 0 0,1 0 1,-1 0-1,0 0 0,1 0 1,-1 1-1,0-1 0,0 0 0,0 1 1,0-1-1,0 1 0,0-1 1,1 4-1,2 16 126,-2 0 0,0 0 0,-2 0 0,-2 28 0,0 2 209,3-19-26,-2 1 0,-2-1 0,-11 52 1,12-74-226,0 0 0,-1-1 0,-1 1 0,0-1 1,0 1-1,-1-1 0,0-1 0,-1 1 0,1-1 1,-2 0-1,1 0 0,-1 0 0,0-1 0,-1 0 1,-15 11-1,15-15-90,1 1 1,-1-2-1,0 1 1,1-1-1,-1 0 0,-1 0 1,1-1-1,0 0 1,0-1-1,0 0 1,-12-1-1,2 1-394,15 0 196,0 0-1,0-1 0,0 1 0,0-1 0,0 0 0,0 0 1,0 0-1,0 0 0,0 0 0,0-1 0,0 1 1,0-1-1,1 0 0,-1 0 0,1 0 0,-1 0 1,1 0-1,0 0 0,-3-4 0,3 2-474,-1 1 1,1-1-1,0 1 0,1-1 1,-1 0-1,1 1 0,-1-1 1,1 0-1,-1-5 0,1-13-4970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41.1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63 10373,'0'0'6363,"31"-3"-6230,97-9-184,-116 10-55,-1 1 0,0-2 0,12-3 0,4-10-867,-17 9 484,-6 3 256,-3 3 207,-1 1-1,1-1 0,-1 0 0,1 1 1,0-1-1,-1 1 0,1-1 0,0 1 1,-1-1-1,1 1 0,0-1 0,0 1 0,-1 0 1,1-1-1,0 1 0,0 0 0,0 0 1,-1-1-1,1 1 0,0 0 0,0 0 1,1 0-1,-2 29 1417,0-27-1369,1 4 41,-1-1 0,0 1 0,-1 0 1,1-1-1,-1 1 0,0-1 0,-1 1 0,1-1 1,-3 6-1,-3 7 42,0-1 1,2 1-1,0 0 0,-4 32 1,-1 75 753,10-119-808,-3 242 2466,3-197-1908,0-50-638,-11-33-7261,4 7 3065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41.5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76 9620,'0'0'8788,"185"0"-8692,-164 0-96,-4-6-96,-6-10-1056,-4 0-1169,-7-3-1745,0 1-6803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42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 2609,'0'0'5291,"12"-3"-2280,-12 3-2837,1 0 0,-1 0 0,1 0 0,-1 0 0,0-1 0,1 1 0,-1 0 0,0 0 0,1 0 0,-1 0 0,1 0 0,-1 0 0,0 0 0,1 0 0,-1 0 0,1 0 0,-1 1 0,0-1 0,1 0 0,-1 0 0,0 0 0,1 0 0,-1 1 1,0-1-1,1 0 0,-1 0 0,0 0 0,0 1 0,1-1 0,-1 0 0,0 1 0,0-1 0,1 0 0,-1 1 0,0 0 0,0 249 3508,0-247-3660,0 0 1,0 0-1,0 0 1,1-1-1,-1 1 1,0 0-1,1 0 1,0 0-1,0-1 1,0 1-1,0 0 1,0-1-1,1 1 1,1 3-1,-1-5-18,0 1 1,0 0-1,0-1 0,1 1 0,-1-1 0,0 0 0,1 0 1,-1 1-1,1-2 0,-1 1 0,1 0 0,-1 0 0,1-1 1,5 1-1,29 2-8,-29-3-21,0 0 1,-1 1 0,1 0 0,0 0-1,-1 0 1,1 1 0,-1 1-1,0-1 1,1 1 0,-1 0-1,0 1 1,-1-1 0,8 6 0,-5-1 8,0 0 1,0 0-1,-1 1 1,13 17-1,-17-21 8,-1 0 0,0 0 0,0 0-1,-1 1 1,0-1 0,0 1 0,0 0-1,0-1 1,-1 1 0,0 0 0,1 11-1,-2-12-2,0 0 0,0 0 0,-1 0-1,1 0 1,-3 9 0,2-12 12,0 0 1,-1 0 0,1 0-1,0 0 1,-1 0-1,1 0 1,-1-1 0,1 1-1,-1 0 1,0-1-1,0 1 1,1-1 0,-5 2-1,-9 6 49,-2 0-1,1-1 1,-1-1-1,0-1 1,-1 0-1,1-1 1,-33 4 0,-26-4-2541,76-5 2373,-1 0 0,0 0 0,0 0 0,1-1 0,-1 1 0,0 0-1,0 0 1,1-1 0,-1 1 0,0 0 0,1-1 0,-1 1 0,0-1 0,1 1 0,-1 0 0,1-1 0,-1 0 0,1 1 0,-1-1 0,1 1 0,-1-1 0,1 0 0,0 1 0,-1-1 0,1 0 0,0 1-1,-1-1 1,1 0 0,0 0 0,0 1 0,0-1 0,0 0 0,0-1 0,-2-2-638,-5-21-4012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7:42.5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13798,'0'0'4354,"220"18"-4354,-185-11-720,-21 2-2786,-14 7-8275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07.1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301 103 6003,'0'0'9855,"-4"-31"-8663,3 27-1188,0-1 0,-1 1 0,1 0 0,-1-1 0,0 1 0,0 0 0,-1 0 0,1 1 0,-1-1 0,0 0 0,0 1 0,0 0 0,0-1 0,-1 1 1,-6-4-1,6 5-30,-1 1 0,1 0 0,0 0 0,-1 0 1,1 1-1,-1-1 0,1 1 0,-1 0 1,1 0-1,-8 2 0,-6-1-37,13 0 50,-1 0 1,1 0-1,0 0 0,0 1 1,0 0-1,0 0 1,0 0-1,0 1 1,0-1-1,1 1 1,-1 0-1,1 1 0,0-1 1,0 1-1,0 0 1,0 0-1,-3 5 1,-5 6-5,1 0 0,1 1 0,-15 29 0,20-34 2,1 1-1,0 0 0,0 0 1,1 0-1,-2 23 1,1 62 19,4-83 35,0-11-12,0 0 1,0 0 0,0 0 0,1 0-1,-1 0 1,1-1 0,-1 1 0,1 0-1,0 0 1,0-1 0,0 1 0,1 0 0,-1-1-1,1 1 1,-1-1 0,1 0 0,0 1-1,3 2 1,-2-3-6,0 0 0,0 0 0,1 0 1,-1-1-1,0 1 0,1-1 0,0 0 0,-1 0 0,1 0 0,0 0 0,-1-1 0,1 0 0,0 1 0,4-2 1,3 2 62,1-2 0,-1 1 0,18-5 0,-24 4-69,0-1-1,0 0 1,-1 0 0,1 0-1,0 0 1,-1-1-1,1 0 1,-1 0 0,0 0-1,4-5 1,13-12-437,-1-1 0,-1-1 0,17-26 1,-26 33-710,-1 0 1,-1 0 0,0-1-1,-1 0 1,-1 0 0,7-25-1,-7-39 5888,-28 122-4206,13-19-319,1 1 0,1 1 1,1-1-1,-4 47 0,2 104 1199,6-88-904,1-24-100,-4-1 0,-21 108 0,24-160-324,-1 0 1,-1-1-1,1 0 1,-10 17-1,11-24-86,1 0 0,0 1 0,-1-1 0,0 0 0,1 0 0,-1 0 0,0 0 0,0 0 0,0-1 0,0 1 0,-1 0 0,1-1 0,0 0 0,-1 1 0,1-1 0,-1 0 0,1 0-1,-1-1 1,1 1 0,-1 0 0,-5 0 0,2-1-126,0 0 0,0 0 0,0-1 0,0 0 0,0 0 0,0 0 0,1-1 0,-1 1 0,0-2 0,1 1 0,-1 0 0,1-1 0,-1 0 0,1 0 0,0-1 0,1 0-1,-1 0 1,0 0 0,-3-5 0,-6-5-1387,1 0 0,-12-17 1,10 3-2684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07.9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0 5619,'0'0'7040,"-4"0"-6509,2 0-507,-4 0 174,0 0-1,0 1 1,0-1-1,-11 3 1,15-2-129,-1 0-1,0 1 1,0-1 0,1 1 0,-1-1 0,1 1 0,-1 0 0,1 0 0,0 0-1,0 0 1,-4 5 0,-12 16 156,2 2-1,1 0 1,0 0-1,2 2 0,1 0 1,1 0-1,2 1 1,0 0-1,2 1 1,1-1-1,2 1 0,0 1 1,2-1-1,1 0 1,5 48-1,-3-71-157,1 1 1,-1 0-1,1 0 0,1-1 0,-1 1 0,1-1 1,0 0-1,1 0 0,-1 0 0,1 0 0,0-1 0,1 1 1,-1-1-1,1 0 0,0-1 0,0 1 0,1-1 1,0 0-1,-1 0 0,1 0 0,0-1 0,1 0 1,-1 0-1,0-1 0,1 0 0,10 3 0,-1-3 19,1-1-1,19-1 1,-32 0-71,0 0 0,0 0 0,0-1 0,0 1 0,0-1 1,0 0-1,0-1 0,0 1 0,0-1 0,-1 1 0,1-1 0,-1 0 0,1-1 0,4-3 0,-3 1-30,-1 0-1,0-1 1,0 1-1,0-1 1,-1 0-1,1 0 1,-2 0-1,1 0 1,-1-1 0,0 1-1,2-11 1,-1-3-594,-1 0 0,-2-32 0,0 32-17,0 16 540,0 0 1,0-1-1,-1 1 1,1 0-1,-1 0 1,0 0-1,-1-1 1,1 1-1,-1 0 1,1 1-1,-1-1 1,0 0-1,-1 0 1,1 1-1,-1-1 1,1 1-1,-1 0 1,0 0-1,0 0 1,-7-4-1,4 3 91,0 0 0,0 1 0,-1 0 0,1 0 0,-1 1 0,0 0-1,1 0 1,-1 1 0,0 0 0,0 0 0,-15 0 0,16 1 32,0 0 1,0 0-1,0 1 0,0 0 0,0 0 1,0 1-1,0-1 0,-9 5 1,7-1-1,0 0 1,-1 0-1,2 1 0,-13 11 1,7-5-37,0 1 0,1 0-1,1 1 1,0 0 0,-18 31 0,29-43-147,-4 7-12,3-3-3099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08.7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4306,'0'0'9919,"1"3"-9372,0-2-514,1 1 1,-1 0-1,1-1 0,0 1 0,-1-1 0,1 1 1,0-1-1,0 0 0,-1 0 0,1 0 0,0 0 1,0 0-1,1 0 0,-1 0 0,0-1 0,0 1 1,0-1-1,0 0 0,0 1 0,1-1 1,1 0-1,62 1 222,-49-1-192,136 0-1027,-152 0 948,-1 0-1,0 0 0,1 0 1,-1 0-1,0 0 0,1-1 0,-1 1 1,0 0-1,1 0 0,-1 0 0,0 0 1,1 0-1,-1 0 0,0-1 0,0 1 1,1 0-1,-1 0 0,0-1 0,0 1 1,1 0-1,-1 0 0,0-1 1,0 1-1,0 0 0,1 0 0,-1-1 1,0 1-1,0 0 0,0-1 0,0 1 1,0 0-1,0-1 0,0 1 0,0 0 1,0-1-1,1 1 0,-2 0 0,1-1 1,0 1-1,0 0 0,0-1 1,0 0-1,0-1-8,-1 2 40,0 1 0,1-1 0,-1 0-1,0 1 1,0-1 0,0 1 0,0-1 0,0 1-1,0-1 1,1 1 0,-1 0 0,0-1 0,0 1-1,1 0 1,-1 0 0,0-1 0,1 1 0,-2 2-1,-9 20 54,7-14-22,-3 8 64,0 1 0,1 0 0,1 0 0,1 1 0,-3 28 0,0 98 977,5-64-329,-2 91 944,4-171-1627,0-1-168,0 0 0,-1 0 0,1 0-1,0 1 1,0-1 0,-1 0 0,1 0 0,0 0 0,-1 0 0,1 0-1,0 0 1,-1 0 0,1 0 0,0 0 0,0 0 0,-1 0 0,1 0-1,0 0 1,-1 0 0,1 0 0,0 0 0,-1 0 0,1 0 0,0-1-1,-1 1 1,1 0 0,0 0 0,0 0 0,-1 0 0,1-1 0,0 1 0,0 0-1,0 0 1,-1 0 0,1-1 0,0 1 0,0 0 0,-1-1 0,-8-9-4121,4 3 305,-1-5-901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09.1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9044,'0'0'6467,"212"0"-6227,-159 0-240,-11-9 0,-8-3-1697,-13-7-1584,-10 0-5715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09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 7475,'0'0'5027,"21"7"-4809,67 20-330,-84-26-122,0 0-1,0 0 0,0 0 1,0 0-1,0 0 1,0-1-1,0 0 0,1 0 1,-1 0-1,0 0 0,0-1 1,0 0-1,6-1 0,-7 0-273,0 0-1,0 0 0,0 0 0,-1 0 0,1 0 1,0-1-1,-1 1 0,0-1 0,0 0 1,3-5-1,1 0-238,-6 8 818,0 0-1,0 1 1,0-1-1,0 0 0,0 0 1,1 0-1,-1 0 1,0 0-1,0 0 1,0 1-1,0-1 1,0 0-1,0 0 1,0 0-1,0 0 1,0 0-1,1 0 1,-1 0-1,0 0 1,0 0-1,0 1 1,0-1-1,0 0 1,0 0-1,1 0 1,-1 0-1,0 0 1,0 0-1,0 0 1,0 0-1,0 0 1,1 0-1,-1 0 1,0 0-1,0 0 1,0 0-1,0 0 1,0 0-1,0 0 1,1 0-1,-1 0 1,0 0-1,0-1 1,0 1-1,0 0 1,0 0-1,0 0 1,1 0-1,-1 0 1,0 0-1,0 0 1,0 0-1,0 0 1,0-1-1,0 1 1,0 0-1,0 0 0,0 0 1,0 0-1,1 0 1,-1-1-1,-1 14 1947,-1-6-1673,0 0 0,-1 0 0,0 0 0,-4 7 0,-10 26 713,8 7-380,1 0-1,3 1 1,2-1 0,2 50-1,-1 10 103,-1 145 475,3-260-1734,0-19-3791,-4-35-1,-2 27-2568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09.9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51 6675,'0'0'9300,"196"-22"-9076,-161 16-160,-8-1-64,-9 1-512,-4 3-1137,-11-3-1504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12.2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2769,'0'0'8618,"5"0"-8013,28 0 1220,-33 3-1417,-1 41 355,-2 0 0,-10 56 0,8-69-412,2 1-1,0 45 0,4-76-339,0-1-1,-1 1 0,1-1 0,0 1 1,0-1-1,-1 1 0,1-1 1,0 0-1,0 1 0,0-1 0,0 0 1,0 0-1,0 1 0,0-1 0,0 0 1,0 0-1,0 0 0,-1 0 1,1 0-1,0 0 0,0-1 0,2 1 1,0 0 27,23 0-37,0-1 0,0-2-1,30-5 1,-24 4-648,-18 4-3060,-9 0 1266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12.5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 7091,'0'0'6718,"3"-1"-6406,8-2-149,-11 3-124,1 0 1,-1 0-1,1 0 0,-1 0 1,0 0-1,1 0 0,-1 0 0,1 0 1,-1 0-1,1 0 0,-1 0 1,1 0-1,-1 0 0,0 0 0,1 1 1,-1-1-1,1 0 0,-1 0 1,0 0-1,1 1 0,-1-1 1,0 0-1,1 0 0,-1 1 0,0-1 1,1 0-1,-1 1 0,0-1 1,0 0-1,1 1 0,-1-1 0,0 0 1,0 1-1,1-1 0,-1 1 1,0 0-1,2 119 1195,-3-60-905,1-38-262,-10 306 733,6-178-737,4-132-155,0-17-332,-1-6-3965,-2-9-677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12.9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0 7684,'0'0'7283,"-18"204"-6483,11-157-240,-3-9-544,6-10 81,4-12-97,0-13-161,0-41-5313,0-9-1473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13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27 4306,'0'0'7411,"0"-1"-7349,1 0 1,-1 0-1,1 1 0,0-1 0,-1 0 0,1 0 0,0 0 0,-1 0 0,1 1 1,0-1-1,0 0 0,-1 0 0,3 0 0,6-2-6,0 0 1,1 0-1,-1 1 0,1 1 0,0-1 1,-1 2-1,1-1 0,0 1 0,10 2 1,6-2-52,-25 1 8,1-1 0,-1 0-1,1 1 1,-1-1-1,0 1 1,1-1 0,-1 1-1,0 0 1,0 0 0,1 0-1,-1 0 1,0-1 0,0 1-1,0 1 1,0-1-1,0 0 1,0 0 0,-1 0-1,1 0 1,0 1 0,0-1-1,-1 0 1,1 1-1,-1-1 1,1 0 0,-1 1-1,0-1 1,0 1 0,1-1-1,-1 2 1,1 9 277,1-1 0,-2 20 0,0-27-194,0 3 42,1 8 170,-2-1-1,-3 23 1,3-31-265,0-1 1,-1 1-1,0-1 1,0 0 0,0 0-1,-1 0 1,0 0 0,0-1-1,-6 9 1,-19 17 43,-1-2 0,-35 28 1,7-8-67,57-48-18,-1 1-1,1-1 1,0 0 0,-1 0 0,1 0-1,-1 1 1,1-1 0,0 0 0,0 0-1,-1 1 1,1-1 0,0 0 0,-1 1-1,1-1 1,0 0 0,0 1 0,0-1-1,0 1 1,-1-1 0,1 0-1,0 1 1,0-1 0,0 1 0,0-1-1,0 0 1,0 1 0,0-1 0,0 1-1,0-1 1,0 0 0,0 1 0,0-1-1,0 1 1,0-1 0,0 0 0,1 1-1,-1-1 1,0 1 0,0-1 0,0 0-1,1 1 1,-1-1 0,0 0 0,1 1-1,17 6 216,26-3 232,-1-1 0,57-5 0,-24 0-770,-64 2-101,-1 0-538,-2 0-3146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57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69 258 13798,'0'0'5128,"-13"-15"-5088,-3-5-56,-15-23 0,29 41 5,1 0 0,0-1 1,0 1-1,0 0 0,1-1 0,-1 0 1,1 1-1,-1-1 0,1 1 0,0-1 1,0 1-1,0-1 0,0 0 0,0 1 0,1-1 1,-1 1-1,1-1 0,-1 1 0,1-1 1,0 1-1,0-1 0,0 1 0,1 0 1,1-3-1,4-13-99,-4 2-29,-1 1 1,0-1-1,-1-18 0,-1 33 128,0 1 0,0-1 1,0 0-1,0 0 0,0 0 0,1 0 0,-1 0 0,0 1 0,0-1 0,1 0 1,-1 0-1,1 1 0,-1-1 0,1 0 0,-1 1 0,1-1 0,-1 0 0,1 1 1,0-2-1,0 2-2,-1 0 0,1 0-1,-1 0 1,0 0 0,1 0 0,-1 0 0,1 0 0,-1 0 0,1 0-1,-1 0 1,0 0 0,1 0 0,-1 0 0,1 0 0,-1 0 0,0 0 0,1 1-1,-1-1 1,1 0 0,-1 0 0,0 0 0,1 1 0,-1-1 0,0 0 0,1 1-1,-1-1 1,0 0 0,1 0 0,-1 1 0,0-1 0,0 1 0,0-1-1,1 0 1,-1 1 0,0-1 0,0 0 0,0 1 0,0-1 0,0 1 0,1-1-1,-1 1 1,0-1 0,0 0 0,0 1 0,10 37 81,-2 1 0,6 65 0,-7-51 19,13 436 2404,-20-436-2429,0-52-161,0-92-8369,0 41-2409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57.8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 0 5763,'0'0'9812,"87"138"-8883,-87-97-337,0 0-192,-3-3-112,-32-4-256,-7-9 64,0-6-96,4-13-240,3-6-720,7 0-1954,14-37-4017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58.4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 7283,'0'0'7425,"6"-2"-6758,0-1-326,-1 1 0,1 0 1,-1 0-1,1 1 0,0 0 0,0 0 0,7 0 0,-12 5 177,-1 330 1968,0-334-2485,0 0 0,0 1 0,0-1 0,1 1 0,-1-1 0,0 1 0,0-1 0,1 0 0,-1 1 0,0-1 0,0 0 0,1 1-1,-1-1 1,0 0 0,1 1 0,-1-1 0,1 0 0,-1 0 0,0 1 0,1-1 0,-1 0 0,1 0 0,-1 0 0,1 0 0,-1 0 0,1 1 0,-1-1 0,1 0-1,-1 0 1,0 0 0,1 0 0,0-1 0,21 1-70,-17-1 35,2 0-68,0 0 0,0-1 0,0 0 0,0 0 0,0 0 0,0-1 0,8-5 0,-8 4-87,0 1 0,0 0 0,0 0 0,1 1 0,0-1 0,7 0 0,-14 3 187,7-1-127,0 0 0,0 1 0,0 0 0,10 1 0,-16-1 114,0 0 0,-1 1 0,1-1 1,0 1-1,-1-1 0,1 1 1,0 0-1,-1 0 0,1 0 0,-1 0 1,1 0-1,-1 0 0,1 0 0,-1 0 1,0 0-1,0 1 0,1-1 1,-1 0-1,0 1 0,0-1 0,0 1 1,-1 0-1,2 2 0,2 4-2952,-1-34-9161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58.8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2385,'0'0'11293,"0"0"-11221,0 0 0,0 0 0,0 1 0,0-1 0,0 0 0,0 0 0,0 0 1,0 0-1,0 1 0,0-1 0,0 0 0,0 0 0,0 0 0,0 0 0,0 0 0,0 1 0,0-1 0,0 0 0,0 0 0,0 0 0,0 0 0,0 0 0,-1 1 0,1-1 0,0 0 0,0 0 0,0 0 0,0 0 0,0 0 0,0 0 0,0 0 0,-1 0 0,1 0 0,0 1 0,0-1 0,0 0 0,0 0 1,-1 0-1,1 0 0,0 0 0,0 0 0,0 0 0,0 0 0,0 0 0,-1 0 0,1 0 0,0 0 0,0 0 0,0 0 0,0 0 0,-1 0 0,1 0 0,0-1 0,0 1 0,0 0 0,0 0 0,0 0 0,0 0 0,-1 0 0,1 0 0,0 0 0,0 0 0,0 0 0,0-1 0,7 297 1836,-8-188-1273,1 150 648,-3-274-11037,3 1 5342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59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29 6003,'0'0'9316,"21"0"-8718,136 0 247,-107 0-974,0-2-1,79-12 0,-129 14 92,1 0 0,-1 0 0,1 0 1,0 0-1,-1 0 0,1 0 0,-1 0 0,1 0 1,0-1-1,-1 1 0,1 0 0,-1 0 0,1 0 1,-1-1-1,1 1 0,-1 0 0,1-1 0,-1 1 0,1 0 1,-1-1-1,1 1 0,-1-1 0,0 1 0,1-1 1,-1 1-1,0-1 0,1 1 0,-1-1 0,0 1 1,0-1-1,1 1 0,-1-1 0,0 1 0,0-2 1,0 1 365,-48 1-208,46 2-122,1 0 0,-1 0 0,1 0 1,0 0-1,0 1 0,0-1 0,0 0 1,0 0-1,0 1 0,1-1 0,-2 5 1,2-5 0,-9 47 505,1 0-1,-1 68 0,9 95 919,1-129-2691,-1-112-2605,0-8-2348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8:59.8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 11221,'0'0'7460,"185"3"-7188,-143-3-208,-7 0-64,-11-6-977,-14-10-912,-6 3-1808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00.4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5635,'0'0'8027,"6"1"-7282,-4-1-688,-1 0 0,1 1-1,-1-1 1,1 0 0,-1 0 0,1 1 0,-1-1 0,1 1 0,-1-1 0,0 1 0,1 0 0,-1 0 0,0-1 0,1 1 0,-1 0 0,0 0 0,0 0 0,0 0 0,0 1 0,0-1 0,0 0 0,0 0 0,0 1 0,-1-1 0,1 0 0,0 1 0,-1-1 0,1 1 0,-1-1-1,1 1 1,-1-1 0,0 1 0,0-1 0,1 1 0,-1-1 0,-1 3 0,9 244 5106,-9-208-4721,1-39-432,0 1-1,0-1 1,1 1-1,-1 0 0,0-1 1,0 1-1,1-1 0,-1 1 1,1-1-1,-1 1 0,1-1 1,0 0-1,-1 1 0,3 2 1,-2-4-25,-1 1 0,1-1 0,0 0 0,-1 1 0,1-1 1,0 1-1,0-1 0,0 0 0,-1 0 0,1 0 0,0 1 0,0-1 0,0 0 0,-1 0 0,1 0 1,0 0-1,0 0 0,0 0 0,-1-1 0,1 1 0,0 0 0,0 0 0,0-1 0,-1 1 1,1 0-1,0-1 0,0 1 0,-1 0 0,1-1 0,0 1 0,0-2 0,5-2-311,0-1 1,-1 0-1,1-1 0,-1 1 0,5-8 0,23-21-1566,-31 32 1822,1 0 0,-1 0 0,1 0 0,0 1 0,0-1 0,0 1 0,0 0 0,0 0 0,0 0 0,1 0 0,-1 0 0,5 0 0,-5 1 58,-1-1-1,1 1 1,0 0-1,0-1 1,-1 1-1,1 1 1,0-1-1,0 0 1,-1 1-1,1-1 1,0 1-1,0 0 0,-1 0 1,1 0-1,-1 0 1,1 0-1,-1 1 1,0-1-1,1 1 1,-1-1-1,0 1 1,0 0-1,0 0 1,0 0-1,0 0 0,-1 0 1,1 1-1,0-1 1,1 5-1,6 8 421,0 1 1,-1 0-1,-1 1 0,-1 0 0,8 33 0,-9-21 457,-1-1 1,0 57-1,-4-76-678,1-5-118,-1 0 0,0 0 1,0 1-1,-1-1 0,1 0 1,-1 0-1,-2 7 0,2-9-67,0-1 0,0 0 0,0 1 0,0-1 0,0 0 0,0 0 0,-1 0 0,1 0 0,0 0-1,-1 0 1,1 0 0,0-1 0,-1 1 0,1 0 0,-1-1 0,1 1 0,-1-1 0,0 0 0,1 1 0,-1-1 0,1 0-1,-1 0 1,-3 0 0,-5 0-28,-85 2-534,85-3 131,1 0 0,-1 0-1,1-1 1,-1-1 0,1 1-1,-1-1 1,-14-8 0,23 11 91,-1-1 0,0 0 1,1 0-1,-1 0 0,1-1 0,-1 1 0,1 0 1,-1-1-1,1 1 0,0-1 0,0 1 1,-1-1-1,1 1 0,0-1 0,1 0 1,-1 1-1,0-1 0,0 0 0,0-3 1,-3-11-4615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00.7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 14102,'0'0'5203,"199"-4"-4787,-129 1-416,-11 3-48,-10 0-1201,-21 0-2352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23.5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16 8260,'0'0'8300,"-4"1"-7842,-8 3-239,15-2 108,29-2 219,-12-1-586,20-1 91,41-7 0,-41 4-92,42-1 1,-50 6 72,-32 0-53,0 16-161,-1-5 194,0 0-1,-1-1 1,-1 1-1,1 0 0,-2-1 1,-7 16-1,-6 21 13,-3 29 38,-16 116 0,7 81 150,27-251-198,-2 63 845,4-175-2896,0 26-3292,0 26-183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23.9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31 7619,'0'0'8436,"202"0"-7923,-153 0-337,-7 0-176,-11 0-80,-7-15-1265,-13-1-2129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24.5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37 1745,'0'0'5087,"3"-5"-4249,0-2-439,-3 5-175,1 0 0,0 0 1,0 0-1,0 0 0,0 0 0,0 0 1,0 0-1,0 1 0,0-1 0,1 0 0,2-2 1,-26 32 6332,12-11-6455,0 2-1,-13 33 0,19-37-42,0 0-1,1 0 1,1 0-1,0 1 0,1-1 1,0 0-1,2 1 1,2 21-1,-2-32-58,0-1 1,0 1-1,1-1 0,-1 1 1,1-1-1,0 0 1,1 0-1,-1 0 0,1 0 1,-1 0-1,1-1 0,0 1 1,5 4-1,6 3 4,-1 0 0,20 11 0,-7-4 16,-25-18-19,89 69 40,-77-58-23,-1 0 0,-1 0-1,0 2 1,17 25 0,-24-31-13,-1 0-1,-1-1 1,1 2 0,-1-1-1,0 0 1,-1 0 0,0 1-1,0-1 1,0 0 0,-1 1-1,-1 8 1,1-15-5,0 0 0,0 1-1,0-1 1,0 0-1,-1 0 1,1 0-1,0 0 1,-1 0-1,1 0 1,-1 0-1,1 0 1,-1 0-1,1 0 1,-1 0-1,0 0 1,0 0-1,1-1 1,-1 1-1,0 0 1,0 0 0,-1 0-1,-2 2-2,1-2-1,-1 1 1,1 0-1,-1-1 1,0 1 0,-4 0-1,-6 1-14,0-1 0,-21 1 0,-117-3-2959,151 0 2787,-1 0 1,1 0-1,0 0 0,0 0 1,0 0-1,0 0 1,0 0-1,0 0 0,0-1 1,0 1-1,0 0 1,0-1-1,0 1 1,0-1-1,0 1 0,0-1 1,0 0-1,0 1 1,1-1-1,-1 0 1,0 1-1,0-1 0,1 0 1,-1 0-1,0 0 1,1 0-1,-1 0 1,1 0-1,-1 0 0,1 0 1,0 0-1,-1 0 1,1-1-1,-8-25-6189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25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 8564,'0'0'2993,"32"1"-1987,104 1-555,79 5 1366,-216-3-1744,0-1 0,-1 1 0,1 0 0,-1-1 0,0 0 0,0 1 0,0-1 0,-1 0 0,-4 6 0,-2 1 45,2 2 28,0 0 0,0 1 0,1-1 0,0 1 0,2 1 0,-1-1 0,1 0 0,1 1 0,1 0 0,0 0 0,0 0 0,2 0 0,0 14 0,-1 20 331,0-15-22,1 1 1,2-1-1,7 43 0,-7-67-381,0 0-1,0 0 0,1-1 0,0 1 1,1-1-1,0 0 0,0 0 1,1 0-1,0-1 0,0 0 0,0 1 1,1-2-1,1 1 0,-1-1 1,1 0-1,0 0 0,9 5 0,-11-7-46,1-2-1,0 1 0,0 0 0,0-1 0,0 0 0,1-1 1,-1 1-1,0-1 0,1-1 0,-1 1 0,1-1 0,-1 0 1,1 0-1,-1-1 0,1 0 0,-1 0 0,0-1 1,1 1-1,-1-1 0,11-5 0,-9 0-29,0 1 0,-1-1 0,1-1-1,-1 1 1,-1-1 0,1 0 0,-1-1 0,7-14 0,0 0-215,-2-1 1,12-34 0,-13 23-733,-2-1 1,-2 0 0,-1 0-1,-2 0 1,-2-59 0,-1 87 871,-1 0 0,0-1 1,0 1-1,-1 0 0,0 0 1,0 0-1,-1 0 0,0 0 0,0 1 1,-1-1-1,0 1 0,0 0 1,-1 0-1,0 0 0,0 1 0,0 0 1,-12-10-1,11 11 236,0 0 1,-1 1-1,0 0 0,1 0 0,-1 0 1,0 1-1,-1 0 0,1 1 1,-1-1-1,1 1 0,-1 1 0,-8-2 1,-149 0 451,107 3-3536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25.8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 2609,'0'0'8127,"1"-4"-6919,1-1-764,2-17 4266,-4 31-4597,0 628 4123,0-624-4145,-1-8-37,1 0 0,0-1 0,0 1-1,0 0 1,1-1 0,-1 1 0,1 0-1,0-1 1,1 1 0,-1-1 0,5 9-1,-6-13-49,0 0-1,0 0 1,0 0-1,0 0 1,0 0-1,0 0 1,0-1-1,0 1 1,0 0-1,0 0 0,0 0 1,0 0-1,0 0 1,0 0-1,0 0 1,0 0-1,0 0 1,0 0-1,0 0 1,0 0-1,0 0 0,0 0 1,0 0-1,0 0 1,1 0-1,-1 0 1,0 0-1,0 0 1,0 0-1,0 0 1,0-1-1,0 1 0,0 0 1,0 0-1,0 0 1,0 0-1,0 0 1,0 1-1,1-1 1,-1 0-1,0 0 1,0 0-1,0 0 0,0 0 1,0 0-1,0 0 1,0 0-1,0 0 1,0 0-1,0 0 1,0 0-1,0 0 1,0 0-1,0 0 0,0 0 1,0 0-1,1 0 1,-1 0-1,0 0 1,0 0-1,0 0 1,0 1-1,0-1 0,0 0 1,0-9 51,0 6-102,0-87-2708,0 28-2900,0 30-539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26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292 23 3314,'0'0'7448,"3"-2"-6650,19-8 462,2 0 5372,-24 14-6278,-1 1-269,1 1 0,-1 0 0,0 0 0,-1 0 0,1 0 0,-1-1 0,0 1-1,-1-1 1,1 1 0,-6 7 0,-6 7 118,-21 24-1,21-27-65,-16 20-12,-1-1 0,-2-2 0,-1-1 0,-2-2-1,-40 27 1,61-47-586,25-10-598,10-1 813,-5 2 214,0 1 0,0 0-1,-1 0 1,0 2-1,1 0 1,-2 0 0,1 1-1,-1 1 1,0 1 0,14 9-1,14 13 285,58 58 0,-98-88-250,6 7 41,-2-1-22,1-1 1,-1 0-1,1 0 0,0-1 0,0 0 1,1 0-1,-1 0 0,14 5 0,-19-8-31,0-1-1,0 0 0,0 1 0,1-1 0,-1 0 0,0 0 0,0 0 0,0 0 0,1 0 0,-1 0 0,0 0 1,0 0-1,0-1 0,0 1 0,1 0 0,-1-1 0,0 1 0,0-1 0,2 0 0,-2 0-135,0-1 0,0 1 1,0 0-1,0-1 0,0 1 0,0 0 0,0-1 0,0 1 0,-1-1 0,1 0 0,-1 1 0,1-1 0,-1 1 0,1-1 0,-1-2 0,2-47-5768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0.2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61 211 160,'0'0'2137,"-4"-3"-1846,3 2-234,-3-2 691,0-1 0,-1 0 0,1 1-1,-9-4 1,12 6-691,1 1-1,0 0 1,-1 0-1,1 0 1,0-1-1,0 1 1,-1 0-1,1 0 1,0-1-1,0 1 1,0 0-1,-1-1 1,1 1-1,0 0 1,0-1-1,0 1 1,0 0-1,0-1 1,-1 1-1,1 0 1,0-1-1,0 1 1,0 0-1,0-1 1,0 1-1,0 0 1,0-1-1,0 1 1,1-1-1,-1 1-3,0-1 0,0 1 0,0-1 1,0 1-1,0 0 0,0-1 0,0 1 0,0-1 0,0 1 0,0 0 0,0-1 0,0 1 1,-1-1-1,1 1 0,0 0 0,0-1 0,0 1 0,0 0 0,-1-1 0,1 1 1,0 0-1,0-1 0,-1 1 0,1 0 0,0 0 0,-1-1 0,1 1 0,0 0 0,-1 0 1,1-1-1,0 1 0,-1 0 0,1 0 0,0 0 0,-1 0 0,0 0 209,0 0-1,1-1 1,-1 1 0,1 0-1,-1 0 1,0 0-1,1 0 1,-1 0-1,1-1 1,-1 1 0,0 0-1,1-1 1,-1 1-1,1 0 1,-1-1 0,1 1-1,-1 0 1,1-1-1,0 1 1,-1-1-1,1 1 1,-1-1 0,1 1-1,0-1 1,0 0-1,-1 1 1,1-1 0,0 1-1,0-1 1,0 1-1,-1-1 1,1 0-1,0 1 1,0-1 0,0 0-1,0 1 1,0-1-1,0 1 1,0-1 0,0 0-1,1 1 1,-1-1-1,0 0 1,0-6-1805,2-6 1503,0-1 0,0 1 0,1 0 0,1 0 0,0 1-1,7-16 1,-1 4-682,-3 17 535,-6 7 177,-1 0 1,1 0 0,-1 0-1,1 0 1,-1 0 0,1 0-1,-1 1 1,1-1 0,-1 0-1,0 0 1,1 1-1,-1-1 1,1 0 0,-1 1-1,0-1 1,1 0 0,-1 1-1,0-1 1,1 1 0,-1-1-1,0 0 1,0 1 0,1-1-1,-1 1 1,0-1 0,0 1-1,0-1 1,0 1-1,0-1 1,1 1 0,2 15 7,0 0 0,0 0 0,0 22 0,0-4 79,7 366 1912,-6-105-750,-4-292-1209,0 1-1,0 0 0,1 0 0,-1-1 0,1 1 1,0 0-1,2 4 0,-2-7-35,-1 0 0,1-1 1,-1 1-1,1 0 0,0 0 0,-1 0 0,1-1 1,0 1-1,0 0 0,0 0 0,-1-1 0,1 1 1,0-1-1,0 1 0,0-1 0,0 1 0,0-1 0,0 0 1,0 1-1,0-1 0,0 0 0,0 0 0,0 0 1,0 0-1,2 0 0,-2 0-89,0-1-1,-1 0 1,1 0-1,0 0 1,0 0-1,-1 0 1,1 0-1,0 0 1,-1 0 0,1 0-1,-1 0 1,1 0-1,-1 0 1,0 0-1,0 0 1,1 0-1,-1 0 1,0-1 0,0 0-1,1-2-332,16-41-5690,-10 31 639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0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0 6227,'0'0'7462,"17"13"-6544,51 45-35,-64-54-756,1 1 0,-1 0-1,0-1 1,-1 2 0,1-1 0,-1 0 0,0 1 0,0-1 0,0 1 0,-1 0-1,2 7 1,-2-1 102,0-1 0,-1 0 0,0 24 0,-1-25-109,0-3-64,0-1 0,-1 1 0,1 0 0,-1-1 0,0 1 0,-1-1-1,0 1 1,0-1 0,-4 8 0,4-10-35,-1 0-1,1 0 1,-1 0 0,-1-1 0,1 1-1,0-1 1,-1 0 0,0 0-1,1 0 1,-1 0 0,0-1-1,-1 1 1,-6 2 0,5-3-121,1 0 0,-1 0 0,0 0 1,0-1-1,-10 2 0,12-3-389,1 0-1,-1 0 0,0 0 1,1 0-1,-1-1 0,-5-1 1,-6-6-3769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3.1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80 7491,'0'0'5179,"1"-3"-5011,2-2-135,0 1 1,0 0 0,0 0-1,0 1 1,1-1-1,-1 1 1,1-1-1,0 1 1,0 0-1,0 0 1,1 1 0,6-4-1,-1 1-10,0 0 0,0 1 0,0 0 0,1 1 0,12-3-1,32 5-64,-34 1 36,-19 1 13,0-1 0,0 0-1,0 1 1,-1 0 0,1-1 0,0 1-1,0 0 1,-1 0 0,1 0-1,-1 0 1,1 0 0,-1 0-1,1 0 1,-1 1 0,0-1-1,1 0 1,-1 1 0,0-1-1,0 1 1,0-1 0,0 1-1,0 0 1,-1-1 0,1 1-1,0 0 1,-1 0 0,1 0-1,-1 2 1,3 8 168,-1-1 0,0 1 0,0 14 0,-1 14 626,-3 49-1,0-73-584,0 0-1,-1 0 0,-1 0 0,0-1 0,-13 30 0,5-19-19,-1 0 1,-2-1-1,0-1 0,-2 0 0,0-1 1,-2-1-1,0-1 0,-26 22 0,42-41-171,0 1-1,0-1 1,0 0 0,0 0-1,0 0 1,-1 0-1,1-1 1,0 1 0,-1-1-1,0 0 1,1 0-1,-1 0 1,-5 0-1,8-1-47,1 0-1,-1-1 1,1 1-1,-1 0 1,1-1-1,-1 1 0,1 0 1,0-1-1,-1 1 1,1 0-1,-1-1 1,1 1-1,0-1 0,-1 1 1,1-1-1,0 1 1,0-1-1,-1 1 1,1-1-1,0 1 0,0-1 1,0 0-1,0 1 1,0-1-1,0 1 1,0-1-1,0 1 0,0-1 1,0-1-1,0-23-977,0 19 623,0 4 350,0 0-1,1 0 0,-1 0 1,0 1-1,1-1 1,-1 0-1,1 1 0,0-1 1,-1 0-1,1 1 1,0-1-1,0 1 1,0-1-1,0 1 0,0-1 1,0 1-1,1 0 1,-1-1-1,0 1 0,1 0 1,-1 0-1,1 0 1,-1 0-1,1 0 0,-1 1 1,1-1-1,0 0 1,-1 1-1,1-1 1,0 1-1,0-1 0,-1 1 1,1 0-1,0 0 1,0 0-1,0 0 0,2 0 1,2 0 82,0 1 0,1-1 0,-1 1 0,0 1 0,0-1 1,0 1-1,0 0 0,0 0 0,0 0 0,8 6 0,-1 2 224,0 0 0,18 19 0,-21-19 21,0 0-1,2 0 1,-1-1-1,13 8 1,-22-16-298,0 0 1,0 0 0,0 0 0,0 0-1,1 0 1,-1 0 0,0-1 0,0 1-1,0-1 1,1 1 0,-1-1 0,0 0-1,0 0 1,1 0 0,-1 0 0,0 0-1,1-1 1,-1 1 0,0-1 0,0 1-1,3-2 1,-3 0-236,0 1 0,0 0 0,-1-1-1,1 1 1,0-1 0,-1 0 0,1 1 0,-1-1 0,0 0 0,1 0-1,-1 0 1,0 0 0,0 0 0,0 0 0,-1 0 0,1-1-1,0 1 1,-1 0 0,1-4 0,1-31-6959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3.7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144 372 5186,'0'0'9101,"-5"14"-6330,-2 7-2361,-1 1 11,1 0 0,1 0 1,-6 38-1,9 122 1577,3-176-1948,0-1-1,1 1 1,0-1 0,0 0-1,0 1 1,0-1 0,1 0-1,0 0 1,0 0 0,0 0-1,1 0 1,5 7-1,-6-9-37,1 0-1,0 0 0,0-1 0,0 1 0,0-1 0,0 1 0,1-1 0,-1 0 0,1-1 0,-1 1 1,1-1-1,0 1 0,0-1 0,0 0 0,-1 0 0,1-1 0,0 1 0,5-1 0,-5 0 1,0 0 0,-1 0 0,1 0-1,0 0 1,0-1 0,-1 0 0,1 1-1,-1-1 1,1-1 0,0 1 0,-1-1-1,0 1 1,1-1 0,-1 0 0,0 0-1,0 0 1,0-1 0,0 1 0,0-1-1,4-5 1,-2 0-89,1-1 1,-1 1-1,-1-1 0,1-1 0,-2 1 0,6-18 1,-5 6-334,0 0 1,-1 0-1,-2 0 1,0 0-1,-3-40 0,1 53 339,-1 0 0,1 0 0,-1 0 0,-1 1 0,1-1-1,-2 1 1,1-1 0,-1 1 0,0 0 0,0 0-1,-1 0 1,0 1 0,-6-7 0,-11-10 55,-1 1 0,-28-20 0,1 1-31,32 25 86,0-1 0,-23-29 0,37 39-14,-1 1 0,1-1 0,0 0 0,0 0 1,1 0-1,0-1 0,0 1 0,1-1 1,0 1-1,1-1 0,-2-15 0,2 12-8,1-34-43,1 42 9,-1 0 0,1 1 0,-1-1 0,1 1-1,0-1 1,0 1 0,0-1 0,0 1 0,1 0 0,-1 0 0,1-1 0,-1 1 0,1 0 0,0 0-1,1-1 1,2-1-10,0 1-1,0 0 0,0 0 0,1 0 0,-1 1 0,1 0 0,-1 0 1,1 0-1,0 1 0,8-2 0,0 2-28,-1 0 0,1 1 0,19 1-1,-30 0 53,0-1 0,0 1-1,0 0 1,0 0 0,0 0-1,0 0 1,0 1-1,-1-1 1,1 1 0,-1-1-1,1 1 1,-1 0 0,1 0-1,-1 0 1,0 0 0,0 1-1,0-1 1,0 0-1,-1 1 1,1 0 0,-1-1-1,1 1 1,-1 0 0,0 0-1,0 0 1,0 0-1,0-1 1,0 5 0,2 10 37,-1-1 1,0 1 0,-2 32 0,0-34 27,1 18 142,1-14 137,-4 38-1,2-53-330,-1 1 1,0-1-1,1 0 0,-1 0 0,-1 0 0,1 0 0,-1 0 0,0 0 0,1 0 0,-2-1 1,1 1-1,0 0 0,-1-1 0,-3 5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4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205 32 5939,'0'0'7134,"5"-6"-6651,16-15-113,-16 16 3099,-30 5-2584,22 0-862,0 1 0,0-1 0,1 1 0,-1 0 0,0-1 0,0 1 0,0 0 0,1 1 0,-1-1 0,1 0 0,-1 1 0,1 0 0,-3 2 0,-30 29 342,20-16-209,3-5-70,0 2-1,1 0 1,1 0-1,0 1 0,1 0 1,0 1-1,1 0 0,1 0 1,1 1-1,0 0 1,1 0-1,1 0 0,1 1 1,0-1-1,0 35 0,2-28 95,-1 10 191,2 0 0,1 0 0,8 45 0,-7-69-309,0-1-1,0 0 0,1 0 0,1 0 1,-1 0-1,1-1 0,1 1 0,-1-1 1,1 0-1,1 0 0,0-1 0,0 0 1,0 0-1,1 0 0,0-1 0,0 0 1,9 6-1,-7-8-33,0 0-1,1 0 1,-1-1 0,1 0 0,0-1-1,0 0 1,0 0 0,0-1-1,1-1 1,-1 1 0,12-3-1,-12 2-2,-6 0-21,-1 0-1,0 0 0,1 0 0,-1 0 0,0-1 0,1 0 0,-1 0 1,0 0-1,0 0 0,0 0 0,0-1 0,0 1 0,0-1 0,0 0 1,0 0-1,-1 0 0,3-2 0,-1 0-36,-1-1 1,0 1-1,0-1 1,0 0-1,0 0 0,-1 0 1,0 0-1,0-1 1,2-7-1,-1 1-265,0-1 0,-1 1 1,-1-1-1,0 0 0,-1 0 0,0 1 0,-3-21 1,2 30 250,1 0 1,-1 1 0,0 0 0,0-1 0,0 1-1,0-1 1,0 1 0,-1 0 0,1 0 0,0 0-1,-1 0 1,0 0 0,0 0 0,1 0-1,-1 0 1,-3-1 0,0 0 31,1 0 1,-1 1-1,1 0 1,-1 0-1,0 0 1,0 0-1,0 1 0,-6-1 1,4 1 60,1 0 0,-1 0 1,1 1-1,-1 0 0,0 1 0,1-1 1,-1 1-1,1 0 0,-1 1 0,1 0 0,0 0 1,-1 0-1,-10 6 0,10-3-9,0 1 0,1 0 0,0 0 0,0 0 0,0 0 0,1 1 0,-8 13 0,0 3-2489,-13 32 1,13-29-7359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7.2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 13 5250,'0'0'7172,"4"-2"-6751,1-1-235,-4 2-90,0 0 0,0 0 0,0 0 0,0 1 1,1-1-1,-1 0 0,0 1 0,1 0 0,-1-1 0,0 1 0,1 0 0,-1-1 0,1 1 1,2 0 1605,-4 2-1693,0-1 1,0 0 0,0 1 0,0-1 0,0 1 0,-1-1-1,1 1 1,-1-1 0,1 0 0,-1 1 0,1-1-1,-1 0 1,-1 3 0,1-3 2,-17 33 30,2 2 0,1 0-1,2 1 1,1 0 0,-11 68 0,18-51 485,3 71 0,2-82-63,0-34-343,1 0 1,-1 0-1,2-1 1,-1 1-1,2 0 1,-1-1 0,1 1-1,0-1 1,5 10-1,-5-13-73,0 0 0,0-1 0,0 1 0,1 0 0,-1-1 0,1 0 0,0 0 0,1 0 0,-1 0 0,1-1-1,-1 0 1,1 0 0,0 0 0,0 0 0,8 2 0,-10-4-158,-1 0-1,0-1 1,0 1-1,1 0 1,-1-1-1,0 0 1,1 0-1,-1 0 1,0 0-1,1 0 1,-1 0-1,0 0 1,5-2 0,-6 2-209,0-1 1,0 0 0,0 1 0,0-1 0,0 0 0,0 0-1,0 0 1,0 0 0,0 1 0,0-1 0,-1-1 0,1 1 0,0 0-1,-1 0 1,1 0 0,-1 0 0,1 0 0,-1 0 0,0-1 0,1 1-1,-1 0 1,0 0 0,0-1 0,0-1 0,1-22-8590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7.7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3714,'0'0'8654,"1"2"-7997,3 22 249,-1 1 0,0 0 0,-3 45 1,0-43-381,-1 41 503,2 78 938,-1-145-1958,4 22 261,-4-23-257,0 1 0,0 0 0,0-1 0,1 1 0,-1 0-1,0-1 1,1 1 0,-1-1 0,0 1 0,1-1-1,-1 1 1,0-1 0,1 1 0,-1-1 0,1 1-1,-1-1 1,1 1 0,-1-1 0,1 0 0,0 1-1,-1-1 1,1 0 0,-1 0 0,1 1 0,0-1-1,-1 0 1,1 0 0,1 0 0,-1 0-10,0-1 1,0 1-1,-1-1 0,1 0 1,0 0-1,0 1 0,0-1 1,0 0-1,-1 0 0,1 0 1,0 0-1,-1 0 0,1 0 0,-1 0 1,1 0-1,-1 0 0,1 0 1,-1-2-1,11-29-83,-8 22 6,116-270-2564,-115 272 2631,1 0 1,0 0 0,0 0 0,1 1-1,10-12 1,-16 16-882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48.2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230 1 7203,'0'0'6515,"19"16"-5882,58 59-57,-72-69-497,-1-1 1,1 1-1,-1 0 1,-1 0-1,1 0 1,-1 0-1,0 1 1,0-1-1,-1 1 1,0 0 0,0 0-1,-1 0 1,1 7-1,2 4 99,1 18 86,-1 1 0,-1-1 0,-3 0 1,-4 48-1,1-56-221,-2-1 0,-1-1 0,-1 1 0,-2-1-1,0 0 1,-2-1 0,0 0 0,-2-1 0,-20 29 0,0-6-337,-1-2 0,-3-1 0,-61 57 0,59-67-2227,6-9-1761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3:54.6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328 116 5090,'0'0'8639,"7"-2"-7705,18-6-78,-24 7-714,0 1-1,-1-1 1,1 1 0,-1-1-1,1 1 1,-1-1 0,1 1-1,-1-1 1,1 1 0,-1-1-1,1 0 1,-1 1 0,0-1-1,1 0 1,-1 0 0,0 1-1,0-1 1,0 0 0,0 0-1,1 1 1,-1-1 0,0 0-1,0 0 1,0 1 0,-1-1 0,1 0-1,0 0 1,0 1 0,0-1-1,-1-1 1,1-1 90,10-37 264,-10 39-505,1 0 1,-1 0 0,0-1-1,0 1 1,-1 0 0,1 0-1,0 0 1,0 0-1,-1 0 1,1-1 0,0 1-1,-1 0 1,1 0 0,-1 0-1,1 0 1,-1 0 0,0 0-1,1 0 1,-2 0-1,-20-7-129,16 7 134,-18-3-161,-1 1-1,0 1 0,-29 1 1,43 1 152,7 1 16,0-1 1,0 1-1,0 0 0,0 1 0,0-1 0,0 1 0,0-1 0,1 1 0,-1 0 0,1 0 1,-7 6-1,-36 32-93,42-36 68,-3 3 16,0 1 0,0 0 0,1 0 0,0 1 0,0 0 0,1 0 0,0 0 0,0 0 0,1 1 0,-3 13 0,2-3 216,1 0 1,2 0 0,0 0-1,1 29 1,0-35 43,1-7-115,0 0 0,0 0 0,1 0-1,2 13 1,-2-17-117,-1-2 1,1 1-1,0 0 1,0 0-1,0 0 1,0 0-1,0 0 1,0-1-1,1 1 1,-1 0 0,0-1-1,1 0 1,0 1-1,-1-1 1,1 0-1,0 1 1,-1-1-1,1 0 1,0 0-1,0-1 1,2 2-1,1 0-32,1 0 0,-1-1-1,1 1 1,0-1 0,-1-1 0,1 1-1,0-1 1,0 0 0,0 0 0,-1 0 0,1-1-1,0 0 1,-1 0 0,1-1 0,-1 1-1,1-1 1,-1 0 0,0-1 0,1 1 0,-1-1-1,0 0 1,-1 0 0,10-8 0,22-25-1347,48-58-1,-67 71 708,-1 0-1,0 0 0,-2-2 0,15-34 1,-28 54 806,1-1 1,-1 1 0,0 0 0,0-1-1,0 1 1,-1-1 0,0-7 2609,0 30-2177,0 3-444,-1 6 156,2 0 0,6 43 1,2-11-29,-3 0-1,-3 0 1,-5 78 0,2-127-257,-1 0 0,-1 0 1,1 1-1,-2-1 0,1 0 0,-1-1 1,0 1-1,-1 0 0,0-1 0,-6 9 0,1-4-5,0-1 0,0-1 0,-1 0 0,-1 0-1,-20 16 1,3-7-4,-1-1 1,0-2-1,-2-1 1,-55 21-1,77-33-53,0-1-1,0 0 1,0-1-1,-1 0 1,0 0 0,1-1-1,-1-1 1,0 1-1,-17-3 1,27 2-39,-1-1 0,0 1 1,0 0-1,1-1 0,-1 1 1,1-1-1,-1 1 0,0-1 1,1 1-1,-1-1 0,1 0 1,-1 1-1,1-1 0,-1 0 1,1 1-1,0-1 0,-1 0 1,1 1-1,0-1 0,0 0 0,-1 0 1,1 0-1,0 1 0,0-1 1,0 0-1,0 0 0,0 0 1,-1-29-3804,2 22 753,-1-4-2649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3:57.5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401 58 8260,'0'0'10124,"-7"-15"-8955,3 11-1150,-1 0 0,1 0 0,-1 1 0,1 0 0,-1 0 0,0 0 0,0 0 0,0 1 0,-1 0 0,1 0 0,-10-2 0,5 2-37,0 1 1,1 0 0,-1 0-1,0 1 1,0 0 0,-10 2 0,14 0 3,0-1 0,0 1 0,1 0 1,-1 1-1,1 0 0,-1 0 0,1 0 1,0 0-1,0 1 0,0 0 0,1 0 1,0 0-1,-1 0 0,1 1 0,1 0 1,-4 5-1,-5 7 22,1 1-1,1 0 1,-12 28 0,8-6 399,2 1 1,1 0-1,2 1 1,2 0-1,2 0 0,0 81 1,5-121-398,0-1 1,0 0 0,0 0-1,0 0 1,0 0-1,1 0 1,-1 0-1,0 0 1,1 0 0,-1 0-1,0-1 1,1 1-1,-1 0 1,1 0-1,-1 0 1,1 0 0,0 0-1,-1-1 1,1 1-1,0 0 1,0-1-1,-1 1 1,1 0 0,0-1-1,2 2 1,-1-1-5,1-1 1,0 1-1,-1 0 1,1-1-1,0 1 0,0-1 1,-1 0-1,1 0 1,5-1-1,1 0-21,-1 0-1,0-1 0,0-1 0,0 1 1,0-1-1,12-6 0,-7 0-174,-1 0 0,0 0-1,0-1 1,-1-1 0,0 0-1,-1 0 1,11-17 0,-8 9-670,0-1 1,-1 0 0,-2-1 0,10-24 0,-17 36 408,-1-1 0,0 1 0,0 0 0,-1-1 0,0 0 0,0 1 0,-2-11 1,1 20 471,-8-1 1598,-1 0-587,9 1-949,0 0-1,0 0 0,0 0 0,0 0 0,-1 1 0,1-1 1,0 0-1,0 0 0,0 0 0,0 0 0,0 1 1,0-1-1,0 0 0,0 0 0,0 0 0,0 1 0,0-1 1,0 0-1,0 0 0,0 0 0,0 1 0,0-1 1,0 0-1,0 0 0,0 0 0,0 1 0,0-1 0,0 0 1,0 0-1,0 0 0,0 1 0,1-1 0,-1 0 1,0 0-1,0 0 0,0 0 0,0 0 0,0 1 1,1-1-1,-1 0 0,0 0 0,0 0 0,0 0 0,1 0 1,4 9-50,0 1 1,-1-1 0,0 0 0,0 1 0,-1 0 0,0 0-1,-1 0 1,0 0 0,1 15 0,-2 101 721,-1-102-538,-2-4-107,0-1 1,-1 1 0,-1-1-1,-1 1 1,0-1 0,-2-1 0,0 1-1,-19 33 1,13-31-4,0 0 0,-1-1 0,-1-1 0,-1 0 0,0-1-1,-37 30 1,47-43-150,0-1-1,0-1 0,0 1 0,0-1 1,-1 0-1,1-1 0,-1 1 0,1-1 1,-1 0-1,0-1 0,0 0 0,0 0 1,0 0-1,-10-1 0,16 0-84,-1 0-1,0 0 1,1 0 0,-1 0-1,1-1 1,-1 1-1,1 0 1,-1-1 0,1 1-1,-1-1 1,1 1-1,-1-1 1,1 0 0,-1 0-1,1 0 1,0 0 0,0 0-1,-1 0 1,1 0-1,0 0 1,0 0 0,0 0-1,0-1 1,-1 0 0,0-3-828,0 0 0,0 0 0,1-1 0,0 1 0,0 0 0,-1-6 0,-2-23-9937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3:57.8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 1 9620,'0'0'7892,"-24"213"-5843,10-166-1249,3-9-512,8-13-288,3-12-80,0-63-17175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4:08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244 74 8340,'0'0'7030,"4"0"-6294,-4 0-695,1 0-1,0 0 1,0 0 0,0 0-1,0 0 1,0 0 0,0 0-1,-1-1 1,1 1 0,0 0-1,0-1 1,0 1 0,-1 0 0,1-1-1,0 1 1,0-1 0,-1 0-1,1 1 1,0-1 0,-1 1-1,1-1 1,-1 0 0,1 0-1,-1 1 1,1-1 0,-1 0-1,1 0 1,-1 0 0,0 1-1,1-3 1,2-34 984,-3 33-1003,0 4-26,0-1-1,-1 0 1,1 0 0,0 1 0,0-1 0,-1 0 0,1 1 0,0-1 0,-1 0-1,1 1 1,-1-1 0,1 0 0,-1 1 0,1-1 0,-1 1 0,1-1-1,-1 1 1,1-1 0,-1 1 0,0 0 0,1-1 0,-1 1 0,0 0 0,0-1-1,1 1 1,-1 0 0,0 0 0,0 0 0,1 0 0,-1 0 0,0-1-1,0 1 1,-32 0-18,25 0-67,-6 0 43,9-1 36,1 1-1,-1 0 0,0 0 1,0 0-1,0 1 0,1-1 1,-1 1-1,0 0 0,1 1 1,-1-1-1,1 1 0,-1 0 1,1 0-1,-8 5 0,2 2 5,0 1-1,0 0 0,1 1 1,1 0-1,0 0 1,0 1-1,1 0 0,0 0 1,2 1-1,-1-1 1,1 1-1,1 1 0,-3 15 1,0 2 466,2 1 0,1 0 1,2 0-1,3 50 0,-1-80-424,0 0 0,0 0 1,0 0-1,1 0 0,-1 0 0,1 0 0,0-1 0,-1 1 0,1 0 0,0 0 1,0 0-1,0-1 0,0 1 0,1-1 0,-1 1 0,0-1 0,1 1 0,-1-1 0,1 0 1,1 2-1,1-1-6,0 0 0,-1 0 0,1-1 0,0 1 0,0-1 0,0 0 0,0 0 1,0 0-1,7 0 0,-3-1-47,0 0 1,0 0-1,0 0 1,0-1-1,-1-1 1,1 1-1,0-1 1,0 0-1,-1-1 0,12-5 1,-10 2-251,-1 0 0,1 0 1,-1-1-1,-1-1 0,1 1 0,-1-1 1,0 0-1,-1-1 0,0 1 0,0-1 0,-1 0 1,0-1-1,-1 1 0,0-1 0,4-18 1,-1 0-885,-1-1 1,-2-1-1,-1 1 1,-1-44 4898,-2 90-3402,1 128 598,-3 171 388,0-302-1267,0-1 1,0 0-1,-2 1 0,1-1 1,-2 0-1,0-1 0,0 1 1,-1-1-1,0 0 0,-1-1 1,-1 1-1,0-1 0,0-1 0,-1 0 1,-1 0-1,1 0 0,-2-1 1,1-1-1,-1 0 0,0 0 1,-1-1-1,-24 11 0,10-13-264,25-4 113,0-1 0,1 0 0,-1-1 0,0 1-1,0 0 1,0 0 0,1 0 0,-1 0 0,0-1 0,0 1-1,1 0 1,-1 0 0,0-1 0,1 1 0,-1-1 0,0 1 0,1-1-1,-1 1 1,0-1 0,1 1 0,-1-1 0,1 0 0,-1 1-1,1-1 1,-1 0 0,1 1 0,0-1 0,-1 0 0,1 1-1,0-1 1,-1-1 0,-3-31-3265,1-15-3012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4:09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161 45 5827,'0'0'5146,"4"-3"-4594,0 1-328,-3 1-84,1 0 0,-1 1 1,0-1-1,0 0 0,0 0 0,0 1 0,0-1 0,1 0 1,-2 0-1,1-1 0,0 1 0,0 0 0,0 0 1,0 0-1,-1 0 0,1-1 0,-1 1 0,1 0 1,-1-1-1,1 1 0,-1 0 0,0-1 0,1-2 553,-1 3-648,-1 1 0,1-1 0,0 1 0,0 0 0,0-1 0,-1 1 0,1-1 0,0 1 0,-1 0 0,1-1 0,0 1 0,-1 0 0,1 0 0,0-1 0,-1 1 0,1 0 0,0 0 0,-1-1 0,1 1 0,-1 0 0,0 0 0,-3-1-8,0 0 1,0 0 0,0 1-1,0 0 1,0 0 0,0 0-1,0 0 1,0 1 0,0-1-1,0 1 1,0 0 0,0 0-1,0 1 1,-4 1 0,3 0-4,1 0 1,0 1 0,0-1 0,1 1-1,-1 0 1,1-1 0,-1 2 0,1-1-1,0 0 1,-3 9 0,-7 13 381,2 0 0,0 1 0,2 0 0,1 1 1,1 0-1,2 1 0,1-1 0,1 1 0,0 36 1,3-64-403,0 0 1,0 0 0,0 0-1,0 0 1,1 0 0,-1 0 0,0 0-1,0 0 1,1 0 0,-1 0-1,0 0 1,1 0 0,-1 0 0,1 0-1,-1 0 1,1-1 0,0 1-1,-1 0 1,1 0 0,0-1 0,-1 1-1,1 0 1,0-1 0,0 1-1,0 0 1,0-1 0,0 0 0,-1 1-1,1-1 1,0 1 0,0-1-1,0 0 1,0 0 0,0 1 0,0-1-1,0 0 1,2 0 0,0 0-22,1 0-1,-1-1 1,1 1 0,0-1 0,-1 0 0,1 0 0,-1 0-1,0 0 1,1-1 0,3-1 0,2-3-158,-1 0 0,0 0 0,-1-1 1,0 0-1,0-1 0,0 1 0,-1-1 0,9-15 1,-3 4-1057,-1-1 1,16-42 0,-20 43 630,-1-1-1,-1 0 1,-1 0 0,-1 0-1,-1 0 1,0-31 1955,-1 51-1205,0 0 0,0 0 0,0 0-1,0 0 1,0 1 0,-1-1 0,1 0 0,0 1-1,0-1 1,0 0 0,-1 1 0,1-1 0,0 1-1,0 0 1,-1-1 0,1 1 0,0-1 0,-1 1-1,1 0 1,-1-1 0,1 1 0,-1 0 0,1 0-1,-1 0 1,1-1 0,-1 1 0,0 0 0,1 0-1,-1 1 1,9 36-282,-6-23 500,5 18-142,4 14 86,-2 1-1,4 54 1,-11 149 505,-3-238-808,-1 0-1,-1 0 1,0 0-1,-1 0 1,0-1-1,-1 1 1,0-1-1,-1 0 1,0 0-1,-1 0 1,0-1-1,-1 1 1,-1-2-1,0 1 1,-10 10-1,14-18-61,0 0 1,0 0-1,0 0 0,0 0 0,-1-1 1,1 0-1,-1 0 0,1 0 0,-1-1 0,0 1 1,0-1-1,0 0 0,-8 0 0,10-1-27,-1 1-1,1-1 1,0 0-1,0-1 1,-1 1-1,1-1 1,0 1-1,0-1 1,0 0-1,0 0 1,-1 0-1,1-1 1,1 1-1,-1-1 1,0 0-1,0 1 0,1-1 1,-1 0-1,1-1 1,-1 1-1,-1-3 1,0-1-663,1 0 0,0 0 0,0 0 0,0-1 1,1 1-1,0-1 0,1 0 0,-1 1 0,0-13 0,1-21-7860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4:10.4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 2817,'4'-6'14927,"-4"6"-14716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4:11.0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5955,'0'0'10170,"3"10"-9100,-2-4-891,-1-3-107,1 1 0,-1-1 1,1 0-1,0 0 0,0 1 0,0-1 0,0 0 0,1 0 0,0 0 0,-1 0 1,1-1-1,0 1 0,0 0 0,0-1 0,1 1 0,-1-1 0,0 0 0,1 0 0,3 3 1,3-2 23,-1 1 1,1-1-1,0 0 1,0-1-1,0 0 1,0 0 0,0-1-1,10 0 1,12-1-102,32-3 0,-54 2-172,0-1 0,0 0 1,0 0-1,0 0 0,9-5 1,-13 5-67,0 0-1,-1-1 1,1 1 0,-1-1 0,0 0 0,0 0-1,0 0 1,0-1 0,0 1 0,5-8 0,-9 11 284,0 0 1,0 0-1,0 0 1,0 0 0,0 0-1,0 0 1,0 0-1,0 0 1,0 1-1,0-1 1,0 0 0,0 0-1,0 0 1,0 0 83,0 0-84,0 0 1,0 0-1,1 0 1,-1 0-1,0 0 1,0 0 0,0 0-1,0 0 1,0 0-1,0 0 1,0 0-1,0 0 1,-5 16 220,-9 21-163,1 2 157,1 1-1,1 1 0,3-1 0,-6 71 1,9 170 1637,6-169-1328,-1-112-631,0-22-19007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4:11.3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79 12198,'0'0'6194,"227"-38"-6178,-175 23-16,-13-1-1344,-18 7-2626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4:13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2353,'0'0'9471,"0"25"-6795,21 306 2379,17-116-8504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50.3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10 3602,'0'0'5317,"8"-9"1651,-11 9-6955,0 0 1,0 0-1,0 1 0,0-1 0,0 1 0,0 0 0,0 0 0,0 0 0,0 1 0,0-1 1,0 1-1,1-1 0,-1 1 0,0 0 0,1 0 0,0 0 0,-1 0 0,1 1 0,0-1 1,0 1-1,0-1 0,1 1 0,-3 3 0,-5 9 39,1 1 0,1-1 0,0 1 0,1 1 0,1-1 0,0 1 0,1 0 0,-2 21 0,3-3 360,1 0 1,2 1 0,4 34-1,-3-66-371,-1-1 0,1 0 0,-1 0 0,1 0 0,0 0 0,0 0 0,0-1 0,0 1 0,1 0-1,-1 0 1,1-1 0,0 1 0,0-1 0,0 1 0,0-1 0,0 0 0,0 0 0,1 0 0,-1 0-1,1 0 1,-1 0 0,1-1 0,0 1 0,-1-1 0,1 0 0,5 2 0,4 0 92,0-1 0,1 0 0,-1 0 0,0-1 0,16-1 0,-27 0-179,-1 0 0,0 0 0,1 0 0,-1-1 0,1 1 0,-1 0 0,1 0 0,-1 0 0,0 0 0,1 0 0,-1-1 0,0 1 0,1 0 1,-1 0-1,0-1 0,1 1 0,-1 0 0,0 0 0,1-1 0,-1 1 0,0 0 0,0-1 0,0 1 0,1-1 0,-1 1 0,0 0 0,0-1 1,0 1-1,0-1 0,1 1 0,-1-1 0,1-15-2587,-1 12 1776,0-11-3761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51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1 323 3906,'0'0'13019,"18"1"-12109,5 2-673,99 6 33,-113-9-256,-7 0-35,0 0 0,0 1 0,0-2 0,-1 1 0,1 0 0,0 0 0,0 0 0,0-1 0,-1 1 0,3-2 0,-3 2-16,0-1 1,0 0 0,-1 0-1,1 0 1,0 0 0,-1 1-1,1-1 1,-1 0 0,0 0-1,1 0 1,-1 0 0,0 0-1,1 0 1,-1 0 0,0 0-1,0-1 1,0 1 0,0 0-1,0 0 1,0 0 0,0-1-1,0-237-1257,0 236 1301,1 0 0,0 1 0,0-1 0,0 1 0,0-1 0,1 1 0,-1-1 0,1 1 0,-1 0 0,1-1 0,0 1 0,0 0 0,2-2 0,31-25-182,-31 28 189,0-1 0,0 1-1,0 0 1,0 1 0,0-1 0,1 1 0,-1 0-1,0 0 1,0 0 0,7 1 0,7 0 181,-7-1-149,3 0-26,0 0 0,1 1 0,-1 0-1,0 1 1,15 4 0,-26-5-21,0 0 1,0 0-1,-1 0 0,1 0 0,0 1 1,0-1-1,-1 1 0,1 0 1,-1 0-1,0 0 0,0 0 0,1 0 1,-1 0-1,0 0 0,-1 1 1,1-1-1,0 1 0,-1 0 1,1-1-1,-1 1 0,0 0 0,0 0 1,0 0-1,0 0 0,-1-1 1,1 1-1,-1 0 0,0 0 1,0 6-1,0 170 521,0-173-516,-1 1-1,-1-1 0,1 0 1,-1 1-1,0-1 1,-1 0-1,1 0 1,-1-1-1,0 1 1,-1 0-1,1-1 0,-1 0 1,0 0-1,-5 5 1,-13 20 69,21-30-65,1 0 0,-1 1 0,1-1 0,0 1 0,-1-1 0,1 1 0,-1-1 0,1 0 0,0 1 0,0 0 0,-1-1 0,1 1 0,0-1 0,0 1 0,0-1 0,0 1 0,-1-1-1,1 1 1,0 0 0,0-1 0,0 1 0,0-1 0,0 1 0,1-1 0,-1 1 0,0 0 0,0-1 0,0 1 0,0-1 0,1 1 0,-1-1 0,0 1 0,0-1 0,1 1 0,-1-1-1,0 1 1,1-1 0,-1 0 0,1 1 0,-1-1 0,0 1 0,1-1 0,-1 0 0,1 1 0,-1-1 0,1 0 0,-1 0 0,1 1 0,0-1 0,-1 0 0,1 0 0,-1 0-1,1 0 1,-1 0 0,1 0 0,0 0 0,0 0 0,7 1 38,0 0 0,0-1-1,13-2 1,-7 1 4,12 1-13,0 2-1,30 5 1,-49-4-3853,-16-2-1245,-2-1-3572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52.0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17 3282,'0'0'7221,"6"-3"-6407,0 0-511,-1 1 0,2 0 0,-1 0 0,8-1 0,-11 2-192,-1 1 0,1 0 0,-1 0 0,1 0 0,-1 0 0,1 0-1,-1 0 1,1 1 0,0-1 0,-1 1 0,0 0 0,1 0 0,-1 0 0,1 0-1,-1 0 1,0 0 0,4 3 0,3 4 96,-1 1 0,0 0 0,0 1 0,-1 0-1,0 0 1,0 0 0,8 20 0,-8-13-88,0 0 0,-1 0-1,0 1 1,4 29 0,-7-23-132,-1-1 1,0 1-1,-2 0 0,-4 30 0,3-40-189,-2-1-1,0 1 1,-1-1-1,0 0 1,-1 0-1,0 0 1,-1-1-1,-13 21 1,3-10-1754,-30 32 1,-32 21-5707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55.6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0 3794,'1'2'10605,"-1"-1"-10607,1-1 0,-1 1 0,0 0 0,0 0 0,0-1 0,1 1 0,-1 0 0,0 0 0,0 0 0,0 0-1,0-1 1,0 1 0,0 0 0,-1 0 0,1 0 0,0 1 0,-13 35 116,3-10-92,1 1 0,1 0 0,-5 41 1,8-13 277,3 0 1,6 64-1,-2-102-74,1-1 0,1 0 0,0 0 0,1-1 0,1 1 0,1-1 0,0 0 0,14 22 0,-15-28-136,1 0 1,0 0-1,0-1 0,1 0 0,1 0 1,-1-1-1,1 0 0,1 0 0,-1-1 1,1 0-1,1-1 0,21 10 0,-28-15-200,1 1 0,0-1 0,0 1-1,0-1 1,0-1 0,0 1 0,1-1 0,-1 0 0,10-1-1,-14 1-55,-1 0-1,1 0 1,0-1-1,-1 1 1,1 0-1,0 0 1,-1-1-1,1 1 1,0 0-1,-1-1 1,1 1-1,-1-1 1,1 1-1,-1-1 1,1 1-1,-1-1 1,1 1-1,-1-1 0,1 0 1,-1 1-1,0-1 1,1 1-1,-1-1 1,0 0-1,1 1 1,-1-1-1,0 0 1,0 0-1,0 1 1,0-1-1,0 0 1,0 1-1,0-1 1,0 0-1,0 0 1,1-20-6243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56.1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48 5699,'0'0'6117,"9"5"-5378,-7-4-686,3 1 68,0 1-1,0 0 0,0 0 0,0 0 1,-1 1-1,0 0 0,0 0 1,0 0-1,0 0 0,0 0 0,-1 1 1,5 7-1,9 24 1220,18 57-1,9 20 437,-41-108-1686,-3-3-56,0 0 0,1-1 0,0 1 0,0 0 1,-1 0-1,1-1 0,0 1 0,0 0 0,0-1 0,1 1 0,-1-1 0,0 0 0,0 1 0,1-1 1,-1 0-1,1 0 0,-1 0 0,1 0 0,0 0 0,-1 0 0,1 0 0,0 0 0,0-1 0,-1 1 1,5 0-1,-6-1-29,1-1 1,0 1-1,0-1 1,0 1-1,-1 0 1,1-1-1,0 1 1,-1-1-1,1 0 1,0 1-1,-1-1 1,1 0-1,-1 1 1,1-1-1,-1 0 1,1 0-1,-1 1 1,1-1 0,-1 0-1,0 0 1,0 0-1,1 1 1,-1-1-1,0-1 1,1-1 2,6-22-672,-1 0 0,-1-1-1,-1 0 1,0-52-1,-2 41-351,9-60 0,-10 94 1095,-1 0 1,1 1-1,0-1 1,0 0-1,1 0 0,-1 0 1,0 1-1,1-1 1,0 1-1,-1-1 0,1 1 1,0 0-1,0 0 1,1 0-1,-1 0 0,0 0 1,1 0-1,-1 1 1,1-1-1,2-1 0,-2 2-613,-1 0 1,1 0-1,0 1 0,-1-1 0,1 1 0,0-1 0,4 1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19:56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308 1 7668,'0'0'8788,"132"94"-8100,-104-28 80,-7 18-464,-17 23-192,-4 19 0,-39 21-80,-44 16-64,-29 7-1184,-14-10-2018,-6-22-5442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14.1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88 252 7395,'0'0'7132,"-1"-4"-6465,-6-15-16,5 14-104,0 4-363,1 0 1,0 1 0,0-1 0,-1 0-1,1 0 1,0 0 0,0 0 0,0-1-1,0 1 1,0 0 0,0 0 0,1-1-1,-1 1 1,0 0 0,0-2 0,-1-10-64,1 1 1,1 0-1,0-17 1,0 25-123,1 0 0,-1-1-1,1 1 1,0 0 0,0 0 0,0 0 0,1 0 0,-1 0 0,1 0 0,0 0 0,0 0 0,5-5 0,2 0-139,0 0-1,1 1 1,0 0 0,1 0 0,22-10-1,-27 14 87,1 1-1,0 0 0,0 1 0,0 0 0,0 0 0,0 0 1,1 1-1,-1 0 0,1 1 0,-1 0 0,13 1 0,-18 0 56,0-1 0,1 1-1,-1 1 1,0-1 0,0 0-1,0 0 1,-1 1 0,1-1-1,0 1 1,-1 0 0,1-1-1,0 1 1,1 3 0,20 30-10,-19-27 3,-1-3 1,0 1 0,0 0 0,-1 0 0,0 0 0,0 0 0,0 0 0,-1 0 0,1 12 0,-2 52-9,-2-32 108,1-17-11,-1 1-1,0-1 1,-2-1 0,-1 1 0,-13 37-1,-51 95 67,50-115-86,-25 36 0,37-64-51,0 0 0,-1-1 0,0 0 0,0 0 1,-1-1-1,0 0 0,0 0 0,-16 9 0,20-15-13,1 0 0,-1 0-1,1 0 1,-1 0 0,0-1 0,1 0 0,-1 0-1,0 0 1,0-1 0,0 0 0,0 1-1,-9-2 1,14 1-1,-1-1-1,1 1 0,0 0 1,0 0-1,-1 0 1,1 0-1,0 0 0,0 0 1,0 0-1,-1 0 1,1 0-1,0 0 0,0-1 1,0 1-1,-1 0 1,1 0-1,0 0 0,0 0 1,0-1-1,0 1 1,-1 0-1,1 0 0,0-1 1,0 1-1,0 0 1,0 0-1,0 0 0,0-1 1,0 1-1,0 0 1,0 0-1,0-1 0,0 1 1,0 0-1,0 0 1,0-1-1,0 1 0,-1-5-78,1 0 0,-1 0 0,1 0-1,0 0 1,1 0 0,-1 1 0,1-1-1,2-8 1,-2 11 68,0 0 0,0 1 1,0-1-1,0 0 0,0 0 0,1 1 0,-1-1 1,0 0-1,1 1 0,-1 0 0,1-1 1,0 1-1,-1 0 0,1 0 0,0 0 0,0 0 1,0 0-1,0 0 0,0 0 0,0 0 0,0 1 1,0-1-1,0 1 0,2 0 0,4-2 92,0 1 0,1 1 0,-1 0-1,0 0 1,0 0 0,1 1 0,-1 0 0,0 1-1,0 0 1,0 0 0,0 1 0,0-1-1,-1 2 1,1-1 0,-1 1 0,10 7 0,-2 1 152,-12-9-193,0 0 0,0 0 0,0-1-1,0 0 1,1 1 0,-1-1-1,1 0 1,-1-1 0,1 1 0,0 0-1,0-1 1,0 0 0,0 0 0,6 0-1,-10-1-50,0 0 0,0 0-1,0 0 1,1 0 0,-1 0-1,0 0 1,0 0 0,1 0-1,-1 0 1,0 0 0,0 0-1,1 0 1,-1 0-1,0 0 1,0 0 0,0 0-1,1-1 1,-1 1 0,0 0-1,0 0 1,0 0 0,1 0-1,-1-1 1,0 1 0,0 0-1,0 0 1,0 0 0,0-1-1,0 1 1,1 0 0,-1 0-1,0-1 1,0 1 0,0 0-1,0 0 1,0 0 0,0-1-1,0 1 1,0 0 0,0-1-1,1-31-2851,-1-8-3583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14.7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5603,'0'0'11253,"7"182"-10101,-7-116 49,0-6-481,0-13-704,0-19 112,0-15-128,-7-54-19769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23.0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32 5122,'0'0'5496,"-2"0"-5374,1 0 131,1 0 0,0 0 1,-1 0-1,1 0 1,-1 0-1,1-1 0,0 1 1,-1 0-1,1 0 1,0 0-1,-1-1 0,1 1 1,0 0-1,-1 0 1,1-1-1,0 1 0,-1 0 1,1-1-1,0 1 1,0 0-1,0-1 0,-1 1 1,1 0-1,0-1 0,0 0-252,0 0-1,1 0 0,-1 0 0,0 0 1,1 0-1,-1 0 0,1 0 0,-1 0 0,1 0 1,0 0-1,-1 1 0,1-1 0,0 0 0,0 0 1,-1 1-1,1-1 0,0 0 0,0 1 1,0-1-1,0 1 0,0-1 0,0 1 0,0 0 1,0-1-1,0 1 0,0 0 0,0 0 0,0 0 1,0 0-1,1 0 0,38-3 30,-35 3 3,39-1 27,-26-1-55,1 2 0,-1 0 0,27 4 0,-41-3-7,0 1-1,0-1 1,0 1 0,0 0 0,0-1-1,-1 2 1,1-1 0,0 0 0,-1 1 0,0 0-1,0 0 1,0 0 0,0 0 0,0 0-1,0 0 1,-1 1 0,0-1 0,1 1-1,-1 0 1,-1 0 0,1 0 0,-1 0 0,1 0-1,-1 0 1,1 6 0,2 11-24,-1 1 1,-1 0 0,-2 37-1,0-40 39,1-12-12,-1 0-1,0 0 0,0 0 1,-1 0-1,0-1 1,0 1-1,0 0 0,-1 0 1,0-1-1,-1 1 1,1-1-1,-7 11 0,5-10 12,-7 11-10,-1 0-1,0-1 1,-1-1 0,-1 0-1,-27 24 1,31-37-16,-1-4 49,10-17-302,1 16 230,1 1-1,-1-1 0,0 1 0,1-1 0,0 0 0,-1 1 1,1-1-1,0 1 0,-1-1 0,1 1 0,0 0 0,0-1 0,0 1 1,1 0-1,-1 0 0,0 0 0,0 0 0,1-1 0,-1 2 1,0-1-1,1 0 0,-1 0 0,1 0 0,-1 1 0,1-1 1,-1 1-1,1-1 0,0 1 0,-1 0 0,4-1 0,7-1-85,-1 1 0,1 0 0,13 1 0,-17 0 204,2 0-48,-2 0-5,-1 0 0,1 0 0,0 1 0,0 0-1,8 2 1,-13-2-12,0 0 0,0 1 0,0 0 0,0-1 0,0 1 0,0 0 0,0 0 0,-1 1 0,1-1 0,-1 1 0,1-1 0,-1 1 0,0 0 0,2 4 0,3 4 88,-1 1 1,0 0-1,-1 0 0,-1 0 1,0 0-1,0 1 1,-1 0-1,-1 0 0,0 0 1,-1 0-1,0 0 1,-1 0-1,0 0 1,-3 16-1,2-24-76,-1 1-1,1-1 1,-1 1 0,0-1 0,0 0 0,-1 0-1,1 0 1,-1 0 0,0 0 0,0-1-1,-1 1 1,0-1 0,1 0 0,-1 0-1,-1 0 1,1 0 0,0-1 0,-1 0-1,0 0 1,-5 2 0,-3 2-14,-1 0 0,1-2 0,-1 0 0,-1 0-1,1-1 1,-22 2 0,12-4-93,-32 0 0,46-2-179,9 0 172,0 0-1,0-1 1,0 1-1,1 0 1,-1 0-1,0-1 1,0 1-1,0 0 1,1-1-1,-1 1 1,0-1 0,1 1-1,-1-1 1,0 1-1,1-1 1,-1 0-1,1 1 1,-1-1-1,0 0 1,1 1-1,0-1 1,-1 0-1,1 0 1,-1 1 0,1-1-1,0-1 1,-7-26-3156,6 23 2164,-3-29-6643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23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1 309 7619,'0'0'6563,"13"-30"-6493,43-97-110,-14 43-381,-34 71 324,-1-1 0,6-16 0,-13 30 119,0 0 1,0-1 0,0 1 0,0-1 0,0 1 0,0-1 0,0 1 0,1-1-1,-1 1 1,0-1 0,0 1 0,0 0 0,1-1 0,-1 1 0,0 0-1,1-1 1,-1 1 0,0 0 0,1-1 0,-1 1 0,0 0 0,1-1 0,-1 1-1,1 0 1,-1 0 0,1 0 0,-1-1 0,0 1 0,1 0 0,-1 0 0,1 0-1,-1 0 1,1 0 0,-1 0 0,1 0 0,-1 0 0,1 0 0,-1 0 0,1 0-1,0 0 1,6 1 125,-7-1-131,1 0 0,-1 1-1,1-1 1,0 1 0,-1-1-1,1 1 1,-1-1 0,1 1-1,-1 0 1,1-1 0,-1 1-1,0-1 1,1 1 0,-1 0-1,0 0 1,1-1 0,-1 1 0,0 0-1,0-1 1,0 1 0,0 0-1,0 0 1,0 0 0,0-1-1,0 1 1,0 0 0,0 0-1,0-1 1,0 2 0,0 3 45,19 324 764,-5-55 296,-6-84 513,-8-189-1661,-18-1-9619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25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 6019,'0'0'3834,"3"-4"-3624,-2 3 135,7-11-783,2 7 4488,-9 8-4043,0-1 1,0 1-1,0 0 1,-1 0-1,1 0 1,-1 0-1,0 0 1,1 4-1,-1-2-2,25 433 1697,-12-132-11,-9-273-1408,-4-32-246,0-8-671,0-43-1034,-4-117-7525,-2 118 4340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26.2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1 119 3330,'0'0'6154,"6"-5"-5503,21-16 78,-26 20-628,1 0 0,0 0 1,0 0-1,0 0 0,0 1 0,0-1 1,0 1-1,0-1 0,0 1 1,0 0-1,0 0 0,0 0 1,0 0-1,0 0 0,0 0 0,0 0 1,0 1-1,0-1 0,0 1 1,0-1-1,0 1 0,0 0 1,0 0-1,-1 0 0,1 0 0,0 0 1,0 0-1,-1 0 0,1 1 1,-1-1-1,1 1 0,-1-1 1,2 4-1,4 3 118,-1 2 1,0-1 0,-1 1-1,0 0 1,0 0 0,-1 0-1,3 13 1,15 80 699,-16-72-692,9 54 382,-6-25 392,30 98 0,-38-154-959,0 1 35,1 0 1,0-1-1,0 1 1,0 0-1,4 4 1,-5-8-56,0 0 0,-1 0 0,1 0-1,0 0 1,0 0 0,0 0 0,0 0 0,0-1 0,1 1 0,-1 0 0,0-1 0,0 1-1,0-1 1,1 1 0,-1-1 0,0 0 0,0 1 0,1-1 0,-1 0 0,0 0 0,1 0 0,-1 0-1,0 0 1,3-1 0,-3 1-21,0-1 0,1 1 0,-1-1 0,0 0 0,0 0 0,1 1 0,-1-1 0,0 0 0,0 0 0,0 0 0,0 0 0,0-1 0,0 1 0,-1 0 0,1 0 0,0 0 0,0-1 0,-1 1 0,1 0 0,-1-1 0,1-1 0,9-38-124,-8 32 43,23-120-957,34-131 334,-55 246 707,34-94-113,-33 97 107,0 1 0,0 0 0,1 0 0,1 0 1,0 0-1,0 1 0,13-12 0,-19 20 10,-1 1-1,0-1 1,1 1 0,-1-1-1,0 1 1,1-1-1,-1 1 1,1 0-1,-1-1 1,1 1-1,-1 0 1,1-1 0,-1 1-1,1 0 1,0 0-1,-1 0 1,1-1-1,-1 1 1,1 0 0,0 0-1,-1 0 1,1 0-1,-1 0 1,1 0-1,0 0 1,-1 0-1,1 0 1,-1 0 0,1 1-1,0-1 1,-1 0-1,1 0 1,-1 0-1,1 1 1,-1-1 0,1 0-1,-1 1 1,1-1-1,-1 0 1,1 1-1,-1-1 1,0 1-1,1-1 1,-1 1 0,1-1-1,-1 1 1,0-1-1,0 1 1,1-1-1,-1 1 1,0-1 0,0 1-1,1 0 1,-1-1-1,0 1 1,0-1-1,0 1 1,0 1-1,2 7-1,0 1 0,-1 0 0,0 11 0,0-6 98,24 517 1587,-22-405-1517,3 10-2992,-6-125-1936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49.7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126 39 4226,'0'0'8980,"0"-4"-8513,0-10-154,0 4 3141,-10 15-3297,4 2-150,1 1 0,0 1 0,-6 12 0,0 2 11,1-3 7,0-1 1,2 2-1,1-1 1,0 1-1,2 0 1,-5 32-1,4 3 541,2 72 0,4-112-368,1 0 0,1-1 0,0 1 0,1-1 0,0 1 0,1-1 1,10 23-1,-11-32-151,-1 0-1,1 0 1,1-1 0,-1 1 0,1-1-1,0 0 1,0 0 0,1 0 0,-1-1 0,1 1-1,0-1 1,0 0 0,0-1 0,1 1 0,0-1-1,-1 0 1,1 0 0,0-1 0,0 0 0,1 0-1,7 1 1,-1 0 10,0-2-1,0 0 0,0 0 0,13-2 1,-22 1-54,0 0 0,0-1 0,0 0 0,-1 0 1,1 0-1,0 0 0,0-1 0,-1 1 0,1-1 1,-1 0-1,0 0 0,1 0 0,-1-1 0,0 1 0,0-1 1,0 1-1,3-6 0,2-5-130,0 0-1,-1-1 1,0 1 0,-1-2 0,-1 1-1,0-1 1,-1 1 0,0-1-1,1-20 1,0-20-666,-1-65-1,-4 117 783,0-30-49,1 4 39,-4-32-1,2 52 24,-1 0 0,0 0 0,0 1 0,0-1 0,-1 0 0,-1 1-1,-7-15 1,6 15 6,0-1 0,-1 1-1,0 1 1,0-1 0,-1 1-1,0 0 1,0 0 0,-16-10-1,16 13-8,0 0 0,-1 1-1,1 0 1,-1 0 0,0 1-1,0-1 1,0 2 0,0-1 0,0 1-1,0 1 1,-9 0 0,8-1-13,1 1-57,1 0 0,-1 0 0,1 0 0,0 1 0,-1 0 0,1 0 0,0 1 0,0 0 0,-1 0 0,-9 6 0,4 0-512,-22 10-4234,23-17-1666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50.2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116 1 6835,'0'0'6499,"-25"75"-5987,8-34-272,-4 3 81,4-3 15,-1-7-144,8-15-128,3-10-64,7-18-2913,0-38-5075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51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29 976,'0'0'8335,"0"-3"-7078,0-22 2080,0 37-834,0 487 997,0-501-3532,0-1 0,1 1 0,-1-1 0,1 1-1,-1-1 1,1 1 0,0-1 0,1-2 0,2-7-389,-1 2-175,-1 0 0,1 1 0,1 0 0,8-17-1,-9 22 398,-1 0 0,1 1 0,0-1 0,0 0 0,1 1 0,-1 0 0,1 0 0,-1 0 0,1 0 0,0 1 0,0-1 0,6-2 0,2-1 227,1 1 0,1 0 0,-1 0 0,1 2-1,0-1 1,24-1 0,17 4 727,-53 2-715,0-1 0,-1 0 0,1 1 0,-1-1 1,1 1-1,-1-1 0,0 1 0,1 0 0,-1 0 0,1 0 0,-1-1 0,0 1 0,0 0 0,0 1 1,0-1-1,1 0 0,-2 0 0,1 0 0,0 1 0,0-1 0,1 2 0,16 36 533,-15-29-422,4 10 118,-2 0-1,0 0 1,-2 1 0,0-1-1,-1 1 1,-1 0-1,-3 24 1,2-21 55,0-19-235,0 0 0,-1-1 0,1 1 0,-1 0 0,0-1-1,-1 1 1,1-1 0,-1 0 0,0 1 0,0-1 0,0 0 0,-6 7-1,3-4-20,-1-1 0,0 0-1,0 0 1,0-1 0,0 0 0,-14 8-1,3-4-72,-1 0 0,0-2 0,0 0 0,0-1-1,-32 6 1,36-10-801,0 0-1,-16-2 0,29 0 648,0 0 0,1 0-1,-1 0 1,0-1-1,0 1 1,0 0-1,1 0 1,-1-1-1,0 1 1,0-1 0,1 1-1,-1 0 1,0-1-1,1 1 1,-1-1-1,1 0 1,-1 1-1,1-1 1,-1 0-1,1 1 1,-1-1 0,1 0-1,-1 1 1,1-1-1,0 0 1,-1 0-1,1 1 1,0-1-1,0 0 1,0 0 0,-1 0-1,1 1 1,0-1-1,0 0 1,1-1-1,-3-4-1044,-5-30-5799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51.6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 5218,'0'0'11414,"160"-10"-10854,-90 10 64,3 3-384,-10-3-112,-7 4-128,-11-1-80,-10 0-640,-11 0-1361,-17 3-3906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0:53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447 22 9076,'0'0'6014,"0"-3"-5801,0-15 833,-22 18-345,18 0-695,0 1 0,0 0-1,0 0 1,0 0-1,0 1 1,0 0 0,1-1-1,-1 1 1,0 1-1,1-1 1,-1 0 0,1 1-1,0 0 1,0 0-1,0 0 1,0 0 0,1 0-1,-1 0 1,-2 6 0,-9 12 5,2 0 1,-11 26 0,15-30 3,-4 10 24,2 0 1,1 1-1,1 0 0,1 1 0,1 0 1,-2 38-1,6 177 1463,3-225-1296,1 1 0,0-1 1,1 0-1,2 0 0,0 0 0,0 0 1,13 25-1,-16-38-148,1 0 0,1-1 0,-1 1 0,1-1 0,-1 1 0,2-1 0,-1 0 0,0-1 0,1 1 0,0-1 0,0 0 0,0 0 0,1 0 0,-1-1 0,1 0 0,0 0 0,0 0 1,0-1-1,0 0 0,1 0 0,-1 0 0,0-1 0,1 0 0,-1-1 0,13 1 0,-14-1-37,0-1 0,-1 0 0,1 1 0,0-1 0,-1-1 0,1 1 0,-1-1 0,1 0 0,-1 0 0,0 0 0,0 0 0,0-1 0,0 0 0,6-5 0,-5 2-97,1 0 1,-1 0-1,0-1 0,0 1 0,-1-1 0,0-1 1,6-14-1,-3 4-393,-1-1 0,-2 0-1,1-1 1,-2 1 0,-1-1 0,1-28 0,-3 44 423,0 1-1,0 0 1,-1-1 0,1 1-1,-1 0 1,1-1 0,-1 1 0,0 0-1,0 0 1,-1 0 0,1 0-1,-1 0 1,1 0 0,-1 0 0,-3-4-1,2 4 42,0 1 0,0 0-1,0-1 1,0 1-1,-1 1 1,1-1-1,0 0 1,-1 1 0,1 0-1,-1-1 1,1 2-1,-1-1 1,-6-1-1,2 2 32,0-1 0,0 1 0,0 0 0,1 1 0,-1 0-1,0 0 1,0 0 0,1 1 0,-1 1 0,1-1-1,0 1 1,0 0 0,0 1 0,0 0 0,0 0 0,1 0-1,-8 6 1,-8 10 110,2 0 0,0 2 0,-23 31 0,34-42-139,-51 71-882,-79 146-1,98-149-5925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1:10.4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0 509 5699,'0'0'7990,"11"-21"-4594,-6 17 408,11 4-4142,-12 0 645,238 0 77,-241 0-389,0 0 1,0-1-1,0 1 1,0 0-1,0-1 1,-1 1 0,1 0-1,0-1 1,0 1-1,0-1 1,-1 0-1,1 1 1,0-1-1,0 0 1,-1 1 0,1-1-1,-1 0 1,1 0-1,0 0 1,-1 1-1,0-1 1,1 0-1,-1 0 1,1 0 0,-1 0-1,0 0 1,0 0-1,0 0 1,1 0-1,-1 0 1,0 0-1,0-1 1,0-39-449,0 31 263,0-9-3,0-1 163,0 1 1,-1 0-1,-1 0 0,-6-25 1,1 15-140,1 0 0,1-1 0,-1-59 1,6 82 176,3-26-481,-3 32 446,1-1 0,0 1 0,-1-1 0,1 0 0,0 1 0,0 0 0,1-1 0,-1 1 0,0-1 0,0 1 0,1 0 0,-1 0 0,0 0 0,1 0 0,-1 0 0,3-1 0,5-2-64,-1 0 0,1 0 0,0 1 0,0 0 0,0 0 0,13-1 0,2 2 165,31 1-1,-45 1-55,-3 0-5,-1 0-1,1 1 1,0 0-1,-1 0 1,1 1-1,-1-1 0,1 2 1,-1-1-1,0 1 1,0-1-1,0 2 1,0-1-1,-1 1 1,1 0-1,-1 0 0,0 0 1,6 7-1,10 6 112,12 12 234,-31-27-344,0 0-1,-1 0 1,1 0 0,-1 0 0,0 1 0,0-1-1,0 1 1,0-1 0,0 1 0,0-1 0,0 1-1,-1-1 1,0 1 0,1 4 0,-2 9 20,-1 1 0,0-1 1,-1 1-1,-1-1 1,0 0-1,-1 0 0,-1-1 1,-12 24-1,10-21 38,0-1 1,2 1-1,0 1 0,1-1 1,1 1-1,0 0 0,2 0 1,-1 28-1,3-45-53,0-1-1,0 1 0,1 0 1,-1 0-1,0-1 1,1 1-1,-1 0 1,1 0-1,0-1 1,-1 1-1,1 0 0,0-1 1,0 1-1,0-1 1,0 1-1,1-1 1,-1 0-1,2 3 1,1-2 7,-1 0 1,0 0 0,1 0-1,-1 0 1,1 0 0,0-1-1,0 0 1,4 2 0,7 0 7,-1-1 1,1-1-1,22 0 0,-24-1-196,58-2-400,-64 1-394,1-1 1,-1 1 0,0-1 0,0 0 0,0-1-1,-1 1 1,11-7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16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23 123 5891,'0'0'9257,"-4"-19"-8648,-10-57 23,10 48-109,6 35 1961,90 484-1633,-72-311-456,10 78-33,-29-244-319,0-1 0,1 1 0,1-1 0,1 0 0,0 0 0,0 0 0,1 0 0,8 15 0,-11-26-14,-1 0 0,0 0-1,1 0 1,0 0 0,-1 0 0,1-1 0,0 1-1,0 0 1,0-1 0,0 1 0,0-1 0,0 0-1,0 0 1,1 0 0,-1 0 0,0 0-1,1 0 1,-1 0 0,1-1 0,-1 0 0,1 1-1,-1-1 1,1 0 0,-1 0 0,1 0-1,-1 0 1,1-1 0,-1 1 0,1-1 0,-1 1-1,4-3 1,1 0 0,0 0 0,0-1-1,0 0 1,-1 0 0,0 0 0,0-1-1,0 0 1,-1-1 0,7-7 0,17-23-43,-2-2 1,-1-1-1,-3-2 1,-1 0 0,18-47-1,72-230-814,-107 301 798,72-252-632,-64 220 601,-10 35-33,0 1 0,0-1 0,-2 0 0,1-27 0,-2 40-277,0 7-744,-1 12-593,-1-1-1,-7 32 1,-7 15-3953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17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23 150 6403,'0'0'7270,"3"-16"-6550,9-49-154,-12 63-493,0 1 1,0 0-1,0-1 1,0 1-1,1-1 0,-1 1 1,1 0-1,-1-1 1,1 1-1,-1 0 1,1 0-1,0-1 1,-1 1-1,1 0 0,1-1 1,3 14 955,4 51-423,-3 1 1,-3 121-1,-4-105-289,1 237 1266,0-317-1389,0-5-84,0-545-3760,0 538 3609,0 1 0,1 0 0,0 0 0,1 0 0,1 0 0,3-11 1,-4 16 32,1-1 0,0 1 0,1 0 0,-1 0 0,1 0 0,0 1 0,1-1 0,-1 1 0,1 0 0,0 0 0,6-4 1,-1 2 22,1 1 0,-1 0 0,1 0 0,0 1 0,0 1 0,1 0 0,0 0 0,-1 1 0,1 1 0,0 0 0,0 1 0,1 0 0,-1 0 0,0 1 0,16 3 0,-27-3-9,1 1 1,0-1-1,-1 1 1,1 0-1,-1 0 1,1-1-1,0 1 1,-1 0-1,0 0 0,1 1 1,-1-1-1,0 0 1,1 0-1,-1 1 1,0-1-1,0 0 1,0 1-1,0-1 1,1 4-1,14 38 115,-12-31-67,2 13 155,-1 0 1,-1 0-1,-2 0 0,0 1 1,-3 41-1,0-22-57,1-35-137,0 0 0,-1 1-1,-1-1 1,0 0-1,0 0 1,-1 0 0,0 0-1,0 0 1,-1-1-1,-1 0 1,0 1 0,0-1-1,-1-1 1,0 1-1,0-1 1,-8 8 0,2-3-18,-1-1 0,0 0 0,-1-1 0,0 0 0,-16 9 0,20-15-7,-1 1-1,0-1 0,0-1 0,-1 0 0,1-1 0,-1 0 1,0-1-1,-17 2 0,28-4 8,-9 1-79,0 0 0,1-1 0,-1-1 0,0 1 0,-13-4 0,20 4 54,1-1 0,0 0 0,0 1 0,0-1 0,0 0 0,0-1 0,0 1 0,0 0 0,0-1 0,0 1 0,1-1 0,-1 1 0,0-1 0,1 0 0,-1 1 0,1-1 0,0 0 0,0 0 0,0 0 0,0 0 0,0 0 0,0-1 0,0 1 0,0 0 0,1 0 0,0 0 0,-1-1 0,1-1 0,-1-3-41,0 1 1,1 0 0,0 0 0,0 0 0,0-1 0,2-6 0,-1 12 60,-1-1-1,1 1 1,-1 0-1,1-1 1,0 1 0,-1-1-1,1 1 1,0 0-1,0 0 1,0-1 0,0 1-1,0 0 1,0 0-1,0 0 1,0 0 0,1 0-1,-1 0 1,0 1-1,1-1 1,-1 0-1,0 1 1,1-1 0,-1 1-1,1-1 1,-1 1-1,1 0 1,-1-1 0,3 1-1,4-1 49,-1 0 1,0 1-1,1 0 0,-1 0 0,1 1 0,-1 0 0,1 0 0,-1 1 0,0 0 1,0 0-1,0 1 0,0 0 0,0 0 0,0 0 0,-1 1 0,0 0 1,0 0-1,0 1 0,0 0 0,0 0 0,8 11 0,7 7 229,-2 0 0,0 1-1,-2 2 1,-1 0 0,-1 0-1,-1 1 1,-1 1 0,-1 0-1,10 42 1,-18-46-298,-4-23-158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17.6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 7507,'0'0'7356,"3"-6"-7036,11-23-40,-13 28-237,0 0 0,1-1 1,-1 1-1,1 0 0,0 0 0,-1 0 0,1 0 0,0 0 0,-1 0 1,1 0-1,0 1 0,0-1 0,0 1 0,0-1 0,0 1 1,0 0-1,0 0 0,0 0 0,0 0 0,0 0 0,-1 0 1,1 0-1,0 1 0,2 0 0,7-1 191,7 0 118,1 0-39,1 0 0,-1 1 1,20 4-1,-33-3-260,0-1 0,0 1-1,0 1 1,0-1-1,0 1 1,-1-1 0,1 2-1,-1-1 1,0 1 0,0-1-1,0 2 1,0-1-1,5 6 1,-9-7-26,1-1 1,-1 1-1,0 0 1,0 0-1,0-1 0,0 1 1,0 0-1,0 0 0,-1 0 1,0 0-1,1 0 1,-1 4-1,0-1-10,-1-1 1,1 1-1,-1-1 0,1 1 1,-2-1-1,-1 6 1,0-4-9,-1 0 0,1 0 0,-2-1-1,1 0 1,-1 1 0,-9 9 0,-39 32 8,37-35-43,-54 40-273,-2 2 192,61-40 123,11-14-15,-1-1 1,1 0-1,0 1 0,0-1 1,0 0-1,-1 1 0,1-1 1,0 1-1,0-1 0,0 0 1,0 1-1,0-1 0,0 1 1,0-1-1,0 1 0,0-1 1,0 0-1,0 1 0,0-1 1,0 1-1,0-1 0,0 0 1,0 1-1,0-1 1,0 1-1,1-1 0,-1 0 1,0 1-1,0-1 0,0 0 1,1 1-1,-1-1 0,0 0 1,0 1-1,1-1 0,-1 0 1,0 1-1,1-1 0,-1 0 1,1 0-1,-1 0 0,0 1 1,1-1-1,-1 0 0,1 0 1,26 6 144,1-1 1,-1-1-1,31 0 0,93-5-137,-61-1-2255,-80 2-1390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18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0 8628,'0'0'6643,"-73"148"-6259,41-89-352,-3-2-32,11-7-80,6-12-1617,11-13-3553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18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3490,'0'0'13518,"4"3"-12963,0 0-497,1 1 0,0-2 0,0 1 0,0 0 1,0-1-1,0 0 0,1-1 0,-1 1 0,1-1 1,-1 0-1,1 0 0,6 0 0,19 0-61,32-2-1,-21 0-193,-31 1-247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19.2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12550,'0'0'5090,"182"0"-3713,-109 0-625,-4 0-304,-6 7-400,-10 2-32,-19 1-16,-9-1-432,-15 4-1361,-10 2-1952,0 1-4963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1.7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102 179 3474,'0'0'6114,"5"-14"-5046,13-41-233,-16 50-583,-1 0 0,1 0 0,-1 1 0,-1-1 0,1 0 0,-1 0 0,0 0 0,0 0 0,-1-6 0,0-6 424,-2-5 243,3 21-865,0 0-1,-1 0 1,1 1-1,0-1 1,0 0-1,0 0 1,-1 1-1,1-1 1,0 0-1,-1 0 1,1 1-1,-1-1 1,1 0-1,-1 1 1,1-1-1,-1 1 1,1-1-1,-1 1 1,0-1-1,1 1 1,-1-1 0,-1 0-1,2 48-184,0 906 2559,0-964-2633,1-38-1569,-2 1 0,-2-1-1,-19-91 1,9 83-710,-8-74-1,15 58 3408,6-143-1,1 202-453,2 0 0,0 1 0,0-1 0,2 1-1,-1 0 1,2 0 0,7-14 0,-10 22-441,0 1 1,0 0-1,1 0 1,-1 0-1,1 0 1,0 1-1,0 0 0,1-1 1,-1 1-1,1 1 1,-1-1-1,1 1 1,0 0-1,0 0 0,0 0 1,0 0-1,0 1 1,1 0-1,-1 0 1,0 1-1,0-1 0,1 1 1,-1 0-1,0 1 1,1-1-1,-1 1 1,0 0-1,0 0 1,1 1-1,-1 0 0,7 3 1,-9-3-27,10 5 40,0 1 0,0 1 1,-1 0-1,20 20 0,-15-11 168,-12-13-111,0 0-1,0 0 1,0 0-1,-1 0 1,0 1 0,0 0-1,0 0 1,-1 0-1,0 0 1,0 1 0,-1-1-1,0 1 1,3 11-1,-1 28 862,-2 60 0,-2-79-847,-1-19-89,0 1 1,0-1-1,-1 0 0,0 0 0,-1 0 1,0 0-1,0 0 0,0 0 1,-1-1-1,0 0 0,-1 1 0,0-2 1,-7 9-1,0-1-14,0-1 0,-1 0 0,0-1 0,-1-1 0,-21 13 0,27-19-9,0-1-1,-1 0 0,1 0 0,-1-1 1,0 0-1,0-1 0,-1 0 0,-11 1 1,-11-1-44,-35-2 1,30 0-78,36 0 121,-1 0 0,1 0 0,0 0 0,-1 0 0,1 0 1,0 0-1,-1-1 0,1 1 0,0 0 0,-1-1 0,1 1 1,0-1-1,0 1 0,-1-1 0,1 0 0,0 1 0,0-1 1,0 0-1,-2-2 0,2 2-4,0-1-1,0 0 1,1 0-1,-1 0 1,0 0-1,1 0 1,0 0-1,-1 0 1,1 1 0,0-1-1,0 0 1,0-3-1,0 4 4,1 1 0,-1-1-1,0 1 1,1-1 0,-1 1 0,1-1-1,-1 1 1,0-1 0,1 1-1,-1 0 1,1-1 0,-1 1 0,1 0-1,-1-1 1,1 1 0,0 0-1,-1 0 1,1 0 0,-1-1 0,1 1-1,-1 0 1,1 0 0,1 0-1,20-4-3,-17 4-1,2-2 6,0 1-1,0 0 0,0 1 0,0-1 1,0 2-1,0-1 0,-1 1 1,1 0-1,0 0 0,0 0 0,0 1 1,-1 0-1,1 1 0,-1 0 0,0 0 1,1 0-1,-1 0 0,7 7 1,11 14 314,-1 1 1,-1 1 0,-1 1-1,-2 1 1,-1 1 0,-1 0 0,-1 2-1,16 42 1,-2-10 756,-27-59-2172,-3-17-7473,6-6-2558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2.3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45 2417,'0'0'12038,"1"-6"-11337,0 4-650,-1 0-1,1 0 1,0 0-1,0 0 1,0 0-1,0 1 0,0-1 1,0 0-1,1 0 1,-1 1-1,0-1 1,1 0-1,-1 1 1,3-2-1,-1 1 26,0 1 0,0 0 0,0-1 0,0 1-1,0 1 1,1-1 0,-1 0 0,0 1 0,0-1 0,1 1 0,4 0 0,4 0 85,-5 0 8,1 0-1,0 0 0,-1 1 1,1 0-1,9 2 0,-16-2-128,1-1 0,0 1 0,0 0 0,0 0 0,-1 0 0,1 0 0,0 0 0,-1 0 0,1 0 0,-1 1 0,1-1 0,-1 1 0,0-1 0,1 1 0,-1-1 0,0 1 0,0 0 0,0-1 0,0 1 0,-1 0 0,1 0 0,0 0 0,-1 0 0,1 0 0,-1 2 0,1 2 2,0 0-1,0 0 0,-1 1 0,0-1 1,0 0-1,-1 1 0,0-1 1,0 0-1,-1 0 0,1 0 0,-1 0 1,0 0-1,-1 0 0,0 0 0,1-1 1,-7 8-1,-3 3 49,0-2-1,-2 0 1,-29 25 0,42-38-89,-16 14 14,-35 27 69,52-42-82,0 0-1,0 0-1,0 0 1,0 0 0,0 0 0,1 0-1,-1 0 1,0 0 0,0 0 0,0 0-1,0 1 1,0-1 0,0 0 0,1 0-1,-1 0 1,0 0 0,0 0 0,0 0-1,0 0 1,0 1 0,0-1 0,0 0-1,0 0 1,0 0 0,0 0 0,0 0-1,1 1 1,-1-1 0,0 0 0,0 0-1,0 0 1,0 0 0,0 0 0,0 1-1,0-1 1,0 0 0,0 0 0,-1 0-1,1 0 1,0 1 0,0-1 0,0 0-1,0 0 1,0 0 0,0 0 0,0 0-1,0 0 1,0 1 0,0-1 0,0 0-1,-1 0 1,1 0 0,0 0 0,0 0-1,0 0 1,0 0 0,0 0 0,-1 1-1,26-1 112,0-1 0,0-1 0,45-10 0,-62 10-322,0 0 0,0-1 0,0 0 0,-1 0 0,1-1 0,-1 0-1,0 0 1,0 0 0,0-1 0,0 0 0,-1-1 0,0 0 0,0 0 0,0 0-1,-1 0 1,5-8 0,0-11-4283,-8 0-4129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2.6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1 8180,'0'0'6323,"-63"210"-6067,39-131-224,-1-4-32,4-3-1009,4-19-5105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3.1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8628,'0'0'6451,"25"0"-3978,13 0-1930,-19-1-438,1 0 0,-1 2 0,0 0 0,0 1 0,-1 1 0,31 9 0,2 6-1991,-50-16 748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3.5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 7091,'0'0'7460,"195"-6"-7284,-160 12-176,-4 4-208,-7 8-1585,-10-2-2913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5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97 6227,'0'0'5245,"4"-10"-4922,23-61 1235,-26 158 197,-1 543 2962,0-627-4653,0 16 211,0-18-268,0-1 0,0 1 0,0-1 0,0 0 0,0 1 0,0-1 0,0 1 0,0-1 0,1 0 0,-1 1 0,0-1 0,0 1 0,0-1 0,0 0 0,1 1 0,-1-1 0,0 0 0,0 1 0,1-1 0,-1 0 0,0 1 0,0-1 0,1 0 0,-1 0 0,0 1 0,1-1 0,-1 0 0,1 0 0,0 0 137,0-202-4686,-2 104 2529,-2 43 1349,-10-60-1,5 60 683,0-63-1,8 112-23,0 0 0,0 0 1,1 1-1,-1-1 1,1 0-1,1 1 0,-1-1 1,1 1-1,3-9 0,-2 11 21,-1-1 0,1 1-1,0-1 1,-1 1 0,2 0 0,-1 0-1,0 0 1,1 1 0,-1-1-1,1 1 1,0 0 0,0 0-1,5-2 1,-1 1 69,1 0 0,-1 0 0,1 1-1,-1 0 1,1 1 0,11-1 0,58 3 777,-32 1-519,-35-2-303,-7-1-2,0 1 0,0-1 0,1 1 0,-1 1 0,0-1 0,0 0 0,0 1 0,0 0 0,0 0 0,0 0 0,0 0 0,0 1 0,0 0 0,0 0 0,-1 0 0,1 0 0,-1 0 0,5 4 0,-2 1 108,0 1 1,0 0-1,-1 0 0,0 0 1,-1 0-1,1 0 1,-2 1-1,1 0 0,-1 0 1,-1 0-1,3 16 0,-1 6 337,-2 0-1,-2 37 0,0-36-166,0-26-283,0-1 1,-1 1-1,0 0 0,0-1 0,0 1 1,-1-1-1,1 1 0,-1-1 1,-1 0-1,1 1 0,-1-1 1,0 0-1,-3 4 0,0-2-7,1-1 1,-1 0-1,-1 0 0,1-1 0,-1 1 1,0-1-1,0-1 0,-8 5 0,0-2-61,0-1-1,-1 0 1,0-1 0,0-1-1,0 0 1,0-1 0,0-1-1,-26 1 1,39-3-48,0 0-1,0 0 1,0 0 0,1-1-1,-1 1 1,0-1 0,0 1-1,0-1 1,0 0 0,0 0-1,1 0 1,-4-2-1,4 1 5,1 1 0,0 0-1,-1-1 1,1 0-1,0 1 1,0-1-1,0 0 1,0 1-1,0-1 1,0 0-1,1 0 1,-1 0-1,0 0 1,1 0-1,0 0 1,-1 0-1,1-3 1,0 4 37,-2-38-1594,2 38 1586,0-1 0,0 1 0,1 0-1,-1-1 1,0 1 0,1-1 0,-1 1 0,1 0 0,-1-1-1,1 1 1,-1 0 0,1 0 0,0-1 0,0 1 0,0 0-1,-1 0 1,1 0 0,0 0 0,1 0 0,-1 0-1,0 0 1,0 0 0,2 0 0,1-1 58,0 1 1,1 0-1,-1 0 1,1 0-1,-1 1 1,1 0-1,-1-1 0,1 2 1,-1-1-1,1 0 1,-1 1-1,1 0 1,-1 0-1,1 0 0,-1 1 1,0-1-1,0 1 1,7 4-1,-1 0 178,0 0 0,-1 1 0,1 1 0,-2-1 0,1 1-1,9 11 1,1 6 527,0 0 0,-2 1 0,-1 1 0,-1 1 0,-1 0 0,11 33 0,-1-7 870,-24-54-1581,1 0 0,-1 0 0,0 0-1,0 0 1,0 0 0,0-1 0,0 1 0,0 0 0,0 0 0,0 0-1,0 0 1,0 0 0,0 0 0,0 0 0,0 0 0,0 0-1,0 0 1,0 0 0,0 0 0,0 0 0,0 0 0,0 0 0,0 0-1,0 0 1,0 0 0,0-1 0,1 1 0,-1 0 0,0 0 0,0 0-1,0 0 1,0 0 0,0 0 0,0 0 0,0 0 0,0 0 0,0 0-1,0 0 1,0 0 0,0 0 0,0 0 0,0 0 0,1 0 0,-1 0-1,0 1 1,0-1 0,0 0 0,0 0 0,0 0 0,0 0 0,0 0-1,0 0 1,0 0 0,0 0 0,0 0 0,0 0 0,0 0 0,0 0-1,0 0 1,0 0 0,0 0 0,0 0 0,1 0 0,0-10-320,-1-71-5030,0 30-395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6.0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94 4034,'0'0'6678,"7"-14"-5699,23-43-8,-29 55-883,-1 0 0,1 1-1,1-1 1,-1 1 0,0 0 0,0-1 0,0 1 0,1 0 0,-1 0 0,1 0-1,-1 0 1,1 0 0,-1 0 0,1 0 0,-1 0 0,1 1 0,0-1 0,-1 1-1,1-1 1,0 1 0,0-1 0,0 1 0,-1 0 0,1 0 0,0 0 0,0 0 0,0 0-1,-1 1 1,5 0 0,2 0 277,-7-2-293,0 1-1,1 0 1,-1 0-1,1 0 0,-1 0 1,0 1-1,1-1 1,-1 0-1,0 0 1,1 1-1,-1-1 1,0 1-1,1-1 1,-1 1-1,0 0 1,0-1-1,0 1 1,1 0-1,-1 0 0,0 0 1,1 2-1,0-1 16,-1 1-1,-1 0 1,1 0-1,0-1 1,-1 1-1,1 0 1,-1 0-1,0 0 1,0 0-1,0 3 1,1-2-47,-1 0-1,0 0 1,0 0-1,0-1 1,0 1-1,-1 0 1,1 0-1,-1 0 1,0-1-1,0 1 1,-1 0-1,1-1 1,-1 1-1,1-1 1,-1 1 0,0-1-1,-1 0 1,1 0-1,0 0 1,-1 0-1,-4 3 1,-118 94 293,112-90-282,12-10-50,1 0-1,-1 0 1,0 1-1,1-1 1,-1 1 0,0-1-1,1 0 1,-1 1 0,1-1-1,-1 1 1,0-1 0,1 1-1,-1 0 1,1-1-1,0 1 1,-1 0 0,1-1-1,-1 1 1,1 0 0,0-1-1,0 1 1,-1 0 0,1-1-1,0 3 1,1-3 2,0 1 0,0-1 1,1 1-1,-1-1 0,0 0 0,0 1 1,1-1-1,-1 0 0,0 0 0,1 0 1,-1 0-1,0 0 0,3 0 0,59 1 284,-25 1-481,1-2 1,53-7 0,-89 7-105,-1 0 0,1-1 0,-1 1-1,1-1 1,-1 0 0,1 0 0,-1 0 0,0 0 0,1 0 0,-1-1 0,0 1 0,0 0 0,0-1 0,3-3-1,0-4-5266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6.4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1 7171,'0'0'8100,"-105"210"-7972,77-160-112,1-3-16,-1-15-1665,-4-7-4273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7.7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10 3986,'0'0'8390,"-3"0"-7355,306 0 5140,482 0-6304,-615-9 153,1086 9 360,-1276 0-2665,0 2 0,-34 7 0,-20 8-6787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9.1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22 101 3378,'0'0'7630,"3"-5"-6280,11-18-142,-10 17-175,-4 28 2050,0 19-3306,0 43 469,2 8 375,-5 1 1,-14 91-1,9-145-495,4-18 79,0 1-1,-1 39 0,4-317-4455,-1 1 4004,2 247 245,0-1-1,1 0 1,0 0-1,1 0 1,0 0-1,0 1 1,1-1 0,0 1-1,1 0 1,0 0-1,6-10 1,-4 8 8,1 1-1,1 0 1,0 1-1,0-1 1,0 2 0,1-1-1,19-12 1,-23 18-10,1 0 1,-1 0-1,0 0 1,0 0-1,1 1 1,-1 0-1,1 0 0,8 0 1,14-3 75,-14 2 59,0 1 0,0 0 1,0 1-1,16 2 0,9-1 27,-33-1-135,1 1 0,-1-1 0,0 1 0,0 0 0,0 1 0,0 0 0,0 0 0,0 0 0,0 0 0,0 1 0,-1 0 0,8 6 0,-9-7 9,0 1 0,-1 0 1,0 1-1,0-1 0,0 0 0,0 1 1,0 0-1,-1-1 0,1 1 1,-1 0-1,0 0 0,-1 1 1,1-1-1,-1 0 0,1 1 0,-1-1 1,1 9-1,-2-9-2,2 13 70,-1 1 0,-1-1 1,0 1-1,-5 32 0,3-44-78,-1-1 1,1 1-1,-1-1 0,0 0 1,-1 0-1,1 0 0,-1-1 1,0 1-1,0-1 0,-8 7 1,-8 5 34,-24 15 0,44-31-57,-21 12 18,0 0 0,-1-1-1,0-2 1,-27 8 0,38-13-129,0 0 1,-1-2-1,1 1 1,-1-1-1,0-1 1,1 0-1,-1 0 1,0-2-1,-14-1 1,32 4 121,-1 1 1,1-1-1,-1 1 1,0 0 0,0 0-1,0 1 1,-1-1-1,1 1 1,-1 0 0,4 5-1,41 50 369,-26-23 359,-2 1 0,34 79 1,-43-89-464,13 27 178,-22-51-425,-3-2-165,0-13-5067,0-8 940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29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 8884,'0'0'7582,"15"-1"-6974,1 0-464,13-2 561,51 3-1,-78 0-646,0 0 1,0 1-1,0 0 0,0-1 0,0 1 0,0 0 0,0 0 1,0 0-1,-1 0 0,1 0 0,0 1 0,0-1 0,-1 1 1,1-1-1,-1 1 0,1-1 0,-1 1 0,0 0 0,0 0 1,0-1-1,0 1 0,0 0 0,0 0 0,0 0 0,-1 0 1,2 5-1,-1-3-22,0 0 0,0 1 0,-1-1 0,0 0 1,1 1-1,-1-1 0,-1 1 0,1-1 0,-1 0 1,0 1-1,0-1 0,-3 8 0,0-5-10,0-1 0,-1 0-1,1-1 1,-2 1 0,1-1 0,0 0-1,-11 7 1,4-2-2,-23 18 25,25-21-67,0 1 1,0 0-1,1 1 1,0 0-1,-12 14 1,21-23 15,0 1 1,0-1 0,-1 0 0,1 0 0,0 1 0,0-1 0,0 0-1,-1 1 1,1-1 0,0 0 0,0 1 0,0-1 0,0 1 0,0-1-1,0 0 1,0 1 0,0-1 0,0 0 0,0 1 0,0-1 0,0 0-1,0 1 1,0-1 0,0 1 0,0-1 0,0 0 0,1 1 0,-1-1-1,0 0 1,0 1 0,0-1 0,0 0 0,1 0 0,-1 1 0,0-1-1,0 0 1,1 1 0,-1-1 0,0 0 0,1 0 0,-1 0 0,0 1-1,1-1 1,-1 0 0,0 0 0,1 0 0,-1 0 0,1 0 0,19 4 2,-17-4 8,151 2 538,-84-3-568,-61 1-84,-1 0-1,1-1 1,-1 0 0,10-3 0,-16 4-266,1-1 1,-1 0-1,0 1 0,0-1 1,1 0-1,-1 0 1,0 0-1,0-1 1,0 1-1,0-1 1,0 1-1,-1-1 1,1 1-1,0-1 1,-1 0-1,1 0 1,-1 0-1,3-4 1,0-12-7047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0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0 7331,'0'0'8084,"-63"160"-7188,35-94-703,0 3-193,4-6 0,-1-10-1073,8-18-2288,3-13-7701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0.4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0 6019,'0'0'8537,"-9"0"-4074,97 0-3466,160 22-1,-212-15-979,-20-3 5,0-1 1,1-1-1,26 1 1,-41-3-210,-4-13-7216,-7 1 2342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0.8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5763,'0'0'8339,"0"182"-6946,0-113-192,0 3-209,0-3-400,0-6-159,4-16-433,6-16-16,1-12-80,6-19-993,-6 0-784,3-28-944,-7-7-5971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1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35 104 7155,'0'0'7796,"10"-8"-6137,-10 699 3520,0-690-5147,0-5-91,1-20-468,-1-18-1099,-7-64 1,-28-224-1550,35 327 3161,-2-16-10,2 0 0,0 0 0,1 0 0,6-33 0,-6 46 25,0 1 0,1 0-1,0 0 1,0 0 0,1 0 0,-1 0-1,1 0 1,0 1 0,1-1 0,-1 1 0,1 0-1,-1 0 1,1 0 0,0 0 0,1 1-1,-1 0 1,1 0 0,-1 0 0,1 0 0,0 1-1,8-4 1,25-9-36,-20 7 124,0 1-1,1 1 1,0 0-1,0 1 0,0 1 1,35-3-1,-54 7-85,7 0 123,-1 0-1,1 0 1,-1 1 0,13 2 0,-17-2-78,1 0-1,-1 0 0,0 0 1,0 1-1,0-1 1,0 0-1,0 1 0,0-1 1,0 1-1,-1 0 0,1 0 1,0 0-1,-1 0 1,0 0-1,3 3 0,2 7 187,0 0-1,-1 0 1,-1 1 0,0 0-1,0 0 1,3 25-1,-3-1 438,-2 43 1,-2-74-637,0 1 0,-1-1 0,0 1 0,0-1 0,0 0 0,-1 0 0,0 1 0,0-1 0,-1 0 0,1-1 0,-1 1 0,-1 0 0,-6 8 0,4-7-13,0 0 1,-1-1 0,1 0 0,-2 0 0,1-1 0,0 0 0,-1 0 0,-16 7-1,4-4-90,-1-1 0,-1-1 1,1-1-1,-1-1 0,0-1 0,0 0 0,-26-2 0,43-1-91,-1 0 1,1-1 0,0 0 0,0 0 0,-1 0-1,1 0 1,0-1 0,0 0 0,0 0-1,1 0 1,-1-1 0,-6-4 0,8 5 66,1 0 0,-1-1 0,0 1 0,1-1 0,0 1 0,0-1 0,-1 0 0,2 0 0,-1 0 1,0 0-1,1 0 0,-1 0 0,1-1 0,0 1 0,0 0 0,0-1 0,0 1 0,1-1 1,-1-6-1,2 10 89,-1 0 1,0-1 0,1 1 0,-1 0 0,1 0 0,-1-1-1,1 1 1,-1 0 0,1 0 0,-1 0 0,1 0-1,-1 0 1,1-1 0,-1 1 0,1 0 0,-1 0 0,1 0-1,-1 0 1,1 1 0,-1-1 0,1 0 0,0 0-1,2 0 40,6 1 68,0 0 0,0 0 0,-1 1 0,1 0 0,-1 1 0,1-1 0,-1 2 0,0-1 0,0 1 0,0 0 0,-1 1 0,10 7 0,12 11 759,43 46 0,-37-35-150,19 20 313,80 105 1,-133-152-2719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2.0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0 176,'0'0'17624,"7"211"-16567,-7-158-241,0-9-256,0-16-528,0-15 80,0-32-2785,0-25-1089,0-19-9460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2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98 16712,'0'0'6531,"66"-97"-6755,-59 97-433,-3 0-623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3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 4994,'0'0'8132,"1"-6"-6063,-1 6-2038,0 0 0,0 0 0,0 0 1,0 0-1,0 0 0,0 0 0,0 0 1,0 1-1,0-1 0,0 0 1,0 0-1,0 0 0,0 0 0,0 0 1,0 0-1,0 0 0,1 0 0,-1 0 1,0 1-1,0-1 0,0 0 1,0 0-1,0 0 0,0 0 0,0 0 1,0 0-1,0 0 0,1 0 1,-1 0-1,0 0 0,0 0 0,0 0 1,0 0-1,0 0 0,0 0 0,0 0 1,1 0-1,-1 0 0,0 0 1,0 0-1,0 0 0,0 0 0,0 0 1,0 0-1,0 0 0,1 0 1,-1 0-1,0 0 0,0 0 0,0 0 1,0 0-1,0 0 0,0-1 0,0 1 1,0 0-1,0 0 0,0 0 1,1 0-1,19 41 374,-1 2 0,-1 0 1,-3 0-1,14 65 0,21 188 1592,-33-179-1471,-12-85-327,0 5 16,1 0 0,2-1 0,1 0 1,17 41-1,-23-72-138,-1 0-1,1 0 1,0-1 0,0 1 0,1 0-1,-1-1 1,1 0 0,8 7 0,-11-10-65,1 1 1,0-1 0,-1 0-1,1 0 1,0 0-1,-1 0 1,1 0 0,0-1-1,0 1 1,0 0-1,-1-1 1,1 0 0,0 1-1,0-1 1,0 0-1,0 0 1,0 0 0,0 0-1,0 0 1,0 0-1,0-1 1,0 1 0,0-1-1,0 1 1,-1-1-1,1 0 1,0 0 0,3-2-1,-1 0 6,0-1 0,0 0 0,0 0 0,0 0 0,-1 0 0,0-1 1,0 0-1,4-6 0,20-48-111,-22 47 53,138-421-1355,-73 200 765,-51 172 590,-10 26 55,3 1 0,28-64 0,-40 98-48,0 0 0,0 0-1,0-1 1,0 1 0,0 0 0,0 0-1,1-1 1,-1 1 0,0 0 0,0-1-1,0 1 1,0 0 0,0 0 0,0 0-1,0-1 1,1 1 0,-1 0 0,0 0 0,0-1-1,0 1 1,0 0 0,1 0 0,-1 0-1,0 0 1,0-1 0,1 1 0,-1 0-1,0 0 1,0 0 0,1 0 0,-1 0-1,0 0 1,0 0 0,1 0 0,-1 0-1,0 0 1,0 0 0,1 0 0,-1 0 0,0 0-1,1 0 1,-1 0 0,0 0 0,0 0-1,1 0 1,-1 0 0,0 0 0,0 0-1,1 0 1,-1 1 0,0-1 0,1 0-1,2 17-2899,-3 14-120,0 11-1509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34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371 54 2145,'0'0'8201,"2"-6"-7750,2-3-241,-3 7-17,0-1 0,0 0 0,0 1 1,0-1-1,0 0 0,-1 0 0,1 0 0,-1 1 0,1-1 0,-1-4 0,0 6 154,-26-2 536,15 3-868,1 0-1,-1 1 0,1 0 1,-11 3-1,16-3-6,0 1 0,0 0-1,1 0 1,-1 0 0,1 1 0,-1-1 0,1 1-1,0 0 1,0 0 0,-5 7 0,0-2 112,1 0-1,0 1 1,0 0 0,1 1 0,0-1 0,1 2 0,0-1 0,1 0 0,0 1 0,0 0 0,2 0 0,-1 1-1,1-1 1,1 1 0,0 0 0,0-1 0,1 16 0,1-25-88,0 0-1,1 1 1,-1-1 0,1 1-1,-1-1 1,1 1-1,0-1 1,0 0 0,0 0-1,0 1 1,1-1 0,-1 0-1,0 0 1,1 0 0,0 0-1,-1-1 1,1 1-1,0 0 1,0-1 0,0 1-1,3 1 1,6 4 39,0-2 1,1 1-1,14 4 1,17 8 74,-33-12-113,0 0-1,-1 1 0,1 0 0,-2 1 0,1-1 1,-1 2-1,11 12 0,-15-15 20,0 1 1,0-1-1,-1 1 1,0 0-1,0-1 1,0 1-1,-1 1 0,0-1 1,-1 0-1,1 0 1,-1 1-1,0 12 1,-2-16-32,1 0 0,-1-1 1,0 1-1,1-1 0,-1 1 1,-1-1-1,1 1 0,-1-1 1,1 0-1,-1 1 0,0-1 1,0 0-1,0 0 0,-1-1 1,1 1-1,-1 0 0,1-1 1,-1 1-1,0-1 0,-4 3 1,-7 4 13,-1-1-1,0 0 1,-18 6 0,27-11-30,-18 5-278,-1 0 0,0-2-1,0 0 1,-1-2 0,0-1 0,0-1 0,-27-1 0,9-1-3769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22:41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75 157 6115,'0'0'2297,"-7"8"-1697,-24 22 134,28-26-488,0 0 0,0 0 0,0 0 0,0 0 1,1 1-1,0-1 0,0 1 0,0 0 0,0-1 0,1 1 0,0 0 1,0 0-1,0 0 0,0 7 0,0-1 16,-4 42 583,5 93 1,1-63-547,1-27-17,1 0 0,21 99 0,56 362 790,-28-17-832,-16-241-201,-3-39-14,-27 70-24,-8-168-15,1-92 15,-1 0 0,-10 44 0,7-36 16,2 0 0,1 0 1,4 40-1,0-6-14,-2-18-3,0-52-78,5-2-191,2214 0 37,-1933 14 277,-215-9-37,244 34-60,-289-35 51,56 5-95,137-4 0,-158-5 82,574 0-79,-540 4-107,0 5 1,-1 4 0,97 27-1,-137-31 190,0-2 0,1-3 0,0-2 0,64-7-1,164-17-1323,-221 17 1313,34-1 131,93-2 74,-47 1-214,223-26-32,-113 6 146,57-5-178,-110 7 139,-34 3 1,145-21-17,-108 32 42,29-3 320,20-14 300,-73 6-568,114-3-54,3 25 215,-129 2-10,595-2 910,-745-25-1067,-7 17-97,1 0-1,16-11 1,-21 16-14,1-1 0,-1 1 0,0-1 0,0 0 1,0 0-1,0-1 0,-1 1 0,0-1 0,0 0 0,0 0 0,-1-1 0,1 1 0,3-10 0,-1-11 128,-1 0-1,-2 0 0,0 0 1,-2 0-1,-3-42 0,2-13 60,1 22-185,18-108 0,-5 84 52,-3-1 1,-1-126-1,-4-236-12,-4 139 7,-3 158-6,-6 3-94,-9-152 2,4 152-90,9 82 112,-4 0-1,-14-66 1,18 119 11,1-1 0,1 0 0,0-22 0,-6 18-1,3 6 23,1-1 0,0 1 0,0-1 0,1 1 0,-1-14 0,1 20-15,0 1 0,-1-1-1,1 1 1,-1 0-1,0 0 1,1 0 0,-2 0-1,1 1 1,0-1-1,-6-3 1,-13 2-9,0 0 1,0 1-1,0 1 0,0 1 1,-25 3-1,-50-3-65,-385-10-42,327 12 102,120 1-84,0 2-1,-57 12 0,53-8-21,-64 6-1,-72-8 143,27 2-243,-3 0 58,-612-5-1960,729-4 1267,-38-7-1,39 3 742,-38 0-1,68 5 120,-87 1 80,0-4 1,-103-17 0,135 9-70,-119-6 0,147 16 25,1-2 0,-37-8 0,36 5-47,0 1-1,-39 0 1,-747 5 242,512 15-90,115-2 108,-294 3-162,465-16-88,-240 9 104,-247-9 528,260-17-581,2 0-56,171 17 8,-164-6 20,-19 1-30,151 6 1,-168 2 155,233-1-162,-72 13-1,68-7 14,-50 1 1,-206-7 245,159-3-249,-3-10 134,0 0-118,103 9-8,-67-12 0,66 8 2,-68-3 0,-288 9 27,387 0-40,0 1-1,0 1 1,0 0-1,-14 5 1,14-4 19,0 0 0,-1-1-1,1 0 1,-18 1 0,17-3-36,0 0-1,0 1 0,1 1 0,-1-1 1,0 2-1,1 0 0,-1 0 1,-17 9-1,18-9 2,0 1-1,0-1 1,0-1-1,0 0 1,-13 1-1,-27 5 38,41-7-20,1 1 0,-1-1 0,0-1 0,-13-1 0,0 1 1,20 2-20,0 0 1,1 0-1,-1 0 1,1 0-1,-1 0 1,1 1-1,0-1 1,0 0-1,0 1 1,-2 4-1,2-5 29,-62 130 345,56-120-2890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4.4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145 149 6307,'0'0'7689,"-8"-13"-6595,-23-41-78,29 52-900,1 0 0,0 0-1,0 1 1,0-2 0,0 1 0,0 0-1,1 0 1,-1 0 0,1 0 0,-1 0-1,1-1 1,0 1 0,0 0 0,0 0-1,0-1 1,1-3 0,0-3 973,3 8-774,11 1-164,28 0 16,0 1 0,75 12-1,-12 11-84,-33-6 20,124 14 0,-32-30-22,-103-2-40,-60 0-51,1 0 1,-1 0-1,1 0 1,-1 0-1,1-1 1,0 1-1,-1-1 1,1 1-1,-1-1 1,5-2-1,-6 2-3,-1 0 0,1 1 0,-1-1 0,1 0 0,0 0 0,-1 0 0,1 0 0,-1 1 0,0-1 0,1 0 0,-1 0 0,0 0 0,0 0 0,1 0 0,-1 0 0,0 0 0,0 0 0,0 0 0,0 0 0,0 0 0,0 0 0,-1 0 0,1 0 0,0 0 0,0 0 0,-1 0 0,1 0 0,0 0 0,-1 1 0,0-2 0,0 0 3,0 0 0,0 1 0,0-1 0,0 1-1,0 0 1,0-1 0,-1 1 0,1 0 0,-1 0 0,1 0 0,-1-1 0,1 2-1,-1-1 1,-3-2 0,-27-8-89,23 8 44,-40-12-201,-1 2 0,-66-10 0,58 23 151,55 0 96,1 1 1,0 0 0,0-1 0,0 1 0,0 0 0,0 0 0,0 1 0,0-1 0,0 0-1,1 0 1,-1 1 0,0-1 0,1 1 0,-1 0 0,1-1 0,0 1 0,-1 0 0,1 0-1,0 0 1,0 0 0,0 0 0,0 2 0,-3 4-22,1 0 0,0 0-1,0 1 1,-2 16 0,0 35-51,4 91 0,3-64 102,-2 522 1181,0-579-1114,-4 108 304,2-119-265,-1 0 0,-1 1 1,0-2-1,-15 37 0,17-50-63,1 0-1,-2-1 1,1 1-1,-1-1 0,1 0 1,-1 0-1,0 0 1,-1 0-1,1 0 0,-1-1 1,1 1-1,-1-1 1,0 0-1,0 0 0,-9 4 1,5-4 39,-1 0 0,0-1 1,0 0-1,0-1 0,0 0 1,0 0-1,-15-1 0,13 0-91,0-1 0,1 0 0,-1-1 0,1 0-1,0-1 1,-1 0 0,1 0 0,0-1 0,1-1-1,-1 1 1,1-2 0,0 1 0,0-1 0,1-1 0,-1 1-1,1-1 1,-9-12 0,-9-9-317,2-2-1,1-1 1,1-1-1,2 0 1,2-2-1,0 0 1,-13-42-1,26 63-56,2 0 1,0-1-1,0 1 0,-1-22 1,4 26-795,0 0 1,1 0-1,0 0 1,2-13 0,12-13-7824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5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434 220 2801,'0'0'8401,"0"-16"-5823,1-6-1644,-1-23 547,0 42-1446,0 1 0,0-1 0,-1 0 0,0 1 0,1-1 0,-1 1 0,0-1 0,0 1 0,0-1 0,-1 1 0,1 0 0,0-1 0,-3-1 0,-13-14 49,-1 0-1,-38-28 1,50 43-64,-1 0 0,0 1 1,0-1-1,0 2 0,0-1 1,-1 1-1,1 0 0,0 0 1,-1 1-1,1 0 1,-11 1-1,1-1 45,14 0-55,0 1 1,0 0-1,0 0 0,-1 0 0,1 0 0,0 0 0,0 0 0,0 1 1,1 0-1,-1-1 0,0 1 0,0 0 0,1 0 0,-1 1 0,1-1 1,-3 4-1,-7 8 86,-17 27 0,17-23-34,-2 3 114,1 1 0,1 0 1,2 0-1,0 1 0,1 1 0,1 0 0,-7 38 1,6-11 804,3-1 1,0 86-1,6-134-954,-1 0 1,1 0-1,1 0 0,-1 0 1,0 0-1,0 0 0,1 0 1,-1 0-1,1 0 0,0 0 1,-1 0-1,1 0 0,0-1 1,0 1-1,0 0 1,1 0-1,-1-1 0,0 1 1,1-1-1,-1 1 0,1-1 1,-1 1-1,1-1 0,-1 0 1,1 0-1,0 0 0,0 0 1,0 0-1,0 0 0,0-1 1,3 2-1,4-1 33,0 0-1,0 0 1,1-1-1,-1 0 1,18-2 0,-19 0-55,0 1 1,0-1 0,-1 0-1,1 0 1,-1-1 0,0 0 0,1-1-1,-1 0 1,-1 0 0,1 0-1,8-8 1,4-5-182,-1-1 0,20-24 0,-30 32 46,26-31-920,-2 0 1,29-50-1,-49 71 574,-1-1 0,-1-1 0,-1 0 1,-1 0-1,-1 0 0,9-45 0,-17 208 3774,3-57-2546,-11 348 1214,9-435-2111,0 1 0,1 0 1,-1 0-1,1 0 0,-1-1 0,1 1 1,0 0-1,0 0 0,1-3 1,5-9-453,10-44-4653,12-71-1,-20 66-1640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5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86 8964,'0'0'8372,"3"3"-7806,1 2-440,0-1 0,-1 1 0,0 0 0,0 0 1,0 0-1,0 1 0,-1-1 0,0 0 1,0 1-1,1 9 0,12 69 1122,-13-68-1043,15 174 1587,6 41-495,-22-224-1264,1 1 0,0-1 0,0 0 0,0 0-1,4 7 1,-5-13-27,-1 1-1,1-1 1,0 0-1,-1 0 0,1 0 1,0 0-1,0 1 1,0-1-1,0 0 1,0-1-1,0 1 0,0 0 1,0 0-1,0 0 1,1-1-1,-1 1 0,0-1 1,0 1-1,1-1 1,-1 1-1,0-1 1,1 0-1,-1 1 0,1-1 1,-1 0-1,0 0 1,1 0-1,-1 0 1,0 0-1,1-1 0,-1 1 1,1 0-1,-1 0 1,2-1-1,0-1-7,-1 0 0,1 0 0,0 0 0,0 0 0,-1 0 1,1-1-1,-1 1 0,0-1 0,0 0 0,0 1 0,0-1 0,0 0 0,-1 0 0,1 0 0,-1 0 0,0-1 0,2-5 0,0 1-27,18-50-627,15-74-1,7-23-711,-42 153 1352,20-52-242,-19 49 252,1 0 1,-1 0 0,1 1 0,0-1 0,1 1 0,-1 0 0,1 0 0,5-5 0,-8 8 28,1 0-1,0 0 1,-1 0 0,1 0 0,0 1 0,0-1-1,-1 1 1,1-1 0,0 1 0,0-1 0,0 1 0,0 0-1,-1 0 1,1 0 0,0 0 0,0 0 0,0 1 0,0-1-1,-1 0 1,1 1 0,0-1 0,0 1 0,0 0 0,-1 0-1,1-1 1,2 3 0,1 2 47,0 1 1,-1 0-1,0 0 0,0 0 1,0 0-1,-1 1 0,1-1 1,1 9-1,20 64 599,-17-51-461,7 23 147,-6-15-115,2 0 0,1-1 0,2 0 0,34 61 0,-46-92-233,1 0-1,-1 0 1,0-1-1,1 1 1,0-1-1,0 1 1,0-1-1,0 0 1,1 0-1,-1-1 1,1 1-1,0-1 1,-1 1 0,1-1-1,0 0 1,0-1-1,1 1 1,-1-1-1,0 0 1,0 0-1,1 0 1,-1 0-1,1-1 1,6 0-1,-8 0-6,0 0 1,0 0-1,0 0 1,0-1-1,0 1 0,-1-1 1,1 0-1,0 0 0,-1 0 1,1 0-1,0 0 0,-1-1 1,1 1-1,-1-1 0,0 1 1,3-3-1,1-3-10,-1 1 1,1-1-1,-1 0 1,5-10-1,-7 12-1,14-25-225,-2 0 1,0-1-1,-3-1 0,0 0 1,11-54-1,-13 34-175,-3 0 0,3-102 0,-10-33 1126,0 186-171,-13 13-1149,-72 56-6780,22-23-3012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6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1 157 5811,'0'0'12197,"12"-7"-11316,-7 5-817,11-7 51,0 1 0,0 1 0,1 1 1,0 0-1,19-3 0,35-2-5,80-3-1,79 8 77,-130 5-162,1024-4-110,-722 6 4,207 34-262,-592-34 359,-14-1 0,0 0 0,0 1 0,0-1 0,0 1 1,0-1-1,0 1 0,6 2 0,-10-3 19,1 0 0,0 0-1,0 0 1,0 0 0,0 0 0,0 1-1,0-1 1,-1 0 0,1 0 0,0 0-1,0 0 1,0 0 0,0 0 0,0 0-1,0 0 1,0 0 0,-1 0 0,1 0-1,0 1 1,0-1 0,0 0 0,0 0-1,0 0 1,0 0 0,0 0 0,0 0-1,0 0 1,0 1 0,0-1 0,0 0-1,0 0 1,0 0 0,0 0 0,0 0-1,0 1 1,0-1 0,0 0 0,0 0-1,0 0 1,0 0 0,0 0 0,0 0-1,0 1 1,0-1 0,0 0 0,0 0-1,0 0 1,0 0 0,0 0 0,0 0-1,1 0 1,-1 1 0,0-1 0,0 0-1,0 0 1,0 0 0,0 0 0,0 0-1,0 0 1,0 0 0,1 0 0,-1 0-1,0 0 1,-12 2-222,10-2 66,1-1 0,-1 1 1,1 0-1,0-1 0,-1 0 1,1 1-1,0-1 1,0 0-1,0 0 0,-1 1 1,1-1-1,0 0 1,0 0-1,0 0 0,0-1 1,0 1-1,1 0 0,-1 0 1,0 0-1,1-1 1,-2-1-1,-9-34-3730,8 24 1840,-9-32-7115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6.7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59 13062,'0'0'4066,"22"-15"-6211,-22-28-1697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7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78 17960,'0'0'4082,"17"-62"-5346,-8 54-1058,-5 0-2464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8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389 1 5042,'0'0'5387,"-28"2"-4886,-6 1-333,-49 11 0,80-13-160,-1 0-1,1 0 0,0 1 0,0-1 0,0 1 0,0 0 0,0 0 0,0 0 0,0 0 1,0 1-1,1-1 0,-1 1 0,1-1 0,0 1 0,0 0 0,0 0 0,0 0 0,0 0 1,1 0-1,-1 0 0,1 1 0,0-1 0,0 0 0,0 1 0,0-1 0,0 8 0,-3 7 39,-10 35 338,2 1 0,-6 73-1,3 116 931,9 240 1801,7-374-2535,-1-105-561,7 226 1340,-4-196-1008,2 0-1,1 0 0,2-1 0,20 52 1,-25-77-245,0 0 1,1-1 0,0 1-1,0-1 1,1 0 0,0 0 0,0-1-1,8 8 1,-13-14-106,0 0 0,0 0-1,0 0 1,0 0 0,0 1 0,1-1-1,-1 0 1,0 0 0,0 0 0,0 0-1,0 0 1,0 1 0,1-1 0,-1 0 0,0 0-1,0 0 1,0 0 0,0 0 0,1 0-1,-1 0 1,0 0 0,0 0 0,0 0 0,1 1-1,-1-1 1,0 0 0,0 0 0,0 0-1,1 0 1,-1 0 0,0 0 0,0-1-1,0 1 1,0 0 0,1 0 0,-1 0 0,0 0-1,0 0 1,0 0 0,1 0 0,-1 0-1,0 0 1,0 0 0,0-1 0,0 1 0,0 0-1,1 0 1,-1 0 0,0 0 0,0 0-1,0-1 1,0 1 0,0 0 0,0 0-1,0 0 1,0-1 0,1 1 0,-1 0 0,0 0-1,0-1 1,0-15-254,0 11 176,0-40-691,-2-1-1,-1 1 1,-18-77 0,-13-26-144,5-1 0,8-2 0,6 0 0,7-250 0,9 381 979,2 1 0,0-1 0,2 1 0,0 0 0,1 0 0,0 0-1,2 1 1,0 0 0,2 0 0,-1 1 0,2 1 0,0-1 0,1 2-1,1-1 1,22-19 0,-25 27-11,1 0 0,1 0-1,0 1 1,0 1 0,0 0-1,1 0 1,24-6 0,96-17 341,-65 20-306,127 2 0,-190 8-71,0-1 1,1 1 0,-1 0-1,0 1 1,0-1 0,0 1-1,0 0 1,0 0 0,0 1-1,-1-1 1,1 1 0,-1 0-1,0 0 1,0 1 0,0-1-1,0 1 1,0 0 0,-1 0-1,0 0 1,0 1 0,0-1-1,3 6 1,1 3 45,-1 0 1,0 1-1,-1-1 0,0 1 1,-1 0-1,0 0 0,1 16 0,0 32 300,-4 82 0,-2-70-76,0-52-170,-1 0 0,-1 0 0,-1-1-1,-1 1 1,0-1 0,-2 0 0,0 0 0,-2-1 0,0 0-1,-23 36 1,3-10 174,-1-1 0,-2-2 0,-49 51 0,54-67-176,-1-1 0,-1-1 0,-2-1 0,0-2 0,-48 26 0,65-42-90,0 1 0,0-2 1,0 0-1,-1-1 0,0 0 1,-20 1-1,-90 0 55,106-5-79,10 1-8,1-2 0,0 1-1,-1-1 1,1-1 0,0 1 0,-1-1-1,1-1 1,0 0 0,1 0 0,-11-5-1,14 5-13,0 0-1,0 0 1,0 0 0,0 0-1,1-1 1,0 1-1,-1-1 1,1 0-1,1 0 1,-1 0-1,0-1 1,1 1-1,0 0 1,0-1-1,1 0 1,-1 1-1,1-1 1,0 0-1,-1-7 1,0-7-160,-1-32 0,3 46 141,0-1 0,1 1 0,-1 0 0,1 0 0,0-1 0,1 1 0,-1 0 0,1 0 0,0 0 0,0 0 0,3-5 0,0 5 20,0 0-1,0 0 1,0 1 0,1-1 0,-1 1 0,1 1 0,0-1 0,0 1 0,0 0 0,1 0 0,-1 0 0,1 1 0,10-2 0,4 0 5,-1 1-1,0 0 1,30 1-1,-34 2 8,0 0-1,-1 1 0,1 0 1,-1 1-1,1 1 0,-1 1 0,0 0 1,0 1-1,0 0 0,-1 1 1,0 1-1,0 0 0,19 14 0,-3 2 12,0 2 0,-2 1-1,0 2 1,-2 0-1,-1 2 1,-2 0-1,0 2 1,25 50 0,-23-33 102,-2 2 0,-3 0 0,-2 1 0,-2 1 0,11 70 0,2 46 727,-27-140-645,-2-28-134,0-6-77,-12-158-4027,11 86-935,1 2-4037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8.7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330 47 6451,'0'0'8078,"2"-5"-7333,3-14-140,-4 18-586,-1 1-1,0-1 0,0 0 1,0 1-1,0-1 0,0 0 1,0 1-1,0-1 1,0 0-1,0 1 0,-1-1 1,1 1-1,0-1 0,0 0 1,0 1-1,-1-1 0,1 1 1,0-1-1,-1 1 0,1-1 1,0 1-1,-1-1 1,1 1-1,-1-1 0,1 1 1,-1-1-1,1 1 0,-1 0 1,1-1-1,-1 1 0,1 0 1,-1-1-1,0 1 1,1 0-1,-2 0 0,-22-4 207,21 4-204,-113 0 564,111 0-552,0 0 1,1 1 0,-1-1-1,0 1 1,1 1-1,-1-1 1,1 1 0,-1-1-1,1 1 1,0 0 0,0 1-1,-1-1 1,2 1-1,-1 0 1,0 0 0,1 0-1,-1 0 1,1 1 0,0-1-1,-4 6 1,3-2-7,0 1 0,1-1 0,0 1 1,0-1-1,0 1 0,1 0 0,0 0 0,1 0 1,0 0-1,0 0 0,1 11 0,-1-7-13,1 0-1,1 0 1,0 0-1,0-1 1,1 1-1,1-1 1,0 1-1,0-1 1,1 0-1,1 0 1,-1 0-1,2-1 1,0 1-1,10 13 1,83 92 80,-66-82-211,-2 2 0,48 73 1,-75-102 92,-1 0 0,0 0 0,0 0 1,-1 0-1,0 1 0,0-1 0,1 14 0,-3-18 10,1 0 0,-1 0 0,0 0 0,0 0 0,0 0-1,-1 0 1,1 0 0,-1 0 0,0 0 0,0 0 0,0 0 0,0 0-1,0 0 1,-1 0 0,1 0 0,-1-1 0,0 1 0,1-1 0,-1 1-1,0-1 1,-5 4 0,-3 0 14,-1 0 0,1-1 0,-1 0 0,-1-1 0,1 0-1,0 0 1,-1-2 0,0 1 0,-19 0 0,-2 0-153,-1-2 1,-42-5-1,73 4 91,-1 0 0,1-1 0,-1 0 0,1 1 0,-1-1 0,1-1 0,-1 1-1,1 0 1,0-1 0,0 0 0,0 0 0,0 0 0,0 0 0,0 0 0,0 0 0,-3-5-1,3 3-208,0-1 0,0 1 0,1-1 0,-1 1-1,1-1 1,0 0 0,1 1 0,-1-1 0,1 0-1,-1-10 1,0-35-4099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9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75 7475,'0'0'9461,"117"-4"-9221,-60 4-128,-1 0 0,-4 0-112,-9 0-32,-12 0-112,-5-8-544,-9-4-1185,0-3-192,-12-5-1585,-5 5-2225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49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8788,'0'0'6627,"234"0"-6627,-160-27-528,-9-4-433,-9 3-1472,-8 13-3073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0.6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70 4434,'0'0'6974,"-11"-11"-6307,-33-34-3,30 32 2656,28 15-3177,533 9-1914,-490-10 810,-57-1 977,0 0 1,1 0-1,-1-1 0,0 1 0,1 0 0,-1 0 1,0 0-1,1 0 0,-1 0 0,0 0 1,1 0-1,-1 0 0,1 0 0,-1 0 0,0 0 1,1 0-1,-1 1 0,0-1 0,1 0 1,-1 0-1,0 0 0,0 0 0,1 0 0,-1 1 1,0-1-1,1 0 0,-1 0 0,0 1 1,0-1-1,1 0 0,-1 0 0,0 1 0,0-1 1,0 0-1,1 1 0,-1-1 0,0 0 1,0 1-1,0-1 0,0 0 0,0 1 0,0-1 1,0 0-1,0 1 0,0-1 0,0 0 1,0 1-1,0-1 0,0 0 0,0 1 0,0 0 1,-6 8 177,-2-3-140,1 0-1,-1-1 1,-14 7-1,16-9-22,0 0 0,1 0 0,-1 1 0,1 0 0,-1 0 0,1 0 0,0 0 0,1 1 0,-1 0 0,-4 6 0,2 1-36,0 1-1,1 0 1,1 0 0,-7 25 0,-8 59 33,16-77-22,-44 501 2516,45-459-2179,-2 225 2654,5-277-2787,0-10-206,0 1 0,0-1 0,0 0 0,1 0 0,-1 0 1,0 0-1,0 1 0,0-1 0,1 0 0,-1 0 0,0 0 0,0 0 0,0 0 0,1 0 0,-1 1 0,0-1 0,0 0 1,1 0-1,-1 0 0,0 0 0,0 0 0,1 0 0,-1 0 0,0 0 0,0 0 0,0 0 0,1 0 0,-1 0 1,0 0-1,0-1 0,1 1 0,-1 0 0,0 0 0,0 0 0,1 0 0,-1 0 0,0-1 0,10-2-15,-6-2-61,0 1 0,0-1 0,-1 1 0,0-1 0,1 0 0,-2 0 0,1-1 0,0 1 1,-1-1-1,0 1 0,2-11 0,1-1-343,45-132-6572,-31 78 16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1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509 18 6771,'0'0'6806,"0"-3"-6475,0 2-317,-1 0 1,1 1-1,0-1 1,-1 0-1,1 0 1,-1 0-1,1 1 1,-1-1-1,1 0 1,-1 1-1,0-1 1,1 1-1,-1-1 1,0 0-1,0 1 1,1 0-1,-1-1 1,0 1 0,0-1-1,0 1 1,1 0-1,-1-1 1,0 1-1,0 0 1,0 0-1,0 0 1,0 0-1,0 0 1,1 0-1,-1 0 1,-1 0-1,-43 0 479,25 1-186,12-2-263,0 1-1,-1 0 1,1 1 0,-1 0-1,1 0 1,-1 1-1,1 0 1,0 0-1,0 1 1,0 0 0,-12 6-1,3 3-6,0 0-1,1 1 1,0 1-1,-14 17 1,-52 67 274,52-59-170,19-24-65,0 0-1,1 0 0,1 1 1,1 1-1,0-1 1,1 1-1,0 1 0,-5 24 1,6-7 256,1 0 0,1 1 0,2 47-1,1-42 95,0-4-46,2-1 0,1 1 0,10 51-1,-10-77-321,1 0-1,1 0 0,0 0 1,0-1-1,1 0 1,0 1-1,1-2 0,0 1 1,1-1-1,-1 0 0,2 0 1,0 0-1,0-1 0,0-1 1,14 10-1,-13-11-38,0 0 0,1-1 0,-1-1 0,1 0 0,0 0 0,0-1 0,0 0 0,14 2 0,4-2 46,52 1 1,-70-4-107,-1 0 0,0-1 0,0 1 1,0-2-1,0 1 0,0-1 1,0-1-1,0 0 0,-1 0 1,1 0-1,-1-1 0,0-1 1,0 1-1,0-1 0,-1-1 1,0 1-1,0-1 0,0 0 1,11-14-1,-12 13-152,-1-1 1,0 0 0,0 0-1,0 0 1,-1-1-1,-1 1 1,1-1 0,-1 0-1,3-18 1,-2 1-560,-1 0 1,-2-36 0,-1 52 697,0 0 0,-1-1-1,0 1 1,-1 0 0,0 0 0,-1 0 0,0 0-1,0 0 1,-1 1 0,0 0 0,-1-1 0,0 1-1,0 1 1,-1-1 0,-12-13 0,9 12 153,0 0 0,-1 0 0,-1 1 0,1 0 0,-1 0 0,0 2 0,-1-1 0,0 1 0,0 1 0,-1 0 0,0 1 0,0 0 0,0 1 0,0 1 0,-1 0 0,1 1 0,-28-2 0,30 4 120,0 0 0,0 1 1,-19 3-1,26-2-166,-1-1 0,1 1 1,0 0-1,0 0 0,-1 0 0,2 0 0,-1 1 0,0 0 1,0-1-1,-6 8 0,-1 1 148,-18 25 1,26-32-406,1-1 0,-1 1 1,1 0-1,0 0 0,1 0 1,-1 1-1,0-1 1,1 0-1,0 0 0,0 1 1,0 7-1,5-11-2336,15-2-1312,10-2-3031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1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209 28 3073,'0'0'6908,"-1"-5"-6236,1 5-607,0-1 0,0 0 0,0 0-1,0 0 1,0 0 0,0 0 0,0 0 0,-1 0 0,1 0 0,0 1 0,-1-1-1,1 0 1,0 0 0,-1 0 0,1 1 0,-1-1 0,0 0 0,1 0 0,-1 1-1,1-1 1,-1 0 0,0 1 0,0-1 0,1 1 0,-1-1 0,0 1 0,0-1-1,1 1 1,-1 0 0,0-1 0,0 1 0,0 0 0,0 0 0,0 0 0,0-1-1,0 1 1,0 0 0,1 0 0,-1 0 0,-1 1 0,-6-2 347,0 1 0,0 1-1,1 0 1,-15 2 0,19-1-358,-1-1 1,1 1-1,0-1 0,0 1 0,0 0 0,0 0 1,1 0-1,-1 1 0,0-1 0,1 1 0,0-1 0,-4 5 1,-4 8 60,0-1-1,1 1 1,0 1 0,1-1 0,1 1 0,1 1 0,-9 32 0,9-16 152,1 0 0,2 0 0,1 45 0,1-27 232,3-1-1,1 1 1,12 52 0,-12-89-417,0 0 0,1 0 0,1-1 0,0 0 0,0 0 1,2 0-1,-1-1 0,2 0 0,-1 0 0,2 0 0,0-1 0,0-1 1,1 1-1,0-1 0,1-1 0,13 9 0,-14-11-29,1-2 1,0 1-1,0-1 0,0-1 1,1 0-1,0-1 0,17 3 1,-5-3 28,-1-1 0,45-2-1,-57-1-91,-1 0 0,0-1-1,0 0 1,0 0 0,0-2-1,0 1 1,-1-1 0,1 0-1,-1-1 1,0 0 0,0-1-1,-1 1 1,14-13-1,-4 0-262,-1 0 0,0-1 0,-1-1 0,19-32 0,-26 38-19,-1-1-1,-1 1 1,-1-1-1,0-1 0,-1 1 1,0-1-1,4-27 0,-5 0-190,0-70-1,-4 104 509,0 0 0,-1 0 1,0 0-1,0 0 0,-1 1 0,0-1 0,0 1 0,-1-1 0,0 1 0,-1 0 0,0 0 1,0 0-1,-1 1 0,0-1 0,0 1 0,-11-12 0,-6-3 61,-1 1 0,-1 1 1,-1 1-1,0 1 0,-2 2 0,0 0 0,0 2 1,-2 1-1,-43-15 0,49 24-78,0 0 1,-1 1-1,1 1 1,-26 2 0,47 0-18,1 0 1,-1 0 0,1 0 0,-1 1-1,1-1 1,0 0 0,-1 1-1,1-1 1,0 1 0,-1 0 0,1-1-1,0 1 1,0 0 0,-1 0 0,1 0-1,0 0 1,0 0 0,0 0 0,0 0-1,0 0 1,1 0 0,-1 0 0,0 1-1,0-1 1,1 0 0,-1 0 0,1 1-1,-1-1 1,1 1 0,-1-1 0,1 2-1,-2 6-763,1-1 0,0 1 0,1-1 0,0 11-1,0-9-1520,0 7-3734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3.5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12 727 2977,'0'0'11651,"-12"-4"-7020,26 5-4444,-1 1 0,0 0-1,0 0 1,12 5 0,26 5 29,5-6-247,91-2 1,-104-5-149,-39 2 125,0-1-1,0 0 0,0-1 0,0 1 1,0-1-1,1 0 0,-1 0 0,4-2 1,-7 2 26,1 1 0,-1-1 0,1 0 0,-1-1 0,0 1 0,0 0 1,0 0-1,1 0 0,-1-1 0,0 1 0,-1-1 0,1 1 0,0-1 0,0 1 0,-1-1 1,1 1-1,0-1 0,-1 0 0,0 1 0,1-1 0,-1 0 0,0-3 0,1-102-460,-2 101 489,1 0 1,-1 1-1,0-1 0,0 0 0,-1 0 0,0 1 0,0-1 1,-3-5-1,-28-45 8,7 12-58,-12-21 58,21 37 7,-17-39 0,29 56-10,1 0 1,0 0-1,1-1 0,1 1 0,0-1 0,0 0 0,0-16 1,2 3 9,-1 14-72,1 0 0,0 0 0,2-12 0,-1 20 32,0-1 0,0 1 0,0-1 0,0 1 0,1-1 0,-1 1 0,1 0 0,0 0 0,0 0 0,0 0 0,0 0-1,0 1 1,5-5 0,-1 1-19,1 1 0,0 0 0,0 0 0,0 1 0,1 0 1,-1 0-1,1 1 0,14-5 0,-7 4 48,0 2 0,-1 0 1,1 0-1,20 1 0,5 0 4,35 1 26,-67 1-29,0 0 0,0 0 0,0 1 0,0 0-1,0 0 1,14 7 0,13 11 35,43 31-1,-50-30-44,1-2 0,43 21 1,-66-38 10,1 2-1,-1-1 1,1 1 0,-1 0 0,0 0-1,6 6 1,-10-8-5,0 0-1,0 1 1,0-1-1,-1 0 0,1 1 1,-1 0-1,1-1 1,-1 1-1,0 0 1,0 0-1,0 0 1,0 0-1,-1-1 1,1 1-1,-1 0 0,0 6 1,2 35 33,-1-32-16,0 0 0,-1 0 0,0 0-1,-1 0 1,0 0 0,-1-1 0,-1 1 0,-6 20 0,-37 87 200,41-102-196,1 1-1,0 0 0,1 0 1,-1 35-1,4 13 141,28-66-3,436 0-259,-459 0 110,-1-1 0,1 1 0,-1 0 1,0 1-1,1-1 0,-1 1 0,1 0 0,-1 0 0,0 0 0,0 1 0,0-1 0,7 4 0,-11-2 35,0-2-129,-70-1-7441,28 0-2950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4.1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7283,'0'0'8084,"256"0"-7508,-173 0-576,-10 0-160,-12 0-1441,-26 0-2688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5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5 125 3282,'0'0'4514,"-1"-14"-3709,1 14-790,-3-71 1152,2 31 6325,1 45-7359,0 1112 3917,0-1110-4015,3 20 102,-3-26-133,0 0 0,1-1-1,-1 1 1,0-1 0,1 1 0,-1 0 0,1-1 0,-1 1-1,1-1 1,-1 1 0,1-1 0,0 1 0,-1-1-1,1 1 1,0-1 0,-1 0 0,1 1 0,0-1-1,-1 0 1,1 0 0,0 1 0,0-1 0,-1 0 0,1 0-1,0 0 1,-1 0 0,1 0 0,1 0 0,-1 0-13,-1 0 0,0 0 0,0 0 0,1 0 0,-1 0 1,0-1-1,1 1 0,-1 0 0,0 0 0,0 0 0,1 0 1,-1 0-1,0 0 0,0-1 0,0 1 0,1 0 0,-1 0 1,0 0-1,0-1 0,0 1 0,1 0 0,-1 0 0,0-1 1,0 1-1,0 0 0,0 0 0,0-1 0,1 1 0,-1 0 0,0 0 1,0-1-1,7-18-1194,0-1 0,-1 0 0,6-35-1,-2 8-2512,7-24-5307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6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0 189 4594,'0'0'7043,"9"-28"-6269,33-86-278,-40 111-455,-1 0 1,1-1-1,-1 1 0,1 0 1,0 0-1,0 0 0,1 1 0,-1-1 1,0 0-1,1 1 0,3-3 0,-4 4-4,0 0 0,0 0-1,0 0 1,0 1 0,0-1 0,0 0-1,0 1 1,0 0 0,1 0 0,2-1-1,3 1 60,29-3 318,47 4 0,-32 0-220,-33-1-110,0 2 0,-1 1 0,1 0 0,-1 1 0,1 1-1,-2 0 1,1 2 0,0 0 0,-1 1 0,-1 1 0,1 0 0,-1 1 0,19 17 0,-23-18-25,-1 1 0,0 1 0,0 0-1,-1 0 1,0 1 0,-1 1 0,-1 0 0,0 0 0,0 0 0,-2 1 0,1 0 0,-2 0 0,0 1 0,0-1 0,-2 1 0,4 28 0,-6 90 688,-1-121-647,-1-1-1,0 1 1,0 0 0,-2-1-1,1 0 1,-2 1 0,1-1-1,-8 15 1,2-9 75,-1-1 0,0 0 0,-1-1 0,-20 23 0,8-14-6,-1-1 0,0 0 0,-2-2 0,-1-1 0,-57 33 0,64-42-142,-2-1 0,1-1-1,-2-1 1,1-1-1,-1-1 1,0-1-1,0 0 1,0-2 0,-29 0-1,46-3-49,0 0 0,0 0 0,0 0 0,-1-1 0,1 0 0,0-1 0,0 1 0,0-1 0,-10-5 0,13 5-29,0 0-1,0 0 0,1 0 0,-1-1 1,1 1-1,-1-1 0,1 0 0,0 1 1,0-1-1,0 0 0,0 0 0,1-1 1,-1 1-1,1 0 0,0 0 1,0-1-1,-1-5 0,-1-8-345,1 1-1,1-1 1,0-19 0,1 33 356,0 1 6,1-1 1,-1 1-1,0-1 1,1 1-1,-1 0 1,1-1 0,0 1-1,0-1 1,0 1-1,0 0 1,0 0-1,0-1 1,1 1-1,-1 0 1,1 0 0,0 1-1,-1-1 1,1 0-1,0 0 1,0 1-1,0-1 1,0 1-1,0 0 1,1-1 0,-1 1-1,0 0 1,0 0-1,1 1 1,-1-1-1,1 0 1,-1 1 0,6-1-1,6-1 34,1 1-1,0 1 1,0 0-1,25 3 1,-27 0 14,-1-1 1,1 2 0,-1 0-1,0 0 1,0 1-1,-1 1 1,1 0 0,-1 0-1,0 1 1,-1 1 0,0 0-1,0 0 1,10 12-1,13 16 166,-1 1-1,29 45 1,-60-81-175,77 120 733,-13-18 166,-58-93-782,0 0 1,1-1-1,10 11 0,-15-18-114,-1 1-1,1-1 0,0 0 1,0 0-1,0 0 1,0 0-1,0-1 1,1 1-1,-1-1 1,0 0-1,1 0 1,-1 0-1,1 0 0,0-1 1,4 1-1,-8-1-55,1 0-1,0 0 1,0 0-1,-1 0 1,1 0-1,0-1 1,-1 1-1,1 0 0,0 0 1,-1-1-1,1 1 1,-1 0-1,1-1 1,0 1-1,-1 0 1,1-1-1,-1 1 0,1-1 1,-1 1-1,1-1 1,-1 1-1,1-1 1,-1 0-1,0 1 1,1-1-1,-1 1 1,0-1-1,0 0 0,1 1 1,-1-1-1,0 0 1,0 0-1,1-27-2019,-1 18 1164,0-36-5452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6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59 4002,'0'0'9052,"-2"-7"-8102,0 0-606,1 5-109,0 0-1,1 0 1,-1 0 0,0-1 0,1 1 0,-1 0-1,1-1 1,0 1 0,0 0 0,0-5-1,10 10 1090,-7 0-1273,0 0 1,-1 0-1,0 0 1,1 1 0,-1-1-1,-1 1 1,1-1-1,0 1 1,-1 0 0,0 0-1,1 5 1,5 11 225,77 263 2621,-22-65-1498,-55-196-1308,1-1-1,0 0 1,1 0-1,2-1 1,19 29 0,-27-44-78,0-1 1,1-1-1,-1 1 1,1 0 0,0-1-1,0 0 1,1 0 0,-1 0-1,0 0 1,1-1-1,0 0 1,0 0 0,-1 0-1,8 1 1,-9-2-8,0-1 0,0 1 1,0-1-1,1 0 0,-1 0 0,0 0 1,0-1-1,0 1 0,1-1 0,-1 0 1,0 0-1,0 0 0,0 0 0,0 0 0,0-1 1,-1 1-1,1-1 0,0 0 0,-1 0 1,1 0-1,-1 0 0,1 0 0,-1 0 1,2-4-1,5-6-32,-1-1 1,0 0-1,-1-1 1,0 0-1,6-21 1,21-81-576,26-174-2060,-56 252 2258,-1-70 0,-4 65 408,1 41-4,0-1-1,0 1 1,0 0-1,-1 0 0,1-1 1,-1 1-1,0 0 1,0 0-1,1 0 1,-1-1-1,0 1 0,-1 0 1,1 0-1,0 1 1,-1-1-1,1 0 1,-1 0-1,1 1 0,-1-1 1,0 1-1,0-1 1,0 1-1,0 0 1,0-1-1,-3 0 0,-2-1 11,1 1-1,-1 0 1,1 0-1,-1 1 0,0 0 1,0 0-1,-11 1 0,17 0-3,1 0-1,-1 0 1,1 0 0,-1 0-1,1 0 1,-1 0-1,1 1 1,-1-1 0,1 0-1,-1 0 1,1 0-1,-1 1 1,1-1 0,0 0-1,-1 1 1,1-1-1,-1 0 1,1 1 0,0-1-1,-1 1 1,1-1-1,0 1 1,0-1-1,-1 0 1,1 1 0,0-1-1,0 1 1,0-1-1,-1 1 1,1 0 0,-2 21 109,2-15-46,0-5-57,-1 25 312,0 1 1,5 39-1,-3-59-254,1-1-1,0 1 1,0 0-1,0 0 1,1-1-1,0 1 0,0-1 1,1 0-1,0 0 1,0 0-1,1-1 1,0 1-1,6 5 0,-4-5-42,1-1-1,-1 0 0,1 0 1,0 0-1,1-1 0,-1-1 1,1 0-1,0 0 0,0 0 1,1-1-1,15 3 0,3-2-141,0-1 0,48-2 0,-54-1-58,-17 0-32,0 0 1,0 0-1,0 0 1,0-1-1,0 0 1,-1 0-1,1 0 1,0 0-1,0-1 1,6-3-1,-7 2-345,0 1 0,-1-1 0,0 0 0,1 0 0,-1 0-1,-1 0 1,1-1 0,3-3 0,11-20-6311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7.3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 2497,'0'0'15367,"112"4"-14550,-59 4-97,-1-1-176,0-3-352,-5 0-176,-8-4-16,-13 0-80,-4 0-800,-13 0-433,-1 0-768,-3-11-512,-5-9-2433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5:57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5683,'0'0'12149,"204"39"-11845,-161-27-128,-4 0-176,-9-4-144,1-5-832,-14 5-1633,-4-8-2962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0.8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344 496 5827,'0'0'10524,"-5"4"-10046,1 0-437,1 0 1,-1-1-1,1 1 0,0 1 0,0-1 1,0 0-1,1 1 0,0-1 1,-1 1-1,2 0 0,-1 0 0,0 0 1,1 0-1,0 0 0,-1 7 0,0 14 314,0 50-1,3-48-88,-2 0 21,1 11 301,1-1-1,11 76 1,-10-103-508,1 0 0,0-1 1,1 1-1,0-1 0,0 0 0,1 0 0,0 0 0,1-1 1,0 0-1,1 0 0,0 0 0,0-1 0,0 0 0,1 0 0,10 7 1,-12-11-48,0 0 1,1-1 0,-1 1 0,1-1 0,0 0-1,-1-1 1,2 0 0,10 3 0,0-3 145,0 0 1,22-1 0,-35-1-188,0-1 0,-1 1 0,1-1 1,0 0-1,-1 0 0,1 0 0,-1 0 0,0-1 1,1 0-1,-1 0 0,0 0 0,0 0 0,0-1 1,0 0-1,-1 1 0,1-2 0,-1 1 0,1 0 1,-1-1-1,0 1 0,0-1 0,-1 0 0,1 0 1,-1 0-1,0 0 0,2-6 0,2-4-151,-2-1 0,0 1 0,-1-1 0,0 0 0,-1 0 0,-1 0-1,0-18 1,-1 27 122,0 0 0,-1 0 0,0 0 1,0 0-1,-1 1 0,1-1 0,-1 0 0,0 1 0,-1-1 0,1 1 0,-1 0 0,0 0 0,-1 0 0,1 0 0,-1 0 0,-5-4 0,-6-5-74,-1 1 1,0 0-1,-26-14 0,30 19 105,-159-88 192,103 60 56,-85-58-1,139 83-144,0 0 0,0 0 0,2-2 0,-1 0 0,-12-17 0,19 21-68,0 0 0,0-1-1,1 0 1,1 0 0,-1 0 0,2 0 0,-1-1-1,1 1 1,-2-16 0,2 2-70,1 1 1,2-47-1,1 61-9,-1 0-1,2 0 1,-1 1 0,2-1-1,-1 0 1,1 1 0,0 0-1,1 0 1,-1 0 0,2 0 0,5-9-1,-4 10-31,1 1-1,-1-1 1,1 1-1,0 0 1,1 0 0,-1 1-1,1 0 1,1 1-1,-1-1 1,0 2-1,1-1 1,0 1 0,0 0-1,15-2 1,6 1-121,1 1-1,0 1 1,33 3 0,-54-1 148,-1 0 0,0 1 0,0 1 0,0-1 0,0 2 1,0-1-1,0 1 0,16 8 0,-20-8 27,0 0 0,0 1 0,0-1 0,0 1-1,-1 0 1,1 1 0,-1-1 0,0 1 0,-1 0 0,1 0 0,-1 0 0,0 0 0,0 0 0,3 11 0,-2-1 23,0 0 1,-2 0-1,0 0 0,0 1 0,-2-1 1,-1 16-1,1-14 22,0 1 75,0 1-1,-2-1 1,0 1-1,-1-1 0,-1 0 1,-1 0-1,0 0 1,-2 0-1,0-1 1,-9 17-1,-2-2 316,-24 30 0,41-62-732,1-5 30,0 1 80,0-6-418,1 1 0,1-1 0,-1 0 0,2 1 0,-1-1 0,1 1 0,1 0 1,8-16-1,25-31-7238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1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1 2689,'0'0'12657,"-2"1"-11617,-7 10-625,0-1 0,1 2 0,0-1 0,1 1 0,0 0 0,1 0 0,0 1 0,-6 20 0,3-2-215,1 0 0,2 1 1,1 0-1,-1 35 0,4 133 526,4-108-345,-3-59-230,2-1 0,1 1 0,2 0 0,13 53 0,-14-77-125,0 1 0,0-2 1,1 1-1,1 0 0,0-1 0,0 0 0,0 0 1,1 0-1,7 7 0,-8-10-21,0-1 0,1 0 0,-1 0 0,1 0 0,0 0 0,0-1 0,0 0-1,0 0 1,1-1 0,-1 0 0,1 0 0,0 0 0,0-1 0,7 1 0,-6-2-16,-1 0-1,1 0 1,-1-1 0,1 0-1,-1 0 1,1-1 0,-1 1-1,0-2 1,0 1 0,0-1-1,0 0 1,0 0 0,-1-1-1,0 0 1,1 0 0,-1-1-1,-1 0 1,1 0-1,-1 0 1,8-9 0,1-4-249,-1 0 0,-1-1 0,-1 0 0,-1 0 0,16-40 0,-15 24-444,-2 0 1,0 0-1,-3-1 1,-1 0-1,-1 0 0,-2-54 1,-2 78 530,0-1 0,-1 0-1,0 0 1,-1 1 0,0-1 0,-1 1-1,-1-1 1,0 1 0,-1 0 0,0 0 0,0 1-1,-13-19 1,2 6 233,-2 1-1,0 0 0,-1 2 0,-1 0 1,-23-18-1,33 31 174,-1 0 0,1 1-1,-1 0 1,-1 0 0,1 1 0,-1 1 0,0 0-1,-1 0 1,1 1 0,-1 1 0,0 0 0,1 1-1,-19-1 1,-12 3 1359,28 0-1846,23 0-4912,24 0 953,6 0-2489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1.7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81 11557,'0'0'5651,"-1"0"-5612,1 0 0,-1 0 0,1 0 0,0 0 0,-1 0 0,1-1 0,-1 1 0,1 0 0,0 0 0,-1 0 0,1 0 0,-1 0 0,1 1 0,0-1 0,-1 0 1,1 0-1,-1 0 0,1 0 0,0 0 0,-1 1 0,1-1 0,0 0 0,-1 0 0,1 0 0,0 1 0,-1-1 0,1 0 0,0 1 0,-1-1 0,-14 19 179,2 0 0,0 1 0,1 0-1,1 0 1,1 2 0,0-1 0,2 1 0,1 0 0,-5 26-1,0 8 188,3 0 1,-2 93-1,9 114 739,2-241-1034,1 1-1,0-1 1,9 42 0,-8-58-101,-1-1 0,1 1 0,0-1 1,0 0-1,1 0 0,-1 0 0,1 0 1,0 0-1,0 0 0,1-1 0,0 0 0,0 1 1,0-1-1,0-1 0,0 1 0,1-1 1,-1 1-1,1-1 0,0-1 0,6 4 0,-2-3-9,-1-1 0,1 0 0,0 0 0,-1-1 0,1 0 0,0 0 0,0-1 0,0-1 0,-1 1 0,1-1 0,0 0 0,0-1 0,-1 0 0,11-5 0,-9 2-21,-1 0-1,0-1 0,-1 0 1,1-1-1,-1 0 1,-1 0-1,1-1 0,9-13 1,3-6-336,25-44 1,-25 34-469,-1-2-1,-2 0 0,-2-1 0,-1 0 0,11-61 0,-16 49-1065,-2-1 0,-3 0-1,-4-104 1,-1 141 1600,-1 1 0,-1-1 0,0 1 0,-1 0 0,-1 0 1,0 0-1,-1 0 0,-10-17 0,10 22 657,0 0-1,-1 0 1,0 1 0,0 0 0,-1 0 0,0 1-1,-1 0 1,0 1 0,0 0 0,-1 0 0,-17-9-1,18 12 213,0 1 0,0 0 0,0 1 0,0 0 0,0 0 0,-18 0 0,6 1 370,1 2-1,-22 2 1,39-2-909,0 0 1,0 0-1,0 0 1,0 0-1,0 0 1,0 0-1,0 1 1,0-1-1,1 1 0,-1 0 1,0 0-1,1 0 1,0 0-1,-1 1 1,1-1-1,0 0 1,0 1-1,0 0 0,1-1 1,-1 1-1,1 0 1,-1 0-1,1 0 1,0 0-1,0 0 1,-1 4-1,-1 7-1038,1 0 0,0 0 0,0 1 0,2 20 0,2-4-4086,9 0-3978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2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0 759 9845,'0'0'10607,"24"13"-9895,82 40-247,-97-49-415,1 0 1,0-1-1,0 0 1,0-1 0,0 0-1,1 0 1,-1-1 0,0-1-1,16-1 1,-4 1 11,12 0 11,-12 1-55,-1-1 0,1 0 1,-1-2-1,23-5 0,-38 6-39,-1-1 0,0 1 0,0-1 0,0 0 0,-1 0 0,1-1 0,0 1 1,-1-1-1,0 0 0,1 0 0,-1-1 0,0 1 0,-1-1 0,1 0 0,-1 0 0,1 0 0,-1 0 0,-1-1 0,1 0 1,-1 1-1,4-8 0,-3 0-30,-1-1 1,0 1 0,-1 0-1,0-1 1,-1 1 0,0-1-1,-4-21 1,1 21 48,-1 1 0,0 0 1,0 0-1,-1 0 0,-1 0 1,0 1-1,-13-19 0,-10-21 77,19 31-57,2 1 0,0-1 0,2 0 1,0-1-1,1 1 0,1-1 0,1 0 0,0-31 0,3 29-16,2-43-80,-1 59 61,0 1 0,0 0 0,1 0 0,0 0 0,0 0 0,0 0 0,1 0 0,5-7 0,-2 4 2,0 1 0,1 0 0,0 0 0,1 1 0,-1 0 0,1 0 0,1 0 0,-1 1 0,1 1 0,0 0 0,1 0 0,-1 0 0,1 1 0,0 1 0,0 0 0,0 0 0,0 1 0,1 0 0,-1 0 0,21 1 0,2 0 19,-16 0 5,-1 1 0,24 3-1,-35-3-6,0 1-1,-1 0 0,1 1 1,-1-1-1,1 1 0,-1 0 1,0 0-1,1 0 0,-1 0 1,0 1-1,-1 0 0,8 6 1,-4-1 15,0 0 0,0 1 0,-1 0-1,0 0 1,-1 1 0,0-1 0,-1 1 0,0 0 0,0 1 0,-1-1 0,0 1 0,1 10 0,1 17 118,-2 1-1,-2 41 1,-2 64 328,4 180 1006,-3-314-1422,1 1 1,0-1 0,1 1 0,0-1 0,1 0 0,0 0 0,6 14-1,-7-20-44,0 0 0,1 0 0,-1 0 0,1-1 0,0 1 0,0-1 0,0 0-1,0 1 1,1-1 0,0-1 0,-1 1 0,1 0 0,0-1 0,0 0 0,0 0-1,0 0 1,1 0 0,5 1 0,-1-1-50,1 0-1,-1-1 1,1 0 0,-1-1 0,1 0-1,0 0 1,-1-1 0,1 0-1,-1-1 1,1 0 0,-1 0-1,0-1 1,0 0 0,0-1-1,11-6 1,8-7-613,0-1 0,-2-1 0,29-26 0,4-3-1524,20-6-1447,-5 16-2044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6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1 4578,'0'0'6950,"-9"0"-6243,-39 4 3914,49-4-4384,400 0-2974,-403 0 2739,1 1-1,-1-1 1,1 1-1,-1 0 1,1-1 0,-1 1-1,1 0 1,-1 0-1,1 0 1,0 0 0,-1 0-1,1 1 1,0-1-1,0 0 1,0 1 0,0-1-1,0 0 1,0 1-1,0-1 1,1 1-1,-1-1 1,0 4 0,-3 3 6,1 1 0,1-1 0,-3 14 0,-2 50 178,3 0 0,5 72-1,0-45 155,-1 413 2082,0-511-2345,1-7-229,3-118-4753,-4 113 4133,0-47-4193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6.7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222 10 4194,'0'0'6926,"-5"-6"-6174,-1 5-592,1 0-1,-1 0 1,1 1 0,0-1-1,-1 1 1,-8 2 0,-2-2 59,11 1-168,1 0 0,-1-1-1,1 1 1,-1 1 0,1-1 0,0 1 0,-1-1 0,1 1 0,0 1 0,0-1 0,1 0 0,-1 1 0,0 0-1,1 0 1,-1 0 0,1 0 0,0 1 0,0-1 0,-4 7 0,-1 2 81,1 1-1,0-1 1,1 1 0,0 0 0,-5 17 0,4-4 59,1 0 0,1 0 1,-2 42-1,6 83 763,1-91-542,0-29-91,2 0-1,1 1 1,11 49-1,-10-65-176,1 0-1,1 0 1,0-1 0,1 1-1,0-2 1,2 1-1,-1-1 1,18 21 0,-22-31-104,0 1 1,1-1-1,0 0 1,-1 0 0,1 0-1,1 0 1,-1-1-1,0 0 1,1 0 0,7 2-1,-4-2 1,1 0 0,-1-1-1,1-1 1,-1 0 0,19 0 0,-24-1-28,0 0 0,1-1 0,-1 1 0,0-1 0,0 0 0,-1 0 0,1-1 0,0 1 0,0-1 0,0 0 0,-1 0 0,1 0 0,3-3 0,-1 0-22,-1 0 0,1 0 1,-1-1-1,-1 0 0,1 0 0,7-12 1,-4 2-193,0-1 0,-1-1 1,-1 1-1,0-1 0,4-24 1,-6 16-454,0 0 1,-1 0 0,-2-1 0,-1 1 0,-5-44-1,4 65 633,0 0 0,0 0 0,-1 0 0,0 0 0,0 0-1,0 0 1,-1 0 0,0 1 0,0-1 0,0 1 0,0 0 0,-1 0-1,1 0 1,-1 0 0,0 1 0,0-1 0,-1 1 0,1 0-1,-1 0 1,1 1 0,-1-1 0,0 1 0,-9-3 0,2 2 206,0 0 0,0 1 0,0 0 0,0 0 0,0 2-1,0-1 1,0 2 0,-1-1 0,-17 5 0,24-4-119,0 1 0,0 1 0,1-1 0,-1 1 0,1 0 0,-1 0 0,1 1 0,0 0 0,0 0 0,0 0 0,1 0 0,-1 1 0,1-1 0,-4 7-1,2-3 20,-2 0 0,1-1 0,-17 13 0,24-20-107,0 1 1,0-1-1,-1 0 1,1 0-1,0 0 1,0 0-1,0 1 0,0-1 1,0 0-1,-1 0 1,1 0-1,0 0 1,0 0-1,0 0 0,0 0 1,-1 0-1,1 0 1,0 0-1,0 1 1,0-1-1,0 0 1,-1 0-1,1 0 0,0 0 1,0 0-1,0 0 1,-1 0-1,1 0 1,0-1-1,0 1 0,0 0 1,-1 0-1,1 0 1,0 0-1,0 0 1,0 0-1,0 0 1,-1 0-1,1 0 0,0-1 1,0 1-1,0 0 1,0 0-1,0 0 1,-1 0-1,1-1 0,-1-12-2147,1 11 2012,3-37-3813,12-14-3618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7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176 1 6787,'0'0'5600,"-8"4"-4805,-7 5-327,1 0 0,1 1-1,0 1 1,-16 16 0,20-18-293,2 0 0,-1 0 1,1 1-1,1 0 0,0 0 1,0 0-1,1 1 0,-6 14 0,5 4 54,1-1-1,1 1 1,1 0-1,2 0 1,3 35-1,-2-15 114,0-26-150,1-1 0,2 0-1,0 0 1,1 0 0,1 0 0,1 0-1,1-1 1,1 0 0,0 0 0,2-1-1,0 0 1,2-1 0,0 0 0,18 20-1,-24-33-164,0 1 0,0-2 0,1 1 0,0-1 0,1 0 0,-1 0 0,1-1 0,0 0 0,0-1 0,0 1 0,0-2 0,0 1 0,1-1 0,-1 0 0,1-1 0,0 0 0,0 0 0,14-1-1,-17 0-24,-1-1-1,1 1 0,-1-1 1,0 0-1,1-1 0,-1 1 0,0-1 1,0 0-1,0 0 0,0 0 0,0-1 1,5-4-1,-3 2-8,0-1 0,0-1 1,0 1-1,-1-1 0,0 0 0,8-14 0,-2 2-144,-2-2 0,0 0-1,-1 0 1,-1 0 0,6-27-1,-6 2-773,-1 1-1,-2-1 0,-2-81 0,-2 116 868,-2 0 0,1 0 1,-2 0-1,1 0 0,-1 0 0,-1 0 0,0 1 0,-1 0 0,0-1 0,0 1 0,-1 0 0,0 1 0,-1-1 0,0 1 0,0 0 0,-1 1 0,-9-9 0,4 6 142,0 1 0,0 0 0,-1 1 0,0 1 0,-1 0 0,1 1 0,-2 0 0,1 1 0,-1 1 0,0 0 0,0 1 0,0 0 0,0 2 0,-1 0 0,0 0 0,-21 2 0,-24 0-108,22 0-2852,34 0-40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7.6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39 6771,'0'0'7854,"24"1"-7328,-7 0-427,158 5 682,157-6 612,-332 0-1461,1 0 0,-1-1 0,1 1 0,-1 0 0,1 0 0,-1-1 0,0 1 0,1 0 0,-1 0 0,0-1 0,1 1 0,-1 0 0,0-1 1,1 1-1,-1-1 0,0 1 0,0 0 0,1-1 0,-1 1 0,0-1 0,0 1 0,0-1 0,1 1 0,-1 0 0,0-1 0,0 1 0,0-1 0,0 1 0,0-1 0,0 1 0,0-1 0,0 1 0,0-1 0,0 1 0,-1-1 0,1 1 0,0 0 0,0-2 1,-1-11-2894,-3-5-1473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8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3362,'0'0'6050,"0"11"-4868,10 190 2499,1-20-1082,-11-168-2421,1 31 591,12 84 0,-13-127-775,0 1 0,0-1 1,1 0-1,-1 0 0,0 0 0,0 0 0,1 0 1,-1 1-1,1-1 0,-1 0 0,1 0 0,-1 0 1,1 0-1,0 0 0,0 0 0,-1 0 1,1-1-1,0 1 0,0 0 0,0 0 0,0-1 1,0 1-1,0 0 0,0-1 0,0 1 1,2 0-1,-2-1-31,-1 0 0,1 0 1,-1 0-1,1 0 0,-1-1 1,1 1-1,0 0 0,-1 0 1,1-1-1,-1 1 0,1 0 0,-1 0 1,1-1-1,-1 1 0,0 0 1,1-1-1,-1 1 0,1-1 1,-1 1-1,0-1 0,1 0 1,7-21-1314,-4-35-1652,-3-8-4286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8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10053,'0'0'6197,"2"19"-5458,0 1-483,3 17 475,-1 51 0,-5 18 517,2 132 738,-1-235-1978,0 0 0,0 0 1,0 0-1,1 0 0,-1-1 0,1 1 1,-1 0-1,1 0 0,0-1 1,0 1-1,0 0 0,0-1 0,1 1 1,-1-1-1,1 1 0,-1-1 1,1 0-1,0 1 0,0-1 0,0 0 1,0 0-1,0-1 0,1 1 1,-1 0-1,0-1 0,1 1 0,-1-1 1,1 0-1,0 0 0,-1 0 1,1 0-1,0 0 0,0-1 0,0 1 1,-1-1-1,1 0 0,5 0 1,4 2-89,0-1 0,0-1 0,0 0 1,-1-1-1,1 0 0,0-1 1,0 0-1,0-1 0,-1 0 0,0-1 1,1 0-1,-1-1 0,-1 0 1,1 0-1,9-8 0,6-6-538,-13 9 85,0 1 0,24-13 0,-33 20 493,1 0-1,-1 1 0,0-1 0,0 1 1,1 0-1,-1 0 0,1 0 0,-1 1 1,1-1-1,-1 1 0,1 0 1,-1 1-1,1-1 0,5 2 0,-7-1 79,-1 1-1,1 0 0,-1 0 1,1 0-1,-1 0 1,0 0-1,0 0 0,0 1 1,0-1-1,0 1 0,0-1 1,-1 1-1,1 0 0,-1-1 1,2 6-1,11 15 187,-1-7-227,-13-15-546,0-6-2063,-1-4 1292,0 0 0,-1 0 0,0 0 0,-5-14 0,-6-19-3984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8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7491,'0'0'7318,"0"10"-5970,10 768 4052,-10-758-5325,0 0 10,1 0 1,1 0-1,7 34 0,-7-49-168,0-8-1,-2-10-192,5-175-7010,-1 125 2086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9.2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 8116,'0'0'9361,"0"3"-8822,-1 4-343,0 0 0,-1-1-1,1 1 1,-1 0 0,-1-1-1,1 1 1,-6 7 0,-7 21 178,9-15-169,1-1 1,1 1 0,1 0 0,-2 28-1,5 85 564,2-62-400,-2-43-189,2 0 1,1 0-1,1-1 0,2 1 1,1-1-1,13 35 0,-14-44-110,2 0 0,1-1 0,0 0 0,1-1 1,0 0-1,2-1 0,0 0 0,0 0 0,1-1 0,18 13 0,-24-21-66,1-1-1,0-1 1,0 1-1,1-1 1,-1-1-1,1 0 1,-1 0 0,1-1-1,0 0 1,12 2-1,-16-4-8,1 1-1,0-1 1,-1 0-1,1 0 1,0 0 0,0-1-1,-1 0 1,1 0-1,-1 0 1,1-1-1,-1 0 1,1 0 0,-1 0-1,0-1 1,0 0-1,0 0 1,7-6-1,-3 0-78,-1-1 0,-1 1 0,0-2 0,0 1 0,-1-1 0,-1 0 0,9-22 0,-4 6-345,-2-2-1,7-36 0,-9 20-197,-2 1-1,-2-1 1,-6-79-1,2 108 577,0 1-1,-2-1 1,0 1-1,-1 0 1,0 0-1,-1 1 1,-1-1-1,0 1 1,-1 1 0,-1-1-1,-16-19 1,13 18 114,-1 2 1,0 0 0,-1 0-1,0 1 1,-1 1-1,0 0 1,-1 1-1,0 1 1,-28-12 0,33 17-121,1 2 1,-1-1-1,0 1 1,0 1 0,0 0-1,-19 1 1,29 0 7,0 0 0,1 0 0,-1 1 0,1-1 0,-1 0 0,1 0 0,-1 1 0,1-1 0,0 0 0,-1 1 0,1-1 1,-1 1-1,1-1 0,0 0 0,-1 1 0,1-1 0,0 1 0,-1-1 0,1 1 0,0-1 0,0 1 0,0-1 0,-1 1 0,1-1 0,0 1 0,0-1 0,0 1 1,0 0-1,0-1 0,0 2 0,-1 19-1309,1-17 823,0 19-2447,0 1-1903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19.7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8852,'0'0'8452,"156"24"-8036,-117-21 32,-9 1-368,0-4 96,-8 0-176,-5 0 32,-4 0-112,-4 0-400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0.0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1 0 880</inkml:trace>
  <inkml:trace contextRef="#ctx0" brushRef="#br0" timeOffset="1">1 0 880,'30'234'8628,"-30"-230"-6867,9-4-272,25 4 272,5 0-593,9 4-496,4-4-223,-9 0-49,-4-1-400,-4 1 0,-13 0-16,-5 4-961,-12 0-1248,-5 0-3361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5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0 155 4130,'0'0'6782,"0"-5"-6275,0-43 1389,0 35-121,0 43-1602,16 370 941,-2-92 411,-14-267-1251,0-20 102,0-1-1,1 0 1,7 34-1,-8-54-368,4 9 241,-4-9-243,0 0 0,0 0 1,0 1-1,0-1 0,0 0 1,0 0-1,1 0 1,-1 0-1,0 1 0,0-1 1,0 0-1,0 0 0,1 0 1,-1 0-1,0 0 1,0 1-1,0-1 0,1 0 1,-1 0-1,0 0 0,0 0 1,0 0-1,1 0 1,-1 0-1,0 0 0,0 0 1,1 0-1,-1 0 0,0 0 1,0 0-1,0 0 1,1 0-1,-1 0 0,0 0 1,0 0-1,0 0 0,1-1 1,-1 1-1,0 0 1,0 0-1,0 0 0,1 0 1,-1 0-1,0 0 0,0-1 1,0 1-1,1-8-269,-1-77-1846,-12-91 0,-23-173-1927,32 289 3509,6-76 0,-1 127 587,0-1 0,0 0 0,1 0 1,1 1-1,-1 0 0,1-1 0,1 1 1,0 1-1,0-1 0,1 1 0,0 0 1,0 0-1,1 1 0,0-1 0,0 2 1,1-1-1,0 1 0,11-7 0,-12 10 80,0 0 0,0 1-1,1 0 1,-1 0 0,1 1 0,-1 0-1,11 0 1,58 3 657,-61-1-658,-7 0-26,1 1 0,-1-1 0,0 1-1,0 1 1,0-1 0,0 1 0,-1 1 0,1-1 0,-1 2 0,0-1 0,0 1 0,0 0-1,-1 0 1,1 0 0,-1 1 0,-1 0 0,1 0 0,5 9 0,-4-4 21,0 0 1,0 0 0,-1 1-1,-1-1 1,0 1 0,0 0-1,-1 1 1,-1-1 0,0 1-1,-1 0 1,1 16 0,-2-2 178,1 3 104,-1 0 0,-2 0 0,-7 54 1,0-58-275,0 0 0,-2-1 0,-1-1 0,-1 0 0,-1 0 0,-1-1 0,-26 33 0,27-40-136,-1 0 0,0-1 0,-1-1-1,-1-1 1,-22 16 0,29-23-22,-1 0 0,0-1 0,0 0 0,0-1 0,0 0 0,-1 0 0,0-2 0,0 1 0,0-1 0,0-1 0,-15 1 0,22-2-61,0 0 0,0 0 0,0 0 1,0-1-1,0 0 0,0 1 0,0-1 0,0-1 1,1 1-1,-1 0 0,0-1 0,1 0 0,-7-4 1,8 4-49,-1-1 1,1 1-1,0-1 1,0 0 0,0 0-1,0 0 1,0 0-1,1 0 1,-1 0 0,1 0-1,0 0 1,0-1-1,0 1 1,0 0 0,0-6-1,0-10-944,0 0 0,2-27 0,-1 44 1048,0 1-1,0-1 0,1 1 1,-1-1-1,1 1 0,-1-1 0,1 1 1,-1 0-1,1-1 0,0 1 0,0 0 1,-1-1-1,1 1 0,0 0 0,0 0 1,0 0-1,0 0 0,1 0 1,-1 0-1,2-1 0,1 0 28,-1 0 0,1 1-1,-1-1 1,1 1 0,0 0 0,-1 0 0,1 0-1,5 0 1,1 1 86,-1 0-1,0 0 1,1 0-1,-1 1 1,0 1 0,1 0-1,8 3 1,-4 1 131,-1 0 1,0 1 0,0 1 0,-1 0 0,0 1-1,17 15 1,62 69 1366,-63-60-870,-2 1-1,0 1 1,-3 1 0,22 45 0,-41-71-528,-2-7-136,-1 0 0,0 0-1,1 0 1,-1 0 0,1-1 0,0 1-1,0-1 1,0 1 0,0-1 0,3 2-1,-4-3-81,-4-7-890,1-1 297,-1 1 0,2 0-1,-3-14 1,0 2-457,-4-28-2408,7-1-1220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5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240 0 4498,'0'0'9826,"-3"0"-9044,-7 1-611,0 0 0,0 0 1,0 0-1,0 1 0,0 1 1,0 0-1,1 0 1,-1 1-1,1 0 0,0 0 1,0 1-1,1 1 0,-1-1 1,1 1-1,0 1 1,-11 12-1,13-14-146,0 0 0,0 1 1,1-1-1,0 2 0,0-1 0,1 0 0,0 1 0,0 0 1,0 0-1,1 0 0,0 0 0,0 1 0,1-1 1,0 1-1,0-1 0,1 1 0,-1 8 0,2-13-26,-1 16-3,1 0 1,2 20-1,-1-33-9,0 0 1,0 1-1,1-1 0,0 0 1,0 0-1,1 0 0,-1 0 0,1-1 1,1 1-1,3 5 0,10 9-180,2-1-1,0-1 0,29 22 0,-29-25 160,-1 1-1,0 0 1,-1 1 0,18 24-1,-32-37 30,-1 0-1,0 1 0,0-1 0,0 1 0,0-1 1,-1 1-1,0-1 0,0 1 0,1 6 1,-2-9-7,1 0 1,-1 0-1,0 0 1,0 0-1,0 0 1,-1 0-1,1 0 1,0 0-1,-1 0 1,1 0 0,-1 0-1,0 0 1,1 0-1,-1-1 1,0 1-1,0 0 1,0-1-1,0 1 1,-1 0-1,1-1 1,0 1-1,-1-1 1,1 0 0,-4 3-1,-2-1-59,-1 0 0,1 0 0,-1-1 0,0 1-1,0-2 1,0 1 0,-9 0 0,-64 0-1771,57-3 705,-13-1-1286,34 1 1990,0 0-1,0 0 0,0-1 0,1 1 0,-1-1 0,0 1 0,-2-3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6.3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9540,'0'0'8655,"19"0"-8103,260 0 481,-131 0-871,-82 0-2651,-69-13-2996,-12-2 448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6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2945,'0'0'9397,"26"215"-7428,-9-106-81,-4 4-415,0-11-176,0-20-577,0-24-336,5-23-304,-10-19-80,5-16-48,-8 0-1344,-1-12-593,-4-35-1057,0-3-4193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7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49 199 0,'0'0'13745,"0"4"-13011,17 698 5575,-16-688-6221,-1-3 49,1 1 0,1-1 0,-1 0 1,6 18-1,-6-27 60,-1-6-317,1-45-763,1 22 251,-2-1 0,-1 1-1,-1 0 1,-11-52 0,3 40 224,1-1 0,3 1 0,-3-53 0,7-121-494,4 108 562,-1 96 371,0 0-1,1 1 0,0-1 1,1 0-1,0 1 1,1 0-1,-1 0 0,1 0 1,6-8-1,9-20-40,-16 28-14,1 0-1,0 1 1,0 0 0,1-1 0,0 1-1,9-9 1,-10 12 20,-1 1 1,1 0-1,0 0 1,0 0-1,1 1 1,-1-1-1,0 1 1,1 0-1,0 1 0,-1-1 1,1 1-1,9-2 1,-5 1 16,-3 1 13,1 0 0,0 0-1,-1 1 1,10 0 0,-14 1-11,0-1 0,1 0-1,-1 1 1,0 0 0,0-1 0,0 1 0,0 0 0,0 0 0,0 0 0,0 1 0,0-1 0,0 0 0,-1 1 0,1-1 0,0 1 0,-1-1 0,2 3 0,12 18 235,-2 1 1,0 0 0,-1 0 0,-2 2 0,0-1-1,11 49 1,-14-34-27,-1-1 0,-3 1 0,-1 65 0,-2-90-162,-1-6-50,0-1-1,0 1 1,0 0 0,-1-1 0,-1 1-1,1-1 1,-1 1 0,0-1 0,-1 0-1,0 0 1,0-1 0,0 1 0,-1-1-1,0 0 1,0 0 0,-1-1 0,-11 10-1,7-7-14,0-1 0,0 0 0,-1 0 0,1-1 0,-1-1 0,-1 0 1,1 0-1,-1-1 0,0 0 0,-20 3 0,5-5-161,-38-2 0,28-1-335,35 2 435,0-1 0,1 0 0,-1 0 0,0 0 1,0 0-1,1-1 0,-1 1 0,0 0 0,0-1 1,1 1-1,-1-1 0,0 0 0,1 0 1,-1 1-1,1-1 0,-1 0 0,1 0 0,-1 0 1,1-1-1,0 1 0,-2-2 0,1 0-48,1 1 0,0-1-1,0 0 1,0 0 0,0 0 0,1 0-1,-1 0 1,1 0 0,0 0 0,0 0-1,0-4 1,0 7 107,0-1-1,1 1 1,-1-1 0,0 1-1,0-1 1,0 1 0,1-1-1,-1 1 1,0-1 0,0 1-1,1 0 1,-1-1-1,0 1 1,1-1 0,-1 1-1,0 0 1,1-1 0,-1 1-1,1 0 1,-1 0 0,1-1-1,-1 1 1,1 0 0,-1 0-1,1 0 1,-1-1 0,1 1-1,-1 0 1,1 0 0,-1 0-1,1 0 1,-1 0 0,2 0-1,22 1 92,-17 0-75,0-1 17,-1 1 1,1 1 0,-1-1 0,0 1 0,1 0-1,-1 0 1,0 1 0,0 0 0,0 0 0,7 5-1,5 6 184,28 26-1,-28-24-30,32 32 1012,-2 2-1,-3 2 1,72 108-1,-105-147-979,7 13 177,-19-24-531,1-5-235,-1 1 0,1 0 0,-1-1 0,0 1 0,0 0 0,0-1 0,0 1 0,0 0 0,-1-3 0,0-4-859,1-15-3391,-4 1-4983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28.8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27 115 1889,'0'0'3799,"0"-11"-3335,0-37-2,0 46-410,0 0-1,0 0 1,0 0 0,0 0 0,-1 0 0,1 0 0,0 0 0,-1 1 0,1-1 0,-1 0-1,1 0 1,-1 0 0,0 1 0,0-1 0,0 0 0,0 1 0,0-1 0,-2-1-1,3 3-7,-1-1 0,1 1 0,-1-1 0,1 0-1,-1 1 1,1-1 0,-1 1 0,1-1 0,0 0-1,-1 0 1,1 1 0,0-1 0,0 0 0,0 0-1,-1 1 1,1-1 0,0-1 0,-2-5 2565,0 18-147,1 116-722,3 159 1424,8-189-2518,-13-107-814,0 2 5,1 0 1,0 0 0,0 0-1,1-1 1,-2-15 0,3-275-3365,1 294 3502,-1 0 0,1 0 0,0 0 0,0 1 0,1-1 1,-1 0-1,1 0 0,0 1 0,0-1 0,4-5 0,10-26-205,-15 34 247,-1 1 0,1-1 1,-1 1-1,1-1 0,0 1 1,-1-1-1,1 1 0,0 0 1,0-1-1,0 1 1,0 0-1,0 0 0,1 0 1,-1 0-1,0 0 0,0 0 1,1 0-1,-1 0 0,1 0 1,1 0-1,-2 1 19,0-1 1,0 1-1,0 0 1,1 0-1,-1 0 1,0 1-1,0-1 1,0 0-1,0 0 0,0 1 1,0-1-1,0 0 1,0 1-1,0-1 1,0 1-1,0 0 1,0-1-1,0 1 0,0 0 1,0-1-1,0 1 1,0 0-1,-1 0 1,1 0-1,0 0 1,-1 0-1,1 0 0,0 0 1,-1 0-1,1 0 1,-1 0-1,0 0 1,1 1-1,20 53 1326,-3 1 0,18 94 0,-13-51-267,-9-46-551,16 73 854,-31-134-1467,-7-92-1132,-16 4 39,16 70 709,1-1 0,1-1-1,1 1 1,-1-37 0,6 50 325,0 2 62,0-1 1,1 1-1,3-19 1,-3 27 64,0 0 0,1 0 1,-1 0-1,1 0 0,0 0 1,0 0-1,1 0 0,-1 1 0,1-1 1,-1 1-1,1-1 0,0 1 1,5-4-1,0 0 40,1 0 0,-1 0 0,1 1-1,1 0 1,-1 0 0,1 1 0,0 1 0,0-1 0,1 2 0,-1-1-1,1 1 1,0 1 0,0 0 0,0 1 0,19-1 0,-22 2-14,-1 0 34,0 0 0,0 0 0,0 1 1,0 0-1,8 2 0,-12-2-38,0 0 0,0 1 0,0-1 0,0 1 0,-1 0 0,1-1 0,0 1 0,-1 0 1,0 1-1,1-1 0,-1 0 0,0 1 0,0 0 0,2 3 0,5 10 117,-1-1 0,0 2 0,-1-1 0,-1 1 0,0 0 0,-2 1 1,0-1-1,3 26 0,-2 20 517,-3 65 1,-2-90-361,0-30-259,0 20 83,0-27-129,0 0 0,0-1 0,0 1 0,0 0 0,0-1 0,0 1 0,0-1 0,0 1 0,0 0 0,0-1 0,-1 1 0,1-1 0,0 1 0,0 0 0,-1-1 0,1 1 0,0-1 0,-1 1 0,1-1 0,-1 1 0,1-1 0,0 1 0,-1-1 0,1 0 0,-1 1 0,0-1 0,1 0 0,-1 1 0,1-1 0,-1 0 0,0 1 0,-2-1-97,1 0-101,0 0 1,1 0 0,-1 0-1,0 0 1,0 0 0,0 0-1,0-1 1,0 1 0,1 0-1,-1-1 1,0 0 0,0 1-1,1-1 1,-1 0 0,0 0-1,1 0 1,-1 0-1,1 0 1,-1 0 0,1-1-1,-2-1 1,-15-25-3976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30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4386,'0'0'6526,"3"5"-5470,-1-2-943,0-1 0,0 1 0,0-1-1,0 0 1,0 0 0,1 0 0,-1 0-1,1 0 1,-1-1 0,1 1 0,0-1 0,-1 0-1,1 0 1,0 0 0,0 0 0,0 0 0,4 0-1,28 8 259,0-2-1,1-2 0,49 2 0,179 8-285,-185-11-90,-62-5 137,1 2 0,0 0 0,-1 1-1,28 6 1,-32-3-2034,-21-5-1193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33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92 1473,'0'0'6197,"3"-7"-4967,0 2-743,0-1 0,-1 1 0,0-1 0,0 0 0,0 0-1,-1 0 1,0 0 0,0 0 0,0-9 0,-1 0 527,0 13-247,0 13-937,0 41 156,-16 500 2483,15-549-2539,-1 16 537,2-20-491,0 1 0,0 0 0,0 0 0,0 0 0,0 0 0,0-1 0,0 1 0,0 0 1,0 0-1,0 0 0,-1 0 0,1 0 0,0 0 0,0-1 0,0 1 0,0 0 0,0 0 0,-1 0 0,1 0 0,0 0 0,0 0 0,0 0 0,0 0 0,-1 0 0,1 0 0,0 0 0,0 0 0,0 0 0,0 0 0,-1 0 0,1 0 0,0 0 0,0 0 0,0 0 0,-1 0 0,1 0 1,0 0-1,0 0 0,0 0 0,0 0 0,-1 0 0,1 0 0,0 0 0,0 0 0,0 1 0,0-1 0,0 0 0,0 0 0,-1 0 0,1 0 0,0 0 0,0 1 0,0-1 0,0 0 0,0 0 0,0 0 0,0 0 0,0 0 0,0 1 0,-7-15-878,1 0-1,0-1 0,1 0 0,1 1 1,0-2-1,1 1 0,-1-24 1,3-118-3197,2 81 3155,-1-41 4396,1 115-3316,-1 0 0,1 0 0,0 0-1,-1 0 1,1 0 0,0 1 0,0-1-1,0 0 1,1 0 0,-1 1-1,0-1 1,1 1 0,-1-1 0,1 1-1,-1-1 1,4-1 0,30-20 288,-26 19-344,0-1 0,0 1 0,1 1 0,-1 0 0,1 0 0,0 1 1,0 0-1,13 0 0,11-1-102,105-5 1434,-135 8-1329,-1 1 1,1 0-1,-1 0 0,0 0 1,1 0-1,-1 0 1,0 1-1,1 0 1,-1-1-1,3 4 1,28 21 470,-31-22-480,0-1 1,0 1-1,0 0 0,0 0 0,-1 1 1,1-1-1,-1 1 0,0-1 0,-1 1 1,1-1-1,-1 1 0,0 0 0,1 6 0,0 9 568,0 37 0,-2-52-566,0 92 751,0-93-820,-1 0 1,0-1 0,0 1-1,0-1 1,-1 1-1,1-1 1,-1 0 0,1 1-1,-1-1 1,0 0 0,-1 0-1,1 0 1,0-1-1,-1 1 1,1 0 0,-1-1-1,0 0 1,0 1-1,0-1 1,0 0 0,-4 1-1,-8 5-10,0 0 0,0-2 0,-23 8-1,21-9 4,-1-2 0,0 1-1,-33 0 1,-53-4-527,61-1-529,61 1 1130,-11-1-48,0 1 0,0 0 1,0 0-1,0 0 0,0 1 0,0 0 0,0 0 0,-1 1 0,1 0 0,0 0 0,-1 1 0,11 5 0,-4 3 58,0 1 0,0 0 0,-1 1 1,13 19-1,16 17 392,15 13 231,-55-58-662,-1-3-50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34.8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67 3314,'0'0'8371,"0"0"-8268,1 0-1,0 0 1,-1 0-1,1-1 1,0 1-1,-1 0 1,1 0-1,0 1 1,-1-1-1,1 0 1,0 0-1,-1 0 1,1 0-1,0 1 1,-1-1-1,1 0 1,-1 0-1,1 1 1,0-1-1,-1 1 1,1-1-1,-1 0 0,1 1 1,-1-1-1,1 1 1,-1-1-1,0 1 1,1 0-1,3 214 2444,-4-215-2514,0-23-998,0-171-635,1 191 1583,-1 1 1,1-1-1,0 1 0,-1-1 1,1 1-1,0 0 0,0-1 0,1 1 1,-1 0-1,0 0 0,1 0 1,-1 0-1,1 0 0,0 0 1,3-3-1,-2 3 41,0-1 1,0 1-1,-1 0 0,2 0 0,-1 0 1,0 0-1,0 1 0,1-1 1,-1 1-1,5-1 0,11-1-151,2-1 179,40 0 0,95 4 984,-155 0-1009,0 0 1,0 1 0,0-1-1,-1 1 1,1-1 0,0 1-1,0 0 1,0-1 0,0 1-1,-1 0 1,1 0 0,0-1-1,-1 1 1,1 0 0,0 0-1,-1 0 1,1 0 0,-1 0-1,1 1 1,13 29 220,-6-11-109,-4-13-108,-1 0 1,0 1-1,-1-1 0,1 1 1,-2-1-1,1 1 1,1 14-1,-4 59-53,-1-33 184,-2-25-52,4-23-39,0-9-3493,0-9-592,0-2-2201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35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 3314,'0'0'6338,"14"-1"-5017,-8-5-801,-6 6-416,1-1 1,-1 1 0,0 0 0,1 0 0,-1-1-1,1 1 1,-1 0 0,0-1 0,1 1-1,-1 0 1,0-1 0,0 1 0,1-1-1,-1 1 1,0-1 0,0 1 0,0 0-1,1-1 1,-1 1 0,0-1 0,0 1-1,0-1 1,0 1 0,0-1 0,0 1-1,0-2 908,0 2-994,1-1-1,0 1 0,-1 0 1,1 0-1,-1 0 0,1 0 1,-1 0-1,1 0 0,0 0 1,-1 0-1,1 0 0,-1 0 1,1 0-1,0 0 0,-1 0 1,1 0-1,-1 0 0,1 1 1,-1-1-1,1 0 0,-1 1 1,1-1-1,-1 0 0,1 1 1,-1-1-1,1 0 1,-1 1-1,1-1 0,0 1 1,2 12 207,0 0 0,0 0 0,-1 1 0,0-1 0,-2 0 0,0 19 0,1 1 176,3 146-1116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38.3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 6995,'0'0'6267,"2"-21"-2972,-1 20-3273,0 0 1,1 0-1,-1 0 1,1 0-1,-1 0 1,1 0-1,0 0 1,-1 0-1,1 1 1,0-1-1,0 1 1,-1-1-1,1 1 1,0-1-1,0 1 1,2 0-1,38 1 126,-23-1 0,216 0-2267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6:38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 3810,'0'0'8099,"282"-58"-7122,-208 58-81,-9 0-608,-4 0-176,-14 0-112,-21 0 0,-8 0-816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41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1 813 5282,'0'0'5075,"0"-3"-4454,-1 2-599,1 1-1,0-1 1,0 0-1,0 0 1,0 0-1,1 1 1,-1-1-1,0 0 1,0 0-1,0 1 1,1-1-1,-1 0 1,0 0-1,1 1 1,-1-1-1,0 0 1,1 1-1,-1-1 1,2-1-1,-1 2 29,1-1 0,-1 0 0,1 1-1,-1-1 1,1 1 0,-1 0 0,1-1 0,-1 1 0,1 0 0,0 0-1,-1 0 1,3 0 0,340-1 1964,379 3-1837,-567 5-170,31 1 79,-90-8 3022,-96 0-3104,-1 0 0,1 0 1,-1 0-1,1 0 0,0-1 0,-1 1 1,1 0-1,-1 0 0,1 0 0,-1 0 1,1-1-1,-1 1 0,1 0 0,-1-1 1,0 1-1,1 0 0,-1-1 0,1 1 1,-1 0-1,0-1 0,1 1 0,-1-1 0,0 1 1,1-1-1,-1 1 0,0 0 0,0-1 1,1 0-1,-1 1 0,0-1 0,0 1 1,0-1-1,0 0 0,31-195-207,-15 126-473,3 0 1,53-126-1,-68 188 591,-1 0-1,1 1 1,0-1 0,1 1 0,0 0 0,0 0 0,1 0 0,-1 1 0,2 0-1,7-7 1,-14 13 88,1-1 0,-1 1 0,1-1 0,-1 1-1,1-1 1,0 1 0,-1 0 0,1-1 0,-1 1-1,1 0 1,0-1 0,-1 1 0,1 0 0,0 0 0,0 0-1,-1 0 1,1 0 0,0 0 0,-1 0 0,1 0-1,0 0 1,0 0 0,-1 0 0,1 0 0,0 0-1,-1 1 1,1-1 0,0 0 0,-1 0 0,1 1 0,-1-1-1,1 0 1,0 1 0,-1-1 0,1 1 0,-1-1-1,1 1 1,-1-1 0,1 1 0,-1-1 0,1 1 0,-1 0-1,0-1 1,1 1 0,-1-1 0,0 1 0,1 1-1,0 3 56,1 0-1,-1 0 1,0 0-1,-1 0 0,1 5 1,-1-5 7,81 430 1258,-61-343-1158,3 19 335,62 175 1,-79-268-464,-2-6 11,1 0 0,0 1 0,1-2 0,0 1 0,1-1 0,10 14 0,-17-24-32,1 0 0,0 0 0,-1-1 0,1 1 0,0 0 0,-1 0 0,1 0-1,0-1 1,0 1 0,0 0 0,0-1 0,0 1 0,0-1 0,0 1 0,-1-1 0,2 0 0,-1 1-1,0-1 1,0 0 0,0 1 0,0-1 0,0 0 0,0 0 0,0 0 0,0 0 0,0 0 0,0 0 0,0-1-1,0 1 1,0 0 0,0 0 0,0-1 0,0 1 0,0-1 0,0 1 0,0-1 0,0 1 0,0-1-1,0 1 1,0-1 0,0 0 0,-1 0 0,1 1 0,0-1 0,0-1 0,3-4 13,0 0 0,-1-1 1,0 1-1,0-1 0,3-9 1,-5 12-12,93-298-1611,-72 214 18,17-136-1,-17-193-843,-22 417 2467,0-1 1,1 1-1,-1-1 1,1 1 0,-1 0-1,1-1 1,-1 1-1,1 0 1,-1-1 0,1 1-1,-1 0 1,1-1-1,-1 1 1,1 0 0,-1 0-1,1 0 1,-1 0-1,1 0 1,0 0 0,-1 0-1,1 0 1,-1 0-1,1 0 1,-1 0-1,1 0 1,0 0 0,-1 0-1,1 0 1,-1 0-1,1 1 1,-1-1 0,1 0-1,-1 0 1,1 1-1,-1-1 1,1 0 0,-1 1-1,1-1 1,-1 1-1,1-1 1,-1 1 0,182 740 3470,-180-735-3493,23 96 230,-21-90-161,0 1 1,1-1 0,1 0-1,0 0 1,12 16 0,-17-26-73,1-1 1,0 0-1,-1 0 0,1 0 0,0 0 1,0 0-1,0 0 0,-1 0 1,1 0-1,0-1 0,0 1 1,0-1-1,0 0 0,0 1 1,1-1-1,-1 0 0,0 0 0,0 0 1,3-1-1,-2 1-2,1-1 1,-1 1-1,0-1 1,0 0-1,0 1 0,0-1 1,0-1-1,0 1 1,0 0-1,0-1 0,-1 0 1,4-1-1,6-11-76,0-1-1,-2 1 1,1-2-1,-2 1 0,0-1 1,12-30-1,29-112-599,-33 101 379,81-293-1760,-89 321 1898,35-132 84,-36 136 681,-8 24-610,0 1 0,0 0 0,0-1-1,0 1 1,1 0 0,-1 0-1,0-1 1,0 1 0,1 0-1,-1 0 1,0-1 0,0 1-1,1 0 1,-1 0 0,0 0-1,1-1 1,-1 1 0,0 0 0,1 0-1,-1 0 1,0 0 0,1 0-1,-1 0 1,0 0 0,1 0-1,-1 0 1,1 0-13,0 1 1,0-1-1,0 0 0,-1 1 1,1-1-1,0 1 0,0 0 1,-1-1-1,1 1 0,-1 0 1,1-1-1,0 1 0,-1 0 1,1 0-1,0 1 0,9 19 75,-1 0-1,-1 1 1,0 0-1,6 35 0,-11-45 13,18 83 439,15 152-1,-30-226-1108,0 5-240,16-26 574,1192 0 872,-881 8-590,-269-7-40,0 4 1,67 12-1,-66-8 47,0-4 0,80-3 0,-103-2 13,-41 0 554,9-1 3,-5-5-593,-1 0-1,-1-1 1,1 1 0,-1-1-1,0 0 1,-1 1 0,3-10-1,5-10-22,70-194-602,-43 113-285,70-145-1,-95 232 861,-7 12 43,-1 0-1,0-1 0,6-15 0,1 0 94,-10 22-108,1 0 0,-1-1 1,0 1-1,0-1 0,0 1 0,0-1 0,0 1 1,0-1-1,0-3 0,-1 6 49,1 0-40,0 0 1,0 0-1,0 0 0,0 0 1,0 1-1,0-1 0,0 0 1,-1 1-1,1-1 0,0 0 1,0 1-1,0-1 0,-1 1 1,1-1-1,0 1 0,-1 0 1,1-1-1,0 1 0,-1 0 1,1-1-1,-1 1 0,1 0 1,-1 0-1,1 0 0,-1-1 1,1 1-1,-1 0 0,0 0 1,0 0-1,1 0 0,-1 0 1,0 1-1,1 36-10,-1-21 60,15 236 25,17 198 69,-24-382-136,27 114 0,-35-182-7,1 0 1,-1 0-1,0 0 1,0 0-1,0 0 1,1 0 0,-1 0-1,1 0 1,-1 0-1,0-1 1,1 1-1,0 0 1,-1 0-1,1 0 1,-1-1-1,1 1 1,0 0 0,1 0-1,-2-1 7,1 0 0,-1 0 0,1 0 0,-1 0 0,1-1 0,-1 1 0,0 0 0,1 0 0,-1-1 0,1 1 0,-1 0 0,0-1 0,1 1 0,-1 0 0,0-1 0,1 1 0,-1-1 0,0 1 0,0-1 0,1 1 0,-1 0 0,0-1 0,0 1 0,0-1 0,0 0 0,12-41 747,-11 38-731,82-425-611,-31 197-379,-34 169 254,41-98 0,-45 131 609,32-50 1,-46 79 141,1 1 0,-1-1 0,0 1 0,0-1 0,1 1 1,-1 0-1,0-1 0,1 1 0,-1-1 0,1 1 0,-1 0 1,0-1-1,1 1 0,-1 0 0,1-1 0,-1 1 0,1 0 1,-1 0-1,1 0 0,0-1 0,6 8 298,-1 23-358,-5-21 193,15 64 104,37 233 91,-49-262-310,22 198 184,-16-178-134,32 108 0,-37-155-84,1-1 0,1 1 0,14 24 1,-19-37-27,1 0 0,-1 0 1,1 0-1,0 0 0,1 0 1,-1-1-1,1 0 1,-1 1-1,1-1 0,0-1 1,0 1-1,1-1 0,-1 1 1,0-1-1,1 0 1,-1-1-1,8 3 0,-4-2 7,-7-2-8,0 1-1,0-1 1,0 1 0,0-1 0,0 1-1,0-1 1,1 0 0,-1 1 0,0-1 0,0 0-1,1 0 1,-1 0 0,0 0 0,0 0-1,0 0 1,1-1 0,-1 1 0,0 0-1,0 0 1,0-1 0,0 1 0,1-1 0,-1 1-1,0-1 1,0 0 0,0 1 0,0-1-1,0 0 1,0 0 0,0 0 0,-1 1 0,2-2-1,3-12 5,0 1-1,-1-1 1,-1 0-1,2-19 0,4-15-44,32-98-778,88-207 0,-118 326 754,97-213-825,-105 234 877,1 1-1,0 0 1,0 0-1,0 0 1,1 0-1,4-3 0,-8 7 43,0 1-1,0-1 1,0 1-1,0 0 0,0-1 1,1 1-1,-1 0 0,0 0 1,0 0-1,0 0 0,0 0 1,0 0-1,0 0 0,0 0 1,0 0-1,0 1 1,0-1-1,0 0 0,0 1 1,0-1-1,0 1 0,0-1 1,0 1-1,0-1 0,0 1 1,0 0-1,0-1 1,-1 1-1,1 0 0,1 1 1,3 13-23,-1-1 0,-1 1 1,-1 0-1,0 0 0,0 25 1,1-1 36,7 129 116,2 19 328,-11-178-422,1 1-1,0-1 1,0 1 0,0-1 0,7 15 0,-9-24-61,1 1-1,-1-1 1,1 1-1,-1-1 1,1 1 0,0-1-1,-1 1 1,1-1-1,-1 1 1,1-1-1,0 1 1,-1-1-1,1 0 1,0 0 0,0 1-1,-1-1 1,1 0-1,0 0 1,0 0-1,-1 0 1,1 0 0,0 0-1,0 0 1,0 0-1,-1 0 1,1 0-1,0 0 1,0 0-1,0-1 1,1 1-25,0-1 1,0 1-1,-1-1 0,1 0 1,0 1-1,-1-1 0,1 0 1,0 0-1,-1 0 0,1 0 0,0-1 1,22-35-198,-20 30 139,0-1 0,1 1 0,0 0 0,9-10 0,-12 15 64,1 0 0,-1 0-1,1 0 1,-1 0 0,1 1-1,0-1 1,0 1-1,0-1 1,0 1 0,0 0-1,0 0 1,0 1 0,0-1-1,0 1 1,1-1-1,4 1 1,958 0 403,-667-12-442,235 1 63,-262-4-512,37-12 393,-88 10 217,-92 14 181,-50 2 345,-79 0-15,0-4 1114,-31-1-9489,10 3-1558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1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106 159 2977,'0'0'6726,"-2"-3"-5907,0-3-376,0 0-1,0 0 1,0 0 0,1 0-1,0-1 1,0 1-1,1 0 1,0-1 0,0-8-1,0-1-357,0 6-21,0 14-62,0 51-33,0 1152 2422,0-1545-5892,-1 313 2882,-3-1 0,0 1-1,-1 0 1,-1 1 0,-19-46-1,15 43 339,1 1 0,1-1 0,2-1-1,-6-44 1,10-262 772,3 172 349,0 159-815,-1 0-1,0 0 0,1-1 0,-1 1 1,1 0-1,0 0 0,0 0 0,0 0 1,1 0-1,-1 0 0,1 0 0,0 0 1,0 0-1,0 1 0,0-1 0,0 1 1,0 0-1,1-1 0,-1 1 0,1 0 1,-1 0-1,4-1 0,7-4 76,0 0 0,0 1-1,25-7 1,-14 5-14,-10 5-16,1 0-1,-1 1 1,1 0-1,-1 1 1,1 1-1,20 2 0,7-1 126,-37 0-183,0-1 0,0 1 0,-1 1 0,1-1 0,0 0 0,0 1 0,-1 0 0,1 0 0,-1 1 0,5 2 0,0 2 25,0-1 0,0 1 0,12 12 0,-12-7 118,-1-1 1,-1 1 0,1 0-1,-2 0 1,0 1-1,6 17 1,1 1 94,-4-10-130,-2 0-1,-1 0 0,0 0 1,-1 1-1,2 31 1,-3 111 231,-4-114-170,0-40-151,-1-1 0,0 1 0,0-1 0,-1 1 0,0-1 0,-1 0 0,-6 15 0,1-7 100,-1-1 0,-21 29-1,21-33-108,0 0-1,-1-1 0,0 0 0,-1 0 0,0-1 1,0-1-1,-1 0 0,-1 0 0,1-2 0,-1 1 1,-1-1-1,1-1 0,-1-1 0,0 0 0,0 0 1,-1-2-1,1 0 0,-1 0 0,0-1 0,-29-1 1,17 0-60,17 0-39,-1-1-1,0 0 0,0 0 0,-15-3 1,23 2 50,1 1 1,0-1 0,0 1 0,0-1-1,0 0 1,0 0 0,0 0 0,0 0-1,0 0 1,1 0 0,-1-1 0,0 1-1,1-1 1,-1 1 0,0-1-1,1 1 1,0-1 0,-1 0 0,1 0-1,0 0 1,0 0 0,0 0 0,0 0-1,1 0 1,-1 0 0,0 0 0,1-2-1,-1-4-78,0 1 0,1 0 0,0 0 0,1-9-1,-1 15 101,0 1-1,0-1 1,0 1-1,0-1 1,0 1-1,0-1 1,0 1-1,1-1 1,-1 1-1,0-1 1,0 1-1,1 0 0,-1-1 1,0 1-1,0-1 1,1 1-1,-1 0 1,0-1-1,1 1 1,-1 0-1,1-1 1,-1 1-1,0 0 0,1 0 1,-1-1-1,1 1 1,-1 0-1,1 0 1,-1 0-1,1 0 1,8-2 27,0 0 1,0 1 0,0 1 0,0 0 0,0 0 0,0 0-1,0 1 1,-1 1 0,1-1 0,0 1 0,0 1-1,-1 0 1,0 0 0,1 1 0,-1 0 0,12 8-1,11 8 294,-1 2-1,47 45 1,-55-46-135,393 408 2851,-412-425-3021,8 7-11,-2 0-77,1-1-1,-2 1 1,11 17-1,-17-23-729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1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693 4 5939,'0'0'6205,"4"0"-5452,15-1-270,5-2 3521,-35 16-3959,-49 56 120,-83 76-1,-81 52-50,113-102-63,86-74-48,-2 1 9,0 2 0,2 1 0,-43 54 0,65-75-17,1 0 1,0 0-1,0 0 1,0 1 0,0-1-1,1 0 1,0 1 0,0-1-1,0 1 1,0-1-1,1 1 1,0-1 0,0 1-1,0 0 1,0-1 0,1 1-1,-1-1 1,3 6 0,-1-2 6,1 0 0,0-1 0,1 1 0,0 0 0,0-1 0,1 0 0,0 0 0,9 10 1,55 59 84,74 85-9,-102-111-55,44 71-1,-16 5 313,71 176-1,-127-271-269,-2-6-20,1 3-79,17 53-1,-28-57-2657,-1-17-1360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1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343 113 6947,'0'0'2535,"0"-3"-1972,0 2-417,0 0 1,-1 1 0,1-1-1,0 0 1,0 0-1,0 1 1,0-1 0,-1 0-1,1 1 1,0-1 0,-1 0-1,1 1 1,0-1-1,-1 0 1,1 1 0,-1-1-1,1 1 1,-1-1 0,1 1-1,-1-1 1,0 1 0,1-1-1,-1 1 1,0 0-1,0-1 1,-1 0-64,1 1 0,-1-1 0,0 1 0,1 0 0,-1 0 0,0 0 0,0 0 0,1 0 0,-1 0 0,0 0 0,1 0 0,-1 1 1,0-1-1,1 1 0,-3 0 0,-4 3-78,0 1 0,1 0 0,-1 0 0,1 1 0,1 0-1,-1 0 1,1 1 0,0-1 0,-9 15 0,-2 0 15,9-13 15,0 2 1,1-1-1,0 1 1,0 0-1,1 0 0,1 1 1,0 0-1,0 0 1,1 0-1,0 0 0,1 1 1,0 0-1,1-1 1,-1 24-1,3-34-19,-3 129 978,4-109-782,1 1-1,0 0 1,12 41 0,-2-26 19,2-1 0,1 0 0,2-1 0,2-1 0,1-1 0,1 0 0,30 33 1,-43-57-153,0 0 1,0-1 0,1-1 0,14 11 0,-18-15-52,0 0 0,0-1 0,0 1 0,0-1 0,1 0 0,-1-1 0,1 1 1,-1-1-1,1 0 0,-1 0 0,8 0 0,-12-1-25,6 0 26,0 0 0,0 0-1,0-1 1,0 0 0,8-2-1,-12 2-22,0-1-1,0 1 0,0-1 0,0 1 0,0-1 1,-1 0-1,1 0 0,-1 0 0,1-1 0,-1 1 0,0-1 1,0 1-1,3-6 0,16-24 3,-2-1 1,29-68-1,-39 77-92,-1 0 0,-1-1-1,-1 1 1,-1-1 0,2-40 0,-7 52 7,1-162-701,-2 152 713,-2 0 0,0 1 0,-1 0-1,-2 0 1,-13-36 0,-38-61-118,47 103 180,0 1-1,0 0 0,-2 0 0,0 1 0,-15-14 0,20 23 8,1 1-1,-1-1 1,-1 1-1,1 1 1,-1-1-1,1 1 1,-1 1-1,0-1 1,0 1-1,0 1 0,0-1 1,0 1-1,0 1 1,-1 0-1,1 0 1,0 0-1,0 1 1,0 0-1,-1 1 0,1 0 1,1 0-1,-1 1 1,-10 4-1,4 2-4,-1 0-1,1 1 0,1 1 0,0 0 1,-15 18-1,-57 70-42,84-97 42,-17 20-126,1 2-1,-22 39 0,33-50-435,0 1 0,-6 18 0,9-20-717,0 0 0,1 0-1,-1 16 1,2 5-6805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1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1058 1 4786,'0'0'9020,"-18"0"-7755,15 0-1212,0 0 1,-1 1 0,1 0-1,0 0 1,0 0-1,0 0 1,0 0-1,0 0 1,0 1-1,0 0 1,1-1-1,-5 4 1,-33 32 81,20-17-96,-4 2 21,4-4 20,-1 0 1,-33 22-1,-167 118 2,114-78-52,-344 262-17,451-341-9,-3 1 1,1 0-1,-1 0 0,1 0 1,-1 0-1,0-1 0,1 1 1,-1-1-1,0 0 0,0 0 1,0 0-1,-6 1 1,14 15-112,9 1 185,0 0 0,1-1-1,0-1 1,24 19 0,77 54 34,-50-41-32,8 8 70,326 272 1453,-159-86-1064,-222-222-520,-17-18-80,0-1 0,-1 1 0,1 0 0,-1-1 0,0 1 0,1 0 0,-1 0-1,0 0 1,0 0 0,0 0 0,0 0 0,-1 0 0,1 1 0,-1-1 0,1 0 0,-1 0 0,1 4 0,-2-4-197,1 0 0,-1 0 0,1 0 0,-1 0-1,0 0 1,0 0 0,0-1 0,0 1 0,0 0 0,0 0 0,-1-1-1,1 1 1,0-1 0,-1 1 0,1-1 0,-1 1 0,0-1 0,1 0-1,-4 2 1,-34 22-4957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2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240 652 5442,'0'0'7625,"1"-7"-6997,-1 7-609,0 0-1,0 0 0,0 0 1,0 1-1,0-1 1,0 0-1,-1 0 1,1 0-1,0 0 1,0 0-1,0 0 0,0 0 1,0 0-1,0 0 1,0 0-1,0 0 1,0 0-1,0 0 1,-1 0-1,1 0 0,0 0 1,0 0-1,0-1 1,0 1-1,0 0 1,0 0-1,0 0 1,0 0-1,0 0 0,0 0 1,0 0-1,0 0 1,-1 0-1,1 0 1,0 0-1,0 0 1,0 0-1,0 0 1,0 0-1,0-1 0,0 1 1,0 0-1,0 0 1,0 0-1,0 0 1,0 0-1,0 0 1,0 0-1,0 0 0,0 0 1,0 0-1,0 0 1,0-1-1,0 1 1,0 0-1,0 0 1,0 0-1,0 0 0,0 0 1,0 0-1,0 0 1,-5 7 39,0 1-1,1-1 1,-1 1 0,1 1 0,1-1 0,0 0 0,0 1-1,-3 15 1,-7 79 509,12-91-483,-6 233 1566,8-180-1235,-1-59-385,-1 19 190,2 0 0,0-1-1,2 1 1,7 32 0,-8-51-169,-1 0 1,1-1 0,0 1-1,1-1 1,-1 0-1,1 1 1,0-1-1,0-1 1,1 1-1,-1 0 1,1-1-1,0 0 1,1 1-1,-1-2 1,1 1-1,-1 0 1,1-1-1,0 0 1,0 0-1,1-1 1,-1 1-1,0-1 1,1 0 0,6 1-1,-1-1-19,-1 0 1,1-1-1,0 0 0,0 0 0,0-1 1,0-1-1,-1 0 0,1 0 0,0-1 1,18-6-1,-23 4-30,0 0 1,0 0-1,0 0 1,-1 0-1,0-1 0,0 0 1,0 0-1,0-1 1,-1 1-1,0-1 1,0 0-1,5-9 0,-5 5-76,1 0 0,-2 0 0,1 0 0,-1-1 1,-1 1-1,0-1 0,1-18 0,-2 9-15,-1-1 1,-3-27 0,1 38 92,0 1 0,0-1 0,-1 1 0,0 0 0,-1 0 0,0 0 0,-7-11 1,-25-33 99,-3 2 1,-58-59-1,13 14 63,46 50-145,2-2 1,-46-79-1,69 102-93,1-1 1,1 0-1,1 0 0,1-1 0,1-1 0,2 1 1,-5-41-1,10 63 48,-1-20-299,0 1-1,4-44 0,-2 61 235,1 1-1,1-1 1,-1 1-1,1 0 1,0 0-1,0 0 1,0 0-1,1 0 1,0 0-1,1 1 1,-1-1-1,1 1 1,0 0-1,0 0 1,7-6-1,-3 4-8,1 1-1,-1 0 0,1 1 0,1 0 0,-1 0 0,1 1 0,0 0 0,0 1 0,19-4 1,-2 3 1,1 1 1,44 0 0,-57 3 90,1 1 1,-1 0 0,0 1-1,1 1 1,-1 0 0,0 1-1,16 6 1,-21-5-6,0 0 1,-1 0-1,1 1 0,-1 0 1,0 1-1,-1 0 0,0 0 1,0 1-1,0 0 0,11 16 0,-11-12 5,-1 0 0,0 0-1,-1 0 1,-1 1-1,0 0 1,0 0-1,-1 1 1,-1-1 0,2 18-1,-1 7 53,-2 1-1,-3 41 1,-1-57 49,0 0 0,-2-1 0,0 0 0,-2 0 0,-11 31 0,-54 98 670,60-130-654,-55 95 480,64-113-773,2-8-1033,0 2 649,0-1-1,0 1 1,1-1 0,-1 1-1,1 0 1,0-1 0,1-2 0,27-48-10448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2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4386,'0'0'10231,"-11"0"-9494,8 0-706,-1 1 0,1-1 0,-1 1 0,1-1 1,-1 1-1,1 0 0,0 1 0,-1-1 0,1 1 0,0-1 1,0 1-1,0 0 0,-5 4 0,2-1 39,0 1-1,0 0 0,1 0 1,0 0-1,-7 13 0,1 0 111,2 0 0,0 0-1,-11 38 1,8-9 454,2 0-1,-7 94 1,11 98 1595,6-221-2061,0-11-75,0 1 1,1-1-1,0 0 1,0 0-1,0 1 1,1-1-1,1 0 1,-1 0-1,7 13 0,-6-16-59,1-1-1,-1 1 1,1-1-1,0 1 0,0-1 1,0 0-1,0-1 1,1 1-1,0-1 0,-1 1 1,1-2-1,0 1 1,1 0-1,7 2 0,1-1-5,0-1 0,0 0-1,1-1 1,-1 0 0,1-1-1,-1-1 1,28-2 0,-27 0-90,0-1 0,-1 0-1,1-1 1,0-1 0,-1 0 0,0-1 0,0 0 0,-1-1 0,0-1 0,0 0 0,0-1-1,-1 0 1,-1-1 0,1 0 0,-2-1 0,13-16 0,-9 11-285,-2-1 0,0-1 0,-1 0 0,0 0 1,-2-1-1,0-1 0,-2 0 0,0 0 0,-1 0 0,-1 0 0,4-29 0,-6 21-39,-2 0-1,0 0 0,-7-47 0,5 64 366,-1 0 0,0 1 0,-1-1-1,-1 1 1,0-1 0,0 1 0,-1 0 0,0 1 0,0-1 0,-1 1 0,-1 0-1,-7-9 1,4 9 152,1-1-1,-2 1 1,1 1 0,-1 0-1,-1 0 1,0 1 0,0 1-1,0 0 1,-18-6-1,10 6 70,1 2 0,-1 0 0,0 1 0,-1 0 0,-30 2-1,25 1-197,-31 0-2663,52 19-11599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2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1055 2673,'0'0'10621,"-1"-4"-9580,1 4-1000,0-1 0,0 1 0,0-1 0,-1 1 0,1-1 0,0 1 1,0-1-1,0 1 0,0-1 0,0 1 0,0-1 0,0 1 0,0-1 0,0 1 1,1-1-1,-1 1 0,0 0 0,0-1 0,0 1 0,0-1 0,1 1 1,-1-1-1,0 1 0,1-1 0,-1 1 0,0 0 0,1-1 0,-1 1 0,0 0 1,1-1-1,-1 1 0,0 0 0,1 0 0,-1-1 0,1 1 0,-1 0 1,1 0-1,0-1 0,2 1 54,-1 0 1,1 0-1,0-1 0,0 2 1,0-1-1,0 0 0,0 1 1,2 0-1,34 9 651,-28-6-565,1-1 0,0 0 0,-1-1 0,13 1 0,1-2 39,-1-1 0,32-4 0,-46 2-179,-1 1 1,1-2-1,-1 1 1,0-1-1,0-1 1,0 0-1,0 0 0,13-9 1,-13 7-60,0 0 1,-1-1-1,0 1 1,0-2-1,0 1 0,-1-1 1,0 0-1,-1 0 1,0-1-1,0 0 1,-1 0-1,0-1 0,0 1 1,-1-1-1,-1 0 1,5-20-1,-5-8-22,-3-66-1,-1 86 85,0 4-17,-1 0 0,0 0 0,-1 0 0,0 0 0,-1 1 1,-7-16-1,-42-75 172,3 5 0,44 85-165,0-1 1,1 0 0,1 0 0,1 0 0,-2-17 0,2 4 17,3 0 0,3-40-1,-2 64-45,0-1 0,0 0 0,1 1 0,0-1 0,0 1-1,0-1 1,1 1 0,0 0 0,-1 0 0,1 0 0,1 0 0,-1 0 0,0 1-1,1 0 1,0-1 0,0 1 0,0 1 0,7-5 0,7-3 3,0 1-1,1 0 1,23-6 0,-14 6-1,1 2-1,-1 1 1,51-4 0,88 6 5,-154 4-14,-3 0-1,1 0 1,0 1 0,0 0-1,0 1 1,-1 1 0,1-1-1,-1 1 1,11 5 0,-15-5 5,0 1 0,0-1 1,-1 1-1,1 0 0,-1 0 0,0 1 1,0-1-1,0 1 0,-1 0 1,0 1-1,0-1 0,0 1 0,6 12 1,-6-9 0,0 1-1,-1 0 1,0 0 0,0 1 0,-1-1 0,1 13 0,-1 65 39,-2-60-10,-1-6 39,-1 0-1,0-1 1,-2 1 0,-7 23 0,-32 83 437,29-92-366,2 1 1,1 0-1,1 1 0,-4 41 0,14-72-121,-3 15 184,3 43 0,0-59-182,1 0 0,0 0 1,0 0-1,0 0 0,1 0 1,0-1-1,0 1 0,1-1 0,-1 1 1,1-1-1,0 0 0,5 6 1,-1-4-10,1 1 0,0-1-1,0 0 1,1-1 0,0 0 0,0 0 0,0-1 0,1-1 0,0 1 0,0-1 0,0-1 0,0 0 0,1 0-1,12 1 1,19 1-75,1-2-1,54-2 1,-60-1-68,-10 0-135,4 0-373,57-5 0,-80 3 207,1 1-1,-1-1 1,0 0 0,0-1-1,0 0 1,0-1-1,0 1 1,-1-1 0,1-1-1,-1 1 1,9-8 0,0-8-4276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23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20441,'0'0'0,"-156"55"-12437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3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65 164 5683,'0'0'4596,"0"-12"-4297,0-65 3137,0 79-3364,0 901 2239,-9-1166-4727,6 186 2015,1 39 127,1-7-422,-2 0 0,-1 0 0,-16-63 0,12 75 689,2 0 0,1-1 0,2 0 0,2-50 0,2 80 42,-1 1-1,1 0 0,0-1 0,0 1 0,0 0 0,1 0 0,-1 0 0,1 0 0,-1 0 0,1 0 0,0 0 1,0 0-1,1 1 0,-1-1 0,5-3 0,6-6-19,26-17 1,-29 22-8,-2 2 26,-1 0 0,1 1 0,0 0 0,0 0 0,0 1 0,1 0 1,-1 1-1,17-4 0,1 3 111,45 1 0,-62 2-129,-5 1 4,1-1 0,-1 0 0,0 1 0,0 0 0,0 0 0,0 0 0,0 1 0,0-1-1,0 1 1,0 0 0,-1 0 0,1 0 0,0 0 0,3 5 0,4 2 193,-1 2-1,17 21 1,-7-6 16,29 27 446,-27-30-283,0 1 1,22 34-1,-40-50-275,1 1 0,-1 0 1,0 0-1,-1 0 0,0 1 1,-1-1-1,0 1 0,1 14 1,-2-19-74,-1 1 0,1-1 0,-1 1 1,-1 0-1,1-1 0,-1 1 1,0-1-1,0 0 0,-1 1 1,1-1-1,-1 0 0,0 0 0,-1 0 1,1 0-1,-1 0 0,-4 5 1,-6 3 22,0-1 0,-1 0 0,-1-1 1,-21 13-1,-68 32 162,87-48-269,0 0 1,-1-1-1,1-2 0,-2 1 0,1-2 1,0 0-1,-1-2 0,0 0 0,-26 0 1,45-2 24,-1 0 1,1 0 0,-1 0 0,1 0 0,-1 0-1,1-1 1,-1 1 0,1 0 0,-1 0 0,1 0-1,0 0 1,-1-1 0,1 1 0,-1 0-1,1 0 1,-1-1 0,1 1 0,0 0 0,-1-1-1,1 1 1,0 0 0,-1-1 0,1 1 0,0 0-1,-1-1 1,1 1 0,0-1 0,0 1-1,0-1 1,-1 1 0,1-1 0,0 1 0,0-1-1,0 1 1,0 0 0,0-1 0,0 1 0,0-1-1,0 1 1,0-1 0,0 1 0,0-1 0,0 1-1,0-1 1,0 1 0,1-1 0,-1 1-1,0-1 1,0 1 0,1-1 0,-1 0 0,0 1 12,0 0 1,1 0 0,-1-1 0,0 1 0,0 0-1,0 0 1,0-1 0,0 1 0,1 0 0,-1 0-1,0-1 1,0 1 0,1 0 0,-1 0 0,0 0-1,0 0 1,1 0 0,-1-1 0,0 1 0,0 0-1,1 0 1,-1 0 0,0 0 0,0 0 0,1 0-1,-1 0 1,0 0 0,1 0 0,-1 0-1,0 0 1,9-1 26,0 0 0,0 1 0,0 0-1,0 1 1,-1 0 0,1 1 0,0-1-1,-1 1 1,1 1 0,-1 0 0,0 0-1,0 1 1,0 0 0,0 0 0,0 1-1,-1 0 1,7 6 0,127 115 624,-66-56-284,-70-65-318,1-1 0,-1 1-1,1-1 1,12 7 0,-14-11-15,-4 0-149,0-3-686,0-14-1339,0-6-1508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4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6851,'0'0'5699,"22"-15"-4915,-18 58-32,1 15 369,-1 12-289,-4 8-447,0-3-129,4-13-192,9-19-64,5-20-497,-1-23-1856,-4 0-3425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5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59 6227,'0'0'6237,"-5"-5"-5676,5 5-535,0 0 0,0 0 1,0 0-1,0 0 0,0 0 0,0 0 1,0 0-1,0 0 0,0-1 1,0 1-1,0 0 0,0 0 1,0 0-1,0 0 0,0 0 0,0 0 1,0 0-1,-1 0 0,1 0 1,0 0-1,0 0 0,0 0 0,0 0 1,0-1-1,0 1 0,0 0 1,0 0-1,0 0 0,0 0 0,-1 0 1,1 0-1,0 0 0,0 0 1,0 0-1,0 0 0,0 0 0,0 0 1,0 0-1,0 0 0,0 0 1,-1 0-1,1 0 0,0 0 1,0 1-1,0-1 0,0 0 0,0 0 1,0 0-1,0 0 0,0 0 1,0 0-1,0 0 0,-1 0 0,1 0 1,0 0-1,0 0 0,0 0 1,0 0-1,0 1 0,0-1 0,0 0 1,0 0-1,0 0 0,0 0 1,0 0-1,0 0 0,0 0 1,0 0-1,0 154-35,17 603 2478,-16-744-2353,-1-7-29,0-1 1,0 0-1,1 1 1,0-1-1,0 0 1,0 1-1,1-1 1,-1 0-1,1 0 1,1 0-1,2 5 0,-5-11-76,0 1-1,0 0 1,0-1-1,0 1 1,0 0-1,0 0 1,0-1-1,0 1 0,0 0 1,0 0-1,0-1 1,0 1-1,0 0 1,0 0-1,0-1 1,0 1-1,0 0 0,1 0 1,-1 0-1,0-1 1,0 1-1,0 0 1,0 0-1,1 0 1,-1 0-1,0-1 0,0 1 1,1 0-1,-1 0 1,0 0-1,0 0 1,0 0-1,1 0 1,-1 0-1,0-1 0,0 1 1,1 0-1,-1 0 1,0 0-1,1 0 1,-1 0-1,0 0 1,0 0-1,1 0 0,-1 1 1,0-1-1,0 0 1,1 0-1,-1 0 1,0 0-1,0 0 0,0 0 1,1 0-1,-1 0 1,0 1-1,0-1 1,1 0-1,-1 0 1,0 0-1,0 1 0,0-1 1,0 0-1,1 0 1,-1 0-1,0 1 1,0-1-1,2-22-41,-2 22 32,0-71-409,2 13-531,-3 0 1,-2 0 0,-12-61-1,1 54 496,-51-220-1656,59 263 2086,1 1 1,1 0 0,1-1 0,0-26-1,2 14 79,2-44-33,0 75-25,0 0 0,-1 1 0,1-1 0,0 1 0,1-1 0,-1 1 0,0-1 0,1 1 0,-1 0 0,1 0 0,0 0 0,0 0 0,0 0 0,0 0 0,0 0 0,0 1 0,0-1 0,0 1 0,1-1 0,-1 1 0,1 0 0,-1 0 0,1 0 0,-1 0 0,6-1 0,4-1 30,-1 1 0,1 0 0,1 1 0,17 0 0,173 1 925,-200 0-936,0 0 1,1 0-1,-1 1 1,0-1-1,1 1 1,-1 0-1,0 0 1,0 0-1,0 1 1,0-1-1,0 1 0,0-1 1,0 1-1,4 4 1,-3-2 38,0 0-1,0 1 1,0 0 0,0-1-1,-1 1 1,0 1 0,5 9-1,-3-3 83,-1 0 0,0 1 0,-1-1 0,0 1 0,-1 0 0,-1 0 0,1 15 0,-2 1 61,1-20-162,0 1 0,-1-1 0,0 1 1,-1 0-1,0-1 0,-1 1 1,0-1-1,0 1 0,-1-1 0,0 0 1,-6 12-1,-10 7 1,0-2 1,-2 0-1,-1-1 0,-1-1 1,-1-1-1,-1-1 0,-1-1 1,-44 26-1,58-40-130,-1 0 0,0-1 0,-1 0 0,1-1 0,-1-1 0,0 0 0,0-1 0,0 0 0,-1-1 0,-20 0 0,35-2 28,-1-1 0,1 1-1,-1 0 1,1 0 0,-1-1 0,1 1-1,0 0 1,-1-1 0,1 1 0,0 0-1,-1-1 1,1 1 0,0 0 0,-1-1-1,1 1 1,0-1 0,0 1 0,-1 0-1,1-1 1,0 1 0,0-1 0,0 1-1,0-1 1,0 1 0,0-1 0,0 1-1,0-1 1,0 1 0,0-1 0,0 1-1,0-1 1,0 1 0,0-1 0,0 1-1,0 0 1,0-1 0,1 1 0,-1-1-1,0 0 1,1 0 10,-1-1-1,0 1 1,1 0 0,-1-1-1,1 1 1,-1 0 0,1 0-1,0 0 1,0-1 0,-1 1-1,1 0 1,0 0 0,0 0-1,0 0 1,0 0-1,1 0 1,5-1 2,1 0-1,-1 1 1,0 0 0,1 0-1,-1 1 1,13 1 0,-5-1 53,-5 0 28,0 0 0,0 1 0,0 0 0,0 1 0,0 0 0,0 1 1,-1 0-1,1 0 0,-1 1 0,0 0 0,0 1 0,0 0 0,0 1 0,12 9 1,6 6 380,-1 0-1,-1 1 1,0 2 0,41 52 0,-62-68-116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6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2609,'0'0'8033,"29"-6"-7216,95-16-169,-119 21-569,1 0-1,0 0 1,0 1 0,0 0 0,0 1-1,-1-1 1,9 2 0,-12-1-23,1 0 0,-1 0-1,0 0 1,0 0 0,0 0 0,0 1 0,0-1-1,0 1 1,-1-1 0,3 3 0,1 0 90,-3-1-44,1 0 0,-1 1-1,0-1 1,0 0 0,0 0 0,-1 1 0,1-1 0,-1 1-1,0 0 1,0-1 0,0 1 0,0 0 0,0 0 0,-1 0-1,0 4 1,0 2 65,0 0 1,0 0-1,-1 0 0,-5 20 0,3-21-100,0 0 0,-1-1 0,0 1-1,-1-1 1,0 0 0,-10 14 0,-44 45 259,36-43-258,-11 12-26,17-20-29,2 1-1,-21 27 1,35-43-11,1 1 1,-1-1 0,0 0 0,0 1-1,1-1 1,-1 1 0,0-1-1,1 1 1,0-1 0,-1 1-1,1-1 1,0 3 0,0-3-2,0 0 0,0-1 0,0 1 0,0-1 0,0 1 0,0 0 0,1-1 0,-1 1 0,0-1 0,1 1 0,-1-1 0,0 1 0,1-1 0,-1 1 0,0-1 0,1 1-1,-1-1 1,1 0 0,-1 1 0,1-1 0,0 1 0,3 0 2,0 1 0,-1-1 0,1 0-1,0 0 1,0-1 0,0 1-1,5-1 1,-6 1-1,306 3 738,-194-5-989,-113 1 222,3 0-252,1-1 0,-1 1-1,0 0 1,0 1 0,1-1 0,-1 1 0,0 0 0,0 0-1,0 1 1,0 0 0,0-1 0,0 2 0,8 4 0,7 18-4848,-19-25 5102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2977,'0'0'6617,"-12"0"84,21 1-6578,-1 0 0,1 0-1,13 4 1,12 3-29,116-1 127,-149-7-194,-15 0-7857,-6 0 2406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72 1313,'0'0'4383,"-2"-6"-4082,-17-38 1209,19 43-1413,-1 1 0,1-1 0,0 1 0,0-1 0,-1 1 0,1-1 0,0 1 0,0-1 1,0 1-1,0-1 0,-1 1 0,1-1 0,0 0 0,0 1 0,0-1 0,0 1 0,1-1 0,-1 1 0,0-1 0,0 0 0,0 1 0,0-1 0,1 1 0,-1-1 0,0 1 0,0-1 0,1 1 0,-1-1 0,0 1 0,1 0 0,-1-1 0,0 1 0,1-1 0,-1 1 0,1 0 0,-1-1 0,1 1 0,-1 0 0,1-1 0,-1 1 0,1 0 0,-1 0 0,1-1 0,28 1 638,-17 1-670,155-1 344,-162 0-380,0 0 0,0 0 1,0 1-1,0-1 0,0 1 1,1 1-1,-1-1 0,-1 1 1,1-1-1,0 2 0,0-1 1,5 4-1,-10-6 24,0 19-316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8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31 1809,'0'0'7918,"0"-5"-7027,0-16-296,0 16 141,-2 5-522,-3 1-204,0-1 0,0 1 1,0 0-1,0 1 0,0-1 1,0 1-1,0 0 0,1 0 0,-1 1 1,1-1-1,0 1 0,-1 0 0,1 0 1,1 1-1,-1-1 0,0 1 1,1 0-1,0 0 0,0 0 0,0 0 1,0 0-1,1 1 0,-1-1 1,1 1-1,0 0 0,-2 9 0,2-8 5,0 1-1,1 0 1,0 0-1,0 0 1,0-1-1,1 1 1,0 0-1,0 0 1,3 12-1,-2-15-8,0 1 0,0-1-1,1 0 1,-1 0 0,1 0 0,0 0 0,0 0-1,1 0 1,-1 0 0,1-1 0,0 1 0,0-1-1,0 0 1,0 0 0,5 4 0,89 50 161,-71-43-90,0 1 0,0 2 0,30 25 0,-55-41-70,1 0 0,0 1 0,-1 0 0,1-1 0,-1 1 0,0 0 0,0 0 0,0 0 0,0 0 0,0 0 0,0 0 1,0 0-1,0 0 0,-1 0 0,1 0 0,-1 0 0,0 0 0,1 1 0,-1 2 0,-1-4 4,0 0 0,1 0 0,-1 0 0,0 0 0,0 0 0,1 0 0,-1 0 0,0 0 0,0 0 0,0-1 0,0 1 1,0 0-1,0-1 0,0 1 0,-1-1 0,1 1 0,0-1 0,0 0 0,0 1 0,0-1 0,-1 0 0,-1 0 0,-1 1 26,-40 10-255,0-3 0,-1-2 1,0-1-1,-63-3 0,107-2 147,0 0 0,1 0-1,-1 0 1,1 0 0,-1 0-1,0 0 1,1 0 0,-1 0-1,1 0 1,-1 0 0,0-1-1,1 1 1,-1 0-1,1 0 1,-1-1 0,1 1-1,-1 0 1,1-1 0,-1 1-1,1-1 1,-1 1 0,1 0-1,0-1 1,-1 1 0,1-1-1,0 1 1,-1-1-1,1 1 1,0-1 0,0 0-1,-1 1 1,1-1 0,0 1-1,0-1 1,0 0 0,0 1-1,0-1 1,0 1 0,0-1-1,0 0 1,0 1 0,0-1-1,0 1 1,0-1-1,0 0 1,1 0 0,-1-4-452,0-25-2671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9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6659,'0'0'950,"39"0"-486,128 0-141,109 0 816,-276 32 3228,0-32-4339,-1 1 1,1 0-1,0 0 0,0 0 0,-1 0 0,1 0 0,0-1 0,-1 1 0,1 0 0,-1 0 1,1-1-1,-1 1 0,1 0 0,-1 0 0,0-1 0,1 1 0,-1-1 0,0 1 0,1-1 0,-1 1 1,0-1-1,0 1 0,-1 0 0,-21 7-137,16-6 168,3-1 34,-34 11-231,26-12 377,12 0-206,0-1 1,0 1-1,0 0 1,0-1-1,0 1 1,0-1 0,1 1-1,-1-1 1,0 1-1,0 0 1,0-1-1,0 1 1,1-1 0,-1 1-1,0 0 1,0-1-1,1 1 1,-1 0-1,0-1 1,0 1 0,1 0-1,-1-1 1,0 1-1,1 0 1,-1 0-1,1 0 1,0-1 0,7-5-685,5-4-4819,-8 3 1997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8 2017,'0'0'7177,"-1"-8"-3885,-3 9-3286,1 0 0,0-1 0,0 1 0,0 0 0,0 1 0,0-1 0,0 0 0,0 1 1,0 0-1,0 0 0,1 0 0,-1 0 0,1 0 0,-1 0 0,1 1 0,0-1 0,-4 5 0,-4 8 30,-17 29 0,24-39-20,-21 42 232,2 1 0,-23 72 0,40-103-84,2 0-1,0 0 1,1 0-1,0 1 1,2-1-1,0 1 0,2 17 1,-1-30-94,1-1-1,-1 1 1,1 0 0,0-1 0,0 1 0,0-1 0,1 0-1,-1 1 1,1-1 0,0-1 0,0 1 0,1 0 0,3 3-1,1 1 20,1-1 0,-1 0 0,1-1-1,0 0 1,11 5 0,-10-6-21,0-1 1,1-1-1,-1 0 1,1 0-1,-1-1 1,13 1-1,66-1 222,-57-3-216,-26 1-91,0 0 0,0 0 0,-1-1 0,1 0 0,0 0 0,0 0 0,-1-1 0,1 0 0,-1 0 0,1 0 0,-1-1 0,0 0-1,0 0 1,0 0 0,-1-1 0,1 1 0,-1-1 0,1 0 0,-1 0 0,-1-1 0,1 1 0,0-1 0,-1 0 0,0 0 0,0 0 0,-1-1 0,1 1 0,-1 0 0,0-1 0,-1 0 0,0 1 0,1-1 0,-1-11 0,0-69-757,-1 84 763,0 0-1,-1 0 0,1 0 0,-1 0 1,1 0-1,-1 0 0,0 0 1,1 1-1,-1-1 0,0 0 1,0 1-1,0-1 0,-1 0 1,1 1-1,0-1 0,-1 1 1,1 0-1,-1-1 0,1 1 1,-1 0-1,1 0 0,-1 0 1,0 0-1,0 0 0,0 0 0,1 1 1,-1-1-1,0 1 0,0-1 1,0 1-1,-2-1 0,-10-1 7,1 1-1,-1 0 0,-20 1 1,21 0 9,6 0-2,0 0 0,1 0 1,-1 1-1,0 0 0,0 0 0,-8 3 0,11-2 3,0 0-1,1 0 0,-1 0 0,1 0 1,0 0-1,0 1 0,-1 0 1,2-1-1,-1 1 0,0 0 0,-4 7 1,2-2 26,0 1 1,0-1 0,0 1 0,1 0-1,1 1 1,0-1 0,0 1 0,-2 17-1,1 2-710,2 47 0,2-71 500,0 4-3718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1 520 5106,'0'0'7956,"7"0"-5093,34 0-2284,-5 1-330,-5-1-120,46-4-1,-66 3-119,-1-1 0,0-1-1,0 1 1,0-2-1,0 1 1,-1-1 0,1-1-1,12-7 1,-16 8-13,0-1 1,0 1-1,0-1 1,-1 0 0,1 0-1,-1-1 1,0 0-1,-1 0 1,1 0-1,-1 0 1,4-9-1,-5 5-9,1 0 0,-2 1 0,1-1 0,-1 0 0,-1-1-1,0 1 1,0-18 0,-1-7 25,1 17 0,0 0-1,-2 0 0,0 1 1,-1-1-1,-8-33 0,6 38-16,0-1-1,2 1 1,0-1 0,0 0-1,2 0 1,0-17 0,0 31 5,0-1-4,0 0 1,0 0-1,1 0 0,-1 0 1,0 0-1,0 0 1,1 0-1,-1 0 1,1 0-1,-1 0 0,1 0 1,0 1-1,-1-1 1,1 0-1,0 0 1,-1 1-1,1-1 0,0 0 1,0 1-1,-1-1 1,1 1-1,0-1 1,0 1-1,0-1 0,0 1 1,0-1-1,0 1 1,0 0-1,0 0 0,0 0 1,0-1-1,0 1 1,1 0-1,44 1-184,-29 0 151,9-2 65,1 2 1,-1 0-1,0 2 0,46 11 0,-58-9-16,2-1 4,0 1 0,-1 0 0,0 2 0,14 7-1,-26-12-15,1 0-1,-1 0 1,0 0 0,0 0-1,0 1 1,-1 0-1,1-1 1,0 1-1,-1 0 1,0 0-1,0 0 1,0 1-1,0-1 1,0 0-1,-1 1 1,1-1-1,-1 1 1,0 0-1,0-1 1,0 1-1,-1 0 1,1 6-1,0 0-1,-1 0 0,0-1 0,-1 1 0,0 0 0,0 0 0,-1-1 0,-1 1 0,1-1 0,-2 0 0,1 0 0,-6 10 0,-29 39 205,22-34-106,-20 37 0,32-52-18,0 0-1,1 0 1,0 0 0,0 0-1,1 0 1,0 1 0,1-1-1,-1 15 1,2-20-32,0 3 48,0 0 0,0 0 0,1-1 0,-1 1 0,4 12 0,-2-16-75,-1 0 1,1 0-1,0 0 0,0 0 1,0-1-1,0 1 1,0-1-1,0 0 0,1 1 1,-1-1-1,1 0 1,0-1-1,-1 1 1,4 2-1,8 3 15,0 0 1,0-1-1,0-1 0,1 0 1,0 0-1,0-2 0,22 3 1,11-2-1852,49-2 1,-77-2 564,22 0-5280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3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5907,'0'0'5319,"0"0"-5301,0 0 0,0 0-1,0 0 1,0 0-1,0 0 1,0 0 0,1 0-1,-1 0 1,0-1-1,0 1 1,0 0 0,0 0-1,0 0 1,0 0-1,0 0 1,1 0 0,-1 0-1,0 0 1,0 0-1,0 0 1,0 0-1,0 0 1,0 0 0,0 0-1,1 0 1,-1 0-1,0 1 1,0-1 0,0 0-1,0 0 1,0 0-1,0 0 1,0 0 0,1 0-1,-1 0 1,0 0-1,0 0 1,0 0 0,0 0-1,0 1 1,0-1-1,0 0 1,0 0-1,0 0 1,0 0 0,0 0-1,0 0 1,0 0-1,0 1 1,0-1 0,0 0-1,0 0 1,0 0-1,0 0 1,0 0 0,0 0-1,0 0 1,0 1-1,0-1 1,0 0 0,0 0-1,0 0 1,0 0-1,-11 150 2855,11-147-2817,-2 69 910,2-48-676,0-23-269,0 1 0,1 0 0,-1-1 0,0 1 1,1-1-1,-1 1 0,1 0 0,-1-1 0,1 1 0,0-1 0,0 0 0,0 1 0,0-1 1,0 0-1,0 1 0,0-1 0,0 0 0,0 0 0,1 0 0,-1 0 0,0 0 1,1 0-1,-1 0 0,0-1 0,1 1 0,0 0 0,-1-1 0,1 1 0,-1-1 1,3 1-1,6 1 8,0-1 0,0 0 0,18 0 1,-23-1-6,25 0-177,-8 1-47,-1-1 0,31-5 0,-45 4-393,0-1-1,1 0 1,-1 0-1,7-4 1,-9 4-355,0-1 1,0 0-1,-1 0 0,1 0 1,-1 0-1,6-7 0,0-5-5110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1 0 4194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4194,'224'-45'1438,"-179"35"6245,-45 12-7547,13 452 2327,-13-196-1484,0-258-983,0 1-1,0-1 1,0 0 0,1 1-1,-1-1 1,0 0 0,0 1-1,1-1 1,-1 0 0,0 0-1,1 1 1,-1-1 0,0 0-1,1 0 1,-1 1-1,1-1 1,-1 0 0,0 0-1,1 0 1,-1 0 0,1 0-1,-1 1 1,0-1 0,1 0-1,-1 0 1,1 0 0,-1 0-1,0 0 1,1 0 0,-1-1-1,1 1 1,-1 0-1,1 0 1,0 0 0,16-5-679,-14 2 344,0 1 0,-1-1 1,1 1-1,-1-1 0,1 0 0,-1 0 0,2-4 0,22-37-4780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4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6963,'0'0'7019,"1"-1"-6496,6-1-430,1 1-1,-1 0 0,0 0 1,1 0-1,-1 1 1,1 0-1,-1 1 0,11 1 1,-9-1-52,9 2-39,0 1 1,0 1 0,-1 0-1,27 13 1,-20-9-252,35 11-1,-52-19 35,0 2-238,0-2-1,1 1 0,-1-1 0,0-1 1,0 1-1,9-1 0,-21-11 142,3 9 316,0 1-1,0 0 0,0 0 1,0 0-1,0 0 1,0 1-1,0-1 1,0 0-1,-1 1 1,1 0-1,0-1 1,-4 1-1,-31 1 27,19-1 2,16 1-31,1-1 0,-1 0 1,1 1-1,0 0 0,-1-1 0,1 1 1,0 0-1,-1-1 0,1 1 0,0 0 1,0 0-1,0 0 0,0 0 0,0 0 1,0 1-1,0-1 0,0 0 0,0 0 1,0 1-1,1-1 0,-1 0 0,1 1 0,-1-1 1,1 0-1,-1 1 0,1-1 0,0 1 1,-1 2-1,-1 8 40,0 0 0,0 18 1,2-25-15,-2 234 2348,3-130-1314,-1-82-850,0 0 0,2 0 0,1-1 0,1 1 0,1 0 0,2-1 1,11 31-1,-17-55-216,-1-1 1,1 1 0,-1 0-1,1 0 1,0-1 0,0 1 0,0 0-1,0-1 1,0 1 0,0-1-1,0 1 1,1-1 0,-1 1 0,0-1-1,1 0 1,-1 0 0,1 0-1,0 0 1,-1 0 0,1 0 0,0 0-1,-1 0 1,1-1 0,0 1-1,0-1 1,0 1 0,2-1 0,-4 0-21,0 0 1,1 0-1,-1 0 1,0 0 0,0 0-1,0 0 1,0 0-1,1 0 1,-1 0 0,0 0-1,0 0 1,0 0-1,0-1 1,0 1 0,1 0-1,-1 0 1,0 0-1,0 0 1,0 0 0,0 0-1,0-1 1,0 1 0,0 0-1,1 0 1,-1 0-1,0 0 1,0 0 0,0-1-1,0 1 1,0 0-1,0 0 1,0 0 0,0 0-1,0-1 1,0 1-1,0 0 1,0 0 0,0 0-1,0 0 1,0-1-1,0 1 1,0-27-2529,0-7-2353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4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4386,'0'0'4850,"252"20"-8019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5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9 489 6211,'0'0'7513,"-1"0"-7391,1 0 0,0-1 0,0 1 1,-1 0-1,1 0 0,0 0 0,0 0 0,-1 0 1,1 0-1,0 0 0,-1 0 0,1 0 1,0 0-1,0 0 0,-1 0 0,1 0 0,0 0 1,0 0-1,-1 1 0,1-1 0,0 0 1,0 0-1,-1 0 0,1 0 0,0 0 0,0 1 1,0-1-1,-1 0 0,1 0 0,0 0 1,0 1-1,1 2-86,1-1 0,0 1 0,0 0 0,0 0 0,0-1 0,1 0 0,-1 1 0,1-1 1,-1 0-1,1 0 0,0 0 0,0-1 0,0 1 0,0-1 0,0 1 0,0-1 0,0 0 0,0 0 0,4 0 0,6 2 33,-1 0 0,1-2 1,23 2-1,-27-3-33,3 0-14,-1 0 0,0-1 1,0 0-1,14-3 0,-21 3-32,-1-1 1,1 1 0,-1 0 0,1-1-1,-1 0 1,0 0 0,0 0-1,0 0 1,0-1 0,0 1 0,0-1-1,-1 0 1,1 1 0,-1-1-1,1 0 1,1-5 0,0 1-121,0-1 0,-1 1 1,0-1-1,-1 0 0,1 0 0,-2 0 0,1 0 1,0-9-1,-1-11-144,-1-29 1,-1 19 195,1 26 67,0 0 1,-1 0-1,0 1 0,-1-1 1,0 0-1,-1 1 0,-1 0 1,-5-13-1,3 9 26,1 0-1,0 0 1,1 0-1,1-1 1,0 1-1,1-1 1,1 0-1,0-17 1,1 33-18,0-1 0,1 0-1,-1 0 1,0 0 0,1 1 0,-1-1 0,0 0 0,1 1 0,-1-1 0,1 0 0,-1 1 0,1-1-1,-1 0 1,1 1 0,-1-1 0,1 1 0,0-1 0,-1 1 0,1-1 0,0 1 0,0 0 0,-1-1-1,1 1 1,0 0 0,0-1 0,-1 1 0,1 0 0,0 0 0,0 0 0,0 0 0,1 0 0,34-1-135,-26 1 84,-3 0 42,4 0 16,0 0 1,0 1 0,14 2-1,-21-2 5,0 1 0,1-1 0,-1 1 0,0-1 0,0 1 0,0 1 0,-1-1 0,1 1 1,-1-1-1,1 1 0,3 4 0,3 3 15,-1 1 0,0 0 0,-1 0 0,0 1 0,-1 0 0,-1 0 0,0 0 0,6 19 0,-5-11 89,-2 0 1,-1 1 0,0 0-1,1 37 1,-4-34 87,-2-12-49,2 0-1,-1 0 1,2-1 0,-1 1 0,5 14 0,-5-23-150,0 0 0,0-1 0,1 1 0,-1 0 0,1-1 0,-1 1 0,1-1 0,0 0 0,0 0 0,0 1 0,0-1 0,0-1 0,0 1 0,1 0 0,-1 0 0,1-1 0,-1 1 0,1-1 0,-1 0 0,1 0 0,0 0 0,0 0 0,0 0 0,-1-1 0,1 1 0,4-1 0,39 2-1670,2-2-2816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4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9775 7 2657,'0'0'4744,"0"-6"-1097,2 27-3369,0 1 1,2-1 0,11 41 0,1 3 41,11 92 547,11 251 0,-33 165 95,-6-345-659,1-227-346,59-2-866,-27 0 806,0 1 0,0 1 0,57 10 0,70 32-736,32 7-312,-181-48 1126,7 1 115,1 1 0,-1 1 0,0 0 0,29 14-1,-45-18-56,0-1 0,1 1 1,-1 0-1,0 0 0,0 0 0,0 0 0,0 0 0,0 0 0,0 0 0,0 0 0,0 0 0,0 0 0,0 1 0,0-1 0,-1 0 0,1 1 0,0-1 0,-1 1 0,0-1 0,1 0 0,-1 1 0,0-1 0,1 1 0,-1-1 0,0 1 0,0-1 0,0 1 0,-1-1 0,1 1 0,0-1 1,0 1-1,-1-1 0,1 1 0,-1-1 0,1 1 0,-1-1 0,0 0 0,0 0 0,1 1 0,-1-1 0,0 0 0,0 0 0,0 0 0,0 0 0,0 0 0,-2 2 0,-13 6 34,1-1-1,-1-1 0,-27 10 1,-60 13 60,41-13-136,-88 29 60,-279 76-67,275-79-11,107-28-47,47-15 73,0 0 0,-1 0 1,1 0-1,0 0 0,0 0 1,-1 0-1,1 0 0,0 0 1,0 0-1,0 0 1,0 0-1,-1 0 0,1 0 1,0 0-1,0 0 0,0 0 1,-1 0-1,1 1 0,0-1 1,0 0-1,0 0 0,0 0 1,-1 0-1,1 0 0,0 0 1,0 1-1,0-1 1,0 0-1,0 0 0,0 0 1,0 1-1,0-1 0,-1 0 1,1 0-1,0 0 0,0 0 1,0 1-1,0-1 0,0 0 1,0 0-1,0 0 1,0 1-1,10 4-43,38 9 194,91 13 1,392 56-114,-507-78-37,0 2 0,0 1 0,-1 0 0,0 2 0,37 21 0,-60-31 0,1 0 0,-1 0 0,0 1 0,0-1 0,0 0 0,1 0 0,-1 0 0,0 0 0,0 0 0,0 0 0,0 0 0,1 1 0,-1-1 0,0 0 0,0 0 0,0 0 0,0 0 0,0 1 0,0-1 0,1 0 0,-1 0 1,0 0-1,0 0 0,0 1 0,0-1 0,0 0 0,0 0 0,0 0 0,0 1 0,0-1 0,0 0 0,0 0 0,0 0 0,0 1 0,0-1 0,-8 5 77,-15 0 171,19-4-189,-45 10 106,26-5-117,-36 4 0,-15 0 5,-74 21 1,-73 30-88,77-21 102,109-31-76,0-2-1,-1-1 0,-61 1 1,32 1-19,64-8-40,1 1 33,0 0 0,0 0-1,0 0 1,1 0 0,-1 1-1,0-1 1,0 0 0,1 0-1,-1 0 1,1 0 0,-1 0-1,1 0 1,-1 0 0,1 0-1,0 0 1,-1 0 0,1 0-1,0-1 1,0 1 0,0 0-1,-1 0 1,1-1 0,0 1-1,0 0 1,2 0 0,32 13-281,-23-10 194,47 15 150,0-2 1,77 10-1,2 1 56,-79-14-178,207 56-862,-262-68 973,0-1 0,0 1 1,0 0-1,-1 0 1,1 0-1,0 1 0,4 3 1,-7-5-5,-1-1 0,1 1 0,-1-1 1,1 1-1,-1-1 0,1 1 0,-1-1 1,0 1-1,1 0 0,-1-1 0,0 1 0,0 0 1,1-1-1,-1 1 0,0 0 0,0-1 1,0 1-1,0 0 0,0-1 0,0 1 1,0 1-1,-1-1 2,1 0 1,-1 0 0,1 0 0,-1 0-1,0 0 1,1 0 0,-1 0-1,0 0 1,0 0 0,0-1-1,0 1 1,0 0 0,0-1-1,0 1 1,0 0 0,0-1-1,-2 1 1,-19 7 83,1-2 0,-1-1 0,-36 5-1,18-4-111,-33 3-37,47-7 23,-38 8-1,36-4 60,0 2-1,1 2 1,0 0-1,0 2 1,-26 16-1,51-27-28,1 0-1,0 1 0,-1-1 1,1 0-1,0 1 0,0-1 0,0 1 1,0 0-1,0-1 0,0 1 1,0 0-1,1 0 0,-1-1 1,1 1-1,-1 0 0,1 0 1,0 0-1,0 3 0,0 41 112,1-29-77,-1 17 95,-1-7 53,2 0 0,0 0 1,8 38-1,67 340 305,-70-338-494,-5 109 0,-3-83 70,2 276 155,0-367-62,1-26 155,0 20-292,0-1 1,0 0-1,-1 0 1,1 0-1,-1-6 1,0 10-26,0 0 0,-1 0 0,1 0 0,0 0 0,0 0 0,0 0 0,-1 0 0,1 1 0,-1-1 0,1 0 0,0 0 0,-1 0 0,1 1 0,-1-1 0,0 0-1,1 0 1,-1 1 0,1-1 0,-1 1 0,0-1 0,0 0 0,1 1 0,-1 0 0,-1-1 0,-20-6-68,18 6 66,-75-13-386,61 11 237,0 2 0,0 0 0,-24 3 0,-1-1-145,-244-1-723,257-2 952,0-1 0,0-2 0,-43-12 0,38 8-9,1 2 0,-44-4 0,60 10 79,1-1 0,0-1-1,1-1 1,-1-1 0,-16-6 0,-75-38-59,68 29-49,30 16 70,-1 0 0,0 0-1,1 1 1,-2 1 0,1 0 0,-16-1 0,-73 2-87,55 2 198,22 0-20,0 1 0,1 1 0,-26 7 0,-10 2-29,-179 38 153,109-22 9,39-14-64,26-3-14,-66 3 1,16-5-59,-34 0 10,-5-1 149,14 0-4,-547-4 479,520-8-506,13-4-94,1 0-44,-447 8 196,482 8-265,2 0 43,94-8-14,9 1-2,1-1 1,0 0-1,0 0 0,-1-2 1,1 1-1,0-1 0,0 0 1,0-1-1,-9-4 0,0-2 3,1 1-1,-1 1 0,-1 1 0,1 0 0,-1 2 0,0 0 1,0 1-1,-32 0 0,-31 3 56,-316-13 14,20 5-100,238 9 45,134-1-18,-19 1 1,-1-2 0,-39-7-1,-159-19 25,73 12-3,-17 3-63,-135 5-53,-12-1 131,131 6-97,101 3 41,-2 1-5,0 4-1,-106 21 0,145-21 32,0-3-1,-82-3 1,53-1-11,30 1 0,9 2 25,0-3 1,0-1 0,-71-13-1,-65-26-16,142 35-4,0 2 0,-35-1 0,9 0 1,-113 3 117,96 3-76,17-9 4,31 7-73,-51-10 0,76 11 37,0 0-1,1 0 1,-1 0 0,0 0-1,0 0 1,1 0 0,-1-1-1,0 1 1,1 0 0,-1 0-1,0-1 1,1 1 0,-1 0-1,0-1 1,1 1 0,-1-1-1,1 1 1,-1-1-1,0 1 1,1-1 0,-1 1-1,1-1 1,0 1 0,-1-1-1,1 0 1,-1 1 0,1-1-1,0 0 1,0 1 0,-1-1-1,1 0 1,0-1 1768,-5 2-1746,1-1 0,0 0 0,0 0 0,-1 0 0,1 0 0,0-1 0,-4-1-1,-23-7-23,-2 2 11,26 6-11,0 1 1,0-1-1,-13 0 1,18 1-5,1 1 0,-1-1-1,1 1 1,0-1 0,-1 1 0,1-1 0,0 0 0,-1 0-1,1 0 1,0 0 0,0 0 0,-1-1 0,0 0-2,1 1 1,-1-1-1,0 1 1,0-1-1,1 1 1,-1 0-1,0 0 0,0 0 1,0 0-1,0 0 1,0 1-1,0-1 1,0 0-1,-3 1 1,-111-8-109,87 7 149,23 1-37,-1 0 0,1 0 0,-1-1 0,1 0 0,-10-3 0,8 3-8,1-1-1,0 1 1,-1 1 0,1 0 0,-1 0-1,-12 1 1,-7 1-60,-2-2 79,31-1-148,0 1 0,-1-1-1,1 1 1,0-1 0,-1 0-1,1 0 1,0 0 0,-1 0-1,1 0 1,-1 0 0,0 0-1,1-1 1,-1 1 0,0 0-1,0-1 1,0 1 0,2-4-1,4-3-806,26-32-3815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4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26 3602,'0'0'5154,"0"-2"-4956,-1 1 0,1-1 0,0 0 1,0 1-1,-1-1 0,1 1 0,-1-1 0,1 0 0,-1 1 1,-1-2-1,2 2-101,-1 0 0,1 1 0,-1-1 1,0 1-1,1-1 0,-1 1 0,0 0 1,1-1-1,-1 1 0,0 0 0,0-1 1,0 1-1,1 0 0,-1 0 0,0 0 1,0 0-1,0 0 0,1 0 0,-3 0 1,2 17 1448,3-2-1945,2 22 528,2 1 0,17 57 0,2 14 57,31 329 996,-56-402-1031,0-27-45,-1 1-1,2-1 0,-1 0 1,3 9-1,3-11 60,-6-7-153,0 0 0,0 0 0,0 0-1,0 1 1,0-1 0,0 0 0,1 0 0,-1 0-1,0 0 1,0 0 0,0 0 0,0 0 0,0 0-1,0 0 1,0 1 0,0-1 0,1 0 0,-1 0-1,0 0 1,0 0 0,0 0 0,0 0 0,0 0-1,0 0 1,1 0 0,-1 0 0,0 0 0,0 0-1,0 0 1,0 0 0,0 0 0,1 0 0,-1 0-1,0 0 1,0 0 0,0 0 0,0 0 0,0 0-1,0 0 1,0-1 0,1 1 0,-1 0 0,0 0-1,0 0 1,0 0 0,0 0 0,0 0 0,0 0-1,0 0 1,0 0 0,1-1 0,-1 1 0,0 0-1,0 0 1,0 0 0,0 0 0,0 0 0,0 0-1,0-1 1,0 1 0,0 0 0,0 0 0,0 0-1,0-9-391,0 0 0,-1 0-1,-3-14 1,-8-10-5123,7 21-948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4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1545 259 1889,'0'0'9172,"-2"-14"-8083,-10-44-12,11 55-978,-1-1-1,1 0 1,-1 1-1,0 0 1,0-1-1,0 1 1,0 0-1,-1 0 1,1 0-1,-1 1 1,0-1-1,0 0 1,0 1-1,0 0 1,0 0-1,-1 0 1,1 0-1,-7-2 1,-1-2 148,-15-7 30,-2 1 1,1 1 0,-1 1-1,-34-6 1,-119-18 349,165 32-537,-70-11 481,-135-1 0,185 14-468,-116 5 255,133-2-326,0 0 0,0 1 0,1 1 0,-1 1 0,-33 16 0,13-1 24,2 1-1,1 2 0,1 2 1,1 1-1,1 2 0,2 1 1,-45 55-1,61-65-30,1 0 0,0 1 0,2 1 0,1 0 1,0 0-1,2 1 0,-12 41 0,12-24 7,2 0-1,1 0 1,0 81 0,6-18 47,2 144 200,0-217-255,2 1 1,1-1-1,2 0 1,1 0-1,1-1 1,1 0-1,1 0 1,2-1-1,1-1 0,2 0 1,0-1-1,1-1 1,2 0-1,1-1 1,0-2-1,39 34 1,-20-25 11,1-1 1,1-1-1,2-3 0,0-2 1,2-1-1,1-3 1,0-1-1,1-3 0,1-1 1,69 11-1,-12-12 28,192 2 0,-279-17-31,1 0 0,0-1 0,0-2 0,-1 0 0,1 0 0,-1-2 0,0 0 0,33-18-1,0-5 198,72-55-1,-119 81-213,47-35-8,-2-2 0,-1-2 0,-3-2 0,-1-2 0,-3-2 0,-2-2 0,56-91 0,-73 101-52,-2-1-1,-2-1 1,-1-1 0,-2 0-1,-3-1 1,-1-1 0,8-69-1,-17-24 98,-3 80-12,0 36-23,-1 0 1,-1 0 0,-1 0 0,-1 0-1,-1 1 1,-1 0 0,0 0-1,-2 1 1,0 0 0,-2 0 0,-17-25-1,13 24-23,0 1-1,-1 0 0,-2 1 1,0 1-1,0 1 0,-2 1 1,0 0-1,-1 1 0,-38-20 1,34 24 16,-1 1 0,0 1 0,-1 2 0,1 0 0,-2 2 0,-37-3 0,-170 4 87,138 6-84,85-2-18,0 2 0,0 0 0,0 0 0,0 1 0,0 1 0,1 0 0,-1 0 0,1 1 0,0 0 0,0 1 0,1 1 0,0 0 0,0 0 0,0 1 0,1 0 0,0 0 0,-13 17 0,10 0 101,10-11-714,2-14 534,0 0 0,0 1-1,1-1 1,-1 0 0,0 1 0,0-1-1,0 0 1,0 0 0,1 1-1,-1-1 1,0 0 0,0 1-1,1-1 1,-1 0 0,0 0 0,1 0-1,-1 1 1,0-1 0,0 0-1,1 0 1,-1 0 0,0 0-1,1 0 1,-1 1 0,0-1 0,1 0-1,-1 0 1,1 0 0,-1 0-1,0 0 1,1 0 0,22 0-3263,3 0-1976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4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6435,'0'0'6907,"18"0"-6544,117 0 395,-102 2-509,48 8-1,2 1-145,-77-11-360,16 2 793,-22-2-662,1 0-1,0 0 1,-1 0 0,1 0 0,-1 0-1,1 0 1,-1 0 0,1 0-1,-1 1 1,1-1 0,-1 0 0,1 0-1,-1 0 1,1 1 0,-1-1 0,1 0-1,-1 1 1,1-1 0,-1 0-1,1 1 1,-1-1 0,0 1 0,1-1-1,-1 0 1,1 2 0,-13-2-5557,-11 0 155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0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0 199 5747,'141'-165'1296,"-113"131"1132,-28 36-2352,0 0-1,-1-1 1,1 1 0,0-1-1,0 1 1,0 0 0,0-1 0,0 1-1,0 0 1,1-1 0,-1 1-1,1 2 1,1 2 66,17 63 793,-11-46-447,5 31-1,26 283 1853,-38-302-2818,-1-33-1352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4514,'0'0'8596,"204"39"-8100,-152-23-192,0-9-224,0 5-80,-13-8-48,-13 0-1056,-9 4-2514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1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4418,'0'0'5565,"0"9"-4316,14 450 1950,-9-414-3159,2 51-16,4 49 87,0 3-76,-7-28-19,-4-120-29,0-13-315,0-18-1145,0 9-3228,0 3-1744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13 126 5507,'0'0'6058,"0"-13"-3537,-8 4-806,4 16-1298,3 26-877,1-25 632,0 727 2981,9-919-5286,0-12-256,-17-92 895,7 149 1444,1 136 57,0 1 0,1-1 1,-1 1-1,1-1 0,-1 1 1,1 0-1,0-1 1,0 1-1,0 0 0,0 0 1,0 0-1,0-1 0,1 1 1,-1 0-1,1 1 1,-1-1-1,1 0 0,0 0 1,0 1-1,0-1 0,0 1 1,0-1-1,0 1 0,0 0 1,0 0-1,1 0 1,2-1-1,7-2 35,0 1 0,1 0 1,0 0-1,13 0 0,-13 2-3,178-7 112,-165 8-113,-22 0-19,0 0 0,0 0 0,0 1 0,1 0 0,-1-1 0,0 2 0,-1-1 0,1 0 0,0 1 0,0-1 0,0 1 1,-1 0-1,1 0 0,-1 1 0,6 4 0,-4-2 23,-1 0-1,0 0 1,-1 0 0,1 0 0,-1 1 0,0-1 0,0 1 0,0 0 0,1 8 0,2 6 77,-2 1 1,0-1-1,-2 1 0,0 42 1,-1-40-92,-1-13 13,0 1 0,-2 19 0,1-26-31,0-1 1,0 1-1,0-1 1,0 1 0,-1-1-1,1 0 1,-1 1-1,0-1 1,0 0-1,0 0 1,-5 5-1,-7 5 38,0-1 0,-1-1 1,0 0-1,-1-1 0,0 0 0,-25 10 0,17-10-42,0-1-1,0-2 1,-1 0 0,-30 4 0,18-7-397,-57-2-1,61-2-1048,33-2 1295,-1 0 0,1 1-1,0-1 1,0 0-1,0 1 1,0-1 0,0 0-1,0 1 1,1-3-1,-1 3 145,1 0 0,-1 1-1,1-1 1,-1 0 0,1 1-1,-1-1 1,1 0-1,0 1 1,0-1 0,-1 1-1,1-1 1,0 1 0,0 0-1,-1-1 1,1 1-1,0 0 1,0-1 0,0 1-1,0 0 1,0 0-1,0 0 1,-1 0 0,1 0-1,0 0 1,0 0 0,0 0-1,0 0 1,0 0-1,0 1 1,0-1 0,5 0 1,9 0 13,-8 0 5,0-1 0,0 1 1,0 1-1,0-1 0,-1 1 0,1 0 1,0 1-1,0-1 0,-1 1 1,1 1-1,-1-1 0,11 7 1,7 10 230,0 1 1,-1 1-1,38 44 1,-47-49-91,77 98 1038,-22-27 533,-64-84-1362,-4-11-510,-5-14-465,2 16 188,-1-1 0,0 1 0,-7-11 0,-2-6-1822,2-4-2740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7:5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80 4434,'0'0'5072,"-5"-8"-1481,6 5-3572,-1 1 0,1 0 1,0 0-1,0-1 0,0 1 1,0 0-1,0 0 0,0 0 1,0 0-1,1 0 0,-1 0 1,1 0-1,0 0 1,-1 1-1,1-1 0,0 1 1,0-1-1,0 1 0,0 0 1,0-1-1,4 0 0,5-4-4,0 1 0,24-7-1,-23 9 3,0 2-1,0-1 0,-1 1 1,1 1-1,15 1 0,4 0 132,-30-1-127,1 0 0,-1 0 0,1 1 0,0-1 0,-1 0 0,1 1 0,-1-1 0,1 1 0,-1-1 0,1 1 1,-1 0-1,0 0 0,1 0 0,-1 0 0,0 0 0,0 0 0,1 0 0,-1 0 0,1 2 0,1 0 41,-1 1 0,0-1 0,0 1-1,-1 0 1,1-1 0,-1 1 0,2 7-1,0 4 134,-1 1 0,-1-1-1,0 18 1,-1-30-171,0 14 153,0 0 1,-1 0 0,-1 1-1,-4 16 1,4-29-133,1 1-1,-1-1 1,-1 0 0,1 0 0,-1 0-1,0 0 1,0 0 0,0 0 0,-1-1-1,1 0 1,-1 0 0,0 0 0,0 0-1,-1 0 1,1-1 0,-6 4 0,5-4-26,1 0-16,0-1 1,1 0-1,-1 1 0,0-1 1,0-1-1,-1 1 0,1 0 1,0-1-1,0 0 0,-6 1 1,10-3-23,0 1 0,-1 0 0,1 0 0,0 0 0,0-1 0,0 1 0,-1 0 1,1 0-1,0-1 0,0 1 0,0 0 0,0 0 0,0-1 0,-1 1 0,1 0 1,0-1-1,0 1 0,0 0 0,0 0 0,0-1 0,0 1 0,0 0 0,0-1 1,0 1-1,0 0 0,0 0 0,0-1 0,0 1 0,1-1 0,-1-1-119,0 0 82,0 0 1,1 0-1,-1-1 0,1 1 0,-1 0 1,1 0-1,0 0 0,0 0 0,0 0 1,0 0-1,0 0 0,0 0 0,1 0 0,-1 0 1,0 1-1,1-1 0,0 1 0,-1-1 1,1 1-1,0-1 0,0 1 0,0 0 0,0 0 1,0 0-1,0 0 0,0 0 0,0 0 1,0 1-1,0-1 0,4 0 0,8-1-87,0 0 0,0 0-1,24 1 1,-33 2 168,0-1 0,-1 1 0,1-1 0,0 1 0,-1 1 0,1-1 1,-1 1-1,1 0 0,-1 0 0,0 0 0,0 0 0,0 1 0,0-1 0,0 1 0,-1 0 0,1 0 0,-1 1 1,0-1-1,0 1 0,0 0 0,0 0 0,-1 0 0,1 0 0,-1 0 0,0 0 0,2 7 0,2 4 221,-2 1 0,0-1 0,0 1 0,-2 0 0,0 0-1,0 28 1,-2-38-187,0-1-1,-1 0 0,0 0 1,0 0-1,0 0 1,-1 0-1,0 0 0,0 0 1,0 0-1,0 0 0,-1-1 1,0 1-1,0-1 1,0 0-1,-1 0 0,1 0 1,-1 0-1,0 0 1,-7 5-1,-4 0 4,0 1 0,0-2 0,-1 0 0,-28 10 0,16-9-67,0 0 0,-1-3 0,0 0 0,-42 2 0,-120-4-2316,117-5-290,-17 1-3541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2897,'0'0'6099,"-8"3"-5403,-1 1-401,-22 8 2615,31-12-2878,0 1 1,0-1-1,0 0 1,0 0 0,0 1-1,0-1 1,0 0-1,0 0 1,0 1 0,0-1-1,0 0 1,0 0-1,0 1 1,0-1 0,0 0-1,0 0 1,0 1 0,0-1-1,1 0 1,-1 0-1,0 1 1,0-1 0,0 0-1,0 0 1,0 0-1,1 1 1,-1-1 0,0 0-1,0 0 1,0 0-1,1 0 1,-1 1 0,0-1-1,0 0 1,0 0-1,1 0 1,-1 0 0,0 0-1,0 0 1,1 0-1,-1 0 1,0 0 0,0 0-1,1 0 1,-1 0 0,0 0-1,0 0 1,1 0-1,-1 0 1,0 0 0,1 0-1,-1 0 1,0 0-1,394 4-1483,-392-4 1072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1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2321,'0'0'4058,"-4"0"-3586,-13 0 139,12 0 2238,8 0-2040,57 1 50,112 17 0,-113-13-532,-33-5-5265,-21 0 2922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1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1889,'0'0'4594,"0"-5"-4079,0-25 1166,1 29-1639,-1 1 0,0-1 0,1 1 0,-1-1 0,0 1 0,1-1 0,-1 1 0,1 0 0,-1-1 0,1 1 1,-1-1-1,1 1 0,-1 0 0,1-1 0,-1 1 0,1 0 0,0 0 0,-1 0 0,1-1 0,-1 1 0,1 0 1,0 0-1,-1 0 0,1 0 0,-1 0 0,1 0 0,0 0 0,-1 0 0,1 0 0,-1 0 0,1 1 0,0-1 0,-1 0 1,1 0-1,-1 1 0,1-1 0,-1 0 0,1 0 0,0 1 0,8 111 334,-1-30 136,-4 48 767,-5-82-770,2 0 0,2-1 0,3 0 0,11 47 0,-15-87-636,1 1 345,-3 5-4890,0-39-2267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2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28 3105,'0'0'4795,"-10"-8"-788,8 9-3987,1-1-1,-1 1 1,0 0 0,1-1 0,-1 1 0,1 0 0,-1 0 0,1 0-1,-1 0 1,1 0 0,0 1 0,-1-1 0,1 0 0,0 1 0,0-1-1,0 0 1,0 1 0,0 0 0,0-1 0,1 1 0,-1-1 0,0 1-1,1 0 1,-1 2 0,-16 58 542,11-36-385,-5 11 122,2 0 1,1 1-1,2 0 0,-1 70 1,7-29 431,1-75-691,-1 0 1,1-1-1,0 1 1,0 0-1,0-1 1,0 1 0,1 0-1,-1-1 1,1 0-1,0 1 1,0-1-1,0 0 1,1 0-1,-1 0 1,1 0 0,-1-1-1,1 1 1,0-1-1,0 1 1,0-1-1,1 0 1,-1 0-1,0-1 1,1 1-1,-1-1 1,1 1 0,5 0-1,7 2 68,0-1-1,0 0 1,1-1-1,31-1 0,-21 0-60,-18 0-33,-1 0 0,1-1 1,0 0-1,0-1 1,-1 0-1,1 0 1,0-1-1,11-3 1,-9-2-24,0 0 1,-1 0 0,0-1 0,0 0 0,-1-1-1,0 0 1,0 0 0,-1-1 0,0 0 0,-1-1-1,0 1 1,-1-1 0,8-18 0,-10 15-44,0 0 1,-2-1 0,1 1-1,-2-1 1,0 0 0,0 1-1,-3-17 1,2 4 78,-1 14-26,-1 1 1,0-1 0,0 1-1,-1-1 1,-1 1 0,0 0-1,-1 0 1,0 1 0,-1-1-1,0 1 1,-1 0 0,0 1-1,-1 0 1,0 0 0,-10-10-1,9 13-40,0 0 0,0 0-1,-1 1 1,0 1 0,0-1-1,0 1 1,-1 1 0,1 0-1,-1 1 1,0 0-1,0 0 1,0 1 0,0 1-1,-1 0 1,-21 1 0,32 1-256,1 0-1,0 1 1,0-1 0,-1 0 0,1 1 0,0-1 0,0 0 0,0 1 0,1-1 0,-1 0 0,0 1-1,1 1 1,-1-3 93,0 1-1,1-1 1,-1 1-1,1-1 1,-1 1-1,1-1 1,-1 1-1,1-1 1,-1 1-1,1-1 1,-1 0-1,1 1 1,-1-1-1,1 0 1,0 0-1,-1 1 1,1-1-1,0 0 1,-1 0-1,2 0 1,32 5-6209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3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29 3282,'0'0'5877,"-30"0"-1438,8 0-3991,-24 1 23,43-1-455,0 1 0,0-1 0,0 1-1,0 0 1,1 0 0,-1 0 0,0 0 0,1 1 0,-1-1 0,1 1 0,-1 0 0,1-1 0,-3 4 0,0 0 40,0 0 0,0 1 1,1-1-1,0 1 0,0 1 0,0-1 0,1 0 1,0 1-1,0 0 0,0-1 0,1 1 0,0 0 0,1 0 1,-1 1-1,1-1 0,0 14 0,-1 12 388,1 1 0,2-1 0,6 36 0,-6-59-346,1 1-1,1-1 1,0 0-1,1 0 1,-1 0-1,2-1 1,-1 1-1,2-1 1,-1 0-1,1-1 1,0 1-1,1-1 1,0 0-1,10 8 1,-8-8-2,1-1 0,0-1 1,0 0-1,0 0 0,1-1 0,0 0 1,0-1-1,0-1 0,0 1 0,19 2 1,7-2 168,74 0 0,-102-4-253,-1 0-11,0 0 0,-1-1 1,1 0-1,-1 0 0,1-1 1,-1 0-1,1 0 1,-1 0-1,0-1 0,0 0 1,0-1-1,6-4 0,-6 3-23,1-1 0,-1-1-1,0 0 1,-1 0 0,0 0 0,0 0-1,0-1 1,-1 0 0,5-11-1,-4 7-81,0-1 0,-1 0 0,-1 0 0,0 0-1,-1-1 1,0 1 0,0-17 0,-1-11-56,-3-46 1,0 79 156,0 0 1,0 0 0,-1 0-1,0 0 1,-1 0 0,0 1-1,0-1 1,0 1 0,-1 0-1,0 0 1,0 0 0,-1 0-1,0 1 1,0 0 0,-1 0-1,1 0 1,-11-8 0,6 7-4,1 1 1,-1-1 0,0 1-1,-1 1 1,1 0-1,-1 1 1,0 0 0,0 0-1,-1 1 1,1 1-1,-21-3 1,-16 2-275,-93 7 0,129-2-65,0 1-1,0-1 1,1 2 0,-1-1 0,1 2-1,0 0 1,-17 9 0,16-6-951,0 1 0,0 0 1,-11 11-1,-14 19-8309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6195,'0'0'8017,"0"2"-7684,10 119 1257,-2-54-1240,6 84 909,49 215 0,-54-332-962,14 39-1,-18-62-219,0 0 1,0 0-1,1-1 0,1 0 1,0 0-1,0 0 0,9 9 1,-13-16-43,1 0 1,-1 0-1,1-1 0,-1 1 1,1-1-1,0 0 1,0 0-1,0 0 1,0 0-1,0 0 1,0-1-1,1 0 1,8 1-1,-10-2-11,0 1 0,0-1 0,0-1-1,1 1 1,-1 0 0,0-1 0,0 0 0,0 0 0,0 0 0,0 0 0,0 0-1,0 0 1,0-1 0,-1 1 0,1-1 0,0 0 0,-1 0 0,1 0 0,-1 0 0,4-4-1,5-9-44,-1-1 0,0 0 0,-1 0-1,9-22 1,26-77-742,-15 17-1041,23-145 0,21-72 788,-67 290 1086,9-25 236,-14 47-310,0 0 0,0 1-1,0-1 1,1 0 0,-1 0-1,1 1 1,0-1 0,0 1 0,0-1-1,0 1 1,0 0 0,4-3-1,-5 5-92,-1 0 0,0 0 0,0-1 0,0 1 0,1 0 0,-1 0 0,0 0 0,0 0 0,0 0 0,1 0 0,-1 0 0,0-1 0,0 1 0,1 0 0,-1 0 0,0 0 0,0 0 0,0 0 0,1 0 0,-1 0 0,0 0 0,0 0-1,1 0 1,-1 1 0,0-1 0,0 0 0,0 0 0,1 0 0,-1 0 0,0 0 0,0 0 0,0 0 0,1 0 0,-1 1 0,0-1 0,0 0 0,0 0 0,0 0 0,1 0 0,-1 1 0,0-1 0,0 0 0,1 13-5095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5 7043,'0'0'8116,"-12"-1"-7374,-37-2-364,36 3-140,13 4-43,0 12-178,0-1 1,1 1-1,1 0 1,0-1-1,1 0 0,0 1 1,1-1-1,1 0 1,1-1-1,9 19 1,31 41 31,-22-36 5,24 48 0,-46-81-49,0 0 0,-1 0 0,1 1 0,-1-1 0,0 1 0,0-1 0,-1 1 0,1 6 1,-2-11-7,1-1 0,0 1 0,-1 0 0,1-1 1,0 1-1,-1-1 0,1 1 0,-1-1 1,1 1-1,-1-1 0,1 1 0,-1-1 1,1 0-1,-1 1 0,1-1 0,-1 1 1,0-1-1,1 0 0,-1 0 0,0 1 1,1-1-1,-1 0 0,0 0 0,1 0 0,-1 0 1,0 0-1,1 0 0,-1 0 0,0 0 1,0 0-1,-30 0 21,22-1-16,-11 1-375,-42-5 0,54 4-173,0-1 0,0 0-1,0-1 1,1 0 0,-1 0-1,1 0 1,-13-9 0,-1-4-3575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7924,'0'0'5957,"-3"1"-5389,3-1-551,-1 0-1,1 0 0,0 0 0,-1 0 1,1 0-1,0 0 0,0 1 0,-1-1 1,1 0-1,0 0 0,0 0 0,-1 0 1,1 0-1,0 0 0,0 1 0,-1-1 1,1 0-1,0 0 0,0 0 1,0 1-1,-1-1 0,1 0 0,0 0 1,0 1-1,0-1 0,0 0 0,-1 0 1,1 1-1,0-1 0,0 0 0,0 0 1,0 1-1,0-1 0,0 0 0,0 1 1,0-1-1,0 0 0,0 0 1,0 1-1,0-1 0,0 0 0,0 1 1,0-1-1,0 0 0,0 0 0,1 1 1,-1-1-1,17 10 624,36 3 66,-48-12-685,138 23 360,-80-21-3507,-55-3-1031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4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14 270 7668</inkml:trace>
  <inkml:trace contextRef="#ctx0" brushRef="#br0" timeOffset="1">14 270 7668,'-13'-269'2705,"17"269"-1089,39 0-351,14 0-32,8 0-161,4 0-736,-8 0-272,-5 0-64,-12 0-656,-18 15-1217,-18 5-4002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5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93 5394,'0'0'8914,"-10"1"-8279,7 1-613,0 0 0,0 0 0,0 0 0,0 0 0,1 1 0,-1-1 0,0 1 0,1 0 0,0 0-1,0 0 1,-3 5 0,-20 38 70,12-20-54,8-17-24,1 1 0,0 0 0,0-1 0,1 1 0,-3 15 0,-2 43 746,2 114 0,6-160-695,0-11 2,1-1-1,0 1 1,0 0-1,1-1 1,0 1 0,1-1-1,0 0 1,1 0-1,0 0 1,8 14-1,-9-19-15,1 0-1,-1 0 0,1 0 0,0-1 1,0 0-1,1 0 0,-1 0 0,1 0 1,0-1-1,0 0 0,0 0 0,0 0 1,1 0-1,-1-1 0,1 0 0,0 0 1,-1-1-1,1 1 0,0-1 0,9 0 1,5 1 103,-1-2 0,22-1 0,-36 0-141,1 1-1,0-1 1,-1-1-1,1 1 1,-1-1 0,1 0-1,-1 0 1,0-1-1,0 0 1,0 1 0,7-7-1,3-3-31,-1-2 0,0 1 0,-1-2 0,0 0 0,17-27 0,-24 32-11,-1-1 0,0 0 1,0 0-1,-1 0 1,0 0-1,-1-1 0,-1 1 1,1-1-1,-2 0 1,1-17-1,-1-40-47,-3-77 231,1 139-162,0 0-1,-1 1 0,0-1 0,0 0 1,-1 1-1,1-1 0,-1 1 0,-1 0 1,1 0-1,-1 0 0,-8-9 0,-6-5-32,-34-29 0,46 43 42,-76-62 31,78 66-53,0 0 1,0-1 0,0 2 0,-1-1 0,1 0-1,-1 1 1,1 0 0,-1 0 0,1 0 0,-1 1-1,0-1 1,1 1 0,-1 0 0,0 1-1,1-1 1,-1 1 0,1 0 0,-1 0 0,1 0-1,-1 1 1,1-1 0,-1 1 0,1 0 0,0 0-1,0 1 1,0-1 0,1 1 0,-1 0-1,0 0 1,1 0 0,0 1 0,-4 4 0,3-3-325,1 1 1,0 0-1,0 0 1,1 0-1,-2 7 1,0 17-4662,4-20-2317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5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2001,'3'1'12384,"11"3"-12152,-6 2-130,-1 1-1,0 0 1,-1 0-1,1 1 1,7 12-1,-1-2 37,-8-11-99,1 0-1,-1 1 0,-1 0 0,0 0 1,0 0-1,0 0 0,-1 0 0,0 1 1,-1 0-1,0-1 0,0 1 0,-1 0 0,0 0 1,0 14-1,-1-12-40,0-5 26,1-1 0,-1 0 0,0 0-1,-1 1 1,1-1 0,-1 0 0,0 0-1,-1 0 1,1 0 0,-1 0 0,0 0-1,0 0 1,-3 5 0,-11 8 88,0-2 0,-30 26 0,44-41-207,1 0-1,-1 0 1,1 0 0,-1 0 0,1 0-1,-1 0 1,0 0 0,0-1 0,1 1-1,-1-1 1,0 1 0,0-1 0,0 0-1,0 1 1,1-1 0,-3 0 0,3-14-4134,1-23-989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5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6 124 480,'0'0'9693,"-1"-2"-8856,0 2-822,1-1 0,-1 1 0,1-1 0,0 0-1,-1 1 1,1-1 0,0 1 0,-1-1 0,1 0 0,0 0-1,0 1 1,0-1 0,-1 0 0,1 1 0,0-1-1,0 0 1,0 0 0,0 1 0,0-1 0,0 0 0,1 1-1,-1-1 1,0 0 0,0 1 0,0-1 0,1-1-1,14-14 207,0 3-55,-10 8-148,1-1 0,0 1 0,1 0 0,-1 1 0,1 0 0,0 0 0,0 0 0,0 1 0,1 0 0,-1 0 0,1 1 0,10-2-1,18-7 7,-23 8-1,1 0 0,0 1 0,0 0 0,-1 2 0,1-1 0,21 3 0,4-1 8,-37-1-14,0 0 1,1 1-1,-1-1 1,0 0-1,0 1 0,1-1 1,-1 1-1,0 0 1,0 0-1,0 0 1,0 0-1,0 0 1,0 0-1,0 1 1,0-1-1,0 1 1,0-1-1,-1 1 1,1 0-1,-1-1 1,1 1-1,-1 0 1,0 0-1,0 0 0,0 0 1,0 0-1,0 0 1,0 0-1,1 5 1,0 4 108,0-1-1,0 1 1,-1 0-1,-1 20 1,1-16 90,-1 0 0,0 0-1,-1 0 1,-1 1 0,-1-1 0,0-1-1,-10 30 1,-12 9 358,-59 96-1,64-120-451,-1-2 0,-1 0-1,-1-1 1,-41 35 0,31-37-32,31-23-81,1 0 0,-1 0 1,0-1-1,1 1 1,-1 0-1,0-1 1,1 1-1,-1-1 1,0 0-1,0 0 1,0 1-1,1-1 0,-1 0 1,0-1-1,0 1 1,1 0-1,-1 0 1,-3-2-1,4 2-11,1-1-1,-1 1 1,1 0-1,0-1 1,-1 1-1,1-1 1,-1 1 0,1-1-1,0 1 1,0-1-1,-1 1 1,1-1-1,0 1 1,0-1-1,0 0 1,0 1-1,-1-1 1,1 1 0,0-1-1,0 1 1,0-1-1,0 0 1,0 1-1,1-1 1,-2-7-51,-1-20-875,1 1 0,3-34 0,-2 54 737,1 0 0,0 0 0,1 0 0,-1 0 0,1 1 0,0-1 0,1 0 0,0 1 0,0-1 0,0 1 0,1 0 0,0 0 0,0 1 0,8-9 1,-9 11 213,-1 1 1,1 0 0,0 0-1,0 0 1,0 0 0,0 0-1,1 1 1,-1-1 0,0 1-1,1 0 1,-1 0 0,1 0 0,-1 0-1,1 1 1,-1 0 0,1-1-1,0 1 1,-1 0 0,1 1-1,-1-1 1,1 1 0,-1-1-1,1 1 1,5 2 0,-1 1 251,0 0 1,1 1 0,-1 0 0,-1 0-1,1 1 1,-1 0 0,0 0-1,7 8 1,13 15 614,-11-11-119,1 0 0,0-1 0,30 21 0,-42-34-720,0-1 0,0 1 0,1-1 0,-1-1 0,1 1 0,0-1 0,0 0 0,0 0 0,0-1 0,0 0 0,0 0 0,1 0 0,-1-1 0,0 0 0,0 0 0,1 0 0,-1-1 1,10-2-1,-13 2-177,-1 0 0,1 0 0,0 0 0,-1-1 1,1 1-1,-1 0 0,0-1 0,1 0 0,-1 1 1,0-1-1,0 0 0,2-3 0,3-4-790,-2-1-1,1 1 1,4-12-1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58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7155,'0'0'6942,"18"0"-4992,-16 0-1877,-1 0-1,1 0 0,-1 0 1,1 1-1,-1-1 0,1 0 1,-1 1-1,1-1 0,-1 1 1,0-1-1,1 1 0,-1 0 1,0 0-1,0 0 1,1 0-1,-1-1 0,0 1 1,0 1-1,0-1 0,0 0 1,1 2-1,1 2 1,0 0 1,0 1-1,-1-1 1,2 9-1,3 3 105,114 265 2255,-106-243-2123,1-1 0,3-1 0,1-1 0,30 42 0,-49-76-303,1 0 0,0 0 0,0 0-1,0 0 1,0 0 0,0 0-1,0-1 1,0 1 0,0-1-1,1 1 1,-1-1 0,1 0 0,-1 0-1,1 0 1,-1 0 0,1-1-1,-1 1 1,1-1 0,0 1 0,-1-1-1,1 0 1,0 0 0,-1 0-1,1-1 1,0 1 0,-1 0-1,1-1 1,0 0 0,-1 0 0,1 0-1,-1 0 1,1 0 0,-1 0-1,0 0 1,0-1 0,1 1-1,-1-1 1,0 0 0,0 0 0,0 0-1,-1 0 1,3-2 0,21-36-363,-1-2 1,-3 0-1,25-66 1,-40 87 237,0 0 1,-1 0-1,-1-1 0,2-34 1,-5-91-609,-2 81 279,-5 40 229,6 25 217,-1 1 1,1-1-1,0 1 0,0-1 0,0 1 0,0-1 1,0 1-1,-1-1 0,1 1 0,0-1 0,0 1 0,-1-1 1,1 1-1,0 0 0,-1-1 0,1 1 0,0-1 0,-1 1 1,1 0-1,0 0 0,-1-1 0,1 1 0,-1 0 0,1 0 1,-1-1-1,1 1 0,-1 0 0,1 0 0,-1 0 1,1 0-1,-1 0 0,1-1 0,-1 1 0,1 0 0,-1 0 1,1 1-1,-1-1 0,1 0 0,-1 0 0,1 0 0,-1 0 1,1 0-1,-1 0 0,1 1 0,-1-1 0,1 0 1,-1 0-1,1 1 0,-1-1 0,-2 11 36,2-8-32,0 11 202,0 1 1,0 0 0,3 15 0,-2-26-139,0 0 1,1 0 0,0 0-1,0 0 1,0-1-1,0 1 1,1 0 0,-1-1-1,1 1 1,0-1 0,0 0-1,0 0 1,1 1 0,-1-1-1,1-1 1,-1 1 0,6 4-1,2-1 27,1 0 0,0 0-1,0-1 1,0-1 0,0 0-1,1 0 1,0-1 0,-1-1-1,20 2 1,0-2-400,0-1 0,50-6 0,-68 3-539,0 0-1,19-5 1,4-7-3940,-8-2-4827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8:59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12182,'0'0'1168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12.227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217 20 2209,'0'0'4471,"2"-3"-3977,-1 2-360,0 0-60,0 0 1,0 0 0,0 0 0,0 1 0,0-1 0,-1-1 0,1 1 0,0 0 0,-1 0-1,1 0 1,-1 0 0,1-2 0,25 5 1080,-24-1-1108,0 1 0,0 0 0,0 0 0,0 0 0,-1 1 0,1-1 0,-1 0 0,1 1 0,-1-1-1,0 0 1,1 5 0,10 33 370,-9-26-300,16 57 394,-4 0 1,-2 1 0,5 136-1,-5 171-30,0 1-116,-12-154-256,-3 247 169,-18-256-109,6-95-29,-24 456 778,37-552-877,-3 93 99,-27 169-1,15-200-2,3 1 0,-1 110 0,-16 170 293,0 1-126,31-100-92,-3 292-115,-4-433-70,0 92-11,6-107 44,-5 0 1,-30 173-1,19-181-30,5 0 1,4 155-1,3 254 2,4-447-6,2-16-21,-3 0 0,-1-1-1,-19 98 1,14-115-8,-2 40 0,3-20 12,-5 15-17,-5 43 16,13-83-9,1-8-27,-1 34 1,12-55 83,221-1 9,265 2-31,-61 7-173,25 23 147,175 18-151,-255-25-226,68-15 282,-312-9 32,71-16-147,-26 1-145,451 13 659,-332 4-246,-254-1-67,69 14-1,-64-8 51,16-3 1744,-73-4-1839,-45 1-3459,7 6-3098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17.082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8316 0 3954,'0'0'2830,"5"23"-2501,0 0-212,34 127 987,-31-120-464,-1 0 0,-1 0-1,3 59 1,-8 98 583,-3-93-949,2 1482 1935,-2-1536-2195,-13 73 1,-2 15 33,15 242 32,3-194-56,0-159-24,-1-8 2,1 0-1,-1-1 1,-1 1-1,1 0 1,-2 0 0,1-1-1,-1 1 1,0-1-1,-1 0 1,0 1-1,-6 11 1,0-2 9,1 0 1,0 0-1,2 1 1,0 0 0,1 0-1,1 0 1,1 1-1,-1 33 1,-4 0 14,5-36-15,0 0 0,0 22 0,3-13 50,0-25 110,-26-1 1141,7 0-1308,7 1 2,-1-1-1,1-1 1,0 0 0,-24-5-1,7 0-28,1 2-1,-1 0 1,0 2 0,0 1-1,-34 4 1,-4-1 11,44-2 16,4 1-35,0-1-1,1-1 0,-1-1 0,0 0 0,-35-10 0,25 2-43,-1 0-1,1 3 1,-1 0 0,0 2-1,-1 1 1,-38 0-1,-577-15-217,504 5 319,-73-3-2,-294 15-13,270 3 53,-348 7 368,125-27-314,2-1-73,438 20-57,5-1 14,0 1 1,0 1-1,0 0 1,0 1-1,1 1 1,-1 0-1,-21 8 1,-117 48-3,125-50 12,0-1-1,-1-1 0,-39 3 0,10-7 16,1-2 0,-65-8-1,-2 3 735,126 11-694,-2 9 440,2-15-495,-1-1 0,1 0 0,0 1 0,-1-1-1,1 0 1,-1 1 0,1-1 0,-1 0 0,1 1 0,-1-1 0,1 0 0,-1 0 0,0 0 0,1 0 0,-1 1 0,1-1 0,-1 0 0,1 0 0,-1 0 0,1 0 0,-1 0 0,0 0 0,1-1-1,-1 1 1,1 0 0,-1 0 0,1 0 0,-2-1 0,-27-3-29,0 1 0,0 1 1,-43 3-1,20 0 4,-109 11 51,-303 11-30,119-4 8,-44-11-26,101-7-28,250 3 35,0 2 0,0 1 0,0 2 0,-44 17 0,46-13 1,-2-2 0,1-1 0,-1-2 0,-40 2 1,-136-6-38,-18 0-43,114-3-199,66-1 210,28-2 65,0 0 0,-25-6 0,26 4-3,-1 0 0,-25 0 0,-126 4-266,175 22 331,7 24-20,1-1 0,26 76-1,-15-54-35,51 222 77,-58-227-75,8 51 13,8 136 0,-8-5-14,0 75 4,-18-248 19,3 0 1,23 118 0,-16-103-18,-3 0-1,-4 144 0,-5-183-3,2 4 52,12 68 0,1-1 51,-4-6-81,3 73 22,-14 432 91,9-497-151,-9-59 16,9-43 5,-9-10-5,0 0 0,1-1 0,0 1 0,0-1 0,1 1 0,3 10 0,-3-12-14,0 2 4,0 1 0,-1 0 0,0 0 0,-1 0-1,0 15 1,-1 11 0,2-34-3,1-1 1,-1 1 0,0-1-1,1 0 1,-1 0 0,1 0-1,-1 1 1,1-1 0,-1-1-1,0 1 1,1 0 0,-1 0-1,3-1 1,-3 1-57,-1 0 0,1-1-1,0 1 1,-1 0 0,1 0-1,-1-1 1,1 1 0,-1 0 0,1-1-1,-1 1 1,1-1 0,-1 1 0,0 0-1,1-1 1,-1 1 0,0-1 0,1 1-1,-1-1 1,0 1 0,1-1-1,-1 0 1,0 1 0,0-1 0,0 1-1,0-1 1,0 1 0,1-1 0,-1 0-1,0 1 1,0-1 0,0 1 0,-1-1-1,1 0 1,0 1 0,0-1-1,0 1 1,0-1 0,0 1 0,-1-1-1,1 0 1,0 1 0,0-1 0,-1 1-1,1-1 1,-1 1 0,1-1-1,0 1 1,-1 0 0,1-1 0,-1 1-1,1 0 1,-1-1 0,1 1 0,-1 0-1,0-1 1,-19-7-3730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20.9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2620 19 3794,'0'0'6792,"-2"-10"-1228,-1 4-4752,-70 5 202,28-1-962,1 2 1,-55 8 0,36-1 37,-117-3 1,-4 0 117,13 1-86,105-5-92,-106 14 0,-48 13-1,176-23-21,0-1 1,-57-4-1,24-1 2,38 2-6,1 2 0,-68 11 1,-29 10-18,59-12-1,-88 26 1,135-31 17,-1 0 0,1-2 1,-1-1-1,-59-2 0,62-1 10,22-1-11,1 0-1,-1 0 1,0 0 0,1 0 0,-1-1 0,0 0 0,1 0 0,0 0 0,0-1 0,-5-2 0,-19-10-3,-18-9-15,40 20 15,0 1-1,0-1 0,0 1 1,0 0-1,-1 0 1,1 1-1,-1 0 1,0 0-1,1 1 0,-1 0 1,-8-1-1,14 2 0,-1 0-1,1 0 1,0 0-1,-1 0 1,1 0-1,0 0 1,0 0-1,-1 0 0,1 0 1,0 1-1,-1-1 1,1 1-1,0-1 1,0 1-1,0-1 1,-2 2-1,3-1 1,-1 1 0,0-1 0,1 1 0,0-1 0,-1 1 0,1-1 0,0 1 0,0 0 0,0-1 0,0 1 0,0-1 0,0 3 0,0 2 14,0 526 395,13-350-368,0 18-8,-13-199-168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22.4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1352 249 7459,'0'0'5731,"-15"-11"-4979,-51-37-146,55 38-257,0 0-1,-13-15 1,19 19-171,0 0-1,0 1 1,-1-1 0,-6-3-1,-7-5-50,-1 1 1,0 0-1,-1 2 0,-1 1 0,1 0 0,-2 2 0,1 0 1,-1 2-1,0 0 0,0 2 0,-25-2 0,-275 2 44,310 6-145,0 0 0,0 1 0,1 1 0,-1 0 1,1 0-1,-12 7 0,-3 2 28,-40 27 0,38-20-7,2 1 0,0 1 0,1 1 0,1 1 0,2 1 1,0 1-1,2 2 0,-34 55 0,37-52 114,2 0 1,1 2-1,-15 46 1,17-33-26,3-13-33,1 1 0,-6 46 0,10-16 244,2 109 0,4-166-335,0 1 0,1-1 0,0 0 0,0 1 0,0-1 0,1 0 0,0 0 1,0-1-1,8 12 0,3 3 61,28 30 1,-16-21 39,-2-2-9,1-2-1,2-1 0,0-1 1,1-1-1,2-1 1,0-2-1,1-1 0,41 18 1,-35-20-51,1-2-1,1-2 1,0-2 0,0-1 0,1-2-1,0-2 1,49 1 0,137-6 80,-205-2-121,0-1 1,0 0-1,0-2 0,0-1 0,38-13 0,-26 6-11,-1-3-1,54-32 1,-58 28-32,-2-1 0,0-2 0,-1 0 1,-2-2-1,0 0 0,31-44 0,-51 63 32,0 0 0,-1 0 0,1 0 0,-1-1 0,0 1 0,-1-1 0,1 1 0,-1-1 0,0 0 0,0-5 0,0-63 5,-2 46-15,2-1 21,-2 0 1,-1 0-1,-1 1 1,-2-1-1,-15-50 1,-96-228 29,103 281-68,-30-43 0,7 14-26,29 44 48,-1 1 0,0-1 0,0 1 0,-1 1 0,0-1 0,-1 2 0,0-1 0,0 1 0,-1 1-1,0 0 1,0 1 0,-1 0 0,0 0 0,0 1 0,0 1 0,-19-5 0,24 7-2,-47-15 35,49 15-28,0 0 1,0-1-1,1 1 0,0-1 0,-1 0 1,1 0-1,0 0 0,-6-7 1,5 3-16,5 6-68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23.0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 5042,'0'0'6457,"0"-11"-5633,0-48 2052,6 63-1892,-2 3-860,1 0 0,-2 1 0,1 0 0,-1-1 0,2 11 0,1 1 93,21 60 516,-10-22 37,3-1-1,46 89 0,-61-135-667,1-2 0,0 1-1,0 0 1,1-1 0,0-1-1,13 12 1,-17-16-71,1-1 0,-1 1 0,1-1 0,-1 0 1,1 0-1,0-1 0,0 1 0,0-1 0,0 1 0,0-1 1,0 0-1,0-1 0,0 1 0,0-1 0,0 0 0,1 0 1,-1 0-1,0 0 0,0-1 0,5-1 0,-6 1-21,0-1 0,0 0 0,0 0 0,0 0 0,0 0 0,0 0 0,0-1 0,-1 0 0,1 1 0,-1-1 0,0 0 0,1 0-1,-1 0 1,-1 0 0,1 0 0,0-1 0,-1 1 0,2-5 0,0 0 1,160-292-1267,-156 290 1115,29-54-595,-33 56-114,0 0-1,0 1 0,3-14 0,-6 12-2710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24.6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 2305,'0'0'5045,"0"-4"-4159,0-9-270,0 3 3741,2 10-4295,-1 0 0,0 0 0,1 0 0,-1 0 0,0 1 0,1-1 0,-1 1 0,0-1 0,0 1-1,0-1 1,1 1 0,1 1 0,1 3 24,0 0-1,-1 1 1,1-1-1,-1 1 0,0 0 1,-1 0-1,1 0 0,-1 0 1,0 1-1,-1-1 0,2 12 1,1 7 167,0 45 1,1 207 287,-5 26-565,0-301 38,6-2-599,32 0 592,-21 2-24,1-2-1,-1 0 0,0-1 1,0-1-1,22-5 1,-11 1-65,1 1 1,0 1 0,0 1 0,0 2 0,36 3-1,-6-1 15,-39 0 87,33 6 0,-34-4 0,32 2 0,348-5-498,-353-7 355,-14 1 44,237 1 126,-156 7-22,18 5-63,47-4 363,-93-5-231,146-10 640,-116 12-210,-69 0-3919,-60 0-1877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25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35 6195,'0'0'6675,"-1"-1"-6506,1 1 0,0-1 0,-1 1 0,1 0 0,0-1 1,0 1-1,-1-1 0,1 1 0,0-1 0,0 1 0,0-1 0,0 1 0,0-1 1,0 1-1,0-1 0,0 1 0,0-1 0,0 1 0,0-1 0,0 1 0,0-1 1,0 0-1,397 5 156,-395-5-534,1 0 0,-1 1 0,0-1-1,1-1 1,-1 1 0,0 0 0,0 0 0,0-1 0,3-2-1,5-9-5686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26.3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 3778,'0'0'4428,"2"-5"-4043,4-13-121,-5 13 1606,0 5-1812,-1 1-1,1-1 1,0 0 0,0 1-1,-1-1 1,1 0 0,0 1-1,-1-1 1,1 1 0,0-1-1,-1 1 1,1-1-1,-1 1 1,1-1 0,-1 1-1,1 0 1,-1-1 0,0 1-1,1 0 1,-1-1 0,0 1-1,1 0 1,-1-1 0,0 2-1,8 24 302,-6-16-89,23 93 1720,17 158 0,-27-150-1245,-2-60-634,-6-27-363,-6-20-1621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36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53 3858,'-5'2'11776,"5"-4"-11776,1 0 1,-1-1-1,0 1 1,1 0-1,-1 0 1,1 0-1,0 0 1,0 0-1,-1 0 1,1 0-1,1 1 1,-1-1-1,0 0 1,0 0-1,1 1 1,-1-1-1,1 1 1,-1-1-1,1 1 1,-1 0-1,1-1 0,0 1 1,0 0-1,0 0 1,0 0-1,0 1 1,0-1-1,0 0 1,0 1-1,0-1 1,2 1-1,9-3-39,0 1-1,0 1 1,25 1-1,-25 0 47,-4 0-29,-8 0 11,1-1 0,-1 1 0,0 0 0,0 0 0,0 0 0,0 0-1,1 0 1,-1 0 0,0 0 0,0 0 0,0 0 0,0 0 0,0 1 0,1-1 0,-1 0 0,0 1 0,0-1-1,0 1 1,0 0 0,0-1 0,0 1 0,0 0 0,0-1 0,-1 1 0,1 0 0,0 0 0,0 0-1,0 0 1,-1 0 0,1 0 0,-1 0 0,1 0 0,-1 0 0,1 0 0,-1 0 0,1 2 0,2 9-32,0-1 1,-1 1-1,-1-1 0,0 1 1,0 0-1,-1-1 1,-1 1-1,0 0 1,0 0-1,-1-1 1,-1 1-1,0-1 1,0 0-1,-1 0 1,-6 11-1,-9 16 4,-2-1 0,-30 40 0,33-52 55,7-10-16,0-1 0,-24 25 0,35-39-2,-1 1 0,1 0-1,-1-1 1,0 1 0,1-1 0,-1 1 0,0-1 0,1 1-1,-1-1 1,0 1 0,1-1 0,-1 0 0,0 1 0,0-1-1,0 0 1,1 0 0,-1 0 0,0 0 0,-1 1 0,1-2-19,1 0 0,-1 1 0,1-1 0,-1 0 0,1 1 0,-1-1 0,1 0 0,0 0 0,-1 1 0,1-1 0,0 0 0,-1 0 0,1 0 0,0 0 0,0 1 0,0-1 0,0 0 0,0 0 0,0 0 0,0 0 0,0 0 0,0-1 0,0-1-26,0-14-1017,1-1 0,4-29 0,-4 40 628,1 0 1,1 0-1,-1 1 1,1-1-1,0 1 1,0-1-1,1 1 1,0 0-1,0 0 1,5-6-1,-6 9 250,0 1-1,0-1 1,1 1 0,-1 0-1,0-1 1,1 2 0,-1-1 0,1 0-1,-1 1 1,1-1 0,5 0-1,-6 1 250,0 0-1,-1 1 0,1-1 1,0 1-1,0 0 0,0 0 0,0 0 1,0 0-1,0 1 0,0-1 1,0 1-1,0 0 0,-1-1 1,1 1-1,0 1 0,4 1 0,2 6 635,0 0-1,-1 0 1,0 0-1,-1 1 1,0 0-1,8 16 0,5 7 1030,-12-21-1153,1 3 329,1-1 0,1-1 0,17 19 0,-24-28-793,1-1 0,-1 1 0,0-1 0,1 0 0,-1 0 0,1-1 0,0 0 0,0 1 0,0-2 0,0 1 0,1 0 0,-1-1 0,0 0 0,1 0 0,8-1 0,-12 1-136,0-1-1,-1-1 0,1 1 1,0 0-1,0 0 0,0-1 1,-1 1-1,1 0 1,0-1-1,-1 0 0,1 1 1,0-1-1,-1 0 1,4-2-1,-3 1-183,-1 0 0,1-1 0,0 1 0,0 0 0,-1-1 0,0 1 0,1-1 0,-1 0 0,2-4 0,10-41-4754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37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83 3506,'0'0'4962,"-5"-1"-4490,-22-2 625,0 2-1,-43 2 1,67 0-1046,0 0 1,0 0 0,0 0 0,0 1-1,1-1 1,-1 0 0,1 1-1,-1 0 1,1 0 0,-1 0 0,1 0-1,0 0 1,0 0 0,0 0 0,0 1-1,0-1 1,-1 4 0,-3 4 64,1-1 0,0 1 0,-5 17 0,-2 13 323,3 0 0,1 0 0,2 1-1,1 1 1,2 71 0,3-105-364,0-3 60,0 1 0,0-1-1,1 0 1,-1 0-1,3 10 1,-2-13-108,0-1 1,-1 1 0,1-1 0,0 1-1,0-1 1,0 1 0,0-1-1,0 0 1,0 0 0,0 1-1,1-1 1,-1 0 0,0 0 0,1 0-1,-1 0 1,1-1 0,-1 1-1,1 0 1,-1-1 0,1 1-1,-1-1 1,1 1 0,2 0 0,8 0 80,1 0 1,0 0-1,19-2 1,-3 0 30,-23 1-137,0-1-1,-1 0 1,0-1 0,1 1-1,-1-1 1,0 0 0,0 0-1,0-1 1,0 0 0,0 0-1,0 0 1,-1 0-1,1-1 1,-1 0 0,0 1-1,0-2 1,-1 1 0,1 0-1,3-6 1,3-5-232,0-1 0,-2 0 0,1 0-1,10-32 1,-13 24-392,-1 1-1,-1-1 1,-1 0-1,-1-1 1,-2-47-1,-1 30 346,1 36 371,0-1 1,-1 1-1,0 0 0,0 0 1,-1 0-1,0 1 1,0-1-1,0 0 0,0 0 1,-1 1-1,0 0 1,0-1-1,-1 1 1,1 0-1,-1 1 0,0-1 1,-7-6-1,3 3 207,2 2-86,1 0 0,-1 1 0,-1 0 0,1 0 0,-1 0 0,-8-5 0,11 10-167,3 0-72,2 2-196,-1-1 80,0 1-1,1 0 1,-1 0 0,1 0 0,0 0-1,0-1 1,0 1 0,-1 0-1,2 0 1,-1-1 0,0 1 0,0-1-1,0 1 1,1-1 0,-1 0-1,1 1 1,-1-1 0,1 0 0,1 1-1,35 17-3398,1-6-2096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37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60 2481,'0'0'6819,"2"-3"-5784,0 2-687,-1 0-222,-1 0 1,1 1-1,0-1 0,-1 0 1,1 1-1,0-1 1,-1 0-1,1 0 0,-1 1 1,1-1-1,-1 0 1,0 0-1,1 0 0,-1 0 1,0 0-1,1 0 1,-1-1-1,-22 2 922,16 1-979,1 0 0,0 0 0,0 1 0,0-1 0,0 1 0,0 0 0,1 0 0,-1 1 0,0-1 0,1 1 0,0 0 0,0 0 0,0 1 0,0-1 0,-7 9-1,1 0 59,0 0-1,0 1 0,1 0 0,-9 18 1,13-21-25,1 1 1,0 0 0,0 0 0,1 0 0,1 1 0,-3 22 0,4 71 911,3-53-531,-2-46-405,0 0 0,0 0 1,1 0-1,0 0 0,0 0 1,1 0-1,0 0 0,0 0 1,0-1-1,1 1 0,0-1 1,0 0-1,0 0 0,0 0 1,1 0-1,0 0 0,0-1 1,0 0-1,1 0 0,-1 0 1,10 6-1,-6-5 6,0-1 0,0 0-1,1-1 1,-1 1 0,1-2-1,-1 1 1,1-1 0,16 1 0,-7-1 3,1-1 1,-1-1 0,25-3 0,-39 2-83,0 0 0,-1 0 0,1 0 0,-1 0 0,1 0 0,-1-1 0,0 1 0,0-1 0,0 0 0,1 0 0,-2 0 0,1-1 0,5-4 0,-3 2-32,-1-1 0,1 0 1,-1 0-1,-1 0 1,1-1-1,4-10 0,-1-4-202,-1-1 0,0 0 0,3-36 0,-3-2-1,-4-1-1,-5-75 1,2 129 228,0 0 0,0 0 0,0 0 0,-1 0 0,0 0 0,0 0 0,-1 1 0,-6-13 0,7 16-4,0 1 0,1-1 0,-1 0 0,0 1 1,0 0-1,-1-1 0,1 1 0,-1 0 0,1 0 0,-1 0 1,1 0-1,-1 1 0,0-1 0,0 1 0,0 0 1,0-1-1,0 1 0,0 1 0,0-1 0,0 0 1,-1 1-1,-3-1 0,-8 1-264,8 0-197,0 0 0,1 0 0,-1 0-1,0 1 1,1 0 0,-14 4 0,-14 12-3122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39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94 4434,'0'0'5805,"3"-27"-2686,4 18-2360,0 2-587,-5 7-167,-1-1-1,1 1 1,0-1 0,-1 1-1,1-1 1,-1 0-1,1 0 1,-1 0 0,1 1-1,-1-1 1,0 0 0,1-1-1,0 0 1,0 0-2,-1 1 1,1-1-1,0 1 1,-1 0-1,1 0 1,0 0-1,0 0 1,0 0-1,0 0 1,0 0 0,0 0-1,0 1 1,0-1-1,3 1 1,-2-1-5,-1 1 1,1-1 0,0 0 0,0 0 0,-1 0 0,1 0 0,0 0 0,-1 0 0,4-3-1,-4 3 0,1-1 0,0 1 1,0-1-1,0 1 0,-1 0 0,1 0 0,1 0 0,-1 0 0,4 0 0,47 1-130,-43 39 75,-10-13 70,1 23 102,-1-41-117,-1 0 0,0 0 1,0 0-1,-1 0 0,-2 10 1,2-14 0,-1 0 0,0-1 0,0 1 0,0-1 0,-1 1 0,0-1 0,1 0 0,-1 0 0,0-1 0,0 1 0,0 0 0,-6 2 1,-13 14-16,20-16 8,-1 1-1,0-1 1,0 0-1,-1 0 1,1-1-1,-1 1 1,1-1-1,-1 0 1,0 0 0,0 0-1,0 0 1,0 0-1,0-1 1,-1 0-1,1 0 1,0 0-1,0 0 1,-1-1-1,-5 0 1,9-31-153,1 30 143,1 0 1,-1 0 0,0 0-1,0 0 1,1 0-1,-1 1 1,1-1 0,-1 0-1,1 0 1,-1 0-1,1 1 1,0-1 0,-1 0-1,1 0 1,0 1-1,0-1 1,-1 1 0,1-1-1,0 0 1,0 1-1,0 0 1,0-1 0,0 1-1,-1 0 1,1-1 0,0 1-1,0 0 1,0 0-1,0 0 1,0 0 0,2 0-1,37-2-115,-30 3 180,137-1-64,-146 0 18,-1 0-1,1 0 0,0 0 0,-1 0 0,1 1 0,0-1 0,-1 0 0,1 1 1,-1-1-1,1 0 0,-1 1 0,1-1 0,-1 0 0,1 1 0,-1-1 0,1 1 1,-1-1-1,0 1 0,1-1 0,-1 1 0,0 0 0,1-1 0,-1 1 1,0-1-1,0 1 0,0 0 0,1-1 0,-1 1 0,0 0 0,0-1 0,0 2 1,0 26 49,0-19-8,1 32 115,1-20 50,-2-1 0,-4 35 0,3-51-191,0-1-1,-1 1 1,1-1 0,-1 0 0,0 0 0,0 0-1,0 0 1,-1 0 0,1 0 0,-1 0 0,0-1-1,1 1 1,-1-1 0,0 0 0,0 0 0,-7 3-1,4-1 9,0-1 0,0-1-1,0 1 1,0-1-1,0 0 1,-1-1 0,1 1-1,-12 0 1,-20-1-9,22 0-6,0 0 0,0-2 0,-23-2 0,37 2 12,0 1 1,1-1 0,-1 0-1,0 0 1,0 0 0,0 0-1,0 0 1,1 0 0,-1 0-1,0 0 1,1-1 0,-1 1-1,1-1 1,-1 1 0,1-1-1,0 0 1,0 1 0,0-1-1,0 0 1,-1-2 0,0 1-249,1-1 0,0 1 1,0 0-1,1-1 0,-1 1 1,0-6-1,2-11-4812,3 5-2723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40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17 5106,'0'0'6801,"0"0"-6754,1 0 0,-1 0 0,0 0 0,0 0 0,0-1 1,0 1-1,0 0 0,0 0 0,0 0 0,0 0 0,0 0 0,0 0 1,0 0-1,0 0 0,0-1 0,0 1 0,0 0 0,0 0 0,0 0 0,0 0 1,0 0-1,0 0 0,0 0 0,0 0 0,0-1 0,0 1 0,0 0 0,0 0 1,0 0-1,0 0 0,-1 0 0,1 0 0,0 0 0,0 0 0,0 0 1,0 0-1,0-1 0,0 1 0,0 0 0,0 0 0,0 0 0,0 0 0,-1 0 1,1 0-1,0 0 0,0 0 0,0 0 0,0 0 0,0 0 0,0 0 1,0 0-1,0 0 0,-1 0 0,-1 0-17,0 0-7,-1 0 0,1-1 0,-1 1 0,1 1 0,-1-1 0,1 0 0,-1 1 0,1-1 0,0 1 0,-1 0 0,1-1 0,0 1 0,-1 0 0,1 1 0,0-1 0,0 0 0,0 1 0,0-1 0,0 1 0,0-1 0,-3 5 0,0 0 51,1 0-1,-1 0 1,1 1-1,0-1 1,0 1-1,1 0 1,0 0-1,0 0 1,1 1-1,0-1 1,-2 14-1,1 5 332,2 0-1,1 31 0,0-21 6,1-28-310,0-1 0,0 0-1,0 1 1,1-1-1,0 0 1,0 0 0,1 0-1,0-1 1,0 1-1,0-1 1,1 1 0,0-1-1,0 0 1,1 0-1,0-1 1,0 0 0,7 7-1,-5-7 6,-1 1-1,2-1 1,-1 0 0,0-1-1,1 1 1,0-2-1,0 1 1,0-1-1,1 0 1,-1-1 0,1 0-1,-1 0 1,1-1-1,11 1 1,-12-2-80,0 0 0,0 0 1,0-1-1,12-2 0,-18 2-30,1 0 1,0 0-1,-1-1 0,1 1 0,-1-1 1,1 1-1,-1-1 0,0 0 1,0 0-1,1 0 0,-1 0 0,0 0 1,-1 0-1,1 0 0,2-4 1,1-4-166,1 0 1,-2 0-1,1-1 1,-1 1-1,-1-1 1,0 0-1,-1 0 1,2-12-1,-1-13-86,-2-42 0,-1 53 394,0 19-148,-1-1-1,1 1 1,-1-1-1,-1 1 1,1 0-1,-1 0 1,0 0-1,-1 0 1,1 0-1,-1 0 1,0 0-1,-1 1 1,1 0-1,-1-1 1,0 1 0,-1 1-1,1-1 1,-1 1-1,0-1 1,0 1-1,-10-6 1,4 4-15,1 1 0,-1-1 0,-1 2 0,1 0 0,-1 0 0,1 1 0,-1 0 1,0 1-1,0 0 0,-19 0 0,16 2-23,-11 0-2265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41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29 2961,'0'0'6075,"0"-1"-5782,0 1 0,0-1 0,0 1 0,0-1 0,1 1 0,-1-1 0,0 1 0,0-1 0,-1 1-1,1-1 1,0 1 0,0-1 0,0 1 0,0-1 0,0 1 0,0-1 0,-1 1 0,1-1 0,-1 0 0,0 3-280,0 0-1,0 0 1,-1-1 0,1 1-1,0 0 1,0 0 0,1 0-1,-1 0 1,0 0 0,1 0-1,-1 1 1,0 3 0,-1 32 253,1-21-89,-1 23 601,1 0 0,6 46 0,-3-76-687,0-1 0,0 0-1,1-1 1,1 1-1,-1 0 1,1-1-1,1 0 1,0 0-1,0 0 1,0-1-1,1 0 1,0 0-1,1 0 1,-1 0-1,1-1 1,1 0 0,-1-1-1,1 0 1,0 0-1,0 0 1,0-1-1,1 0 1,-1-1-1,1 0 1,0 0-1,0-1 1,0 0-1,0-1 1,11 1-1,-9-2-62,0 1 12,0-1-1,18-1 0,-25 0-39,0 0-1,-1 0 0,1 0 1,-1 0-1,1 0 1,-1-1-1,1 1 1,-1-1-1,0 0 0,0 0 1,6-5-1,-4 2-92,0 0 1,0-1-1,-1 0 0,1 0 0,-1 0 0,-1-1 1,1 1-1,-1-1 0,0 0 0,-1 0 0,1 0 1,-2 0-1,3-10 0,-1-10-564,-1 0 0,-2-37-1,0 32 589,0 23 101,-1 1-1,0-1 1,-1 1-1,1 0 1,-2-1 0,1 1-1,-1 0 1,0 1-1,-1-1 1,0 0 0,0 1-1,-1 0 1,1 0 0,-2 0-1,1 1 1,-1 0-1,0 0 1,0 0 0,-12-8-1,14 12-3,0-1 0,-1 1 0,1 0 0,-1 0 0,0 0 0,0 1 0,1 0 0,-1 0 0,-9-1 0,-49 2 128,35 1-136,20-1-94,-1 0-1,0 1 1,0 0-1,1 1 1,-1 0-1,1 0 0,-1 1 1,1 0-1,-14 7 1,6 0-703,0 1 0,1 0 1,-21 20-1,-7 10-5503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42.2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4722,'0'0'5669,"6"-2"-4887,3-1-366,-6 2-99,0-1 0,1 1 1,-1 1-1,0-1 0,0 0 0,1 1 1,-1 0-1,7-1 0,-9 24 478,-1 297 1609,11-319-2415,2-2-351,-1 0-1,1-1 1,0 0 0,-1-1-1,21-8 1,-25 9 214,-1 0 0,0 1 0,0 0 0,0 0 0,1 0 0,-1 1 0,8 1 0,-3-1 150,-11 0-112,-1-36-7736,0 25 3671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42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1 0 4930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43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67 4930,'198'-52'1468,"-158"38"1162,-39 14-2334,1-1 1,-1 1-1,0 0 0,0 0 1,1 0-1,-1 0 1,0 1-1,0-1 0,1 0 1,-1 0-1,0 1 0,2 0 1,-2 3-135,1 0 0,-1 0 1,0 0-1,0 0 0,-1 0 1,1 0-1,-1 0 0,0 8 1,1 1 72,1 223 1544,-4-125-1421,2 178-78,1-299-1035,1 1 0,-1-1 0,2 1 0,-1-1 0,1 1 0,8-16 0,-8 18-66,10-22-4000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43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21 4930,'0'0'6630,"0"-3"-5942,0 2-654,0 0 0,0 1 0,0-1 0,0 1 0,0-1 0,0 0 0,0 1 0,-1-1 1,1 1-1,0-1 0,0 1 0,0-1 0,0 1 0,-1-1 0,1 1 0,0-1 0,-1 1 0,1-1 0,0 1 0,-1-1 0,1 1 0,-1-1 0,1 1 0,0 0 0,-1-1 0,1 1 0,-2-1 0,-19-1 785,15 2-793,2 0 34,-1 0 0,1 0 0,0 0-1,0 1 1,-1-1 0,1 1 0,0 0-1,0 0 1,0 1 0,0-1 0,0 1-1,0 0 1,1 0 0,-1 0 0,1 0-1,-1 1 1,1-1 0,0 1 0,-1 0-1,2 0 1,-1 0 0,0 0-1,1 1 1,-1-1 0,1 1 0,0 0-1,-3 6 1,-2 5 134,0 1 0,1 0 0,1 0 0,1 0 0,0 1-1,-2 21 1,2 101 1200,4-102-949,0-28-333,0 0 0,1 0 0,0-1 0,0 1 0,1 0 0,1 0 1,-1-1-1,1 1 0,6 11 0,-7-16-84,1 0 1,0 0 0,0 0-1,0 0 1,0 0 0,1-1-1,-1 1 1,1-1 0,0 0 0,0 0-1,0-1 1,0 1 0,1-1-1,-1 0 1,1 0 0,-1 0-1,1-1 1,0 1 0,6 0-1,-3 0 24,1-1 0,0 0 0,0-1-1,0 0 1,0 0 0,12-2 0,-18 1-50,1 0 1,0 0 0,0 0 0,-1 0-1,1-1 1,-1 1 0,1-1-1,-1 0 1,0 0 0,0 0-1,1-1 1,-2 1 0,1-1 0,0 0-1,0 0 1,2-4 0,6-8-341,-2-1 1,0 0-1,-2-1 1,1 0-1,-2 0 1,8-30-1,-9 18-422,0 0 0,-2-1 0,-1-38 0,-2 52 522,1 4 86,-1 1-1,-1-1 0,-4-22 1,4 30 145,0-1 1,-1 1 0,0-1 0,0 1 0,0 0 0,-1 0 0,1 0 0,-1 0 0,0 1 0,0-1 0,0 1 0,-1 0-1,-3-4 1,2 3 8,1 1-1,-1-1 0,0 1 0,0 0 1,0 0-1,-1 0 0,1 0 0,-1 1 0,0 0 1,1 1-1,-1-1 0,-9 0 0,-6-1 35,-31-1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43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356 117 3922,'0'0'9148,"2"-3"-7942,1 1-1306,1-5 1682,-4 6-1534,0 1-1,0 0 1,0-1 0,-1 1 0,1 0 0,0 0 0,0-1 0,-1 1 0,1 0 0,0 0 0,-1 0-1,1 0 1,0-1 0,-1 1 0,1 0 0,0 0 0,-1 0 0,1 0 0,0 0 0,-1 0-1,1 0 1,0 0 0,-1 0 0,1 0 0,-1 0 0,1 0 0,0 0 0,-1 0 0,0 0 0,-1 1-20,-1 0 1,1-1 0,-1 1 0,1 0 0,0 1 0,-1-1 0,1 0 0,0 1-1,0-1 1,0 1 0,0 0 0,0-1 0,0 1 0,1 0 0,-1 0-1,0 0 1,1 0 0,0 1 0,-1-1 0,0 4 0,-4 5 70,1 0 0,0 1 0,-4 13 1,3 2 370,2 0 0,1 1-1,0 0 1,4 54 0,0-31 222,-1-43-590,0 1 0,1-1-1,0 0 1,0 0 0,1 0 0,0 0-1,0 0 1,1 0 0,0 0 0,7 12 0,-7-15-62,1 0 1,0 0-1,0 0 1,0-1-1,1 1 1,0-1 0,-1 0-1,1-1 1,1 1-1,-1-1 1,0 0 0,1 0-1,0 0 1,0-1-1,6 2 1,-3-2-3,0 0 0,0 0-1,0 0 1,0-1 0,0-1 0,12 0 0,-16 0-27,0-1-1,0 1 1,0-1-1,-1-1 1,1 1 0,0-1-1,-1 0 1,1 0-1,-1 0 1,1 0 0,-1-1-1,0 0 1,7-5-1,-1-3-137,-1 0-1,0 0 0,-1-1 0,0 0 0,-1-1 1,0 1-1,-1-1 0,0 0 0,-1-1 0,-1 0 1,0 1-1,2-16 0,1-15-1228,-2-1-1,-1-70 1,-4 106 1238,0 0 1,-1 1-1,1-1 1,-1 0-1,-1 1 1,0-1-1,0 1 1,-1 0-1,0 0 1,0 0-1,-1 0 1,0 0-1,0 0 1,-1 1-1,0 0 1,0 0-1,-1 1 1,0-1-1,0 1 0,-13-10 1,13 12 159,-1 1 0,0-1 0,-1 1 1,1 1-1,0-1 0,-1 1 0,1 0 0,-1 1 0,0 0 0,-8-1 1,3 2-5,0 0 1,0 0 0,0 1 0,0 1-1,-18 4 1,20-2-31,-1 1 0,1-1 0,0 2-1,0 0 1,1 0 0,0 1 0,-14 11-1,-64 66-94,52-48-133,-37 35-2384,3 0-5168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39.5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10 149 8196,'0'0'7070,"-2"-8"-6315,0-4-803,-1-10 1417,1 49-604,10 166-632,1-17 62,-8 264 661,-2-240-213,1-199-440,0-9-1745,0-339-2640,0-179 3759,1 518 454,0 0 0,0 0 0,1-1 1,0 2-1,0-1 0,1 0 0,0 0 0,1 1 0,-1 0 0,7-10 0,10-21-79,16-17 275,-31 46-195,0 1 1,1 0-1,0 0 0,1 0 1,10-9-1,-12 13 1,-4 3-36,0-1 1,0 1 0,0 0 0,0 0-1,1 0 1,-1 1 0,0-1 0,1 0 0,-1 0-1,0 1 1,1-1 0,-1 1 0,1-1-1,-1 1 1,1 0 0,-1-1 0,1 1-1,-1 0 1,1 0 0,0 0 0,-1 0 0,1 0-1,1 1 1,16-1 210,-9-1-117,1 1-1,-1 1 1,16 2-1,-22-2-79,-1 0 0,1 0-1,0 0 1,-1 1 0,1 0 0,-1 0-1,1 0 1,-1 0 0,0 0 0,0 1-1,0-1 1,5 6 0,-1 0 38,16 17 94,-1 2 0,21 32 0,-38-50-128,1 1-1,-1 0 1,-1 0 0,0 0 0,0 0-1,-1 1 1,0-1 0,-1 1 0,-1 0-1,2 20 1,-2 1 56,-2 33 217,0-59-260,0 0 0,0 0 0,0 0 0,-1-1 0,0 1 0,0 0 0,0-1 0,-6 9 0,-7 7 3,-2-1 1,0-1-1,-1-1 1,-1 0-1,0-1 1,-1-1-1,-1-1 1,-1-1-1,-45 22 1,55-32-15,-1 0 1,1 0 0,-1-1-1,0-1 1,0 0-1,1-1 1,-1 0 0,-21-2-1,23 1 20,10-1-35,1 0 1,-1-1 0,1 1 0,0 0 0,-1-1 0,1 1 0,0 0 0,0-1 0,0 1-1,0-1 1,1-2 0,-1 3 0,-1-3-6,1 0 0,0-1 0,1 1 0,-1-1-1,1 1 1,0 0 0,0 0 0,0-1 0,2-3 0,-1 6 2,-1 0 0,0 0 0,1 1-1,-1-1 1,1 0 0,0 1 0,0-1 0,-1 1 0,1 0 0,0 0 0,0 0-1,0-1 1,0 2 0,1-1 0,-1 0 0,0 0 0,0 1 0,0-1 0,3 1 0,2-2 3,1 0 1,-1 1 0,0 0-1,1 1 1,-1 0 0,0 0-1,1 0 1,-1 1 0,0 0-1,0 1 1,1-1 0,-1 1-1,0 1 1,-1-1 0,1 1-1,0 0 1,-1 1 0,1 0-1,10 8 1,0 6 97,0 1 0,-2 1-1,0 0 1,-2 1 0,0 0 0,-1 1 0,15 40 0,-3 2 846,22 105 1,-43-160-859,-2 0-18,2 1 1,-1-1-1,1 0 0,6 12 1,-8-20-90,-1-18-6125,0-5 1139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0.1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19 7459,'0'0'7193,"2"-15"-3559,2 14-3597,0 0 1,0 1 0,1-1-1,-1 1 1,0 0 0,1 0-1,7 1 1,7 0 56,-3-1-27,-1 0-1,1 2 1,-1-1 0,17 5 0,-25-4-32,0 0 0,-1 1 0,1 0 0,-1 0 0,0 0 0,0 1 0,0 0 1,-1 0-1,1 1 0,-1-1 0,8 10 0,-7-7 14,-1 0 0,-1 0 0,1 0 0,-1 1 0,0-1 0,-1 1 1,0 0-1,0 0 0,-1 0 0,0 0 0,1 12 0,-1-5 23,-1 1-1,-1-1 1,0 0 0,-1 1-1,-4 21 1,2-27-42,0 1 0,0-1-1,-1 0 1,0 0 0,-1 0 0,0 0 0,0-1 0,-1 0 0,-1 0 0,1 0 0,-12 10 0,-4 2-148,-1-1 0,-47 31 0,70-51 61,-1 0 0,1 0 1,0 0-1,-1 0 0,1 0 0,-1 1 1,1-1-1,0 0 0,-1 0 0,1 0 0,0 1 1,-1-1-1,1 0 0,0 1 0,-1-1 1,1 0-1,0 1 0,0-1 0,-1 0 0,1 1 1,0-1-1,0 0 0,0 1 0,0-1 0,-1 1 1,1-1-1,0 0 0,0 1 0,0-1 1,0 1-1,0-1 0,0 1 0,0-1 0,0 0 1,0 1-1,0-1 0,0 1 0,1-1 1,-1 0-1,0 1 0,0-1 0,0 1 0,0-1 1,1 0-1,-1 1 0,19 9 158,-8-5-234,11 8 250,0 2-1,-1 0 1,-1 1-1,21 20 1,-34-29-17,0 1 1,0-1-1,-1 1 1,0 1 0,-1-1-1,1 1 1,-1 0-1,-1 0 1,0 1-1,0-1 1,-1 1-1,0 0 1,1 13-1,-3-16-41,2 47 165,-3-51-221,0 1 1,0-1-1,-1 0 0,1 1 0,-1-1 1,1 0-1,-1 1 0,-1-1 0,1 0 1,0 0-1,-1 0 0,1 0 0,-3 3 1,-1-1-12,-1-1 1,0 1-1,0-1 1,-1 0-1,1 0 1,-1-1-1,0 0 1,0 0-1,-8 2 1,-2 0-131,0-1 0,-33 5 0,-31-7-1200,59-2 870,20 0 389,-1 0 1,1 0-1,0 0 0,0 0 0,0 0 1,0-1-1,-1 1 0,1-1 0,0 1 1,0-1-1,0 0 0,0 0 0,0 0 1,0 0-1,-3-2 0,3 0-108,0 1 1,1-1-1,-1 0 0,0 1 1,1-1-1,0 0 0,0 0 1,0 0-1,0 0 0,-1-4 1,-8-45-3456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0.5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140 0 7331,'0'0'7252,"-109"246"-6900,92-199-192,4-12-160,13-16-192,0-15-1617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0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7587,'0'0'6417,"16"0"-5924,124 0 524,-139 0-1025,55 4 308,-53-4-358,0 1 0,-1-1 0,1 1 0,0 0 0,-1 0 1,1 0-1,0 0 0,-1 0 0,0 0 0,1 1 0,-1-1 0,0 1 0,1 0 1,-1 0-1,0-1 0,0 1 0,2 4 0,-3-1-3821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1.2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1 0 7443</inkml:trace>
  <inkml:trace contextRef="#ctx0" brushRef="#br0" timeOffset="1">1 0 7443,'13'184'4835,"-4"-180"-3891,17 0-32,4-4-255,0 3 95,1-3-272,3 0-304,-8 4-128,-4-4-48,0 8-704,-18 8-1201,-4 3-4146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3.2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53 48 5298,'0'0'5109,"0"-10"-4292,0-21 128,0 25 15,0 28-694,1 173-98,-4 236 1223,0-376-993,-3-1 0,-3 0 0,-19 69 0,24-215-470,4-567-3257,-1 655 3334,2 0 1,-1 1-1,0-1 0,1 0 1,-1 1-1,1-1 1,0 1-1,0-1 1,1 1-1,-1-1 0,1 1 1,0 0-1,0-1 1,0 1-1,0 0 1,0 0-1,1 1 0,-1-1 1,1 0-1,0 1 1,0 0-1,0-1 1,0 1-1,0 0 0,4-1 1,7-3 12,0 1 0,0 0 0,1 1 0,29-3 0,-4-1 116,-14 3-66,-1 0-1,1 2 0,36 0 1,-58 3-45,0 0 0,0 1 1,0-1-1,0 1 1,0 0-1,0 0 0,-1 0 1,1 1-1,0-1 0,-1 1 1,1 0-1,-1 0 1,6 4-1,-4-1-1,0 0 1,0 0-1,0 0 0,-1 0 0,0 1 1,0 0-1,4 7 0,0 3 52,-1 1 0,-1 0 0,0 0 0,-1 0 0,3 24 0,-5-10 245,0 0 0,-4 34 0,1-29-27,-1-29-241,0 1-1,0 0 1,-1 0 0,0 0-1,0-1 1,-1 1 0,0-1-1,0 1 1,-1-1 0,0 0-1,0-1 1,-1 1 0,1-1 0,-2 1-1,-7 6 1,-1 1-18,-1-1 0,0 0 0,-1-1 0,-1-1 0,-18 10-1,23-15-17,0-1-1,0 0 0,0-1 0,-1 0 1,1-1-1,-22 2 0,-79 0-213,105-5 157,8 0 28,-1 0 1,1 0-1,0 0 0,0-1 0,-1 1 1,1 0-1,0 0 0,-1 0 1,1 0-1,0 0 0,0 0 0,0-1 1,-1 1-1,1 0 0,0 0 0,0 0 1,-1-1-1,1 1 0,0 0 1,0 0-1,0-1 0,0 1 0,0 0 1,-1 0-1,1-1 0,0 1 1,0 0-1,0 0 0,0-1 0,0 1-3,0-1 0,0 1 0,0 0 0,0-1 0,1 1 0,-1 0 0,0-1-1,0 1 1,0 0 0,1-1 0,-1 1 0,0 0 0,0 0 0,0 0 0,1-1 0,-1 1 0,0 0-1,1 0 1,-1 0 0,0-1 0,0 1 0,1 0 0,-1 0 0,0 0 0,1 0 0,-1 0-1,0 0 1,1 0 0,-1 0 0,0 0 0,1 0 0,-1 0 0,0 0 0,1 0 0,-1 0-1,0 0 1,1 0 0,4 0-22,1-1 35,1 1 0,-1 0 0,0 0 0,0 1-1,0-1 1,0 1 0,0 1 0,0-1 0,0 1 0,0 0 0,0 0-1,-1 1 1,1 0 0,-1 0 0,0 0 0,8 6 0,6 9 65,-2 1 0,0 0 0,-1 1 0,15 25 0,48 94 1048,-42-68-95,-33-66-848,-3-3-123,0 0-1,1 0 1,-1 0 0,0 0-1,-1 0 1,1 0-1,0 0 1,0 0-1,-1 0 1,1 4 0,-1-5-305,0-9-3964,0-19-1379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3.8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 12 7027,'0'0'8172,"10"-1"-7812,7-3-281,-1 1 0,1 1 0,-1 1 0,32 1 0,-32 0 17,-13 0-79,0 0 0,0 0 0,0 0 0,1 1 0,-1-1 0,0 1 1,0 0-1,0 0 0,0 0 0,0 0 0,0 1 0,0-1 0,-1 1 0,1 0 0,0 0 0,-1 0 0,0 0 0,1 0 0,-1 0 1,0 1-1,0-1 0,0 1 0,0-1 0,-1 1 0,1 0 0,-1 0 0,1 0 0,-1 0 0,1 5 0,1 2 101,-1 0 1,-1 0-1,0 1 0,0-1 0,-1 18 0,-1-10 8,1-10-79,0 0 0,-1 0 0,-1 0-1,1-1 1,-1 1 0,0 0 0,-1-1 0,0 1-1,0-1 1,-1 0 0,1 0 0,-7 7-1,-5 5 46,0 0-1,-30 26 0,2-1-111,43-44-10,-1 0 0,1 0 0,0 0 0,0 0 0,-1 1 0,1-1 0,0 0 0,0 0 0,-1 1 0,1-1 0,0 0-1,0 0 1,0 1 0,0-1 0,-1 0 0,1 1 0,0-1 0,0 0 0,0 0 0,0 1 0,0-1 0,0 0 0,0 1 0,0-1 0,0 0 0,0 1 0,0-1 0,0 0 0,0 1 0,0-1 0,0 0-1,0 1 1,0-1 0,0 0 0,1 0 0,-1 1 0,0-1 0,0 0 0,0 1 0,0-1 0,1 0 0,-1 0 0,0 0 0,0 1 0,1-1 0,-1 0 0,0 0 0,0 0 0,1 1 0,-1-1 0,0 0 0,1 0-1,-1 0 1,0 0 0,0 0 0,1 0 0,23 4-1501,-17-3 1464,19 4-24,0 2 0,-1 0 0,26 12 0,-38-14 159,-1 1 0,1 1 0,-1 0 1,-1 1-1,1 0 0,-1 1 0,15 15 1,-22-19 7,0 1 1,-1-1 0,1 1-1,-1-1 1,-1 1 0,1 0 0,-1 0-1,0 1 1,0-1 0,-1 0-1,1 1 1,-1-1 0,-1 0-1,1 1 1,-2 11 0,1-14-57,-1 0-1,0 0 1,0 0 0,0 0 0,0 0 0,0-1-1,-1 1 1,0 0 0,0-1 0,0 1 0,0-1 0,0 0-1,-1 1 1,1-1 0,-1 0 0,0-1 0,0 1-1,0 0 1,0-1 0,-1 0 0,1 0 0,0 0-1,-7 3 1,-10 4 10,0-1 0,0-1 0,-26 5 0,37-9 15,-23 4-302,-1-1 0,1-1 0,-1-2-1,-37-1 1,66-1 71,1-1-1,0-1 1,0 1-1,0 0 1,0-1-1,0 1 1,0-1-1,0 0 1,1 0-1,-7-2 1,8 1-29,-1 1 1,1 0-1,-1-1 1,1 1 0,0-1-1,-1 1 1,1-1 0,0 0-1,0 0 1,0 1-1,0-1 1,1 0 0,-1 0-1,0 0 1,1 0 0,-1-2-1,0-6-1676,-1 0-1,2 0 1,0-11-1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4.5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329 20 3954,'0'0'7320,"3"-3"-6741,5-10-168,-6 10 360,-2 16-240,-1 1-472,-1 0-1,0 0 1,-1 0-1,-1-1 1,0 0-1,-1 1 1,-1-1-1,-12 22 1,-2 5 12,-90 190 403,70-156 64,-51 70 0,79-124-359,9-15-109,0 0 1,0 0-1,-1 0 0,-6 7 1,10-19-119,5-5-557,-1 1 0,2 0 0,0 0 0,0 1 1,0-1-1,13-12 0,6-9-3578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4.9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451 0 4978,'0'0'5950,"0"3"-5286,1 7-460,-2 0-1,1 0 1,-1 0 0,-1 0 0,0 0-1,0-1 1,-1 1 0,0-1 0,-1 0-1,-6 13 1,-308 498 1842,298-489-2002,-56 76 342,71-101 46,2-4-1267,1-17-7355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5.6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62 251 6787,'0'0'7905,"0"-3"-7319,0 6-118,0 6-412,-2-1 0,1 0 0,-1 1 1,0-1-1,-1 0 0,-4 9 0,-9 31 138,11-14 79,2 0 0,0 1 0,4 34 0,-1-29 131,0-26-216,0 0 0,1 0 0,1 0 0,0-1 0,1 1 0,7 21 0,-9-31-149,1 0 0,0 0 0,0 0 0,0-1 0,1 1 0,-1-1 1,1 1-1,-1-1 0,1 0 0,0 0 0,1 0 0,-1 0 0,0-1 0,1 1 0,0-1 0,-1 0 0,1 0 1,0 0-1,0 0 0,0-1 0,0 0 0,0 0 0,1 0 0,-1 0 0,7 0 0,2 0 29,1 0-3,0-1 0,0 0 0,24-3 0,-34 2-65,0 1-1,-1-1 1,1-1-1,-1 1 1,1 0-1,-1-1 0,0 1 1,1-1-1,-1 0 1,0 0-1,0-1 1,0 1-1,-1-1 1,1 1-1,0-1 0,-1 0 1,0 0-1,4-6 1,-3 2-59,0 0 1,0 0-1,0-1 1,-1 1-1,-1-1 1,1 1-1,0-13 1,-1 1-230,-4-38 1,2 49 282,0 1 0,-1 0 0,0 0 0,0-1 0,-1 1 1,0 1-1,0-1 0,-1 0 0,0 1 0,-7-9 1,-6-7 43,-32-29 0,5 6 120,41 42-143,-25-30 143,-44-63 1,65 86-158,1-1 0,0 0 0,1-1 0,0 1 0,1-1 0,0 0 0,1 0 0,0 0 0,1-1 0,-1-22 0,2 19-3,1 11-84,0 0 0,0 0 1,0 0-1,1 0 0,1-10 1,-1 13 54,-1 1 1,1 0-1,0-1 1,0 1-1,-1 0 0,1 0 1,0 0-1,0-1 1,0 1-1,0 0 1,0 0-1,0 0 0,1 0 1,-1 1-1,0-1 1,1 0-1,-1 0 1,0 1-1,1-1 0,-1 1 1,0-1-1,1 1 1,-1 0-1,3-1 1,6-1-19,0 0 1,0 1 0,0 0 0,1 1 0,-1 0 0,0 1 0,1 0 0,16 4 0,-23-4 37,1 1 0,-1 0 0,0-1 1,0 1-1,0 1 0,0-1 1,0 1-1,0-1 0,0 1 0,-1 0 1,0 1-1,1-1 0,-1 0 1,-1 1-1,1 0 0,0 0 0,-1 0 1,0 0-1,0 0 0,0 0 1,2 7-1,0 6-10,-1 0 0,0 1 0,-2-1 0,0 0 0,-2 31-1,0-7-13,1-35 93,-1 1 1,1 0-1,-2 0 0,1 0 0,-1-1 0,0 1 1,-3 7-1,4-11-174,-1 0 1,0 0-1,1 0 1,-1-1 0,0 1-1,0 0 1,-5 3-1,6-5-251,0 0-1,-1 0 0,0 0 1,1 0-1,-1 0 0,1 0 1,-1 0-1,0-1 1,0 1-1,1-1 0,-1 1 1,0-1-1,0 0 0,-3 1 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6.2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72 122 6947,'0'0'6889,"3"-12"-5998,12-35-112,-12 35 1227,-6 13-1995,1-1-1,-1 1 1,0-1-1,0 1 1,0 0-1,0 0 1,1 0 0,-1 1-1,1-1 1,-1 1-1,1-1 1,-1 1-1,1 0 1,0 0 0,0 0-1,0 0 1,0 0-1,0 0 1,0 1-1,0-1 1,1 1 0,-3 4-1,-1 3 14,0 0 0,1 1 0,0 0 0,-3 18 0,1 6 319,3 0 0,0 1 0,4 49 0,0-25 286,-1-50-547,0 0 1,1 1 0,-1-1 0,2 0-1,0 0 1,0 0 0,1 0-1,0 0 1,1 0 0,0-1 0,0 1-1,1-1 1,0 0 0,1-1-1,0 1 1,0-1 0,1 0-1,0-1 1,0 1 0,11 7 0,-11-10-42,0 0-1,1-1 1,0 0 0,-1 0 0,1-1 0,0 0 0,1 0 0,-1-1 0,0 0 0,1-1 0,-1 1 0,1-2 0,0 1 0,-1-1 0,1-1 0,16-2 0,-21 2-36,0 0 0,0 0 0,0 0 0,-1-1 0,1 0-1,0 0 1,-1 0 0,1 0 0,-1 0 0,1-1 0,-1 0 0,0 1 0,0-1 0,0 0 0,3-6 0,3-3-96,-1-2 0,12-23 1,-17 31 43,3-8-192,0-1 1,0-1-1,-2 1 0,0-1 1,-1 0-1,3-25 1,-4-5-717,-4-47-1,1 84 962,0 0-1,-1 0 1,0 0-1,0 0 1,-1 1-1,0-1 1,0 1-1,-1 0 0,-1 0 1,1 0-1,-1 0 1,0 1-1,-1 0 1,0 0-1,0 0 0,0 1 1,-1 0-1,-15-10 1,3 3 44,0 1 1,-2 1-1,1 1 0,-1 1 1,-1 0-1,-30-7 1,31 8 402,13 1-2055,8 6 1354,0 1-1,0 0 1,0-1 0,0 1 0,0 0-1,0-1 1,0 1 0,0 0 0,0-1-1,0 1 1,0 0 0,0-1 0,1 1 0,-1 0-1,0-1 1,0 1 0,0 0 0,4-3-2979,10-4-4473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6.6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330 66 10517,'0'0'5280,"-6"0"-4413,1 0-759,-1 1 1,1-1 0,-1 1 0,1 0 0,-1 1 0,1-1 0,0 1-1,-1 0 1,1 0 0,0 1 0,0 0 0,1-1 0,-1 2 0,1-1-1,-1 0 1,1 1 0,0 0 0,0 0 0,-4 7 0,-1 1 29,1 1 0,1-1 0,0 2 0,1-1 1,0 1-1,1 0 0,1 0 0,-4 18 0,1 7 394,-3 76 0,9 84 957,0-189-1407,1 0 0,1-1-1,0 1 1,0 0 0,1 0 0,1 0 0,4 13-1,-5-19-66,0-1-1,0 1 1,0 0-1,1-1 0,-1 0 1,1 1-1,0-1 0,0 0 1,0 0-1,0-1 0,1 1 1,-1-1-1,1 0 1,0 1-1,-1-1 0,1-1 1,0 1-1,0-1 0,7 2 1,-2 0-1,-1-1 1,0-1-1,1 1 1,-1-2 0,1 1-1,-1-1 1,1 0-1,-1-1 1,1 0-1,-1 0 1,0-1 0,1 0-1,-1 0 1,0-1-1,0 0 1,0 0-1,-1-1 1,1 0-1,-1-1 1,0 1 0,0-2-1,0 1 1,6-8-1,8-7-214,-2-2 0,0 0 0,-1-2-1,-2 0 1,0 0 0,-2-1-1,-1-1 1,12-33 0,-16 35-134,-1-1 1,-1 0-1,-2 0 1,0-1-1,-2 0 0,-1 0 1,0 1-1,-2-1 1,-6-42-1,5 60 385,-1 0-1,-1 0 1,1 1 0,-1-1-1,0 0 1,-1 1 0,0 0-1,0 0 1,-1 0 0,0 0-1,0 0 1,0 1 0,-1 0-1,0 1 1,0-1 0,-1 1-1,1 0 1,-1 0 0,0 1-1,0 0 1,-1 0 0,1 1-1,-14-4 1,10 3 28,0 1 0,0 1 1,-1-1-1,1 2 0,-1 0 1,0 0-1,1 1 0,-1 0 0,1 1 1,-1 1-1,0 0 0,1 0 1,0 1-1,0 1 0,0-1 0,-16 9 1,3 4-197,0 1-1,2 0 1,0 2 0,1 0 0,-26 31 0,10-10-690,-43 40-2774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8.9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 9828,'0'0'3810,"164"4"-3794,-112-8-16,-4 4 48,-9-4 16,-9 1-48,-8-1-16,-9 0-64,-9 4-176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9.2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3778,'0'0'10485,"234"47"-9493,-190-47-528,-14 0-304,-8 0-160,-5 0-16,0 0-2097,-4 0-3809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49.8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83 3185,'0'0'12270,"3"-5"-11440,28-59 1672,-30 63-2473,-1 0 0,0 0 0,0 1-1,1-1 1,-1 0 0,0 1 0,1-1 0,-1 0-1,1 1 1,-1-1 0,1 1 0,-1-1 0,1 1-1,0-1 1,-1 1 0,1-1 0,-1 1 0,1 0-1,0-1 1,-1 1 0,1 0 0,0-1 0,0 1-1,-1 0 1,1 0 0,0 0 0,0 0 0,-1 0-1,1 0 1,0 0 0,0 0 0,-1 0 0,2 0-1,-1 27 116,-1 630 5016,0-654-5098,27-43-12196,-6 6 4242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0.3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86 14 4194,'0'0'11445,"-2"-2"-10407,-13-8 848,14 10-1840,0 0 0,0-1 0,1 1 0,-1 0 0,0 0 0,0 0 0,0 0 0,0 0 0,1 0 1,-1 0-1,0 0 0,0 0 0,0 0 0,0 0 0,1 0 0,-1 0 0,0 1 0,0-1 0,1 0 0,-1 1 0,0-1 1,0 1-1,1-1 0,-1 1 0,0-1 0,1 1 0,-1-1 0,1 1 0,-2 0 0,-2 6 74,1-1 0,-1 0 0,1 1 0,1 0-1,-1 0 1,1 0 0,0 0 0,-1 8 0,-6 66 808,7-50-600,-6 58 1080,9 170 1,-1-256-1396,0 0-1,0 0 1,1 0 0,-1-1-1,1 1 1,0 0 0,0 0-1,0-1 1,0 1 0,0-1-1,0 1 1,1-1 0,0 1-1,-1-1 1,1 0 0,0 0 0,0 1-1,0-1 1,0-1 0,0 1-1,1 0 1,-1-1 0,1 1-1,4 1 1,-2-1-1,1 0-1,-1-1 1,1 0-1,-1 0 1,1-1 0,0 0-1,0 1 1,-1-2-1,1 1 1,0-1-1,8-2 1,-8 2-6,0-1 1,-1 0-1,1-1 1,-1 0-1,1 1 1,-1-1-1,0-1 1,0 1-1,0-1 1,0 0-1,-1 0 0,1-1 1,-1 1-1,4-8 1,5-6-211,-1-1 0,14-31 0,-25 48 180,8-18-311,-2 0 1,0-1-1,-2 0 0,0-1 1,-1 1-1,-1-1 0,-1 0 1,-1 1-1,-1-1 0,-5-38 0,5 54 335,-1 1 0,0-1-1,0 0 1,0 0 0,-1 0 0,0 1-1,0-1 1,0 1 0,-1 0-1,0-1 1,0 1 0,0 0-1,0 1 1,-1-1 0,0 1-1,0-1 1,0 1 0,-1 0-1,1 0 1,-1 1 0,0 0 0,0 0-1,0 0 1,-1 0 0,1 1-1,-1 0 1,1 0 0,-1 0-1,0 1 1,1-1 0,-1 1-1,0 1 1,-7-1 0,5 1-14,0 0 249,-1 0 0,1 0 0,-15 3 0,22-3-256,0 0 0,0 0 1,0 0-1,0 0 0,0 1 0,0-1 1,0 0-1,0 1 0,1-1 0,-1 1 1,0-1-1,0 1 0,0-1 0,0 1 1,0-1-1,1 1 0,-1 0 0,0-1 1,1 1-1,-1 0 0,0 0 0,1 0 1,-1-1-1,1 1 0,-1 0 0,1 0 1,0 0-1,-1 0 0,1 0 0,0 0 1,-1 0-1,1 0 0,0 0 0,0 0 1,0 0-1,0 0 0,0 0 0,0 0 1,1 2-1,16-5-7249,18-8 357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0.7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125 1 10421,'0'0'6718,"-2"1"-5846,-4 2-120,1-2-581,1 1 0,0 0-1,-1 0 1,1 0 0,0 1 0,0 0-1,1-1 1,-1 1 0,0 1 0,1-1-1,0 0 1,0 1 0,0 0 0,-5 8-1,0 4 34,1 0 0,0 1-1,1 0 1,1 0 0,0 1-1,-3 34 1,-2 109 1106,10-160-1303,0 168 1180,0-164-1158,0-1-1,1 1 1,-1 0-1,1-1 1,0 1-1,0-1 1,0 1-1,1-1 1,-1 1-1,4 4 1,-4-7-26,1 0 0,0 0 0,0 0 0,-1-1 0,1 1 1,0-1-1,1 1 0,-1-1 0,0 0 0,0 0 0,1 0 0,-1 0 0,0 0 0,1 0 0,-1-1 1,1 1-1,-1-1 0,1 0 0,-1 1 0,4-2 0,-2 1 1,1 0-1,-1 0 1,0-1 0,0 1 0,1-1-1,-1 0 1,0-1 0,0 1-1,0-1 1,0 0 0,0 0-1,0 0 1,-1 0 0,1-1 0,-1 1-1,1-1 1,-1 0 0,0 0-1,4-5 1,3-5-91,0-1-1,-1 0 1,12-23 0,-21 36 79,11-20-343,-1-1 0,-1 0-1,0 0 1,-2 0 0,-1-1 0,-1 0-1,-1-1 1,-1 1 0,-1-1 0,-1 0-1,-3-43 1,1 60 328,0 0-1,-1 0 1,0 0 0,0 0 0,-1 0-1,1 1 1,-1-1 0,-1 1-1,1 0 1,-1 0 0,0 0 0,0 0-1,-1 1 1,0-1 0,0 1-1,0 0 1,-1 1 0,1-1 0,-1 1-1,0 0 1,-1 1 0,1 0-1,0 0 1,-1 0 0,0 0 0,0 1-1,0 0 1,0 1 0,0-1-1,0 2 1,0-1 0,-11 1 0,-56 0 1970,74 0-2304,6 0-1047,24-1-1712,12-2-1867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1.2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553 5 9156,'0'0'9621,"3"-1"-8664,4-3-567,-2 5 0,-6 7 927,-33 75-1218,-3-1 0,-51 81-1,19-37 79,-199 387 850,201-373-488,63-132-517,4-10-119,5-17-269,-1 7-1,1 0-1,0 0 0,1 0 1,1 1-1,14-22 0,52-54-4490,-44 54 1144,13-18-3751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1.6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529 7 3602,'0'0'11394,"0"-4"-9868,0 2-1208,0 5 1811,0 5-2063,-1 0 1,0 1 0,-1-1 0,1 0-1,-2 0 1,1 0 0,-7 14-1,-35 56 326,32-58-325,-45 74 247,-293 494 1707,337-563-1934,11-20-77,1-1 0,-2 1 0,1-1 1,0 0-1,-1 0 0,0 0 0,-5 6 0,8-10-64,0 0 0,-1 0 0,1 1 0,0-1 1,0 0-1,0 1 0,-1-1 0,1 0 1,0 0-1,0 0 0,-1 1 0,1-1 0,0 0 1,0 0-1,-1 0 0,1 0 0,0 1 0,-1-1 1,1 0-1,0 0 0,-1 0 0,1 0 1,0 0-1,-1 0 0,1 0 0,0 0 0,-1 0 1,1 0-1,0 0 0,-1 0 0,1 0 1,-1-8-2976,1 4 2888,4-24-3839,14-6-2762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2.2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93 329 5282,'0'0'10685,"-6"7"-9847,0 3-619,1 1 0,-1 0 0,2 0 0,-1 0 0,2 0 0,-1 1 0,2 0 0,-1-1 0,0 14 0,-2 119 1698,5-139-1857,0 252 2413,-1-252-2431,1 0-1,0 1 0,1-1 0,-1 0 1,1 0-1,0 0 0,1 0 0,2 8 0,-3-11-32,1 0-1,-1 0 1,1 0-1,-1 0 1,1-1-1,-1 1 1,1-1-1,0 1 1,0-1-1,0 0 1,0 1-1,0-1 1,0 0-1,0 0 1,0 0-1,0-1 1,0 1-1,1-1 1,-1 1-1,0-1 0,4 1 1,-2-1-10,0 1 1,0-1-1,0 1 0,0-1 1,0 0-1,0-1 0,0 1 1,0-1-1,0 0 1,-1 0-1,1 0 0,0 0 1,0-1-1,-1 1 0,1-1 1,-1 0-1,1 0 0,-1 0 1,0-1-1,0 1 0,0-1 1,0 0-1,0 0 1,-1 0-1,1 0 0,-1 0 1,0 0-1,4-8 0,1-1-209,0-1-1,-1 0 1,-1-1-1,0 1 1,0-1-1,3-23 1,-3 6-432,-2 0 0,-1-35 0,-3 57 584,0-1 0,0 1 1,-1-1-1,0 1 0,0-1 0,-1 1 0,0 0 0,-1 0 0,0 0 0,-10-14 0,-4-4 41,-42-47 0,-2 0 115,54 62-24,-1 0 0,2 0 0,0-1 0,0 0 0,1 0-1,1 0 1,0-1 0,1 0 0,0 0 0,1 0 0,1 0 0,0 0 0,0-17 0,2 11-37,0 8-114,0 1 0,3-22-1,-3 29 37,1 1-1,0-1 0,0 1 0,1-1 1,-1 1-1,1 0 0,-1 0 0,1 0 1,0 0-1,0 0 0,0 0 0,1 0 1,3-3-1,-2 3-41,0-1 0,1 1 0,-1 0 0,1 1 0,0-1 0,-1 1 0,1 0 0,1 0 0,-1 1 0,8-2 0,2 1-23,0 0 1,22 1-1,-33 1 103,0 0 0,0 0 0,0 0 0,0 1 0,-1-1 0,1 1 0,0 0 0,0 0 0,0 1 0,-1-1 0,1 1 0,0 0 0,-1 0 0,0 0 0,6 4 0,-6-3-8,0 1 1,0 0-1,-1 0 0,1 0 1,-1 0-1,0 0 0,0 0 1,0 1-1,0-1 0,-1 1 1,0-1-1,2 9 0,1 24 247,-1 0 1,-2-1-1,-4 54 0,1-72-128,0 0 0,-1-1 0,-1 0 1,-1 1-1,-1-2 0,0 1 0,-1-1 0,-12 23 1,18-38-870,14-28-16879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2.6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57 49 6723,'0'0'10661,"0"-2"-9901,1-7 490,-4 26-571,-18 92 652,-7 112 1,23 41 74,5-245-1356,0-13-39,0 0 0,0 0-1,0 0 1,0 0 0,1 0-1,-1 0 1,1 0 0,0 0-1,0 0 1,3 5 0,-3-8-12,0 0 1,1 0 0,-1 0 0,0 0 0,1 0 0,-1 0 0,0 0 0,1-1 0,-1 1 0,1 0 0,-1-1-1,1 1 1,0-1 0,-1 0 0,1 1 0,-1-1 0,1 0 0,0 0 0,-1 0 0,1 0 0,0-1 0,-1 1-1,1 0 1,-1-1 0,4 0 0,-1 0-10,0 0 0,0-1 0,0 1 0,0-1 0,0 1 0,0-1 1,0-1-1,-1 1 0,1 0 0,-1-1 0,1 0 0,4-5 0,2-3-104,-2-1 1,13-20 0,-3 1-475,-1 0 1,-2-1-1,-1 0 1,-2-2-1,-1 1 1,-1-2 0,-2 1-1,-2-1 1,-1 0-1,1-63 1,-6 83 329,0-2 33,0-1 0,-1 0 0,-1 0 0,-5-22 0,6 36 311,0-1 0,-1 1-1,1 0 1,-1 0 0,0 0 0,0 1 0,0-1 0,0 0 0,-1 1-1,1-1 1,-1 1 0,0 0 0,0 0 0,-1 0 0,1 0 0,0 1 0,-1-1-1,0 1 1,1 0 0,-1 0 0,0 0 0,0 0 0,-5 0 0,1 0 302,0 1 0,0 0 1,0 1-1,1 0 0,-12 1 1,-2 0 63,20-1-636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3.1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209 1 10773,'0'0'5672,"-8"6"-4680,-19 17-13,10-10-440,1 0-1,0 1 1,1 1-1,-16 20 0,24-23-412,0 0 0,1 0-1,0 1 1,1-1 0,1 1-1,-6 27 1,-8 86 697,16-104-679,-11 385 2131,13-404-2259,-1 3 5,1 0-1,0-1 1,1 1 0,-1 0-1,1-1 1,0 1-1,1 0 1,-1-1-1,1 0 1,3 8 0,-3-11-19,0 1 1,0-1 0,0 0-1,1 0 1,-1 0 0,0 0-1,1-1 1,-1 1 0,1 0-1,-1-1 1,1 0 0,0 0 0,0 0-1,0 0 1,-1 0 0,1 0-1,0-1 1,0 1 0,0-1-1,4 0 1,1 0-5,-1 0 1,0-1-1,1 1 0,-1-2 1,0 1-1,0-1 0,0 0 1,0 0-1,0-1 0,0 0 1,-1 0-1,1-1 0,-1 1 1,0-2-1,0 1 0,0 0 1,-1-1-1,0 0 0,7-8 1,6-9-198,-1-1 1,0-1-1,20-39 1,-26 42-84,0-1 0,-1 0 0,-1-1 0,-1 0 0,-1 0 0,-2 0 0,0-1 0,-1 0 0,1-35 0,-4 31 8,0-12-159,-4-49 0,2 77 442,-1 0-1,0 0 0,-1 1 1,-1-1-1,1 1 0,-2-1 1,1 1-1,-10-15 1,-3 3 303,0 1 0,-34-35 0,24 29-232,23 24-346,-3-5 555,5 2-4602,19 7-7676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3.5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5 5715,'0'0'10962,"-12"-4"-4850,172 4-5770,-53 0-5619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39:53.9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9 1 12598</inkml:trace>
  <inkml:trace contextRef="#ctx0" brushRef="#br0" timeOffset="1">9 1 12598,'-9'273'6675,"14"-273"-5459,21 0-719,4 0-17,5 8-144,4-1-144,-5 1-192,-3 4-128,-5 0-96,-9-1-1601,-17 5-1793,0 0-4449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20.7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116 492 6227,'0'0'8724,"12"-1"-8025,3 0-419,-7 1-90,0-1-1,0 0 0,-1 0 1,1-1-1,8-2 0,-11 3 3373,-7 19-3543,-1-1 0,0 1 0,-1-1 0,-10 26 1,-3 13 87,7-8 222,2 0 0,2 0 1,3 1-1,4 95 0,-1-142-323,1 0 1,-1 1-1,0-1 1,1 0-1,0 1 0,-1-1 1,1 0-1,0 0 1,0 0-1,0 0 0,1 0 1,-1 0-1,0 0 1,1 0-1,-1 0 0,1 0 1,0-1-1,0 1 1,-1-1-1,1 1 0,0-1 1,0 0-1,0 1 1,1-1-1,-1 0 0,0-1 1,0 1-1,0 0 1,3 0-1,7 1 22,0 0 1,1-1-1,-1 0 1,18-2-1,-12 1-18,-14 1-27,0-1 1,0 0-1,-1 0 0,1 0 0,0-1 1,-1 1-1,1-1 0,0 0 0,-1 0 0,1 0 1,-1-1-1,1 1 0,-1-1 0,0 1 1,0-1-1,0 0 0,0-1 0,0 1 1,0 0-1,0-1 0,-1 0 0,1 1 0,-1-1 1,0 0-1,0 0 0,0-1 0,3-5 1,-1 0-120,-1-1 1,0 0 0,0 1 0,-1-1 0,0 0 0,0-14 0,-3-61-475,0 77 616,1 1 0,-2 0 0,1 0-1,-1 0 1,0 0 0,-1 0 0,0 1-1,0-1 1,0 1 0,-1-1 0,0 1-1,-4-5 1,-9-9 45,0 2 0,-22-20 0,9 11-55,-6-9 28,1-1 1,-51-70-1,75 91-30,0-1 1,1-1 0,1 0-1,1 0 1,1-1-1,0 0 1,1 0 0,1-1-1,-4-37 1,8 47-21,-2-57-191,3 60 169,0 1-1,0 0 1,1 0 0,0 0 0,0 0-1,1 0 1,0 0 0,3-7-1,-2 7-70,1 1-1,0 0 0,0-1 0,0 1 1,0 1-1,1-1 0,0 0 0,0 1 1,0 0-1,1 1 0,-1-1 0,1 1 1,0 0-1,0 0 0,7-2 0,1 1-62,0 0-1,0 1 0,1 0 1,-1 1-1,28 0 0,-37 2 174,0 0 0,-1 0-1,1 1 1,-1-1 0,1 1-1,-1 0 1,1 0 0,-1 1-1,0-1 1,0 1 0,5 2-1,-6-2 8,0 1-1,-1-1 0,1 0 1,-1 1-1,0-1 0,0 1 1,0 0-1,0 0 0,-1-1 1,1 1-1,-1 0 0,1 1 1,-1-1-1,0 0 0,0 0 1,0 6-1,4 19 77,-2 0-1,-1 0 1,-2 0 0,0 1 0,-7 37 0,2-46-19,-1 1 1,0-1 0,-2 0-1,0-1 1,-2 0 0,-18 29-1,8-13-887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21.5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110 485 7235,'0'0'8642,"2"-2"-7821,-2 2-766,1 0 0,-1 0 0,0 0 0,0 0 0,0-1 0,1 1 0,-1 0-1,0 0 1,0 0 0,0 0 0,1 0 0,-1 0 0,0 0 0,0 0 0,1 0 0,-1 0 0,0 0-1,0 0 1,1 0 0,-1 0 0,0 0 0,0 0 0,1 0 0,-1 0 0,0 0 0,0 0 0,1 0-1,-1 1 1,0-1 0,0 0 0,0 0 0,1 0 0,-1 0 0,0 0 0,0 1 0,0-1-1,1 0 1,2 14 560,-4 26-892,0-30 500,0 3-176,-2-1 0,1 0 0,-1 0 0,-1-1 0,0 1 0,-1-1 1,-9 16-1,-5 15 80,6-11 141,1 1-1,2 0 0,2 0 1,0 1-1,3-1 1,0 2-1,1 38 1,3-57-141,1-10-78,0-1 1,0 1-1,0 0 1,1 0-1,-1 0 1,2 6-1,-1-10-41,0 0 0,-1 1 0,1-1 0,0 0 0,0 1-1,0-1 1,0 0 0,0 0 0,0 0 0,0 0 0,0 0-1,1 0 1,-1 0 0,0 0 0,1 0 0,-1 0 0,0-1-1,1 1 1,-1-1 0,1 1 0,-1-1 0,1 1 0,1-1-1,9 2-48,-1 0-1,1-1 0,0-1 0,0 1 1,-1-2-1,1 0 0,0 0 0,-1-1 1,1-1-1,-1 0 0,1 0 0,-1-1 0,0-1 1,-1 0-1,1 0 0,-1-1 0,0 0 1,0-1-1,-1 0 0,9-8 0,-6 4-127,-2-1 0,1 0-1,-1 0 1,-1-1 0,0 0-1,-1 0 1,0-1-1,-1 0 1,-1-1 0,0 1-1,-1-1 1,-1 0 0,0-1-1,3-24 1,-5-55-397,-2 64 630,0 22 26,-1 0 1,0 0-1,0 0 0,-1-1 0,0 1 0,0 0 0,-1 1 0,0-1 1,-5-9-1,-2 2 180,0 0 0,0 1 0,-21-23 0,-53-49 326,56 60-495,1 0 0,2-2 1,-42-61-1,61 80-100,0-1 0,2-1 0,-1 1 0,1 0-1,-4-22 1,7 28-20,1 0-1,-1 0 0,1 0 1,0 0-1,0 0 0,1 0 1,1-8-1,-1 11-11,-1-1 0,1 1-1,0-1 1,0 1 0,1 0 0,-1 0 0,0 0-1,1-1 1,-1 1 0,1 1 0,0-1 0,-1 0 0,1 0-1,0 1 1,4-3 0,4-2-39,0 1 0,0 1 0,1 0 0,0 1 0,-1 0-1,1 0 1,22-1 0,82 0-97,-95 4 95,-7-1 3,-1 2 0,1-1 1,-1 2-1,0-1 0,1 2 1,12 4-1,-21-6 35,0 1-1,-1-1 1,1 1 0,-1 0 0,0 0-1,1 0 1,-1 1 0,0-1 0,-1 1 0,1 0-1,0 0 1,-1 0 0,1 0 0,-1 0-1,0 0 1,0 1 0,0-1 0,-1 1-1,1-1 1,-1 1 0,0 0 0,0 0-1,0-1 1,0 5 0,0 0-17,1 1 0,-2-1 0,1 0 0,-1 0 0,-1 1 0,0-1 0,0 0 0,0 0 0,-1 0 0,0 0 0,0 0 0,-1 0 0,0 0 0,-1-1 0,0 1 0,0-1 0,0 0 1,-11 11-1,-69 76-1400,24-39-2418,24-28-1902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21.8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144 0 10517,'0'0'5634,"0"47"-5329,-22-4 495,-12 4-208,3-4-512,5-8 112,9-12-192,8-15-176,5-8-1569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23.0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101 289 3217,'0'0'4344,"6"-2"-2459,-6 2-1639,1 0 0,-1 0 0,0 0 0,1-1 0,-1 1 0,0 0 0,1 0 0,-1 0-1,0 0 1,1 0 0,-1 0 0,1 0 0,-1 0 0,0 0 0,1 0 0,-1 0 0,1 0 0,-1 0 0,0 0 0,1 0 0,-1 0 0,1 0 0,-1 1 0,0-1-1,1 0 1,-1 0 0,0 0 0,1 1 0,-2 9-217,-1 0-1,0 0 0,-1-1 0,0 1 1,0-1-1,-1 1 0,-9 15 0,-8 21 40,5 4 360,2 1 0,3 0 0,1 1 0,3 0 0,2 1 0,3 64 0,2-110-353,0 0 0,0-1-1,1 1 1,0-1 0,1 1 0,-1 0 0,1-1 0,4 9 0,-5-11-57,2-1 1,-1 0-1,0 1 0,1-1 1,-1 0-1,1 0 1,0 0-1,0 0 0,0-1 1,0 1-1,1-1 0,-1 0 1,1 0-1,7 3 1,2-1-8,1 0 1,0-1-1,0-1 1,0 0-1,0-1 1,0-1-1,0 0 1,22-3 0,-29 2-96,1 0 1,-1-1 0,1 0-1,-1 0 1,0 0 0,0-1 0,0 0-1,0-1 1,0 1 0,-1-1 0,1-1-1,-1 1 1,0-1 0,-1 0 0,1 0-1,-1-1 1,0 1 0,0-1-1,-1-1 1,0 1 0,0 0 0,0-1-1,-1 0 1,0 0 0,0 0 0,0 0-1,-1-1 1,0 1 0,-1-1-1,0 1 1,0-1 0,0-8 0,-1 4 32,0 0 1,-1 1 0,0-1 0,0 0-1,-1 0 1,-1 1 0,0 0-1,-1-1 1,0 1 0,-1 0 0,0 1-1,-12-20 1,-60-71 570,12 19 145,19 22-229,21 29-223,2-1 1,1-1 0,-19-37 0,36 58-211,1-1 0,0 1 1,1-1-1,0 0 0,1 0 0,0 0 1,1 0-1,1-22 0,0 32-48,0-1 0,0 1 0,0 0 0,1-1 0,-1 1 0,1 0 0,0-1 0,0 1 0,0 0 0,1 0 0,-1 0 0,1-1 0,-1 2 0,4-5 0,-2 4-45,0 0 1,0 0-1,0 1 0,1-1 1,-1 1-1,1 0 0,-1 0 1,1 0-1,0 1 0,0-1 1,0 1-1,5-1 0,11-2-174,0 1-1,1 1 1,30 2-1,-50 0 256,6 0-11,-1 0 0,1 0 0,-1 1 0,1 0 0,-1 0 0,0 1 0,1 0 0,-1 0 0,0 1 0,0-1 0,11 8 0,-13-7 13,0 0-1,0 1 1,0 0-1,0 0 1,-1 0-1,1 0 1,-1 0-1,0 1 1,0-1-1,-1 1 1,1 0-1,-1 0 1,0 0-1,1 7 1,0 4-35,0 1-1,-2 0 1,0 1 0,-1-1-1,0 0 1,-6 33 0,3-38-56,1 1 0,-2-1 0,1 0 1,-2 0-1,0 0 0,-10 18 0,0-6-378,-1-1 0,-18 20 0,-55 59-3171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52.7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2017,'0'0'0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53.6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55 5250,'0'0'7799,"-2"-4"-6986,-1-1-519,0 0 46,-1 0 0,2 0 1,-1 0-1,0-1 1,1 1-1,-2-9 0,2 17 945,0 11-1009,4 13 15,1 0 0,1 0 0,12 38 0,6 36 335,-14-24-953,-3 97 0,-4-170 17,-1 0 0,0 0 0,-1-1 0,1 1 0,-1 0 0,1-1-1,-3 7 1,1-8-301,1 0 0,-1 1 0,0-1-1,0 0 1,0 0 0,0 0 0,0 0-1,-5 3 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07.6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98 1265,'0'0'6555,"-11"0"229,59 3-6459,52 8 1,-50-4-62,54 0 0,247 4-136,1236-11 859,-1535-2-978,1-3 0,63-15-1,-34 5 30,421-48 285,-422 56-285,142-5 132,743 12 28,-484-8-217,658 4 8,-937 21-14,-30 0 66,-2-17-57,79 5 43,40 0-14,-171-6 11,1125-3 22,-1017 14-156,-44 0 129,-88-9-7,237 17-187,-219-5-235,121-3-1,2292-10 251,-2499 0 192,-1-2 0,0-1 1,0 0-1,-1-2 1,38-13-1,-56 12-177,-7 6 176,0-1 0,0 1 0,0 0 0,0 0 0,0 0 0,0-1 0,0 1 0,0 0 0,0 0 0,0 0 0,0 0 0,0-1-1,0 1 1,0 0 0,0 0 0,0 0 0,0-1 0,0 1 0,0 0 0,0 0 0,0 0 0,-1 0 0,1-1 0,0 1 0,0 0 0,0 0-1,0 0 1,0 0 0,0 0 0,-1-1 0,1 1 0,0 0 0,0 0 0,0 0 0,0 0 0,-1 0 0,1 0 0,0 0 0,0 0-1,0 0 1,-1 0 0,1 0 0,0 0 0,0 0 0,0 0 0,-1 0 0,1 0 0,0 0 0,0 0 0,0 0 0,0 0 0,-1 0-1,1 0 1,0 0 0,0 0 0,0 0 0,-1 0 0,-100-8-5167,18-3-5530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32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1 815 3025,'0'0'10960,"0"0"-10821,0 0-1,0 0 1,0-1 0,0 1-1,0 0 1,0-1 0,0 1-1,0 0 1,0-1 0,0 1-1,0 0 1,1-1-1,-1 1 1,0 0 0,0 0-1,0-1 1,0 1 0,1 0-1,-1 0 1,0-1 0,0 1-1,1 0 1,-1 0 0,0 0-1,0 0 1,1-1 0,-1 1-1,0 0 1,1 0-1,-1 0 1,1 0 0,356 0 1563,-354 0-1697,0 0 1,0 0-1,0 0 1,0-1-1,0 1 1,0-1-1,1 1 1,-1-1-1,0 0 1,0 0-1,-1-1 1,1 1-1,0-1 1,4-2-1,-4 0-6,0 1 0,0 0 0,-1-1 1,1 1-1,-1-1 0,0 0 0,0 0 0,0 0 0,-1 0 0,2-4 0,2-13-137,-1 0 1,-1 0-1,-1 0 1,0 0-1,-2 0 1,-2-24-1,1-6-52,1 32 115,0-22 77,-1-1 0,-12-75 0,9 91 47,0-1-1,2 1 1,1-1-1,5-50 1,-3 74-46,-1 0 0,2 0 1,-1 1-1,0-1 0,0 1 0,1-1 1,0 0-1,-1 1 0,1 0 1,0 0-1,0-1 0,0 1 0,0 0 1,1 0-1,-1 1 0,5-4 0,50-26 12,-40 23 16,-2 1-5,-1 1 0,1 0-1,-1 1 1,2 1 0,20-4-1,-4 4 18,53 1 0,-82 3-33,1 1 0,-1-1-1,1 1 1,-1 0 0,0 0-1,1 0 1,-1 0 0,0 0-1,0 1 1,0 0 0,0-1-1,0 1 1,0 0 0,0 1-1,0-1 1,-1 0 0,1 1-1,-1 0 1,0-1 0,0 1-1,0 0 1,0 0 0,0 0-1,-1 0 1,1 0 0,0 4-1,3 5 35,-2 0-1,1 0 1,-1 1-1,-1-1 1,0 1-1,0 15 1,-1 15 135,0 1 1,-3-1-1,-14 79 1,-3-42 50,8-42-114,2 1-1,2 0 1,-4 70 0,10-105-113,1-1 1,0 0-1,1 1 0,-1-1 0,1 0 1,-1 0-1,1 1 0,2 5 1,-2-8-6,0 1 0,0-1 0,0 0 0,1 1 0,-1-1 0,0 0 0,0 0 0,1 0 0,-1 0 0,1 0 0,-1 0 0,1 0 0,-1-1 0,1 1 0,0 0 0,-1-1 0,1 0 0,3 1 0,16 2-308,0-1 0,0-2 0,0 0 0,34-5 0,-35 2-1055,0 0 0,26-10 0,40-19-6641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58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131 207 3330,'0'0'3446,"0"-24"-2752,0-124 1971,0 114 1569,0 33-3975,-4 10-200,-5 39-27,3-1-1,-1 53 1,6 103 334,2-101-3,-5 614 3495,4-716-3818,-1 0-34,1 0-1,-1-1 1,1 1 0,-1-1 0,0 1-1,1 0 1,-1-1 0,1 0 0,-1 1-1,1-1 1,0 1 0,-1-1 0,1 1-1,-1-1 1,1 0 0,0 1-1,0-1 1,-1 0 0,1 0 0,0 1-1,0-1 1,0 0 0,0 1 0,0-1-1,0-1 1,-3-29-40,2 19-1,-6-67-496,-3-28-344,-52-299-2441,57 352 3112,1 1 0,4-63 0,1 42 119,1 66 91,-1 1 0,1 0-1,0 0 1,0 1 0,1-1-1,0 0 1,0 1 0,1-1-1,0 1 1,6-8 0,-2 2 19,-4 6-1,1 0-1,0 0 0,0 0 0,0 1 0,0 0 0,1 0 0,0 0 0,0 1 0,1-1 0,-1 2 0,1-1 0,0 1 1,0 0-1,0 0 0,0 1 0,12-3 0,8 1 38,0 1 1,0 1-1,36 2 0,-36 0 19,-23 0-60,0 0 0,0 1 1,-1 0-1,1 0 0,0 0 0,-1 0 0,1 0 0,-1 1 0,1-1 0,-1 1 1,0 0-1,0 0 0,1 0 0,-1 1 0,-1-1 0,4 4 0,5 6 117,0 1-1,14 22 1,12 13 298,-12-24-285,11 10 171,-34-32-273,0 1 1,-1-1 0,1 1 0,-1 0 0,1-1 0,-1 1 0,0 0 0,0 0 0,0-1 0,-1 1 0,1 0 0,-1 0 0,1 5 0,-1 75 396,0-80-442,-1 1 0,0 0 0,1 0 0,-2-1 1,1 1-1,0-1 0,-1 1 0,1-1 0,-1 0 0,0 1 0,0-1 0,0 0 0,0 0 0,-6 4 0,-5 6 68,-27 21 0,20-19-19,-179 125 185,151-109-223,39-25-39,-1 0-1,0-1 1,0 0 0,-1-1 0,0 0 0,1-1-1,-1 0 1,0 0 0,0-2 0,-1 1-1,1-1 1,-14-1 0,25 0 12,-1 0 0,1 0 1,-1-1-1,1 1 0,-1 0 1,1-1-1,-1 1 0,1 0 0,-1-1 1,1 1-1,-1-1 0,1 1 1,0-1-1,-1 1 0,1-1 1,0 1-1,-1-1 0,1 1 0,0-1 1,0 1-1,-1-1 0,1 0 1,0 1-1,0-1 0,0 1 0,0-1 1,0 0-1,0 1 0,0-1 1,0-1-1,0-26-260,1 19 220,-1 7 45,0 1 1,0-1 0,0 1 0,0-1 0,0 0 0,1 1 0,-1-1 0,0 1 0,1-1 0,-1 1 0,1-1 0,0 1 0,0-1 0,-1 1 0,1 0 0,0-1 0,0 1-1,0 0 1,0 0 0,1 0 0,-1 0 0,0 0 0,0 0 0,1 0 0,-1 0 0,0 0 0,1 0 0,-1 1 0,1-1 0,-1 1 0,1-1 0,1 1 0,4-1 12,-1 0 1,1 0-1,0 1 0,-1 0 1,1 1-1,9 1 1,-12-1 2,0 0-1,-1 1 1,1-1 0,-1 1 0,1-1-1,-1 1 1,0 0 0,0 0 0,0 1 0,0-1-1,0 1 1,-1-1 0,1 1 0,-1 0 0,1 0-1,-1 0 1,3 6 0,0-2 9,47 73 795,43 86-1,-10-15 896,-79-141-1561,0 0 0,0-1 0,1 0 0,16 16 1,-22-23-137,-1-20-4329,0-11-80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59.4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50 4930,'0'0'8844,"0"-4"-7945,0 3-810,0-1 0,-1 1-1,1 0 1,0-1-1,1 1 1,-1-1-1,0 1 1,0-1 0,0 1-1,1-1 1,-1 1-1,1 0 1,-1-1-1,1 1 1,0 0 0,-1-1-1,1 1 1,0 0-1,0 0 1,0 0-1,0 0 1,0-1 0,0 1-1,0 1 1,0-1-1,1 0 1,-1 0-1,0 0 1,0 1 0,1-1-1,-1 0 1,0 1-1,1 0 1,2-1-1,8-2 107,0 2-1,1-1 1,0 2-1,-1 0 0,1 0 1,18 4-1,-28-3-154,-1 0 1,1 0-1,0 0 0,-1 0 1,1 1-1,-1-1 1,1 1-1,-1 0 0,1 0 1,-1 0-1,0 0 0,0 0 1,0 0-1,0 0 0,-1 1 1,1-1-1,-1 1 0,1-1 1,-1 1-1,0 0 0,0 0 1,0-1-1,1 6 1,1 4 28,-1 0 1,0 1 0,-1-1 0,0 16 0,-1-17-50,0 0-1,-1 0 1,0 0-1,0-1 1,-1 1-1,-1 0 1,0-1 0,0 0-1,-1 0 1,0 0-1,-7 12 1,8-17-134,0-1 0,1 1 0,0-1 0,0 1 0,0 0 0,0 0 0,1 0 0,-2 10 0,3-13-17,0 1-1,0-1 0,0 1 0,1-1 0,-1 1 0,1-1 0,-1 0 0,1 1 1,0-1-1,0 1 0,0-1 0,0 0 0,0 0 0,0 0 0,1 0 0,-1 0 0,1 0 1,-1 0-1,4 3 0,21 17-4,-13-11 210,0 0 0,22 26 0,-32-33 41,0 1 1,0-1 0,0 1 0,0 0 0,-1 0 0,0 0-1,0 0 1,0 0 0,-1 0 0,1 1 0,-1-1 0,-1 0-1,1 9 1,-1-4 67,0-4-64,0 0-1,0 1 1,0-1 0,-3 10 0,2-13-104,0 0 0,0-1-1,-1 1 1,1 0 0,-1-1-1,1 1 1,-1-1 0,0 0 0,0 1-1,0-1 1,0 0 0,-5 3 0,-1 1 7,0-1 0,0 0 1,-1 0-1,1-1 1,-1 0-1,0 0 0,-1-1 1,-11 2-1,1-1-259,1-1 0,-1-1 0,-22-1 0,37-1 42,1 0 0,0 0 1,-1 0-1,1 0 1,-1-1-1,1 0 0,0 0 1,0 0-1,-1 0 0,1-1 1,0 0-1,0 1 0,0-2 1,1 1-1,-1 0 1,0-1-1,1 1 0,-1-1 1,1 0-1,0-1 0,-3-2 1,-3-7-1250,1 1 1,-7-15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0:59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187 1 5186,'0'0'10597,"9"16"-10213,-14 38 417,-21 16-273,0 8-384,-8-3-112,3-5-32,1-8-96,8-11-2001,1-24-2145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01.0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61 5074,'0'0'5630,"-2"-2"-5027,1-2-396,-1 0 1,1-1-1,0 1 1,0 0-1,1 0 1,-1-1-1,1 1 1,0-6-1,0 10-198,1-1-1,-1 0 1,1 1-1,-1-1 1,0 1 0,1-1-1,-1 1 1,1-1 0,-1 1-1,1 0 1,0-1-1,-1 1 1,1-1 0,-1 1-1,1 0 1,0 0-1,-1-1 1,1 1 0,0 0-1,-1 0 1,1 0-1,1 0 1,18-3 41,-19 2-37,10 0 49,-1 0-1,1 0 0,0 1 0,0 1 1,18 2-1,-26-3-20,-1 1 1,1 0-1,-1 0 0,1 0 1,-1 0-1,1 0 0,-1 0 1,0 1-1,0-1 1,0 1-1,0-1 0,0 1 1,0 0-1,0 0 1,0 0-1,0 0 0,-1 0 1,1 0-1,-1 0 0,0 1 1,0-1-1,0 1 1,0-1-1,0 1 0,0-1 1,0 1-1,0 4 1,0 2 135,0 1 0,0-1 0,-1 0 0,0 1 0,0-1 0,-1 1 1,-3 12-1,2-16-104,0 0 1,0 0-1,-1 0 1,0 0-1,0-1 1,0 0 0,-1 1-1,0-1 1,0-1-1,0 1 1,-8 6-1,-11 10 172,-1-2 0,-44 28-1,57-41-250,1 0 0,-1-1-1,0 0 1,-1 0-1,1-2 1,-1 1-1,0-2 1,0 1-1,-23 0 1,33-3-389,24 1-291,-7 0 692,-1 1 1,0 1-1,0 0 0,0 1 0,15 6 0,67 35 568,-62-28-255,54 19 0,-81-34-328,1 0-1,-1-1 1,1 0 0,-1 0-1,12-1 1,-14 0-90,-4 0-8,0 0 0,0 0 0,0 0 0,0 0 0,0 0-1,0 0 1,0 0 0,0 0 0,0-1 0,0 1 0,-1 0 0,1-1-1,0 1 1,0 0 0,0-1 0,0 1 0,0-1 0,0 0 0,13-25-5509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01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 5507,'-3'0'11773,"8"0"-11213,172 0 1628,-57 0-5107,-120 0 2820,0 0 0,0 0-1,1 0 1,-1 0 0,0 0 0,0 0-1,0 0 1,1 0 0,-1 0 0,0 0-1,0 0 1,0 1 0,0-1-1,1 0 1,-1 0 0,0 0 0,0 0-1,0 0 1,0 0 0,0 1 0,1-1-1,-1 0 1,0 0 0,0 0 0,0 0-1,0 1 1,0-1 0,0 0 0,0 0-1,0 0 1,0 1 0,0-1-1,0 0 1,0 0 0,0 0 0,0 1-1,0-1 1,0 0 0,0 0 0,0 0-1,0 1 1,0-1 0,0 0 0,0 0-1,0 2-451,0 5-4049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02.0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1 1 5587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02.4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5587,'27'201'1325,"-32"-160"9785,280-41-11527,-274 0 343,-1 0-1,1 0 1,-1 0-1,0 0 0,1 0 1,-1 0-1,1 0 1,-1 0-1,0 0 0,1 1 1,-1-1-1,1 0 1,-1 0-1,0 0 0,1 1 1,-1-1-1,0 0 1,1 1-1,-1-1 1,0 0-1,0 1 0,1-1 1,-1 0-1,0 1 1,0-1-1,1 0 0,-1 1 1,0-1-1,0 1 1,0-1-1,0 0 0,0 1 1,1 17-1037,-2-12 313,1 32-2945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26.1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0 281 4434,'7'2'16041,"14"-1"-15642,-18-2-388,0 0 1,0 0 0,-1 0 0,1 0 0,0-1 0,0 1 0,-1-1 0,1 0-1,-1 0 1,0 0 0,1 0 0,-1 0 0,0 0 0,0-1 0,-1 1 0,3-3-1,29-51-38,-25 40-1,57-113-1236,-63 124 1223,0 1 0,-1-1 0,1 1 0,-1-1 0,0 1 0,-1-1 0,1 0 0,-1-8 1,0 12 21,0 8-24,-1 175 89,3 224 1696,-2-403-1728,0 14 162,1 1-1,0 0 0,2-1 0,7 32 1,-8-42-65,-2-6-98,0 1 1,0-1 0,0 0 0,0 0 0,0 1 0,1-1 0,-1 0 0,0 0-1,1 0 1,-1 0 0,1 1 0,-1-1 0,1 0 0,0 0 0,-1 0 0,2 1 0,-1-2 4,-1-18-6904,0-16 2287,0-7-3405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27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123 53 2673,'0'0'5731,"17"-5"-483,-17 4-5183,0 0 0,0 0 0,1 0 0,-1 0 1,0 1-1,0-1 0,1 0 0,-1 0 0,0 0 0,1 0 1,-1 0-1,1 0 0,0 1 0,-1-1 0,2-1 1,-1 1-4,0-1 0,0 1 0,0 0 1,0-1-1,0 1 0,0 0 1,-1-1-1,1 1 0,-1-1 1,1 1-1,-1-1 0,1 0 1,-1 1-1,0-1 0,0 1 1,0-4-1,0 5-50,0 0-1,-1-1 1,1 1-1,0-1 1,-1 1 0,1 0-1,0-1 1,-1 1 0,1 0-1,-1 0 1,1-1-1,-1 1 1,1 0 0,-1 0-1,1 0 1,-1-1 0,1 1-1,-1 0 1,1 0-1,-1 0 1,1 0 0,-1 0-1,1 0 1,-1 0 0,1 0-1,-1 0 1,1 1-1,-1-1 1,1 0 0,-1 0-1,1 0 1,-1 0 0,1 1-1,-1-1 1,1 0-1,-1 1 1,-1-1-5,0 1 0,1-1 0,-1 1 0,0 0 0,0 0 0,1 0 0,-1 0 0,1 0 0,-1 0 0,-1 2 0,-34 51 252,30-47-214,1 1 0,0 0 0,0 0-1,1 0 1,1 1 0,-1 0 0,1 0 0,0 0-1,1 0 1,-3 17 0,-6 30 101,8-43-135,1 1 1,0-1 0,-1 27-1,3 45 209,3 99 1217,-1-176-1369,0-1 0,1 1 0,0-1 0,0 0 0,1 0 0,0 0 0,0 0 0,1 0 0,-1 0 0,1-1 0,1 0 0,-1 0 0,1 0 0,0-1 0,1 1 0,-1-1 0,1 0 0,10 6 0,-1-1 74,0-1 0,1-1 0,0 0 0,1-1 0,-1 0 0,34 7 0,-35-11-84,0-2-1,0 1 0,0-2 1,0 0-1,18-2 1,-30 1-57,-1 0 1,0 0 0,0 0-1,1 0 1,-1 0 0,0-1 0,0 1-1,0-1 1,0 1 0,0-1-1,0 0 1,-1 1 0,1-1 0,-1 0-1,1 0 1,-1-1 0,0 1-1,1 0 1,-1 0 0,1-3 0,4-9-112,8-29 1,-12 37 51,4-20-157,0 0-1,-2 0 1,-1 0-1,0-50 1,-4 75 215,1 0 1,0 1 0,-1-1 0,1 0 0,-1 0 0,1 0 0,0 0-1,-1 1 1,0-1 0,1 0 0,-1 0 0,1 1 0,-1-1 0,0 1-1,0-1 1,1 0 0,-1 1 0,0-1 0,0 1 0,0 0 0,0-1 0,1 1-1,-2-1 1,-27-8 36,21 7-28,-8-2-24,-1 0 1,1 1-1,-25-1 0,35 3 3,-1 1-1,0 0 1,0 1-1,1-1 1,-1 1 0,0 0-1,1 1 1,-1 0-1,1 0 1,-1 0 0,-7 5-1,0 3-13,0 0-1,1 1 1,0 0 0,1 1-1,1 0 1,0 1-1,0 1 1,-10 18 0,15-12 71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28.9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88 126 2257,'0'0'9202,"-5"10"-4415,-16 39-4687,14-32-8,-9 37-1,-1 4 84,12-41-126,0-1 0,1 1 1,1 1-1,-2 28 0,5 73 629,1-57-58,-1-52-462,1 0-1,-1 0 1,2 0-1,-1 0 0,1 0 1,6 17-1,-5-22-103,-1 1 1,1-1-1,0 0 1,0 0-1,0 0 0,1 0 1,0-1-1,0 0 1,0 1-1,1-1 0,-1-1 1,9 6-1,-10-7-27,1 0-1,-1-1 1,1 0-1,0 1 1,-1-1 0,1-1-1,0 1 1,0-1-1,7 1 1,36-3 200,-42 1-208,-1 0-22,-1 1-1,1-1 1,-1-1-1,0 1 1,1 0-1,-1-1 1,0 0-1,0 0 1,0 0-1,0 0 1,0 0 0,0-1-1,0 1 1,-1-1-1,0 1 1,3-5-1,6-8-140,19-33 0,-13 18-69,-11 20 174,-1-1 0,1 1-1,-2-1 1,0-1 0,0 1-1,-1 0 1,0-1 0,1-20-1,-1-8 55,-4-50 0,0 32 82,1-149-110,0 202 13,-1 0 0,0-1 0,1 1 0,-2 0 0,1 0-1,0 0 1,-1 0 0,0 0 0,0 1 0,-1-1 0,1 0 0,-1 1 0,0 0 0,0-1 0,-1 1-1,1 1 1,-1-1 0,0 0 0,-6-4 0,4 4-9,1 0-1,-1 1 1,0 0 0,0 0-1,0 1 1,0-1-1,0 1 1,0 1 0,-1-1-1,1 1 1,0 0 0,-1 1-1,1-1 1,-1 1-1,-11 2 1,17-2-58,-1 1 1,0 0-1,1-1 0,-1 1 1,0 0-1,1 0 1,-1 0-1,1 0 0,0 0 1,-1 0-1,1 0 1,0 1-1,-1-1 0,0 3 1,-17 25-1378,9-13-77,-11 15-2927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44.0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1 234 5138,'0'0'2562,"30"0"-1132,200 0 2486,116 0-3548,-182-9-294,-58 2-36,15 1-39,229-7 10,742 13 45,-760 12-14,2-3-1,4 1-44,1074-10-5,-1158-8 64,-1 1-23,1329 7 30,-1164-9-47,-303 5-12,220-17-2,-153 8 0,-71 6-2,172-13-4,63 14-5,-206 8 30,23-1-96,191-4-665,-148-16 683,-18 1-18,48-5-248,135-5 338,62 9-20,-296 11 17,59 3-22,-35 2 323,313-5-167,97 4 3447,-540 4-2642,30 0-712,-47 0-1003,-44 0-951,-37 0-1532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47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0 103 5923,'0'0'5717,"6"-5"-5149,5-9-254,-5 7-17,0-1 0,0 2 0,0-1 0,1 0 0,0 1 0,12-8 0,-18 14-289,-1 0 0,1 0-1,-1 0 1,1-1 0,-1 1 0,1 0-1,-1 0 1,1 0 0,-1 0-1,1 0 1,-1 0 0,1 0 0,-1 0-1,1 0 1,-1 0 0,1 0-1,-1 1 1,1-1 0,-1 0-1,1 0 1,-1 0 0,1 1 0,-1-1-1,0 0 1,1 0 0,-1 1-1,1-1 1,-1 1 0,0-1-1,1 0 1,-1 1 0,0-1 0,1 1-1,-1-1 1,0 0 0,0 1-1,1-1 1,-1 1 0,0-1 0,0 1-1,0-1 1,0 1 0,0-1-1,1 1 1,-1-1 0,0 1-1,0-1 1,0 1 0,0-1 0,-1 1-1,1-1 1,0 2 0,1 1 24,27 229 1215,-22-170-798,3 42 235,-4-33 248,28 138 0,-31-203-877,-2-5-38,0 0 0,0 0-1,0 1 1,0-1 0,0 0 0,0 0-1,1 0 1,-1 0 0,0 0 0,1 0-1,-1 0 1,1 0 0,-1 0-1,1 0 1,-1 0 0,1 0 0,0 0-1,0 0 1,-1 0 0,1-1 0,0 1-1,0 0 1,0 0 0,0-1-1,0 1 1,0-1 0,0 1 0,0-1-1,0 1 1,2-1 0,-2 0-33,-1-377-6603,-13 189 5239,8 28 2263,5 159-870,1 0-1,-1-1 0,0 1 0,1 0 0,-1 0 0,1-1 0,0 1 0,-1 0 0,1 0 0,0 0 0,0 0 0,0 0 1,-1 0-1,1 0 0,0 0 0,0 0 0,0 0 0,1 0 0,-1 0 0,0 1 0,0-1 0,0 1 0,1-1 0,-1 1 0,0-1 1,0 1-1,1-1 0,1 1 0,3-2 55,1 1 1,0 0 0,0 0-1,8 0 1,23 0 99,32 1 97,-63 1-234,0-1 0,0 1 0,0 1 1,0 0-1,0 0 0,-1 0 0,11 5 0,11 7 123,-15-7-65,1 0 0,23 17 0,-33-20-74,0-1 1,0 1 0,0 0-1,-1 0 1,1 1 0,-1-1-1,0 1 1,0-1-1,-1 1 1,1 0 0,2 10-1,-2-3 128,0 0-1,-2 0 1,1 0-1,-1 1 1,-2 16-1,1-14 11,-1-11-126,1 1 0,-1-1 1,-1 0-1,1 0 0,0 0 1,-1 0-1,0 0 0,0 0 1,0-1-1,-1 1 0,1-1 0,-1 1 1,0-1-1,-4 4 0,-5 5 5,-1-1-1,-17 13 0,22-18-34,0 0-1,-1-1 0,0 0 0,0 0 0,-1 0 0,1-2 0,-1 1 0,0-1 0,0 0 0,0-1 1,-18 2-1,-66-3-588,93-2 569,0 0-1,1 1 0,-1-1 0,1 0 0,-1 1 1,1-1-1,0 0 0,-1 0 0,1 1 0,0-1 1,-1 0-1,1 0 0,0 0 0,0 0 0,0 1 1,-1-1-1,1 0 0,0 0 0,0 0 1,0 0-1,1 0 0,-1 1 0,0-1 0,0 0 1,0 0-1,1 0 0,-1 0 0,0 1 0,1-1 1,-1 0-1,1 0 0,-1 1 0,1-2 0,4 0 15,-1 0-1,1 0 0,-1 0 0,1 1 0,0 0 1,-1 0-1,1 0 0,0 0 0,9 1 1,1-1 62,-1 2 1,19 2 0,-29-2-39,0 0-1,-1 0 1,1 1-1,0-1 0,-1 1 1,1 0-1,-1 0 1,0 1-1,1-1 1,-1 1-1,0-1 1,-1 1-1,1 0 1,0 0-1,-1 0 1,0 0-1,1 1 1,1 4-1,6 10 128,-2 1-1,9 27 1,-8-23 53,21 69 746,-20-57-366,1-2 1,28 58-1,-38-89-560,0 0 0,1-1 0,-1 1 0,1 0 0,-1 0-1,1-1 1,0 1 0,-1-1 0,1 1 0,0-1 0,0 0 0,0 0 0,0 0 0,0 0-1,0 0 1,4 1 0,-5-2-101,0 1 0,0-1 0,0 0-1,0 0 1,-1 0 0,1 0 0,0 0-1,0-1 1,0 1 0,0 0 0,0 0-1,0 0 1,0-1 0,0 1 0,-1-1 0,1 1-1,0 0 1,0-1 0,0 0 0,-1 1-1,1-1 1,0 1 0,-1-1 0,1 0-1,0 1 1,-1-1 0,1 0 0,-1 0 0,1 0-1,-1 1 1,1-1 0,-1 0 0,0 0-1,1 0 1,-1 0 0,0 0 0,0 0-1,0 0 1,0 0 0,0 0 0,2-32-4795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48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 0 3586,'0'0'5848,"10"0"-312,40 0-5286,-49 0-233,1 0-1,-1 1 0,1-1 1,-1 0-1,0 0 0,1 1 0,-1-1 1,1 1-1,-1 0 0,0-1 1,1 1-1,-1 0 0,0 0 1,0-1-1,1 1 0,-1 0 0,0 0 1,0 1-1,0-1 0,0 0 1,0 0-1,-1 0 0,1 1 1,0-1-1,0 0 0,-1 1 0,1-1 1,-1 0-1,1 1 0,-1-1 1,0 1-1,1 1 0,0 7 141,0 0 0,0 0 0,-2 19 0,0-11 113,1-13-220,-1 1 1,0-1 0,0 1-1,0-1 1,0 0 0,-1 0 0,0 0-1,0 0 1,0 0 0,-1 0-1,1 0 1,-1-1 0,-1 1-1,1-1 1,0 0 0,-1 0 0,-7 7-1,-20 24 51,31-34-156,0-1 0,0 1 0,-1 0 0,1 0 0,0 0-1,0 0 1,0 0 0,0 0 0,0 0 0,0 0 0,1 0-1,-1 0 1,0 0 0,0 0 0,1-1 0,-1 1 0,0 0-1,1 0 1,-1 0 0,1 0 0,-1-1 0,1 1 0,0 0-1,-1 0 1,1-1 0,0 1 0,-1 0 0,1-1 0,0 1-1,0 0 1,14 14 95,-2 0 0,0 2 0,-1-1 0,0 2 0,-2-1 0,11 23 0,-16-28 72,0 0-1,-1 0 0,0 1 1,-1-1-1,0 1 1,-1 0-1,-1 0 0,0 0 1,-1 0-1,0 0 1,-2 15-1,1-26-87,0 1-1,0 0 1,0 0-1,0-1 1,-1 1-1,1-1 1,-1 1-1,0-1 1,0 0-1,1 0 1,-2 0-1,1 0 1,0 0 0,0 0-1,0 0 1,-1-1-1,1 1 1,-1-1-1,0 1 1,1-1-1,-6 1 1,-2 2 15,-1-1 0,0 0 0,-1 0-1,-13 0 1,18-2-63,-38 0 70,43-1-100,0 0-1,0 0 1,0-1-1,0 1 1,0 0-1,1-1 1,-1 0-1,0 1 1,0-1-1,1 0 0,-1 0 1,0 0-1,1 0 1,-1 0-1,1-1 1,-1 1-1,1 0 1,0-1-1,0 1 1,-3-4-1,2-3-508,-1 0-1,1-1 1,1 1 0,-1-1-1,1 1 1,1-1-1,0 1 1,0-10 0,1 6-572,-1-50-6239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48.6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55 3682,'0'0'9265,"7"-9"-8422,22-28-138,-22 28 1085,-7 14-1457,0 0-284,-1 0-1,0 0 1,0 0-1,0 0 1,0 0-1,-1 0 1,1-1-1,-6 9 1,-25 38 313,10-16-115,-8 12-100,-8 15-235,-32 69 0,69-128-1329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49.6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101 16 2881,'0'0'4090,"-21"0"4586,24 0-8655,0-1 0,-1 1 0,1-1 0,-1 1 0,1-1 0,-1 0 0,5-2 0,-4 1 5,0 1 1,0 0 0,0 0 0,0 0-1,0 0 1,0 0 0,0 1 0,4-1-1,65 1 473,-70 1-487,-1-1-1,1 0 1,-1 1 0,1-1-1,-1 1 1,0-1 0,1 1-1,-1 0 1,0 0-1,1 0 1,-1-1 0,0 1-1,0 0 1,0 1 0,0-1-1,0 0 1,0 0-1,0 0 1,0 1 0,0-1-1,0 0 1,-1 1 0,1-1-1,-1 1 1,1-1-1,-1 0 1,1 1 0,-1 2-1,2 5 34,-1 0-1,1-1 1,-1 16-1,-1 1 32,1-19-19,0 0-1,-1 0 1,1 0-1,-2 0 1,1 0-1,-1 0 1,0 0-1,0-1 1,0 1-1,-1 0 1,0 0-1,0-1 1,-6 11-1,-44 38 264,45-42-547,10-7-365,-1-4 496,8 7 90,0 0 0,0 1-1,-1 0 1,0 1-1,-1 0 1,0 0 0,0 1-1,-1 0 1,8 18-1,-10-19 88,-1 0-1,0 1 0,-1-1 0,0 1 1,-1-1-1,0 1 0,-1 0 0,0 0 0,-1 0 1,0 0-1,0 0 0,-3 12 0,2-21-68,1 0 1,-1 0-1,0 0 0,0 0 0,0 0 0,0 0 0,-1-1 0,1 1 0,0 0 0,-1-1 0,1 1 1,-1-1-1,1 1 0,-1-1 0,0 0 0,0 0 0,1 0 0,-1 0 0,0 0 0,0 0 1,0 0-1,0-1 0,-3 1 0,-6 2 14,1-1 0,-1 0 0,-11 0 0,20-2-15,-23 3 24,1-2-1,-1-1 1,-38-4 0,60 3-80,0 1 1,1-1 0,-1 0-1,0 0 1,1 0 0,-1 0-1,1-1 1,-1 1 0,1-1 0,0 1-1,0-1 1,0 0 0,0 0-1,0 0 1,0 0 0,0 0-1,0 0 1,1 0 0,-1-1-1,1 1 1,0-1 0,0 1 0,0-1-1,0 1 1,0-1 0,-1-3-1,0-8-918,0 1 0,1-1 0,0 1 0,2-17 0,-1 11-1280,0-23-5342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50.3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3426,'0'0'13838,"11"0"-12656,112 2 430,-27 0-3038,-31-2-5265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1:50.7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69 1 6931</inkml:trace>
  <inkml:trace contextRef="#ctx0" brushRef="#br0" timeOffset="1">69 1 6931,'-69'253'3858,"69"-245"-1409,9-4-1184,21 0-385,5 4-160,4-8-319,0 0-65,-5 0-336,-8 0-112,1 0-817,-14 0-1168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00.0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205 72 7283,'0'0'4088,"31"-11"-4326,98-36-10,-77 33 121,-27 15 171,-7 0 68,-17-1-80,0 1 0,0-1 0,0 0-1,-1 1 1,1-1 0,0 1 0,0-1 0,0 1-1,0 0 1,-1-1 0,1 1 0,0 0-1,-1-1 1,1 1 0,-1 0 0,1 0 0,0 0-1,-1-1 1,0 1 0,1 0 0,-1 0-1,0 0 1,1 0 0,-1 0 0,0 0 0,0 0-1,0 0 1,1 0 0,-1 0 0,-1 1-1,3 41 548,-2-34-390,2 40 440,-2 42 357,-1-81-887,0 0 0,0-1 0,-1 1 0,-1-1 0,1 1 0,-2-1 0,-3 10 0,-18 23 191,-2-1 1,-1-2 0,-2-1 0,-2-1 0,-70 64-1,79-81-177,-48 35 0,64-50-107,-1-1 1,0 0 0,0 0 0,0 0 0,-1-1-1,1 0 1,-1-1 0,0 0 0,0 0 0,0-1-1,-9 0 1,18-1-13,-1 0 1,1 0-1,0 0 0,-1 0 0,1 0 1,-1 0-1,1 0 0,0 0 0,-1 0 1,1-1-1,-1 1 0,1 0 0,0 0 1,-1 0-1,1-1 0,0 1 0,-1 0 1,1-1-1,0 1 0,-1 0 0,1 0 1,0-1-1,0 1 0,-1-1 0,1 1 1,0 0-1,0-1 0,0 1 0,0 0 1,-1-1-1,1 1 0,0-1 0,0-17-301,0 10 87,0 4 58,0 0 1,1 0 0,0-1 0,-1 1 0,1 0 0,1 0 0,-1 0 0,0 0 0,1 0 0,0 0 0,0 0 0,0 0 0,6-6 0,-3 5-103,0 0 0,0 0 0,1 0 0,-1 0 0,1 1 1,0 0-1,13-6 0,-5 4 94,0 1 0,0 0 0,1 1 0,0 0 0,0 1 0,0 1 0,28 0 0,-36 2 326,0 0-1,1 1 0,-1 1 1,0-1-1,0 1 1,0 0-1,0 1 1,0-1-1,-1 1 0,1 1 1,-1-1-1,0 1 1,0 0-1,11 10 0,1 4 737,0 1 0,29 40 0,10 12 960,-54-68-1810,0 0 0,0 0-1,1 0 1,-1-1 0,1 1 0,-1-1-1,1 0 1,0 0 0,0 0-1,0 0 1,0-1 0,0 1 0,1-1-1,-1 0 1,0-1 0,1 1-1,-1-1 1,9 0 0,-13 0-42,0 0-67,1 1 1,0-1 0,-1 0 0,1-1-1,-1 1 1,1 0 0,0 0-1,-1 0 1,1 0 0,0 0 0,-1-1-1,1 1 1,-1 0 0,1 0-1,-1-1 1,1 1 0,-1 0 0,1-1-1,-1 1 1,1-1 0,-1 1-1,1-1 1,-1 1 0,0-1 0,1 0-1,16-34-4698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00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2 247 6883,'0'0'10055,"0"-2"-9529,-1-58 88,3-76-1175,10 89-138,-12 46 662,0 3-115,-12 894 4180,11-827-3436,1-60-765,0-42-1017,0-71-5063,0 49 1248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01.1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239 439 5811,'0'0'5976,"0"-3"-5157,0 3-713,0-1 0,0 0 0,0 1 0,0-1 0,0 0 0,0 1 0,0-1 0,0 1 0,0-1 0,0 0 0,0 1 0,0-1 0,0 0 0,-1 1 0,1-1 0,0 1 1,0-1-1,-1 1 0,1-1 0,0 1 0,-1-1 0,1 1 0,-1-1 0,1 1 0,-1-1 0,0 1-54,1 0 1,-1 0-1,0 0 1,1 1-1,-1-1 1,0 0-1,1 0 1,-1 1-1,1-1 1,-1 0-1,1 1 1,-1-1-1,1 1 1,-1-1-1,1 1 1,-1-1-1,1 1 1,-1-1-1,1 1 1,-24 37 627,11-9-237,2 1 0,1 0-1,1 1 1,2-1 0,-5 43-1,1 159 1587,11-223-1966,0 0-1,1 0 1,0 1 0,0-1 0,1 0-1,0 0 1,5 11 0,-5-15-51,0 0 1,1-1 0,0 1 0,0-1-1,0 0 1,1 0 0,-1 0 0,1 0 0,0 0-1,0-1 1,0 0 0,1 0 0,8 5-1,-3-4 5,0 0 0,0-1 0,1 0 0,-1-1 0,1 0 0,0-1 0,-1 0-1,1-1 1,0 0 0,0 0 0,18-4 0,-23 2-70,0 1 0,0-1 0,-1 0 0,1 0 1,-1-1-1,1 0 0,-1 0 0,0 0 0,0 0 0,0-1 0,0 0 0,-1 0 0,0 0 0,1-1 1,-2 1-1,1-1 0,0 0 0,-1 0 0,0 0 0,0-1 0,-1 1 0,1-1 0,1-6 0,2-7-211,-1 0 0,-1 0 0,0 0 0,-2 0 0,0-1-1,-1-19 1,-1 23 226,0 0-1,-1 1 0,-1-1 1,-1 0-1,0 1 0,-1-1 0,0 1 1,-1 0-1,-1 1 0,-1-1 1,0 1-1,-1 0 0,-14-19 1,-21-22 92,-80-78 0,73 82 27,-68-88-1,110 129-49,0-1 1,1 0-1,1-1 0,-1 1 0,2-1 0,0 0 1,0-1-1,1 1 0,1-1 0,0 0 0,1 0 0,-2-18 1,4 29-36,1 1 1,-1-1 0,0 0 0,1 0-1,-1 0 1,1 0 0,-1 0-1,1 1 1,0-1 0,0 0 0,0 0-1,0 1 1,0-1 0,0 1-1,0-1 1,1 1 0,-1 0 0,1-1-1,-1 1 1,1 0 0,-1 0-1,1 0 1,-1 0 0,1 0 0,0 0-1,0 0 1,-1 1 0,1-1-1,0 1 1,0-1 0,0 1 0,3 0-1,8-2-49,0 1 0,1 0 0,22 2 0,-19 0 43,-9 0 4,1 0-1,0 0 1,-1 1 0,1 0-1,-1 1 1,0-1 0,0 2-1,0-1 1,0 1 0,0 0-1,-1 1 1,1 0 0,-1 0-1,-1 1 1,1-1 0,-1 2-1,10 10 1,-8-7-8,-1 1-1,0 0 0,0 0 1,-1 1-1,0-1 1,-1 1-1,-1 0 1,0 1-1,0-1 1,-1 1-1,1 19 1,-1 101-103,-3-84 100,-1-40-266,1 0 0,-1-1-1,-1 1 1,1 0-1,-2-1 1,1 1 0,-7 14-1,2-6-2640,2-3-5157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01.9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1 655 4914,'0'0'10720,"3"0"-9320,108 0 2017,151 0-2992,-256 0-427,-1 0-1,1 0 1,-1-1-1,1 0 1,-1 0-1,1 0 1,-1-1-1,0 0 1,10-5-1,-12 5-14,0 0-1,0 0 0,0 0 0,0-1 0,0 1 0,-1-1 1,1 0-1,-1 0 0,0 0 0,0 0 0,0 0 0,0 0 0,-1 0 1,1-1-1,-1 1 0,2-5 0,-1-6-65,0 0 0,0 0 0,-1 0 0,-2-23-1,0 9 73,0 8 18,-2 1 0,0-1 1,-2 0-1,0 1 0,-1 0 0,-16-34 0,14 34 4,0 0 0,1 0 0,1-1-1,1 1 1,1-1 0,-4-40 0,8-2-3,0 60-8,0 1 1,1-1-1,-1 1 1,0-1-1,0 1 1,1-1-1,-1 1 1,1 0-1,-1-1 1,1 1 0,0 0-1,0-1 1,-1 1-1,1 0 1,0 0-1,0 0 1,0-1-1,2 0 1,0 0-3,0 0 0,0 0 0,0 0 1,0 0-1,0 1 0,1-1 0,4 0 0,7-2-2,0 1-1,28-2 0,-37 5 10,17-3 6,0 2 1,0 1-1,1 0 0,29 6 0,-47-5-11,-1 1-1,1 0 0,-1 0 1,0 0-1,0 1 0,0 0 1,0 0-1,-1 0 0,1 0 1,-1 1-1,1 0 0,-1 0 1,0 0-1,-1 0 0,1 0 1,-1 1-1,0 0 0,0 0 1,0 0-1,-1 0 0,0 0 1,0 0-1,2 9 0,1 8 21,0-1 0,-2 1 0,-1-1-1,0 40 1,-3-23 192,-2 0 0,-1 0-1,-2-1 1,-14 51 0,15-74-79,1 1 0,1-1 0,0 1 1,1 0-1,1 0 0,0 0 0,1 0 0,3 26 0,-3-39-130,1 0-1,-1-1 1,1 1-1,-1 0 1,1-1-1,0 1 1,0-1-1,-1 1 1,1-1-1,0 1 1,0-1 0,1 0-1,-1 1 1,0-1-1,0 0 1,1 0-1,-1 0 1,1 0-1,-1 0 1,1 0-1,-1 0 1,3 0-1,2 1-2,1 0-1,-1-1 0,1 0 0,10 1 0,-12-2 0,35 3-323,1-2 0,48-5-1,-62 1-994,29-8 0,-36 6-1716,39-16 0,1-7-8309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06.7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56 2225,'0'0'4557,"-5"0"-3912,-20 0 6799,35 0-7079,229-11 508,-136-1-723,200-19 25,16 29-137,-166 4-22,874-2 232,-871 11-96,2 1 160,214 11-229,-103-2-6,-187-14-3,31 1 55,57 3 1,4 1-143,163 0 117,5 0-69,524-9 152,-527 23-131,-165-9-3,268 30-32,-211-34-36,-146-11 52,21 3-47,108 3 25,255-8 54,-256-8-61,216 4 497,-425 4-427,-4 0-51,0 0-1,1 1 1,-1-1 0,1 0 0,-1 0-1,1 0 1,-1 0 0,1 0-1,-1 0 1,1 0 0,-1 0 0,0 0-1,1 0 1,-1 0 0,1 0 0,-1 0-1,1-1 1,-1 1 0,1 0 0,-1 0-1,0 0 1,1-1 0,-1 1-1,1 0 1,-1 0 0,0-1 0,1 1-1,-1 0 1,0-1 0,1 1 0,-1-1-1,-20 1-1875,-32 0-458,-19 0-1674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3.28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10 1 4130,'0'0'7558,"-1"-1"-7408,1 1 1,0 0-1,-1 0 0,1 1 1,0-1-1,-1 0 0,1 0 1,-1 0-1,1 0 0,0 0 1,-1 0-1,1 0 0,0 0 1,-1 1-1,1-1 0,0 0 0,0 0 1,-1 0-1,1 1 0,0-1 1,0 0-1,-1 0 0,1 1 1,0-1-1,0 0 0,0 1 1,-1-1-1,1 1 0,0 1275 4906,0-1267-4983,0-6-53,0-1 0,0 1 0,0 0 0,0 0 0,0 0 0,1 0-1,0 0 1,-1 0 0,2 3 0,3 0-138,-5-11-106,0 3 99,0-279-9682,0 200 4132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4.01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6 216 6931,'0'0'7009,"3"-18"-5990,11-56 83,-14 72-1059,0 0 1,1 0-1,-1 0 1,1 0-1,-1 1 1,1-1-1,0 0 1,0 0-1,0 1 1,0-1-1,0 0 1,0 1-1,0-1 1,0 1-1,1-1 1,-1 1-1,1 0 1,-1 0-1,1-1 1,-1 1-1,3-1 1,2-2 47,5-5 6,0 1-1,0 0 1,1 0 0,0 1-1,1 1 1,-1 0-1,1 1 1,0 0 0,0 1-1,1 0 1,17-2-1,13 1-96,-1 2 0,55 4 0,-37 0 82,-59-1-81,0 1 1,0-1 0,0 1-1,0 0 1,0 0-1,0 0 1,0 0 0,0 0-1,0 1 1,-1-1-1,1 0 1,0 1 0,-1 0-1,0-1 1,1 1-1,-1 0 1,2 3 0,20 34 38,-22-38-40,4 10 15,-1 1 1,0-1-1,0 1 1,-1 0-1,-1 0 0,3 20 1,-5 75 189,-1-54-120,1-45-46,1 5-1,-1 0 0,0 1 0,-1-1 1,-1 0-1,0 0 0,-1-1 0,-8 25 0,3-18 28,-1 0 0,-1-1 0,0-1-1,-2 0 1,-20 25 0,22-32-43,0 0 0,-1 0 0,0-1 0,-1-1 1,0 0-1,0 0 0,0-1 0,-26 10 0,2-6-18,-1-1 0,1-1 0,-2-2 0,1-2-1,-1-2 1,-52-1 0,89-2-15,0 0-1,1-1 0,-1 1 0,1 0 0,0-1 0,-1 1 0,1-1 1,-1 1-1,1 0 0,-1-1 0,1 1 0,0-1 0,0 1 1,-1-1-1,1 1 0,0-1 0,0 1 0,-1-1 0,1 0 0,0 1 1,0-1-1,0 1 0,0-1 0,0 0 0,0 1 0,0-1 0,0 1 1,0-1-1,0 1 0,0-1 0,0 0 0,0 1 0,0-1 1,1 1-1,-1-1 0,0 1 0,0-1 0,1 1 0,-1-1 0,0 1 1,1-1-1,-1 1 0,1-1 0,0 0 0,3 0-10,0 0 0,1 0 0,-1 0 0,1 0 0,-1 1 0,1 0 0,-1 0 0,6 1 0,3-1 37,-4-1 3,0 1 0,-1 1 1,1 0-1,0 0 0,-1 0 0,1 1 1,-1 0-1,0 1 0,1 0 0,-1 0 1,0 1-1,-1 0 0,1 1 1,-1-1-1,0 1 0,0 1 0,8 7 1,7 12 199,-1 1 0,-1 0 0,-2 2 0,-1 0 1,17 37-1,-18-33 21,-11-23-159,0 0 0,0 0 0,1-1 0,11 13 0,-15-19-85,1 1 1,-1-1-1,1 0 0,0 0 1,0 0-1,0-1 0,0 1 1,0-1-1,0 1 0,0-1 1,0 0-1,1 0 0,-1-1 1,0 1-1,1-1 0,-1 1 0,4-1 1,-6-1-102,0 1 0,0 0 1,0-1-1,1 1 0,-1-1 1,0 1-1,0-1 0,0 1 0,0-1 1,0 0-1,0 0 0,0 1 1,-1-1-1,1 0 0,0 0 1,0 0-1,-1 0 0,1 0 0,0 0 1,-1 0-1,1 0 0,-1 0 1,1 0-1,-1 0 0,0-1 1,1-1-1,6-35-4006,-7 34 3355,2-32-6669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4.63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18 80 5170,'0'0'5085,"-3"-3"-4351,1-1-291,0 1 1,0-1-1,1 0 0,-1 0 0,1 0 1,-1 0-1,1 0 0,1-1 0,-1 1 1,0 0-1,1 0 0,0-1 0,1-8 1,-1 13-423,0-1 0,1 1 0,-1-1 1,0 1-1,0 0 0,0-1 1,1 1-1,-1-1 0,0 1 1,1-1-1,-1 1 0,1 0 0,-1-1 1,0 1-1,1 0 0,-1-1 1,1 1-1,-1 0 0,1-1 1,-1 1-1,1 0 0,-1 0 0,1 0 1,-1 0-1,1 0 0,-1-1 1,1 1-1,-1 0 0,1 0 1,-1 0-1,1 0 0,21 0 139,-17 0-41,3 0-29,-6 0-63,-1-1-1,1 1 1,-1 0 0,1-1 0,-1 1 0,1 0-1,-1 0 1,1 0 0,-1 0 0,1 1-1,-1-1 1,1 0 0,-1 1 0,0-1 0,1 1-1,-1-1 1,1 1 0,-1-1 0,0 1 0,0 0-1,1 0 1,-1 0 0,0 0 0,0 0 0,0 0-1,0 0 1,0 0 0,0 0 0,0 1 0,1 1-1,0 10 150,0 1 1,0-1-1,-1 1 0,-1-1 0,-1 17 0,0 1 93,1-17-206,-2 1 0,0-1 0,-1 0 0,0 1 0,-1-1 1,-1-1-1,-9 22 0,12-32-142,1 1 0,-1 0 0,1 0 1,0-1-1,0 1 0,0 0 1,0 0-1,1 0 0,0 0 1,0 0-1,0 0 0,0 0 0,0 0 1,1 0-1,0 0 0,0 0 1,0 0-1,0 0 0,0 0 1,1-1-1,0 1 0,0 0 0,0-1 1,0 0-1,0 1 0,1-1 1,3 3-1,0 1 84,0 0-1,0 1 1,-1 0 0,1 0 0,-2 0-1,1 0 1,-1 1 0,-1 0-1,4 12 1,-3-4 214,-1 1 0,0-1 0,-2 1 0,0 21 0,-1-38-213,0 1 0,0-1 0,-1 1 1,1 0-1,0-1 0,-1 0 0,1 1 0,-1-1 1,1 1-1,-1-1 0,0 0 0,0 1 0,0-1 1,0 0-1,0 0 0,0 1 0,0-1 0,0 0 1,0 0-1,0 0 0,-2 1 0,0-1 16,0 1-1,-1 0 1,1-1-1,0 0 1,-1 0-1,1 0 1,-1 0-1,1 0 1,-7 0-1,7-1-99,0 1-1,0-1 0,0 0 1,0 0-1,0 0 1,0-1-1,-1 1 0,1-1 1,0 0-1,0 0 0,0 0 1,0 0-1,1 0 1,-1 0-1,0-1 0,0 0 1,1 1-1,-1-1 0,1 0 1,-1 0-1,1 0 1,0-1-1,0 1 0,-3-4 1,3-1-496,-1-1-1,1 1 1,0-1 0,-1-15 0,1-48-3532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5.16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195 63 4722,'0'0'9925,"18"-63"-8341,-31 110-1295,-26 16 271,0 11-384,-5 0-112,10 0-128,12-16-656,5-22-3602,12-21-6531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5.64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6355,'0'0'9084,"0"9"-8342,0 417 4431,0-418-5119,-1-1-9,1 0 0,1 1 1,-1-1-1,4 13 0,-3-18-40,-1 0 1,1 0-1,0 0 0,0 0 0,0 0 0,0-1 1,1 1-1,-1 0 0,1 0 0,-1-1 0,1 1 0,-1-1 1,1 1-1,0-1 0,0 0 0,-1 0 0,1 0 1,0 0-1,3 1 0,5 2-221,-1-2 1,1 1-1,0-2 0,0 1 1,0-1-1,0-1 1,0 0-1,0 0 0,0-1 1,0 0-1,0-1 0,0 0 1,0 0-1,0-1 1,-1-1-1,17-7 0,-21 8-211,29-21-2262,-32 23 2010,1-1-1,-1 0 1,-1 1 0,1-1-1,0 0 1,0 0-1,-1 0 1,1 0-1,-1-1 1,1 1 0,1-4-1,-3-3-3706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6.02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5 11 5330,'0'0'6609,"0"-10"-4878,-2 429 3927,0-6-3646,3-428-3384,1 0-1,0 1 1,6-16-1,5-24-4424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6.47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44 1 4866,'0'0'6467,"-6"0"-5584,-15 0-57,5 0 4882,16 0-5642,0 1 0,0 0 0,0-1 0,1 1 0,-1 0 0,0-1 0,1 1 0,-1-1 0,0 1 0,1 0 1,-1-1-1,1 1 0,-1-1 0,1 1 0,-1-1 0,1 0 0,-1 1 0,1-1 0,-1 1 0,1-1 0,0 0 0,-1 0 0,1 1 0,0-1 0,18 5 70,0 0 0,0-2 0,0 0 0,35 0 0,4-3-2490,-41 0 878,-17-3-2716,0-9 1093,0 11 1999,0-14-5455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6.87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0 9973,'0'0'8483,"238"31"-8178,-195-15-305,-4-8-112,-17 0-497,-9-4-1232,-9-4-2753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19.76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157 127 5170,'0'0'8378,"-5"-4"-7290,3 3-1058,0 1 100,0-1 1,0 0 0,0-1-1,0 1 1,0 0 0,1-1-1,-1 1 1,0-1-1,1 1 1,-1-1 0,1 0-1,0 1 1,-1-1-1,1 0 1,0 0 0,0 0-1,0 0 1,0 0-1,1 0 1,-1 0 0,1-1-1,-1 1 1,1 0-1,0 0 1,-1 0 0,1-5-1,0-1 65,3-23-3,-3 30-197,1 0 0,-1-1-1,1 1 1,-1 0 0,1 0-1,0 0 1,-1-1 0,1 1-1,0 0 1,0 0 0,0 0-1,0 0 1,0 0 0,0 1-1,0-1 1,0 0 0,1 0-1,-1 1 1,0-1-1,3 0 1,9-2-51,0 0-1,0 1 0,0 0 1,1 2-1,26 0 1,-15 1 123,-22-1-67,-1 0-1,1 0 1,-1 0 0,1 1-1,-1-1 1,1 1 0,-1 0 0,1-1-1,-1 1 1,0 0 0,1 1-1,-1-1 1,0 0 0,0 1-1,0-1 1,0 1 0,3 2 0,-3-1-5,1 1 1,-1-1 0,1 1 0,-1 0-1,0 0 1,0 0 0,0 0 0,-1 0-1,2 6 1,0 9-18,0 0 0,-1 0 0,-2 34 0,0-37 19,1 12 8,0-15 2,-1-1 0,0 0-1,-1 1 1,0-1 0,-1 0 0,0 0-1,-7 19 1,-8 7 37,-3-1 0,-1 0 0,-1-2 0,-2 0 0,-45 49 0,63-77-32,0 0 1,0-1-1,0 0 0,-1-1 1,0 1-1,0-1 0,0-1 0,-1 1 1,0-1-1,0 0 0,0-1 1,0 0-1,0 0 0,-1-1 1,1 0-1,-1-1 0,-16 2 1,24-3-27,1-1 0,-1 1 0,0 0 0,1 0 0,-1-1 0,1 1 0,-1-1 0,1 1 0,-1 0 0,1-1 0,-1 1 0,1-1 0,0 1 0,-1-1 0,1 1 0,0-1 0,-1 1 0,1-1 0,0 0 0,0 1 0,-1-1 0,1 1 0,0-1 0,0 0 0,0 1 0,0-1 1,0 1-1,0-1 0,0 0 0,0 0 0,0-28-710,0 20 333,0 8 341,0 0-1,0-1 0,1 1 1,-1 0-1,0 0 1,0-1-1,1 1 1,-1 0-1,1-1 1,-1 1-1,1 0 0,0 0 1,-1 0-1,1 0 1,0 0-1,0 0 1,0 0-1,0 0 1,-1 0-1,1 0 1,1 0-1,-1 0 0,0 0 1,0 1-1,0-1 1,0 1-1,0-1 1,1 1-1,-1-1 1,0 1-1,1-1 0,1 1 1,5-1-34,1 0 0,0 0 1,-1 1-1,11 1 0,2 0 112,-16-1 50,0 0 0,0 1 1,1 0-1,-1 0 1,0 0-1,0 1 1,0 0-1,0 0 0,0 0 1,-1 0-1,9 6 1,1 2 352,-1 1 1,17 17-1,-19-16 66,2 0 0,0-1 0,15 10 0,-24-19-473,0 1 1,0-1-1,0 0 0,0 0 1,1 0-1,-1-1 1,1 0-1,-1 1 1,1-2-1,0 1 0,-1 0 1,1-1-1,0 0 1,0 0-1,-1 0 0,1-1 1,0 0-1,-1 0 1,1 0-1,-1 0 1,1-1-1,-1 0 0,1 1 1,-1-2-1,0 1 1,0 0-1,0-1 0,0 0 1,-1 0-1,1 0 1,-1 0-1,4-4 0,-1-3-760,-1 1 0,0-1-1,5-10 1,9-34-5040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20.39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296 65 6259,'0'0'4927,"0"-9"-4540,-2-25 424,2 33-733,0 0-1,0 0 1,-1 0-1,1 0 1,0 0-1,-1 0 1,1 1-1,-1-1 1,1 0-1,-1 0 1,1 1-1,-1-1 1,0 0-1,1 1 1,-1-1 0,0 0-1,1 1 1,-1-1-1,0 1 1,0-1-1,0 1 1,0 0-1,1-1 1,-1 1-1,-2-1 1,-19-1 921,19 2-986,-24 0 450,14-1-253,-1 1 0,-24 3-1,34-2-180,0 0 1,0 0-1,0 0 0,0 0 1,0 1-1,0 0 0,1 0 1,-1 0-1,1 0 0,-1 1 1,1-1-1,0 1 0,-4 3 0,-4 7 88,1 0 0,0 1-1,1 0 1,1 0 0,0 1-1,1 0 1,0 1 0,2 0-1,-1-1 1,2 2-1,-4 23 1,2 14 390,2 1-1,3 61 1,1-67-52,0-39-383,1 1 1,0-1-1,1 1 0,0-1 0,0 1 0,1-1 0,1 0 0,0 0 1,0-1-1,1 1 0,0-1 0,0 0 0,1 0 0,0 0 1,1-1-1,0 0 0,0 0 0,1-1 0,0 0 0,0 0 0,1-1 1,13 8-1,-13-9-45,0-1 1,0-1-1,0 1 1,0-1-1,1-1 1,-1 0-1,16 2 1,69-1 246,-63-4-232,-29 1-76,-1 0 0,1 0-1,-1 0 1,0 0 0,1-1 0,-1 1-1,1 0 1,-1-1 0,0 1 0,1-1-1,-1 0 1,0 1 0,0-1 0,0 0 0,1 0-1,-1 0 1,0 0 0,0 0 0,0 0-1,0 0 1,-1 0 0,1 0 0,0 0 0,0-1-1,-1 1 1,1 0 0,0-1 0,-1 1-1,0 0 1,1-3 0,1-4-421,-1-1 0,0 1 0,0-1 0,-2-10 1,1 9-29,0 2 324,-2 0-1,1 1 1,-1-1-1,0 0 1,0 1 0,-1-1-1,0 1 1,0 0-1,-1 0 1,0 0-1,0 1 1,0-1-1,-1 1 1,0 0-1,-1 0 1,1 1 0,-1-1-1,-7-4 1,-1-1 154,0 1 0,-1 0 0,0 1 0,-1 1 1,0 1-1,0 0 0,-19-5 0,18 8 112,0 1-1,0 1 0,0 1 1,-32 1-1,24 0 392,22 0-469,26 0-3027,19 0-2146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20.99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335 25 4786,'0'0'8311,"-2"-4"-7826,1 2-450,0 1-1,0 0 0,0 0 1,1 0-1,-1 0 1,0 0-1,0 0 0,-1 0 1,1 0-1,0 0 1,0 0-1,0 0 0,-1 1 1,1-1-1,0 0 1,-1 1-1,1-1 0,-2 1 1,-32-3 783,29 3-729,-3 0 45,-1 0 1,1 1-1,-1 0 1,1 0-1,-1 1 1,1 0-1,0 1 0,0 0 1,0 0-1,1 1 1,-1 0-1,1 1 1,0-1-1,0 2 0,0-1 1,0 1-1,-6 7 1,4-2-40,0 0 1,1 1-1,0 0 1,1 0-1,1 1 1,0 0-1,0 0 1,1 1-1,1-1 1,0 1-1,1 1 1,-3 21-1,1 13 445,2 0-1,3 69 0,2-60-58,-1-48-362,0 1 0,1-1 1,0 1-1,1-1 0,0 0 1,6 18-1,-5-22-73,0 0 0,0 0 1,0 0-1,1-1 0,0 1 0,0-1 1,1 0-1,-1 0 0,1-1 0,0 1 1,7 4-1,-2-2-26,1-1 1,-1 0-1,1 0 0,0-1 1,0-1-1,1 0 1,-1-1-1,1 0 0,0 0 1,0-1-1,0-1 1,0 0-1,0-1 1,0 0-1,0-1 0,13-2 1,-22 2-84,0 0 0,0 0 0,0 0 0,0 0 0,0-1 0,-1 0 0,1 1 0,0-1 0,-1 0 0,1 0 0,-1 0 0,0-1 0,1 1 0,-1-1 0,0 1 0,-1-1 1,1 0-1,0 1 0,-1-1 0,1 0 0,-1 0 0,0 0 0,0 0 0,1-5 0,0-6-514,0-1 1,0 0-1,-1 0 0,-2-15 1,1 12 156,0 13 382,0 0 0,-1 0-1,0 0 1,0 0 0,0-1 0,-1 2 0,1-1 0,-1 0 0,0 0 0,-1 0 0,1 1 0,-1-1-1,0 1 1,0 0 0,0 0 0,-1 0 0,1 0 0,-1 1 0,0-1 0,0 1 0,0 0-1,-1 0 1,1 0 0,-1 1 0,-9-4 0,1 1 66,-1 0-1,0 1 1,0 1 0,0 0-1,-1 1 1,1 0 0,0 1-1,-24 2 1,33-1 44,0 1 0,0 0 0,1 0 0,-1 0 0,0 0 0,1 1-1,-1-1 1,0 1 0,-5 4 0,8-5-183,0 0 0,0 1-1,1-1 1,-1 1 0,0-1 0,1 1-1,-1 0 1,1-1 0,0 1 0,-1 0-1,1 0 1,0 0 0,0 0-1,0 0 1,0 0 0,1 1 0,-1-1-1,0 0 1,1 0 0,0 0 0,-1 5-1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21.68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1 485 9076,'0'0'8276,"0"1"-8235,0-1 1,0 0-1,0 1 1,0-1-1,0 0 1,0 1-1,0-1 1,0 0-1,1 1 1,-1-1-1,0 0 0,0 1 1,0-1-1,0 0 1,1 0-1,-1 1 1,0-1-1,0 0 1,0 0-1,1 1 1,-1-1-1,0 0 1,0 0-1,1 0 0,-1 0 1,0 1-1,1-1 1,-1 0-1,0 0 1,1 0-1,-1 0 1,0 0-1,1 0 1,-1 0-1,0 0 0,1 0 1,6 3 120,0 0-1,0 0 1,1-1 0,-1 0-1,1-1 1,-1 0 0,9 1-1,60-2 193,-35-1-243,-37 1-111,10 0 19,-1 0 0,0-1 0,1 0 0,-1-1-1,17-4 1,-27 4-25,1 1 0,-1 0 0,1-1 0,-1 0 0,0 0 0,1 0 0,-1 0 0,0 0 0,0-1 0,-1 1 0,1-1 0,0 0 0,-1 1 0,0-1 0,0-1 0,0 1 0,0 0 0,0 0 0,0-1 0,-1 1 0,0-1 0,0 1 0,0-1 0,1-6 0,0-11-92,-1 0 0,-2-32 0,0 12 141,1 26 10,-1-1 1,-1 1-1,-1 0 0,0-1 1,-1 1-1,-7-17 0,8 22-32,0 0 0,1 0-1,0-1 1,1 1-1,0-1 1,1 1-1,0-1 1,0 1-1,3-14 1,-2 22-22,0 0 1,0-1-1,0 1 1,0 0-1,1 0 0,-1 0 1,1 0-1,-1 0 1,1 0-1,0 0 1,0 1-1,-1-1 0,1 0 1,0 1-1,1 0 1,-1-1-1,0 1 1,0 0-1,0 0 0,1 0 1,-1 1-1,0-1 1,5 0-1,7-2-15,0 1 0,25-2 0,-37 4 19,0 0-3,14-1 30,0 0 1,0 1-1,0 1 0,23 4 1,-34-4-22,0 1 1,0 0 0,0 0-1,0 0 1,0 0 0,0 1-1,-1 0 1,1 0 0,-1 0-1,0 0 1,0 1 0,0 0-1,-1-1 1,1 1 0,-1 1-1,0-1 1,3 5 0,-2-2 10,-1-1 1,0 1 0,-1-1-1,1 1 1,-1 0 0,0 0-1,1 14 1,-1 51 118,-2-47-48,-12 208 1088,7-116-400,4-113-757,1-1-1,0 0 1,1 1 0,-1-1 0,1 0 0,-1 1-1,1-1 1,0 0 0,0 0 0,0 0 0,1 0 0,-1 0-1,1 0 1,0 0 0,-1 0 0,1 0 0,4 3-1,-1-2-12,0-1-1,0 0 0,0 0 0,0 0 1,0 0-1,1-1 0,-1 0 0,12 3 1,8 0 1,1-1 0,-1-2 0,1 0 0,36-2 0,-29 0-138,-9-1-922,45-5 0,-58 4-278,0 0 0,0-1 1,12-6-1,-2 0-6369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2:54.615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9 1 4322,'0'0'4274,"-9"11"557,9-10-4789,1 0 0,-1 1 0,0-1 0,0 0-1,1 0 1,-1 0 0,0 1 0,1-1 0,0 0-1,-1 0 1,1 0 0,-1 0 0,1 0 0,0 0-1,0 0 1,0 0 0,0 0 0,0 0 0,0 0-1,0-1 1,0 1 0,0 0 0,0-1 0,0 1-1,0-1 1,0 1 0,0-1 0,1 1-1,-1-1 1,0 0 0,2 1 0,6 0-38,0 1 0,0-2 0,14 1 0,-1-1 83,84 14-100,-75-11-8,54-1 0,-62-2 9,538 0-81,-552 1 87,0 0 0,-1 0-1,1 1 1,-1 0 0,15 5 0,27 6 6,305 5 49,-65-8-13,35 8 63,-154-14-80,19 0 7,84 13 140,-8-2 76,491 5-220,-640-20-25,837 0-29,-875-4-2,145-26 0,-122 13 33,128-26 89,-210 39-88,231-31 2,-132 16-23,-7 0 24,-59 15 6,147-8 0,196 12 199,-380 1-107,-1 0 0,1 2 0,-1 0 0,0 1 0,15 5 0,29 8 339,285 62 1457,-201-52-1663,-65-15-174,45 5 487,180 1-1,-379-18-7693,24 0-2311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49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16 480,'0'0'4901,"0"-12"-9234,0 8 3285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0,'0'-26'235,"0"21"136,0-26 2072,2 28-1889,-2-1-1,1 0 1,0 0-1,-1 1 0,0-1 1,0-5-1,0 8-438,9-2-1732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1889,'0'0'14545,"1"0"-14481,46 0 103,-1 3 1,51 9-1,45 14-82,-77-25-23,-64-1-84,-2 1-684,0-1 543,1 0 0,-1 0 1,1 0-1,-1 0 1,1 0-1,-1 0 1,1 0-1,-1 0 1,1 0-1,-1 0 1,1 0-1,-1 0 1,1 0-1,-1 0 0,1-1 1,0 1-1,-1 0 1,1 0-1,-1-1 1,1 1-1,-1 0 1,1 0-1,0-1 1,-1 0-1,-8-14-3551,0-2-1373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3298,'0'0'5973,"-2"2"-5026,1-1-901,0-1-1,1 1 1,-1-1 0,0 1-1,1 0 1,-1-1-1,1 1 1,-1 0 0,1-1-1,0 1 1,-1 0 0,1 0-1,0-1 1,-1 1 0,1 0-1,0 0 1,0 0-1,0-1 1,-1 1 0,1 0-1,0 0 1,0 0 0,1 0-1,-1 0 1,0-1 0,0 3-1,1 0 74,1 1-1,-1 0 1,1 0 0,-1-1-1,1 1 1,3 4-1,6 7 452,23 25-1,94 101 309,-124-137-886,0-1-1,0 2 1,0-1 0,-1 0-1,1 1 1,-1-1 0,0 1-1,-1 0 1,1 0 0,-1 0-1,0 1 1,0-1 0,0 0-1,1 9 1,-4-13 10,1 0-1,0 0 1,0 0 0,-1 0 0,1 0 0,-1 0 0,1 0 0,-1 0-1,1 0 1,-1-1 0,1 1 0,-1 0 0,0 0 0,1-1-1,-1 1 1,0 0 0,0-1 0,1 1 0,-1 0 0,0-1-1,0 1 1,0-1 0,0 0 0,-2 1 0,-31 10 196,15-6-61,-70 20 341,78-22-920,0-2 1,0 1 0,0-1-1,-1-1 1,1 0 0,-18-2-1,20-2-3976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3826,'0'0'5474,"3"-6"-4567,15-23 932,-19 18 1327,-1 17-2835,-4 20-97,1 0 0,1 0 1,2 0-1,0 0 0,3 29 0,-1-28 37,0-16-140,1 0 0,-1 0 0,2 0 0,-1 0 0,2-1 0,-1 1 0,2-1 0,-1 1 0,6 10 0,-6-16-60,1 1 1,0 0-1,0-1 1,0 0-1,0 0 1,1 0 0,0 0-1,0-1 1,0 0-1,0 0 1,1 0-1,0-1 1,0 0-1,0 0 1,0 0-1,9 2 1,-7-2-22,1-1-1,-1 0 1,1-1 0,-1 0 0,1 0-1,15-1 1,-20 0-44,0-1 0,0 1 0,0-1 0,0 0-1,0 0 1,0-1 0,0 1 0,0-1 0,-1 1 0,1-1 0,-1-1 0,1 1 0,-1 0 0,0-1-1,0 0 1,5-4 0,-1-3-153,0 0-1,-1 0 0,0-1 0,0 0 1,-1 0-1,0 0 0,-1 0 0,-1-1 1,0 0-1,2-16 0,0-14-1337,-2-70-1,-3 103 1344,0-2 110,-1 0 1,-1 0-1,0 0 0,0 0 1,-1 0-1,0 1 1,-1-1-1,-1 1 0,1 0 1,-2 0-1,1 0 0,-1 1 1,-1 0-1,0 0 0,0 1 1,0-1-1,-1 2 0,0-1 1,-1 1-1,0 0 0,-19-11 1,21 15 155,-1 0-1,1 0 1,-1 1 0,0 0 0,0 0-1,1 1 1,-1 0 0,0 0 0,0 0-1,0 1 1,-12 2 0,-6-1 69,24-1-202,1 0 0,-1 1 0,0-1 0,1 1 0,-1 0 0,0 0 0,1-1 0,-1 1 0,1 0 0,0 0 0,-1 0 0,1 1 0,0-1 0,-1 0 0,1 0 0,0 1 0,0-1 0,0 1 0,0-1 0,0 1 0,1-1 0,-1 1 0,0 0 0,1-1 0,-1 1 0,1 0 0,0-1 0,-1 4 0,-1 6-1197,0 0 0,1 1 0,0 14 0,1 1-4655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4530,'0'0'8484,"-13"180"-7844,0-133-224,0-12-207,4-8-177,9-11-32,0-28-7780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3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59 3650,'0'0'6560,"0"-3"-6032,0-2-236,0 0-1,-1 1 0,1-1 1,-1 0-1,-1-4 1,1 7-204,1 1 1,0 0-1,-1 0 1,1 0-1,-1 0 1,1 0-1,-1 0 1,0 0 0,1 0-1,-1 0 1,0 0-1,0 0 1,0 0-1,0 0 1,0 1-1,1-1 1,-1 0-1,-1 1 1,1-1 0,0 0-1,0 1 1,0-1-1,0 1 1,0 0-1,0-1 1,-1 1-1,1 0 1,0 0-1,-1 0 1,-8 0-41,5-1 45,0 1 1,0 1-1,0-1 0,0 1 0,-7 1 0,9-1-48,1 0 1,0 0-1,-1 1 0,1-1 0,0 1 1,-1-1-1,1 1 0,0 0 0,0 0 0,1 0 1,-1 0-1,-3 4 0,0 2 56,0 1 1,0-1-1,1 1 0,0 0 0,0 1 1,1-1-1,1 1 0,-4 17 0,2 8 387,0 40-1,3-50-143,1-11-161,-2 25 597,5 57 0,-3-94-747,1 0 0,-1 0 1,0 1-1,1-1 1,0 0-1,-1 0 0,1 0 1,0 0-1,0 0 1,0 0-1,0 0 0,1 0 1,-1 0-1,0 0 1,1-1-1,-1 1 0,1 0 1,0-1-1,0 1 1,-1-1-1,1 0 0,0 0 1,0 0-1,0 0 1,4 1-1,1 0 36,1 0 0,0-1 0,0 0-1,0 0 1,13-1 0,-19 0-59,2 0 1,0 0 0,0-1 0,-1 1 0,1-1 0,0 0 0,0 0 0,-1 0 1,1-1-1,-1 1 0,0-1 0,1 0 0,-1 0 0,4-3 0,-1 0-28,-1 0 0,0 0 0,0 0-1,0-1 1,-1 1 0,6-11 0,-1 0-198,-2-1 0,0 0 0,0 0 0,7-33-1,-9 18-272,-2 1-1,-1-1 0,-2-38 0,0 34 460,0 33 44,0 0 1,0 0 0,0 0 0,0 0 0,-1 1 0,1-1 0,-1 0 0,0 0 0,0 1-1,0-1 1,0 0 0,0 1 0,-1-1 0,1 1 0,-1-1 0,-3-3 0,2 3 49,-1 1 1,1-1-1,-1 1 0,0 0 1,0 0-1,1 0 1,-1 1-1,-1 0 0,1-1 1,-6 0-1,-7 0-46,0 0 0,1 1 0,-24 1-1,13 1-2003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256 118 2545,'0'0'7740,"2"-3"-6633,1-3-692,0 1 1,-1 0-1,0-1 1,0 1-1,-1-1 0,1 0 1,-1 0-1,-1 1 1,1-1-1,-1 0 1,0 0-1,0 0 0,-2-9 1,1 13-409,1 1-1,-1 0 1,1-1-1,-1 1 1,0 0 0,0 0-1,1 0 1,-1-1 0,0 1-1,0 0 1,0 0 0,0 0-1,-1 0 1,1 1 0,0-1-1,0 0 1,0 0-1,-1 1 1,1-1 0,0 1-1,-1-1 1,1 1 0,-1 0-1,0-1 1,-40-1 137,32 2-134,6-1-11,1 1 1,-1 0-1,0 0 0,0 0 0,1 1 0,-1-1 1,0 1-1,0 0 0,1 0 0,-1 0 1,1 1-1,-1-1 0,1 1 0,-1 0 1,1 0-1,0 0 0,0 0 0,0 0 1,0 1-1,-3 3 0,-8 9 118,0 1 0,2 0 0,-1 1-1,-18 35 1,26-40-25,-1 0-1,2 0 1,-1 1 0,2-1-1,0 1 1,0 0-1,1 0 1,0 22 0,2 16 743,1-50-815,-1 0 0,1 0 0,-1 0 1,1 0-1,0 0 0,-1-1 0,1 1 0,0 0 1,-1 0-1,1-1 0,0 1 0,0-1 0,0 1 1,0 0-1,0-1 0,0 0 0,0 1 0,0-1 1,0 1-1,0-1 0,0 0 0,0 0 0,0 0 1,0 0-1,0 0 0,0 0 0,1 0 0,39 0 113,-29-1-60,-2 1-39,1 0 0,0 0 1,0-2-1,0 1 1,-1-1-1,12-4 0,-16 3-71,0 0 1,1 0-1,-1 0 0,-1-1 0,1 0 0,0 0 0,-1-1 0,0 1 0,0-1 0,6-8 0,4-6-728,19-34 0,-16 24 417,-15 24 323,12-15 53,-14 20-36,0-1-1,0 1 1,0-1 0,0 1 0,0-1-1,0 1 1,0 0 0,0-1-1,0 1 1,1 0 0,-1 0 0,0 0-1,0 0 1,0 0 0,0 0 0,0 0-1,0 0 1,0 0 0,0 1 0,2 0-1,3 6 9,-2 8 0,0 0-1,-2 1 0,0-1 1,0 1-1,-1 0 0,-3 28 1,1-8 20,2-3 12,0-8-10,-2-1 1,0 0-1,-5 25 1,5-42-6,-1 1 1,0-1 0,-1 1-1,0-1 1,0 0 0,0 0-1,-1-1 1,0 1-1,0-1 1,-1 1 0,0-1-1,0-1 1,-10 11 0,8-11 14,-1 1 0,1-1 1,-1-1-1,0 1 0,0-1 1,0-1-1,0 1 0,-1-2 1,-14 4-1,0-2-192,1-2-1,-37 0 1,58-2 15,-1 0-1,0-1 0,1 1 1,-1 0-1,1 0 1,-1-1-1,0 1 0,1-1 1,-1 0-1,1 1 1,-1-1-1,1 0 0,0 0 1,-1 0-1,1 0 1,0 0-1,-1 0 0,1 0 1,0 0-1,0 0 1,0-1-1,0 1 0,0-1 1,1 1-1,-1 0 1,0-1-1,0 1 0,1-1 1,-1 0-1,1 1 1,0-1-1,-1-2 0,-5-32-4976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3:5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6963,'0'0'7942,"10"-4"-7122,29-9-129,-38 13-653,0 0 0,0-1 1,0 1-1,0 0 1,1 0-1,-1 0 0,0 0 1,0 0-1,0 0 1,0 0-1,1 0 0,-1 1 1,0-1-1,0 0 1,0 1-1,0-1 0,0 1 1,0-1-1,1 1 1,-1 0-1,-1-1 1,1 1-1,0 0 0,0 0 1,0-1-1,0 1 1,0 0-1,-1 0 0,1 0 1,0 0-1,-1 0 1,1 0-1,-1 0 0,1 0 1,-1 1-1,1-1 1,-1 0-1,0 2 1,4 4 149,12 31 363,-1 1 0,-2 0 0,-1 1 0,7 48 1,-9-39-73,2-1 0,24 64 1,-32-104-399,0 0 0,0 1 0,0-2 0,7 9 0,-10-14-61,0 0 1,1-1-1,0 1 0,-1 0 0,1 0 1,0-1-1,0 1 0,0-1 0,0 0 1,0 0-1,0 1 0,1-1 1,-1-1-1,0 1 0,0 0 0,1 0 1,-1-1-1,0 1 0,4-1 1,-4 0-13,1 1 0,0-1 0,0 0 0,-1 0 0,1 0 0,0-1 0,0 1 0,-1-1 1,1 1-1,0-1 0,-1 0 0,1 0 0,-1 0 0,1 0 0,-1-1 0,1 1 0,-1-1 1,0 0-1,0 1 0,0-1 0,0 0 0,0 0 0,0 0 0,0 0 0,2-4 0,7-11-146,0-1 0,0-1 0,-2 0-1,9-23 1,24-88-1145,-23 66 808,-13 44 443,1 2 45,-2 0 1,0 0-1,-1 0 0,-1-1 1,2-26-1,-5 45-61,-17 0-7814,-14 3-886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4:18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6419,'0'0'3996,"-2"2"-3451,2-2-492,0 0 0,0 0 0,0 0 0,0 0 0,0 0 0,1 0 0,-1 0 0,0 0 0,0 0 0,0 0 0,0 0 0,0 0 0,0 0 0,0 0 0,0 0 0,0 0 0,0 0 0,1 0 0,-1 1 0,0-1 0,0 0 0,0 0 0,0 0 0,0 0 0,0 0 0,0 0 0,0 0 0,0 0 0,0 0 0,0 1 1,0-1-1,0 0 0,0 0 0,0 0 0,0 0 0,0 0 0,0 0 0,0 0 0,0 0 0,0 0 0,0 1 0,0-1 0,0 0 0,0 0 0,0 0 0,0 0 0,0 0 0,0 0 0,0 0 0,0 0 0,0 0 0,-1 1 0,1-1 0,0 0 0,0 0 0,0 0 0,0 0 0,0 0 0,0 0 0,0 0 0,0 0 0,0 0 0,0 0 0,0 0 0,-1 0 0,17 2 981,33-2-1728,-34 0 1038,518 0 1518,-533 0-1849,0-15-11092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4:1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5907,'0'0'5962,"26"11"-5396,80 41 45,-92-45-420,-1 2 1,1 0-1,20 18 0,-28-22-73,0 0-1,0 0 1,1 0-1,0-1 0,10 5 1,-16-9-109,1 1-1,-1 0 1,0-1 0,0 1-1,1 0 1,-1 0 0,0-1-1,0 1 1,0 0 0,0 0-1,0 0 1,0 0 0,-1 1-1,1-1 1,0 0 0,0 0-1,0 3 1,2 25-22,-3-21 22,-1-4 10,1 0 0,-1 0 0,0-1-1,0 1 1,0 0 0,0 0 0,-1-1 0,0 1 0,0-1-1,0 0 1,-4 6 0,-33 37 90,24-30-129,-23 31 34,23-27-152,-35 34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7:0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2753,'90'-86'617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09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5859,'0'0'6861,"-3"0"-6439,-12 3-43,12-2 1571,1 8-221,1-2-902,15-3-854,213 31-9,-128-16 30,-53-14 3,84 0 1,-87-5-1,1 2 0,54 8 0,-77-6 49,1-1-1,38-1 0,-59-2-55,-6-1-3443,3-1 3086,1 1 0,0 0 1,0-1-1,-1 1 0,1-1 0,0 1 0,0-1 0,0 1 0,1-1 0,-1 0 0,0 1 0,0-1 0,0-2 0,-1-2-952,-6-14-3753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 4530,'0'0'6966,"-3"-4"-5472,3 4-1490,0 0 0,0 0-1,0 0 1,0 0-1,0 0 1,0 0-1,0 0 1,0 0 0,1 0-1,-1 0 1,0 0-1,0 0 1,0 0-1,0 0 1,0 0-1,0-1 1,0 1 0,0 0-1,0 0 1,0 0-1,0 0 1,0 0-1,0 0 1,0 0 0,0 0-1,0 0 1,0 0-1,0 0 1,0 0-1,0 0 1,0 0-1,1 0 1,-1-1 0,0 1-1,0 0 1,0 0-1,0 0 1,0 0-1,0 0 1,0 0 0,-1 0-1,1 0 1,0 0-1,0 0 1,0 0-1,0 0 1,0 0 0,0-1-1,0 1 1,0 0-1,0 0 1,0 0-1,0 0 1,0 0-1,0 0 1,0 0 0,0 0-1,0 0 1,0 0-1,0 0 1,0 0-1,6 3 134,-1 0 0,1 1 1,0 0-1,-1 0 0,0 0 0,6 6 0,1 1 51,31 26 244,-1 1 0,-2 3 0,57 75 0,-96-114-430,0 0-1,0 0 1,0 1-1,0-1 1,0 0-1,-1 1 1,1-1-1,-1 0 1,1 1-1,-1-1 1,0 1-1,0-1 1,0 1-1,0-1 1,-1 1-1,1-1 1,0 0-1,-1 1 1,0-1-1,0 0 0,0 1 1,0-1-1,0 0 1,0 0-1,0 0 1,-3 3-1,-19 14 188,-2-1-1,-43 24 0,48-30-190,-28 15 41,27-16-34,0 1-1,0 1 1,1 1-1,-25 22 1,44-35-170,1-1 1,-1 1-1,0-1 1,0 1-1,1 0 1,-1-1 0,0 1-1,1 0 1,-1 0-1,1 0 1,-1 0-1,1-1 1,-1 1 0,1 0-1,0 0 1,-1 0-1,1 0 1,0 0-1,0 1 1,1-3-225,1 1 0,-1-1 0,1 1 0,0-1 0,-1 0 0,1 0 0,-1 0 0,1 0 0,-1 0 0,0 0 0,0-1 0,1 1 0,0-2 0,41-44-7372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87 5090,'0'0'5112,"5"-11"-4624,19-35-216,-22 44-255,1-1-1,-1 1 1,1-1-1,0 1 0,0 0 1,0 0-1,0 0 1,1 1-1,-1-1 0,0 1 1,1-1-1,-1 1 1,1 0-1,0 1 0,-1-1 1,1 1-1,0-1 1,6 1-1,-4 0 6,96-1 666,-57 1-173,-44 0-480,1 0 0,0 0 0,0 1 0,0-1 0,-1 0-1,1 1 1,0-1 0,-1 1 0,1-1 0,0 1 0,-1 0 0,1 0 0,-1 0 0,1 0-1,-1 0 1,1 0 0,-1 0 0,2 2 0,-1 0-1,0 0 0,0-1 0,-1 1 0,1 0 0,-1 1 0,1-1 0,-1 0 0,0 0 0,1 4 0,0 8 63,0 0-1,-1 1 1,-1 22-1,0-24 38,1 17 77,-1-6 119,-3 31-1,2-47-244,0 0-1,-1-1 0,0 0 1,-1 0-1,1 1 0,-2-1 1,-6 11-1,0-2-9,-1-1-1,0-1 1,-2 0 0,1-1-1,-2 0 1,-18 14-1,1-4 54,-1-2-1,-39 20 1,67-40-153,0 0 1,-1 1-1,1-2 1,-1 1-1,1 0 1,-1-1-1,0 0 1,0 0-1,1 0 1,-1-1-1,0 1 1,0-1-1,0 0 1,0-1-1,0 1 1,-6-2-1,11 2-2,0-1 0,-1 1-1,1 0 1,-1-1 0,1 1-1,0 0 1,0-1 0,-1 1-1,1-1 1,0 1 0,-1-1 0,1 1-1,0 0 1,0-1 0,0 1-1,0-1 1,-1 1 0,1-1-1,0 1 1,0-1 0,0 1-1,0-1 1,0 1 0,0-1-1,-1-9-167,1 1-1,-1-1 0,2 0 1,-1 1-1,3-10 1,-2 15 166,-1 1 0,1-1 0,0 1 0,1 0 0,-1-1 0,1 1 0,-1 0 0,1 0 0,0 0 0,0 0 1,1 0-1,-1 0 0,0 1 0,1-1 0,0 1 0,-1 0 0,5-3 0,1 1 17,-1 1 0,1-1 0,-1 2-1,1-1 1,0 1 0,0 0 0,13-1-1,-17 2 69,1 1-1,0 0 0,-1 0 1,1 0-1,-1 0 0,1 1 1,0 0-1,-1 0 0,1 0 0,-1 0 1,0 1-1,1-1 0,-1 1 1,0 0-1,6 5 0,-3 0 185,0 0-1,0 0 1,-1 1-1,0 0 1,0 0-1,9 19 1,21 59 1930,-36-85-2168,1-1 0,-1 1 0,0-1 0,0 1 0,0-1 0,0 1 0,0-1 0,1 0 0,-1 1 0,0-1 0,0 1 0,1-1 0,-1 0 0,0 1 0,1-1 0,-1 1 0,0-1 0,1 0 0,-1 0 0,0 1 0,1-1 0,-1 0 0,1 0 0,-1 1 0,1-1 0,0 0 0,7-8-560,2-22-809,-9 29 1320,15-49-2885,1 2-2286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1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16 2817,'0'0'6761,"0"-3"-6164,0-7-218,0 7-69,-13 3 341,-65 0 1216,77 1-1830,-1-1 0,1 1 0,0-1-1,-1 1 1,1 0 0,0-1 0,-1 1 0,1 0 0,0 0 0,0 0-1,0 0 1,0 0 0,0 1 0,0-1 0,0 0 0,0 0-1,0 1 1,0-1 0,1 0 0,-1 2 0,-15 33 714,16-35-707,-27 64 839,16-41-731,1 0 0,1 1 0,1 1 0,-4 26 0,4 26 1281,2 118 0,6-176-1228,0-11-79,0 1 0,1-1-1,0 1 1,1-1 0,0 1 0,0-1-1,4 9 1,-4-14-96,-1-1-1,1 1 1,0-1-1,0 0 1,0 0 0,1 1-1,-1-1 1,1-1-1,0 1 1,-1 0 0,1-1-1,0 1 1,1-1-1,-1 0 1,0 0 0,1 0-1,-1 0 1,1-1-1,5 2 1,-1-1-5,0-1 0,0 0 0,0-1 0,1 1 0,9-2 0,2 0 41,-13 1-92,1-1 0,-1 0 0,1 0 0,-1-1 0,0 0 0,1 0 0,-1-1 0,0 0 0,-1 0 0,1-1 0,0 0 0,10-8 0,-1-1-287,0-2 1,0 0 0,16-21 0,-23 26 27,-2-1 0,1 1 0,-1-1 0,-1-1 0,0 1 0,-1-1 0,0 0 0,4-15 0,-5 7-255,0-1-1,-1 0 1,-1 1 0,-1-27-1,-1 44 547,1 0-1,-1-1 1,-1 1-1,1 0 1,0-1-1,-1 1 1,0 0-1,1 0 1,-1 0-1,0 0 1,-1 0-1,1 0 1,-1 0-1,1 0 1,-1 0-1,0 0 1,0 1 0,0-1-1,0 1 1,0 0-1,-1-1 1,1 1-1,-1 0 1,0 0-1,1 1 1,-1-1-1,0 0 1,0 1-1,0 0 1,-6-2-1,-5-1 147,0 0 0,0 2 0,0-1 0,0 2 0,0 0 0,0 1 1,-19 1-1,-1 0 130,27-1-239,0 0-1,0 1 0,-1 0 0,1 1 0,1 0 1,-1 0-1,0 0 0,-10 5 0,0 3 39,-29 20-1,23-14-103,10-10 434,6-3-1694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 4418,'0'0'5096,"-5"0"-4640,-9-1-280,-34 0 1448,45 1-1503,1 1 1,-1-1-1,0 0 1,1 0-1,-1 1 1,1 0-1,-1-1 0,1 1 1,0 0-1,-1 0 1,1 1-1,0-1 1,-1 0-1,1 1 1,-2 1-1,1 1 31,0 0 1,1 1-1,-1-1 1,1 0-1,0 1 0,0 0 1,0-1-1,1 1 1,0 0-1,-2 8 1,2 5 783,0 30 0,1-29-86,11-19-340,-8 0-583,1 0 1,-1 0-1,1 0 0,-1-1 1,1 0-1,-1 1 0,1-1 1,-1-1-1,0 1 0,1 0 1,-1-1-1,0 1 0,0-1 1,0 0-1,0 0 0,-1 0 1,1-1-1,0 1 0,-1-1 1,0 1-1,1-1 0,-1 0 1,0 0-1,-1 0 0,1 0 1,0 0-1,-1 0 0,0-1 1,2-5-1,-1 2-343,0 0 1,-1 0-1,0 0 0,0 0 1,-1 0-1,0-9 0,0 7-297,-3-4 124,-2 12 746,0 0 1,0 0-1,1 0 1,-1 1-1,0-1 1,0 1 0,0 0-1,0 1 1,-6 0-1,-4 0 293,10-1-339,-4 0-3021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0 288,'0'0'16976,"0"8"-16563,0 0-382,-1 1-1,0-1 1,-1 0 0,0 0-1,0 0 1,0-1-1,-1 1 1,-1 0-1,-4 7 1,-8 13 6,-21 27-1,1-3 23,-377 593 1800,395-617-1810,13-18-40,0-2 1,-1 1 0,0-1 0,0 1-1,-10 7 1,16-15-111,0-39-8639,0 21 4559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84 4834,'0'0'9861,"2"-1"-8584,0 7 148,-17 65-283,9-47-730,1 0 0,1 1 1,0 27-1,4-1 100,-1-51-512,1 0 0,0 0 0,0 1-1,0-1 1,0 0 0,0 1 0,0-1 0,0 0 0,0 0-1,0 1 1,0-1 0,0 0 0,0 1 0,1-1 0,-1 0-1,0 1 1,0-1 0,0 0 0,0 0 0,0 1 0,1-1-1,-1 0 1,0 0 0,0 1 0,0-1 0,1 0 0,-1 0 0,0 0-1,0 0 1,1 1 0,-1-1 0,1 0-5,0 0-1,0 0 1,0 1 0,0-1-1,0 0 1,0 0 0,0 0-1,0-1 1,-1 1 0,1 0 0,0 0-1,0 0 1,0-1 0,0 1-1,0 0 1,0-1 0,-1 1 0,1-1-1,0 1 1,0-1 0,-1 0-1,1 1 1,0-1 0,0 1 0,0-2-1,18-24-235,-15 20 137,9-15-590,-1 0 0,-1 0-1,-1-1 1,0 0 0,8-34 0,-13 35-950,-1 1 1,-1-1 0,0-39 0,-3 59 1654,0 0 0,0 1 1,0-1-1,0 0 1,0 0-1,0 0 1,-1 1-1,1-1 0,0 0 1,-1 1-1,1-1 1,0 0-1,-1 1 0,1-1 1,-1 0-1,1 1 1,-1-1-1,1 1 1,-1-1-1,1 1 0,-1-1 1,0 1-1,1-1 1,-1 1-1,0 0 0,1-1 1,-1 1-1,0 0 1,1-1-1,-1 1 1,0 0-1,0 0 0,-1 0 1,-32 0 2680,17 1-1437,16-1-1762,6 0-1745,20 0-2027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52 4226,'0'0'9009,"-13"-8"-8320,10 4-652,0 1 1,0 0-1,0-1 1,-1 1-1,1 1 1,-1-1-1,0 0 1,0 1-1,0 0 1,0 0-1,0 0 1,0 0-1,0 1 1,-1 0-1,-7-2 1,-5 1 102,1 1 0,-34 1 0,19 1 35,28-1-140,1 1 0,-1-1 0,0 1 0,0 0 0,1 0 0,-1 0 0,1 0 0,-1 1 0,1-1 0,0 1 0,-5 3 0,-27 26 388,21-19-228,12-10-167,-1 1 1,1 0-1,0 0 0,0 0 1,0 0-1,0 0 1,0 0-1,1 0 1,-1 0-1,1 0 0,0 0 1,0 0-1,0 0 1,1 6-1,-1 0 122,-1 45 255,3 66 1119,-2-117-1511,1 0 0,0 0 0,-1-1-1,1 1 1,0 0 0,0-1 0,1 1 0,-1-1 0,1 1 0,-1-1 0,1 1 0,0-1-1,0 0 1,0 0 0,0 0 0,0 0 0,0 0 0,0-1 0,1 1 0,-1 0 0,1-1-1,-1 0 1,1 0 0,0 0 0,-1 0 0,1 0 0,0 0 0,4 0 0,10 2-275,0-1 0,0-1 1,30-1-1,-27 0-103,8 0-130,-24 0 229,-19 0 269,-127 0 35,138 0-31,1 0 0,-1 0 0,1 1 0,-1-1-1,0 1 1,1 0 0,-1 0 0,1 1 0,0-1 0,-1 1 0,1-1 0,0 1 0,0 0 0,0 0 0,0 1 0,0-1 0,1 0 0,-1 1 0,1 0 0,-1 0 0,1-1-1,0 1 1,0 1 0,0-1 0,1 0 0,-1 0 0,1 1 0,0-1 0,-1 1 0,1 3 0,-3 12 104,0 0 0,2 0 1,0 0-1,2 28 0,0-46-103,-1 28 407,0-18-208,1 0-1,-1 0 1,2 0-1,0 0 1,0 0-1,1 0 1,0 0-1,1 0 0,0-1 1,8 18-1,-7-22-144,0 1 0,0-1 0,1 0 0,0 0 0,0-1 0,1 0 0,-1 0 0,1 0 0,0 0 0,1-1 0,-1 0 0,1-1 0,0 1 0,11 3 0,-4-3-60,0 0 0,0-1 0,0-1 0,1 0 1,-1-1-1,27-1 0,-36-1-105,-1 1 0,1-1 0,0 0 0,-1 0 0,1 0 0,-1-1 0,1 0 0,-1 0 0,1 0 0,-1 0 0,0-1 0,0 1 0,0-1 0,-1 0 0,1 0 0,-1-1 0,5-4 0,-2 1-668,-1-1-1,0 0 0,0 0 0,-1 0 0,0-1 1,0 0-1,4-16 0,2-12-5791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 5186,'0'0'7254,"-1"9"-6504,-4 88 2833,11 139 0,-6-232-3510,1 11 175,0 0 0,1 0 0,1-1 0,7 25 0,-10-39-246,0 0 0,0 1 1,0-1-1,0 1 1,0-1-1,0 0 0,0 1 1,0-1-1,1 1 1,-1-1-1,0 0 1,0 1-1,0-1 0,1 0 1,-1 1-1,0-1 1,0 0-1,1 0 0,-1 1 1,0-1-1,0 0 1,1 0-1,-1 1 0,0-1 1,1 0-1,-1 0 1,0 0-1,1 1 1,-1-1-1,1 0 0,-1 0 1,0 0-1,1 0 1,-1 0-1,1 0 0,-1 0 1,0 0-1,1 0 1,-1 0-1,1 0 0,-1 0 1,0 0-1,1 0 1,-1 0-1,0-1 1,1 1-1,-1 0 0,0 0 1,1 0-1,-1 0 1,0-1-1,1 1 0,-1 0 1,0 0-1,1-1 1,-1 1-1,0 0 0,1-1 1,13-23-412,-3-10-638,-1-1 1,-2 1 0,6-57-1,-9 54-238,1 0 0,2 0-1,16-44 1,-23 78 1294,0 0-1,1 0 1,-1 0 0,1 0 0,-1 0-1,1 1 1,0-1 0,0 1-1,0-1 1,1 1 0,-1 0 0,0 0-1,1 0 1,-1 0 0,1 0 0,0 1-1,0-1 1,0 1 0,0-1 0,5 0-1,1 0 708,1 1 0,0 0 0,0 0 0,-1 1 0,14 1-1,7 0-1,-28-1-828,0 1 0,-1-1 1,1 0-1,0 0 0,0 1 1,0-1-1,0 1 0,-1 0 0,1-1 1,0 1-1,0 0 0,-1 0 1,1 0-1,-1 0 0,1 0 1,-1 1-1,1-1 0,-1 0 1,0 1-1,0-1 0,0 1 1,2 2-1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5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5042,'0'0'8380,"2"15"-7131,40 248 3788,4-47-2919,-45-211-2059,-1-16-386,1 1 1,4-19-1,1-5-321,34-231-8868,-36 249 8327,0 0 1,1 0-1,1 1 1,7-15-1,-11 26 1205,0 0 0,0 1 0,0-1 0,0 1 1,1 0-1,-1 0 0,1-1 0,0 2 0,0-1 0,0 0 0,0 0 0,0 1 0,1 0 0,-1 0 0,1 0 0,-1 0 0,1 0 0,0 1 0,0 0 1,0-1-1,5 1 0,0 0 746,40 0 4909,-46 1-5440,-1 0-1,1 1 0,0-1 1,-1 1-1,1-1 1,0 1-1,-1 0 0,1 0 1,-1 1-1,0-1 0,1 0 1,-1 1-1,0-1 0,0 1 1,3 2-1,3 6-383,0 1 1,-1 1-1,12 22 0,-17-29-1971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48 6739,'0'0'7001,"-6"5"-6473,4-3-453,-2 0 58,1 1-1,0 0 0,0 0 0,1 0 0,-1 1 1,0-1-1,1 0 0,0 1 0,0 0 0,0 0 1,0-1-1,1 1 0,-2 5 0,-5 49 1875,1 1 0,4 101 0,3-124-1588,0-27-306,0 1-1,0-1 0,1 1 0,0 0 0,1-1 0,3 11 0,-4-18-98,0 1 0,0-1 0,1 1-1,-1-1 1,1 0 0,-1 0 0,1 1-1,0-1 1,0 0 0,0 0 0,0-1-1,0 1 1,0 0 0,1-1 0,-1 1-1,0-1 1,1 0 0,-1 0-1,1 0 1,0 0 0,-1 0 0,1-1-1,0 1 1,5 0 0,0 0-42,-1 0 0,1-1 0,0 0 0,0 0 1,10-2-1,-14 1-22,0 0 0,-1 0 0,1 0 0,-1-1 1,1 0-1,-1 1 0,0-1 0,1 0 0,-1 0 1,0-1-1,0 1 0,-1-1 0,5-5 0,5-6-299,-2-1-1,0-1 0,-1 1 0,0-2 1,-1 1-1,-1-1 0,-1 0 0,7-31 1,-7 21-261,-2-1 0,0-1 1,-2 1-1,-1 0 0,-3-29 1,1 52 599,1-1 1,-1 1 0,0-1-1,0 1 1,-1-1 0,0 1-1,1 0 1,-2 0-1,1 0 1,-1 0 0,0 0-1,0 0 1,0 1 0,0-1-1,-1 1 1,0 0-1,0 0 1,0 0 0,0 1-1,-9-6 1,4 4 70,0 1 0,-1 0-1,0 0 1,1 1 0,-1 1 0,-1-1 0,1 1-1,0 1 1,0 0 0,-15 1 0,14 0-532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1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1 944,'0'0'14242,"0"3"-13322,0 498 6494,-1-500-7395,1 1 1,0-1-1,0 1 1,0-1-1,1 1 0,-1-1 1,0 1-1,0-1 0,1 0 1,-1 1-1,1-1 1,-1 1-1,1-1 0,0 0 1,-1 1-1,1-1 0,0 0 1,2 2-1,-3-2-15,1-1 0,-1 0-1,1 0 1,-1 0 0,0 0-1,1 0 1,-1 0 0,1 0 0,-1 0-1,1 0 1,-1 0 0,0 0-1,1 0 1,-1 0 0,1 0-1,-1 0 1,1 0 0,-1 0 0,0 0-1,1 0 1,-1-1 0,1 1-1,-1 0 1,1-1 0,13-15-46,-5 0-105,-1 0-1,10-32 1,-4 9-251,9-21-284,-8 19-227,2 0-1,1 0 1,38-60-1,-52 96 867,0-1-1,0 1 1,1 0-1,0 1 0,0-1 1,0 1-1,0 0 1,1 0-1,-1 1 1,1-1-1,0 1 0,0 0 1,7-1-1,-2 1 280,0 0 0,1 1 0,-1 1-1,1 0 1,0 0 0,18 2 0,-24 0-109,0 0 0,0 0-1,-1 1 1,1 0 0,0 0 0,-1 0 0,1 1 0,-1 0 0,0 0 0,0 0 0,6 5 0,7 6 114,24 26 0,-25-23-243,14 17-389,-30-32 52,1 1 1,-1-1 0,0 1-1,0 0 1,0-1-1,0 1 1,0 0-1,-1 0 1,1-1 0,-1 1-1,1 6 1,-1 8-5652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2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48 297 6531,'0'0'5931,"-5"0"-5358,-38 0 5142,46 0-5630,207-6 209,-30-2-324,-36-4 49,-96 7-19,-47 5 19,-1-13-689,0-83-5609,0 31-2065,-1 63 8274,1-1-1,0 1 0,-1 0 0,0-1 0,0 1 1,1 0-1,-1 0 0,-1-1 0,1 1 0,0 0 0,0 0 1,-1 0-1,1 1 0,-1-1 0,0 0 0,1 0 0,-1 1 1,0-1-1,-4-1 0,-5-5 1333,-1 2 0,-18-9-1,12 7 145,13 5-959,2 2-85,1-1 1,0 1-1,0 0 1,0 0-1,-1 1 1,1-1-1,0 0 1,-1 1 0,1-1-1,-6 1 2439,29 4-990,-10 3-1695,0 0 0,0 1 0,11 11-1,8 5 25,136 83 89,-66-46-225,-97-58-10,1-1 0,0 1 0,-1-1 0,1 1 0,-1 1 1,0-1-1,0 0 0,0 1 0,-1-1 0,1 1 1,-1 0-1,0 0 0,2 5 0,-2-4-21,-1 1 0,1 0 0,-2 0 0,1 0 0,-1 0 0,1 0 0,-2 0 0,1 0-1,-2 9 1,0-7 20,0-1-1,0 0 1,-1 0 0,0 0-1,0 0 1,0 0-1,-1-1 1,0 1-1,0-1 1,-10 10-1,-6 5 54,-33 28-1,26-26-19,14-11-39,-5 5-47,-2 0 1,-28 18-1,46-34-1485,2-7-2454,0-27-5021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47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98 4706,'0'0'6523,"-4"-1"-6069,-13-1-91,12 1 949,14 1-1085,43 0 129,92 12 0,-61-3-405,134-3 0,-215-6 43,6 1-12,0 0 0,0 0 0,0 1-1,-1-1 1,15 7 0,13 2 7,-25-4-1353,-11-10 178,0 1 967,0 0 0,1 0 1,-1 0-1,0 0 0,-1 1 1,1-1-1,0 0 1,-1 1-1,1-1 0,-3-2 1,-23-29-1289,17 23 1286,-10-17 133,15 20 241,0 1 1,0 0-1,-13-12 2298,26 28-1763,13 5-578,0-1-1,0-2 1,38 16-1,19 9-45,-77-35-65,1 1 0,-1-1 0,0 0 0,0 0 0,1 1 0,-1-1 0,0 0 0,0 1 0,0 0 0,0-1 0,-1 1 0,1-1 0,0 1 0,-1 0 0,1-1 0,-1 1 1,0 0-1,1 0 0,-1 0 0,0-1 0,0 1 0,0 0 0,0 0 0,0-1 0,-1 1 0,1 0 0,-1 2 0,-1 2 20,1 1-1,-1-1 1,0 0 0,-1 0-1,1 0 1,-6 8 0,-5 5 24,-2-1 1,1-1 0,-2 0 0,0-1 0,-1 0 0,-24 16-1,39-30-156,-1-1 1,1 0-1,0 1 0,0-1 0,-1 0 0,1 0 0,0 0 0,-1-1 0,1 1 0,-1 0 0,1-1 0,-1 0 0,1 0 0,-4 0 0,5-4-2997,1-19-2923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4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4178,'0'0'6032,"-31"0"-3033,21 0-2242,3 0-3601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4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20 4082,'0'0'5117,"-1"9"-4450,-19 22 150,17-27-767,-1 0 0,1 1-1,0-1 1,1 1 0,-1 0-1,1 0 1,0 0 0,-2 6-1,-2 32 365,1 0-1,2 0 1,3 46-1,1-49-82,-1-26-130,1-1 1,0 1-1,1 0 0,1-1 0,7 23 0,-7-28-89,-1-1 0,2 0-1,-1 0 1,1 0 0,0 0 0,0-1-1,1 0 1,0 1 0,0-2 0,1 1-1,6 5 1,-9-9-68,1 0 0,-1 0 0,0 0 0,1-1 1,0 1-1,-1-1 0,1 0 0,0 0 0,-1 0 0,1-1 0,0 1 0,0-1 0,0 0 0,0 0 0,0 0 0,-1-1 0,8-1 0,-6 1-12,0 0 0,1-1 0,-1 0-1,0 0 1,0 0 0,0-1-1,-1 0 1,1 0 0,-1 0 0,1 0-1,6-8 1,0-2-135,0-2-1,0 1 1,-2-1-1,0-1 1,-1 0-1,0 0 1,-2-1-1,1 0 1,-2 0-1,4-21 1,-3 0-678,-1 1 1,-2-1-1,-3-72 0,-1 104 813,0 1-1,0 0 1,-1-1-1,1 1 0,-1 0 1,0 0-1,-1 0 0,1 0 1,-1 0-1,0 0 0,0 1 1,0-1-1,-1 1 1,0 0-1,0 0 0,0 0 1,0 1-1,0-1 0,-1 1 1,0 0-1,1 0 1,-1 1-1,0 0 0,0-1 1,-1 2-1,1-1 0,0 0 1,-1 1-1,1 0 0,-1 1 1,1-1-1,-7 1 1,7 0 18,1 0 1,-1 0 0,0 0-1,0 1 1,0-1 0,-7 4 0,10-3-42,0 0 0,0 0 0,0 0 1,0 1-1,0-1 0,1 1 0,-1-1 1,0 1-1,1-1 0,0 1 0,-1 0 1,1 0-1,0 0 0,0 0 0,0 0 1,-1 4-1,0-1-140,0 0 0,1 0 0,-1 1 0,1-1 0,0 11 0,0 14-3746,1-28 3417,0 28-8157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4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2481,'0'0'11445,"-61"94"-11028,52-43-241,1-8 32,3-4-208,5-16-320,0-58-9621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4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2257,'0'0'4738,"1"-10"-4415,0 7-100,4-36 268,-3 9 5921,11 278-4729,-13 3-994,2-249-767,1-9-2133,0-25-980,-3-16-2638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50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1 0 4018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50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4018,'247'-66'1774,"-197"51"-1028,-37 7 8032,-11 14-6875,-2 12-3125,0-14 1937,-1 56-350,0-20-108,1-1 0,2 0-1,7 42 1,-8-78-236,-1 0 0,1 0 1,0 0-1,0 0 0,0-1 0,0 1 0,0 0 0,0 0 0,1-1 0,2 5 0,-2-6-19,0 0 0,-1 0 0,1 0 0,-1 0 0,1 0 0,0 0-1,0-1 1,-1 1 0,1-1 0,0 1 0,0-1 0,0 0 0,0 1 0,0-1 0,0 0-1,2-1 1,2 1-33,1 1-55,-1-1 0,1 0 0,0 0 0,-1-1-1,1 0 1,-1 0 0,1-1 0,-1 1 0,1-2-1,8-3 1,-10 4 20,1 0 0,-1 0 0,1 0 1,0 1-1,-1 0 0,1 0 0,0 1 0,0 0 0,-1 0 0,1 0 0,0 0 0,0 1 0,5 1 0,-10-1 17,0 0 0,0-1 0,0 1-1,0 0 1,0 0 0,0 0 0,0 0-1,-1 0 1,1 0 0,0 0 0,-1 0-1,1 3 1,6 7-1013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5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16 2689,'0'0'9410,"0"-3"-8666,0-7-309,0 7 798,0 14-1012,0 444 2178,-4-357-2237,4-96-215,-4-12-3981,0-9 152,3-10-1888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5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4610,'0'0'6355,"3"-5"-5363,12-19-58,-12 18 1566,-3 9-2134,0 332 1877,0-334-2237,0 0 0,0 0 0,0 0 0,0 0-1,0 0 1,0 0 0,0 0 0,0 0 0,1 1-1,-1-1 1,0 0 0,1 0 0,-1 0 0,1 0 0,-1-1-1,1 1 1,-1 0 0,1 0 0,-1 0 0,3 1 0,-2-1-11,1 0 0,0-1 1,-1 1-1,1-1 1,0 0-1,0 0 1,-1 1-1,1-1 1,0 0-1,2-1 1,3 1-26,-1 0-77,1-1-1,-1 0 1,1 0 0,-1 0-1,1-1 1,-1 0 0,0 0-1,0-1 1,0 0 0,0 0-1,0 0 1,9-8 0,-14 11-9,0-1 0,0 1 0,0-1 0,1 1 0,-1 0 0,0 0 0,0 0 0,0-1 0,0 1 0,1 0 0,-1 1 1,2-1-1</inkml:trace>
  <inkml:trace contextRef="#ctx0" brushRef="#br0" timeOffset="1">1 35 2897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5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2897,'174'-53'1537,"-134"37"163,-34 9-546,3 5 335,-1 0 1758,-7 5-605,-1 6-2965,-12 638 3415,11-558-2842,1-180-7864,0 61 1225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5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5090,'0'0'6819,"0"4"-6293,9 47 528,-4 0 0,-1 1-1,-5 68 1,2 14 206,-1-123-1181,1-1 0,0 1 0,0-1 1,1 1-1,1-1 0,0 0 1,0 0-1,1 0 0,0 0 1,7 11-1,-9-21-76,-1 1 1,1 0 0,0-1-1,-1 1 1,1-1-1,0 1 1,-1-1-1,1 0 1,0 1-1,0-1 1,-1 0-1,1 0 1,0-1-1,0 1 1,2-1-1,2 1 10,-3 0-14,1-1 0,-1 1 0,0-1 0,0 1-1,1-1 1,-1 0 0,0 0 0,0-1 0,0 1 0,0-1-1,-1 1 1,1-1 0,0 0 0,-1 0 0,4-3-1,3-4-63,-1 0 0,13-18 0,-2 3-14,13-21-18,-1-1 0,-2-2 1,34-80-1,-55 112 3,0-1 1,-1-1-1,-1 1 0,-1-1 1,0 0-1,-2-1 0,0 1 1,1-22-1,-4 40 90,0 0 0,-1-1 1,1 1-1,0-1 0,0 1 1,0 0-1,0-1 0,0 1 0,0-1 1,-1 1-1,1 0 0,0-1 1,0 1-1,-1 0 0,1-1 0,0 1 1,0 0-1,-1 0 0,1-1 1,0 1-1,-1 0 0,1 0 0,-1-1 1,1 1-1,0 0 0,-1 0 0,1 0 1,0 0-1,-1 0 0,1 0 1,-1-1-1,1 1 0,0 0 0,-1 0 1,1 0-1,-1 0 0,1 0 1,-1 1-1,1-1 0,-1 0 0,-13 3 21,11-1-16,0 0 1,0 0-1,0 1 1,1-1-1,-1 1 1,1-1-1,-1 1 1,1 0-1,0 0 1,0 0-1,0 0 1,1 0-1,-1 0 1,1 0-1,-1 1 1,1-1-1,-1 5 0,-1 5 56,0 0-1,1 0 0,-2 18 0,4-19 45,-1-3 16,0-1 1,1 1 0,0 0 0,1-1-1,3 18 1,-4-24-109,1 0 0,0 0-1,0-1 1,0 1 0,0 0 0,0 0 0,0-1-1,0 1 1,0 0 0,1-1 0,-1 1 0,1-1-1,-1 0 1,1 1 0,0-1 0,-1 0 0,1 0 0,0 0-1,0 0 1,0 0 0,0-1 0,0 1 0,0 0-1,0-1 1,0 0 0,0 1 0,0-1 0,0 0-1,0 0 1,3 0 0,105 0-4419,-66 0-339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5:5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32 163 6979,'0'0'7836,"-6"1"-6737,-17 4-125,23-5-950,0 1 0,0-1 1,0 0-1,0 0 0,1 0 0,-1 0 1,0 0-1,0 0 0,0 0 1,0 1-1,0-1 0,0 0 0,0 0 1,1 0-1,-1 0 0,0 1 0,0-1 1,0 0-1,0 0 0,0 0 1,0 0-1,0 1 0,0-1 0,0 0 1,0 0-1,0 0 0,0 1 1,0-1-1,0 0 0,0 0 0,0 0 1,0 0-1,0 1 0,-1-1 0,1 0 1,0 0-1,0 0 0,0 0 1,0 1-1,0-1 0,0 0 0,0 0 1,0 0-1,-1 0 0,1 0 1,0 0-1,0 1 0,0-1 0,0 0 1,-1 0-1,1 0 0,0 0 0,0 0 1,0 0-1,0 0 0,-1 0 1,1 0-1,0 0 0,0 0 0,59 14 1028,-3 0-510,84 10 0,60-6-364,-183-16-160,328 6 34,-274-9-51,-70 1 170,-23 0-173,3 2-309,-24-1-631,41-1 811,0 0-1,0-1 1,0 1 0,0 0-1,0-1 1,0 1 0,0-1-1,0 0 1,0 1 0,0-1 0,0 0-1,1 0 1,-1 0 0,0 0-1,-2-3 1,-2-4-1036,1-1 0,1 1 1,-1-1-1,1 0 0,1 0 0,-1-1 0,2 1 1,-1-1-1,-1-19 0,-10-29-2986,11 49 5171,-1 1-1,0 0 1,-1 0-1,1 1 1,-2-1-1,1 1 1,-9-9-1,6 10 2822,15 16-197,23 24-3350,2-1 0,1-2 0,1-1 0,2-1 1,71 43-1,-99-69-320,6 6-157,-13-8 177,-1-1 1,0 1-1,0 0 1,1-1 0,-1 1-1,0 0 1,0-1-1,0 1 1,0 0-1,0-1 1,0 1-1,0-1 1,0 1-1,0 0 1,0-1-1,-1 1 1,1 0-1,0-1 1,0 1-1,-1-1 1,1 1 0,0 0-1,-1-1 1,1 1-1,0-1 1,-1 1-1,1-1 1,-1 1-1,-6 6-7,-1 0 1,1 0-1,-1-1 0,0 0 0,-1 0 0,1-1 1,-1 0-1,-10 4 0,-16 10 84,-23 16-2,15-8-127,-49 23 0,88-49-270,0 1 0,1-1 0,-1 0 0,0 0 0,0 0 1,-5 1-1,-12-4-4695,3-5-3726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10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52 4610,'0'0'10970,"-13"-1"-10279,9 0-645,-1-1 0,1 1 0,-1 0-1,1 0 1,-1 0 0,1 1 0,-1-1-1,1 1 1,-9 1 0,0-1-18,-11-1-24,14 1-5,-1 0-1,0 0 1,-11 2-1,20-1-4,-1-1 0,0 1 0,0 0 1,1 0-1,-1 0 0,0 0 0,1 0 0,-1 0 0,1 1 0,0 0 0,-1-1 0,1 1 1,0 0-1,0 0 0,-3 4 0,0 1-13,1-1 0,1 1 0,-1 0-1,1 0 1,1 0 0,-1 1 0,1-1 0,0 0 0,1 1 0,-1 8 0,0 12 42,3 41 0,0-25 80,-1 0-72,-1-13 92,4 41 0,-2-64-102,1-1-1,0 1 0,0 0 1,1-1-1,0 0 1,0 1-1,1-1 1,-1 0-1,2-1 1,-1 1-1,1-1 0,10 11 1,-11-13 9,1 1 0,0-1 0,0 0 0,0 0-1,1-1 1,-1 1 0,1-1 0,-1-1 0,1 1 0,0-1 0,0 0 0,1 0 0,-1-1 0,0 0 0,13 1-1,76-2 484,-93 0-525,0 0-1,0-1 1,1 1 0,-1-1 0,0 1 0,0-1 0,0 0 0,0 0 0,0 0-1,0 0 1,-1 0 0,1-1 0,0 1 0,0 0 0,-1-1 0,1 1 0,-1-1 0,0 0-1,2-2 1,3-5-79,0 0 0,7-17 0,-7 13 4,0 0 31,0 0 0,-2-1 0,1 1 1,-2-1-1,0 0 0,0 0 0,0-19 1,-2-9 179,-4-48 0,1 72-141,-1 0-1,0 1 0,-1-1 0,-1 1 1,-1 0-1,0 0 0,-2 0 1,1 1-1,-2 0 0,-16-23 1,22 36 16,0-1 0,0 1 1,0 0-1,0-1 0,-1 1 1,1 1-1,-1-1 1,0 1-1,0-1 0,0 1 1,0 0-1,0 0 1,0 1-1,0-1 0,-1 1 1,1 0-1,0 0 1,-1 1-1,1-1 0,-1 1 1,-5 0-1,-4 0-13,3 0 4,0 0-1,1 0 1,-1 1-1,-17 4 0,25-4-21,0 0 0,0 0 0,0 1-1,0-1 1,0 1 0,0-1-1,0 1 1,1 0 0,-1 0 0,1 0-1,-1 0 1,1 1 0,0-1 0,0 1-1,0 0 1,0-1 0,0 1-1,0 0 1,-1 5 0,1-2-466,0 0 0,1 0 1,0 1-1,0-1 0,1 0 0,0 12 1,0-12-525,0 10-3201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1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9268,'0'0'6531,"0"43"-6483,0 0 240,-17 8-224,4 3-32,0-11-32,0-8-64,13-11-128,-4-20-1040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11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9620,'0'0'4530,"2"-7"-4319,5-16-589,11-27 0,2-4-61,-19 40 530,-1 13 139,0 10-164,1 137 92,-3 171 1631,-3-262-1135,1-30-168,1 31-1,3-54-680,0-14-2750,0 4 2457,-1 3-226,1 1-1,0-1 0,0 0 1,1 0-1,0 0 0,1-6 1,12-15-4419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1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5907,'0'0'6659,"-10"0"-6155,8 0-484,0 0 0,0 0 0,-1 0 0,1 0 1,0 1-1,0-1 0,0 1 0,0 0 0,-1-1 0,1 1 0,0 0 0,0 0 0,1 0 1,-1 1-1,0-1 0,0 0 0,0 1 0,1-1 0,-1 1 0,1-1 0,-1 1 1,1 0-1,0 0 0,-2 3 0,-10 11 75,9-10-50,-1 0 0,1 0 0,0 1 0,1-1 0,0 1 0,0 0 0,0 0 0,1 0 0,0 0 0,-2 9 1,1 7 56,1 1 1,2 23 0,0-40-96,0-3-6,1 1 1,-1-1-1,1 1 0,0 0 1,1-1-1,-1 0 1,1 1-1,0-1 1,0 0-1,0 0 1,0 0-1,1 0 1,0 0-1,4 5 0,7 5 12,1 0-1,19 15 0,-20-19 11,-1 1 0,17 20 1,-25-25-27,0 0 0,-1 0 0,0 0 0,0 1 0,-1-1 0,0 1 0,0 0 0,-1 0 0,1 0 0,-2 0 0,1 1 0,-1-1 0,0 0 0,0 1 0,-1 12 0,-1-17 3,1-1 1,-1 0-1,0 1 1,1-1-1,-1 0 1,0 1-1,0-1 1,0 0 0,-1 0-1,1 0 1,-1 0-1,1 0 1,-1 0-1,0 0 1,1 0-1,-1-1 1,0 1-1,0 0 1,-3 1-1,-9 5 45,1 0-1,-15 6 0,9-5-9,12-5-94,0 0 0,0 0 0,-1-1 0,1 0 0,-1 0 0,0 0-1,0-1 1,0-1 0,0 1 0,0-1 0,-8 0 0,15-1-15,0 0-1,1 0 1,-1 0 0,0 0 0,0 0-1,1-1 1,-1 1 0,0 0 0,1 0 0,-1 0-1,0-1 1,1 1 0,-1 0 0,1 0 0,-1-1-1,0 1 1,1-1 0,-1 1 0,1 0-1,-1-1 1,0 0 0,-16-29-3485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1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8420,'0'0'6771,"238"36"-6771,-212-36-32,-8 0-848,-10 0-1329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1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98 6355,'0'0'6221,"9"-20"-3924,-9 10-1908,-1-12-184,0 21-207,1 1 0,0-1 1,0 0-1,-1 1 0,1-1 1,0 1-1,-1-1 0,1 1 1,-1-1-1,1 1 0,-1-1 1,1 1-1,-1-1 0,1 1 1,-1 0-1,1-1 0,-1 1 1,1 0-1,-1-1 0,0 1 1,1 0-1,-1 0 0,0 0 1,1-1-1,-1 1 0,0 0 1,1 0-1,-1 0 0,0 0 1,0 0-1,-55-8 162,-57 8-117,111 1-38,0 0 1,0 0-1,0-1 1,0 1-1,1 1 1,-1-1-1,0 0 0,0 0 1,1 0-1,-1 1 1,1-1-1,-1 1 1,1-1-1,0 1 1,-1 0-1,1 0 1,0-1-1,0 1 0,0 0 1,0 0-1,0 4 1,-17 46 18,12-20 299,1 0 1,2 1-1,1-1 1,3 39-1,0-19 290,-1-47-526,0 0 0,0 0 0,1 0 0,-1 0 0,1 0 0,0 0 0,1 0 0,-1-1 0,1 1 0,0 0 0,0-1 0,3 5 0,-3-6-38,0-1 0,0 0-1,1 0 1,-1 0 0,0 0-1,1 0 1,0 0 0,-1 0-1,1-1 1,0 0 0,0 1-1,0-1 1,0 0 0,0 0-1,0-1 1,0 1 0,0-1-1,0 1 1,1-1 0,4 0-1,0 0 47,1 0 1,0 0 0,0-1 1,16-2-1,-21 1-95,0 1 1,-1 0-1,1-1 0,0 0 0,-1 0 1,0 0-1,1 0 0,-1 0 0,0-1 1,0 1-1,0-1 0,2-3 0,9-13-312,0 1 0,-2-2-1,0 0 1,-2 0 0,0-1-1,-1-1 1,-1 1 0,-2-1-1,8-37 1,-9 33-19,-1 6-151,0-1-1,0-34 1,-4 44 484,1-23 312,-1 33-307,0 0 0,1 0 0,-1 1 0,0-1 0,0 0 0,1 0 0,-1 0 0,0 1 0,1-1 0,-1 0 0,1 0 0,-1 1 1,1-1-1,-1 0 0,1 1 0,0-1 0,-1 1 0,1-1 0,0 1 0,-1-1 0,1 1 0,0-1 0,0 1 0,-1 0 0,1-1 1,0 1-1,0 0 0,0 0 0,0-1 0,-1 1 0,1 0 0,1 0 0,-1 0 16,1 0 126,1 9 58,2 65 190,-5 92 1,-1-66 2,2-34-83,-4 95 410,2-143-676,-1 1-1,-2-1 1,1 0 0,-2 0 0,-1 0-1,-10 24 1,14-38-72,0-1-1,0 0 1,0 1-1,0-1 0,-1 0 1,1 0-1,-1 0 1,0-1-1,0 1 1,0-1-1,0 1 1,0-1-1,0 0 0,-1 0 1,1 0-1,-1-1 1,1 1-1,-1-1 1,-5 1-1,-2 0-649,0-1 0,-1 0 0,1 0 0,0-2 0,-14-1 0,-22-4-5229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6147,'0'0'10837,"14"0"-9845,299 24-418,-138-6-537,0-16 0,-90-3 92,-84 1 36,-2-11-4062,1 2 3208,-2 0-1,1 1 0,-1-1 1,-1 1-1,1-1 0,-1 1 1,-1 0-1,1 0 0,-6-8 0,1 3 515,-1 0-1,-1 1 0,0 0 0,0 0 1,-13-10-1,11 8 184,11 12-3,0 0 0,0 1 0,-1-1 0,1 0 1,0 1-1,-1-1 0,1 1 0,-1 0 0,0-1 0,1 1 0,-1 0 0,0 0 0,0 0 0,0 0 0,1 0 0,-1 0 0,0 1 0,0-1 0,-4 0 0,-15-7 5651,22 8-4815,2 1-779,-1-1 0,0 1 0,0-1 0,0 1 0,1 0 0,-1-1 0,0 1 0,0 1 0,0-1 0,0 0 0,0 0 0,0 1 0,-1-1 0,4 4 0,5 3 96,46 34 166,3-1-1,97 49 1,-151-87-336,1 0-80,0-1 0,0 2 0,0-1 0,-1 1 0,7 5 0,-11-8 75,0 0-1,0 0 1,0 0-1,0 0 1,0 1-1,0-1 1,0 0-1,0 0 1,-1 1-1,1-1 1,-1 0-1,1 1 1,-1-1-1,1 1 1,-1-1-1,0 1 1,0-1-1,0 1 1,0-1-1,0 1 1,0-1 0,0 1-1,0-1 1,0 1-1,-1-1 1,1 0-1,-1 1 1,1-1-1,-2 3 1,-1 0 11,0 0 1,0-1 0,0 1-1,0-1 1,-1 1 0,1-1-1,-1-1 1,0 1 0,-5 3-1,-4 2 22,-195 165 342,196-165-373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1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443 165 2321,'0'0'6083,"0"-16"-5523,-1-51-141,2 64-341,-1 0 0,-1 0-1,1 1 1,0-1 0,-1 0 0,1 0 0,-1 1 0,0-1-1,0 0 1,0 1 0,0-1 0,0 1 0,-1-1 0,1 1-1,-1 0 1,0 0 0,1-1 0,-1 1 0,0 0 0,0 0-1,0 1 1,-4-3 0,1 1 27,-1 1-1,1 0 1,-1 0 0,0 1-1,0-1 1,1 1 0,-11 0-1,-3-1 86,6-1-128,-1 1 0,1 1 0,-1 0 0,1 0 0,-1 2-1,1 0 1,-1 0 0,1 1 0,0 1 0,0 0 0,0 1 0,0 0-1,0 1 1,1 1 0,-15 8 0,18-9-75,1 0 0,0 1 0,0 0 0,0 1 0,1 0-1,0 0 1,-7 8 0,10-9 37,1 0-1,-1 0 0,1 0 1,0 0-1,1 1 0,-1-1 1,1 1-1,0 0 0,1-1 1,-2 14-1,0 43 1336,6 80 1,-3-140-1330,-1 0 1,2 0 0,-1-1 0,0 1-1,1 0 1,-1 0 0,1-1-1,0 1 1,0 0 0,0-1 0,0 1-1,0-1 1,0 1 0,1-1-1,-1 0 1,1 1 0,0-1 0,0 0-1,0 0 1,0 0 0,0 0-1,0-1 1,0 1 0,1 0 0,-1-1-1,1 0 1,-1 1 0,1-1-1,-1 0 1,1-1 0,0 1 0,-1 0-1,1-1 1,0 1 0,0-1-1,4 0 1,1 1-19,0 0-1,0-1 1,0 0 0,0 0-1,0-1 1,0 0-1,0 0 1,0-1 0,-1 0-1,1 0 1,0-1-1,-1 0 1,0 0 0,0-1-1,0 0 1,0 0-1,0-1 1,-1 0 0,0 0-1,0 0 1,0-1-1,8-11 1,1-2-460,0-1 0,-2 0 0,0-1 0,17-39 0,-23 43 282,-1 0-1,0-1 1,-1 1-1,-1-1 0,-1 0 1,-1-1-1,1-18 1,24 36 2204,-26 1-2022,1 1 1,-1-1 0,0 0-1,1 1 1,-1-1-1,0 1 1,1 0-1,-1-1 1,0 1-1,0 0 1,0 0-1,0 0 1,0 0-1,0 0 1,0 0-1,0 0 1,0 0-1,0 0 1,0 1-1,-1-1 1,1 0-1,-1 0 1,2 2-1,11 36 109,-10-30-102,5 21 39,-1 0-1,-2 1 1,2 37-1,-3 93 239,-4-127-230,-1-18-44,0-1 0,-1 1 0,-1 0-1,0-1 1,-1 0 0,0 0-1,-2 0 1,0 0 0,0-1-1,-1 0 1,-1 0 0,0-1-1,-1 0 1,-1 0 0,0-1-1,0 0 1,-2-1 0,-11 10-1,7-8-160,0-1-1,0-1 0,-1-1 1,0 0-1,-1-1 0,0-1 1,-1-1-1,1 0 0,-1-2 1,-1 0-1,1-1 0,-1-1 1,-38 2-1,56-5-124,-1 0 0,0 0 0,0 0 0,0-1 0,1 1-1,-1-1 1,0 1 0,0-1 0,-2-1 0,2 0-338,0 0-1,0 0 1,1-1 0,-1 1 0,1-1-1,-1 0 1,-1-3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54 4994,'0'0'4752,"0"-3"-4205,0-21 2115,-18 24-1512,-68 0 173,84 0-1303,0 1-1,1-1 0,-1 1 0,1-1 0,-1 1 0,0 0 0,1-1 0,0 1 1,-1 0-1,1 0 0,-1 0 0,1 0 0,0 0 0,0 1 0,0-1 0,-1 0 1,1 0-1,0 1 0,1-1 0,-1 1 0,0-1 0,0 1 0,1-1 0,-1 1 1,0 2-1,-2 5 121,0-1 1,1 1-1,-2 14 1,1 4 430,1 1 1,1 0-1,4 28 1,-3-54-533,1 1 0,0-1-1,0 0 1,0 1 0,0-1 0,0 0 0,1 0 0,-1 0 0,0 0-1,1 0 1,0 0 0,-1 0 0,1-1 0,0 1 0,0 0 0,0-1-1,0 0 1,0 1 0,1-1 0,-1 0 0,0 0 0,0 0 0,1 0-1,-1-1 1,5 2 0,-5-2-40,1 1 0,0 0 0,0-1 0,0 1 0,0-1 0,0 0 0,0 0 0,0 0 0,0-1 0,-1 1 0,1-1 0,0 1 0,0-1 0,0 0 0,0 0 0,-1 0 0,1 0 0,-1-1 0,1 1 0,-1-1 0,1 0 0,3-3 0,-2-1-196,0 1-1,-1-1 1,0 0 0,0 0 0,0 0-1,-1 0 1,0 0 0,0 0 0,-1-1-1,2-12 1,-1-9-974,-2-36 0,-1 33 843,2 29 319,-1 0 0,0-1 0,0 1 0,-1-1 0,1 1 0,0 0 0,-1-1 0,0 1 0,1 0 0,-1 0 0,0-1 0,0 1 0,0 0 0,0 0 0,-1 0 0,1 0 0,-1 0 0,1 0 0,-1 1 0,1-1 0,-1 0 0,0 1 0,0-1 0,0 1 0,0 0 0,0 0 0,0 0 0,0 0 0,-1 0 0,1 0 0,0 0 0,0 1 0,-5-2 0,-5-1-228,7-5-5070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2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660 0 1088,'0'0'10461,"-5"5"-9892,-133 148 1311,57-63-1250,35-35-422,-30 38-38,-123 203-1,195-290-170,1 0-1,-1-1 1,0 1 0,-1-1-1,1 0 1,-1 0 0,0-1-1,0 1 1,-1-1 0,1 0-1,-7 3 1,-11 15-796,-1 1-4094,19-22 1647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2977,'0'0'5291,"-17"0"-3813,15 0-1304,0 0-1,0 0 1,0 0 0,0 0 0,0 1 0,0-1 0,0 0-1,1 1 1,-1 0 0,0-1 0,0 1 0,0 0-1,1 0 1,-1 0 0,0 0 0,1 0 0,-1 0 0,-1 2-1,1 0-9,0 0 0,0 0 0,1 0-1,-1 0 1,1 0 0,0 0 0,0 0-1,0 0 1,1 1 0,-2 4-1,1 11 890,0 34 0,2-26-493,-1-27-551,0 1 0,0-1 1,0 1-1,0-1 0,0 1 0,0 0 1,0-1-1,1 1 0,-1-1 0,0 1 1,0-1-1,0 1 0,1-1 1,-1 1-1,0-1 0,1 1 0,-1-1 1,0 1-1,1-1 0,-1 0 1,1 1-1,-1-1 0,1 0 0,-1 1 1,1-1-1,-1 0 0,1 1 1,19 0 49,-17-1-114,0-1-1,0 0 1,1 0-1,-1 0 1,0 0-1,0-1 1,0 1-1,0-1 1,0 0-1,3-2 1,-2 0-185,-1 0 0,0 0 1,0-1-1,0 1 0,0-1 0,0 0 1,-1 1-1,0-1 0,0 0 1,2-8-1,-2 1-225,0 0-1,0-1 1,-1-20 0,-16 32 1289,-2 1-497,-37 0-1766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4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246 125 2785,'0'0'7839,"5"-4"-6684,18-12-211,-21 14-796,-1 1 0,0-1 0,-1 0 0,1 0 0,0 0 0,0 0 0,-1 0 0,1 0 0,-1 0 0,0 0 0,1 0 0,-1 0 0,0 0 0,0 0 0,0 0 0,-1 0 0,1 0 0,-1-2 0,0-3 52,1 6-192,0-1 0,0 0 0,0 1 0,0-1 0,-1 0 0,1 1 0,-1-1 0,1 0 0,-1 1 0,0-1 0,0 1 0,1-1 0,-1 1 0,0-1 0,0 1 0,-1 0 0,1-1 0,0 1 0,0 0 0,0 0 0,-1 0 0,1 0 0,-4-2 0,-1 0-11,-1 0 0,1 1 1,-1 0-1,-11-3 1,6 2-1,-2 1-8,-1 1 0,1 0-1,0 1 1,-18 2 0,-4-1-2,33 0 13,0-1 0,1 1 0,-1 0 0,0 0 0,0 0 0,1 0-1,-1 0 1,0 1 0,1-1 0,-1 1 0,1 0 0,0-1 0,-1 1 0,1 0 0,0 0 0,0 1 0,0-1 0,1 0 0,-3 5 0,0-2 11,1 0 0,0 0 1,1 1-1,-1-1 1,1 0-1,0 1 0,1 0 1,-2 10-1,0 12 460,2 1-1,1-1 0,5 34 0,-4-57-410,0 0 0,1-1 0,-1 1 0,1 0 0,0 0 0,0-1 0,1 0 0,-1 1 0,1-1 0,0 0 0,0 0 0,0 0 0,1-1 1,0 1-1,-1-1 0,1 0 0,0 0 0,0 0 0,1 0 0,-1-1 0,1 1 0,-1-1 0,1-1 0,0 1 0,7 1 0,9 2 15,1-2 0,-1 0 0,1-1 0,30-2 0,-47 0-77,-4 1-26,0-1 1,0 0-1,1 0 0,-1 0 0,0 0 0,0 0 0,0-1 0,0 1 0,0 0 0,0 0 0,0-1 0,0 1 0,0-1 0,0 1 1,0-1-1,0 1 0,0-1 0,0 1 0,0-1 0,0 0 0,0 0 0,-1 1 0,2-3 0,-1 1-135,0 0 0,-1 0 1,1 0-1,-1 0 0,0-1 0,1 1 0,-1 0 0,0 0 0,-1-3 0,1-3-56,0 7 212,0 1 1,0-1 0,0 0-1,-1 0 1,1 0-1,0 1 1,-1-1 0,1 0-1,0 0 1,-1 1-1,1-1 1,-1 0-1,1 1 1,-1-1 0,1 0-1,-1 1 1,0-1-1,1 1 1,-1-1-1,0 1 1,1 0 0,-1-1-1,0 1 1,0-1-1,0 1 1,1 0 0,-1 0-1,0 0 1,0-1-1,0 1 1,1 0-1,-1 0 1,-1 0 0,-36 1-83,31 0 30,3-1 54,0 1-1,0 0 1,1 0-1,-1 0 0,1 1 1,-1-1-1,1 1 0,0 0 1,-1 0-1,1 0 1,0 0-1,0 1 0,1-1 1,-1 1-1,0 0 0,1 0 1,0 0-1,-1 0 1,1 0-1,0 0 0,-1 4 1,-3 6 62,0 0 0,0 0 1,2 1-1,-5 19 0,3 5 453,1 0 1,2 0-1,2 45 1,2-65-298,-2-15-187,1-1 0,0 1 1,0 0-1,1-1 1,-1 1-1,1-1 0,-1 1 1,1-1-1,0 0 1,-1 1-1,1-1 0,1 0 1,-1 1-1,0-1 1,0 0-1,1 0 0,0 0 1,-1 0-1,1 0 1,0-1-1,0 1 1,0 0-1,0-1 0,0 1 1,0-1-1,0 0 1,0 0-1,1 0 0,2 1 1,5 1-65,0-1 1,0 0 0,1-1 0,-1 0-1,19-2 1,-17 1-129,-9 1-49,0-1-1,0 0 0,0-1 0,0 1 0,0 0 0,0-1 0,0 1 1,0-1-1,0 0 0,-1 0 0,1 0 0,0-1 0,-1 1 1,1 0-1,-1-1 0,1 0 0,-1 0 0,0 0 0,1 0 0,2-4 1,15-27-4974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6323,'0'0'6381,"4"0"-5911,11 0-91,-15 0-359,1 1 1,0-1 0,-1 0-1,1 0 1,-1 0-1,1 1 1,-1-1-1,1 0 1,-1 1-1,1-1 1,-1 0-1,1 1 1,-1-1 0,1 1-1,-1-1 1,0 1-1,1-1 1,-1 1-1,0-1 1,1 1-1,-1-1 1,0 1-1,0-1 1,1 1 0,-1-1-1,0 1 1,0 0-1,0-1 1,0 1-1,0-1 1,0 1-1,0 0 1,0-1-1,0 1 1,0 0 0,0 4 111,6 44 843,-2 1-1,-4 62 1,-1-49-337,1 102 597,0-212-2508,2 1-1,13-79 1,-2 62 134,-5 15-1022,3 0 0,19-53 0,-29 98 2074,0-1 0,1 0 0,-1 1 0,1 0 0,0-1 0,0 1 0,0 0 1,0 0-1,1 0 0,0 0 0,-1 0 0,1 0 0,0 1 0,0 0 0,6-4 0,-5 4 651,0 1 0,0-1-1,1 1 1,-1 0-1,1 0 1,-1 1-1,0-1 1,8 1-1,-5 0 140,-1 0-309,1-1 0,0 2 1,-1-1-1,1 1 0,-1-1 0,1 2 0,-1-1 0,1 1 0,-1 0 0,0 0 0,10 6 0,-8-4-555,21 16 839,-28-19-901,0 0 1,1 0 0,-1 0-1,0 1 1,0-1-1,0 0 1,0 1-1,0-1 1,0 0 0,-1 1-1,1-1 1,0 1-1,-1-1 1,1 1-1,-1-1 1,1 1 0,-1 2-1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2513,'0'0'8660,"5"6"-7793,-2-1-728,0-1 0,0 0-1,-1 1 1,1-1 0,-1 1 0,0 0-1,-1 0 1,1 0 0,-1 0-1,0 0 1,0 0 0,0 0 0,0 7-1,7 378 5903,-8-388-5871,0-8-122,-2-69-906,0 26-644,2 0 1,10-74 0,-8 112 1084,0 1 1,1 1-1,0-1 1,0 0-1,1 1 0,0-1 1,1 1-1,0 0 1,0 1-1,9-11 1,-10 14 476,1 1 1,0-1-1,0 1 0,0 0 1,0 0-1,1 1 1,-1-1-1,1 1 0,0 0 1,0 1-1,0 0 0,0 0 1,1 0-1,-1 0 1,0 1-1,1 0 0,6 0 1,162 1 5400,-173 0-5976,-2 15-13046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5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4994,'0'0'4821,"-19"1"-3751,-4 0-540,-29 4-1,47-3-392,1-1 0,0 1 0,0-1 0,0 1 0,0 1-1,0-1 1,0 1 0,0-1 0,1 1 0,-1 0 0,1 0 0,0 0 0,0 1-1,0-1 1,0 1 0,1 0 0,-1 0 0,1 0 0,0 0 0,0 0 0,1 0-1,-3 8 1,-2 10 377,1 1 0,1 0 0,1 0 0,1 0 0,2 0 0,1 33 0,0-10 314,-1-14-379,2 56 543,-2-84-958,0-1-1,1 0 1,0 1-1,0-1 1,0 1 0,0-1-1,0 0 1,1 0 0,-1 0-1,1 0 1,0 0-1,0 0 1,0 0 0,0 0-1,0-1 1,1 1 0,0-1-1,-1 1 1,1-1-1,4 2 1,-3-1-19,1-1 1,0 0-1,0 0 0,0-1 1,0 1-1,0-1 0,0 0 0,0 0 1,1-1-1,-1 0 0,0 0 1,0 0-1,7-1 0,-6 0-74,0-1 0,0 1 0,-1-1 0,1 0 0,0-1 0,-1 1-1,1-1 1,-1 0 0,0-1 0,0 1 0,0-1 0,-1 0 0,1 0 0,7-10-1,2-4-606,-1 0-1,18-35 1,-19 30-291,-1-1 1,-1 0-1,-1 0 0,-1-1 1,-1 0-1,-1 0 1,-2-1-1,3-36 0,-6-17-3599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94 4130,'34'-93'3153,"-64"108"-928,13 12-480,-1-7-896,5 3-753,5 1-96,8-5-2001,0-11-3154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6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3153,'0'0'12622,"1"23"-12091,15 448 5827,-15-480-6394,-1-1 1,1 1-1,4-16 0,1-9-283,3-43-468,27-172-2937,-33 233 3192,1 1 0,0 0 0,1 0 0,12-24 0,-15 36 568,-1 2 0,1-1 1,0 0-1,-1 0 0,1 0 0,0 1 0,0-1 1,0 1-1,0 0 0,0-1 0,0 1 0,1 0 1,-1 0-1,0 0 0,1 1 0,-1-1 0,0 0 1,4 1-1,-2-1 192,0 1 1,-1-1 0,1 1-1,-1 0 1,1 0-1,0 1 1,-1-1-1,1 1 1,-1 0 0,1 0-1,5 3 1,3 3 190,0 1-1,-1 0 1,13 13 0,-13-11-202,0-1 0,0 0 0,17 10-1,-19-15-281,-5-1-70,0-1-1,0 0 1,0 0 0,1 0-1,-1 0 1,1-1 0,-1 0-1,6 1 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6:3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20 4626,'0'0'15031,"0"-4"-18361,-4-3-559,-26-1-4275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4:1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74 4866,'0'0'4757,"-5"0"-4277,1 1-249,-1-1 0,1 1 0,0 0 0,-1 0 0,1 0 1,0 1-1,-1-1 0,1 1 0,-5 3 0,-1 1 294,5-5-397,1 1 1,0 0 0,0 1-1,0-1 1,0 1-1,1-1 1,-1 1-1,1 0 1,-1 0-1,1 1 1,0-1-1,0 1 1,1 0-1,-1-1 1,1 1-1,-1 0 1,-2 9-1,-1 4 69,1 0 0,1 1 0,1 0 0,-2 21 0,2 76 880,3-110-1007,0 2 28,0 0 0,0 0 0,1 0 0,0 0 1,1 0-1,-1 0 0,1 0 0,1-1 0,-1 1 0,1-1 0,0 1 1,0-1-1,1 0 0,0 0 0,0-1 0,1 1 0,-1-1 0,1 0 0,0 0 1,0 0-1,1-1 0,5 4 0,-5-4-55,0-1 0,0-1 0,0 1-1,0-1 1,0 0 0,0 0 0,1 0 0,-1-1 0,1 0 0,-1-1 0,9 1-1,-11-1-20,0 0-1,1-1 0,-1 1 0,0-1 0,1 0 0,-1 0 0,0 0 0,0 0 0,0-1 0,0 0 0,0 0 0,0 0 0,-1 0 0,1-1 1,-1 1-1,1-1 0,5-6 0,-1-1-80,-1-1 1,0 0-1,-1 0 1,0 0-1,0 0 1,-2-1-1,1 0 1,-2 0-1,1-1 0,1-13 1,0-14-1114,-1-77 0,-4 117 1172,-1-8-43,0 0 0,0 0 0,-1 0-1,0 1 1,-1-1 0,1 0 0,-1 1 0,-1 0 0,1 0 0,-1 0 0,0 0 0,-1 1 0,0-1 0,0 1 0,0 0 0,-1 1 0,-10-9 0,-2-1 80,-1 1 0,-1 1 0,-1 0 0,-36-16 0,54 28-376,0 0 0,1 1 0,-1-1 0,0 0-1,0 1 1,0-1 0,0 1 0,-4 0 0,7 0 216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4:20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6563,'0'0'5491,"0"70"-4851,-17-34-368,-9 6 0,0 5-96,0 0-96,0-12-96,8 0 16,5-27-128,9-8-272,0 0-2561,4-27-1169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4:20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1 0 2753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7:1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76 3890,'0'0'6926,"0"0"-6677,0-1 0,0 0 0,0 0 0,0 0 1,1 0-1,-1 0 0,-1 1 0,1-1 1,0 0-1,0 0 0,0 0 0,0 0 0,-1 0 1,1 1-1,0-1 0,-1-1 0,-6 2-167,4-1-79,0 1 1,-1 0-1,1 0 1,0 0-1,0 0 1,-1 0-1,1 1 0,0 0 1,-1-1-1,1 1 1,0 0-1,0 1 1,0-1-1,0 0 1,0 1-1,0 0 0,1-1 1,-1 1-1,0 1 1,1-1-1,-3 3 1,-1 3-3,1 0 1,0 1 0,0 0 0,1 0 0,0 0 0,1 0 0,0 0 0,0 1-1,1 0 1,1-1 0,-2 12 0,1 15 251,4 59 1,-1-79-114,0-9-84,0-1 0,0 0 0,0 0 0,1 0 0,0 0-1,0 0 1,0 0 0,1 0 0,0-1 0,0 1 0,1-1 0,-1 0 0,1 0-1,0 0 1,1 0 0,-1-1 0,1 1 0,0-1 0,0-1 0,5 5 0,0-3 9,-1 0 1,1 0 0,0 0 0,0-1-1,0-1 1,0 0 0,1 0 0,0-1 0,-1-1-1,22 2 1,-17-3 30,-12 1-85,1-1 0,0 0 0,0 0 0,-1 0 0,1 0 0,0 0 0,0-1 0,-1 1 0,1-1 1,0 0-1,-1 0 0,1-1 0,-1 1 0,1-1 0,-1 1 0,0-1 0,0 0 0,0-1 1,6-3-1,-2-4-24,0 1 1,-1-1 0,0-1 0,0 1 0,-1-1 0,0 0 0,-1 0 0,0 0 0,-1-1-1,-1 1 1,2-14 0,1-17-359,-3-77 0,-3 73 119,2 41 249,-1 0 0,-1 1 0,1-1-1,0 0 1,-1 0 0,0 0 0,0 1 0,-1-1-1,1 1 1,-1-1 0,0 1 0,0-1-1,-1 1 1,1 0 0,-1 0 0,0 0-1,0 1 1,0-1 0,0 0 0,-1 1-1,1 0 1,-1 0 0,0 0 0,0 1-1,0-1 1,-1 1 0,-5-3 0,-8-1-38,-1 2 0,1 0 0,-1 0 1,0 2-1,-1 0 0,1 2 1,-24 1-1,12-1-1357,26 2-963,4 8-1566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7:1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53 4898,'0'0'4800,"3"0"-3693,-2 0-1059,-1 0 0,1 0 0,-1 0 0,1 0-1,-1 0 1,1 0 0,0 0 0,-1 0 0,1 0 0,-1 0 0,1 0 0,-1-1 0,1 1-1,-1 0 1,0 0 0,1 0 0,-1-1 0,1 1 0,-1 0 0,1-1 0,-1 1 0,0 0 0,1-1-1,-1 1 1,0-1 0,1 0 0,1-18 1554,-2 13-1336,-4 3-192,0 1 0,0 0 0,0 0 0,0 0 0,0 0 0,-7-1 0,2 1-60,-1 1 0,1-1 0,-1 2 0,1-1 0,-1 2 1,-15 1-1,23-2-15,0 1 0,0 0 0,1 0 0,-1-1 0,0 1 0,1 0 0,-1 0 0,0 1 0,1-1 0,0 0 0,-1 0 0,1 1 0,0-1 0,-1 1 0,1-1 0,0 1 0,0 0 0,0-1 0,1 1 0,-1 0 0,0 0 0,1-1 0,-2 5 0,-1 7 34,0 0 1,-2 18-1,4-22 8,-4 43 877,2 72 0,3-98-516,0-24-383,0-1 1,0 1-1,1 0 0,-1 0 0,1-1 0,-1 1 0,1-1 0,0 1 0,0 0 0,-1-1 0,1 1 0,0-1 0,0 0 0,1 1 0,-1-1 1,0 0-1,0 0 0,1 1 0,-1-1 0,1 0 0,-1 0 0,1-1 0,-1 1 0,1 0 0,-1 0 0,1-1 0,0 1 0,-1-1 0,1 1 1,0-1-1,-1 0 0,1 0 0,2 0 0,3 1-29,0 0 1,0-1 0,0 0-1,1-1 1,-1 0 0,0 0-1,9-3 1,-10 2-201,-1 0 1,0-1-1,0 0 0,0 0 1,-1 0-1,1 0 0,-1-1 1,1 0-1,-1 0 0,0 0 0,-1-1 1,1 1-1,-1-1 0,0 0 1,4-8-1,-1 2-791,-1-1 1,0 1-1,-1-1 0,0 0 1,-1-1-1,2-12 1,-4 5-2504,0-31 0,-2 23 12723,1 43-7309,0 441 4624,0-443-6451,0-1 0,-1 0 0,-1 1 0,0-1 0,-1 0 0,0 0 0,0 0 0,-11 22 0,9-26-68,1-1 0,-1 0 0,0 0 0,0 0 0,-1 0-1,0-1 1,0 0 0,-1-1 0,1 1 0,-1-1 0,0 0 0,-1-1-1,-13 7 1,10-7-306,-1 1-1,0-1 1,-1-1-1,1 0 1,0-1-1,-1 0 1,-22-1 0,33-1 13,0 1 1,0-1-1,-1-1 1,1 1-1,0 0 1,-1 0-1,1-1 1,0 1-1,0-1 1,-1 0-1,-1-1 1,1 0-346,1 0-1,0-1 1,0 1-1,0-1 1,0 1 0,0-1-1,1 1 1,-3-5-1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7T07:47:1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62 3089,'0'0'5342,"5"-4"-4361,-4 3-898,0-1 126,1 1-1,0-1 1,-1 1 0,1-1 0,-1 1 0,1-1 0,-1 0 0,0 0 0,0 0 0,0 0 0,0 1 0,0-2 0,0 1-1,-1 0 1,1 0 0,-1 0 0,1 0 0,-1 0 0,0-5 0,0 7 12,0-1-216,0 1 0,0-1 0,0 1 0,0-1 0,0 1 0,0-1 0,0 1-1,0-1 1,0 1 0,-1-1 0,1 1 0,0-1 0,0 1 0,-1-1 0,1 1 0,0 0 0,0-1-1,-1 1 1,1-1 0,-1 1 0,1 0 0,0-1 0,-1 1 0,-12-2 30,0 1 1,0 0 0,-21 3-1,0-1-84,32-1 48,1 1-1,-1-1 1,1 0-1,0 1 1,-1-1-1,1 1 0,0 0 1,-1-1-1,1 1 1,0 0-1,0 0 1,0 0-1,0 0 1,0 0-1,0 0 1,0 0-1,0 0 1,0 0-1,0 0 1,-1 3-1,-14 29 4,15-29 1,-3 8 119,0 1 0,1 0-1,0 0 1,1 0 0,-1 14 0,3 69 1365,1-47-660,-1-48-797,0 1 0,0-1 1,0 1-1,0-1 0,0 1 1,0-1-1,1 1 1,-1-1-1,1 1 0,-1-1 1,1 1-1,-1-1 1,1 0-1,0 1 0,0-1 1,-1 0-1,1 0 0,2 2 1,-1-2 3,0 1 0,0-1-1,0 0 1,1 0 0,-1 0 0,0 0 0,1-1 0,-1 1 0,0 0-1,5-1 1,9 2 44,0-1 0,17-2 0,-8 1-98,-20-1-53,1 0 1,-1 0 0,0 0 0,0 0 0,0-1-1,0 0 1,-1 0 0,1 0 0,0 0-1,-1-1 1,0 0 0,1 0 0,-1 0-1,6-7 1,3-2-419,-2-1 1,0 0-1,11-17 0,-16 20 472,-1 0 1,0 0-1,0-1 0,-1 0 1,0 1-1,-1-1 0,-1-1 1,1 1-1,-2 0 0,1-1 1,-2-14-1,-11 29 472,9-1-368,0 1 0,0 0-1,0 0 1,1 1 0,-1-1-1,1 0 1,-1 5-1,-2 2 48,1-1-27,0 1 1,1-1-1,0 0 1,0 1-1,1 0 0,1-1 1,0 17-1,0 3 71,-1 139 462,-2 48 124,0-173-679,-2-1 0,-2 0-1,-14 46 1,18-78-89,0 0 0,-1-1 0,0 0 0,-1 1 0,0-1-1,0-1 1,-1 1 0,0-1 0,-1 0 0,-9 9-1,6-8-197,1-2-1,-2 1 0,1-1 1,-1-1-1,0 0 0,0 0 1,-1-1-1,-12 3 0,-67 17-3402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09-07T08:07:45.0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18525 10447 97 0,'0'0'57'0,"0"0"-18"16,0 0 18-16,0 0-11 16,0 0-31-16,0 0-14 15,0 0 0-15,10-20 7 16,-10 16 3-16,0 4 14 15,0 0 12-15,0 0 2 16,0 0 10-16,0 0-19 16,0 0-20-16,0 0-4 0,0 0-6 15,0 0-3-15,0 0 3 16,0 0-7-16,0-3 4 16,0-4 3-16,0 1-9 15,0 3 8-15,0 3 2 16,0 0-1-16,0 0 0 0,0 0-7 15,0 0 3-15,0 0 3 16,0 0 1-16,0 0 7 16,0 0 0-16,0-4 7 15,0 4 2 1,0 0-15-16,0 0-1 16,0 0 0-16,0 0-14 15,0 0 5-15,0-3-4 16,0-4-2-16,0 0 0 0,0 1 3 15,0-1 11-15,0 4-4 16,0-4-16-16,5 1-37 16,1-1-89-16</inkml:trace>
  <inkml:trace contextRef="#ctx0" brushRef="#br0" timeOffset="482.71">18559 10307 6 0,'0'0'57'0,"0"0"-28"16,0 0-3-16,0 0 12 0,0 0 10 15,0 0-17-15,0 0-3 16,0 0 7-16,0 0-15 16,0 0-8-16,0 0 0 0,0 0-8 15,0 0 7-15,0 0-9 16,0 0 2-16,0 0 2 16,0 0 0-16,0 0 6 15,0 0-3 1,0 0-3-16,0 0 12 15,0 0-12-15,0 0-5 0,0 0 5 16,0 0-5-16,0 0 4 16,0 0-5-16,0 0 2 0,0 0-2 15,0 0 0-15,0 0 0 16,0 0 2 0,0 0 0-16,0 0-1 15,0 0 8-15,0 0-9 16,0 0 0-16,0 0 0 15,0 0-22-15,0 0-54 16,0 0-182-16</inkml:trace>
  <inkml:trace contextRef="#ctx0" brushRef="#br0" timeOffset="2097.87">18593 8454 111 0,'0'0'63'0,"0"0"-17"15,0 0 14-15,0 0-16 16,0 0-28-16,0 0 1 15,-5 0-9-15,5 0-1 16,0 0 9-16,0 0-3 0,0 0 7 16,0 0-2-1,0 0-5-15,0 0 5 16,0 0-5-16,0 0 0 16,-8 0 4-16,8 0-9 15,0 0 6-15,0 0-5 0,-5 0-9 16,5 0 2-16,0 0-2 15,0 0 0-15,0 0-2 16,0 0-2-16,0 0 2 16,0 0-1-16,0 0 0 15,0 0-1-15,0 0 4 16,0 0 0-16,0 0-1 16,0 0 3-16,0 0 1 15,0 0-3-15,0 0 3 16,0 0-6-16,0 0 3 15,0 0-6-15,0 0 4 16,0-3-9-16,0 0 3 16,0-1 8-16,0-2 1 15,0-1 6-15,0 3-6 16,0 2-1-16,0 2 11 0,0 0-10 16,0 0 2-16,0 0-3 15,0 0-15-15,0 0-10 16,0 0-32-16,0 0-25 15,0 0-21-15,0 0-106 16</inkml:trace>
  <inkml:trace contextRef="#ctx0" brushRef="#br0" timeOffset="4092.28">18598 8395 73 0,'0'0'56'0,"0"0"-1"16,0 0-16-16,0 0-20 16,0 0 5-16,0 0-7 15,0-4-8-15,0 4 5 0,0 0-2 16,0 0 3-16,0 0-2 16,0 0-6-1,0 0 2-15,0 0-6 16,0 0-3-16,0 0 4 0,0 0-4 15,0 0 7-15,0 0 6 16,0 0 8-16,0 0 10 16,0 0-7-16,0 0 0 15,0 0 1-15,0 0-11 16,0 0 7-16,0 0-7 16,0 0-10-16,0 0 5 15,0 0-9-15,0 0 0 16,0 0 6-16,0 0-3 15,0 0 11-15,0 0 3 16,0 0 1-16,0 0 15 0,0 0-10 16,0 0-6-16,0 0 1 15,0 0-17-15,0 0 7 16,0 0-2-16,0 0-5 16,0 0 12-1,0 0-4-15,0 0 8 16,0 0 8-16,0 0-13 15,0 0 7-15,0 0-1 0,0 0-9 16,0 0 11-16,0 0-10 16,0 0-1-16,0 0 14 15,0 0-13-15,0 0 11 16,0 0-6-16,0-3-5 16,0 3 18-16,0 0-18 15,0-3 4-15,0-1 8 16,0 1-21-16,0-4 3 15,0 1 9-15,6-1-10 16,4 0 9-16,3 4-5 0,3-7-7 16,2-3 4-16,-2 3 0 15,3-7-4-15,-4 1 0 16,9-1 3-16,-8 0-5 16,2 1 2-1,-2 3 0-15,0 2-2 0,2 0 3 16,-2-1-1-16,8-1 0 15,-9 1 4-15,4-4-2 16,-3 8-2-16,2-7 0 0,6 6-4 16,-3-4 6-16,2-2-2 15,-2 2 0-15,8 0 2 16,-5 1 0-16,5-3-2 16,-3 1 0-16,-2-2-5 15,5 3 10 1,-8-4-5-16,3 4 0 15,-1 0 3-15,-7 3-6 0,8-3 3 16,-8 2 0-16,2-1-6 16,3-2 8-16,3 1-2 15,-9-1 0-15,9 5 5 16,-8-5-5-16,8 7 0 16,-14-2 0-16,8 2-5 0,-7 0 9 15,-1-2-4 1,9 2 0-16,-9 0 3 0,9-2-5 15,-3 2 2-15,2-3 0 16,-7 3-1-16,-1 4 4 16,3-4-3-16,-8 7 1 15,-5 0 0-15,0 0 9 16,0 0-8-16,0 0-2 0,0 0 18 31,0 0-18-31,0 0 8 16,0 0-1-16,0 0-5 0,0 0 8 15,0 0-9-15,0 0-1 16,0 0 4-16,0 0-1 16,0 0-6-16,0 0-3 15,0 0-17-15,0 0 22 0,0 0-17 16,0 0 13-16,0 0 1 16,0 0-2-16,0 0 6 15,0 0 0 1,0 0-1-16,0 0-7 0,0 0 5 15,0-3-2-15,0 0 3 16,0-1-13-16,0 4 6 16,0 0 8-16,0 0-9 15,0 0 8-15,0 0-7 16,0 0 3-16,0 0 3 0,0 0-7 16,0 0 9-16,0 0-2 15,0 0-4 1,0 0 2-16,0 0 5 15,0 0-1-15,0 0-3 0,0 0 4 16,0 0 0-16,0 0 2 16,0 0 2-16,0 0 5 15,0 0-9-15,0-3 0 16,0 3 5-16,0-4-1 16,0 1-8-16,6 0 1 15,17 0 3-15,4-1 19 16,7 1-17-16,-5 0 0 15,5-4-2-15,0 3 2 16,-5-2 0-16,-3-1 2 16,3 1 0-16,0 2-1 15,0 0-3-15,0 2 0 0,3-1 13 16,-9 3-11 0,-4-4 3-16,-3 4-5 0,2 0 4 15,-2 0-2-15,-6 0-2 16,3 0 0-16,-2 0-1 15,-1 0 4-15,9 0-3 16,-9 0 0-16,1 0 3 16,7 0 0-16,-7 0-3 15,-1 0 0-15,-2 0-3 16,3 0 7-16,-6 0-4 16,6 0 0-16,7 0 3 15,-8 0-3-15,9 0 0 16,-9 0 0-16,1 0-2 15,2 0 5-15,-2 0-3 16,-6 0 0-16,0 0 2 0,-5 0-2 16,5 0 0-16,-5 0 0 15,0 0 0-15,0 0 6 16,0 0-6-16,0 0 0 16,0 0 3-16,0 0-3 15,0 0 0-15,0 0 0 0,0 0 7 16,0 0-4-1,0 0 4-15,0 0 3 16,0 0-10-16,0 0 21 16,0 0-16-16,0 0-1 0,0 0-4 15,0 0-2-15,0 0 2 16,0 0 0-16,0 0-12 16,0 0-2-16,0 0-39 15,0 0-14-15,0 0-29 16,0-10-41-16,0-3-52 15,0 3-18-15</inkml:trace>
  <inkml:trace contextRef="#ctx0" brushRef="#br0" timeOffset="4522.25">20360 7490 184 0,'0'0'109'16,"0"0"-47"-16,0 0 20 16,0 0-23-16,0 0-24 15,0 0-4-15,0 0-5 0,0 0-1 16,0 2-3-1,0 14 2-15,0 3 24 16,0 4-18-16,0 2 2 16,0 3 0-16,0 4-20 15,14 9 8-15,-4-1 2 0,6 6 0 16,-3-3 12-16,-8 1-17 16,0-11-7-1,1-6 9-15,-6-11-19 16,5-13 7-16,-5 1-7 15,5-4 5-15,3 0-10 16,-3-10-43-16,1-24-23 0,4-5-116 16,-10-1-11-16,0 4 19 15,0 6 1-15</inkml:trace>
  <inkml:trace contextRef="#ctx0" brushRef="#br0" timeOffset="5463.37">20360 7490 67 0,'103'90'138'0,"-108"-90"-62"0,5 0 39 15,-6 0-41-15,6 0-36 16,0-5 2-16,0 3-18 16,0-3 4-16,0 4-5 15,0-3-3-15,0 4 31 16,0-3-29-16,0 3 2 16,0-4 21-16,6 0-29 15,17 4 13 1,9 0-2-16,2-2-22 0,13-3 18 15,9 3-16-15,12-4 4 0,0 0 35 16,1 2-40-16,-1-1 7 16,1-4-11-16,4 3 3 15,-12-2 13-15,-3 6-6 16,-14 2-9-16,-10 0 9 16,-5 0-10-1,-13 0 11-15,3 0 18 16,-9 0-28-16,-5 2 11 15,8 1-8-15,-7 2-2 0,-6-5 2 16,5 1 2-16,-5-1-6 16,0 0 0-16,0 0 3 15,0 0 0-15,0 0-3 16,0 0 0-16,0 0-1 0,0 0-7 16,0 5 8-16,0-5 7 15,0 0 0-15,0 0-5 16,0 2-2-1,0-2 0-15,0 0-1 16,0 5-2-16,0-5-3 16,0 2 2-16,0 3-1 0,0 5 4 15,0 5 2-15,0 13 2 16,0 5 5-16,0 0-3 16,0 0 0-16,5-3 1 15,1-10-3-15,-6 0 10 16,0-7-12-16,0-2-1 15,0-5 5-15,0-3 1 16,0 1-6-16,0-1 0 16,0 0 9-16,-22 4-13 15,-12-4 4-15,-13-3-11 16,-3 3 8-16,0-3-17 16,-3 4 19-16,9-1 0 0,-1 4-4 15,-8 0-1-15,9-1 6 16,-1 1 0-16,6-4-3 15,-9 0-10-15,9 1-2 16,-6-4-17-16,0 0-8 16,1 0 27-16,4 0-3 15,-7 0 10-15,13 0-2 16,-6 3 12-16,6 3-4 16,0 5 0-16,0-1 2 15,2 3-5-15,3-3 3 16,5-3 0-16,14-5-4 15,5 2 4-15,5-4 0 16,0 0 0-16,0 0 2 0,0 0-6 16,0 0 4-16,0 0 0 15,0 0-1-15,0 0 6 16,0 0-5-16,0 0 0 16,0-4-4-16,0-2-4 15,0 0-2-15,0-8-16 16,0 1-54-16,0-4-195 15</inkml:trace>
  <inkml:trace contextRef="#ctx0" brushRef="#br0" timeOffset="8278.82">21428 7660 222 0,'0'0'49'0,"0"0"38"16,0 0-18-16,0 0-23 16,0 0-8-16,0 0 5 15,0 0 28-15,0-7 15 0,0 7-29 16,0-3-5-1,0 3-33-15,0-4 5 16,0 1 9-16,0-1-29 16,21 0 3-16,3 2 13 0,-3-1-15 15,13-4 31-15,5 0-31 16,14 1 2-16,10-6 5 16,11 0-9-16,5-1 3 15,-6 0-6-15,1-2 2 16,-11 1-2-1,-8 10 0-15,-5-1 0 0,-2 3-2 16,-14 2-1-16,-8 0 3 16,-2 0 5-16,-14 0-4 15,3 0 0-15,-2 0-1 16,-6 2 0-16,1 13-7 16,-1 0 12-16,3 1-5 15,-8 6 0-15,0 4 1 0,0-3 8 16,0 3-7-1,0 1-3-15,-8 0 2 16,-13 3 1-16,-13 3 8 0,-1 4-10 16,1-1 1-16,-5 8 1 15,-1-5-2-15,1 5 0 16,-1-2 1-16,-7-1 1 16,8-7-2-16,-1-3 0 15,1-2 2-15,-1 1-4 16,6 0 2-16,-11-1 0 0,6 8-3 15,-6-5 7 1,-2 6-4-16,7-5 0 16,1 0 0-16,0 0-2 15,-1 0 2-15,-5 1 0 16,6-1-2-16,-1 0 0 16,-7-4-2-16,8 1-6 15,-1 4-6-15,-4-4 15 16,4 1-35-16,-5-1 18 0,-2-5 15 15,-3 3-11 1,5 2 7-16,-7 3-7 0,7-3 8 16,0 6 4-16,6-2 2 15,-8-1-4-15,7 3-3 16,-5-2-2-16,6-5 2 16,0 5 7-16,-1-8-5 0,-5 1 3 15,3-1 2 1,-2-2 0-16,4-1-1 0,1 3-1 15,-6 1 2-15,6 4 0 16,4-6 1-16,1 3-1 16,-5 2 0-16,-1-5 0 15,6-2 0-15,5 2 0 16,5-8 0-16,9-7-1 16,-4 0 3-16,9-5-2 15,-1 6 1-15,-2-1-1 0,3 1 0 16,-1-2 2-16,1 5-3 15,-9-5 1 1,14 5 0-16,-6-7 2 16,3-1-2-16,3 1 0 15,0-1-1-15,0 1 6 16,-1 3-6-16,-7-4 1 0,8 5 0 16,0-5-4-16,-1-3 4 15,1 1 0-15,0-1 1 16,0 7 2-16,-8 0-3 15,2 3 0-15,6-3 1 16,-1 0-5-16,-1-3 4 16,1 2 0-16,-4-2 0 15,5 3 2-15,-1-6-2 16,1 5 0-16,-3-2 0 16,3 3-6-16,0 3 6 15,-1 1 0-15,1-5 0 16,0 5 1-16,5-4-3 15,-8-4 2-15,3 5 0 16,5-6-4-16,0-4 4 16,0 5 0-16,0-6-2 0,0 4 4 15,0-4-2-15,0 0 0 16,-6 0 0-16,6 3 0 16,-5 4 0-16,5-4 0 15,-5 9-2-15,0-7 3 16,-1-2-3-16,-1 4 2 15,1-7 0-15,6 0-3 16,0 0 3-16,0 0-6 0,-5 9-20 16,0-4 23-16,5 2-3 15,-6-1 6-15,6 0-9 16,0-1 9-16,-5-4-5 16,5 4 5-16,0-5-2 15,0 0 3-15,0 0-3 16,0 2-3-16,-8 5-5 15,3 8 7-15,0-2-10 16,0-2-7-16,-6 1 2 16,3-5 6-16,3 0 9 15,5-3 1-15,-5 3-10 16,-1 0 11-16,1 2-7 16,0-2-4-16,5 5 10 0,-5-5 4 15,5 2 1-15,0-2-1 16,-8-5-2-16,8 3 10 15,0-1-4 1,-6-4-2-16,6 2-3 16,0 5 6-16,0-4-6 15,0 1-1-15,0-1 0 0,0-3 10 16,0 2-3 0,0-2 6-16,0 0 4 0,0 0-10 15,0 0 7-15,0 0-11 16,0 0-1-16,0 0 14 15,0 0-7-15,0 0-1 16,0 0 4-16,0 0-8 16,0 0 10-16,0 0-7 15,0 0 7-15,0 0-9 16,0-9-5-16,0-3 0 16,6-2-4-16,2 4 8 0,-3 2-5 15,-5 6 1-15,0 2-9 16,0 0 1-1,0 0-5-15,0 0 0 0,0 0-8 16,0 0-11-16,0 0 21 16,-13 0 4-16,13 0 7 15,0 0 8-15,-6 0-4 16,6 0 4-16,0 0 1 16,0 0-8-16,-5 2 10 0,0 6-6 15,0 2-3 1,-1-5 9-16,6 4-6 15,0 0 15-15,0-2 1 16,0 3-19-16,0 3 13 16,0 1-8-16,0-5-1 15,0 1-2-15,0-6 0 16,0-1-3-16,0 3 11 0,11-2-2 16,-1-1 5-16,4 0-4 15,-4-3-5-15,1 0-1 16,-1 0-2-16,9 0 7 0,-9 0 4 15,8 0-6-15,-12-6-6 16,-1-7-2 0,-5-1-9-16,0 5 2 15,0-2-12-15,0 5 13 16,0-4 1-16,-11 3 1 16,-12 4 1-16,7-4 3 15,-2 7 0-15,7 0 5 16,1 0 0-16,2 0 2 0,8 0 5 15,-6 0-11-15,6 0 14 16,-5 0-8-16,-5 10-6 16,-4 3-2-16,-1 11-25 15,-14-1-99-15,-16 10-262 16</inkml:trace>
  <inkml:trace contextRef="#ctx0" brushRef="#br0" timeOffset="9987.84">18672 8517 220 0,'0'0'75'0,"0"0"-14"15,0 0 30-15,0 0-19 16,0 0-6-16,0 0-20 16,0 0 2-16,-5-39-17 15,5 29-11-15,0 3 2 16,0 3-22-16,0 1 10 0,0 3 6 15,-6-3-7 1,6 3 17-16,-7 0-11 0,7 0-1 16,0 0 9-16,-6 0-14 15,6 0 9-15,-5 0-5 16,0 0-13-16,0 0 8 16,-1 0-8-16,-2 0 0 15,8 0-1-15,0 0 6 16,-5 0-5-16,0 0 8 15,0 0-8 1,-1 0 14-16,1 0-11 0,0 0 0 16,5 0 9-16,0-3-12 15,-8 3 12-15,8 0-1 16,0 0-11-16,0 0 11 16,0 0-11-16,0 0 0 0,0 0 6 15,0 0-2-15,0 0 3 16,0 3 15-1,0 10-1-15,0-3 15 16,0-6-24-16,0-2-7 0,0-2 7 16,8 0-7-16,-3 0-5 15,6 0 0-15,-1 0-19 16,-5-12 14-16,3 1-13 16,-8-5 1-16,0 9 12 15,0 4 5-15,0 3 4 16,0 0-3-16,-13 0 6 15,3 0-14-15,-6 0-10 16,-26 0-51-16,-8 0-153 16</inkml:trace>
  <inkml:trace contextRef="#ctx0" brushRef="#br0" timeOffset="13851.96">19471 9395 16 0,'0'0'57'16,"0"0"4"-16,0 0-22 0,0 0-15 16,0 0-2-16,0 0-6 15,0 0 4-15,0 0-2 16,0 0-10-16,0 0 11 16,0 0-8-16,0 0-7 15,0 0 9-15,0 0 5 16,0 0 13-16,-5 0 5 15,0 0-15-15,5 0 1 16,-8 0-9-16,8 0-2 16,0 0 9-16,0 0-13 15,0 0 5-15,0 0-3 16,0 0-9-16,0 0 4 0,0 0-4 16,0 0-1-16,0 0-1 15,0-2-11-15,0 2 2 16,0 0-14-1,-5 0-29-15,-6 0-61 0,-12 0-96 16</inkml:trace>
  <inkml:trace contextRef="#ctx0" brushRef="#br1" timeOffset="29688.23">23156 7054 164 0,'0'0'81'0,"0"0"-59"0,0 0 26 15,0 0 15-15,0 0-27 16,0 0-2-16,0 0-12 15,0-12-9-15,0 8 5 16,0 0 12-16,0 1 0 16,0 3 4-16,0-3-6 0,0 3 5 15,0 0-4-15,0 0-8 16,0 0 6-16,0 0 1 16,0 0-13-16,0 0-2 15,0 0-5 1,0 0 4-16,0 0 6 15,0-4-7-15,0 4 1 0,0 0-3 16,0 0-6-16,5 0 7 0,8 0-3 16,3 10-3-16,0 10 6 15,8-4-7 1,-6 8 3-16,-7-1-3 16,4 0-2-16,4 7 2 15,-4 0 0-15,-1 6 3 16,1 8 3-16,-4 2-4 15,7 7-2-15,-12-7-3 16,-1 1 7-16,0-12-7 0,0-11 1 16,3-3 1-16,-2-5 0 15,-1 6-1-15,0-7 0 16,6 10-1-16,-4-5 1 16,4-1-1-16,-6 2 0 0,1-12 0 15,-1-2-1 1,-5-4 0-16,5-3 1 15,-5 0 1-15,0 0 0 16,8 0-2-16,-8 0-1 0,5 0 2 16,-5 0 3-16,0 0-2 15,0 0 1-15,0 0-2 16,0 0-3-16,0 0 2 16,0 0 1-16,0 0 0 15,5 0-1-15,1 0-5 16,4 0 5-16,3 0 1 15,3-6 6-15,3 2-5 16,2 1 0-16,8 3 0 16,5 0-2-16,0 0 4 0,0 0-3 15,0 0 2-15,0 0 0 16,6 0 2-16,-6 0-3 16,0 0 1-16,6 0 1 15,-6 0-3-15,5 0 3 16,1 0-1-1,-6 0-1-15,5 0 7 0,-4 0-6 16,-1 0-1-16,-5 0 7 16,-3 0-7-16,8 0 4 15,0 0-1-15,1 0-3 16,4 0 6-16,-5 0-7 0,0 0 0 16,-10 0 1-1,2 3 1-15,3-3-2 16,0 0 1-16,0 4 0 15,0-4 2-15,-3 0-1 0,3 0 0 16,0 3 4-16,-5-3-5 16,-8 0 2-16,2 0 5 15,-2 0-8-15,-6 0 3 16,4 0-3-16,-4 0 0 16,1 0 3-16,2 0-3 15,-3 0 7 1,-4 0-4-16,-1 0-2 15,-5 0 8-15,5 0-9 0,0 0 1 16,-5 0 0-16,8 0 2 16,-2 0-3-16,-1 0 1 15,-5-14 1-15,5 1-4 16,0-6-4-16,-5 2-5 16,0-6 9-16,0-4-20 15,0 1 6-15,0-4 5 16,0 0-10-16,0 0 1 15,0 1 4-15,0 6-5 16,0 4 16-16,0 7-2 16,0-3 7-16,0 5 2 0,0 1-1 15,0-5 8-15,0 4-5 16,0 0 2-16,0 0-4 16,0 4 1-16,0-8-3 0,0 1 0 15,0-4 0 1,0 1-3-16,0-1 3 15,0 7-4-15,0-3 0 16,0 6 4-16,0 1 14 16,0-1 3-16,0 0-7 15,0 4 9-15,-5-3-10 0,0 2 1 16,-6 4-1-16,3-3-1 16,-2 0 0-16,5-1-1 15,-6 4-6-15,-7 0 6 16,2 0-3-16,-3-3-4 15,-2 3 2-15,-8 0 1 16,6-4-2-16,2 4-1 16,-8 0 2-16,-5 0-1 15,-6 0-1-15,1 0 0 16,-9 0-3-16,4 0 7 16,-1 0-4-16,0 0 0 15,1 0 0-15,-4 0 0 16,-7 0 0-16,2 0 0 15,-2 0 0-15,3 0 2 16,2 0-2-16,5 0 0 0,-2 0 1 16,-3 0-4-16,5 0 3 15,-8 7 0-15,9 0-1 16,4-4 1-16,1 1 0 16,-1-4 0-16,6 0 3 15,0 0-3-15,5 0 0 16,-5 0 0-16,0 0 0 15,-1 0 0-15,9 0 0 16,-8 0 0-16,5 2 2 16,-5 2-4-16,5-1 2 0,-5 4 0 15,-1-3-3-15,9 2 3 16,-8 0 0-16,-5-2 0 16,10-1 3-1,-6 1-2-15,12-1-1 0,7-3 0 16,3 0-3-1,2 0 6-15,11 0-3 0,0 0 0 16,0 0 2-16,0 0 18 16,6 0-16-16,12 0 0 15,-8 0 2-15,14 0-5 16,-8 0 9-16,13 0-10 16,5 0-6-16,6 0-5 0,17 0-126 15,-1 0-198-15</inkml:trace>
  <inkml:trace contextRef="#ctx0" brushRef="#br1" timeOffset="33287.71">24986 7520 208 0,'0'0'77'0,"0"0"-26"15,0 0 15-15,0 0-21 16,0 0-19-16,0 0-7 16,0 0-3-16,-55 18 11 15,55-18 15-15,-5 0 2 0,5 0 0 16,-8 0 0-16,8 0-9 15,-5 0-15-15,-1 0 0 16,6 0 1-16,-5 0-8 16,0 0 0-16,5 0-2 15,0 0-1-15,-5 0 10 16,5 0-1-16,0 0 6 16,0 0 9-16,0 0-4 0,0 0 14 15,0 0-8 1,0 0-22-16,0 0-3 15,0 0 2-15,15 0-9 16,9 0 9-16,5 0-10 16,5 0 5-16,16 5 0 0,0-5 3 15,3 0 2 1,7 0-8-16,-2 0-1 0,0 0-2 16,-3 0 0-16,-10 2-1 15,-6-2-1-15,9 5 1 16,-14-3 1-16,5 2-2 15,-4 3 0-15,4-3 1 16,-5-3 3-16,-8 6-2 16,9-7-2-16,-6 5 0 15,0-5-1-15,-1 0 2 0,-1 2-1 16,-4-2 0-16,1 4 0 16,-3 0 0-16,-2-1 0 15,2 2-6-15,-8 2 6 16,3 1-1-16,-11-1 0 15,3-1 1-15,-3 1-5 16,-5 3 3-16,0 0 0 16,0 0-3-16,0 3 5 15,0 3 0-15,0 1 3 0,0 7 6 16,-18-1-9-16,-17 0 8 16,-4 0-8-16,-1-3 0 15,1 0 3-15,0 0-2 16,-6-3-1-1,-8-1 1-15,9 4 2 16,-1-3-3-16,0-1 0 16,-2 4 3-16,2-1-6 15,6-1 5-15,-1 1-2 0,-5 3 1 16,-2 2 1-16,2-5-2 16,1 4 0-16,4 1 1 15,-4-1-3-15,-4 3 3 0,3-3-1 16,1 7 0-1,-1-6 1-15,-8 1-2 16,-2 3 1-16,3-1 0 16,-4-1-2-16,4 1 4 15,7-1-2-15,-5-6 0 16,3 0 2-16,2-1-4 0,0 5 2 16,1-1 0-16,-4-3-1 15,-2 10 2-15,0-7-1 16,-2 4 0-1,2-4-1-15,5-4 0 0,-2-1-1 16,-3-1-10-16,5 2 3 16,-2 4-5-16,2-3 10 15,0 1 4-15,1 3 0 16,-4-1-1-16,4-1 1 16,-1-4 0-16,5 5-1 15,1-6 1-15,0-1-1 16,4 1-3-16,1-4-21 15,0 0 8-15,0 1 9 16,5-1 5-16,8-3 2 16,-3-3 1-16,0 2 0 0,3-2 2 15,-2 0 1-15,-6 0-3 16,8-1 0-16,-8 1 0 16,0-1 0-16,0 5 0 15,3-5 0-15,-8 7 0 16,-9-6 3-16,12 6-4 15,-11 1 1-15,2-5 0 16,1 1-1-16,5 3 2 16,7-2-1-16,-1 2 0 15,-1 0 1-15,0-3-1 0,0 0 0 16,8-3 0 0,-8 3-1-16,0-1 2 15,8-2-1-15,-13 3 0 16,5 0 3-16,-6 0-3 0,-4 5 0 15,10-3-2-15,-10 1-1 16,4 4 4-16,-4 0-1 16,5-4 0-16,0 4 2 15,-6-5-2-15,11 1 0 16,-5-1 0-16,0-2-2 16,8 3 4-16,-9 0-2 15,6 4 0-15,-10 0 2 16,5-2-3-16,0-1 1 15,-1-5 0-15,12 2-2 16,7-4 5-16,5-4-3 16,-2 1 0-16,3 1 0 0,-1 3 1 15,-7 2-1-15,2 4 0 16,3-2-2-16,-3 5 3 16,-7-4-1-16,1 4 0 15,4-7 1-15,-3 3-1 16,-3 4 0-16,9-4 1 15,-9 0-3-15,13 0 4 16,-7-2-2-16,7-5 0 16,1 1 1-16,2-4-1 0,3 0 0 15,0-3 1-15,-1 0-3 16,6 0 3-16,-5 0-1 16,5 4 0-16,-5-4 2 15,5 3-2-15,-8-3 0 16,-3 3 0-16,1 4-1 15,-3-1 0 1,-3 1 1-16,5 0 0 0,-2 0 1 16,-3-1-2-16,6 1 1 15,-3-4 0-15,2 4 0 16,-5-4 0-16,3 4 0 0,3 3-1 16,-9-4 4-16,9 5-5 15,-6-5 2 1,3 4-1-16,2 0 0 15,1-4 2-15,5 1-1 16,-3-3 0-16,8 1 0 0,0-5 0 16,0 1 0-16,-6 5 0 15,6-6 0-15,-5 4 1 16,0 3 0-16,-6-1-1 16,4 6 0-16,-4-4-1 15,-5 2 1-15,11 1-1 16,-8-4-2-16,8-1 6 15,-1 0-2-15,1-1-1 16,0 1 0-16,-3 1 0 0,3-2 0 16,-6 2 1-16,6-1-3 15,-6 6 3-15,11-2-1 16,-13-2 0-16,8-1 1 16,0 5-3-16,-1-9 2 15,6 3 0-15,-5 3 0 16,-3 2 0-16,-2-6 1 15,5 7-1 1,-6-5 0-16,6-1 0 0,-8 1 0 16,13-2 1-16,-6 6-3 15,1-1 2-15,5-3 0 16,-5 3 0-16,0-3 1 16,-3 3-2-16,2 0 1 15,1-1 0-15,-5 2-1 0,4-4 2 16,-2-1-1-1,3 4 0-15,0-3 0 16,0-1 0-16,-1 1 0 0,1-1 0 16,0 5-1-16,5-5 2 15,-8 0-1-15,3 1 0 16,0-3 0-16,-1 2 0 16,1-3 0-16,5 4 0 15,-13 0-2-15,8-4 2 16,-1 4-1-16,-4-4 1 0,5 0 0 15,-1 1-1-15,-2-4-4 16,3 0 2-16,5 0 1 16,0 0 4-16,0 0 1 15,0 0-2-15,0 0 0 16,0 0 2-16,0 0-3 16,0 0 0-16,0 0 3 15,0 0-2 1,0 0 0-16,0 0 1 15,0 0-2-15,0 0 0 0,0 0-1 16,0 0 0-16,0 0-1 16,0 0 2-16,0 0 0 15,0-4 0-15,0 1 1 0,0 3-2 16,0-3 1-16,0 3 0 16,-5-3-1-16,5-1-2 15,0-3 2-15,0-3-1 16,0 1-4-16,0-2 3 15,0 5 2 1,0 0-2-16,0 2 3 0,0 1-5 16,0-1 3-16,0 1-1 15,-11 3-11-15,-2-3 4 16,8-1-8-16,0 4 17 16,-1-3 0-16,1 3 2 15,0-3 1-15,-3 3-2 16,-3 0 2-16,1-3-3 15,5 3 1-15,-8 0-2 16,7 0 1-16,-4 0 1 16,5 0 0-16,-1 0 0 15,6 0 1-15,0 0-2 16,0 0 1-16,0 0-1 16,0 0 1-16,0 0-2 15,0 0 2-15,-8 0 0 16,8 0 0-16,0 0 0 0,0 0 1 15,0 3 0-15,0 7 5 16,0 0-2-16,0-1 7 16,0 5-6-16,0-1-1 15,0 4 7-15,29-7-3 16,-5 0 3-16,5-7-5 16,-8-3-5-16,3 0 9 15,-1 0 0-15,-2 0-8 16,-2 0 5-16,-9 0 8 15,6-7-15-15,-3-2 0 16,-8-5-8-16,6 1-1 16,-11-4 1-16,0 1-12 15,0-4 6-15,0 0 4 0,-5 0-9 16,-19 0-9-16,8 7 19 16,6 3 1-16,-3 3 6 15,2 4 4-15,1 3 5 0,4-4-5 16,-2 4 1-16,3 0 6 15,0 0-1-15,0 0 14 16,-1 14-11 0,1 6-5-16,5-1 16 0,0 1-20 15,0-6-2-15,0-4-1 16,-8 0-65-16,-8 0-148 16</inkml:trace>
  <inkml:trace contextRef="#ctx0" brushRef="#br2" timeOffset="42277.6">20815 9811 38 0,'0'0'23'0,"0"0"-22"0,0 0 3 16,0 0-1-16,0 0 2 16,0 0 13-16,0 0 8 15,0 0 5 1,0 0 2-16,-5 0 7 16,5 0-4-16,-8 0 6 0,8 0 4 15,0 0-15 1,-5 0-12-16,5 0 8 0,-5 0-16 15,5 0-5-15,0 0 1 16,0 0-7-16,0 0 11 16,0 0 10-16,0 0-5 15,0 0 1-15,-6 0-5 0,6 0-4 16,0 0 0-16,0 0-7 16,0 0 3-16,-5 0-3 15,5 0-1-15,-5 0 1 16,-3 0 0-16,3 0-1 15,-1 0 1 1,1 0-1-16,5 0 0 16,-5 0 0-16,0 0 0 15,5 0 0-15,-6 0-9 0,6 0 0 16,0 0 5-16,0 0 2 16,0 0 2-16,0 0 1 15,0 0-1-15,0 0 6 16,0 0-2-16,0 0 4 0,0 0 6 15,0 0-3-15,0 0 2 16,0 0-1-16,0 0-6 16,0 0 9-16,0 0-9 15,0 0 1 1,0 0 8-16,0 0 7 16,0 0 10-16,0 0-3 0,0 0-5 15,0 0 4-15,0 0-12 16,0 0-6-16,0 0 2 15,0 0-8-15,0 0 2 16,0 0 5-16,0 0 8 16,0 0-7-16,0 0-6 0,11 0 0 15,-1 0 4 1,1 0-8-16,13-3 3 16,-1-7 0-16,6 0 3 15,3 0-1-15,10-3-6 0,-3 0-1 16,6-4 1-16,0 0-1 15,-1-2 0 1,4 2-1-16,-3-3-1 16,-1 4-1-16,-10 2 0 0,1 1 0 15,-6 6 2-15,5 0-2 16,0-3 3-16,11-3-1 16,-1-3 2-16,1-4-2 15,8-4 1-15,-9-4-2 16,1 5 1-16,-5 5-1 15,-6-1 2-15,0 8-1 0,5-2 3 16,14-9-2-16,2-1 1 16,24-3 0-1,13-8 2-15,5-3 0 16,16 1-4-16,-5 3 1 16,5-4 0-16,-10 5-3 15,-8 2 3-15,-3 0-1 0,-13 0 1 16,-6 3-3-16,-4 1 3 15,-1-1 0-15,-8 1 2 16,4-8-1-16,4 1-1 0,0 3-1 16,1-6 1-16,4 6-3 15,12 0 3 1,7-5 0-16,2 5-9 16,9-1-2-16,-14-4 4 15,3 2-1-15,-8-4 7 0,-5 4-4 16,3 0 5-16,-9 3 0 15,-12 0-4-15,7-3 2 16,1 3-1-16,-1 0 3 16,0-4-2-16,-4 4-5 15,-4-2 6-15,8-4-3 16,-4 0 1-16,-1 2 2 16,2-3-1-16,-1 8 0 15,4-1 1-15,0 1-6 16,-5 3 6-16,-2 3-1 15,2 0-2-15,0 0 3 16,-8-1-5-16,9 1 0 16,-15 3-2-16,4 4 2 15,-13-1 1-15,-1 0 4 16,-5 8 1-16,0-5 1 16,1 7-1-16,-1-2 0 0,0-1 2 15,-8-1 1-15,8-2-3 16,1 3 0-16,-1 1 2 15,0-5 1-15,-5 3 0 16,0 2 1-16,-8 3 10 16,-3-5-5-16,-2 5 12 0,-3-4-3 15,-8 3-6 1,6 4 7-16,-6 0-13 16,-5 3 0-16,6 0 5 15,-6 0-7-15,0 0 5 16,0 0 0-16,0 0-1 0,0 0 13 15,0 0-8-15,0 0-3 16,0 0 3-16,0-5-9 16,7 5 12-16,-1 0-7 15,-1 0-8-15,5 0 9 16,-4 0-9-16,2 0-1 16,-3 0 0-16,-5 0 2 15,0 0-2-15,0 0 0 16,0 0-3-16,0 0-7 15,0 0-14-15,0 0-39 0,0-2-6 16,0-5-26-16,0-3-62 16,0-1 18-16,0-1 11 15,0 1-57 1</inkml:trace>
  <inkml:trace contextRef="#ctx0" brushRef="#br2" timeOffset="43558.7">26320 7462 45 0,'0'0'137'0,"0"0"-84"15,0 0 6-15,0 0 13 16,0 0-12-16,0 0-21 0,-11-30-3 16,11 30-9-16,0-2 14 15,0 2-2 1,0 0 2-16,0 0-1 16,0 0-7-16,0 0-15 15,0 0-1-15,0 0-14 16,0 9 18-16,5 7-16 0,1 6 2 15,4 0 2-15,3 10 0 16,-2 10 13-16,-1 8 14 16,4-4-7-16,-4-2 6 15,-5-8-17-15,1-10 1 16,-1-5 1-16,0-8-14 16,-5-3 4-16,0-7-4 15,0-3-6-15,0 0 2 16,0 0-2-16,0 0-1 15,0 0 1-15,0 0-17 16,0 0 4-16,0 0-13 16,0 0-4-16,0 0-3 15,0-6 11-15,-5-11-12 16,0-3-8-16,-6-3-1 16,1 0-14-16,-4-1-2 0,-1-6-18 15,2 1 15-15,2-5-22 16,11 0-25-16,0 4 41 15,0 5 67-15,0 5 1 16,0 3 41-16,0 5 14 16,0 3 4-1,0 7-22-15,0-3 8 0,0-2-7 16,11 7 6-16,12-1 10 16,6 1-12-16,5 0 0 15,6 0 10-15,10 0-12 0,13 0-6 16,-5 0-1-16,7 0-22 15,9 0 1-15,-6 0-4 16,25 0 0-16,-9 0 7 16,0 0-11-16,3 0-3 15,-3-7 0-15,-5-1 2 16,-6 1-5-16,1 7 2 16,-6-2-1-16,-5 2 0 15,-18 0-1-15,-5 0 2 16,-6 0-1-16,-16 0 2 15,-2 0-2-15,-6 0 1 0,-10 0-1 16,0 0-4-16,0 0 5 16,0 0-2-16,0 0-1 15,0 0 5 1,0 0-2-16,0 0 2 16,0 0-2-16,0 0 1 15,0 2-1-15,0 14 1 0,0 3-1 16,0 6 4-16,0 10-2 15,0 1 11-15,0 6-2 16,0 3 4-16,0-9-2 16,0-3 6-16,0-3-1 15,0-10-12-15,0-7 4 16,0-3-8-16,0-6-2 16,0-4-1-16,0 0 1 15,-10 3 12-15,-19-3-7 16,-16 0-5-16,-10 0 0 0,-8 0-5 15,-11 0-3-15,-5 0 1 16,-7 0-2-16,2 3 7 16,-9 0-1-16,9 4 1 15,5 0-3-15,1-7-25 16,4 3 2-16,0-3 1 16,1 0 14-16,9 4-5 15,15-2 16-15,-4 9 2 16,13 2 2-16,-4 0-2 15,4 1 2-15,6 2-1 16,0-2-1-16,0 2 0 0,0-3 1 16,5-3 0-1,0 0-2-15,8 0-1 0,-3 0-3 16,8-1 3-16,3-8-4 16,8-1 4-16,5 0 1 15,0 0-3-15,0 0-1 16,0 0-9-16,0-6 14 15,0-8 4-15,5 4-1 16,13 0 3-16,-7 3-6 16,2 4 0-16,-2-3-1 0,4 2-2 15,9 1-11 1,5-7-39-16,-3 0-123 16,16-10-196-16</inkml:trace>
  <inkml:trace contextRef="#ctx0" brushRef="#br2" timeOffset="46391.68">27743 7626 12 0,'0'0'139'0,"0"0"-84"16,0 0-7-16,0 0 6 15,0 0-6 1,0 0-6-16,34-16-3 16,-29 16-4-16,-5-5 14 15,5 5 11-15,8 0-11 16,-7-2 10-16,-1 2-6 0,0 0-4 15,14 0-12-15,-4 0-19 16,14-5 4-16,11 3-11 16,-1-1-1-16,6-4-2 15,0 3-5-15,2 2 0 16,3-3 3-16,-5 3-2 16,2-3 4-16,-8 4 0 15,1-3-5-15,-6 4 2 16,5 0-5-16,6-3 0 15,13 3 8-15,-3-4 6 16,14 0 0-16,-11 4-9 0,7 0-3 16,-2 0 3-16,-5 0-1 15,-8 0-3-15,-5 0 0 16,-6-2 3 0,-10 2-3-16,5 0-1 0,-5 0 2 15,0 0-3-15,0 0 6 16,-8 0-4-16,-2 0-1 15,-4 0 0-15,-9 0 0 16,-1 0 1-16,3 0-1 16,-3 0-1-16,-5 0 0 0,5 2 0 15,-5 2-4-15,0 3-1 16,0-2 5 0,0 7 1-16,0 1 3 15,-5 4 6-15,-24 3-9 16,-5 0 1-16,0-1-1 15,-6 4 3-15,1 1-1 0,-6-4-2 16,-2 3 1-16,2 0-2 16,-5 0 3-16,-2 4-2 15,2-4 1-15,-8 1 2 16,8 2-3-16,0-3 0 16,-8 4 0-16,0 0 0 15,-2-1 2-15,-9 4-2 16,1-3 0-16,0 7 1 15,-6-4-2-15,6-5 1 16,-1 6 0-16,1-4-1 16,7 3 2-16,-2-4-1 0,8-3 0 15,-8 1 0-15,0-1 0 16,0 4 0 0,-6-1 0-16,9 1-1 15,-9-1-5-15,1 4-8 0,0-3 11 16,-11 3 3-16,0-4-1 15,5 1 1-15,-5 3-3 16,-8 1 2-16,-2-1 0 16,-8 1-2-16,7 4 3 15,4-3 0-15,1 6-2 0,6-8 2 16,6 3-1 0,10-7 0-16,0 4-10 15,7-7 2-15,-1 4 5 16,1 0-4-16,-12-4 5 0,5 3-15 15,-11-5-7-15,1 2 17 16,-1 0-21-16,-5 0 23 16,11 0 5-16,-1-3 1 15,6 0 0-15,8 0 0 16,-3 0 0-16,8-1 0 16,-3-1 3-16,3 1-3 0,1 3 0 15,-9 1 1 1,2 2-2-16,-7-2 1 15,-5 6 0-15,-11-8-2 16,5 7 5-16,-4-5-3 0,4 4 0 16,5-4 2-16,6-3-1 15,13 0-1-15,3 0 0 16,8-4 0 0,10-2 3-16,2 2-3 15,4-2 0-15,-1-5 0 16,3 5 0-16,-3-1 0 0,3 0 0 15,-2 4-2-15,-6-4 4 16,-5 4-2-16,-1 2 0 16,-4 2 3-16,-6-1-3 15,-5-1 0-15,-2 2 0 16,-4-2-1-16,4 1 3 16,2 3-2-16,10-6 0 15,1 0 1-15,10 0 0 16,0-8-1-16,13 0 0 0,3-3 0 15,3-5 1-15,-1 4-1 16,6-3 0-16,-8 3 1 16,2-5 0-16,1 2-1 15,-4 7 0-15,-1-8 4 16,-4 10-3-16,4-4-1 16,-4 3 2-16,-2-9-1 15,8 6 2-15,-8 0-1 16,-3-2-2-16,8 2 2 15,3-4 1-15,3-3-2 16,10 1-1-16,0-1 3 16,-5 0-2-16,5 0-1 0,-11 5 0 15,6-3-1 1,-8 5 2-16,2-2-1 16,1-1 0-16,-4-2 0 15,4 2 0-15,-1-4 0 0,11 1 0 16,-8 4-1-1,-2-5 2-15,10 2-1 0,-11 3 0 16,6 2 1-16,-8-4-2 16,2 0 1-16,6 4 0 15,-5-4 0-15,-3 4 0 16,7-3 0-16,-4-4 0 16,5 0 2-16,5 0-1 15,-6 2-1-15,6-2 0 16,-13 0 0-16,3 4 1 0,-1-1-1 15,-2 0 0-15,2 4 0 16,-12-5-2 0,12 6 2-16,1-5 0 15,-3-3-1-15,2 4 3 0,6-1-2 16,-6 0 0-16,-2-3 1 16,8 4-2-16,-6-4 1 15,6 3 0-15,0 1 0 16,-3-4 1-16,3 0-1 15,-6 0 0-15,6 3 0 16,0-3 1-16,-3 0-1 16,8 3 0-16,0-3-2 15,-6 0 3-15,6 3-1 16,-5-3 0-16,0 3 3 16,-6 1-5-16,6-4 2 0,-8 7 0 15,2-4-1-15,1 1 2 16,-8 2-1-16,12-3 0 15,-4 0 0-15,2 1 0 16,3-1 0-16,-1-3 0 16,1 4 0-16,0-4 2 15,-6 3-2-15,-2-3 0 16,3 3 0-16,-1 0-2 16,11-3 2-16,-8 0 0 15,8 0 0-15,-5 0 2 16,0 0-2-16,5 0 0 0,0 4 0 15,0-4-2-15,0 0 2 16,-6 0 0-16,1 0 0 16,0 0 3-16,0 0-3 15,5 0 2-15,0 0 7 16,0 0 4-16,0 0-8 16,0 0 0-16,0 0 6 15,0 0-4-15,0 0 7 16,0 0-1-16,0 0-6 15,0 0 3-15,0 0-10 0,0 0 0 16,0 0 1-16,0 0 2 16,0 0-3-1,0 0 0-15,0 0 1 16,0 0 1-16,0 0-2 16,-8 0 1-16,8 0 3 15,0 0-2-15,0 3-2 16,0 4 1-16,0 0 0 0,0 2 12 15,0 5 8-15,0-1-8 16,8-3 11-16,18 0-1 16,3 0 1-16,10-7-6 15,-4-3 1-15,9 0-7 0,-4 0-5 16,-6 0-7 0,0 0 5-16,-10-10-5 15,-8 0-12-15,2-3-10 16,-13-4-6-16,-5 4 11 15,0-4-5-15,0 4 8 0,0 0 10 16,-16-1-19-16,-2 5 23 16,-6 2 5-16,-2 0-3 15,-3 4 3-15,5 0-3 16,3 0 0-16,16 3 1 16,-8 0-2-16,13 0 4 15,0 0 3-15,0 0-1 16,0 0 0-16,0 0-6 0,0 6 0 15,0 0 7-15,0 1-8 16,0-3-24-16,0 5-81 16,-11 5-121-16</inkml:trace>
  <inkml:trace contextRef="#ctx0" brushRef="#br2" timeOffset="52205.59">18604 9831 186 0,'0'0'45'0,"0"0"-13"16,0 0-10-16,0 0-7 16,0 0-3-16,0 0-10 15,0 0-1-15,0 0 3 16,0 0-2-16,0 0 17 15,0 0 10-15,0 0 4 16,0 0 5-16,0 0-6 16,-6 0-3-16,6 0 5 15,0 0-14-15,-5 0-9 16,5 0-8-16,-5 0-3 16,5 0 5-16,0 0-5 15,0 0 1-15,0 0 5 0,0 0-5 16,0 0 12-16,0 0 1 15,0 0-10-15,0 0 0 16,0 0-4-16,0 0 0 16,-8 0 3-16,8 0-2 15,0 0 2-15,0 0 10 16,0 0 5-16,0 0 4 16,0 0-13-16,0 0-6 15,0 0-2-15,0 0 3 16,0 0-4-16,0 0 0 15,0 0 1-15,0 0 4 16,0 0 3-16,0 0 6 16,0 0 5-16,0 0-7 15,0 0 2-15,0 0-4 0,0 0-4 16,0 0 5-16,0 0-5 16,0 0 3-1,0 0 1-15,0 0-5 16,0 0 7-16,0 0 2 15,0 0-1-15,0 0 10 0,0 0-8 16,0 0 1-16,0 0 0 0,0 0-7 16,0 0 6-16,0 0-8 15,0 0-7 1,0 0 8-16,-5 0-6 16,5 0 3-16,0 0 3 15,0 0-5-15,-6 0 5 16,-4 0-2-16,-3 0-5 15,-3 0 2-15,-8 0-2 16,3 0-1-16,-8 0 1 16,0 0 2-16,0 0-3 15,3 0 0-15,-8 0 0 0,0 0 4 16,0 0-3-16,-11 0 0 16,3 0 2-16,2-3-1 15,-4-4-1-15,-1 0-1 16,0 1 3-16,-2-4 0 15,2 3 0-15,0 0 8 16,1 1 0-16,-4-1-6 16,4 1 4-16,4-1-5 15,1 4 0-15,-1-4 4 0,6 4-6 16,-11-4 0 0,11 4-1-16,-5-3 3 0,5 2-2 15,5 1-2-15,5-1 1 16,-2 1 3-16,-3 0-3 15,0 3-1-15,0-4 9 16,-5 4-6-16,0 0-1 16,7 0-2-16,-2 0 0 15,0 0 6-15,6 0-4 16,-4 0 2-16,4 0 1 0,-1 0-4 16,3 0 0-1,-3 0 0-15,9 0 1 0,-9 0 1 16,13 0-2-16,-7 0 0 15,8 0 6-15,-1 0-6 16,-2 0 5-16,-3 0-6 16,6 0 2-16,-9 0 1 15,3 0-2-15,3 0 0 16,3 0-1-16,4 0 4 16,6 0-1-16,-5 0-2 15,0 4-1-15,-8-4 8 16,2 3-7-16,-7 0 0 15,2 1-1-15,0-1 2 16,-7 3-2-16,4-2 0 16,9-1 0-16,-6-3 2 0,3 0-1 15,2 4-1-15,1-1 4 16,-3 0-3-16,2 1 1 16,6-4-2-16,0 0 0 15,5 0 1-15,0 0 0 16,0 0 4-1,0 0 5-15,0 0-3 0,0 0 4 16,0 0-3-16,0 0-6 0,0 0 8 16,0 0-8-16,0 0 0 15,0 0-2-15,0 0 4 16,0 0-10-16,0 0 0 16,0 0-24-1,10-4-60-15,-5-15-65 16,-5-8-381-16</inkml:trace>
  <inkml:trace contextRef="#ctx0" brushRef="#br2" timeOffset="52938.92">16794 9755 160 0,'0'0'12'0,"0"0"10"0,0 0 16 16,0 0 5-16,0 0 1 15,0 0-8-15,0 0-13 16,0 0 13-1,0 0-1-15,0 0-3 0,0 0 0 16,0 0 4-16,0 0 2 16,0 0-10-16,-10 0-11 15,4 0 4-15,1 0-3 16,5 0-3-16,-5 3 6 16,5 0-5-16,0 4 10 15,-8 0-8-15,3 0-6 16,5 2-3-16,-5 1-2 15,5 3-2-15,0 1-1 16,-6 2-3-16,6 5 3 16,0 8-2-16,0 11 3 15,0 6 9-15,0 19 3 0,11 5 8 16,18-4 20-16,-6 0-24 16,4-15 0-1,-4-9 12-15,-4-5-6 16,-3-7-8-16,-11-7-11 15,5-3 6-15,-2-10-2 0,-3-7-10 16,1 0 3-16,-1-3-2 0,-5 0-2 16,0 0 5-16,0 0-6 15,0 0 0-15,5 0 0 16,-5 0-6-16,0 0-31 16,0-6-101-1,0-18-52-15,0-2-372 16</inkml:trace>
  <inkml:trace contextRef="#ctx0" brushRef="#br2" timeOffset="54040.14">16647 10572 245 0,'0'0'89'0,"0"0"-34"15,0 0 12-15,0 0 9 16,0 0 13-16,0 0-6 15,0 0-24-15,0 0-16 16,0 0 1-16,0 0-6 16,0 0-4-16,5 0-7 15,-5 0-15-15,13 0-2 16,-7 0-3-16,-6 0-6 0,10 0 5 16,9 0-5-16,2 0 2 15,13 0 12-15,10-6-13 16,4 0 9-1,-3-1-7-15,4 0-1 0,-9 4-2 16,2-4-1-16,3 1 0 0,-6-1-3 16,1 1 5-16,-1-1-2 15,1 0 0 1,-6 0 2-16,0 1-3 16,-5-1 1-16,0 1-3 15,-8-1-1-15,-8 0-2 16,-3 4 1-16,-10 0 3 15,6 3-2-15,-1 0-1 16,-5 0 4-16,0 0 1 0,0 0-1 16,0 0 5-1,0 0-5-15,0 0 1 0,0 0-3 16,0 0 1-16,0 0-1 16,0 0 0-16,0 0 2 15,0 0-4-15,0 0 5 16,0 0 1-16,0 0 9 15,0 0-4-15,0 0-6 16,0 0 0-16,0 0 0 16,0 0 4-16,0 0-4 15,0 0 0-15,0 0 3 16,0 0-1-16,0 0-2 16,0 0 1-16,0 0 2 15,0 0 2-15,0 0-5 16,0 0 0-16,0 0 3 0,0 0-4 15,0 0 1-15,0 0 0 16,0 0-1-16,0 0-2 16,-5 0-2-16,-1 0-17 15,1 0-31-15,-8 0-17 16,-3 0-53-16,-13 0-124 16</inkml:trace>
  <inkml:trace contextRef="#ctx0" brushRef="#br2" timeOffset="54763">16813 10833 230 0,'0'0'103'16,"0"0"-53"-16,0 0 8 15,0 0 14-15,0 0 0 16,0 0-4-16,0-10 2 0,0 10-8 16,0-3-7-16,0 3-13 15,0 0 4-15,0 0 5 16,0 0-18 0,0 0-11-16,0-4-1 0,0 2 2 15,5-2-8-15,11-1-12 16,7 3-2-16,12-1-1 15,4-1 4-15,11 1 8 16,-3 0-9-16,-7 0-1 16,-6-2-3-16,0 3 2 15,-8 2-1-15,3-5 0 0,-5 5-2 16,-8 0 2 0,-3 0 0-16,-8 0 1 15,-5 0-3-15,0 0 0 16,0 0 2-16,0 0-4 0,0 0-1 15,0 0 3-15,0 0-5 16,0 0-24-16,0 0-38 16,0 0-60-16,-5 0-115 15,-35 0-103-15</inkml:trace>
  <inkml:trace contextRef="#ctx0" brushRef="#br2" timeOffset="55591.88">16460 11165 235 0,'0'0'29'0,"0"0"9"0,0 0 26 15,0 0-3-15,0 0-16 16,0 0-2-16,-5 6 21 16,5-6-12-16,0 0 5 15,-5 0-5-15,5 0-13 16,0 0-7-16,0 0-12 15,-6 4-8-15,6-4 6 16,0 0-8-16,0 0-3 16,-5 0 1-16,5 0-5 15,0 0 4-15,0 3 4 16,0-3-2-16,0 0 13 16,0 4-9-16,0-4 3 15,0 0 6-15,0 0-5 16,0 0 8-16,0 0 1 0,0 0-13 15,0 0 6-15,0 0-7 16,16 0-10-16,13 0 7 16,10 0 2-16,11 0-11 15,8 0 13-15,-3-4-10 16,3-3 9-16,-8 5-10 16,8-2-2-16,-8 3 0 15,3 1 2-15,-9-6-2 16,-4 6 0-16,-1 0 0 0,6 0 3 15,-11 0-3 1,6 0 0-16,-6 0 2 16,-5 0-2-16,-6 0 0 15,6 0-2-15,-8 0 7 0,8 0-7 16,-5 0 2-16,8 0 0 16,-9 0-3-1,17 0 3-15,-6 0 0 16,0 0 0-16,-10 0 2 0,-3 0-5 15,-8 0 3-15,-3 0 0 16,-10 0-1-16,0 0-2 16,0 0 2-16,0 0-1 15,0 0-6-15,0 0 5 16,0 0-15-16,0 0 2 16,-5 0-1-16,-19 0-17 15,3 0-13-15,-21 0-76 16,-2 0-92-16,-6 0-143 15</inkml:trace>
  <inkml:trace contextRef="#ctx0" brushRef="#br3" timeOffset="128013.53">16784 11671 342 0,'0'0'98'0,"0"0"-50"16,0 0 37-1,0 0-5-15,0 0-26 16,0 0-6-16,0 0 2 16,0 0-5-16,0 0-6 0,0 0-7 15,0 0-5-15,0 0-7 16,0 0-9-16,0 0-4 16,0 0 3-16,0 0-5 15,0 0 4-15,0 0 7 16,0 0-10-16,0 0 8 15,0 0-6-15,0 0-1 16,0 0 11-16,0 0-14 16,0 0-2-16,10 0-2 15,19 0-11-15,11-13 11 0,12-1 2 16,-2 4 4 0,8-3-6-16,-8 6 1 15,0 1 1-15,3 2-2 16,-9 2-1-16,1 2 0 0,-6 0 0 15,-4 0-2-15,-1 0-1 16,-11 0 7-16,-1 0-6 16,-9 0 6-16,-3 0-3 15,1 0 5-15,-11 0-5 16,8 0 0-16,-8 0-2 16,0 0 4-16,0 0 0 15,0 0-2-15,0 0 1 16,0 0-4-16,0 0 1 15,0 0-1-15,0 0-2 16,0 0-26-16,-19 0-82 0,-10 0-24 16,-5 0-120-16,-5 0-59 15</inkml:trace>
  <inkml:trace contextRef="#ctx0" brushRef="#br3" timeOffset="129929.53">17097 11602 207 0,'0'0'59'15,"0"0"-21"-15,0 0 28 0,0 0-12 16,0 0-17-16,0 0 3 16,-8-4-5-16,8 4 1 15,0 0-1 1,0 0 4-16,0 0-3 15,0 0-18-15,0 0-4 0,0 0 6 16,0 0-7-16,0 0-4 16,0 20 24-16,0 10-17 15,0 3-1-15,13 0 1 16,-8 4-9-16,6-2 4 16,2 2 3-16,-8 3-3 15,0 8 0-15,-5 0-8 0,0 10-3 16,0-1 3-1,0-7-1-15,0-3-2 16,0-11 0-16,0-3 3 16,0-7-3-16,0 4 0 15,0 0 0-15,0-3 0 0,0 6 0 16,0-3 0-16,0-3 0 16,0-1 4-16,0-3-6 15,0-3 2-15,0 1 0 16,0-9-3-16,0 1 5 15,0 3-2-15,0-4 0 16,0 6 0-16,0-6 0 16,0 6 3-16,0-4-3 15,0 4 0-15,0-6 1 0,0-3-2 16,0-4 1-16,0-1 0 16,6-4 0-16,-6 3 0 15,0-3 0-15,0 7 3 16,0 0-2-1,0-1-1-15,0 4 2 16,0-3-1-16,0-3 0 0,0-1 2 16,0 0-3-16,0-3 1 15,0 0 0-15,0 0-1 16,0 0 3-16,5 0-3 16,-5 0-1-16,5 0 0 0,0 3-11 15,3-3 11-15,3 0-7 16,-6 0 8-1,6 0 0-15,2 0 1 16,3 0 5-16,2 0-4 0,3 0 11 16,8-3-9-16,0-3 0 15,-8-1-2-15,13 3-2 16,-5-3 5-16,0 4-7 16,5-3 2-16,-13 3 0 15,8-1 2 1,-11 4-1-16,-2-5 0 0,8 5-1 15,-8 0 0-15,13 0-2 16,-6 0 2-16,-2 0 0 16,8 0 0-16,0 0 2 15,5 0-2-15,1 0 1 16,-1 0 1-16,0 0-2 0,-8 0 0 16,8 0 0-16,-5 0-2 15,-5 0 0 1,-3 0 2-16,3 0 0 0,-8 0-1 15,2 0 1 1,6 0 0-16,-3 0 0 16,2 0-3-16,-2 0 4 0,8 0-1 15,-5 0 0-15,5 0 0 0,-3 0 0 16,-2 0-1-16,0 0 1 16,-9 0 0-16,4 0-1 15,-4 0 1-15,1 0 0 16,-3 0 4-1,-2 0-4-15,7 0 0 16,-2 0 0-16,-5 0-2 16,7-2 6-16,-2-5-3 15,2 5-1-15,3-5 1 0,-2 0-3 16,-9 0 2 0,9 1 0-16,-9 0-2 15,1 2 3-15,2-1-1 0,-8 5 0 16,6-2 1-16,-6-3 0 15,5 3-1-15,-2-3 0 16,3 5-2-16,-1-4 3 16,-4 4-1-16,7-3 0 15,-13 3 1-15,10 0-2 16,-10 0 1-16,11 0-5 16,-3 0 4-16,2 0 1 15,-5 0 0-15,1 0 5 0,-1-4-5 16,0-1 3-16,8 3-3 15,-13-3 0 1,6 5-1-16,-6-2 2 0,0 2 0 16,0 0-1-16,0-4-4 15,0-1-6-15,0-7-8 16,0 5 11-16,0-4-3 16,0-1-2-16,0 6 6 0,0-2 1 15,0 3 1-15,0-1 3 16,-6 0-3-16,1 1-2 15,-8 4 6 1,8-8-3-16,-6 6 1 0,6-1 2 16,0 4 4-16,-3 0-1 15,8 0-2-15,-6 0-1 16,-4 0 6-16,5 0-5 16,-8 0 1-16,2 0 3 15,1 7-5-15,4 2 7 16,-2-3-1-16,3 0 1 15,0 5 2-15,5-4 1 16,0 0 5-16,0 9-2 16,0-8-10-16,0 5 5 15,0-3 0-15,0 1-8 16,0 0 4-16,0-2 0 0,0 1 12 16,0 4 6-1,0-8-15-15,0 4 3 0,5-3-10 16,8-7 2-16,-7 4-2 15,9-4 3-15,-9 0-2 16,7 0 14-16,2 0-1 16,-1 0-8-16,-4-11-5 15,1-2 0-15,-1-2-1 16,-10 1-10-16,0-2 5 16,0 2-7-16,0-4-15 15,0 2 12-15,0 2-8 16,-10 2 2-16,-1 3 19 15,1 7-5-15,-9 2 7 0,3 0 7 16,-7 0-7-16,-1 0 0 16,3 0-2-16,-3 6-2 15,9 6 4-15,1-5-3 16,-1 5-13-16,4-1-47 16,-7-10-235-16</inkml:trace>
  <inkml:trace contextRef="#ctx0" brushRef="#br3" timeOffset="134931.47">18648 11602 86 0,'0'0'65'15,"0"0"-30"-15,0 0 12 16,0 0 1-16,0 0-5 0,0 0 2 16,0 0 6-16,0-7-10 15,0 3 1-15,0 4 6 16,0 0-11-16,0 0 9 15,0 0-5-15,0 0-1 16,0 0-3-16,0 0-8 16,0 0 0-16,0 0-1 15,0 0-10-15,0 0-8 16,0 0 1-16,0 0-6 16,0-7 3-16,19 1-8 15,-4-4 19-15,9 0-19 0,10-3 1 16,6-1-1-1,-6-2 0-15,5-1 5 16,-4 1-5-16,-1 0 1 16,0 2-4-16,0 1 3 0,0-1-1 15,-2 2-2-15,10-4 3 16,-10 2-2-16,2-2 2 16,8 8-4-16,-11-7 4 15,-2 6 0-15,6 0 0 16,-7-5 0-16,-4 3 0 15,2 1 0-15,3 3-1 16,0 0 2-16,0 0-1 16,-3-11 0-16,17 4 2 15,-4 0 0-15,0-2 1 16,-4 6-2-16,-1 0-2 0,0-3-2 16,5 3 3-16,1-3 1 15,-6 3-1-15,-8 3 3 16,-2 0-3-1,-13 4 0-15,7 0-1 16,-2-1 3-16,-3 1-2 0,-3 3 0 16,-4-3 0-16,-1 3 1 15,8 0-1-15,3 0-2 16,8-3 1-16,10-1 2 16,5-2 1-16,6-1-2 15,5-3 3-15,-3 3-3 16,3-3 0-16,0 4 0 15,-2-1 0-15,-4 0 0 16,-4 1 0-16,-11 0 0 0,5-1 2 16,-13 3-3-16,8 1 2 15,0 0-1-15,-8-4 1 16,8 4 0-16,5 0-1 16,-5-4 2-16,5-3 1 15,0 6 1-15,-5-2-4 16,-3 3 0-16,3-4-1 15,-5 0 3-15,-3 4-2 16,-3-1 0-16,-7 2 2 16,-1 2-2-16,4-4 0 15,1 1 0-15,4-1 0 16,-9 1 1-16,9 3-1 0,-3-3 0 16,-1-1 2-16,4 1-1 15,15-3-1-15,-5 2 0 16,16-3 6-16,-1 4-5 15,1-4 1-15,-11 5-2 16,0-2 2 0,-10 1-2-16,-13-1 0 0,7 1 0 0,-13 3 0 31,0-4 2-31,1 4-1 0,-6 0 2 16,5-3-2-16,8 3 4 15,-8 0-5-15,6-3 0 16,-1 3 0-16,4 0 2 15,1 0-2-15,-4-3 0 16,7 0 2-16,-2 3 1 16,2-4-3-16,-7 1 0 15,-1 3 1-15,4-4 1 16,-4 1-2-16,9 0 0 0,-9-1 1 16,1 1 2-16,-1 0-3 15,9 0 2-15,-4-1 5 16,-2-3-7-1,3 4 8-15,-3 0-8 0,-7-1 1 16,-1 4 1-16,5-2 0 16,1-2-2-16,-3 4 0 15,2-5 0-15,-4 5 0 16,4-2 1-16,3-1-1 16,-2-1 2-16,-6 1-2 0,6 3-1 15,2 0-1 1,-8-3 4-16,0 3-2 0,1-3 0 15,-6 3 0-15,5 0 0 16,-5 0 0-16,8 0 0 16,-8 0 0-16,0-5 4 15,0 5-4-15,0 0 0 16,5 0 1-16,-5 0-2 16,0 0 1-16,0-2 0 15,0 2 2-15,0 0-2 16,5 0 2-16,-5 0 1 15,5 0-3-15,-5 0 5 16,0-5-4-16,0 5-1 16,0-2 2-16,6 2-1 0,-1 0-1 15,-5 0 1-15,0 0 1 16,0 0-1-16,0 0-1 16,0 0 0-16,0 0-1 15,0 0 0-15,0 0 1 16,0 0 3-16,0 0-1 15,0 0 8-15,0 0-10 16,0 0 0-16,0 0 6 16,0 0-5-16,0 0 0 15,0 0 0-15,0 0 0 16,0 0 0-16,0 0-1 16,0 0 0-16,0 0 0 0,0 0 1 15,0 0 0-15,0 0-1 16,0 0 1-1,0 0-2-15,0 0 1 16,0 0 0-16,0 0-2 16,0 0 2-16,0 0 0 0,0 0 2 15,0 0-1-15,0 0-2 16,0 0 1-16,0 0 0 0,0 0 0 16,0 0 1-16,0 0-1 15,0 0 0-15,0 0 2 16,0 0-2-16,0 0 0 15,0 0 0 1,0 0 0-16,0 0 1 16,0 0-1-16,0 0 0 15,0-3 0-15,0 3-3 16,0 0 3-16,5 0 0 0,3 0-1 16,-8 0 2-16,5 0-1 15,-5-3 3-15,0 3-2 16,6-4-1-16,-6 4 0 0,0 0 0 15,5 0 0 1,-5 0 1-16,10-2 0 16,-10-2-1-16,14 4 0 15,-14-5 1-15,5 3-1 16,5 2 0-16,-10-5-1 16,14 3 2-16,-4 2-1 0,-5-5 0 15,1 5 1-15,-6-4-1 16,5 4 0-16,0-7 0 15,8 2 0-15,-2 3 0 16,7-5 1 0,-7 2 0-16,-6 4 0 15,0-2 0-15,0 0-1 0,1-1 0 16,2-3-1-16,2-4 1 16,-5 6 0-16,6-2 1 15,2 0 1-15,-2 1-3 16,-1 0 1-16,-5-3 0 0,3 2 1 15,3 1-1-15,-6 5 0 16,0-5 2-16,1 5-1 16,1-8 0-16,-1 1-1 15,9 2 0-15,-9-6 1 16,7 1 0-16,-8 5-1 16,0 0 0-16,1 2 2 15,-6-3-2-15,5 4 0 16,8 0 0-16,-8-4-2 15,1 6 1-15,-6-8 1 0,0 0 0 16,0 5 2 0,5-3 3-16,0 1-3 15,0 2-2-15,3 1 4 0,-8 0-3 16,5 3-1-16,-5-3 1 16,0-1 0-16,6 1-2 15,-6-4 1-15,5 4 0 16,0-1-1-1,-5 1 2-15,11 0-1 16,-11 0 0-16,8-1 0 16,-8-2-1-16,5 2 1 0,0 1-1 15,6-3 0-15,-6-1 0 16,8 0-1-16,-8 0 2 16,1 4-4-16,-1 0 4 0,-5 0 0 15,5 3 0-15,-5-4-1 16,8 4 1-16,3-7 0 15,-1 4 0-15,1-4 1 16,2 1-1 0,-8 3 0-16,0-1 1 0,6-2-3 15,-3 2 2 1,-8 1 0-16,10 0 0 0,-5 0 0 16,1 3 0-16,-1-4 0 15,0 1-3-15,8-1 2 16,-7 1-4-16,-1 3 5 15,-5 0 3-15,5-3-3 16,-5-1 0-16,5 1 0 16,-5 0 1-16,8 3 1 15,-2 0-2-15,-1-3 0 0,-5 3 0 16,5-4 2-16,-5 4-2 16,5-3 0-16,-5 3 0 15,0 0 0-15,0 0 0 16,0-4 1-16,6 4-2 15,-6-3 0-15,5 3 1 16,-5-3 0-16,0-1 0 16,0 4-2-16,0 0 1 15,0 0-6-15,0 0 2 16,0 0 2-16,0 0 3 16,0 0-3-16,0 0 0 15,0 0 3-15,0 0 2 16,0 0 2-16,0 0-4 0,0 0 2 15,0 0-2 1,0 0 8-16,0 0-7 16,0 0 1-16,0 0-2 15,0 0 0-15,0 0 0 16,0 0 2-16,0 0-2 0,0 0 0 16,0 0 3-16,0 0-3 15,0 0 0-15,0 0 2 16,0 0-2-16,0 0 3 15,0 0-3-15,0 0 0 0,0 0 0 16,0 0 0 0,0 0 0-16,0 0 0 15,0 0 5-15,0 0-3 16,0 0-1-16,0 0-1 0,0 0 1 16,0 0 1-16,0 0-2 15,0 0-1 1,0 0 0-16,0 0 0 15,8 0 1-15,-8 0 0 0,0 0 1 16,0 0-1-16,0 0 0 16,5-2 0-16,0 2-3 15,1-4 1-15,-1-3 2 16,13 4 1-16,-2-4 3 16,2 4-4-16,-2-3 0 15,-5 2 1-15,7 1-1 16,-2-1 0-16,-3 1-1 15,-2 3 0-15,-1-7-5 16,3 5 6-16,-2-5 4 16,-6 0-4-16,6 3 4 0,2 1-3 15,-8 0 1-15,5 0-2 16,-10 0 2-16,6-1 0 16,-6 1-2-16,0 3 0 15,5 0 0-15,-5-4 0 16,0 1 0-16,0 3-1 15,0-3-1-15,0 3 2 16,0 0-4-16,0 0 0 16,0 0 4-16,0-4 1 15,0 4 3-15,0-3-4 16,-5 3 0-16,-11-3-2 0,-8 3 1 16,9-5 1-16,-4 5-1 15,3 0 1-15,-2 0 0 16,2 0 0-16,-8 0 0 15,9 0-5 1,-9 0 5-16,8 0-1 16,-7 0 1-16,7 0-2 15,-8 5 2-15,14 1 0 0,-9 1 0 16,3 0-2-16,3 3 2 16,-3-4 0-16,6-3 0 0,5 4 0 15,-8-3 0-15,7 3 0 16,1-5 2-16,5 5-4 15,0-4 2-15,0 1 0 16,0-1-1 0,0 1 2-16,0 2 0 15,5-3 0-15,19 1 1 16,-3-4 1-16,8 0 8 0,-11 0-9 16,9 0 6-16,-4 0-8 15,-12 0-5-15,2-10-2 16,-8 3-11-16,-5-3 4 15,0 3-11-15,0 1 11 0,-29-1 14 16,6 4 3 0,-4-1-1-16,-2 4-1 15,-10 0 1-15,-8 0-4 16,-3 0-2-16,-24 30-12 16,-5 4-166-16,-18 2-547 15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46 156 7684,'0'0'3924,"1"-6"-2976,0 4-231,1 6-258,18 69 803,15 118-1,-6 84 892,-15-126-1352,-13-145-760,-1 5 87,1 0 0,0-1 1,1 1-1,0-1 0,0 0 0,1 0 1,5 13-1,-8-20 261,-1-29-476,-3 1-1,0 0 0,-1 0 1,-17-46-1,-1-9-439,7 11-8,-52-184-2417,62 237 2794,1-1 0,1 0 1,0-1-1,1 1 0,1 0 0,1-1 1,3-38-1,-1 53 159,0 0 1,0 0-1,0 0 0,1 0 1,0 0-1,0 0 1,0 0-1,0 1 0,1-1 1,-1 1-1,1-1 1,1 1-1,3-4 0,-1 3 12,0-1 1,0 1-1,0 1 0,1-1 0,0 1 0,0 0 0,13-5 0,-1 2 25,1 2-1,0 0 1,0 1-1,1 1 1,34-1-1,-44 3-19,22 0 36,0 1 0,48 6 1,-70-5-14,-1 1 0,1 1 1,-1 0-1,0 1 1,1 0-1,-2 0 1,1 1-1,0 0 1,-1 1-1,0 0 1,12 11-1,-10-6 64,0 1 0,-1 0 1,0 0-1,-1 1 0,0 0 0,-1 1 0,-1 0 1,0 0-1,-1 1 0,-1-1 0,8 30 0,-6-5 249,-1 1-1,-1 0 1,-2 59-1,-3-89-280,-1 0 1,0 0-1,0 0 0,-1-1 1,0 1-1,0 0 0,-1-1 1,-8 17-1,4-13-13,-1 0 0,0-1-1,-1 0 1,-1-1 0,-14 15 0,7-10-22,0 0 1,-1-2-1,0 0 0,-30 16 1,34-23-42,1 0 1,-1-1 0,1-1 0,-2 0-1,1-1 1,0 0 0,-30 2-1,35-5-34,1 0-1,-1-1 1,1 0-1,-1-1 1,0 0-1,-13-3 1,19 3-19,1 0 0,-1 0 0,1 0 1,0-1-1,0 1 0,-1-1 0,1 1 1,0-1-1,0 0 0,1 0 0,-1 0 0,0 0 1,1 0-1,-1 0 0,1 0 0,0-1 1,-1 1-1,1-1 0,0 1 0,0 0 1,1-1-1,-1 0 0,0 1 0,1-1 0,0-2 1,-2-4-230,1 0 0,0 1-1,1-1 1,0 0 0,2-9 0,-2 16 265,0 0 0,1-1 0,-1 1 0,1 0 0,0 0 0,0 0 0,-1 0-1,2-1 1,-1 1 0,0 0 0,0 1 0,1-1 0,-1 0 0,1 0 0,-1 1 0,1-1-1,0 0 1,-1 1 0,1 0 0,0-1 0,0 1 0,0 0 0,3-1 0,7-1 68,1 0 1,0 1 0,-1 0 0,1 1 0,0 0-1,18 2 1,-7 0 26,-15-1-17,1 1 0,0 1 0,-1 0 0,1 0 0,-1 1 0,0 0 0,0 1 0,0 0 0,0 0 0,-1 1 0,1 0 0,-1 1 0,12 10 0,9 10 334,-2 0 0,26 35 0,-51-59-371,16 19 362,-2 1-1,28 46 1,-38-58-304,-1 1 1,-1 0-1,1 0 1,-2 1-1,1-1 0,-2 1 1,1 0-1,-2-1 1,1 15-1,-2-25-287,-5-1-591,4 0 673,0 1 0,0-1 0,0 0 0,0 0 0,0 0 0,0 0 0,0 0-1,0 0 1,0 0 0,1 0 0,-1 0 0,0-1 0,0 1 0,0 0 0,0-1 0,0 1 0,0 0 0,0-1 0,1 1 0,-1-1 0,0 1 0,-1-2 0,-5-22-3342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8020,'0'0'6240,"4"-1"-5816,18-2 201,-1 1-1,1 0 1,38 4-1,-42-2-513,-3 1-3,1 1-1,-1 0 0,0 1 1,1 1-1,-1 1 0,-1 0 1,1 0-1,-1 2 0,0-1 1,0 2-1,-1 0 0,18 14 1,-29-20-84,0 0 0,-1 1 0,1-1 1,-1 0-1,1 0 0,-1 1 1,0-1-1,0 1 0,0 0 1,0-1-1,0 1 0,-1-1 1,1 1-1,-1 0 0,0 0 0,0-1 1,0 1-1,0 0 0,0 0 1,-1-1-1,1 1 0,-1 0 1,1-1-1,-1 1 0,0-1 1,0 1-1,0-1 0,-1 1 0,1-1 1,-1 0-1,1 1 0,-1-1 1,0 0-1,1 0 0,-5 3 1,-25 20 130,-1-2 1,-37 21 0,29-19-136,-40 31 0,74-51 1,-9 8-91,16-6-1,11-2 1,25 4 324,1-2-1,77 5 1,83-11-1152,-107-2-2817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3 296 5987,'0'0'4247,"-3"-1"-3497,14-2 3633,23 2-3282,43 0-687,355 13 1102,-31-9-537,-347-8-848,0-3-1,67-17 1,26-5 50,231-30-23,-288 44-57,181-9 1,472-16 442,-734 40-541,314-23 26,-122 20 4,283-42 1,-440 42-33,-29 3 153,0-1 1,27-6-1,-53 5 856,-14 2-2071,1 1-757,0 1 0,0 1 0,0 1 1,-39 10-1,-20 9-5146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3169,'1'-5'11126,"6"40"-10555,-1 1 0,2 56 0,-8 80 659,-1-84-697,4 64 598,-3-151-875,0-191-1130,-3 76 6,3 68 403,-1-4-82,11-99-1,-8 135 531,1 0 0,0 0 1,1 0-1,0 0 0,2 1 1,-1 0-1,1 0 0,1 0 0,1 1 1,0 0-1,14-17 0,-18 25 18,1 0-1,0 0 0,-1 0 1,1 0-1,0 1 0,1 0 1,-1 0-1,1 1 0,-1-1 1,1 1-1,0 0 0,0 1 1,7-2-1,7 1 145,0 0 0,33 2 1,-21 1 88,-23-1-139,1 0 1,0 1-1,-1 0 1,1 1-1,-1 0 0,0 0 1,0 1-1,0 0 0,0 1 1,0 0-1,0 0 0,-1 1 1,0 0-1,0 0 1,0 1-1,-1 0 0,0 1 1,0-1-1,0 1 0,-1 1 1,0-1-1,-1 1 0,1 0 1,-2 0-1,1 1 0,-1-1 1,0 1-1,-1 0 1,0 0-1,0 1 0,-1-1 1,0 0-1,-1 1 0,0 10 1,0-13-41,-1 0 1,0 0-1,-1 0 1,0 0 0,0-1-1,-1 1 1,1 0 0,-1-1-1,-1 1 1,1-1-1,-1 0 1,0 0 0,-1 0-1,1 0 1,-1 0-1,-1-1 1,1 1 0,-9 7-1,-12 11 38,-2-1 0,-58 39 0,65-49-84,-2-1 0,1-1 0,-1-1 1,-1-1-1,-27 7 0,34-13-270,0 0 1,0-2-1,-31 0 1,41-1-24,5 0 231,1 0-1,-1 0 1,0-1 0,1 1 0,-1-1 0,1 1 0,-1 0 0,1-1 0,-1 1-1,0-1 1,1 1 0,0-1 0,-1 1 0,1-1 0,-1 0 0,1 1 0,0-1-1,-1 0 1,1 1 0,0-1 0,0 1 0,-1-1 0,1 0 0,0 0 0,0 1-1,0-1 1,0 0 0,0 1 0,0-1 0,0 0 0,0 0 0,0 1 0,0-1-1,1 0 1,-1 1 0,0-1 0,0 0 0,1 1 0,-1-1 0,0 1 0,1-1-1,-1 0 1,1 1 0,-1-1 0,1 0 0,2 0 36,0-1 0,0 1-1,1 0 1,-1 0 0,0 0 0,0 1 0,1-1-1,-1 1 1,1-1 0,-1 1 0,0 0 0,7 2 0,3-2 13,-6 0 32,1 1 0,0 0 0,-1 0 0,1 0 0,-1 1 0,1 1 0,-1-1 0,0 1 0,0 0 0,12 8 0,2 3 130,-2 1 0,20 18 1,-26-22-91,45 43 653,-3 1 1,83 110-1,-123-138-1343,-25-31-2883,-8-11-596,0-4-3073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8516,'0'0'5720,"4"22"-4706,-2-9-814,7 37 998,4 63 0,-13-39-212,0-46-721,0 0 0,2 0 0,6 34 0,-8-60-293,1 0 1,-1 0-1,0 0 1,1 0-1,-1-1 0,1 1 1,0 0-1,0 0 1,0 0-1,0-1 1,0 1-1,0 0 0,0-1 1,0 1-1,1-1 1,-1 1-1,1-1 1,-1 0-1,1 0 0,2 2 1,-2-11-3484,-2-25-101,0-13-2367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7027,'0'0'8543,"18"0"-8103,274 10 2599,-41 2-2551,-251-11-950,0 0-1,1-1 1,-1 1-1,0-1 1,0 1-1,0 0 1,0-1-1,0 1 1,0 0 0,-1-1-1,1 1 1,0-1-1,0 1 1,0 0-1,0-1 1,-1 1 0,0 0-1,-10 3-3675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7828,'0'0'4655,"0"14"-3943,10 198 2892,-3-84-1931,-5-88-1323,-2-9-249,2-1 0,0 1 0,3 0 0,0-1 0,11 33 0,-13-99-9148,-3-1 3180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53 10485,'0'0'3847,"-2"8"-3674,-4 35 516,2 0 1,2 0-1,4 48 0,-1-15 441,-1 370 2115,0-432-3195,-1-9-37,1-1 0,0 1 0,0 0 0,0-1 0,0 1 0,1 0 0,0-1 0,0 1 0,0-1 0,0 1 0,1-1 0,0 1 0,0-1 0,2 4 0,-4-8-14,0 0 1,0 0-1,0-1 1,0 1-1,0 0 0,0 0 1,0-1-1,0 1 1,0 0-1,0 0 0,0-1 1,0 1-1,0 0 1,0 0-1,1 0 0,-1-1 1,0 1-1,0 0 1,0 0-1,0-1 0,0 1 1,0 0-1,1 0 1,-1 0-1,0 0 0,0-1 1,0 1-1,1 0 1,-1 0-1,0 0 0,0 0 1,0 0-1,1 0 1,-1-1-1,0 1 0,0 0 1,1 0-1,-1 0 1,0 0-1,0 0 0,1 0 1,-1 0-1,0 0 1,0 0-1,1 0 0,-1 0 1,0 0-1,0 0 1,0 0-1,1 1 0,-1-1 1,0 0-1,0 0 1,1 0-1,-1 0 0,0 0 1,0 0-1,0 1 1,1-1-1,-1 0 0,0 0 1,0 0-1,0 0 1,0 1-1,0-1 0,1 0 1,-1 1-1,0-27-100,0 20 46,0-20-223,-10-254-4239,2 193 2151,5-138 0,5 217 2406,-1 0 1,1 1 0,0-1-1,0 1 1,1-1 0,0 1 0,1 0-1,-1 0 1,1 0 0,1 0-1,-1 1 1,1 0 0,0 0-1,11-10 1,-2 3 128,1 1 0,0 0 0,0 1 0,1 1 0,19-8 0,-22 11-72,1 0-1,0 2 0,1-1 1,-1 2-1,1 0 0,0 1 1,0 0-1,27 0 0,-18 2 127,-16 0-72,-1 0 0,1 1 0,-1 0 0,0 1 0,1-1 0,-1 1 0,0 1 0,1-1 0,-1 1 0,9 4 0,-7 1 29,0 1 0,-1-1 1,0 1-1,0 1 0,0 0 0,-2 0 0,1 0 1,-1 1-1,0 0 0,6 14 0,-7-10 28,0-1-1,0 1 1,-2 0-1,0 0 1,0 1-1,-1-1 1,-1 1-1,0-1 0,-1 1 1,-1 0-1,0-1 1,-4 15-1,2-20-153,0 0 0,-1 0 0,0-1 0,0 1 0,-1-1 0,0 0 0,0 0 0,-1 0 0,0-1 0,-1 0-1,0 0 1,-12 9 0,1-2-20,-1-1 0,0 0 0,-1-1-1,-24 10 1,28-15-127,0-1 0,0-1 0,-1 0-1,1-1 1,-1 0 0,0-1 0,0-2 0,0 1 0,-1-2 0,1 0-1,-19-3 1,34 2 26,-1 0-1,1 0 0,0 1 0,0-1 1,0-1-1,0 1 0,0 0 1,0 0-1,0-1 0,1 1 0,-1-1 1,0 0-1,1 1 0,-1-1 1,1 0-1,0 0 0,-2-3 1,2 4 25,0-1 0,0 1 1,0-1-1,1 1 0,-1-1 1,1 0-1,-1 1 0,1-1 1,0 0-1,-1 1 0,1-1 1,0 0-1,0 1 0,0-1 1,0 0-1,1 0 0,-1 1 1,0-1-1,1 0 0,-1 1 1,1-1-1,1-2 0,-2 4 38,1-1 0,0 1 0,-1 0 1,1-1-1,-1 1 0,1 0 0,0 0 0,-1-1 0,1 1 0,0 0 0,0 0 0,-1 0 0,1 0 0,0 0 0,-1 0 0,1 0 0,0 0 1,1 1-1,10-2 52,-1 1 0,1 1 0,0 0 0,0 1 1,-1 0-1,1 1 0,-1 0 0,1 1 1,-1 0-1,0 1 0,-1 0 0,18 11 1,2 4 182,-2 1 0,0 2 0,-2 0 0,0 2 0,-2 1 0,0 1 0,-2 1 1,-1 1-1,-2 0 0,24 50 0,-38-71-226,-1 0 0,-1 1 0,1 0 0,-2-1 0,1 1 0,-1 1 0,-1-1 0,2 13 0,-3-22-394,-4-1-492,-1-2 259,0-1-1,1 1 0,-1-1 0,1 0 0,0 0 0,0 0 1,0 0-1,0-1 0,1 0 0,0 0 0,0 0 0,-5-10 0,-9-19-5870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10533,'0'0'4957,"36"8"-3919,111 27-211,-137-32-683,0 0-1,0 1 1,-1 0 0,12 6 0,-17-7-37,-1-1 0,1 1 0,-1 0 0,0 0 0,0 1 0,3 3 0,-1-1 49,-1-1-30,0 1-1,-1-1 1,0 1-1,0 0 1,0 0-1,-1 0 1,1 0-1,-2 1 0,1-1 1,-1 1-1,0-1 1,0 1-1,0-1 1,-1 8-1,-1-5-47,1 0 0,-1 0 0,-1 0-1,1 0 1,-2 0 0,1-1 0,-1 1 0,0-1-1,-8 14 1,-7 5 13,-28 33-1,32-44-58,0 2-1,1 0 0,0 0 0,2 2 0,-11 23 0,20-39-36,1-1 0,0 0-1,1 1 1,-1-1 0,1 1-1,-1-1 1,1 6 0,20-5 21,39-1 164,69-7 0,-113 3-586,1-1 1,-1-1-1,18-6 0,-24 6-692,0 0 0,-1-1-1,15-8 1,-2-3-3189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7796,'0'0'8291,"164"-3"-7522,-108 3-97,3 0-272,-3 6-208,-7 1-128,-14-1-64,-11-3-16,-13-3-64,-8 0-624,-3-16-7620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8660,'0'0'5285,"8"36"-4359,26 119 357,-26-108-477,-3 0 0,-1 1-1,-4 66 1,-1-64-127,6 60 0,-4-100-641,4 18 28,-5-51-2836,1 8 1791,-1-33-3246,0-5-4174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2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10389,'0'0'3700,"3"14"-3204,38 185 2602,-17 17-442,8 52-761,-29-254-1826,-3-9-38,1 1 0,0-1 0,0 1 0,1-1 1,-1 0-1,1 1 0,0-1 0,1 0 0,-1 0 0,5 5 0,-5-7-24,-1-3-8,-1 0 1,0 0-1,0 0 1,0 0-1,0 0 1,0 1-1,0-1 1,1 0-1,-1 0 1,0 0-1,0 0 1,0 0-1,0 0 1,1 0-1,-1 0 0,0 0 1,0 0-1,0 0 1,0 0-1,1 0 1,-1 0-1,0 0 1,0 0-1,0 0 1,1 0-1,-1 0 1,0 0-1,0 0 1,0 0-1,0 0 1,1 0-1,-1 0 1,0 0-1,0 0 1,0-1-1,0 1 1,0 0-1,1 0 1,-1 0-1,0 0 1,0 0-1,0 0 0,0-1 1,0 1-1,0 0 1,0 0-1,0 0 1,1-1-1,-1-2-36,1 0-1,0 0 0,-1-1 1,0 1-1,0-1 0,0 1 1,-1-5-1,1-7-141,0 14 170,0-61-1771,-14-112 0,2 95 383,-4-148 0,16 200 1372,-1 10 30,1 0 0,4-26 0,-3 37 9,1 0-1,0 0 0,0 0 0,0 0 0,0 0 0,1 0 0,0 0 0,1 1 0,-1-1 0,6-5 0,-5 6 10,1 0 1,0 0 0,0 0 0,1 1-1,-1 0 1,1 0 0,0 0 0,0 1-1,0 0 1,1 0 0,-1 0 0,1 1-1,7-2 1,6 1 123,-1 0 0,1 1 0,28 1 0,-36 2-41,0 0 1,1 1-1,-1 0 0,0 1 1,0 0-1,-1 1 0,1 1 0,-1-1 1,1 2-1,-2 0 0,1 0 1,-1 1-1,1 0 0,-2 0 1,18 19-1,-19-19 27,-1 1 0,-1 0 1,1 0-1,-1 1 0,-1 0 0,1 0 0,-2 0 0,1 1 1,-1 0-1,-1-1 0,0 1 0,0 1 0,-1-1 1,0 0-1,-1 1 0,0-1 0,0 1 0,-1-1 1,-2 14-1,0-18-83,1 0 0,-1 0-1,0 0 1,0-1 0,-1 1 0,0-1 0,0 1 0,0-1 0,-1 0 0,1 0 0,-1-1 0,0 1 0,-9 6 0,-4 3 53,-1 0 0,-27 14 1,42-26-94,-19 10-98,-1 0-1,0-2 1,-1 0 0,0-2-1,-1-1 1,1 0 0,-2-2 0,1-1-1,0-1 1,-45-1 0,67-2 60,-23-2-757,26 1 746,-1 1 1,0 0 0,1-1 0,-1 1 0,0-1 0,1 1 0,-1-1 0,1 1 0,-1-1 0,1 1-1,-1-1 1,1 1 0,-1-1 0,1 1 0,-1-1 0,1 0 0,0 1 0,-1-1 0,1 0-1,0 0 1,0 1 0,0-1 0,-1 0 0,1 0 0,0 1 0,0-1 0,0 0 0,0-1 0,0 2 29,1-1 0,-1 0 1,0 1-1,0-1 0,0 1 1,1-1-1,-1 1 0,0-1 1,1 1-1,-1-1 1,0 1-1,1-1 0,-1 1 1,1-1-1,-1 1 0,0 0 1,1-1-1,-1 1 0,1 0 1,-1-1-1,1 1 1,0 0-1,-1 0 0,1-1 1,-1 1-1,1 0 0,-1 0 1,1 0-1,0 0 0,-1 0 1,1 0-1,0 0 1,28 0 27,-19 1-28,3 0 50,0 0 1,0 1-1,0 1 1,-1 0-1,1 0 1,-1 1-1,0 1 1,0 0-1,14 9 1,13 10 289,45 35 1,-53-36-115,-1 1 0,34 38 0,-55-52-148,0 0 0,0 1 1,-1 0-1,-1 0 0,1 1 0,-2 0 0,0 0 0,0 1 0,-1 0 0,3 14 0,-7-11-66,-1-15-209,-2-1-343,-2 0 251,1 0 0,-1 0 1,0-1-1,1 1 0,-1-1 1,0 0-1,1 0 0,-1 0 1,1 0-1,-1-1 1,1 0-1,0 1 0,0-1 1,-1 0-1,1-1 0,1 1 1,-1 0-1,0-1 1,1 0-1,-1 1 0,1-1 1,0 0-1,-1 0 0,-1-6 1,-11-22-4844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23 6963,'0'0'8383,"6"-7"-7129,2 4-1082,0 0 1,0 0 0,0 1-1,0 1 1,0-1 0,0 1-1,0 0 1,1 1 0,13 1-1,-10-1 129,-10 0-222,0 0 1,0 0-1,0 1 0,1-1 0,-1 0 1,0 1-1,0 0 0,0-1 0,0 1 0,0 0 1,0 0-1,0 0 0,0 0 0,0 0 1,0 1-1,-1-1 0,1 1 0,2 2 0,-1-1 15,-1 1-1,0 0 0,0-1 0,0 1 0,0 0 0,0 0 0,-1 0 0,0 0 0,1 6 0,1 9 174,-2 1 0,0-1 0,-3 30-1,1-31-42,1-13-231,0 1 0,-1 0 0,1-1 0,-1 1 0,-1-1 0,1 1 0,-1-1 0,0 0 0,0 0 0,0 0 0,-1 0 0,0 0 0,0 0 0,0-1 0,-6 7 0,19-11-2237,-4 1 2246,1-1-1,-1 1 0,1 0 0,-1 1 1,0-1-1,0 1 0,0 0 0,0 1 1,0 0-1,0 0 0,0 0 0,-1 0 1,0 1-1,1 0 0,-1 0 0,-1 1 1,1-1-1,7 10 0,-6-6 38,-1 0-1,0 0 0,0 1 1,0-1-1,-1 1 1,-1 0-1,1 1 0,-2-1 1,1 1-1,-1-1 1,0 1-1,0 12 0,-2-17 1,1 5 32,-1-1-1,0 1 1,-1-1-1,-1 10 0,1-15-59,0-1-1,0 0 0,0 0 0,-1 0 1,1 0-1,-1 0 0,1 0 0,-1 0 1,0-1-1,0 1 0,-1-1 0,1 1 1,0-1-1,-1 0 0,-2 2 0,-8 4-87,1 0-1,-1-2 0,-1 1 1,1-2-1,-1 0 0,0 0 0,0-2 1,0 1-1,-1-2 0,1 0 1,-1-1-1,1 0 0,-1-1 0,0-1 1,-23-3-1,35 3-34,0 0 0,0 0 0,0 0 1,0 0-1,0-1 0,0 1 0,0-1 0,0 0 0,1 0 0,-1 0 1,1 0-1,-1 0 0,1-1 0,0 1 0,0 0 0,0-1 0,0 0 1,1 0-1,-3-2 0,1-2-407,1-1 0,-1 1 1,1 0-1,1 0 0,-1-1 1,1 1-1,0-10 0,0-41-5131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35 15079,'0'0'6131,"-18"0"-6483,25-7-5299,0-21-1328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4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9620,'0'0'6892,"0"0"-6863,0 0 0,0 0 1,0 0-1,-1 0 1,1 0-1,0 0 1,0 0-1,0 0 0,0-1 1,0 1-1,0 0 1,0 0-1,0 0 1,0 0-1,0 0 0,0 0 1,0 0-1,0 0 1,0 0-1,-1 0 1,1 0-1,0 0 0,0 0 1,0 0-1,0 0 1,0 0-1,0 0 1,0 0-1,0 0 0,0 0 1,0 0-1,-1 0 1,1 0-1,0 0 1,0 0-1,0 0 1,0 0-1,0 0 0,0 0 1,0 0-1,0 0 1,0 1-1,0-1 1,0 0-1,0 0 0,0 0 1,0 0-1,-1 0 1,1 0-1,0 0 1,0 0-1,0 0 0,0 0 1,0 0-1,0 0 1,0 0-1,0 1 1,0-1-1,0 0 0,0 0 1,0 0-1,0 0 1,1 5 76,1-1-1,-1 1 1,1 0 0,0-1 0,0 0-1,0 1 1,0-1 0,1 0 0,0 0 0,0 0-1,6 6 1,12 18 249,5 19 68,-2 2-1,-2 1 1,27 90-1,24 162 823,-42-128-730,-14-72-192,40 139 0,-55-235-306,0 0 0,0 1 0,0-1 1,0 0-1,1 0 1,0 0-1,0 0 0,0 0 1,1 0-1,0-1 0,8 10 1,-11-15-21,0 1 1,0 0 0,0-1-1,0 1 1,0-1 0,0 1-1,0-1 1,0 1 0,0-1-1,0 0 1,0 1-1,0-1 1,0 0 0,0 0-1,0 0 1,0 0 0,1 0-1,-1 0 1,0 0-1,0 0 1,0-1 0,0 1-1,0 0 1,0-1 0,0 1-1,0 0 1,0-1 0,0 0-1,0 1 1,0-1-1,0 1 1,0-1 0,-1 0-1,1 0 1,0 1 0,0-1-1,-1 0 1,1 0 0,0 0-1,-1 0 1,1 0-1,-1 0 1,1 0 0,0-2-1,3-6-36,0-1-1,-1 0 1,5-18 0,-5 17-71,53-213-1794,-22 85 890,78-209 0,-100 320 1109,2 0 0,19-29 0,-22 48 31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90 7732,'0'0'5904,"1"-11"-5432,1-4-265,2-33 880,-5 46-961,-1 1 1,1 1 0,0-1-1,-1 0 1,1 0-1,-1 0 1,1 1 0,-1-1-1,1 1 1,-1-1 0,0 1-1,1 0 1,-1-1-1,0 1 1,-2 0 0,-1 0 128,-15-3 32,0 1 1,0 2-1,-41 3 1,58-3-296,0 0 0,0 1 0,0-1 0,1 1 0,-1 0 0,0 0 1,0 0-1,1 0 0,-1 0 0,0 1 0,1-1 0,-1 1 1,1 0-1,0-1 0,0 1 0,0 0 0,0 1 0,0-1 0,0 0 1,0 0-1,0 1 0,1-1 0,0 1 0,-1 0 0,-1 4 0,1 3-46,-1 0 0,1 0 0,1 1 0,0-1 0,1 20 0,0-24 58,1 0 0,-1 0-1,2 0 1,-1 0 0,1 0 0,0-1-1,0 1 1,0 0 0,1-1-1,0 0 1,4 7 0,7 7 55,26 28 0,-9-12-54,-19-20 1,-1 1-1,0-1 1,13 29-1,-21-37-11,0-1-1,0 1 0,-1 0 1,0 0-1,-1 0 1,0 0-1,0 0 0,0 0 1,-1 0-1,1 0 1,-2 0-1,-1 14 0,1-19 6,0 0-1,0 0 0,1 0 0,-1 0 0,-1 0 0,1 0 0,0 0 1,0-1-1,-1 1 0,1 0 0,-1-1 0,1 1 0,-1-1 0,0 0 1,0 1-1,0-1 0,1 0 0,-1 0 0,-4 1 0,-4 2-6,0-1 0,-20 5 0,19-6-8,-16 4-38,-1-2-1,1 0 1,-1-2-1,-46-2 1,72 0-134,-1-1-1,1 1 1,0-1 0,-1 1-1,1-1 1,0 0-1,0 0 1,0 0 0,-1 0-1,1 0 1,0-1 0,0 1-1,1 0 1,-1-1 0,0 0-1,0 1 1,1-1 0,-1 0-1,-1-2 1,-15-21-5748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7155,'0'0'6014,"3"0"-5643,5 0-219,4 0 489,0 0 0,0 1 0,0 0 0,0 0 1,15 6-1,-3-2-574,0-1 0,0-1 1,0 0-1,0-2 1,44-3-1,-8 0-60,846 2 689,-859-3-584,-1-2 0,92-21 0,-83 14 12,80-8 0,-40 14 2381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7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3858,'0'0'4340,"-8"1"-4067,-29 2 882,-15-1 8761,95 0-9201,49 9-1,-22-2-299,-38-4-408,30 8 0,-34-7-3,-26-5-880,1-1 1981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57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5619,'0'0'9876,"-6"3"-8112,22-1-1249,0 0 1,0 0-1,0 2 1,29 10-1,-26-8-479,-1-1-1,1-1 0,27 4 0,40-7-448,-46-1-5542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1 506 12182,'0'0'3873,"1"-21"-4073,11-125-277,-10-67-50,-3 114 563,1 98-40,1-14-31,-1 15 31,0-1 0,0 1 0,0-1 0,0 1 0,0-1 0,1 1 0,-1 0 0,0-1 0,0 1 0,0-1-1,0 1 1,1-1 0,-1 1 0,0 0 0,1-1 0,-1 1 0,0-1 0,1 1 0,-1 0 0,0 0 0,1-1 0,-1 1 0,0 0 0,1-1 0,-1 1 0,1 0 0,-1 0 0,1 0 0,0-1 0,-1 2 0,1-1 0,0 1 0,-1 0 0,1-1 0,-1 1 0,1 0 0,-1-1 0,1 1 0,-1 0 0,1 0 1,-1-1-1,0 1 0,1 0 0,-1 0 0,0 1 0,1 0 3,13 39 238,-3 1 1,-1 0-1,6 74 1,-12-87-100,49 519 2157,-45-462-2208,1 45-495,-9-129-680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2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11877,'0'0'5379,"69"204"-5235,-69-157 128,0-7-16,0-2-176,-17-3 144,-8-7-160,-2 0-64,2-9-16,8-10-416,3-9-912,7 0-1074,7-28-2352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3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63 10053,'0'0'4036,"-1"0"-3896,0 0 1,0 0-1,0-1 0,1 1 0,-1 0 1,0 0-1,0 0 0,0 0 0,0 0 1,1 0-1,-1 0 0,0 0 0,0 1 1,0-1-1,0 0 0,1 0 0,-1 1 1,0-1-1,0 0 0,0 2 0,-6 3-91,1 1-1,1 0 1,-1 1-1,1-1 1,0 1 0,1 0-1,0 1 1,-7 13-1,1 6 125,-11 35-1,11-19 0,1 0 0,2 0 0,-1 53-1,7 133 752,2-181-671,0-25-111,0 0 0,2-1 0,0 1-1,2-1 1,8 27 0,-8-36-75,0 0 0,0-1 0,2 0 0,-1 0 0,1-1 0,1 0 0,0 0 0,1-1 1,0 0-1,11 10 0,-13-15-55,0 0 1,0 0 0,1-1-1,0 0 1,-1 0-1,1-1 1,0 0 0,1 0-1,-1-1 1,0 0 0,1 0-1,0-1 1,-1 0-1,1-1 1,-1 0 0,1 0-1,0-1 1,-1 0 0,1-1-1,-1 1 1,1-2-1,-1 1 1,0-1 0,0 0-1,0-1 1,0 0 0,8-6-1,-2 0-60,-1-2-1,0 0 1,0 0-1,-2-1 0,1-1 1,-1 0-1,-1 0 1,-1-1-1,13-25 1,-13 18-30,0 0 1,-1-1 0,-1 0 0,-1 0 0,-1-1-1,3-39 1,-6-61 123,-2 82-26,-1 12 28,-2 0-1,-1 0 1,-1 0-1,-2 0 1,-1 1 0,-1 0-1,-1 1 1,-2 0-1,-1 0 1,-1 1 0,-1 1-1,-1 0 1,-2 2-1,-38-43 1,51 62-41,0 0 1,0 0-1,-1 1 1,0-1-1,0 1 1,-1 1-1,1-1 0,-1 1 1,1 0-1,-1 1 1,0-1-1,0 1 0,0 1 1,0-1-1,-1 1 1,1 1-1,0-1 0,0 1 1,-10 1-1,13 0-14,1-1 0,0 1 0,-1 0 0,1 0-1,0 0 1,0 0 0,0 0 0,-1 1 0,2-1 0,-1 1 0,0 0 0,0 0-1,0 0 1,1 1 0,-1-1 0,1 0 0,0 1 0,0 0 0,0-1-1,0 1 1,0 0 0,0 0 0,-1 5 0,-1 0-433,1 0 0,0 0 0,-2 12 0,-1 23-4774,6-17-3640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316 719 768,'0'0'15808,"0"6"-15040,-2 75 142,0-22 114,9 83 1,-5-128-943,1-1 0,1 0 0,0 0 0,1 0 1,0-1-1,1 0 0,0 0 0,1 0 1,0-1-1,1 1 0,1-2 0,18 19 0,-19-20-76,1-1 0,0 0 0,1-1-1,0 0 1,0 0 0,1-1 0,0-1 0,0 0-1,0 0 1,0-1 0,1 0 0,0-1-1,0-1 1,19 3 0,-24-5 4,0 1-32,0-1 0,-1 0-1,1 0 1,0-1 0,7-1-1,-12 1 2,0 1 0,-1-1-1,1 0 1,0 0 0,0 0 0,0 0-1,-1 0 1,1 0 0,-1-1-1,1 1 1,-1 0 0,1-1-1,-1 1 1,0-1 0,0 0-1,0 1 1,0-1 0,0 0 0,0 0-1,1-2 1,1-5-5,-1 1 0,0-1-1,0 1 1,-1-1 0,0 0 0,0 0 0,-1 0-1,0 0 1,-1 0 0,0 1 0,0-1 0,-1 0-1,0 1 1,0-1 0,-1 1 0,-1-1 0,1 1-1,-1 0 1,0 1 0,-1-1 0,-9-11 0,-15-16 185,-63-56 0,-44-23 105,44 38-91,45 37 29,2-2 0,-49-60 0,82 87-196,0-1-1,1-1 1,1 0 0,1 0 0,1-1-1,0 0 1,1-1 0,0 1-1,2-2 1,0 1 0,-4-32 0,7 29-70,1 0 0,1-1 0,2-23 0,-1 37 41,1 1 0,0-1 0,0 1-1,0-1 1,1 1 0,0 0 0,0 0 0,0 0 0,1 0-1,1 1 1,8-12 0,-5 9-11,1 1-1,0 0 1,0 0 0,1 0-1,0 1 1,0 1 0,1 0-1,0 0 1,0 1 0,15-5-1,-6 4 5,0 1-1,0 2 0,1 0 0,-1 1 0,28 0 0,-39 2 25,-1 0-1,1 1 0,-1-1 1,1 2-1,-1-1 1,0 1-1,1 0 0,-1 1 1,0 0-1,-1 0 1,1 1-1,0 0 0,-1 0 1,0 1-1,0 0 1,10 9-1,-4-2 11,-1 0-1,0 1 1,-1 0-1,0 1 1,-1 0-1,0 1 1,-2 0 0,0 0-1,9 24 1,-9-16 23,-1 0 1,-2 0 0,0 1-1,-2 0 1,0 0 0,-1 30 0,-2 102 26,0-90-6397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4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17880,'0'0'4098,"0"107"-6371,0-97-1521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3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29 182 9012,'0'0'6270,"-5"-4"-5878,-13-13-165,13 13 2171,5 7-2371,0 9-1,1-1 1,1 1 0,0-1-1,0 0 1,7 17 0,26 57 198,-8-26-29,175 399 2323,-178-411-2146,52 72 0,-64-101-236,2-2-1,0 1 1,1-2-1,0 0 1,2 0-1,31 21 1,-37-30-90,-1-1 0,1 0 0,0-1 1,0 0-1,0 0 0,23 3 0,-28-6-24,0 0 0,-1-1 0,1 0 0,0 0 0,0 0 0,0 0 0,0-1 0,-1 0 1,1 0-1,0-1 0,-1 0 0,1 1 0,-1-2 0,1 1 0,8-6 0,-7 2-12,-1-1-1,1 0 1,-1 0-1,0 0 1,0 0 0,-1-1-1,0 0 1,-1-1-1,0 1 1,4-10 0,2-11-19,13-56 0,-13 33-93,-2-1-1,0-57 1,-8-110-228,-2 116 215,14-134 0,-7 210 41,1 1 0,14-40 0,-2 12-47,-18 68-5976,0-10 5253,0 24-3933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32 163 3121,'0'0'5582,"0"-13"527,0 436-3785,1-382-1988,2 0 0,2 0 0,2-1 0,12 44 1,-18-81-313,-1 0 1,1-1 0,0 1-1,0 0 1,0-1 0,1 1-1,-1-1 1,0 1 0,1-1-1,0 0 1,2 3 0,-3-4 215,-3-19-133,2 2-279,-1 1 0,-1 0 0,0-1 0,-8-24 1,7 31 84,-41-132-1356,38 116 1120,1 0 1,1 0-1,-1-43 1,5-158 39,1 217 282,0 1 0,0 0 0,1 0 0,0 0 1,0 0-1,1 1 0,0-1 0,0 1 0,1-1 0,0 1 1,1 0-1,-1 0 0,1 1 0,9-9 0,-5 5 15,0 1 1,0 1-1,1-1 0,0 2 0,1-1 0,0 2 0,0-1 0,19-7 0,-18 10-4,1 1-1,0 0 0,0 1 1,0 0-1,18 1 0,64 4 120,-88-2-114,0 0 0,0 1 0,-1 0 0,1 0 0,0 1 0,-1-1 0,0 2 0,0-1 0,0 1 0,7 5 0,2 2 22,-2 1 1,21 22-1,-27-27 13,-1 1-1,0 0 0,-1 0 1,0 0-1,0 1 1,0-1-1,-1 1 1,-1 0-1,4 11 1,-4-2 105,0-1 0,0 1 0,-2-1 0,0 20 0,-1-23-66,1-10-76,-1 0-1,0 0 0,0 0 0,0 0 0,0 0 0,-1 0 0,0-1 0,1 1 0,-2 0 0,1 0 0,0-1 0,-1 1 1,1 0-1,-1-1 0,-3 6 0,-8 6-4,0 0 0,0-1 1,-1 0-1,-1-1 0,-1 0 0,1-2 1,-2 0-1,0 0 0,0-2 1,-1 0-1,0-1 0,0-1 0,-1 0 1,0-1-1,0-2 0,0 0 1,-1-1-1,-20 1 0,-82-1-493,121-19-636,1 14 1114,0 0 0,0 1 0,0-1 0,1 0 0,-1 1 0,1-1 1,-1 0-1,1 1 0,-1-1 0,1 0 0,0 1 0,0-1 0,0 1 0,0-1 0,0 1 0,0 0 0,0-1 0,0 1 0,1 0 0,-1 0 0,0 0 0,1 0 1,-1 0-1,1 0 0,-1 0 0,1 0 0,-1 1 0,1-1 0,0 1 0,-1-1 0,3 0 0,6 0 43,0-1-1,0 1 1,0 1 0,14 1-1,-7-1-76,-13 0 46,0 1 1,0-1 0,0 1 0,0 0 0,0 0-1,0 0 1,0 0 0,-1 1 0,1 0-1,0-1 1,6 6 0,-3-2 11,0 1-1,-1 0 1,0 0 0,0 0 0,6 9-1,4 8 167,-1 0-1,16 37 0,-29-57-159,90 212 1616,-42-91-626,-48-120-998,-1 0-22,1-1 1,-1 0 0,0 1-1,0-1 1,0 1-1,0-1 1,-1 1-1,1 6 1,-6-12-2579,-4-15-1062,-1-17-3735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35 4594,'0'0'9138,"-1"-5"-8570,1 4-535,0 0 0,-1 0 0,1 0 0,0 1 0,0-1 0,0 0 0,0 0-1,0 0 1,0 0 0,0 0 0,1 0 0,-1 0 0,0 0 0,0 1 0,1-1 0,-1 0 0,1 0 0,-1 0 0,1 1 0,-1-1 0,1 0 0,-1 0 0,1 1 0,-1-1 0,2 0 0,1-1 63,-1 1 0,1 0 0,0 0 1,0 1-1,0-1 0,0 0 1,0 1-1,0 0 0,3 0 0,101 0 1871,-104 0-1930,0 0 0,0 1 0,0-1 0,-1 1 0,1 0 0,0 0 0,-1 0 0,1 0 1,-1 0-1,1 0 0,-1 1 0,1-1 0,-1 1 0,0 0 0,0 0 0,0 0 0,0 0 1,0 0-1,0 0 0,-1 0 0,1 1 0,-1-1 0,1 1 0,-1-1 0,0 1 0,0-1 0,0 1 1,0 0-1,-1-1 0,1 1 0,-1 0 0,0 0 0,1 0 0,-1 2 0,0 2 16,0 0 0,-1-1-1,1 1 1,-1 0 0,0 0-1,-1-1 1,0 1-1,0-1 1,0 1 0,-1-1-1,1 0 1,-2 0 0,-6 10-1,-37 36 178,-93 82 0,114-110-226,25-24-4,-2 2 0,1 0-1,-1 0 1,1 1-1,-1-1 1,1 1-1,0-1 1,0 1 0,0 0-1,0 0 1,0 0-1,0 0 1,1 0-1,0 0 1,0 0-1,0 0 1,-1 5-1,2-8 2,1 1-1,-1 0 0,1 0 0,-1 0 0,1-1 0,0 1 1,-1 0-1,1-1 0,0 1 0,-1-1 0,1 1 0,0-1 1,0 1-1,0-1 0,-1 1 0,1-1 0,0 0 0,0 1 1,0-1-1,0 0 0,0 0 0,0 0 0,1 1 0,0-1 4,33 7 220,0-1 0,68 2-1,-5-1-43,-56-4-145,-31-3-79,0 0 1,-1 1 0,1 0-1,0 1 1,-1 0-1,17 6 1,-23-7-568,0 1-1,0-1 1,0 1 0,1-1-1,-1 0 1,6 0 0,15-1-5315,-5-3-1883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27 5603,'0'0'8254,"-4"-2"-7240,3 2-887,0 0 1,0-1-1,0 1 0,0 0 1,0-1-1,0 1 1,-1-1-1,1 0 0,0 1 1,1-1-1,-1 0 1,0 1-1,0-1 0,0 0 1,-1-2-1,2 3-79,0-1 0,0 1 0,1-1-1,-1 1 1,0-1 0,0 1 0,1-1 0,-1 1 0,0-1-1,1 1 1,-1 0 0,0-1 0,1 1 0,-1-1 0,0 1-1,1 0 1,-1-1 0,1 1 0,-1 0 0,1 0-1,-1-1 1,1 1 0,-1 0 0,1 0 0,-1 0 0,1 0-1,-1-1 1,1 1 0,0 0 0,20-2 119,-17 2-19,273-1 1581,-146 2-1428,-57 5-199,-73-1-184,-30-4-9793,12-4 2691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4:4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7780,'0'0'6269,"33"0"-5559,106 1-227,20 7 1475,-153-8-2017,-5 0-32,1 0 1,0 0 0,0 0 0,0 0 0,0 0 0,-1 0 0,1 0 0,0 1 0,0-1 0,-1 1 0,1-1 0,0 1 0,0 0 0,-1 0 0,1 0 0,2 2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7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2593,'0'0'10023,"0"-7"-9537,0-33 2070,1 47-2519,13 54 529,-2 1 0,-3 0 1,-3 0-1,-3 80 0,-3-23 749,18 137 0,-17-247-589,5 30-3080,-5-35-786,-3-25-306,-4-15-2773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1 214 3826,'0'0'8161,"0"-2"-7644,2-4 148,0 1-1,0 0 0,0 0 1,5-8-1,-4 8-411,-1 1-1,1-1 0,-1 0 1,0 0-1,0 0 1,-1 0-1,1 0 1,-1-1-1,-1 1 1,2-10-1,-4-19-158,1 17-83,1-1-1,3-25 1,2 43-73,293 2 844,-163-1-1592,-14-1-3719,-140 0-153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0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0 267 9700,'0'0'2772,"14"38"-1622,91 247 355,-31-71 854,20 51 81,-81-230-2170,2-2-1,2 0 1,21 32-1,-35-60-231,0-1-1,0 1 1,1 0-1,-1-1 1,1 0-1,0 0 1,0 0-1,1 0 0,-1-1 1,1 0-1,0 0 1,0 0-1,0 0 1,0-1-1,0 0 1,0 0-1,1 0 1,-1 0-1,1-1 1,0 0-1,-1-1 1,11 1-1,-13-1-25,1 0 0,-1 0-1,0 0 1,0-1 0,0 1 0,0-1-1,0 0 1,0 0 0,0 0 0,0-1-1,0 1 1,0-1 0,-1 1 0,1-1-1,3-2 1,0-3 20,0 1 0,0-1-1,-1-1 1,8-12 0,15-29-66,-2-1 1,-2-1-1,28-88 0,31-172-441,-18 59 246,-44 184 351,48-105 0,-28 94-30,-36 71-91,0 0 0,0 1 0,1 0 1,0 0-1,0 0 0,1 1 0,9-8 0,-15 14-59,-1 0 48,0 0 0,0 0 0,0 0 0,0 0 0,0 1 0,0-1 0,0 0 0,0 0 0,0 0 0,0 0 0,0 0 0,0 0 0,0 0-1,0 1 1,0-1 0,0 0 0,0 0 0,0 0 0,0 0 0,0 0 0,0 0 0,0 0 0,0 1 0,0-1 0,0 0 0,0 0 0,0 0 0,0 0 0,0 0 0,1 0 0,-1 0 0,0 0 0,0 0 0,0 0 0,0 0-1,0 0 1,0 1 0,0-1 0,0 0 0,1 0 0,-1 0 0,0 0 0,0 0 0,0 0 0,0 0 0,0 0 0,0 0 0,0 0 0,1 0 0,-1 0 0,0 0 0,0 0 0,0 0 0,0 0 0,0-1 0,0 1 0,0 0 0,1 0-1,-1 0 1,0 0 0,0 0 0,0 0 0,-1 72-4723,-2-16 75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0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8228,'0'0'5597,"0"-6"-5125,0-9-21,0 20 231,0 38 191,0 623 4525,0-666-5358,0-8 101,0-627-2510,0 619 2361,1 0-1,1 0 1,0 1 0,1-1 0,1 1 0,0-1-1,10-19 1,-10 24 0,2 1-1,-1 0 0,1 0 1,1 0-1,0 0 1,0 1-1,1 0 1,0 1-1,1 0 0,15-12 1,-20 18 11,0-1 0,0 1 0,0 0 0,0 0 0,0 0 0,1 1 0,-1 0 0,0-1 0,1 1 0,-1 1 0,1-1 0,0 1 0,-1 0 0,1 0 0,-1 0 0,1 0 0,-1 1 0,1 0 0,-1 0 0,1 0 0,-1 1 0,0-1 0,1 1 0,-1 0 0,0 0 0,0 0 0,0 1 0,-1 0 0,5 3-1,7 7 92,-1 0-1,0 1 0,-1 1 0,-1 0 0,15 23 0,-18-23 42,0 0-1,-1 1 0,-1 0 1,0 0-1,-1 1 1,-1-1-1,0 1 1,-1 1-1,-1-1 0,-1 0 1,-1 1-1,0 25 1,-2-38-124,1 1 1,-1-1-1,0 1 1,0-1 0,0 1-1,-1-1 1,0 0-1,0 0 1,0 1-1,0-2 1,-1 1 0,-4 5-1,2-2 16,-2-1-1,1 0 1,-1 0-1,0 0 1,0-1-1,-14 9 1,8-7-5,0-1 1,0 0-1,-1-1 0,1 0 1,-2-1-1,1-1 1,0 0-1,-1-1 0,-15 1 1,-33-3-394,62-1 342,1 0 1,-1 0-1,0 0 1,1 0-1,-1-1 0,0 1 1,1 0-1,-1 0 1,0 0-1,1-1 0,-1 1 1,1 0-1,-1-1 1,1 1-1,-1 0 0,0-1 1,1 1-1,-1-1 1,1 1-1,0-1 0,-1 1 1,1-1-1,-1 1 1,1-1-1,0 1 0,-1-2 1,0-16-947,1 9 510,0 9 448,0-1 1,0 1-1,1-1 0,-1 1 0,0-1 0,0 1 0,0-1 0,0 1 0,1-1 0,-1 1 0,0-1 0,0 1 0,1 0 0,-1-1 0,0 1 1,1-1-1,-1 1 0,0 0 0,1-1 0,-1 1 0,1 0 0,-1 0 0,0-1 0,1 1 0,-1 0 0,1 0 0,19-4-93,23 6 182,-40-1-92,5 0 51,0 1-1,-1 1 0,1-1 0,-1 1 1,0 1-1,1-1 0,-2 1 0,1 0 1,0 1-1,-1 0 0,0 0 0,0 0 1,0 1-1,5 7 0,10 12 258,-1 1 0,17 29 0,23 47 538,-54-88-692,0 0 0,0 0 0,-1 1 0,-1-1 0,4 27 0,-7-40-143,-1-1-1,0 1 0,0 0 0,0 0 0,0-1 0,0 1 0,0 0 0,0 0 0,0-1 0,0 1 1,0 0-1,0 0 0,0-1 0,-1 1 0,1 0 0,0-1 0,0 1 0,-1 0 0,1-1 0,0 1 1,-1 0-1,1-1 0,-1 1 0,0 0 0,0-1-20,1 0-1,-1 0 1,0 0 0,1 0 0,-1 1 0,0-1-1,1 0 1,-1 0 0,0-1 0,0 1-1,1 0 1,-1 0 0,0 0 0,1 0-1,-1-1 1,0 1 0,1 0 0,-1-1-1,0 1 1,-3-3-252,0 1 0,0-1 1,1 0-1,-1 0 0,1 0 0,-4-4 0,-11-24-2719,0-3-2143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0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 9925,'0'0'7750,"-1"-1"-7734,1 1 0,0 0 0,0 0 1,0 0-1,0 0 0,0 0 0,0-1 0,0 1 1,0 0-1,0 0 0,0 0 0,0 0 0,0 0 1,0-1-1,0 1 0,0 0 0,0 0 0,0 0 1,0 0-1,0-1 0,0 1 0,0 0 0,0 0 1,0 0-1,0 0 0,0-1 0,0 1 0,0 0 1,0 0-1,0 0 0,0 0 0,0 0 0,1-1 1,-1 1-1,0 0 0,0 0 0,0 0 0,0 0 1,0 0-1,0 0 0,1 0 0,-1 0 0,0 0 1,0-1-1,0 1 0,0 0 0,1 0 0,-1 0 0,0 0 1,0 0-1,0 0 0,0 0 0,1 0 0,-1 0 1,0 0-1,8-2 125,-1-1 1,1 1-1,0 1 0,0 0 1,0 0-1,0 0 0,0 1 1,0 0-1,9 1 1,7 0 165,-22-1-274,0 0 1,1 0 0,-1 0 0,0 0 0,0 0 0,1 1 0,-1-1-1,0 1 1,0 0 0,0 0 0,0 0 0,0 0 0,0 0 0,0 0-1,0 0 1,0 1 0,2 1 0,-2 0 4,0-1 0,-1 1 1,1-1-1,-1 1 0,0-1 0,1 1 1,-1 0-1,-1 0 0,1 0 0,0 0 0,-1 0 1,1 0-1,-1 4 0,1 0-6,-1-1 0,1 0 1,-1 0-1,-1 1 0,1-1 0,-1 0 0,0 0 0,0 0 1,-1 0-1,0 0 0,0 0 0,0 0 0,-1 0 0,0-1 1,0 1-1,0-1 0,-5 5 0,-61 64 184,6-8-106,62-65-109,0 1 0,-1-1 0,1 1 1,0 0-1,0 0 0,0 0 1,0-1-1,0 1 0,1 0 0,-1 0 1,1 0-1,-1 0 0,1 1 1,-1 3-1,2-5-2,-1 0 0,0 0 1,0 0-1,1 0 0,-1 0 1,0 0-1,1 0 0,-1 0 1,1 0-1,0 0 0,-1 0 1,1 0-1,0 0 1,-1 0-1,1-1 0,0 1 1,0 0-1,0 0 0,-1-1 1,1 1-1,0-1 0,0 1 1,0-1-1,0 1 0,0-1 1,1 1-1,-1-1 0,1 0 1,31 7 64,1-3 1,-1 0-1,1-3 0,48-2 1,-20-1-65,-5 2-667,-19 0-6533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10 7523,'0'0'5149,"-6"-9"-3892,5 9-1225,-1 1-1,1-1 1,0 1 0,0-1 0,-1 1-1,1 0 1,0-1 0,0 1-1,0 0 1,0 0 0,0 0 0,0 0-1,0 0 1,0 0 0,0 0-1,0 0 1,1 0 0,-1 0 0,0 1-1,1-1 1,-1 0 0,1 0-1,-1 3 1,-2 1 58,-164 393 2837,124-288-2543,36-94-364,2-5-23,1-1 0,0 1 0,1 0 0,0 0 1,0 1-1,-1 21 0,5-47-807,2 0-1,-1 0 1,2 0 0,-1 1-1,2-1 1,12-25 0,-7 15-1399,8-18-2607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6915,'0'0'6977,"0"-4"-6705,0-13 29,0 13 51,1 6 57,70 147 3065,-28-54-2522,-12-29-430,-3 1-1,-3 1 1,-3 2 0,16 87 0,-27-105-391,-5-22-277,0 0 0,2 53 0,-17-92-2132,3 1 1371,1-1 0,0 0 1,1 0-1,0 0 1,0-1-1,1 1 0,-4-18 1,-3-9-2998,-3-1-789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9861,'0'0'5970,"219"0"-5458,-142 0-255,-7 0-145,-7 0-112,-15 0-16,-13-7-1425,-14-2-4914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0 117 192,'0'0'6552,"0"-12"-5999,0-55 222,0 30 5165,0 45-3726,2 30-1839,14 71 0,-3-26 60,1 156 1019,-10-540-4632,-4 298 3175,0 0-1,1 1 1,-1-1-1,1 0 0,-1 0 1,1 1-1,0-1 1,0 1-1,0-1 1,1 0-1,-1 1 1,1 0-1,-1-1 0,1 1 1,0 0-1,-1 0 1,1 0-1,0 0 1,1 0-1,-1 0 1,0 1-1,0-1 0,1 1 1,-1 0-1,1-1 1,-1 1-1,1 0 1,0 0-1,2 0 1,8-2 28,-1 0 1,1 1 0,-1 1 0,1 0-1,13 0 1,-22 1-5,0 0 0,0 0 1,0 0-1,0 1 0,0 0 0,0-1 0,0 1 0,-1 1 0,1-1 1,0 0-1,0 1 0,-1 0 0,1 0 0,-1 0 0,0 0 0,1 0 1,-1 1-1,0 0 0,-1-1 0,1 1 0,0 0 0,-1 1 0,1-1 1,-1 0-1,3 6 0,3 6 92,0 0 1,-1 1-1,-1 0 1,0 0-1,-1 0 1,-1 1-1,5 33 1,-4 5 608,-3 62 0,-3-82-548,1-35-174,1 0 0,-1 0-1,0 0 1,0 0 0,0 0-1,0 0 1,0-1 0,1 1-1,-1 0 1,0 0 0,0 0-1,0 0 1,0 0 0,0 0-1,1 0 1,-1 0 0,0 0-1,0 0 1,0 0 0,0 0-1,1 0 1,-1 0 0,0 0-1,0 0 1,0 0 0,0 0 0,1 0-1,-1 0 1,0 0 0,0 0-1,0 1 1,0-1 0,0 0-1,1 0 1,-1 0 0,0 0-1,0 0 1,0 0 0,0 0-1,0 1 1,0-1 0,0 0-1,0 0 1,1 0 0,-1 0-1,0 0 1,0 1 0,0-1-1,0 0 1,0 0 0,0 0-1,0 0 1,0 1 0,0-1-1,0 0 1,0 0 0,0 0-1,0 0 1,0 0 0,0 1-1,0-1 1,0 0 0,0 0 0,0 0-1,0 0 1,0 1 0,-1-1-1,1 0 1,0 0 0,8-15-557,4-73-4216,1 33-1243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53 7619,'0'0'4861,"2"0"-4170,10 0-58,-9 0 1482,-21-3-1792,-65 4-256,81-1-65,0 1 0,-1 0 0,1 0 0,-1 0 0,1 0 0,0 0 0,0 1 0,-1-1 0,1 1 1,0 0-1,0-1 0,1 1 0,-1 0 0,0 0 0,1 0 0,-1 0 0,1 0 0,-2 3 0,-20 42 95,18-32 31,0 0 1,1 1 0,1-1-1,-4 31 1,5 64 1003,3-71-682,-1-29-312,0 1 0,1-1 0,1 1 0,0-1 0,0 0 0,1 0 0,0 0-1,7 13 1,-8-18-113,0-1-1,0 0 0,1 0 0,0 0 1,-1 0-1,2-1 0,-1 1 0,0-1 0,1 0 1,-1 0-1,1 0 0,0 0 0,0 0 0,0-1 1,0 0-1,1 0 0,-1 0 0,0 0 1,1-1-1,7 2 0,-8-2-7,0-1 0,0 1 0,0-1 0,0 0-1,0 0 1,0 0 0,0 0 0,0-1 0,0 0 0,-1 0 0,1 0 0,4-2-1,-4 1-7,-1 0 0,0 0 0,0 0 0,0-1 0,-1 0-1,1 1 1,-1-1 0,1 0 0,-1 0 0,0-1 0,3-6 0,4-6-254,-1 0 0,0-2 0,-1 1 1,-2 0-1,1-1 0,-2 0 0,0 0 1,-2-1-1,0 1 0,0-22 1,-6-251-1600,4 287 2567,-1 11-536,-1 17 10,1 79 869,3 138 192,-1-222-1242,0 0-1,2 0 1,0 0 0,1 0-1,1-1 1,0 1 0,17 34-1,-11-42-469,-11-11 391,1 0-1,-1 1 1,0-1-1,1 0 1,-1 0-1,1 0 1,-1 0-1,0 0 1,1 0-1,-1 0 0,1 0 1,-1 0-1,1 0 1,-1 0-1,0 0 1,1 0-1,-1 0 1,1 0-1,-1 0 1,1 0-1,-1 0 1,0-1-1,1 1 0,-1 0 1,0 0-1,1 0 1,-1-1-1,0 1 1,1 0-1,-1-1 1,0 1-1,1 0 1,-1-1-1,0 1 1,0 0-1,1-1 0,-1 1 1,0-1-1,3-7-1059,0-1-1,0 1 0,-1-1 1,0 0-1,1-16 1,-2-18-4952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5987,'0'0'6392,"8"14"-5536,-1-3-669,6 11 633,0 1 0,16 43 0,-14-17 329,-3 1 0,10 78 0,-4 103 721,-12-146-1304,-5-66-483,1 18 48,1-1-1,2 1 1,15 54-1,-19-113-6034,-1 11 4055,0-17-3116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6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5587,'0'0'8505,"0"5"-7113,-1 2-950,0 0-1,0 0 0,0 1 0,-5 9 0,-4 25 432,6 9 518,3 67-1,2-58-655,-1-51-653,0 0-1,1 0 1,0 0-1,1 0 0,0-1 1,0 1-1,1 0 1,6 12-1,-7-17-70,0 0-1,1 0 1,-1 0 0,1-1 0,0 1-1,0-1 1,0 1 0,0-1 0,1 0-1,-1 0 1,1-1 0,0 1-1,0-1 1,0 1 0,0-1 0,0-1-1,0 1 1,7 2 0,-5-3-25,-1 0 0,0 0 0,1-1 0,-1 1 0,1-1 0,-1 0 0,1 0 0,-1-1 1,0 0-1,1 0 0,-1 0 0,0-1 0,0 1 0,1-1 0,-1-1 0,-1 1 0,1-1 0,0 1 0,-1-1 0,1-1 0,-1 1 0,0 0 1,0-1-1,0 0 0,0 0 0,-1 0 0,0-1 0,0 1 0,3-6 0,1-4-246,-1 1 0,0 0-1,-1-1 1,-1 0 0,0 0 0,-1-1-1,-1 1 1,0-1 0,0-26 0,-2 31 84,0-3-212,0 0-1,-4-26 1,3 34 349,0 1 0,-1 0 0,1-1 0,-1 1 0,0 0 1,0 0-1,0 0 0,-1 0 0,1 1 0,-1-1 0,0 1 0,-4-5 1,0 2 105,0 0 0,0 1 0,0 0 0,0 0 0,-1 0 0,0 1 0,0 0 0,-17-5 0,11 5 158,0 2-1,0-1 1,-1 2-1,-24-1 1,38 2-689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13366,'0'0'6475,"-22"12"-6197,-67 39 82,86-49-337,0 0 1,0 0-1,0 0 1,1 0-1,-1 1 1,1-1-1,-1 1 1,-2 3 0,5-5-21,-1 0 1,1 0 0,0-1 0,0 1 0,-1 0 0,1 0-1,0 0 1,0 0 0,0 0 0,0 0 0,0 0 0,0 0 0,0 0-1,0 1 1,1 4-49,4-3-147,-4-3 183,19 2-144,34 7 0,-46-7 172,-1 1 0,1-1 0,-1 1 1,1 1-1,-1-1 0,0 1 1,0 1-1,7 5 0,1 4 19,-1 0-1,0 1 1,-1 0 0,-1 1-1,-1 1 1,18 32-1,-14-18 113,-1 0 0,-2 1-1,11 41 1,-14-24 270,-2 1 1,-2-1-1,-3 88 0,-2-136-409,0 14 79,0-1 0,-2 0 0,0 0 1,0 0-1,-1 0 0,-1 0 1,0-1-1,-7 14 0,9-21-78,-1-1 0,0 0 0,0 0 0,0 0 0,-1 0 0,1-1 0,-1 1 0,0-1 0,-1 0 0,1 0 0,-1-1 0,1 1 0,-1-1 0,0 0 0,0 0 0,-1-1 0,1 1 0,-1-1 0,1 0 0,-1-1 0,1 0 0,-8 2 0,6-2-1,-1-1-1,0 1 1,1-1-1,-1 0 1,0-1-1,-14-3 1,18 3-30,0 0 0,1-1-1,-1 0 1,0 0 0,1 0 0,-1 0 0,1 0 0,0-1-1,0 1 1,0-1 0,0 0 0,0 0 0,0 0 0,-2-5 0,-1-2-95,0-1 0,1 1 0,1-1 1,0 0-1,0-1 0,1 1 1,0-1-1,1 0 0,0 1 1,1-1-1,0 0 0,2-18 1,0 20 70,0-1 1,0 1 0,1 0 0,1-1-1,-1 1 1,2 0 0,-1 0 0,2 0-1,-1 1 1,1 0 0,11-16 0,3 0 34,1 0 0,38-35 0,-2 10-1033,109-74 1,-23 20-6086,-81 54-1934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7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36 11717,'0'0'8372,"-3"0"-7675,-9 0 85,20 0 6,28-2-323,36-11-247,-39 6-192,-1 1 0,53-1 0,-55 7-207,68 0-2815,-97 0 2890,-1 0 1,0 1-1,1-1 1,-1 0-1,1 0 0,-1 1 1,1-1-1,-1 0 1,0 0-1,1 1 1,-1-1-1,0 1 0,1-1 1,-1 0-1,0 1 1,1-1-1,-1 1 1,0-1-1,0 0 0,0 1 1,1-1-1,-1 1 1,0-1-1,0 1 1,0-1-1,0 1 1,0-1-1,0 1 0,0-1 1,0 1-1,0 20-2932,0-16 1420,0 7-3094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1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1 880,'0'0'14703,"6"6"-13798,-5-5-892,3 3 175,1 1-1,0-1 1,0 0 0,0 0 0,0-1 0,1 0 0,-1 1-1,1-2 1,11 5 0,18 1 150,0-1-1,0-2 1,0-2 0,0-1-1,0-2 1,60-6 0,-72 1-284,-5 1-1217,-5 3-3312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29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58 6547,'0'0'6307,"0"-8"-5872,0-26-40,0 33-352,0 0 0,0 1 0,0-1 0,0 0 0,0 0 0,0 1 1,0-1-1,0 0 0,0 1 0,0-1 0,-1 0 0,1 1 0,0-1 0,-1 0 1,1 1-1,0-1 0,-1 1 0,1-1 0,-1 1 0,0-2 0,1 2-12,0 0 0,0 0-1,0 0 1,0 0-1,-1 0 1,1 0 0,0 0-1,0 0 1,0 0-1,0 0 1,0-1 0,0 1-1,-1 0 1,1 0-1,0 0 1,0 0 0,0 0-1,0 0 1,0 0-1,0 0 1,-1 0 0,1 0-1,0 0 1,0 0-1,0 1 1,0-1 0,0 0-1,-1 0 1,1 0-1,0 0 1,0 0 0,0 0-1,0 0 1,0 0-1,0 0 1,0 0 0,0 0-1,-1 0 1,1 1-1,0-1 1,0 0 0,0 0-1,0 0 1,0 0-1,0 0 1,0 0 0,0 1-1,0-1 1,0 0-1,17 367 1961,26 131 981,-43-490-2893,2 12 122,0 0 1,1 0 0,10 33-1,-9-45-396,-2-11-1035,-1-16-1342,-1 17 2488,0-45-4417,0-11-2737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29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13 160 1985,'0'0'11827,"1"-9"-11585,-1 2-209,0 4-21,0 0 0,0-1 0,0 1-1,0 0 1,1 0 0,-1 0 0,1-1 0,0 1-1,0 0 1,0 0 0,1 0 0,-1 0 0,1 0 0,-1 1-1,1-1 1,0 0 0,4-4 0,4-2 78,0 1 1,0 0-1,1 0 0,0 1 1,0 0-1,1 1 1,0 1-1,0-1 0,0 2 1,0 0-1,1 0 0,0 1 1,0 1-1,-1 0 0,15 0 1,-5 2 46,6 0 161,29 3 1,-47-1-220,0 0 1,0 0 0,-1 1-1,1 0 1,0 0 0,12 8-1,-11-6 35,-1 2 0,0-1 0,0 1 0,0 1 0,-1 0 0,0 0 0,-1 1 0,0 0 0,0 0 0,-1 1 0,0 0 0,-1 1 0,0-1 0,-1 1 0,0 0 1,0 0-1,-1 1 0,-1-1 0,0 1 0,-1 0 0,0 0 0,1 20 0,-3-20 13,0 0-1,-1 0 1,-5 21 0,5-27-98,-1 0-1,-1 0 0,1 0 1,-1 0-1,0-1 1,-1 1-1,1-1 0,-9 9 1,-6 6 4,-1-2 1,-1-1 0,0 0 0,-1-1-1,-1-2 1,-33 18 0,18-14-19,-1-2 0,-1-1 0,-53 14 0,67-24-419,1-1 1,-1-1-1,-43-1 1,67-3 359,0 1 0,0 0 0,1-1 0,-1 0 0,0 1 0,1-1 0,-1 1 0,0-1 0,1 0 0,-1 1 0,1-1 0,-1 0 0,1 0 0,0 1 0,-1-1 0,1 0 0,0 0 0,-1 0 0,1 1 0,0-1 0,0 0 0,0 0 0,0 0 0,0 0 0,0 0 0,0 1 0,0-1 0,0 0 0,0 0 0,1-1 0,-1-1-21,0 1-1,0-1 1,0 0 0,1 0 0,0 1 0,-1-1 0,1 0-1,0 1 1,0-1 0,2-2 0,0 1 54,1 1 0,0 0 0,0 0 0,0 0 0,0 0 0,1 1 0,-1 0-1,1 0 1,0 0 0,-1 0 0,1 1 0,0 0 0,0 0 0,7-1 0,13-1 57,39 2 0,-51 1-42,-2 0 53,-1 0 0,1 1 0,0 1-1,-1 0 1,1 0 0,-1 1 0,1 0-1,-1 1 1,0 0 0,-1 1-1,1 0 1,-1 1 0,0 0 0,0 0-1,0 0 1,-1 1 0,0 1 0,10 11-1,4 8 334,-1 1-1,-1 0 1,-2 2-1,0 0 1,-2 1-1,12 34 1,-2 17 260,-23-73-604,-1-5-6,-1-4-109,-1-10-1753,-1-3 353,2 1-1,-1 0 1,6-23-1,9-11-4476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24 1585,'0'0'8444,"-10"0"-7492,-19 0-487,8 0 2928,35-9-2670,0 5-570,0 0 1,0 2-1,0-1 1,0 2 0,1 0-1,27 2 1,-11 0 190,-22-1-215,0 0 0,0 1 0,-1 0-1,1 1 1,0 0 0,0 1 0,8 3 0,-14-5-85,0 0-1,-1 0 1,1 1 0,0-1 0,-1 1-1,0-1 1,1 1 0,-1 0 0,0 0 0,0 0-1,0 0 1,0 0 0,0 1 0,-1-1 0,1 0-1,-1 1 1,1-1 0,-1 1 0,0 0-1,0 0 1,0-1 0,0 1 0,0 0 0,-1 0-1,1 5 1,-1-3-6,0 1-1,0 0 1,0-1-1,-1 1 1,1-1-1,-2 1 1,1-1-1,0 1 1,-1-1-1,0 0 1,0 0-1,-1 0 1,1 0-1,-1 0 1,0 0-1,-1-1 1,-6 8-1,-116 129 388,40-47-295,83-91-126,0 0-1,0-1 1,1 1-1,-1 1 1,1-1 0,0 0-1,0 0 1,0 1-1,1-1 1,-1 1 0,1 0-1,-1-1 1,1 1 0,1 0-1,-1 0 1,0 7-1,1-10 0,0 0-1,0 0 0,1 0 1,-1 0-1,0 0 1,1 0-1,-1 0 0,0 0 1,1 0-1,-1-1 0,1 1 1,0 0-1,-1 0 1,1 0-1,0-1 0,-1 1 1,1 0-1,0-1 0,0 1 1,0-1-1,-1 1 1,1-1-1,0 1 0,0-1 1,0 0-1,0 1 0,2-1 1,30 7 81,-28-7-75,41 4 201,47-4 1,-49 0-149,-30 0-45,1-1 0,-1-1 0,0 0 0,0-1-1,25-8 1,62-34-843,-85 37 415,-11 6-69,1-1 1,0 1-1,0 0 1,1 0-1,6-1 0,18 1-4568,-14 2-27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8580,'0'0'3060,"5"-2"-2972,22-11 141,1 0 3136,-19 12-3217,0 0 1,0 0-1,0 1 1,-1 0 0,13 2-1,8-1 545,33-1-356,339-9 658,-266-1-906,114-9 641,312 5 170,-376 16-541,-114-2-280,360-10 157,-254 7-218,49-6 76,180-19-25,-384 28-60,46 0 51,108-13-1,-72 0 160,165 1 0,-263 12-197,8 1 89,0-1 0,0-1-1,0 0 1,0-1 0,0 0 0,23-8-1,-35 9 83,-2 0 151,0 1-342,0-1 0,0 1 0,0-1 0,0 1 1,0 0-1,0-1 0,0 1 0,0 0 0,0-1 0,0 1 0,0 0 0,0-1 1,0 1-1,0 0 0,-1-1 0,1 1 0,0 0 0,0-1 0,0 1 0,0 0 1,-1-1-1,1 1 0,0 0 0,-1-1 0,-10-1-404,-4-1-871,1 0-1,-1-1 1,1-1-1,0 0 1,0-1-1,-15-9 1,-6-13-5469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2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19 1873,'0'0'13142,"0"-19"-12054,0 26-783,-3 24-145,-18 7 0,0 6-32,-7 6-128,4 6-16,-4 4-256,0 0-1937,-4-4-2738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95 6003,'0'0'3828,"-1"0"-3728,1 0-1,0 0 0,-1-1 1,1 1-1,0 0 1,-1 0-1,1 0 1,0 0-1,-1 0 0,1 0 1,-1 0-1,1 0 1,0 0-1,-1 0 1,1 0-1,0 1 0,-1-1 1,1 0-1,0 0 1,-1 0-1,1 0 0,0 1 1,-1-1-1,1 0 1,0 0-1,-1 0 1,1 1-1,0-1 0,-1 1 1,1 11 132,0 55 890,2-1 0,14 83 1,13 38 509,15 69-295,-42-246-1271,-1-4 60,1 1 0,-1-1 0,1 1 0,0-1 0,1 0-1,5 11 1,-8-17-122,0 0 0,0 0 1,0 0-1,1 0 0,-1 0 0,0 0 0,0 0 0,0 0 0,0 0 0,0 0 0,0 0 0,1 0 0,-1 0 0,0 0 1,0 0-1,0 0 0,0 0 0,0 0 0,0-1 0,0 1 0,1 0 0,-1 0 0,0 0 0,0 0 0,0 0 0,0 0 1,0 0-1,0 0 0,0-1 0,0 1 0,0 0 0,0 0 0,0 0 0,0 0 0,0 0 0,0 0 0,1 0 0,-1-1 1,0 1-1,0 0 0,0 0 0,0 0 0,0 0 0,-1 0 0,1 0 0,0-1 0,0 1 0,0 0 0,0 0 0,0 0 0,0 0 1,0 0-1,0 0 0,0-1 0,0 1 0,0-11-201,-1-27-701,-10-49-1,-1-13-481,-16-278-3484,24 338 4637,2 0-1,6-69 0,-4 105 277,1 0-1,0 0 1,0 0-1,0 0 1,0 1-1,1-1 1,0 0-1,-1 0 1,1 1-1,1-1 1,-1 1-1,0 0 1,1 0-1,0 0 1,-1 0-1,1 0 1,1 0-1,-1 1 1,0-1-1,1 1 0,-1 0 1,1 0-1,-1 0 1,1 1-1,0-1 1,0 1-1,6-2 1,9 0 337,1 0-1,-1 2 1,1 0 0,31 3-1,-10-1-93,-37-1-261,9-1 97,-1 1 0,1 1-1,0-1 1,-1 2 0,1 0 0,-1 1 0,0 0 0,17 6 0,-16-3 26,-1 1 1,0-1 0,0 2-1,0 0 1,-1 0 0,0 1-1,-1 1 1,15 15-1,-19-17-37,0 0-1,-1 0 0,0 1 0,0 0 1,-1 0-1,0 0 0,0 0 0,-1 0 1,0 1-1,-1-1 0,0 1 0,1 19 0,-2-16 75,-1-1-1,-1 1 1,-2 20-1,1-26-135,0-1-1,0 0 0,0 0 1,-1 1-1,1-1 1,-2-1-1,1 1 0,-7 9 1,-8 7 29,0-1 0,-1-1 0,-2-1 1,0 0-1,-35 23 0,43-33-87,0 0-1,-1-2 1,0 0-1,-1 0 1,1-1 0,-1-1-1,-1-1 1,1 0-1,0-1 1,-1 0-1,-19 0 1,21-3 52,10 0-141,1 1-1,-1-1 0,1 0 1,-1-1-1,1 1 1,-1-1-1,-5-1 0,8 1 50,0 1-1,0-1 1,0 0-1,0 1 1,0-1-1,1 0 1,-1 0-1,0 0 0,0 0 1,1 0-1,-1 0 1,0 0-1,1 0 1,-1 0-1,1 0 1,0 0-1,-1 0 0,1-1 1,0 1-1,0 0 1,-1 0-1,1 0 1,0 0-1,0-1 1,0 1-1,1-2 0,-1 2 8,-1-1 0,1 0 0,0 0-1,0 1 1,0-1 0,1 0-1,-1 0 1,0 1 0,1-1-1,-1 0 1,1 1 0,0-1 0,-1 0-1,1 1 1,0-1 0,0 1-1,0-1 1,0 1 0,2-2-1,0 1 39,-1 1-1,1 0 0,0 0 0,0 0 0,0 0 0,0 0 0,0 1 1,0-1-1,1 1 0,-1 0 0,3 0 0,4-1 16,-1 1 0,0 0 1,0 0-1,0 1 0,1 0 0,-1 0 0,0 1 1,0 1-1,0-1 0,-1 1 0,1 1 0,-1 0 0,0 0 1,1 0-1,11 10 0,2 5 159,-1 0 0,-1 1 1,-1 2-1,-1-1 0,25 40 1,-23-28 201,-1 1 1,-2 1-1,20 58 1,-33-79-718,-12-39-3647,1-9 526,0-3-1601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20 7603,'0'0'4915,"-4"-4"-4374,-13-11 169,14 16 1665,2 8-1541,1 20-997,0-16 548,0 7-98,14 348 2190,-7-328-2664,0-77-5757,-7-8 211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5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8196,'0'0'5050,"6"0"-4194,98 1 1272,106 16 0,-180-13-2298,35-1 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5683,'0'0'5728,"7"21"-4765,2 7-596,2 4 230,-1 1 0,5 34 0,-9-12 374,-2 0-1,-5 77 1,0-49-626,0-55 156,1 31-2155,1-53 740,1-7-186,6-28-1629,-1-19-2825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10165,'0'0'4789,"2"-2"-4587,-1 1-159,-1 1-1,1-1 0,-1 1 1,1 0-1,-1-1 0,1 1 1,-1-1-1,1 1 0,0 0 1,-1-1-1,1 1 0,0 0 0,-1 0 1,1-1-1,0 1 0,-1 0 1,1 0-1,0 0 0,-1 0 1,1 0-1,0 0 0,-1 0 1,1 0-1,0 0 0,-1 0 1,1 0-1,0 1 0,-1-1 1,1 0-1,0 0 0,-1 1 1,1-1-1,0 0 0,-1 1 1,1-1-1,-1 1 0,1 0 1,1 2 168,0 0 1,-1 1-1,1-1 1,-1 1 0,0-1-1,0 8 1,1-3-404,7 37 883,5 89 1,-13 48 446,0-23-730,0-148-381,-1 0 1,1 0-1,1 0 1,0 0-1,1 0 1,5 13-1,-9-31-171,0 1 1,1 0-1,-1 0 1,2-12-1,0-18-507,-21-128-2080,3 40 919,-8-258-672,25 379 2513,1 1 0,-1-1 0,0 0-1,1 1 1,0-1 0,-1 1 0,1-1 0,0 0-1,0 1 1,1 0 0,-1-1 0,0 1 0,1 0-1,-1 0 1,1-1 0,0 1 0,0 1 0,0-1-1,0 0 1,0 0 0,0 1 0,0-1-1,1 1 1,-1-1 0,0 1 0,1 0 0,-1 0-1,1 0 1,0 1 0,-1-1 0,4 0 0,10-2 195,1 1 0,-1 1 0,1 0 1,16 2-1,-12-1-42,-11 0-48,0 0-1,0 1 1,0 0-1,0 1 1,-1 0 0,1 1-1,-1 0 1,1 0-1,-1 1 1,0 0-1,0 0 1,-1 1 0,1 1-1,8 6 1,-3-1 88,-1 0 0,-1 0 0,0 2 1,0-1-1,-1 1 0,16 26 0,-20-28-58,-2-1-1,0 1 1,0 0-1,0 0 1,-2 1-1,1-1 1,-2 1-1,1 0 0,-1-1 1,0 19-1,-2-13 18,1-9-141,-1-1-1,0 0 1,0 0 0,-1 1 0,0-1 0,0 0 0,0 0 0,-1 0 0,0 0-1,-6 13 1,1-10-5,0 0-1,-1-1 1,0 0 0,-1 0-1,-14 12 1,0-4 9,-30 19 0,41-29-174,0 0 0,0-1 0,0-1-1,-1 0 1,0-1 0,0 0-1,0-1 1,0 0 0,-1-1 0,1 0-1,-24-1 1,36-2 85,0 1 0,0 0 0,0-1 0,1 1 0,-1-1 0,0 1 0,1-1 0,-1 1 0,0-1 0,1 1 0,-1-1 1,1 0-1,-1 1 0,1-1 0,-1 0 0,1 1 0,-1-1 0,1 0 0,0 0 0,-1 0 0,1 1 0,0-1 0,0 0 0,-1 0 0,1 0 0,0 0 0,0 1 0,0-1 0,0 0 0,0 0 0,0 0 0,1 0 0,-1 0 0,0 1 0,0-1 0,0 0 1,1 0-1,-1 0 0,1 1 0,-1-1 0,0 0 0,1 0 0,-1 1 0,1-1 0,0 1 0,-1-1 0,1 0 0,-1 1 0,1-1 0,0 1 0,0-1 0,-1 1 0,2-1 0,5 0 72,1 0 0,0 0 0,-1 1-1,1 0 1,0 0 0,0 1 0,-1 0 0,1 0-1,-1 1 1,1 0 0,-1 0 0,0 1 0,1 0-1,-1 0 1,-1 0 0,1 1 0,0 0 0,-1 1-1,0 0 1,0 0 0,7 7 0,5 5 218,-2 0 0,0 1-1,-1 1 1,-1 0 0,0 1 0,-2 1 0,0 0 0,13 36 0,-23-52-161,-1 1 0,0 0 0,-1-1 0,1 1 1,-1 9-1,0-8-184,0-6-215,-4-13-6648,1-11 1248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9941,'0'0'4647,"7"0"-4404,0 0-237,0 0 215,-1-1 0,1 1 0,-1 1 0,1-1 0,-1 1 0,0 0 0,1 1 0,-1 0 0,0 0 0,0 0 0,0 0-1,8 6 1,-6-2 23,-1 0-1,0 0 1,0 1-1,0 0 0,-1 1 1,0-1-1,-1 1 1,0 0-1,0 1 0,0-1 1,3 12-1,-6-13-169,0 0 0,0 0 0,0 0 0,-1 0 0,0 1 0,-1-1 0,0 0-1,0 1 1,0-1 0,-1 0 0,0 0 0,0 1 0,-1-1 0,0 0 0,-4 10 0,-4 1-31,0-1 1,-1 0 0,-1 0-1,0-2 1,-23 23 0,21-24-13,1 0 0,1 2 0,0-1 0,1 1 1,0 1-1,-8 18 0,18-33-29,1-1 0,-1 0 0,0 1 0,1-1 0,-1 1-1,1-1 1,0 1 0,-1-1 0,1 1 0,0-1 0,0 1 0,0-1 0,0 1 0,0 0 0,0-1 0,1 1 0,-1-1 0,0 1 0,1-1 0,-1 1 0,1-1-1,-1 0 1,1 1 0,0-1 0,0 0 0,0 1 0,0-1 0,0 0 0,0 0 0,0 0 0,0 0 0,0 0 0,0 0 0,0 0 0,1 0 0,-1 0-1,0 0 1,1-1 0,-1 1 0,3 0 0,5 2 23,1-1 0,0 0 0,-1 0 0,1-1 0,12 0 0,-9 0 5,35 2 38,0-1 1,49-6-1,-90 3-150,0 0-1,0 0 1,-1-1 0,1 0-1,0-1 1,-1 1 0,0-1-1,0 0 1,0-1 0,0 0-1,0 0 1,-1 0 0,10-9-1,-11 8-306,0 1 0,-1 0 0,0-1-1,0 0 1,0 1 0,0-1-1,-1-1 1,0 1 0,0 0 0,0 0-1,1-7 1,-1-25-4474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9044,'0'0'6451,"0"141"-5859,-14-78-239,-7-4-225,4-2-64,-1-13-64,4-6-593,4-20-1680,-1-14-3409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8516,'0'0'7110,"-2"3"-6521,2-3-566,-1 1-1,1-1 0,0 1 1,-1-1-1,1 1 1,0-1-1,-1 1 0,1-1 1,0 1-1,0-1 0,0 1 1,-1-1-1,1 1 0,0 0 1,0-1-1,0 1 0,0-1 1,0 1-1,0-1 1,0 1-1,0 0 0,0-1 1,1 1-1,-1-1 0,0 1 1,0-1-1,0 1 0,1-1 1,-1 1-1,1 0 0,0 0 33,1 0-1,0-1 0,-1 1 0,1 0 1,0-1-1,0 0 0,-1 1 0,1-1 0,0 0 1,0 0-1,-1 0 0,4 0 0,282 0 1716,-95 0-5338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3762,'0'0'6832,"-1"8"-6378,6 168 3268,1-69-1866,-6-46-1043,7 92 346,0-129-1020,-7-24-208,0 1-1,1 0 1,0-1 0,-1 1-1,1-1 1,-1 1-1,1-1 1,0 1 0,-1-1-1,1 0 1,0 1-1,-1-1 1,1 0 0,0 1-1,0-1 1,-1 0 0,1 0-1,0 0 1,0 0-1,0 0 1,-1 0 0,2 0-1,-1 0-134,0-1 0,0 0 0,-1 0 0,1 0 0,-1 1 0,1-1 0,0 0 1,-1 0-1,0 0 0,1 0 0,-1 0 0,1 0 0,-1 0 0,0 0 0,0 0 0,0 0 0,0 0 0,0 0 0,0 0 0,0 0 0,0 0 0,0-2 0,0 0-718,0-30-6092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8116,'0'0'5271,"2"4"-4956,4 6-12,-1 0-1,-1 0 0,0 0 0,0 1 1,4 19-1,7 63 1092,-11-58-928,18 334 2913,-19-251-2759,-3-112-592,0 0 10,0 1 0,1 0 0,-1 0 0,1 0 0,0-1 0,1 1 1,0 0-1,5 10 0,-7-16-42,0-1-1,0 0 1,0 1-1,1-1 1,-1 0-1,0 1 1,1-1-1,-1 0 1,0 0-1,1 1 1,-1-1 0,0 0-1,1 0 1,-1 0-1,1 1 1,-1-1-1,0 0 1,1 0-1,-1 0 1,1 0 0,-1 0-1,0 0 1,1 0-1,-1 0 1,1 0-1,-1 0 1,0 0-1,1 0 1,-1 0 0,1 0-1,-1 0 1,0 0-1,1-1 1,-1 1-1,1 0 1,-1 0-1,0 0 1,1-1 0,-1 1-1,0 0 1,1 0-1,-1-1 1,0 1-1,0 0 1,1-1-1,-1 1 1,0 0-1,0-1 1,1 1 0,-1-1-1,3-9-258,0 0-1,-1 0 1,0 0-1,1-19 1,-2-51-1557,-1 58 1382,0 17 373,1-30-839,-2 0 1,-1 0 0,-14-64-1,5 55-644,-22-90-1292,27 105 3193,2-1 1,-1-47 0,5 57-162,0 12-66,-1-1-1,2 1 0,-1-1 1,1 1-1,3-10 0,-3 15-89,0-1-1,1 0 0,0 1 0,0-1 0,0 1 0,0 0 0,1-1 0,-1 1 0,1 0 0,0 0 0,0 1 1,0-1-1,6-3 0,0 0-8,1 0 0,-1 1 0,1 1 0,0 0 0,0 0 0,0 1 1,0 0-1,20-2 0,-10 3 376,1 0 0,-1 2 0,37 3 1,-52-1-299,1-1 1,-1 1-1,0 0 1,1 0-1,-1 1 1,0-1-1,0 1 1,0 0-1,-1 1 1,1-1-1,-1 1 1,0 0-1,0 0 1,4 5-1,2 3 176,0 1 1,-1 0-1,14 26 0,-20-31-122,1 1 0,-1-1 0,-1 1-1,1 0 1,-1 0 0,-1 0 0,0 0-1,0 15 1,-1-17-80,0-1 0,-1 1-1,1 0 1,-2-1 0,1 1-1,-1-1 1,0 1 0,0-1-1,-1 0 1,1 0 0,-1 0 0,-6 8-1,-14 11 52,-1-1 0,0-1-1,-2-1 1,-50 32 0,56-40-77,-1-1 0,-41 18 0,50-26-295,0-1-1,0 0 0,0-1 0,0-1 1,-1 0-1,1 0 0,-14-1 0,26-1 181,-1 0-1,1 0 1,0 0-1,-1 0 1,1 0-1,0-1 1,-1 1-1,1 0 1,0 0-1,-1 0 0,1 0 1,0-1-1,0 1 1,-1 0-1,1 0 1,0-1-1,0 1 1,-1 0-1,1 0 1,0-1-1,0 1 1,0 0-1,-1-1 0,1 1 1,0 0-1,0-1 1,0 1-1,0 0 1,0-1-1,0 1 1,0 0-1,0-1 1,0 1-1,0-1 1,0 1-1,0 0 0,0-1 1,0 1-1,0-1 1,4-12-774,-3 12 794,1-1 0,-1 1 0,1 0-1,0-1 1,-1 1 0,1 0 0,0 0 0,0 1 0,0-1 0,0 0 0,0 1 0,0-1 0,0 1 0,0-1 0,0 1-1,0 0 1,2 0 0,41 1 197,-40-1-158,3 2 84,1-1 0,-1 1-1,0 1 1,0-1 0,0 1-1,0 1 1,-1-1 0,0 1-1,1 1 1,10 8 0,8 8 553,32 32 1,-39-34-404,14 14 237,-1 0 1,-2 3-1,-1 0 1,39 66-1,-67-98-380,-1-4-226,-2-3-572,-24-45-3972,9 11-259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3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7171,'0'0'7708,"8"0"-7356,8-1-165,38 1 1180,-50 1-1235,-1-1 0,1 1 1,-1-1-1,1 1 0,-1 0 0,0 0 1,0 1-1,1-1 0,-1 1 0,0 0 1,0-1-1,-1 1 0,1 0 0,3 3 1,-2 1 88,1 0 1,-1 0-1,0 1 1,0-1-1,0 1 1,-1 0 0,0 0-1,-1 0 1,1 0-1,-1 1 1,1 11-1,0 7 254,-2-1 0,-1 28-1,0-22-378,-4 24-699,5-55 509,-1 1 1,0 0-1,0 0 1,0 0-1,1-1 1,-1 1-1,0 0 1,1-1-1,-1 1 1,1 0-1,-1-1 1,1 1 0,-1 0-1,1-1 1,-1 1-1,1-1 1,0 1-1,-1-1 1,1 1-1,0-1 1,-1 1-1,2 0 1,21 7-585,-15-5 520,2 1 138,0 0-1,-1 1 1,0 0 0,0 1-1,0 0 1,-1 0 0,0 1-1,0 0 1,8 9 0,-11-10 108,-1 0-1,0 0 1,0 0 0,-1 0 0,1 0 0,-1 1 0,-1 0 0,0-1 0,1 1 0,-2 0 0,1 0 0,-1 0 0,0 0-1,-1 10 1,0-15-62,0 0 0,0 0 0,0 0 0,-1 0 0,1 0-1,-1 0 1,1 0 0,-1-1 0,0 1 0,0 0 0,0-1-1,0 1 1,0 0 0,0-1 0,0 1 0,0-1 0,-2 2-1,-1 0 5,0 0-1,1 0 0,-1-1 1,0 0-1,0 0 0,-1 0 1,-3 2-1,-7 0 22,0 0 0,0 0 1,-23 1-1,6-2-443,1-1 1,-1-2-1,-41-5 1,69 5 98,0-1 0,0 0 0,1 0 1,-1 0-1,1 0 0,-1-1 0,1 1 1,-1-1-1,1 0 0,0 0 0,0 0 1,0-1-1,0 1 0,0-1 0,0 1 0,1-1 1,-1 0-1,-2-4 0,-13-24-5280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0 272 6835,'3'1'10276,"12"2"-10227,762-7 655,-569-7-493,-1 0-75,-128 8 32,-1-4 0,0-4 0,141-37 0,-143 29-155,154-46 94,-161 38 318,1 4 1,98-20-1,-150 41-100,0 1 0,26 2 0,-9-1-38,-35 0 19,11 0-8568,-1 0 87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13494,'0'0'8004,"-11"12"-9557,15-12-528,10 0-1841,3-9-3617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8516,'0'0'5450,"1"2"-4828,56 118 3169,-32-57-2972,-4 2 0,21 109 0,1 92 623,36 164 163,-78-428-1600,26 89 414,-23-80-356,1-1 1,0 0 0,0 0 0,1 0-1,0-1 1,8 10 0,-13-18-66,0 0 1,0 0 0,0 1-1,0-1 1,0 0 0,0 0 0,1 0-1,-1 0 1,0 0 0,1-1-1,-1 1 1,0 0 0,1-1 0,-1 1-1,1-1 1,-1 1 0,1-1-1,-1 0 1,1 1 0,-1-1 0,1 0-1,-1 0 1,1 0 0,0 0-1,-1 0 1,1-1 0,-1 1 0,1 0-1,-1-1 1,1 1 0,-1-1-1,1 0 1,-1 1 0,0-1-1,1 0 1,-1 0 0,0 0 0,0 0-1,1 0 1,-1 0 0,0 0-1,1-2 1,5-5-79,0-1-1,-1 0 0,0 0 1,8-17-1,-12 23 38,19-45-717,-2-1 1,24-93-1,-13 36 401,35-114-595,39-118-910,-86 279 1832,-14 41 80,2-1 1,1 1 0,10-22 0,-9 29 246,-5 12-1361,-2 16-2704,-1-11 2671,0 10-4503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50 6563,'0'0'6961,"0"-5"-6329,0-27 776,0 31-1318,-1 0 0,0 1 0,1-1-1,-1 0 1,0 1 0,0-1 0,0 0-1,0 1 1,0-1 0,0 1 0,0-1-1,0 1 1,0-1 0,0 1 0,0 0-1,0 0 1,0-1 0,0 1-1,0 0 1,0 0 0,-1 0 0,-18-2 441,-34 1 0,49 1-514,0 1 0,1-1 1,-1 1-1,1-1 0,-1 1 1,1 1-1,0-1 0,-1 1 1,1-1-1,0 1 0,0 0 1,0 1-1,-6 4 0,8-5-14,0 0 0,0 1-1,0 0 1,1-1 0,-1 1-1,1 0 1,-1 0-1,1 0 1,0 0 0,0 0-1,0 0 1,1 0 0,-1 5-1,0 46-104,2-29 29,0-11 80,0 0 1,1 0-1,0-1 0,1 1 1,9 24-1,33 66 70,-14-38-65,-14-29-13,20 54 13,-33-78-12,-1 0 1,0 1-1,0-1 1,-2 0-1,1 18 0,-2-28-2,0-1-1,0 0 0,-1 1 1,1-1-1,-1 0 1,0 1-1,0-1 0,0 0 1,0 0-1,0 0 1,0 0-1,0 0 0,-1 0 1,1 0-1,-1 0 1,1 0-1,-1-1 0,0 1 1,0-1-1,0 1 0,0-1 1,0 0-1,0 1 1,0-1-1,0 0 0,-4 1 1,-6 2 12,0 0 0,0-1-1,-23 2 1,27-3 3,-39 2 39,-62-1 0,108-2-93,0-1 1,1 0-1,-1 0 0,0 0 1,0 0-1,0 0 1,0-1-1,1 1 0,-1 0 1,0 0-1,0 0 1,0-1-1,1 1 0,-1 0 1,0-1-1,0 1 1,1-1-1,-1 1 1,0-1-1,1 1 0,-1-1 1,1 1-1,-1-1 1,1 0-1,-1 1 0,0-2 1,-1-20-2213,2 14 1667,0-28-3419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9812,'0'0'8012,"-4"0"-6957,2 0-977,5 0 465,16 1-216,1 2 1,-1 0-1,26 9 1,5 0-48,-24-7-306,-2 1-415,1-2-1,43 3 1,-68-7 263,1-1 0,-1 1 0,1 0 0,0-1 0,-1 1 0,1-1 0,-1 1 0,1-1 0,-1 1 0,0-1 0,1 1 0,-1-1 0,1 0 0,-1 1 0,0-1 0,1 0 0,-1 1 1,0-1-1,0 0 0,0 1 0,1-1 0,-1 0 0,0 1 0,0-1 0,0 0 0,0 1 0,0-1 0,0 0 0,-1 0 0,1 1 0,0-1 0,0 0 0,-1 0 0,1-3-1071,0-18-5332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3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10341,'0'0'6787,"206"38"-6227,-150-22-448,0-7-80,-11-3-16,-10 1-16,-11-4-160,-10-3-400,-7 0-1025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1 325 8516,'0'0'8014,"21"6"-5930,-20-6-2066,1 0 0,0-1-1,-1 1 1,1-1 0,-1 1 0,1-1 0,-1 0 0,1 1 0,-1-1-1,1 0 1,-1 0 0,1 0 0,-1 0 0,0 0 0,0-1 0,0 1 0,0 0-1,0-1 1,0 1 0,0 0 0,0-1 0,0 1 0,0-1 0,0-2-1,3-5-54,-1-1-1,5-18 0,-6 20 22,4-32-483,-1 0-1,-2 0 1,-3-56-1,-1 63 409,2 137 986,20 139 1,1-80 651,45 233 539,-64-388-2338,-2 1-1,1-1 1,-1 1 0,0 16-1,-13-27-4042,-5-11 843,-3-10-1769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9764,'0'0'6641,"16"17"-5891,53 55 15,-63-65-584,0 1 1,0-1-1,-1 1 0,0 0 1,0 1-1,-1-1 0,0 1 1,0 0-1,-1 0 0,3 16 0,-3-6 159,-1 0 0,-1 1 0,-2 26-1,0-7-192,0-30-128,0-1 0,0 0 0,-1 1-1,-1-1 1,1 0 0,-1 0 0,0 0-1,-1 0 1,0-1 0,0 0 0,-1 1-1,0-1 1,-6 6 0,2-1-86,-1-2 0,0 0 0,-1 0 0,0 0 1,0-2-1,-26 16 0,33-22-311,-9 4-1180,13-7 1391,-1 1 0,1 0 0,0 0 0,-1 0-1,1-1 1,-1 1 0,1 0 0,0-1 0,-1 1-1,1 0 1,0 0 0,0-1 0,-1 1 0,1-1-1,0 1 1,0 0 0,-1-1 0,1 1 0,0-1-1,0 1 1,0 0 0,0-1 0,0 1 0,-1-1-1,1 1 1,0-1 0,0 1 0,0 0 0,0-1-1,0 1 1,1-1 0,-1 1 0,0-1 0,0 0-1,0-39-6424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5:4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2 275 10213,'0'0'7654,"-1"0"-7117,1-7-410,3-6-28,0 0-1,9-22 1,6-17-283,-8-9-492,-8 43 456,1-1 0,6-20 0,-9 38 206,0 0 0,0 0 0,0 0 1,1 1-1,-1-1 0,0 0 0,1 0 1,-1 0-1,1 1 0,-1-1 0,1 0 1,-1 1-1,1-1 0,0 0 1,-1 1-1,1-1 0,0 1 0,0-1 1,-1 1-1,1-1 0,0 1 0,0-1 1,-1 1-1,1 0 0,0-1 0,0 1 1,0 0-1,0 0 0,0 0 0,0 0 1,-1 0-1,1 0 0,0 0 0,0 0 1,0 0-1,0 0 0,1 1 1,5-1 68,-6 0-54,0 0 0,1 1 0,-1-1 0,0 0 0,1 1 1,-1 0-1,0-1 0,0 1 0,1 0 0,-1-1 0,0 1 1,0 0-1,0 0 0,0 0 0,0 0 0,0 0 0,0 0 0,-1 0 1,1 0-1,0 1 0,0-1 0,-1 0 0,1 0 0,0 3 1,12 40 46,-10-32-5,13 62 757,9 103 0,-8 78 500,-3-30-1199,-11-175-1024,-2-18-4165,-1-17-6573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6:5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2273,'0'0'7796,"0"-29"-7796,0 26-2161,14 0-64,-3-6-3458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80 3778,'0'0'6136,"-6"-9"-5466,-22-25-1,24 29-585,-9-11 1060,12 25 91,1 5-977,0 986 3864,0-999-3898,-4-16-141,-46-271-3336,34 176 1322,7 24 223,3 0 0,8-138-1,0 206 1563,0 1 0,1-1-1,1 0 1,8-24 0,-8 31 126,0 0 0,1 0 1,1 0-1,-1 1 1,2 0-1,-1 0 1,14-15-1,-17 23 51,-1 0 1,1 0-1,0 0 1,0 0-1,0 0 1,0 1-1,0-1 1,0 1-1,0 0 1,0 0-1,1 0 1,-1 1-1,6-1 0,47 0 653,-31 2-461,-14 0-68,0 0 0,0 1 0,0 0 0,0 1 0,-1 0 0,1 0 0,-1 1 0,0 1 0,15 8 0,2 4 463,-1 0 0,26 25 0,-40-33-378,-1 1-1,0 1 0,-1 0 0,-1 1 0,1 0 1,11 21-1,-16-23-107,0 0 1,-1 0 0,0 1 0,-1-1-1,0 1 1,0 0 0,-1 0-1,-1 0 1,0 18 0,1 13 203,-1-28-210,0 0 1,-1 0-1,-1 1 1,-4 26-1,3-35-91,-1 1 0,0 0 0,0-1 0,-1 1 0,0-1 0,0 0 0,-1 0 0,-9 10 0,-47 39 152,35-33-166,-1-1 1,-1-1-1,0-2 0,-2-1 1,0-1-1,-1-1 0,-57 18 1,79-31-133,-1 0-1,1 0 1,-1-1 0,0 0 0,1-1 0,-1 0 0,-11-2 0,20 2 77,0-1 0,1 1 0,-1-1 0,0 0 0,0 0 0,0 1 0,1-1 0,-1 0 0,0 0 0,1 0 0,-1 0 0,1 0 0,-1 0 0,1 0 0,-1 0-1,1 0 1,0 0 0,-1 0 0,1 0 0,0 0 0,0 0 0,0 0 0,0 0 0,0 0 0,0-2 0,0 0-24,0 0-1,0 0 1,0 0-1,0 0 1,1 0-1,-1 0 1,1 0-1,0 0 1,1-4-1,1 3 49,0 0 0,1 0 1,-1 1-1,1-1 0,0 1 0,0 0 0,0 0 0,0 0 0,0 0 0,6-2 1,48-21 120,-41 21-98,0 0 0,0 1 1,0 0-1,25-1 0,69 2 42,-82 3-43,-24 1 2,0-1 0,0 1-1,-1 0 1,1 0-1,-1 1 1,1-1 0,-1 1-1,1 0 1,-1 0 0,0 1-1,0-1 1,0 1-1,0 0 1,0 0 0,-1 0-1,5 5 1,5 7 229,0 1-1,16 26 1,-21-29-80,21 34 930,38 89 0,-3-4 593,-62-128-2012,4 7 1437,-4-10-2379,-1-32-9041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35 7299,'0'0'5902,"21"-6"-5198,68-15-74,-79 19-416,1 0 0,-1 0 0,1 1 0,0 1 0,-1 0 0,1 0 0,17 3 0,-25-3-158,-2 0-1,1 1 0,-1-1 0,1 0 0,-1 0 0,1 1 0,-1-1 0,1 1 0,-1 0 0,0-1 0,1 1 0,-1 0 0,0 0 0,1 0 0,-1 0 0,0 0 0,0 0 0,0 0 0,0 0 0,0 0 0,0 1 0,0-1 0,0 0 0,-1 0 0,1 1 0,0-1 0,-1 1 0,1-1 0,-1 1 0,0-1 0,1 1 0,-1 2 0,0 0-8,0-1 0,0 0 0,-1 1 0,1-1 0,-1 0 0,0 0 0,0 1-1,0-1 1,0 0 0,-1 0 0,1 0 0,-1 0 0,0-1 0,0 1 0,-2 3 0,-93 91 709,65-68-695,2 1 0,-34 42 0,63-71-61,0 1-1,0-1 1,0 0-1,1 0 1,-1 1-1,0-1 0,1 1 1,-1-1-1,1 1 1,-1-1-1,0 2 1,1-2-1,0-1 0,0 1 0,1-1 0,-1 0 0,0 1 0,0-1 0,0 1 0,0-1 0,0 0 0,0 1 0,1-1 0,-1 0 0,0 1 0,0-1 0,0 0 0,1 1 0,-1-1 0,0 0-1,0 1 1,1-1 0,-1 0 0,0 0 0,1 0 0,-1 1 0,0-1 0,1 0 0,0 0 0,3 1 2,-1 0 0,1 0-1,0-1 1,0 0 0,0 0-1,7 0 1,2-1 58,-3 1-20,17 1 19,-1-1 0,1-2 0,-1 0 0,0-2 0,28-7 0,-47 8-102,16-5-196,-1 1-1,0 1 1,1 1 0,0 1 0,35-1-1,-29 5-3239,-17 0-731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2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6099,'0'0'6659,"-28"198"-6115,7-145-304,0 3-160,4 1-80,6-4-64,4-6-800,7-18-4146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3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5170,'0'0'9581,"13"-2"-9064,302-6 1337,-207 8-2251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8548,'0'0'5939,"177"16"-5203,-124-16-576,-1 0-80,0 0-80,-6-10-32,-8-2 16,-7 5-240,-10 7-1377,-14 0-1936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1 362 8132,'0'0'3311,"4"-29"-2775,14-88-368,-3 39-114,-10 54-113,-1 0-1,-1 0 0,0-41 1,-3 65-19,0 10 132,4 62 429,3 1 0,18 75 0,-2-11 1400,-11-38-655,13 76 239,-17-133-1058,2-1 0,16 45 0,-16-67-38,-5-11-849,-3-33-8187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7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9828,'0'0'5147,"26"28"-4640,77 92 50,-98-115-492,-1 1 0,0 1 0,0-1 0,0 0-1,-1 1 1,4 9 0,-6-13-27,-1 0-1,1 0 1,-1 0-1,1 0 1,-1 0-1,0 0 1,-1 0-1,1 4 1,-2 8 80,3-10-83,-2 1 0,1-1 1,0 1-1,-1-1 0,0 0 0,-1 0 0,1 0 0,-1 1 0,0-1 1,0-1-1,0 1 0,-1 0 0,-3 4 0,1-3-5,0 0-1,-1 0 1,0-1-1,0 0 1,0 0-1,-1 0 1,0-1-1,-7 4 1,5-3-9,0-1 0,-1 0 0,1 0 1,-1-1-1,0 0 0,-13 2 0,-14-5-2421,36 0 2235,1 0 0,-1 0 0,1 0 0,0 0-1,-1 0 1,1 0 0,-1 0 0,1 0 0,-1-1 0,1 1 0,0 0-1,-1 0 1,1-1 0,0 1 0,-1 0 0,1-1 0,0 1 0,-1 0 0,1-1-1,0 1 1,-1 0 0,1-1 0,0 1 0,0 0 0,0-1 0,-1 1-1,1-1 1,0 0 0,-5-31-9108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7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4 336 6643,'0'0'-109,"0"-29"77,-2-95 5,1-15-156,1 96 7540,3 98-6271,20 105-1,-4-48 210,-2 89 288,-12-113-745,26 131 1,-30-212-830,1 0 0,-1-1 0,2 1 0,3 8 0,-5-14-580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5859,'0'0'6517,"7"-1"-5916,76-11 1213,36-3 261,214 11-526,189-12-1107,148-90 697,-647 102-1057,-17 4-34,-1-1-1,0 0 0,0 0 1,0 0-1,1-1 1,-1 1-1,6-4 0,-11 5-27,0 0 0,0-1 0,0 1-1,0 0 1,0 0 0,0 0 0,0 0-1,0 0 1,0 0 0,0 0 0,0 0 0,0 0-1,0 0 1,0-1 0,0 1 0,0 0-1,0 0 1,0 0 0,0 0 0,0 0-1,0 0 1,0 0 0,0 0 0,0 0-1,0-1 1,0 1 0,0 0 0,0 0-1,0 0 1,0 0 0,0 0 0,0 0-1,0 0 1,0 0 0,-1 0 0,1 0 0,0 0-1,0 0 1,0 0 0,0 0 0,0-1-1,0 1 1,0 0 0,0 0 0,0 0-1,0 0 1,0 0 0,-1 0 0,1 0-1,0 0 1,0 0 0,0 0 0,0 0-1,0 0 1,0 0 0,0 0 0,0 0 0,0 0-1,-1 0 1,1 0 0,0 0 0,0 1-1,0-1 1,0 0 0,0 0 0,-15-2 138,-17 1-906,18 3-350,0 0 0,-1 1 0,-16 6 0,22-7 397,-45 11-4141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0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5298,'0'0'4509,"6"10"-3666,14 34 764,-1 1 0,20 70 0,13 166 1526,-3-19-1114,-49-258-1998,6 22 295,11 32 1,-14-51-232,-1-1 1,1 1-1,0-1 1,1 0 0,-1 0-1,1 0 1,0-1-1,1 1 1,-1-1 0,7 5-1,-9-8-64,-1-1 1,0 0-1,1 0 0,-1 0 1,1 0-1,0 0 0,-1 0 0,1 0 1,0 0-1,-1 0 0,1-1 1,0 1-1,0-1 0,0 0 0,-1 1 1,1-1-1,0 0 0,0 0 1,0 0-1,0 0 0,0 0 0,0-1 1,-1 1-1,1 0 0,0-1 1,0 0-1,-1 1 0,1-1 0,0 0 1,0 0-1,-1 0 0,1 0 1,-1 0-1,1 0 0,-1 0 0,0-1 1,1 1-1,1-3 0,3-5 7,0 0-1,0-1 0,-1 1 0,0-1 1,4-14-1,-7 20-36,22-65-266,20-87-1,4-79-505,20-77 298,-23 158 483,-41 135-640,-4 32-331,-1 1 0,0-1 0,-1 1 0,-1-1 0,-7 23 0,-4 11-4299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0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384 227 4034,'0'0'5456,"8"-10"-4525,25-34 43,-30 41-786,-1-1 1,-1 1 0,1 0 0,0 0 0,-1-1 0,0 1 0,0-1 0,0 1-1,0-1 1,0 0 0,-1 1 0,1-1 0,-1 0 0,0 0 0,0 1-1,-1-5 1,0-6 400,1-4-195,1 13-355,-1-1 0,0 0 0,0 1 1,-1-1-1,1 0 0,-1 0 1,-2-6-1,2 10-31,0 1 1,0-1-1,0 1 1,0-1-1,0 1 1,-1-1 0,1 1-1,0 0 1,-1-1-1,1 1 1,-1 0-1,1 0 1,-1 0-1,1 0 1,-1 0-1,0 1 1,0-1-1,1 0 1,-1 1-1,0 0 1,0-1 0,1 1-1,-1 0 1,0 0-1,0 0 1,0 0-1,-2 0 1,-11 0 75,6 0-46,0 0-1,0 0 0,-14 3 0,20-2-33,-1 0 0,1 0-1,-1 0 1,1 1-1,0 0 1,-1-1-1,1 1 1,0 0 0,0 1-1,1-1 1,-1 0-1,-3 4 1,-4 5 30,0 0 0,0 1 0,1 0 0,1 0 0,0 1 0,0 0 0,1 1 0,1-1 0,1 1 0,0 1 0,0-1 0,1 1 0,1-1 0,1 1 0,-2 24 0,4-34-13,0-1 0,0 0 0,0 0 0,0 1 0,1-1-1,-1 0 1,1 0 0,0 1 0,0-1 0,1 0 0,-1 0 0,1 0 0,0 0 0,0-1 0,0 1-1,1 0 1,-1-1 0,1 0 0,0 1 0,0-1 0,0 0 0,0 0 0,5 2 0,56 43 172,-40-32-105,-1 1 0,-1 1-1,0 1 1,23 27 0,-41-40-41,-1 0-1,0 0 1,0 1-1,0-1 1,0 1-1,-1 0 1,-1-1-1,1 1 1,-1 0-1,0 0 1,0 0 0,-1 0-1,0 0 1,-1 10-1,1-11-2,0-2-15,-1 0 1,0 0-1,0 0 1,0 0-1,0 0 1,-1 0 0,1-1-1,-1 1 1,0-1-1,0 1 1,0-1-1,-1 1 1,1-1 0,-1 0-1,0 0 1,0-1-1,-3 4 1,-10 7 61,0-1 0,-22 12 1,21-14-29,-1 1-62,0-1 0,-1 0-1,0-2 1,0 0 0,-1-1-1,0-2 1,0 1 0,-1-2-1,0-1 1,1-1 0,-28 0-1,46-2-126,0 1-1,0-1 0,1 0 0,-1 0 0,0 0 0,0-1 0,0 1 1,0 0-1,0-1 0,1 1 0,-1-1 0,0 0 0,0 1 0,1-1 1,-1 0-1,0 0 0,1 0 0,-1 0 0,1 0 0,-1-1 0,1 1 1,0 0-1,-1-1 0,1 1 0,0-1 0,0 1 0,0-1 0,0 0 1,0 1-1,0-4 0,-11-38-6231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16 1201,'0'0'9020,"0"-2"-8249,0 1-719,0 1 0,0-1 0,0 1 0,0-1 0,0 1 0,0-1 0,0 1 0,0-1 0,0 1 0,-1-1 0,1 1 0,0-1 0,0 1 0,0 0 0,-1-1 0,1 1 0,0-1 0,0 1 0,-1 0 1,1-1-1,0 1 0,-1 0 0,1-1 0,-1 1 0,1 0 0,0 0 0,-1-1 0,1 1 0,-1 0 0,0 0 0,-17-2 1385,10 2-1713,3 1 304,0 0-1,0 0 0,0 0 0,1 0 1,-1 1-1,0-1 0,1 1 1,-1 0-1,1 1 0,0-1 0,0 1 1,0 0-1,0 0 0,0 0 1,0 1-1,-5 6 0,-2 3 8,1 0 0,1 0-1,-14 26 1,16-26-2,2 1 0,0-1 0,0 1 0,1 0 0,1 0 0,-2 25 0,0 91 381,5-107-296,0 3 9,-1 35 361,3 1 0,2 0 0,17 84 0,-10-98-86,3 0 1,2-1-1,29 60 1,-36-88-270,1-1 0,1 0-1,0-1 1,2 0 0,0-1 0,0-1-1,2 0 1,0-1 0,0 0 0,30 19-1,0-13-54,-44-20-431,-1-12-4734,0-14-836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6995,'0'0'4704,"1"1"-4634,0 0 1,0 0 0,0 0-1,0 0 1,0 0-1,-1 1 1,1-1 0,-1 0-1,1 0 1,-1 0-1,1 1 1,-1-1 0,1 0-1,-1 3 1,11 41 603,-2 1-1,-2 0 1,2 55 0,-3-23 168,1 19 163,11 77 589,-17-169-1552,0 2 93,1 1-1,-1 0 0,1-1 1,1 1-1,4 10 0,-6-18-99,-1 0-30,0 0 0,0 0 0,0 1 0,0-1 0,0 0 0,0 0 0,0 0 0,0 0 0,1 0 0,-1 1 0,0-1 0,0 0 0,0 0 0,0 0 0,0 0 0,0 0 0,0 0 0,0 0 0,0 0 0,0 1 0,1-1 0,-1 0 0,0 0 0,0 0 0,0 0-1,0 0 1,0 0 0,0 0 0,1 0 0,-1 0 0,0 0 0,0 0 0,0 0 0,0 0 0,0 0 0,1 0 0,-1 0 0,0 0 0,0 0 0,0 0 0,0 0 0,0 0 0,0 0 0,1 0 0,-1 0 0,0 0 0,0 0 0,0 0 0,0 0 0,0-1 0,0 1 0,1 0 0,-1 0 0,0 0 0,0 0 0,0 0 0,0 0 0,0 0 0,0-1 0,0 1 0,0 0 0,0 0 0,0 0 0,0 0 0,0 0 0,0 0 0,0-1 0,-1-157-2782,-32-244-1,26 366 2731,3-1 0,1 1-1,3-69 1,1 102 43,0 0 1,0 0-1,0 0 0,1 0 0,-1 0 1,1 0-1,-1 1 0,1-1 1,0 0-1,0 1 0,0 0 1,1-1-1,-1 1 0,0 0 0,1 0 1,-1 0-1,1 0 0,0 1 1,0-1-1,0 1 0,3-2 1,3 0 33,0-1 0,0 1 0,0 0 1,0 1-1,0 0 0,11 0 1,0 0 70,1 2 1,-1 0 0,1 1-1,20 4 1,-32-3-27,-1 0 0,1 1-1,-1 0 1,0 0 0,0 1 0,0 0 0,0 0-1,-1 1 1,1 0 0,-1 0 0,11 11 0,-11-8 63,0 0 0,0 0 0,-1 1 1,0-1-1,0 2 0,-1-1 0,-1 0 1,1 1-1,4 18 0,-4-9 131,-1 0 1,-1 0-1,-1 0 1,0 30-1,-3-40-171,0-1 1,0 1-1,-1 0 1,0-1-1,0 1 0,-1-1 1,0 1-1,-1-1 1,1 0-1,-2-1 1,1 1-1,-1-1 1,-8 10-1,-8 8 98,-1-2 1,-34 28-1,50-46-194,-87 69 175,83-67-186,-1 0-1,0-1 1,0 0-1,0-1 1,-1 0-1,0-1 1,-17 4-1,29-8-34,0 0-1,0 0 1,0 1 0,0-1-1,0 0 1,1 0-1,-1 0 1,0 0 0,0 0-1,0 0 1,0 0 0,0 1-1,0-1 1,0 0-1,0 0 1,0 0 0,0 0-1,1 0 1,-1 1-1,0-1 1,0 0 0,0 0-1,0 0 1,0 0-1,0 0 1,0 1 0,0-1-1,0 0 1,0 0 0,0 0-1,0 0 1,0 0-1,0 1 1,-1-1 0,1 0-1,0 0 1,0 0-1,0 0 1,0 0 0,0 1-1,0-1 1,0 0-1,0 0 1,0 0 0,-1 0-1,1 0 1,0 0 0,0 0-1,0 1 1,0-1-1,0 0 1,0 0 0,-1 0-1,1 0 1,0 0-1,17 7-292,-15-6 212,20 8 121,-1 1 0,0 1-1,-1 0 1,26 20 0,70 65 692,-76-61-331,0-2-1,49 30 1,-86-61-840,18 9 1380,-6-8-7458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4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1217,'0'0'14390,"25"182"-12837,-11-129-753,-4-6-416,1-3-159,-1-16-145,1-6-32,-8-9-48,4-10-32,-7-25-6932,0-12-4273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4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9012,'0'0'5443,"203"0"-4627,-144 0-512,0 0-48,-7 0-112,-3 0 32,-10 0-48,-15 0-128,-10 0 0,-11 0-48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5010,'0'0'3810,"1"11"-3167,13 67 965,-5-34-64,4 50-1,-11 174 813,3-238-2258,-4-29-184,-1 0 0,0 0-1,1 0 1,0 0 0,-1 0-1,1 0 1,-1 0-1,1 0 1,0 0 0,0 0-1,0-1 1,-1 1 0,1 0-1,0-1 1,0 1 0,0 0-1,0-1 1,0 1 0,0-1-1,0 0 1,0 1 0,0-1-1,2 1 1,5-1-4914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2 155 8004,'0'0'5149,"0"-7"-4901,0-25-139,0 32-104,0 0-1,-1 0 1,1-1 0,0 1-1,0 0 1,0 0 0,0-1-1,0 1 1,0 0-1,0 0 1,0-1 0,0 1-1,0 0 1,0 0 0,0 0-1,0-1 1,0 1-1,0 0 1,0 0 0,0-1-1,0 1 1,0 0 0,1 0-1,-1 0 1,0-1 0,0 1-1,0 0 1,0 0-1,0 0 1,1-1 0,-1 1-1,0 0 1,0 0 0,0 0-1,0 0 1,1 0-1,-1-1 1,0 1 0,0 0-1,1 0 1,-1 0 0,0 0-1,0 0 1,0 0-1,1 0 1,-1 0 0,0 0-1,0 0 1,1 0 0,-1 0-1,0 0 1,0 0-1,1 0 1,-1 0 0,0 0-1,8 7 63,-5 2 6,1 0 1,-1 1 0,-1-1 0,0 1 0,0 0 0,-1-1-1,0 14 1,2 4 224,14 472 4712,-17-477-4844,0-16-108,-1 6 76,1-1 1,0 1 0,1-1-1,1 1 1,-1-1 0,2 1-1,-1-1 1,7 15 0,-9-26-130,0 1 1,0-1 0,1 0 0,-1 1-1,0-1 1,0 1 0,1-1 0,-1 0-1,0 1 1,0-1 0,1 0 0,-1 1-1,0-1 1,1 0 0,-1 1-1,1-1 1,-1 0 0,0 0 0,1 1-1,-1-1 1,1 0 0,-1 0 0,1 0-1,-1 0 1,1 0 0,-1 0 0,1 1-1,0-2 2,-1 1-1,1 0 0,-1-1 0,1 1 1,-1 0-1,0-1 0,1 1 1,-1 0-1,1-1 0,-1 1 1,0-1-1,1 1 0,-1-1 1,0 1-1,0-1 0,1 1 0,-1-1 1,0 1-1,0-1 0,0 1 1,0-1-1,0 0 0,0 1 1,1-1-1,-1 1 0,-1-2 1,6-205-1672,-2 32-691,0 104 1156,-1 10-146,18-108 0,-18 158 1469,1 0 0,1 0 0,0 1 0,0-1 0,1 1 0,0 0 0,7-9 0,-9 13-49,2 1 0,-1 0-1,0 0 1,1 0 0,0 0-1,0 1 1,0 0 0,1 0-1,0 0 1,-1 1-1,1-1 1,12-3 0,7-1 68,1 1 1,1 1-1,-1 2 0,1 0 1,0 2-1,0 1 1,33 3-1,-53-1-80,0 1-1,-1 0 1,1 0 0,-1 0-1,0 1 1,0 0 0,0 0-1,0 1 1,-1-1 0,1 1-1,-1 1 1,0-1 0,5 6-1,1 2 121,-1-1 0,0 1-1,-1 1 1,13 22-1,-18-26-85,0 0 0,0 0-1,0 1 1,-2-1-1,1 1 1,1 13-1,-1 4 358,-2 31-1,-2-51-389,0 1-1,0-1 0,0 1 0,-1-1 0,0 0 0,-1 1 0,0-1 1,0 0-1,0-1 0,-1 1 0,0-1 0,0 1 0,-1-1 0,-6 7 1,-10 9 69,-1-1 0,-30 23 1,47-40-115,-17 14 32,-2-1 0,0-2-1,-35 19 1,45-28-146,0 0 0,0-1 0,-1 0 0,1-1 0,-1-1 0,0 0 0,0-1 0,-19 0 0,33-3 11,1 1 0,0-1-1,0 0 1,-1 1 0,1-1-1,0 0 1,0 1-1,0-1 1,0 0 0,0 1-1,0-1 1,0 0 0,0 0-1,0 1 1,0-1 0,0 0-1,1 1 1,-1-1-1,0 0 1,0 1 0,1-1-1,-1 1 1,0-1 0,1 0-1,-1 1 1,0-1-1,2 0 1,5-2 0,0 1-1,0-1 1,1 2 0,-1-1-1,1 1 1,0 0 0,-1 0-1,1 1 1,14 1 0,-7-1 82,-6 1 14,-1 0 1,1 0-1,-1 1 1,1 0 0,-1 1-1,0-1 1,0 2-1,0-1 1,0 1 0,-1 0-1,1 1 1,9 7-1,9 9 213,43 45-1,-64-61-177,-3-3-30,86 94 825,-76-81-650,-1 0 0,0 0 0,-2 1-1,16 33 1,-23-44-174,-1 1-1,1-1 0,-1 0 1,-1 1-1,1-1 0,-1 0 1,-1 11-1,1-2-131,-1-14-277,-1 0 0,1 1 0,0-1 0,-1 0 0,1 0 0,-1-1 0,1 1 0,0 0 0,-1 0 0,1-1 0,-1 1 0,1-1 0,0 1 0,0-1 0,-2 0 0,-5-23-7254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7 7027,'0'0'8116,"7"-1"-7601,141-5 3287,-148 7-3772,1-1 0,0 0 0,-1 1 0,1-1 1,0 0-1,-1 1 0,1-1 0,-1 1 1,1-1-1,-1 1 0,1-1 0,-1 1 0,0-1 1,1 1-1,-1 0 0,1-1 0,-1 1 0,0 0 1,0-1-1,1 1 0,-1 0 0,0-1 1,0 1-1,0 0 0,0-1 0,0 1 0,0 0 1,0-1-1,0 1 0,0 0 0,0 1 1,0 1 53,0 1 0,-1-1 1,1 1-1,-1-1 1,1 1-1,-3 5 1,-3 1-4,0-1 0,-1 1 0,0-1 0,0 0 0,-1 0 0,0-1 0,-1 0 1,0-1-1,-10 7 0,-10 10 55,18-14-95,-10 8 53,-37 41 0,53-54-80,1 0 1,-1 1-1,2 0 1,-1 0-1,1 0 1,-1 0-1,2 0 1,-1 1-1,1-1 1,0 1-1,0 0 1,1-1-1,-2 12 1,3-14 3,0 0 1,0 0 0,0 0-1,1-1 1,-1 1-1,1 0 1,0 0 0,0-1-1,0 1 1,4 6-1,-3-7-7,0 0 1,0-1-1,1 0 0,-1 0 0,1 1 0,0-1 0,-1-1 1,1 1-1,0 0 0,0-1 0,0 1 0,6 1 0,9 3 56,0-1 0,1 0-1,0-1 1,30 2 0,78-3-568,-85-4-516,-41 1 847,0 0 1,0-1-1,0 0 0,-1 1 1,1-1-1,0 0 1,0 1-1,-1-1 0,1 0 1,0 1-1,-1-1 1,1 0-1,-1 0 0,1 0 1,-1 0-1,1 0 1,-1 0-1,0 0 0,1 0 1,-1 0-1,0 0 1,0 0-1,0 0 0,0 0 1,0-2-1,2-3-975,8-30-3913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8084,'0'0'7059,"-35"173"-6307,4-111 17,-4 1-337,-4-6-432,8-7 0,6-16-224,12-12-1713,2-15-4130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6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5426,'0'0'10728,"0"5"-9962,1-4-740,-1 1 0,1 0 1,0-1-1,0 1 0,0 0 1,0-1-1,0 1 0,0-1 1,0 1-1,0-1 0,0 0 0,1 1 1,-1-1-1,1 0 0,-1 0 1,1 0-1,-1 0 0,1 0 1,0 0-1,-1 0 0,1-1 1,0 1-1,0-1 0,-1 1 1,1-1-1,0 0 0,3 1 0,12 1 173,0-1 0,22 0 0,-10-1 90,145 0 60,-166-1-402,0 0 0,-1-1-1,1 0 1,-1 0 0,1-1 0,-1 0-1,0 0 1,0 0 0,9-7 0,22-17-2509,-7-2-4634,-26 22 1492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7251,'0'0'5315,"21"220"-3458,-14-135-497,-3 6-111,-4-6-369,0-13-223,3-16-337,8-15-240,-4-16-16,3-6-64,0-10-48,-3-9-288,0 0-2850,0-18-2945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6563,'0'0'3783,"6"8"-2959,-1-3-638,-1 1 0,0 0 0,-1 0 0,1 1-1,-1-1 1,-1 1 0,1-1 0,-1 1-1,0 0 1,2 12 0,1 222 3744,-6-148-3082,1 322 2023,0-406-2818,1 25 129,-1-32-171,0-1-1,0 1 1,1 0-1,-1-1 0,0 1 1,1-1-1,0 1 1,-1-1-1,1 1 1,0-1-1,0 0 1,0 1-1,0-1 1,0 0-1,0 1 1,2 0-1,-3-1-8,0-1-1,0 0 0,1 0 0,-1 1 0,0-1 0,0 0 0,1 0 1,-1 0-1,0 1 0,0-1 0,1 0 0,-1 0 0,0 0 1,0 0-1,1 0 0,-1 0 0,0 0 0,1 0 0,-1 1 0,0-1 1,1 0-1,-1 0 0,0 0 0,1-1 0,-1 1 0,0 0 0,0 0 1,1 0-1,-1 0 0,0 0 0,1 0 0,-1 0 0,0 0 1,0-1-1,1 1 0,-1 0 0,0 0 0,0 0 0,1-1 0,-1 1 1,0 0-1,0 0 0,0-1 0,1 1 0,-1 0 0,0 0 0,0-1 1,0 1-1,0 0 0,0-1 0,1 1 0,-1 0 0,0-1 1,1-20-211,-1 16 118,0-81-1573,-7-270-5385,0 65 7406,7 289-328,0-5 41,1 0 0,0 0-1,1 1 1,0-1-1,0 0 1,0 1 0,1-1-1,0 1 1,0 0-1,1 0 1,-1 0-1,1 0 1,1 0 0,-1 1-1,1 0 1,0 0-1,7-6 1,-1 2 93,0 1-1,0 0 1,1 1-1,-1 0 1,2 0 0,-1 2-1,1-1 1,14-3-1,-9 6-47,1 0 0,-1 1 0,1 1 0,22 1 0,-22 0 20,-15 0-115,0 1 0,-1 0-1,0 0 1,1 0 0,-1 0 0,1 0 0,-1 1-1,0-1 1,0 1 0,0 0 0,0 0-1,0 0 1,0 0 0,-1 1 0,1-1 0,-1 1-1,0 0 1,1-1 0,-1 1 0,0 0-1,-1 0 1,3 5 0,2 4 49,0 1 0,0 0 0,-2 0 0,5 20 0,-1 12 248,-3 0 0,-1 1 0,-3 55 0,-1-95-278,0 0 1,-1 0 0,1 0 0,-1 0-1,-1 0 1,1 0 0,-1 0 0,0 0-1,0-1 1,-1 1 0,0-1 0,-3 6-1,-1-2 29,0 0 0,-1-1 0,0 1-1,-1-2 1,-14 11 0,7-5-91,-1-1 0,-1-1 1,0-1-1,-1 0 0,0-1 1,0-2-1,0 0 0,-1 0 1,-1-2-1,1-1 0,0 0 1,-1-2-1,-28 1 0,47-3-59,0 0 1,-1 0-1,1 0 0,0 0 0,0 0 0,0 0 0,0-1 0,0 1 0,-1-1 0,1 1 1,0-1-1,0 0 0,0 0 0,0 0 0,1 0 0,-1 0 0,0 0 0,0-1 0,-1-1 1,1 1-111,1-1 0,0 0 0,0 0 0,0 1 0,0-1 0,0 0 0,1 0 0,-1 0 0,1 0 0,-1 0 1,1 0-1,1-5 0,-1 7 123,0 0 0,1 0 0,-1 1 0,1-1 0,-1 0 0,1 0 1,-1 1-1,1-1 0,0 0 0,-1 1 0,1-1 0,0 0 0,0 1 0,-1-1 1,1 1-1,0-1 0,0 1 0,0 0 0,-1-1 0,1 1 0,0 0 0,0 0 0,0-1 1,0 1-1,0 0 0,0 0 0,0 0 0,0 0 0,-1 0 0,2 0 0,40 0 103,-31 1-53,-4-1 56,0 1 0,0 0 0,0 0 0,-1 0 0,1 1 0,-1 0 0,1 0 0,-1 1 0,0 0 1,0 0-1,0 0 0,0 1 0,0 0 0,8 8 0,3 4 310,-1 1-1,27 36 1,-38-46-262,38 53 1054,-3 1 0,46 96 0,-79-144-1017,-2-3 5,0-1-1,-1 1 1,0 0 0,0 0-1,-1 0 1,0 1 0,-1-1-1,2 20 1,-4-29-418,-5-23-2673,-3-11-822,3-7-2777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51 6707,'0'0'7011,"1"-4"-6376,0 1-560,0 0-1,1 1 0,-1-1 1,0 1-1,1-1 0,-1 1 0,1 0 1,0-1-1,0 1 0,0 0 1,0 0-1,0 0 0,0 1 1,1-1-1,-1 0 0,0 1 1,1 0-1,-1-1 0,1 1 1,0 0-1,-1 0 0,1 1 1,0-1-1,0 0 0,0 1 1,-1 0-1,6 0 0,-6-1-17,0 1-1,0 0 1,0-1-1,-1 1 1,1 0-1,0 0 1,0 1-1,0-1 1,0 0-1,0 1 1,0-1-1,0 1 1,-1-1-1,1 1 1,0 0-1,0 0 1,-1 0-1,1 0 1,-1 0-1,1 0 1,-1 1-1,1-1 1,-1 0-1,1 1 1,-1-1-1,2 3 1,-1 1 42,0 1 0,0-1 0,-1 0 0,0 1 0,0-1 0,0 1 0,0-1 0,-1 8 0,1 1 105,-1 0 0,0 0 0,-1 0 0,-1 0 0,0 0 0,-7 24 0,4-23-148,0 0 0,1 0 0,-3 25 0,6-36-62,1 1 1,0-1-1,0 1 0,0-1 1,1 1-1,-1-1 1,1 1-1,0-1 0,0 1 1,1-1-1,-1 0 0,1 0 1,0 1-1,0-1 0,1 0 1,-1-1-1,4 5 0,33 31 19,-22-22 32,24 29 1,-37-40-34,1 1 0,-1-1 0,-1 1 0,1 0 0,-1 0 0,0 0 0,0 0 0,-1 1 0,1 7 0,0-3 96,-2 1 0,0-1-1,0 1 1,-3 17-1,2-25-68,-1-1 0,1 1 0,-1-1 0,-1 1 0,1-1 0,-1 1 0,1-1 0,-1 0 0,0 0-1,-1 0 1,1 0 0,-1 0 0,0-1 0,0 1 0,-4 3 0,-3 1 4,-1 0 0,0-1 0,0 0-1,-1-1 1,0-1 0,0 0 0,0 0 0,-21 4 0,9-4-82,-1 0 1,0-2 0,-40 0-1,62-3-157,0 0 0,-1 0 0,1 0 0,0 0 1,-1-1-1,1 1 0,0-1 0,0 0 0,0 0 0,-1 0 0,1 0 0,0-1 0,1 1 0,-1-1 1,0 0-1,0 0 0,1 0 0,-1 0 0,1 0 0,-1 0 0,1-1 0,0 1 0,0-1 1,0 0-1,0 0 0,1 1 0,-1-1 0,1 0 0,0 0 0,0-1 0,0 1 0,0 0 0,0 0 1,0-4-1,-5-44-6082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1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13558,'0'0'3634,"66"191"-2882,-24-81-95,3 12 95,0 20 96,-6 5-239,-8 10-145,-20 0-464,-11-3-16,-21-1-32,-49-8-1841,-31-10-3570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2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5 108 5410,'0'0'4154,"0"-11"-3655,0-41 1734,0 52-2222,0 0 1,0 0-1,-1 0 0,1 0 0,0 0 0,0 1 1,-1-1-1,1 0 0,0 0 0,0 0 0,0 0 0,-1 1 1,1-1-1,0 0 0,0 0 0,0 0 0,0 1 1,-1-1-1,1 0 0,0 0 0,0 1 0,0-1 0,0 0 1,0 0-1,0 1 0,0-1 0,0 0 0,0 0 0,0 1 1,0-1-1,0 0 0,0 1 0,0-1 0,0 0 1,0 0-1,0 1 0,0-1 0,0 0 0,0 0 0,0 1 1,1-1-1,24 402 1489,-5-150 39,-16-156-974,-4-42-241,3 0-1,15 80 1,-18-134-317,10 34 278,-10-32-266,1-1 0,-1 0 0,1 0 0,-1 0 1,1 0-1,-1 1 0,1-1 0,0 0 1,-1 0-1,1 0 0,0 0 0,0 0 1,0 0-1,0-1 0,-1 1 0,2 0 1,-1 0-1,0-1 0,0 1 0,0 0 0,0-1 1,2 1-1,-2-1 176,-1-1-171,-2-34-260,-1 0-1,-12-50 1,-4-29-1238,9-8-95,-18-140-3843,23 219 5110,2-1 1,3-51-1,1 37 315,-1 49-4,1-1 0,0 1 0,0 0 0,1-1 0,0 1 1,0 0-1,1 0 0,1 0 0,-1 0 0,1 0 0,10-14 0,-9 17 110,-1 0 1,1 0 0,0 1 0,0 0 0,1 0-1,0 0 1,0 1 0,0-1 0,0 2 0,1-1-1,-1 1 1,1-1 0,0 2 0,0-1 0,12-2-1,22-1 346,0 2 0,1 2 0,54 4 0,-20-1-342,-64-1-72,0 1-1,0 0 1,0 1 0,0 0 0,0 1 0,0 1 0,-1 0 0,0 0 0,1 1 0,-1 0 0,-1 1 0,1 0 0,15 13 0,-18-12 84,-1 0 0,1 0 0,-1 1 0,-1 0 1,1 0-1,-1 1 0,-1-1 0,0 1 1,0 1-1,-1-1 0,0 1 0,0-1 1,-1 1-1,0 0 0,-1 0 0,1 16 1,2 63 872,-5-78-891,-1 1 1,0-1-1,0 0 1,-1 0-1,-1 1 0,-3 9 1,-3-3-30,0 0 0,0-1 0,-2-1 0,0 0 0,-1 0 0,-1-1 0,-20 19 0,2-5-36,-1-3-1,-52 35 1,60-46-17,-48 23 0,60-33-32,0 0 0,0-1 0,-1-1 0,1 0 0,-1-1 0,-18 2 0,-37-4-19,67 0 2,0 0 1,0 0 0,0 0 0,0 0 0,0-1-1,0 1 1,0 0 0,0 0 0,0-1-1,0 1 1,1 0 0,-1-1 0,0 1 0,0-1-1,0 0 1,1 1 0,-1-1 0,0 1-1,1-1 1,-1 0 0,0 0 0,1 1 0,-1-1-1,0-1 1,0 0-64,0 0 0,1-1 0,-1 1 0,0 0 0,1-1 0,0 1 0,-1 0 0,1-1 0,0-4 0,0 3-55,0 0 0,1 0-1,0 0 1,-1 0 0,1 0 0,1 0-1,-1 1 1,0-1 0,1 0-1,0 0 1,0 1 0,3-5 0,1 3 113,0 0 1,0 0 0,0 1 0,1 0 0,0 0-1,0 1 1,0-1 0,0 2 0,0-1-1,0 1 1,1 0 0,0 0 0,9 0 0,4 0 31,-1 1 0,1 1 0,38 4 0,-51-2-5,-1 0-1,0 0 1,1 0 0,-1 1 0,0 0-1,-1 1 1,1-1 0,-1 1 0,1 0-1,-1 1 1,10 9 0,4 6 189,31 39 1,-43-49-110,21 32 706,-1 0 0,-2 2 0,34 82 0,-11-24 483,-38-81-1001,-20-45-7635,0-12-848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2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66 8420,'0'0'5573,"23"-11"-5279,74-31 87,-91 40-297,0 0 0,1-1-1,0 2 1,-1-1 0,1 1 0,0 0 0,0 1-1,-1-1 1,1 1 0,10 2 0,5-1 429,-21-1-471,0 0-1,0 0 0,0 0 0,0 1 1,0-1-1,0 0 0,0 0 0,0 1 0,-1-1 1,1 1-1,0-1 0,0 1 0,0-1 1,-1 1-1,1-1 0,0 1 0,-1 0 0,1-1 1,0 1-1,-1 0 0,1 0 0,-1-1 1,1 1-1,-1 0 0,1 0 0,-1 0 0,0 0 1,1-1-1,-1 1 0,0 0 0,0 0 1,0 0-1,0 0 0,0 1 0,1 1 8,-1 0-1,0 1 1,-1-1-1,1 0 1,0 0-1,-1 0 1,0 0-1,0 0 1,0-1-1,0 1 1,-2 4-1,-9 9 114,0-1 0,-1 0-1,-1 0 1,0-1-1,-27 19 1,8-5-99,6-5-37,-1 0-8,2 2 0,-28 31 0,52-54-22,1 0 0,-1 0 0,0 0 0,0 1 0,1-1 0,-1 1 0,1-1 0,0 1 0,0-1 0,0 1 0,0 0 0,0-1 0,1 1 0,-1 0 0,1 0 0,0-1 0,0 5 0,0-7 4,0 1 0,0-1 0,0 0-1,0 1 1,0-1 0,0 0 0,0 0 0,0 1 0,0-1 0,0 0 0,0 1 0,0-1 0,0 0 0,1 0 0,-1 1 0,0-1-1,0 0 1,0 0 0,1 1 0,-1-1 0,0 0 0,0 0 0,1 1 0,-1-1 0,0 0 0,0 0 0,1 0 0,-1 0 0,0 0-1,0 1 1,1-1 0,-1 0 0,0 0 0,1 0 0,21 4 78,1 0-1,-1-2 1,1 0 0,37-3-1,-25 0 45,2 2-173,-14 0 142,0-1 0,-1-1 0,1-1 0,23-5 0,-40 6-192,0-1 1,0 0-1,-1 0 1,1 0 0,0-1-1,-1 0 1,0 0 0,1 0-1,-1-1 1,-1 0 0,1 0-1,0 0 1,-1 0-1,0-1 1,0 0 0,0 0-1,-1 0 1,1 0 0,3-10-1,5-23-3887,-5-7-3885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2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8452,'0'0'4546,"-21"169"-3281,-3-94-705,-11 10-128,-3 3-256,3-3-144,4-16-32,13-16-32,15-21-336,3-17-2946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2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3 5074,'0'0'9303,"-1"0"-9217,0-1-1,1 1 1,-1-1-1,0 1 1,0 0-1,0 0 1,1 0-1,-1-1 1,0 1 0,0 0-1,0 0 1,0 0-1,0 0 1,1 0-1,-1 0 1,-1 1-1,-1 0-58,-1 0 0,1 0 0,0 1 0,0-1 0,0 1 0,0 0 0,1 0 0,-1 0 0,0 0 0,-3 4 0,-24 30 83,16-19-39,-10 13 38,0 1 0,-31 56 0,45-68-30,1 0 0,1 0-1,1 1 1,1-1-1,1 2 1,-5 34 0,5 2 366,6 96 1,1-133-298,1 0 0,0-1 0,2 0 0,0 1 1,2-1-1,0-1 0,0 0 0,2 0 1,18 29-1,-8-19 106,1 0-1,2-1 1,1-1 0,45 39-1,-57-55-191,0-1-1,0-1 1,23 13 0,-27-18-66,0 0 0,0 0 0,0-1 0,0 0 0,0-1 0,1 1 0,-1-1 0,14 0 0,-20-2-99,1 1 0,-1 0 1,0-1-1,0 1 0,0-1 0,0 1 0,0-1 1,1 0-1,-1 1 0,0-1 0,0 0 0,0 0 0,-1 0 1,1 0-1,0 0 0,0 0 0,0 0 0,-1 0 1,1 0-1,-1 0 0,2-2 0,11-30-2719,-10 25 1783,11-36-5137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2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0 300 10629,'0'0'3233,"0"-28"-3155,0-144-12,0 88 1275,0 68-97,0 57-1107,4 24 537,17 101-1,-1-16 629,-15-85-748,-2-18-33,1 0-1,20 81 1,-15-107-230,-8-18-228,1 0 1,0 0-1,-1 1 0,0-1 1,0 0-1,0 1 0,0 0 1,1 6-1,-2-9-41,0-11-1364,-3-65-6361,2 44 1095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20 7571,'0'0'6206,"-2"0"-5435,16 2 5523,79-1-6012,387-4 1882,-475 3-2130,0 0 2,0 1 1,0-1 0,0 0 0,1-1 0,-1 1 0,0-1 0,0 0 0,0 0 0,0-1-1,0 1 1,0-1 0,0 0 0,0-1 0,5-2 0,-8 4-32,-2 1-26,-8 0-6198,-8 0 1513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64 293 4370,'0'0'5531,"0"-19"-5110,0-112 588,0 121-818,0 6-154,1 1 0,-1-1 0,0 0 0,0 0 0,0 1 0,-1-1 0,1 0 0,-1 1 0,0-1 0,0 0 0,0 1 0,-1-1 0,-2-4 0,3 7 139,1-2-165,1 1 0,-2-1-1,1 0 1,0 0 0,0 1-1,-1-1 1,0 0 0,0 1-1,1-1 1,-3-3 0,2 3-882,-14-21-703,14 23 1610,0 0 1,0 0 0,0 0-1,0 0 1,0 0 0,0 0-1,0 0 1,0 0 0,0 0-1,0 0 1,-1 0 0,1 1-1,0-1 1,0 1 0,-1-1-1,1 1 1,-3-1 899,4 1-937,0 0 0,-1 0 1,1 0-1,0-1 0,0 1 1,-1 0-1,1 0 0,0 0 1,0 0-1,-1 0 0,1 0 0,0 0 1,0 0-1,-1 1 0,1-1 1,0 0-1,0 0 0,-1 0 0,1 0 1,0 0-1,0 0 0,0 0 1,-1 1-1,1-1 0,0 0 0,0 0 1,0 0-1,-1 0 0,1 1 1,-1 15-1406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32 880,'0'0'6334,"0"-4"-5760,-2-15-91,1 10 1300,1 26-1187,3 30-204,2 0 1,3 0-1,23 82 0,-8-41 616,7 58 252,-14-60-359,45 138 1,-50-205-480,-6-15-149,-3-8 166,-2-8-510,0 0 0,-1 1 0,0-1-1,0 1 1,-7-21 0,-15-35-3294,3 0 0,-17-100 0,27 116 1025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4178,'0'0'3634,"28"-7"-3325,89-23 49,-107 28-236,-1 0 1,1 0-1,0 1 1,0 0-1,20 1 1,-10 1 161,-14-1-174,10-1 132,-1 1-1,1 1 1,-1 0-1,0 1 1,1 1-1,23 7 1,6 7 287,-14-7-108,0 2 0,0 1 0,-2 2 0,30 19 0,-51-29-303,-1 0-1,0 1 1,0 0 0,-1 0 0,1 0 0,-2 1 0,1 0 0,-1 1-1,0-1 1,0 1 0,0 0 0,-1 0 0,-1 0 0,0 1 0,0-1 0,0 1-1,-1 0 1,0 0 0,1 15 0,-2-15-59,-1-1 1,0 1-1,0-1 0,0 1 0,-1-1 0,0 0 0,-1 1 1,0-1-1,0 0 0,-1 0 0,0 0 0,0 0 1,-1-1-1,0 1 0,-7 10 0,-23 27 79,-58 58 0,77-89-112,-1 0 0,0-1-1,0 0 1,-2-1 0,1-1 0,-1-1 0,-26 10 0,30-15-29,-1-2 0,0 0 1,0-1-1,-1 0 0,1-1 0,-26-2 0,14 0-36,26 1-12,0 0-1,-1 0 0,1 0 0,0 0 1,-1-1-1,1 1 0,0 0 0,0-1 1,0 1-1,-1-1 0,1 0 0,0 1 1,0-1-1,0 0 0,0 0 0,0 0 0,0 0 1,0 1-1,0-1 0,1 0 0,-1-1 1,0 1-1,1 0 0,-1 0 0,0 0 1,1 0-1,-1 0 0,1-1 0,0 1 1,-1 0-1,1-1 0,0 1 0,0 0 1,0 0-1,0-1 0,0 1 0,0 0 1,0-2-1,0-1-34,1 1 0,-1-1 0,1 1 0,-1 0 0,1-1 0,0 1 0,0 0 0,0-1 0,1 1 0,-1 0 0,1 0 0,0 0 0,4-5 0,-3 6 83,0-1 0,0 1 1,1 0-1,-1 0 0,1 0 1,-1 0-1,1 1 1,0-1-1,-1 1 0,1 0 1,0 0-1,6 0 0,52-1 94,-39 3-89,-14-1 27,0 1-1,0 0 0,0 0 0,0 1 1,0 0-1,-1 1 0,1 0 1,-1 0-1,10 6 0,-5-1 68,0 0-1,-1 0 1,0 1-1,0 1 1,10 11-1,-2 1 218,-2 0-1,-1 1 0,-1 0 0,0 1 0,15 36 1,-27-53-232,0 1-2,0 1-1,0-1 1,-1 1-1,0 0 1,0 0 0,-1 1-1,0-1 1,-1 0-1,1 16 1,13-24-1539,-15-1 1460,1 0-232,0 0 0,0 0-1,0 0 1,1 0 0,-1 0 0,0 0-1,0-1 1,0 1 0,0 0 0,0-1-1,0 1 1,-1-1 0,1 1-1,0-1 1,2-1 0,20-26-8124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1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16 1761,'0'0'13353,"-3"-1"-12732,3 1-606,-1 0 0,1 0-1,0 0 1,0 0 0,0 0 0,-1 0-1,1 0 1,0 0 0,0 0 0,0 0-1,0 0 1,-1 0 0,1 0 0,0 0-1,0 0 1,0-1 0,-1 1 0,1 0-1,0 0 1,0 0 0,0 0 0,0 0-1,0 0 1,-1-1 0,1 1 0,0 0-1,0 0 1,0 0 0,0 0 0,0 0-1,0-1 1,0 1 0,0 0 0,0 0-1,0 0 1,-1-1 0,1 1 0,0 0-1,0 0 1,0 0 0,0-1 0,0 1-1,0 0 1,0 0 0,0 0 0,1 0-1,-1-1 1,0 1 0,0 0 0,0 0-1,0 0 1,0-1 0,0 1 0,0 0-1,0 0 1,0 0 0,0 0 0,1 0-1,-1-1 1,0 1 0,0 0 0,0 0-1,0 0 1,1 0 0,-1 0 0,22-5 653,40 4 205,-57 1-776,-4-1-62,1 1-1,0 0 1,0 0-1,-1 0 1,1 0-1,0 1 1,-1-1-1,1 0 1,-1 1 0,1-1-1,0 1 1,-1-1-1,1 1 1,-1 0-1,1 0 1,-1 0-1,0-1 1,1 1 0,-1 1-1,0-1 1,1 0-1,-1 0 1,0 0-1,0 1 1,0-1-1,1 3 1,0 1 60,-1 0 0,0 1 0,0-1 0,0 0 0,-1 1 0,0-1 0,0 7 0,0-11-91,-1 6 43,0 0-1,0 0 1,0-1 0,-1 1 0,0 0 0,0-1-1,-1 0 1,0 1 0,0-1 0,0 0 0,-1 0-1,-4 5 1,-10 12 61,-32 31 0,27-30-94,-76 73 58,92-89-92,9-4-91,15-3-74,-10-1 212,24 0-32,13 1 65,1-2 1,74-12 0,-40-2-17,54-13 24,-126 26-141,-3 2 59,-1-1 0,1 0 0,0 0 0,-1 0 0,1-1 0,-1 0 0,6-2 0,-8 2-267,0 1 0,1 0 0,-1-1 0,0 1 0,0-1 0,0 1 0,-1-1 1,1 1-1,0-1 0,0 0 0,-1 1 0,1-1 0,-1 0 0,0 0 0,1 0 0,-1 1 1,0-1-1,0 0 0,0-3 0,0-21-5586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1201,'0'0'14342,"0"75"-13734,-11-18 241,-13 12-385,-4 0-320,-3 6-48,3-2-96,3-4-16,8-13-112,10-21-3746,7-13-9540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1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7299,'0'0'4205,"-8"0"-3880,5 0-295,0 0 0,1 0-1,-1 0 1,0 0 0,1 0-1,-1 0 1,0 1 0,1-1 0,-1 1-1,1 0 1,-1 0 0,1 0-1,-1 0 1,1 0 0,0 1-1,-1-1 1,1 1 0,0-1-1,0 1 1,0 0 0,0 0-1,1 0 1,-1 0 0,0 0-1,1 0 1,-1 0 0,1 1-1,0-1 1,0 0 0,0 1-1,-2 4 1,-4 14 192,1 0-1,0 0 1,2 1 0,-4 35-1,4 90 750,5-108-638,0 12 51,2 0 0,3 0-1,2-1 1,2 0 0,2 0 0,3-1 0,35 81 0,-32-89-30,2-1-1,36 51 1,-47-77-298,1-1 0,0 0 0,1-1-1,1-1 1,0 1 0,0-2 0,1 0 0,1 0-1,25 13 1,-31-20-109,0 0-1,0 0 1,0-1 0,0 0-1,0-1 1,1 0 0,-1 0-1,1-1 1,-1 0 0,15-2-1,-21 2-165,1-1-1,-1 1 1,1 0-1,-1-1 1,0 0 0,0 1-1,1-1 1,-1 0-1,0 0 1,0 0-1,3-3 1,-1 0-709,0 0 0,0 0 0,-1 0 0,6-10 0,-7 12 608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8180,'0'0'3807,"7"24"-2961,52 280 2395,-45-151-1757,14 91-33,-27-238-1370,5 22 11,-6-27-72,0 0 0,0-1 0,0 1 0,1 0 0,-1 0 0,0-1 0,0 1-1,1 0 1,-1 0 0,0-1 0,1 1 0,-1 0 0,1-1 0,-1 1 0,1-1 0,-1 1-1,1 0 1,0-1 0,-1 1 0,1-1 0,-1 1 0,1-1 0,1 1 0,-2-8 129,0-25-618,-2 1 1,-6-38-1,-45-228-3842,41 227 3677,4-1 0,0-126 0,9 193 700,-1 0 0,1 0 0,0 0 0,0 0 0,0 0 0,1 1 0,-1-1 0,1 0 0,0 1 0,0-1 0,0 1 0,1-1 0,-1 1 0,1 0 0,0 0 0,0 0 0,0 1 0,0-1 0,3-2 0,8-4 66,0 0-1,1 1 0,20-9 1,-23 13-77,0 1 1,0 0-1,1 1 1,-1 0-1,1 1 1,-1 1-1,24 1 1,-6 0 113,-20 0-62,-1 0 0,1 0 0,0 1-1,-1 1 1,0 0 0,0 0-1,0 0 1,0 1 0,0 1-1,-1 0 1,1 0 0,-1 0 0,-1 1-1,1 0 1,-1 0 0,0 1-1,0 0 1,7 11 0,-5-7 62,0 1 1,-1 0-1,-1 1 1,0 0-1,-1 0 0,0 1 1,-1-1-1,0 1 1,-1 0-1,-1 1 0,3 24 1,-5-18 102,0 0 0,-5 35 0,3-46-198,-1 0 1,-1 0-1,1 0 1,-2 0-1,1-1 0,-2 0 1,-7 15-1,-6 3-13,0-1 0,-2-1 0,-1 0 0,0-2 1,-2 0-1,-1-1 0,-1-2 0,-32 21 0,50-37-64,0 0 0,0-1 0,0 0-1,-1 0 1,1-1 0,-1 0 0,1 0 0,-1-1 0,0 0 0,0 0 0,0-1 0,-14-1 0,21 1-41,0 0 0,0 0 0,0 0 1,0 0-1,0 0 0,0-1 0,0 1 0,0 0 1,1-1-1,-1 1 0,0 0 0,0-1 0,0 1 1,0-1-1,1 0 0,-1 1 0,0-1 0,0 0 1,1 1-1,-1-1 0,1 0 0,-1 0 0,1 1 1,-1-1-1,1 0 0,-1 0 0,1 0 1,-1-2-1,-1-27-1308,3 19 994,-1 10 318,0-1-1,0 0 1,0 1 0,0-1 0,0 0-1,1 1 1,-1-1 0,1 0 0,-1 1-1,1-1 1,0 1 0,0-1 0,0 1-1,-1-1 1,1 1 0,0 0 0,1-1-1,-1 1 1,0 0 0,0 0 0,1 0-1,-1 0 1,0 0 0,1 0 0,-1 0-1,1 0 1,-1 1 0,1-1 0,-1 0 0,3 0-1,5 0 66,-1-1-1,1 1 1,0 0-1,15 1 1,-15 0-58,1 0 62,0 0 1,-1 1-1,1 0 1,-1 1 0,1 0-1,-1 0 1,0 1-1,0 0 1,0 1-1,0-1 1,-1 2-1,1-1 1,-1 2-1,9 6 1,3 4 115,-1 1 1,-1 0 0,-1 1-1,-1 1 1,0 1 0,-1 0-1,-1 1 1,-2 1 0,16 32-1,-27-51-320,-1 0 0,1 0-1,0-1 1,-1 1 0,1 0-1,-1 0 1,0 0 0,0 3-1,0-1-1204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8756,'0'0'6179,"0"201"-4883,0-139 49,0-8-769,0-14-240,0-8-191,6-16-129,5-13-16,-4-3-32,3 0-513,1-29-1808,-4-11-2289,0-7-3234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10997,'0'0'4583,"34"4"-3980,112 14-66,-79-12 120,104-2 1,-101-5-511,-70 1-179,1 0 1,-1 0 0,1 0-1,-1 0 1,0 0-1,1-1 1,-1 1 0,0 0-1,1 0 1,-1 0 0,0 0-1,1-1 1,-1 1 0,0 0-1,1 0 1,-1-1-1,0 1 1,0 0 0,1-1-1,-1 1 1,0 0 0,0-1-1,0 1 1,0 0-1,1-1 1,-1 1 0,0 0-1,0-1 1,0 1 0,0-1-1,0 1 1,0 0 0,0-1-1,0-17-2342,0 11 655,0-6-3315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3794,'0'0'7875,"4"38"-6143,14 126-278,-7-45 661,-5 132 0,-6-181-1927,0-67-209,0 14 91,0-16-82,1-1 0,-1 1 1,0-1-1,0 0 0,0 1 0,0-1 0,0 1 0,0-1 0,1 0 0,-1 1 0,0-1 1,0 0-1,0 1 0,1-1 0,-1 0 0,0 1 0,1-1 0,-1 0 0,0 1 1,1-1-1,-1 0 0,0 0 0,1 1 0,-1-1 0,0 0 0,1 0 0,-1 0 1,1 0-1,-1 0 0,0 1 0,1-1 0,8-17-4667,0-13-1676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7363,'0'0'3383,"0"11"-2502,10 152 2464,16 109 205,-7-51-1961,-17-205-1491,-2-12-47,0 0 0,0 0-1,1 0 1,-1 0 0,1 1-1,0-1 1,1 0 0,-1 0-1,1-1 1,3 8 0,-5-11-46,0 0 1,0 0 0,0 0-1,0 0 1,0 0 0,0 1-1,0-1 1,0 0 0,0 0-1,0 0 1,0 0 0,1 0-1,-1 1 1,0-1-1,0 0 1,0 0 0,0 0-1,0 0 1,0 0 0,0 0-1,1 0 1,-1 0 0,0 0-1,0 1 1,0-1-1,0 0 1,0 0 0,1 0-1,-1 0 1,0 0 0,0 0-1,0 0 1,0 0 0,1 0-1,-1 0 1,0 0 0,0 0-1,0 0 1,0 0-1,0 0 1,1 0 0,-1 0-1,0 0 1,0-1 0,0 1-1,0 0 1,0 0 0,0 0-1,1 0 1,-1 0 0,0 0-1,0 0 1,0 0-1,0-1 1,0 1 0,0 0-1,0 0 1,0 0 0,1 0-1,-1 0 1,0 0 0,0-1-1,0 1 1,0 0-1,0 0 1,0 0 0,0 0-1,0 0 1,0-1 0,1-107-1736,-3-145-7898,-2 198 6627,-5 1-232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0 1 2145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4 170 2145,'-3'-104'1051,"3"102"-981,0 0-1,0-1 1,0 1 0,0 0-1,0-1 1,0 1-1,1 0 1,-1 0 0,1-1-1,0 1 1,-1 0-1,1 0 1,0 0 0,2-3-1,-2 4-21,0 1 0,0-1-1,0 0 1,0 0 0,0 1-1,0-1 1,1 0 0,-1 1-1,0-1 1,0 1 0,0-1-1,1 1 1,2 0 0,5-3 276,1-1 8,1 1-1,-1 0 1,1 0 0,0 1 0,0 1 0,0 0-1,0 0 1,0 1 0,0 0 0,1 1 0,-1 0-1,-1 1 1,1 0 0,0 1 0,0 0 0,-1 1-1,1 0 1,16 10 0,-7-1 154,0 1 0,-1 1 0,-1 1-1,0 1 1,20 23 0,-31-30-276,1 0-1,-2 1 0,1-1 1,-1 1-1,-1 0 0,0 1 1,0 0-1,-1-1 1,-1 1-1,0 1 0,-1-1 1,1 14-1,-1 0 304,-2 29 0,0-46-426,-1 0 1,-1-1 0,1 1-1,-1-1 1,-1 1-1,0-1 1,-5 12-1,-5 1 3,-1 0 0,-1 0 0,-1-2 0,-1 1 0,0-2 0,-2-1 0,0 0 0,0-1-1,-41 24 1,53-35-125,-1-1 0,1 0-1,-1 0 1,0-1 0,0 0-1,-1 0 1,1-1 0,0 0-1,-1-1 1,1 1 0,-15-1-1,22-1-54,0 0-1,1-1 0,-1 1 1,0 0-1,0-1 0,1 1 0,-1 0 1,0-1-1,1 1 0,-1-1 1,0 1-1,1-1 0,-1 1 1,1-1-1,-1 1 0,1-1 1,-1 1-1,1-1 0,-1 0 1,1 1-1,-1-1 0,1 0 1,0 0-1,0 1 0,-1-1 1,1 0-1,0 0 0,0 1 1,0-1-1,0 0 0,0 0 1,0 0-1,0 1 0,0-1 1,0 0-1,0 0 0,0 0 1,0 1-1,1-1 0,-1 0 1,1-1-1,-1 0-90,1 0 0,-1-1 0,1 1 1,0-1-1,0 1 0,0 0 0,0 0 0,0-1 1,0 1-1,1 0 0,-1 0 0,1 0 0,-1 0 1,3-1-1,3-1 42,1 1-1,-1 0 1,1 0 0,-1 1 0,1 0 0,0 0-1,0 1 1,15-1 0,-8 1 252,1 1 0,0 0 0,26 5 1,-32-2 51,0 0 1,-1 1 0,1-1-1,-1 2 1,0-1 0,0 1 0,-1 1-1,1 0 1,11 10 0,6 9 621,30 35 0,-52-56-724,13 15 386,-1 1 0,-1 1 0,-1 0 0,0 0 0,-2 2 0,15 34 0,-27-57-482,0 0 0,0 0-1,0 1 1,0-1 0,0 0-1,0 0 1,0 0 0,0 0-1,0 0 1,0 0 0,0 0-1,0 0 1,0 1 0,0-1 0,0 0-1,0 0 1,0 0 0,0 0-1,0 0 1,0 0 0,0 0-1,0 0 1,0 0 0,0 1 0,0-1-1,0 0 1,0 0 0,0 0-1,0 0 1,0 0 0,0 0-1,0 0 1,0 0 0,0 0 0,0 0-1,0 1 1,0-1 0,-1 0-1,1 0 1,0 0 0,0 0-1,0 0 1,0 0 0,0 0-1,0 0 1,0 0 0,0 0 0,0 0-1,-1 0 1,1 0 0,0 0-1,0 0 1,0 0 0,0 0-1,0 0 1,0 0 0,0 0 0,0 0-1,-1 0 1,1 0 0,0 0-1,0 0 1,-6-4-1617,-1-14-2990,3-4-2486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60 144,'0'0'9050,"-2"0"-8066,1 0-856,0 0-1,0 0 1,0-1 0,0 1-1,1 0 1,-1 0 0,0-1-1,0 1 1,1-1 0,-1 1-1,0-1 1,0 1-1,1-1 1,-1 1 0,1-1-1,-1 1 1,0-1 0,1 0-1,-1 1 1,1-1 0,-1 0-1,1 0 1,0 1 0,-1-1-1,1 0 1,0 0 0,0 0-1,-1 0 1,1 1 0,0-1-1,0 0 1,0 0 0,0 0-1,0 0 1,0 0-1,0 1 1,0-1 0,1 0-1,-1 0 1,0 0 0,0 0-1,1 1 1,-1-1 0,0 0-1,2-1 1,0 0-102,1 0 0,0 1 0,0-1 0,0 0 0,0 1 0,0 0 0,0 0 0,0 0 0,0 0 0,0 0 0,6 0 0,33-5 225,0 2 0,48 1 0,-86 3-211,-1 0 1,1 0 0,-1 1-1,1-1 1,-1 1 0,0-1 0,1 1-1,-1 0 1,0 0 0,1 1-1,-1-1 1,0 1 0,0 0 0,0-1-1,0 1 1,0 0 0,-1 1 0,1-1-1,-1 0 1,1 1 0,-1 0-1,0-1 1,0 1 0,0 0 0,0 0-1,-1 0 1,1 0 0,-1 1 0,1-1-1,-1 0 1,0 1 0,-1-1-1,2 7 1,-1-2 47,0 1 0,-1 0-1,0-1 1,0 1 0,-1 0 0,0-1 0,0 1-1,-1-1 1,0 1 0,-1-1 0,1 0-1,-2 0 1,1 0 0,-1 0 0,-1 0 0,1-1-1,-1 0 1,0 0 0,-9 9 0,-2 2 21,0-1 0,-31 25 1,40-38-132,5-3-122,21-1-467,-11 0 621,0 0-1,0 1 0,0 0 0,0 1 0,0-1 0,0 2 0,0-1 0,-1 1 0,14 7 0,-17-8-10,-1 0 0,0 0 0,0 0-1,0 1 1,0-1 0,0 1-1,-1 0 1,1 0 0,-1 0 0,0 0-1,0 0 1,0 0 0,0 1-1,0-1 1,-1 1 0,1-1 0,-1 1-1,0 0 1,0-1 0,-1 1-1,1 0 1,-1 7 0,0-5-7,1 2 10,-1-1 0,-1 1 0,0-1 1,-1 9-1,1-13 11,0 0 1,-1 1-1,1-1 1,-1 0-1,0 0 1,0 0-1,0 0 1,0-1 0,0 1-1,0 0 1,-5 3-1,-3 3-23,-1 0-1,0-1 1,0 0-1,-1 0 1,0-1-1,0-1 1,-1 0-1,1-1 1,-1 0-1,0-1 1,-1-1-1,1 0 1,-1 0-1,-25 0 1,38-3-90,0 0 1,0 0 0,1 0 0,-1 0-1,0 0 1,0 0 0,0 0-1,1 0 1,-1 0 0,0-1-1,0 1 1,0 0 0,1-1 0,-1 1-1,0 0 1,0-1 0,1 1-1,-1-1 1,1 1 0,-1-1-1,0 1 1,1-1 0,-1 0 0,1 1-1,-1-1 1,1 0 0,-1 1-1,1-2 1,-2-23-2911,2 16 2097,0-37-6013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4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9220,'0'0'6707,"149"217"-5330,-100-117-401,-7 13-111,-17 13 79,-22 9-207,-3 12-193,-17 1-352,-36-7-64,-6-9-128,-11-16-16,-6-13-272,-12-12-2209,-16-6-1937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0 287 9124,'0'0'4984,"1"-15"-4845,22-201-123,-23 165-582,0 47 358,0 6 27,2 27 4,26 163 340,-6-56 472,-3 101 1289,4 28-516,-15-222-1637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8132,'0'0'5490,"24"163"-4385,-34-119-641,-18-9-240,0-4-32,0-6-64,4-12-112,6-7 144,8-6-160,3 0-128,3-19-3313,1-28-5780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2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5170,'0'0'-208,"2"-29"-552,6-88 661,0 52 800,-5 19 5615,8 46-4713,-10 1-1589,0-1-1,-1 0 1,1 1-1,0-1 1,-1 1-1,1-1 1,-1 1-1,1-1 1,0 1-1,-1-1 1,1 1-1,-1-1 0,0 1 1,1 0-1,-1-1 1,0 1-1,1 1 1,7 17 290,-1 1-1,0 0 1,3 22 0,9 70 968,-18-109-1243,32 424 2681,-31-373-2739,-2 39-1897,0-79-2402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49 7603,'0'0'6726,"-6"-3"-5997,2 1-598,-13-8 387,17 3-208,12 1 65,6 0-129,0 2 0,0 0 0,1 1 0,20 0 0,79 3 388,-54 1-284,-33-1-260,558 19 2176,-60 3-1018,-527-22-1226,-10-1-289,-10-1-467,0 1 0,-1 1 0,1 0 0,0 2 0,0 0 0,0 1 0,-29 8 0,-16 15-3119,-2 3-1872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7443,'0'0'6574,"3"-1"-6166,-2 0-378,0 1-1,0-1 0,0 1 0,0 0 1,0-1-1,0 1 0,0 0 0,0 0 1,1 0-1,-1 0 0,0 0 0,0 0 1,0 0-1,0 1 0,0-1 1,0 0-1,1 0 0,-1 1 0,0-1 1,0 1-1,0-1 0,0 1 0,0-1 1,0 1-1,-1 0 0,1 0 0,0-1 1,0 1-1,0 0 0,-1 0 1,1 0-1,0 0 0,-1 0 0,1 0 1,0 1-1,5 6 207,-1 1 0,-1-1 0,6 14 1,18 52 1315,24 103 0,4 78 468,17 68-264,-65-294-1582,14 29 1,-19-51-135,0 0 1,0 0 0,1-1-1,0 1 1,1-1-1,-1 0 1,1 0 0,0-1-1,9 8 1,-13-12-30,0 0 0,1 0 0,-1 0 0,0 0 0,1 0 0,-1 0 0,1 0 0,-1 0 0,1 0 0,-1-1 0,1 1 0,0-1 0,-1 1 0,1-1 0,0 0 0,-1 1 0,1-1 0,0 0 0,-1 0 0,1 0 0,0-1 0,-1 1 0,1 0 0,0-1 0,-1 1 0,1 0 0,0-1 0,-1 0 0,1 0 0,-1 1 0,1-1 0,-1 0 0,0 0 0,1 0 0,-1 0 0,0 0 0,1-1 0,-1 1 0,0 0 0,1-3 0,4-5 15,-1 0 0,-1 0 1,0-1-1,0 1 0,3-15 0,-4 16-12,20-83-358,18-144 0,-28 142-705,42-153 0,-39 198 846,1 1-1,3 0 0,2 1 0,39-60 0,-57 99 182,-3 5 9,0 0 0,-1 1 0,1-1 0,0 1 0,0-1 0,0 1 0,0-1 0,1 1 0,-1 0 0,0-1 0,1 1-1,-1 0 1,1 0 0,-1 0 0,1 0 0,-1 0 0,1 0 0,0 1 0,-1-1 0,4 0 0,-4 12-2930,-1 20 65,0 8-1364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6 8228,'0'0'7342,"0"-1"-7316,0 1 0,0 0 0,0 0 0,0 0 0,0 0 0,0 0 0,1 0 0,-1 0 0,0-1 0,0 1 0,0 0 0,0 0 0,0 0 0,0 0 0,0 0 0,0 0 0,0-1 0,0 1 0,0 0 0,0 0 0,0 0 0,0 0 0,0 0 1,0-1-1,0 1 0,0 0 0,0 0 0,0 0 0,0 0 0,-1 0 0,1 0 0,0 0 0,0-1 0,0 1 0,0 0 0,0 0 0,0 0 0,0 0 0,0 0 0,0 0 0,-1 0 0,1 0 0,0 0 0,0-1 0,0 1 0,0 0 0,0 0 0,0 0 0,-1 0 0,1 0 0,0 0 0,0 0 0,0 0 0,0 0 0,0 0 1,0 0-1,-1 0 0,1 0 0,0 0 0,0 0 0,0 0 0,0 0 0,0 0 0,-1 0 0,1 0 0,0 1 0,0-1 0,0 0 0,0 0 0,-3 0 52,1 0-1,0 1 1,-1-1 0,1 1 0,-1 0-1,1-1 1,0 1 0,0 0 0,0 1-1,-1-1 1,1 0 0,0 0 0,0 1-1,1-1 1,-4 5 0,-32 33 243,29-31-243,1 2-68,0-1-1,0 1 0,1 0 0,1 1 0,-1 0 0,2-1 0,-1 2 0,2-1 1,-1 0-1,2 1 0,-1 0 0,2-1 0,-1 1 0,2 0 0,0 0 0,0 0 1,1 0-1,4 21 0,-3-28-18,0 1 1,0 0-1,1 0 1,0-1-1,0 0 0,1 1 1,-1-1-1,1 0 1,0-1-1,0 1 1,1-1-1,6 6 1,9 6 21,38 21 0,-27-18 8,-29-17-19,0 0-1,1 0 1,-1 0 0,0 0 0,0 0 0,0 0 0,0 1-1,0-1 1,0 1 0,-1-1 0,1 1 0,-1-1 0,0 1-1,2 5 1,-3-6-3,1 0 0,-1 0 0,0 0 0,0 0 0,0-1 0,0 1 1,0 0-1,0 0 0,-1 0 0,1 0 0,-1 0 0,1-1 0,-1 1 0,0 0 0,1 0 0,-1-1 0,0 1 0,0 0 0,0-1 0,-1 1 0,1-1 0,0 0 0,0 1 0,-1-1 0,-2 2 0,-5 4 30,-1-1 0,0-1 0,0 0 0,-1 0 0,0-1-1,1 0 1,-1-1 0,-14 3 0,-1-2-743,0 0-1,-42-1 1,53-5-1959,7-8-1705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3362,'0'0'9660,"37"34"-8718,-37-34-942,154 153 859,-143-141-751,-1 1 1,-1-1 0,0 1 0,-1 1-1,0 0 1,-1 0 0,7 19 0,0 9 248,-2 0 0,-2 0 0,-2 1 0,5 67 0,-10-26 91,-9 117 0,2-168-398,-1 1 1,-2-1 0,-1-1 0,-2 1-1,-1-2 1,-1 1 0,-2-2-1,-1 1 1,-35 51 0,45-74-89,-1 0 1,0-1 0,0 1 0,0-1 0,-1 0-1,0-1 1,-10 7 0,13-11-476,0 1 0,0-1 1,0 0-1,0-1 0,-1 1 0,-4 1 1,-19-1-7071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79 7603,'0'0'7161,"-13"-3"-2223,51 1-4584,60-10 0,12-2 24,-94 14-622,-4 0-883,1-1 0,22-4 1,-33 5 908,0-1 1,0 1 0,0-1 0,0 0 0,0 0-1,0 0 1,0 0 0,0 0 0,0 0 0,0 0-1,0 0 1,-1-1 0,1 1 0,0-1 0,-1 1 0,1-1-1,-1 0 1,0 0 0,1 1 0,-1-1 0,0 0-1,1-2 1,1-6-6444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8244,'0'0'7195,"9"-3"-6907,18-3-60,0 2-1,0 1 1,54 0-1,105 3 213,-185 0-526,-1 0 0,1 0 0,0-1 0,-1 1 1,1 0-1,0 0 0,-1 0 0,1 0 0,-1 0 0,1 0 0,0 1 0,-1-1 0,1 0 0,0 0 0,-1 0 0,1 0 1,-1 1-1,1-1 0,-1 0 0,1 1 0,-1-1 0,1 0 0,-1 1 0,1-1 0,-1 1 0,1-1 0,-1 1 0,1-1 1,-1 1-1,0-1 0,1 1 0,-1-1 0,0 1 0,0-1 0,1 1 0,-1 0 0,0-1 0,0 1 0,0 0 0,0-1 1,0 1-1,0-1 0,0 2 0,0 5-5495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6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11 376 4802,'0'0'9565,"0"-14"-9235,4-231-287,-3 215-165,0 22 104,0 0-1,-1 0 1,0 0-1,-1 0 1,0 0-1,0 1 1,0-1-1,-4-10 1,4 13 7,1 706 2418,-1-698-3525,-5-2-2430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6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8868,'0'0'5491,"25"182"-4835,-39-148-320,-18-2-144,-3-7-176,7-6-16,4-16-224,10-3-3041,7-16-4195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32 202 4418,'0'0'688,"-3"-27"35,-11-85 499,11 90-727,-3-10 1783,1 24 1495,5 8-3708,0 12 645,0 27-373,10 291 3296,2-155-2102,5 44-456,-15-196-1040,2-1 0,0 0-1,2 0 1,8 22 0,-13-42-94,-1-2 15,0 1-1,0 0 1,0 0 0,0-1-1,0 1 1,1 0 0,-1 0-1,0-1 1,1 1 0,-1 0 0,0-1-1,1 1 1,-1-1 0,1 1-1,-1 0 1,1-1 0,-1 1-1,1-1 1,-1 1 0,1-1 0,0 0-1,-1 1 1,1-1 0,0 0-1,-1 1 1,1-1 0,0 0-1,-1 0 1,1 1 0,0-1 0,0 0-1,0 0 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69 7187,'0'0'4770,"-7"3"-3980,-1 1-524,-3 2 4,-2 0 2777,33-7-2189,-9 2-630,485 7 2160,-224-6-1964,-155-3-197,-65 0-1,-1-3 0,0-2 0,95-23 0,-94 17-152,-20 5 64,44-15 0,-61 17-89,-12 5-33,0-1 0,0 0-1,-1 0 1,1 0 0,-1 0 0,1 0 0,3-3 0,-3 3 8,-3 1-75,-6 1 11,-1 0-1,1 1 1,0-1 0,-1 1 0,1 1-1,0-1 1,0 1 0,0 0-1,0 0 1,1 1 0,-1 0 0,1 0-1,-7 7 1,-13 7-709,2-1-1015,-1-2 0,0-1 0,-31 12 0,4-6-3321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6707,'0'0'6632,"2"-4"-5898,-1 2-640,0 1 1,-1 0-1,1-1 0,0 1 1,0 0-1,0-1 0,0 1 0,0 0 1,1 0-1,-1 0 0,0 0 1,1 0-1,-1 0 0,0 0 0,1 0 1,-1 1-1,1-1 0,-1 0 1,1 1-1,-1-1 0,1 1 0,0 0 1,-1 0-1,1-1 0,-1 1 1,1 0-1,0 0 0,-1 0 0,1 1 1,0-1-1,-1 0 0,1 1 1,-1-1-1,1 1 0,-1-1 0,1 1 1,-1 0-1,1-1 0,-1 1 1,2 1-1,2 4-13,0-1 0,-1 1 0,1 0 0,-1 0 0,0 0 0,-1 1 0,4 9-1,19 56 503,-16-42-252,103 415 3152,-107-416-3327,-3-11-50,14 51 189,-15-63-266,1 0 0,-1 0 0,1 0 0,0 0 0,0-1 0,1 0-1,0 1 1,6 6 0,-9-11-18,1 1 1,-1-1-1,0 0 0,1 0 0,-1 0 0,1 0 1,-1 0-1,1 0 0,0 0 0,-1 0 0,1-1 1,2 1-1,-3-1-7,-1 0 0,1 0 0,0 0 0,0 0 0,0 0 0,0 0 0,-1 0 0,1 0 0,0 0 0,0-1 0,0 1 0,-1 0 0,1-1 0,0 1 0,0 0 0,-1-1 0,1 1 0,1-2 0,0-1 1,1 0 0,-1 0 1,1-1-1,-1 1 0,0-1 1,-1 1-1,1-1 0,1-6 1,16-53-442,-3-1 1,-3-1-1,-2 0 1,2-104 0,-9 129 201,1 0 0,1 0 0,3 1 0,1 0 0,2 0 0,1 1 0,2 1 1,29-51-1,-9 37 247,-34 51-38,-1-1-1,1 1 1,-1-1-1,1 1 1,-1-1 0,1 1-1,0 0 1,-1-1-1,1 1 1,-1 0 0,1 0-1,0-1 1,-1 1-1,1 0 1,0 0 0,-1 0-1,2 0 1,-2 0-69,0 0 0,1 0 1,-1 0-1,0 0 0,0 0 0,0 0 1,1 0-1,-1 0 0,0 0 0,0 0 1,1 0-1,-1 0 0,0 0 0,0 0 1,0 0-1,1 1 0,-1-1 0,0 0 1,0 0-1,0 0 0,0 0 0,1 0 1,-1 1-1,0-1 0,0 0 0,0 0 1,0 0-1,0 1 0,0-1 0,0 0 1,1 0-1,-1 1 0,0 16-3257,0 10-1736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39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339 120 4626,'0'0'6171,"0"-10"-5301,3-90 2707,-3 100-3558,-1-1-1,1 1 1,-1-1-1,1 1 1,-1-1-1,1 1 1,-1-1-1,1 1 1,-1-1-1,1 1 0,-1-1 1,1 1-1,-1 0 1,0-1-1,1 1 1,-1 0-1,0 0 1,1-1-1,-1 1 1,0 0-1,0 0 1,1 0-1,-1 0 1,0 0-1,-1 0 1,-25-1 59,25 1-47,-1 0-27,-14 0 64,0 0 1,-19 4-1,30-3-59,0 1 0,0-1 0,0 1 0,0 0 0,0 1 0,1-1 0,-1 1 0,1 0 0,-8 6 0,8-5-5,-1 0 0,1 1 1,0-1-1,0 1 1,0 0-1,1 0 0,0 0 1,0 1-1,0-1 0,1 1 1,-1 0-1,1 0 0,1 0 1,-1 1-1,1-1 1,0 1-1,1-1 0,0 1 1,0 0-1,0-1 0,0 11 1,1-12 13,0 3 56,-1-1 0,2 1 0,-1 0 0,1 0 0,0-1 1,0 1-1,1 0 0,0-1 0,0 0 0,1 1 0,0-1 0,5 9 1,14 14 250,47 51 1,-51-63-245,-2 0 0,0 2 0,-1-1 0,0 2 0,-2 0 1,16 33-1,-27-50-40,-1 0 1,0 0 0,1 0 0,-1 0-1,0 0 1,-1 1 0,1-1 0,-1 0-1,0 0 1,0 1 0,0-1-1,-1 0 1,0 1 0,-1 7 0,0-9-21,1 0 0,-1 0 0,0 0 0,0-1 0,0 1 0,0 0-1,0-1 1,-1 1 0,1-1 0,-1 0 0,1 0 0,-1 0 0,0 0 0,0 0 0,0-1 0,0 1 0,0-1 0,-4 2 0,-9 1-12,1 0 1,-1-1-1,1 0 0,-29 0 0,9-2-1154,-38-6 1,69 5 596,0-1 1,-1 1 0,1-1 0,0-1 0,0 1 0,0-1-1,0 1 1,0-1 0,1 0 0,-6-3 0,-6-8-6131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82 3986,'0'0'8516,"-3"-3"-7257,0 1-925,2 1-241,1 1-1,-1-1 0,0 0 0,0 1 0,0-1 0,0 0 0,1 0 0,-1 0 1,0 0-1,1 0 0,-1 0 0,1 0 0,-1 0 0,1 0 0,0 0 0,-1 0 1,1 0-1,0 0 0,-1-1 0,8-1 1135,122-3 67,-99 4-1218,-1 0 0,0-3 0,0 0 0,-1-2 0,36-12 0,-59 17-343,-1 0 0,1 1 0,0 0 0,-1 0-1,1 1 1,9-1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2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8356,'0'0'5786,"19"-5"-5255,64-15-42,-60 16-168,-1 1 1,1 1-1,0 1 1,31 3 0,-5-1 44,-14 0-220,9-1-13,-14-1-4451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3025,'0'0'5363,"0"4"-4587,-1 8-376,1-1 1,1 0-1,-1 0 0,2 0 0,0 0 0,0 0 0,1 0 1,5 13-1,1-2 203,75 193 2708,-81-204-3289,-1 0 0,0 0 0,-1 0 1,0 1-1,-2 11 0,1-22-39,0-1-50,1 1-1,-1-1 1,0 0-1,0 0 1,0 1-1,0-1 1,0 0-1,0 0 1,0 1-1,0-1 1,0 0-1,0 1 1,0-1-1,0 0 1,-1 0-1,1 1 1,0-1-1,0 0 1,0 0-1,0 1 1,0-1 0,0 0-1,-1 0 1,1 1-1,0-1 1,0 0-1,0 0 1,-1 0-1,1 0 1,0 1-1,0-1 1,-1 0-1,1 0 1,0 0-1,0 0 1,-1 0-1,1 0 1,0 0-1,0 1 1,-1-1-1,1 0 1,0 0-1,-1 0 1,1 0 0,0 0-1,0 0 1,-1 0-1,1-1 1,-1 1-1,-12 0-5574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 4946,'0'0'5541,"-1"-11"-4196,2 11-1268,1-1 1,-1 1-1,1-1 1,-1 1-1,1 0 0,-1 0 1,1 0-1,-1 0 0,1 0 1,0 0-1,-1 0 1,1 0-1,-1 1 0,1-1 1,-1 1-1,4 0 0,-1 2 58,1-1 0,-1 1-1,0-1 1,0 1 0,0 1-1,0-1 1,0 0-1,-1 1 1,1 0 0,-1 0-1,0 0 1,0 0 0,0 1-1,-1-1 1,0 1-1,0-1 1,0 1 0,0 0-1,1 6 1,0 4 7,-1 1-1,0-1 1,-1 1 0,0 0 0,-3 16-1,2-28-114,-1 1 1,1-1-1,-1 1 0,0-1 0,-1 0 0,1 1 0,-1-1 0,0 0 0,0 0 0,-4 5 0,-30 34 2,36-43-30,0 1-97,-7 5-70,3-6-2893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 4610,'0'0'3756,"-2"-4"-3433,-3-3-109,3 6 329,1 21 499,1-17-1005,-1 69 2744,20 144 0,11-39-2255,-29-157-1395,-2-11-4115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30 272,'0'0'10416,"32"-5"-9451,110-14-164,-95 15-177,83 2 0,-65 4-330,341 10 1651,-33 4-419,-485-14-5704,51 5 45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3890,'0'0'6870,"0"-11"-2821,1 16-3944,0 1 0,1-1 0,0 0-1,0 1 1,0-1 0,1 0-1,5 9 1,6 10 146,42 125 1259,-38-92-767,35 69 0,-52-125-723,0 1 1,-1-1-1,1 1 0,0-1 1,0 0-1,-1 1 1,1-1-1,0 0 0,0 0 1,1 0-1,-1 1 0,0-1 1,0-1-1,0 1 1,1 0-1,-1 0 0,1 0 1,-1-1-1,0 1 0,1 0 1,-1-1-1,1 0 1,-1 1-1,1-1 0,-1 0 1,1 0-1,0 0 0,-1 0 1,1 0-1,-1 0 1,1 0-1,-1 0 0,1-1 1,-1 1-1,1 0 0,-1-1 1,1 0-1,-1 1 0,1-1 1,-1 0-1,0 0 1,1 1-1,-1-1 0,0 0 1,0 0-1,0-1 0,0 1 1,1 0-1,-2 0 1,1 0-1,0-1 0,0 1 1,0 0-1,0-3 0,175-344-3058,-172 340 3078,52-123 5,-49 122-731,-4 14-1759,-2 16-1180,-1-20 3677,0 30-4806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8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17 2321,'0'0'9650,"-1"-3"-8551,1 2-1067,0 1 0,-1-1 0,1 0-1,0 0 1,-1 1 0,1-1 0,-1 0 0,1 1 0,0-1-1,-1 0 1,0 1 0,1-1 0,-1 1 0,1-1 0,-1 1 0,0-1-1,1 1 1,-1-1 0,0 1 0,1 0 0,-1-1 0,0 1 0,0 0-1,0 0 1,1-1 0,-2 1 0,0 0 6,0 0 0,0 1 0,0-1 1,0 1-1,0-1 0,0 1 0,1-1 0,-1 1 0,0 0 1,0 0-1,-1 1 0,-5 3 31,1 1 1,-1 0-1,1 0 0,-8 10 1,9-9-30,0 0 0,1 1 0,0-1 0,0 2 0,1-1 0,0 0 0,-4 12 0,7-16-32,-1 0 1,1-1 0,1 1-1,-1 0 1,0 0 0,1 0-1,0 0 1,0 0 0,0 0-1,0 0 1,1 0 0,0 0-1,-1 0 1,1 0-1,1-1 1,-1 1 0,1 0-1,-1-1 1,1 1 0,3 3-1,3 3 33,2 0-1,-1-1 0,1 0 0,1-1 0,12 8 1,25 20 21,-47-34-66,1-1-1,-1 0 1,0 0 0,0 0-1,1 1 1,-1-1-1,0 1 1,0-1-1,0 1 1,0-1-1,0 1 1,-1-1-1,1 1 1,0 0-1,-1 0 1,1-1-1,-1 1 1,0 0-1,0 0 1,1-1-1,-1 1 1,0 0-1,0 0 1,-1 0-1,1-1 1,0 1-1,-1 0 1,1 0-1,-1-1 1,1 1-1,-1 0 1,0-1-1,0 1 1,0 0 0,0-1-1,0 1 1,0-1-1,0 0 1,0 1-1,-1-1 1,1 0-1,0 0 1,-1 0-1,1 0 1,-1 0-1,-1 1 1,-15 7-82,0-1 0,-1-1 0,-26 7 0,32-11-834,0-1-1,0 0 0,-18 0 1,15-2-2941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7:59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5 5314,'0'0'5125,"0"0"-5090,0 0-1,0 0 0,0 0 0,0 0 0,0 0 0,0-1 0,0 1 1,0 0-1,0 0 0,0 0 0,0 0 0,0-1 0,0 1 1,0 0-1,0 0 0,0 0 0,0 0 0,0 0 0,0-1 0,0 1 1,0 0-1,0 0 0,0 0 0,-1 0 0,1 0 0,0 0 0,0-1 1,0 1-1,0 0 0,0 0 0,0 0 0,0 0 0,-1 0 1,1 0-1,0 0 0,0 0 0,0 0 0,0 0 0,0 0 0,-1 0 1,1 0-1,0-1 0,0 1 0,0 0 0,0 0 0,0 0 0,-1 0 1,1 0-1,0 0 0,0 1 0,0-1 0,0 0 0,0 0 1,-1 0-1,1 0 0,0 0 0,0 0 0,0 0 0,0 0 0,-6 5 57,0 1-1,0-1 0,1 1 1,0 0-1,0 1 0,1-1 0,0 1 1,0 0-1,0 0 0,1 0 1,-4 14-1,0-1-6,2 1 0,1 0 0,-3 27 0,2 13 630,3-1 0,7 84 0,-3-128-547,1-1 0,0 0 0,1 0 0,1 0 1,0 0-1,1-1 0,0 1 0,1-1 0,1-1 0,10 14 0,-11-17-96,0-1 1,1-1-1,0 1 0,0-1 0,1-1 0,0 1 0,0-2 0,1 1 1,0-1-1,0-1 0,0 1 0,1-2 0,0 0 0,11 3 0,-20-6-110,-1 0-1,1-1 1,-1 0-1,1 1 0,-1-1 1,1 0-1,-1 0 0,1 0 1,-1 0-1,1 0 1,0 0-1,-1 0 0,1-1 1,-1 1-1,2-1 1,-2 0-232,0 0 0,-1 1 1,1-1-1,0 0 1,-1 0-1,1 0 1,-1 0-1,1 0 1,-1 0-1,0 0 1,1 0-1,-1 1 1,0-1-1,0-1 1,0 1-1,1 0 1,-1 0-1,0 0 1,0 0-1,-1-1 0,1-23-7535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7555,'0'0'4795,"1"7"-4339,5 29 34,26 184 2694,-18 71-679,-14-284-2447,1 1 1,0-1 0,0 0-1,5 14 1,-5-19 192,1-34-1585,-1 0 0,-5-53 0,-2 46-831,-18-68 0,15 76 1549,2 0 0,1-1-1,-4-59 1,10-34 248,0 123 388,0 1-1,1 0 1,-1 0 0,0-1-1,1 1 1,-1 0 0,1-1-1,0 1 1,-1 0 0,1 0-1,0 0 1,0 0 0,0 0 0,-1 0-1,1 0 1,0 0 0,0 0-1,1 0 1,-1 0 0,0 1-1,0-1 1,0 0 0,0 1-1,1-1 1,-1 1 0,0-1 0,3 0-1,44-7 976,-35 7-548,5-1 210,1 0-1,-1 2 1,1 0 0,33 5 0,-46-3-550,1 0 1,-1 0-1,1 1 0,-1 0 0,0 0 1,0 1-1,0 0 0,0 0 1,-1 0-1,0 1 0,0-1 1,0 1-1,0 1 0,-1-1 1,7 12-1,-5-8 114,0 1 0,-1 0 0,0 0 0,-1 1 0,0-1 0,-1 1 0,0 0 0,0 0 0,0 13 0,-1-6 99,-2 1 0,0 0 0,-3 26 0,2-38-240,-1 0 1,0 0-1,0 0 0,0 0 0,-1 0 0,0 0 0,0-1 0,-1 1 0,0-1 0,0 0 0,-8 9 0,-3 2 44,-2-1 0,0-1 0,0-1 0,-37 23 0,43-30-215,0-1 0,-1-1-1,0 0 1,0-1 0,0 0-1,-1-1 1,1 0 0,-1-1 0,1 0-1,-16 0 1,28-2 42,-1 0 1,1 0-1,0 0 0,-1 0 1,1 0-1,0 0 1,-1 0-1,1 0 1,0 0-1,-1 0 0,1 0 1,0 0-1,0-1 1,-1 1-1,1 0 0,0 0 1,-1 0-1,1 0 1,0-1-1,0 1 0,-1 0 1,1 0-1,0 0 1,0-1-1,-1 1 0,1 0 1,0 0-1,0-1 1,0 1-1,-1 0 0,1-1 1,0 1-1,0 0 1,0-1-1,0 1 0,0 0 1,0-1-1,0 1 1,0 0-1,0-1 0,0 1 1,0 0-1,0-1 1,0 1-1,0-1 0,0 0 8,1 1 0,-1-1-1,0 0 1,1 1-1,-1-1 1,0 1 0,1-1-1,-1 0 1,1 1-1,-1-1 1,1 1-1,-1-1 1,1 1 0,0 0-1,-1-1 1,1 1-1,0-1 1,-1 1 0,1 0-1,0 0 1,-1-1-1,1 1 1,0 0 0,0 0-1,14-2 32,0 1-1,0 0 1,-1 1 0,20 3-1,-25-2 30,-1 0 0,0 1 0,1 0-1,-1 1 1,0 0 0,-1 0 0,1 0 0,0 1-1,7 5 1,4 5 89,28 21 397,-42-32-429,-1 1 1,0 0 0,-1 0 0,1 0 0,-1 0 0,1 1 0,4 9-1,-7-4 7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6243,'0'0'8404,"0"27"-7204,0 90-77,-2-37 101,1-33-909,1-13-2915,1-46-1514,5-8-1934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5923,'0'0'7206,"11"0"-6510,228 0 3325,-233 0-3985,50-3 160,-51 2-194,-1 0 0,0 0 1,0 0-1,0 0 0,0-1 0,0 1 0,-1-1 1,1 0-1,0-1 0,-1 1 0,4-3 0,0-5-502,-7 1-5653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1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5378,'0'0'5712,"0"27"-4044,-1 5-1158,0 0 96,2 0-1,1 0 0,7 37 1,16 142 2729,-23-201-3266,0 0 0,0 0 1,1 0-1,1 0 1,4 9-1,-3-13-72,-5-5-23,0-1 0,0 0 1,0 0-1,1 0 0,-1 0 0,0 0 0,0 0 0,0 0 0,0 0 0,0 0 0,0 0 0,0 0 1,0 0-1,1 0 0,-1 0 0,0 0 0,0 0 0,0 0 0,0 0 0,0 0 0,0 0 0,0 0 1,1 0-1,-1 0 0,0 0 0,0 0 0,0 0 0,0 0 0,0 0 0,0 0 0,0 0 1,1 0-1,-1 0 0,0 0 0,0 0 0,0 0 0,0 0 0,0 0 0,0 0 0,0-1 0,0 1 1,0 0-1,0 0 0,1 0 0,-1 0 0,0 0 0,0 0 0,0 0 0,0 0 0,0-1 0,0 1 1,0 0-1,0 0 0,0 0 0,0 0 0,0 0 0,0 0 0,0-1 0,0 1 0,0 0 0,0 0 1,0 0-11,4-21-4387,2-11-5061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3826,'0'0'7160,"1"23"-5172,10 97 806,-7 181 1,-6-167-1946,2-132-545,1-226-7427,-2 112 3649,-2-116 4509,3 226-972,1-1 1,0 1-1,0 0 1,0 0-1,0-1 1,0 1 0,0 0-1,0 0 1,1 0-1,-1 0 1,1 1-1,0-1 1,-1 0-1,1 1 1,0-1-1,0 1 1,2-2-1,38-23 551,-41 26-584,6-3 68,-1 0-1,1 1 0,-1 0 0,1 0 0,0 0 0,-1 1 0,9 0 0,52 0 1124,-41 1-791,-21 0-389,6 0 139,0 0-1,-1 1 1,12 1-1,-17 0-69,0-1 0,-1 1 0,1 0-1,0 0 1,-1 0 0,0 1 0,1-1 0,-1 1-1,4 4 1,-1-1 22,0 0-1,0 1 0,0 0 1,-1 0-1,0 0 1,0 1-1,-1 0 1,0 0-1,-1 0 1,0 1-1,0 0 1,-1 0-1,0 0 1,0 0-1,-1 0 1,0 1-1,1 12 1,-2 4-20,-1 20-7,0-43-93,0 0 1,-1 0 0,1 0-1,-1 0 1,0 0 0,0 0-1,0 0 1,0-1-1,0 1 1,-1 0 0,1-1-1,-3 4 1,-7 6 40,-1 0 1,0-1-1,0 0 0,-1-1 1,-1-1-1,0 0 0,0 0 1,-1-1-1,-26 9 0,19-9-244,-1-2-1,0 0 0,0-1 1,-1-2-1,1-1 0,-29 0 1,42-2 135,8 1-71,0-1-1,0 0 1,1 0-1,-1 0 1,0 0-1,0 0 0,0-1 1,1 1-1,-1-1 1,0 1-1,-2-2 1,3 1 40,0 0 0,0 0-1,1 0 1,-1-1 0,0 1 0,1 0 0,0-1 0,-1 1 0,1 0 0,0-1 0,-1 1 0,1 0 0,0-1 0,0 1-1,0 0 1,0-1 0,1-1 0,-1 2 79,0 1 0,1-1 0,-1 1 1,1-1-1,-1 1 0,1-1 0,0 1 0,-1 0 0,1-1 0,-1 1 0,1-1 0,0 1 0,-1 0 0,1 0 0,0-1 1,-1 1-1,1 0 0,0 0 0,0 0 0,-1 0 0,1 0 0,0 0 0,-1 0 0,1 0 0,1 0 0,28 0 111,-21 1-88,-3-2 60,1 1 0,-1 1 0,1-1 0,-1 1 0,0 0 0,1 1 0,-1-1 0,0 1 0,0 1 0,0-1 0,0 1 0,0 0 0,-1 0 0,1 0 0,-1 1 0,0 0 0,0 0 0,0 1 0,4 5 0,18 19 718,-3 1 1,0 1 0,23 43-1,-47-74-831,0 1 1,0-1-1,0 1 0,0-1 0,1 0 0,-1 1 1,0-1-1,0 1 0,0-1 0,1 1 0,-1-1 0,0 0 1,1 1-1,-1-1 0,0 0 0,1 1 0,-1-1 0,0 0 1,1 1-1,-1-1 0,1 0 0,-1 0 0,0 0 1,1 1-1,-1-1 0,1 0 0,-1 0 0,1 0 0,0 0 1,-1-16-2777,-6-10-1631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61 4930,'0'0'6352,"0"-32"-2376,0 31-3942,0 0 1,0-1 0,1 1 0,-1 0 0,0 0 0,0 0-1,1 0 1,-1 0 0,1 0 0,-1 0 0,1 0 0,0 0-1,-1 0 1,1 0 0,0 0 0,0 0 0,-1 0 0,1 0-1,0 1 1,0-1 0,0 0 0,0 1 0,0-1 0,0 0-1,0 1 1,0 0 0,1-1 0,-1 1 0,0 0 0,0-1-1,2 1 1,5-1 190,1 0-1,-1 0 1,13 2-1,-9-1 183,-11 0-367,0 0-1,0 0 0,0 1 1,0-1-1,0 0 0,0 0 1,0 1-1,0-1 0,0 0 1,0 1-1,0-1 0,-1 1 1,1-1-1,0 1 0,0 0 1,0-1-1,-1 1 0,1 0 0,0 0 1,-1-1-1,1 1 0,-1 0 1,2 1-1,-1 2 46,1-1 0,-1 0 0,0 1 0,0-1 0,0 1 0,-1-1 0,1 5 1,0 4 160,-1 0 0,0-1 0,-3 19 1,2-25-187,-1 0 1,0 0-1,1 0 1,-2 0 0,1 0-1,0 0 1,-1 0-1,0-1 1,0 0 0,-5 5-1,3-2-32,1-1 0,0 0 1,-6 12-1,9-17-63,1 0 0,0 0 0,-1 0-1,1 1 1,0-1 0,0 0 0,-1 0 0,1 1 0,0-1 0,0 0 0,1 0 0,-1 1 0,0-1 0,0 0 0,1 0 0,-1 1 0,0-1 0,1 0 0,-1 0 0,1 0 0,0 0 0,-1 0 0,2 2 0,24 22 49,-5-6 7,-18-16-17,-1 0 0,0 1 1,1-1-1,-1 1 0,0 0 0,-1 0 1,1-1-1,-1 1 0,0 0 0,0 0 0,0 0 1,0 0-1,-1 1 0,1-1 0,-1 0 1,0 0-1,-1 0 0,1 0 0,-1 0 1,1 0-1,-1 0 0,0 0 0,-1 0 0,1 0 1,-1 0-1,0 0 0,0-1 0,0 1 1,0-1-1,-1 1 0,1-1 0,-1 0 1,0 0-1,0 0 0,0 0 0,0-1 0,0 1 1,-1-1-1,1 0 0,-5 2 0,-3 2-292,0-2 1,-1 1-1,1-1 0,-1-1 0,0 0 0,0-1 0,0-1 0,0 1 1,-17-2-1,29 0 190,0 0 0,0 1 0,-1-1 0,1 0 1,0 0-1,-1 0 0,1 0 0,0 0 0,-1 0 1,1 0-1,0 0 0,-1 0 0,1-1 0,0 1 1,-1 0-1,1 0 0,0 0 0,0 0 0,-1 0 1,1 0-1,0-1 0,-1 1 0,1 0 0,0 0 1,0 0-1,0-1 0,-1 1 0,1 0 0,0 0 1,0-1-1,0 1 0,-1 0 0,1 0 0,0-1 1,0 1-1,0 0 0,0-1 0,0 1 0,0 0 1,0-1-1,0 1 0,0 0 0,0-1 0,0 1 1,0 0-1,0-1 0,0 1 0,0 0 0,0 0 1,0-1-1,0 1 0,0 0 0,0-1 0,1 1 1,-1-3-639,0-28-6030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9540,'0'0'5630,"17"7"-5033,-8-4-490,2 1 54,0 1 0,0 0 1,-1 0-1,1 1 1,-1 0-1,0 1 1,-1 0-1,0 1 1,16 16-1,-5 2 65,-2 0 0,0 1 0,-2 1 0,-1 1 0,-1 0 0,-2 1 0,-1 0 0,-1 1 1,-2 0-1,0 0 0,-3 1 0,0 0 0,-3 0 0,0 36 0,-2-28-145,1-11-25,-1 0 1,-1 0-1,-9 45 1,3-50-40,0 0 1,-2 0-1,-1-1 1,-1 0 0,-15 24-1,14-28-51,0-1-1,-1-1 1,0 0-1,-2 0 1,0-2-1,-23 19 1,30-28-328,0 0 0,-1-1 0,0 0 1,-10 3-1,-30 7-3512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6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3073,'0'0'3941,"2"-3"-3541,2 0-306,10-12 428,-14 14-204,1 0-1,0 0 1,-1 0-1,1 0 1,0 0-1,-1 1 1,1-1-1,0 0 1,0 0-1,0 1 1,0-1-1,0 1 1,0-1-1,0 1 1,0-1-1,0 1 1,0-1-1,1 1 1,24-1 1564,-13 1-2044,47 1 570,-23 1-31,-1-3 0,47-5 1,29-13-64,-90 16-292,22-3 2,46 0 0,1355 6 1059,-974 7-891,731-7 163,-1079-6-372,131-23-1,-71-3 18,-11 1 3,-160 30-3,111-17 8,164-3 0,-69 14-19,590 7 1358,-804-3-647,-4 3-673,0 0 0,0 0 0,0-1 0,-1 1 0,1 0 0,0 0 0,0 0 0,0-1 0,0 1 0,0 0 0,-1 0 0,1 0-1,0 0 1,0-1 0,0 1 0,-1 0 0,1 0 0,0 0 0,0 0 0,-1 0 0,1 0 0,0 0 0,0 0 0,0 0 0,-1 0 0,1 0 0,0 0 0,0 0 0,-1 0 0,1 0 0,0 0 0,0 0 0,-1 0 0,1 0 0,0 0 0,-18 0-129,1 0-258,-1 0 0,1 1 0,0 1 0,-30 6-1,-79 36-3315,70-23 1174,-50 19-4126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1 387 6531,'0'0'6472,"4"-28"-6368,17-90-96,-15 89-70,12-35-1,-14 52 20,-1 1 1,0 0-1,0-1 0,0-16 1,-2 20 40,-1 1 45,0 1 0,1-1 1,0 1-1,0-1 0,1 1 0,0-1 0,4-11 1,-5 17-12,2 1-19,-3 0 22,1-1-4,2 6-22,4 15 127,-1-1 1,-1 2 0,0-1-1,-2 0 1,2 42 0,-1-15 233,11 232 1484,-12-200-1577,-3-73-261,0-1-1,0 0 0,0 0 0,0-1-1,1 1 1,-1 0 0,1-1 0,1 1 0,-1-1-1,1 1 1,3 7 0,-4-11 41,-1-3-275,0-40-5074,0 14-197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8852,'0'0'6134,"6"0"-5542,109 4 1551,90-3-645,-189-3-1435,0-1-1,29-9 0,12-3-1745,-40 13-1951,-3-4-3316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42 2497,'0'0'8545,"0"-6"-7662,0-28 1017,0 33-1329,0 1-555,0 0 0,-1 0 0,1 0 0,0 1 0,0-1 0,-1 0-1,1 0 1,0 0 0,0 0 0,0 1 0,-1-1 0,1 0 0,0 0 0,0 0 0,0 1 0,0-1 0,-1 0 0,1 0 0,0 1 0,0-1 0,0 0 0,0 0-1,0 1 1,0-1 0,0 0 0,0 0 0,0 1 0,0-1 0,0 0 0,0 1 0,0-1 0,0 0 0,0 0 0,0 1 0,0-1 0,0 0 0,1 1 0,9 280 1902,-10-275-1910,4 20 304,-4-26-329,0 1 0,0 0 0,0-1 0,1 1-1,-1 0 1,0-1 0,0 1 0,1-1-1,-1 1 1,0 0 0,1-1 0,-1 1 0,1-1-1,-1 1 1,1-1 0,-1 1 0,1-1-1,-1 1 1,1-1 0,-1 0 0,1 1 0,-1-1-1,1 0 1,0 1 0,-1-1 0,1 0-1,0 0 1,0 1 0,-1-17-12146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6435,'0'0'4530,"112"94"-3586,-109-69-143,-3 3-257,0-6-256,0 0-160,0-3 16,-14-3-112,-3-10-32,-1 0-208,8-6-3585,0 0-1138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0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3 368,'0'0'10216,"-1"-2"-9377,-1 8 410,23 290 3132,-16-272-3973,-1-8-1458,-3-5-3364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10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7331,'0'0'5403,"30"-6"-4752,100-17 2,-100 19-230,0 1 0,0 2 0,31 2 0,-10 0 241,435-1 2516,-451-2-2981,0-1 0,37-9-1,-37 5-109,1 2-1,39 0 1,-1 5 402,-61 0-294,-50 0-781,12 0-1259,1 1-1,-44 9 1,0 7-4187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10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3890,'0'0'9097,"7"-9"-8478,22-24-91,-28 32-397,0 0-1,0 0 0,1 0 1,-1 0-1,1 0 0,-1 0 0,1 1 1,-1-1-1,1 0 0,-1 1 0,1-1 1,-1 1-1,1 0 0,0 0 0,-1-1 1,1 1-1,0 0 0,-1 0 1,1 1-1,0-1 0,-1 0 0,1 1 1,-1-1-1,1 0 0,-1 1 0,1 0 1,-1-1-1,3 2 0,0 2-3,0 1-1,0 0 1,0-1-1,0 1 1,-1 1 0,0-1-1,0 0 1,2 7-1,20 52 810,-19-48-724,59 199 1590,-54-173-1574,-10-39-205,1 1 0,-1 0 0,1-1 0,-1 1 1,1-1-1,3 5 0,-5-8-18,1 1 0,-1-1 0,0 1 0,1-1 0,-1 1 0,1-1 0,-1 0 0,0 1 0,1-1 0,-1 1 0,1-1 0,-1 0-1,1 1 1,-1-1 0,1 0 0,0 0 0,-1 0 0,1 1 0,-1-1 0,1 0 0,-1 0 0,1 0 0,0 0 0,-1 0 0,1 0 0,-1 0 0,1 0 0,0 0 0,-1 0 0,1 0 0,-1 0 0,1-1 0,-1 1 0,1 0 0,-1 0 0,1-1 0,-1 1 0,1 0 0,-1-1 0,1 1 0,-1 0 0,1-1 0,-1 1 0,1-1 0,-1 1 0,0-1 0,1 1 0,-1-1 0,1 0 0,13-21-398,-2-1 1,0 0 0,-1-1-1,-1-1 1,11-43 0,17-41-997,-22 75 816,1-1 1,2 2 0,27-37 0,-40 64-2134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1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5378,'0'0'4869,"-4"0"-3692,1 0-1008,-5 0 177,-1 0 0,1 0 0,-1 1 0,1 0 0,-1 0 1,1 1-1,0 0 0,-9 4 0,10-2-270,-4 1 76,1 0 0,0 1 0,0 0 0,-11 10-1,18-13-134,1-1-1,-1 1 1,1 0-1,-1 0 1,1 0-1,0 0 0,1 0 1,-1 0-1,0 1 1,1-1-1,0 1 1,0-1-1,0 1 0,0-1 1,0 1-1,1 0 1,-1 6-1,1 0-33,0 8 21,4 34-1,-3-47 4,0 1 0,1 0 0,-1-1 0,1 1 0,0-1 0,1 0-1,0 0 1,-1 0 0,8 9 0,-7-11 2,0 0 0,0 1 1,0 0-1,-1-1 0,1 1 1,-1 0-1,0 0 0,0 1 0,0-1 1,0 0-1,-1 1 0,0-1 0,0 1 1,0-1-1,0 1 0,-1 4 0,0-8-9,0 0 0,0 0-1,-1 0 1,1 0-1,0 0 1,-1 0-1,1 0 1,-1-1 0,1 1-1,-1 0 1,1 0-1,-1-1 1,0 1 0,1 0-1,-1-1 1,0 1-1,0-1 1,1 1 0,-1-1-1,0 1 1,0-1-1,0 1 1,0-1-1,1 0 1,-1 1 0,0-1-1,0 0 1,0 0-1,0 0 1,0 0 0,-2 0-1,-38 1-448,29-1 39,-12 0-2279,6 0-2330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1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8436,'0'0'6056,"5"0"-5675,177-13 887,-32 13-780,-149 0-493,0 0 0,0 1 0,0-1 0,-1 0 0,1 0 0,0 0-1,0 0 1,0 0 0,-1-1 0,1 1 0,0 0 0,0 0 0,0 0 0,-1-1 0,1 1 0,0 0 0,0-1 0,-1 1 0,1-1 0,0 1-1,-1-1 1,1 1 0,-1-1 0,2 0 0,0-14-6834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2:58:1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8020,'0'0'7939,"171"0"-7346,-105 0-385,4 0-144,-4 0-64,-7 0-48,-10 0-705,-21 10-5185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07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5619,'0'0'4084,"-1"29"-1280,-1-24-2508,0 1 1,-1-1-1,0 1 0,0-1 0,-1 0 1,0 0-1,-7 8 0,-12 16 175,-29 39 220,37-43-455,5-11-86,1 0-1,0 1 0,1 1 0,1-1 0,1 1 1,-7 23-1,10-19 107,0 1-1,2-1 1,1 27 0,0-23 58,0-18-265,1 0 1,0-1 0,0 1-1,0 0 1,0-1 0,1 1-1,0-1 1,0 0 0,1 0-1,-1 0 1,1 0 0,0 0 0,1 0-1,-1-1 1,1 1 0,0-1-1,0 0 1,7 5 0,-5-4-12,0 0 0,0-1-1,1 0 1,-1-1 0,1 0 0,0 0 0,0 0 0,1-1 0,-1 1 0,0-2 0,1 1 0,0-1 0,9 0 0,-7-1 22,-3 0-74,0 0 0,-1 0 0,1 0 0,0-1 0,11-3 0,-15 3-22,-1 0 1,1-1-1,0 1 0,-1-1 0,0 1 0,1-1 1,-1 0-1,0 0 0,0 0 0,0 0 0,0-1 1,0 1-1,-1 0 0,1-1 0,-1 1 0,2-4 1,4-11-223,0 0 1,-1-1-1,6-30 1,1-5 137,-11 42 148,0 0 1,-1-1-1,0 1 1,-1 0-1,-1-17 1,0-1-32,1 24-10,-1 0 1,1 0 0,-1 0-1,-1 0 1,1 0 0,0 1-1,-1-1 1,0 0-1,0 1 1,-6-9 0,-2-1-87,-21-24 1,-6-9 81,26 31-190,-7-12 360,12 9-4984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0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7603,'0'0'5432,"0"10"-4599,0 140 2171,0-87-8756,0-76 1483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09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69 6147,'0'0'4658,"-7"-6"-515,7 5-4061,-1-1 0,1 1-1,1 0 1,-1 0 0,0 0-1,0-1 1,0 1 0,1 0-1,-1 0 1,1 0 0,-1 0-1,1-1 1,-1 1 0,1 0-1,-1 0 1,1 0 0,1-1-1,2-1-93,0 0 1,1 0-1,-1 0 0,1 0 0,-1 1 1,1 0-1,0 0 0,0 0 1,0 1-1,0 0 0,0 0 0,0 0 1,0 0-1,9 1 0,27-7 15,29 1-115,-68 6 108,0 0 1,0 1 0,0-1 0,0 0-1,1 1 1,-1-1 0,0 1 0,0 0-1,0 0 1,-1 0 0,1 0 0,0 0-1,0 0 1,0 0 0,-1 1-1,1-1 1,0 0 0,-1 1 0,0 0-1,1-1 1,-1 1 0,0 0 0,0 0-1,0-1 1,0 1 0,0 0 0,0 0-1,0 0 1,-1 0 0,1 0-1,0 4 1,1 7 64,-1 0 0,1 1 0,-2-1 0,-1 15 0,1-9 56,0-11-92,0 0 0,0 0 1,-1 0-1,1 0 0,-2 0 0,1-1 0,-1 1 0,-1-1 0,1 1 1,-1-1-1,0 0 0,-1 0 0,0 0 0,0 0 0,0-1 0,-1 1 0,0-1 1,-8 8-1,8-10-29,3-1-7,0-1-1,0 0 1,-1 0 0,1 0-1,-1 0 1,1 0 0,-1 0 0,0-1-1,0 1 1,0-1 0,0 0 0,0 0-1,0 0 1,0 0 0,-3 0 0,5-1-632,1-3 235,1-1 0,-1 0 0,1 1 0,0 0 0,1-1 0,-1 1 0,1-1 0,-1 1 0,1 0 0,0 0 0,0 0 0,0 0 0,1 0 0,-1 1 0,1-1 0,-1 1 0,1-1 0,0 1 0,0 0 0,6-3 0,-3 1-15,0 1-1,1-1 1,-1 2-1,1-1 0,0 1 1,0 0-1,-1 0 1,1 1-1,14-2 1,-17 3 576,-1 0 1,0-1 0,1 2-1,-1-1 1,1 0 0,-1 1-1,1-1 1,-1 1 0,0 0 0,0 0-1,1 0 1,-1 1 0,0-1-1,0 1 1,0 0 0,0 0-1,0 0 1,-1 0 0,1 0 0,-1 0-1,1 1 1,-1-1 0,0 1-1,0 0 1,0 0 0,0 0 0,0 0-1,-1 0 1,1 0 0,1 6-1,2 2 451,-1 1-1,0 0 1,0 1-1,-1-1 0,-1 0 1,0 1-1,0 0 0,-2-1 1,1 1-1,-2 0 1,-2 20-1,2-29-503,-1 1-1,0-1 1,1 0 0,-1 1-1,-1-1 1,1 0 0,-1 0-1,0-1 1,1 1 0,-2 0-1,1-1 1,0 0 0,-1 0-1,-6 5 1,-6 3 54,0 0 1,-20 8-1,19-11-211,0 0 0,-1-1-1,0-1 1,0-1-1,-26 5 1,37-9-2132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0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4 5475,'0'0'6394,"-32"-3"-2736,28 3-3605,0 0-1,-1 0 1,1 1-1,0 0 1,0 0-1,0 0 1,0 1-1,0-1 0,0 1 1,0 0-1,0 0 1,1 0-1,-8 5 1,5-1 21,0 0 1,1 0 0,-1 0-1,1 0 1,1 1-1,-8 13 1,0 3 94,2 1 1,1 0-1,-10 42 0,11-31-50,2 2 0,1-1-1,0 69 1,6-101-101,-1 0-1,1-1 1,0 1-1,0 0 1,0-1 0,0 1-1,1-1 1,-1 1-1,1-1 1,0 1-1,3 3 1,29 34 129,-23-29 5,-9-9-116,1 0 1,0 0-1,0-1 1,0 1-1,1-1 1,-1 0 0,1 0-1,-1 0 1,1-1-1,0 1 1,-1-1-1,1 0 1,0 0-1,7 1 1,1-1 25,0-1-1,0 0 1,20-2 0,-30 1-79,0 1 1,0 0-1,0-1 1,0 0-1,0 1 1,0-1-1,0 0 1,0 0-1,0 0 1,0 0-1,0-1 1,0 1-1,-1 0 1,1-1-1,-1 1 1,3-4-1,-1 1-37,-1 1-1,1-1 1,-1 0 0,0 0-1,-1-1 1,1 1-1,1-8 1,0-5-58,-1-1 0,0 1-1,-2-23 1,0 32 159,0-56 33,0 62-79,0 0 1,-1 1-1,1-1 1,-1 0-1,1 1 1,-1-1-1,1 1 1,-1-1-1,0 1 1,0-1-1,0 1 1,0 0-1,0-1 1,0 1-1,0 0 1,0-1-1,0 1 1,-1 0-1,1 0 0,-1 0 1,1 0-1,0 1 1,-1-1-1,1 0 1,-1 1-1,0-1 1,-2 0-1,-3-1 1,1 0-1,-1 1 1,0 0 0,0 0-1,-8 0 1,2 1 15,9 0-14,0-1-1,0 1 1,1 0-1,-1 0 0,0 1 1,0-1-1,0 1 1,1-1-1,-1 1 0,0 0 1,1 1-1,-1-1 1,1 1-1,-1 0 1,1-1-1,-5 5 0,-6 8 77,0 2 0,0 0-1,-14 24 1,-6 8-41,30-43-17,-1 3-331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9 119 8644,'0'0'6942,"-9"-6"-5422,27 4-1379,-1-1 0,1 0 0,27-10 0,-37 11-150,39-15-1636,83-43-1,-126 58 1555,10-2-64,-13 4 147,0 0-1,0 0 1,0 0-1,1 0 1,-1 0-1,0-1 1,0 1-1,0 0 0,0-1 1,0 1-1,0-1 1,0 1-1,0-1 1,0 0-1,1-1 766,-2 8-116,-2 45 354,-14 81 0,8-55-613,3 0 0,6 81 0,1-52 371,-2 5-46,0-110-594,-1-1-218,1 0 1,-1 0 0,0 0 0,0 0 0,1 0 0,-1 0 0,0 0 0,0 0 0,1 0 0,-1-1-1,0 1 1,0 0 0,1 0 0,-1-1 0,0 1 0,1 0 0,-1-1 0,0 1 0,1-1-1,-1 1 1,1-1 0,-1 1 0,1-1 0,-1 1 0,1-1 0,-1 0 0,1 1 0,0-1 0,-1 1-1,1-1 1,0 0 0,-1 0 0,1 1 0,0-1 0,0 0 0,0 1 0,0-1 0,-1 0 0,1 0-1,0 1 1,0-1 0,1 0 0,-1-1 0,-1-5-96,-2-18-2321,-1 3-1764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9076,'0'0'9172,"202"-6"-8996,-153-1-176,-7-5 0,-7 6-48,-8 2-432,-9 4 32,-8 0-737,-6 0-783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5475,'0'0'6312,"0"4"-5077,-1 6-1090,-1 0 0,0 0 1,0 0-1,-1 0 0,-1 0 1,0-1-1,0 1 0,-9 13 0,5-8-24,1 0 0,-9 26 0,11-15 68,2 0 0,0 1 0,2 0 0,2 32 0,-1-17 107,0-33-237,0 18 121,0-1-1,2 1 1,1 0 0,7 31-1,-2-30-86,57 202 730,-45-171-502,50 104 0,-62-148-274,1-1 0,0 0 0,0 0-1,2-1 1,0 0 0,0-1-1,1 0 1,0-1 0,17 11-1,-29-22-51,0 1-134,0-1 116,1 0 0,-1 0 0,0 0 0,0 0 0,0 0-1,0 1 1,1-1 0,-1 0 0,0 0 0,0 0 0,0 0-1,1 0 1,-1 0 0,0 0 0,0 0 0,0 0 0,1 0-1,-1 0 1,0 0 0,0 0 0,0 0 0,1 0 0,-1 0-1,0 0 1,0 0 0,0 0 0,1 0 0,-1 0 0,0 0-1,0 0 1,0-1 0,1 1 0,-1 0 0,0 0 0,0 0-1,0 0 1,0 0 0,1-1 0,-1 1 0,0 0 0,0 0-1,0 0 1,0-1 0,4-31-4915,-1 14 592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3890,'0'0'5416,"7"-6"-41,-5 6-5287,-1 1-1,0-1 0,1 0 1,-1 1-1,1 0 1,-1-1-1,0 1 0,0 0 1,1-1-1,-1 1 0,0 0 1,0 0-1,0 0 1,0 0-1,0 0 0,0 0 1,0 0-1,0 0 0,0 1 1,-1-1-1,1 0 0,0 1 1,-1-1-1,1 0 1,-1 1-1,1-1 0,-1 1 1,1 1-1,1 9 18,1 1 0,0 18-1,-1-14 223,3 74 316,-5-61-503,1-1-1,6 34 1,-6-61-137,-1 0 0,1 0-1,-1 0 1,1 0 0,-1 0 0,1 0-1,0-1 1,0 1 0,0 0 0,0 0-1,0-1 1,1 1 0,-1 0 0,0-1 0,1 1-1,-1-1 1,1 0 0,0 1 0,-1-1-1,1 0 1,0 0 0,0 0 0,0 0-1,3 1 1,2-1-58,0 0-1,0 0 1,0 0-1,0-1 1,13-1-1,4 0-123,107 1-725,-89 6-652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7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4914,'0'0'4037,"-1"3"-3722,-2 16 306,0-1 1,1 1 0,1 0-1,1-1 1,2 21 0,-1 8-108,-1-7-144,-1 42 788,4 0 0,16 105 1,-18-186-1366,6 26 1098,0-18-1702,-6-9 659,-1 0 0,0 0 1,1 0-1,-1 0 0,0 0 0,1 0 1,-1 0-1,1 0 0,-1 0 0,0 0 1,1 0-1,-1-1 0,1 1 0,-1 0 1,0 0-1,1 0 0,-1 0 0,0-1 1,1 1-1,-1 0 0,0 0 0,1-1 0,-1 1 1,0 0-1,0-1 0,1 1 0,-1 0 1,0 0-1,0-1 0,10-18-4791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4610,'0'0'10797,"7"-2"-10130,74-13-107,-19 4-280,-21 4-243,0 2-1,65 1 1,-95 4-100,-5 0-226,-9 5 95,-4 6 364,-5 9-150,2 1 0,1 0 0,0 0 0,2 0 0,-8 34 1,5 0 14,-4 61 1,6 156 680,8-216-459,-16-55-1939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57 480,'0'0'14055,"154"-6"-13927,-119-1-128,-4 1-240,-3-10-977,-7 4-1584,-4 2-2290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8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8244,'0'0'7582,"20"-9"-7118,66-30-253,-75 36-170,0-1 0,0 1 0,0 1 0,0 0 0,1 0-1,-1 1 1,18 1 0,-2 0 96,76-4 394,-101 4-557,-1-1 1,1 1-1,-1 0 0,0 0 0,1-1 1,-1 1-1,1 0 0,-1-1 1,0 1-1,0-1 0,1 0 1,-1 1-1,0-1 0,0 0 0,0 0 1,0 0-1,0 0 0,2-1 1,-3 0-576,1 0 1,0 0 0,-1 1 0,1-1-1,-1 0 1,1 0 0,-1 0 0,0 0-1,0 0 1,0-4 0,0-1-2442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9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3474,'0'0'5450,"0"8"-4343,0 601 7009,0-608-8132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1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1825,'0'0'8100,"0"-8"-4160,0 615 6,0-607-3885,1 1-74,-1-1 0,0 0 1,0 0-1,0 0 0,1 0 0,-1 0 0,0 0 0,0 0 0,0 0 0,1 0 0,-1 0 1,0 0-1,0 0 0,0 0 0,1 0 0,-1 0 0,0 0 0,0 0 0,0 0 0,1 0 1,-1 0-1,0 0 0,0 0 0,0-1 0,1 1 0,-1 0 0,0 0 0,0 0 1,0 0-1,0 0 0,0 0 0,1-1 0,-1 1 0,0 0 0,0 0 0,0 0 0,0 0 1,0-1-1,0 1 0,0 0 0,5-7-970,-1 0 1,0-1-1,0 1 0,-1-1 1,0 0-1,4-16 0,-6 21 232,7-26-6386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22 5330,'0'0'6001,"-1"7"-3104,-5 31-2486,-1 194 1619,7-220-1882,1 0 0,0 0 1,1 0-1,0 0 0,1 0 0,0 0 0,1 0 1,1-1-1,5 12 0,-7-18-110,-1 0 0,1-1-1,0 0 1,0 1 0,1-1 0,-1 0-1,1 0 1,0-1 0,0 1-1,0-1 1,0 0 0,1 0 0,-1 0-1,1 0 1,0-1 0,0 0 0,0 0-1,0 0 1,0-1 0,0 0 0,0 0-1,0 0 1,9 0 0,-5-1-9,-5 0-23,0 1-1,0-1 0,0 0 0,0 0 0,0-1 0,0 0 0,0 1 1,0-1-1,-1 0 0,1-1 0,0 1 0,0-1 0,-1 1 1,1-1-1,6-5 0,1-3-243,0-1 1,-1-1-1,0 0 1,-1 0 0,0-1-1,-1 0 1,0 0-1,-1-1 1,-1 0-1,0 0 1,-1-1-1,-1 1 1,0-1 0,-1 0-1,0 0 1,1-25-1,-4 37 239,0-16 4,0-1-1,-1 1 0,-2-1 1,-5-27-1,6 42-7,1 0 0,-1 0 0,0 0 0,0 0 0,-1 1 0,1-1 0,-1 1 0,0-1 0,-1 1 0,1 0 0,-1 0 0,1 0 0,-1 1 0,0-1 0,0 1 0,-1 0 0,1 0 0,-1 1 1,0-1-1,1 1 0,-10-3 0,3 2-12,0 0 0,-1 0 1,1 2-1,-1-1 0,-17 1 1,24 1 5,1 0 0,0 0 0,0 1 0,0-1 1,0 1-1,0 0 0,0 0 0,0 0 0,0 1 0,0-1 0,0 1 0,1 0 1,-1 0-1,1 1 0,-1-1 0,1 1 0,0-1 0,-4 5 0,-14 27-2544,16-22-2524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70 5475,'0'0'6915,"-4"-1"-6254,1 1-539,-32-4 1572,33 4-1640,1 0-1,-1 0 1,1 0 0,0 0-1,-1 0 1,1 1 0,-1-1-1,1 0 1,-1 1 0,1-1-1,-1 0 1,1 1 0,0 0-1,-1-1 1,1 1-1,0 0 1,0 0 0,0 0-1,-1 0 1,1 0 0,-1 2-1,-2 6 53,0 0 0,1 0-1,1 1 1,-1-1 0,1 1-1,0 14 1,0 61 664,3-54-420,-2 25 351,3 68 788,-2-120-1441,0 0-1,1 0 1,0 0-1,-1 0 1,1 0 0,1-1-1,-1 1 1,0 0-1,1-1 1,0 1-1,0-1 1,0 0-1,4 5 1,-4-5-30,1-1 0,-1 0 0,1 0 1,-1-1-1,1 1 0,0-1 0,0 1 0,0-1 0,0 0 0,0 0 1,0 0-1,0 0 0,0-1 0,0 1 0,0-1 0,0 0 0,5 0 1,-3 1-63,0-1 1,0 0 0,0-1 0,1 1 0,-1-1 0,0 0-1,0-1 1,0 1 0,0-1 0,0 0 0,0 0 0,-1 0-1,1-1 1,-1 1 0,1-1 0,-1 0 0,0-1 0,0 1-1,0-1 1,-1 0 0,4-4 0,4-3-380,-2-1 0,1 0 1,-2-1-1,0 0 0,0 0 0,-1-1 0,-1 0 1,0 0-1,-1 0 0,-1-1 0,0 0 1,0 0-1,-2 0 0,2-29 0,-4 30 273,0 6 160,0 1 0,0-1 0,-3-12-1,3 17 27,-1 1 0,0 0 0,0-1 0,0 1 0,0 0 0,0 0 0,0 0 0,0 0 0,-1 0 0,1 0 0,-1 0 0,0 0 0,1 0 0,-1 1 0,-3-3 0,-10-5 273,-29-13-1,27 14-221,0-1-1,-20-13 0,33 19-189,0 0 0,0 0 0,0 0 0,1-1 0,0 1 0,-1-1 0,1 0 0,1 0 0,-1 0 0,1 0 0,-1 0 0,1-1 0,-2-7 0,-1-15-3365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10869,'0'0'6451,"112"75"-6211,-67-2 0,-6 18 128,-4 28-128,-18 22 273,-17 7-113,0-4-32,-17-19-224,-22-27-144,1-29-112,0-25-672,-4-29-3362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0 413 2161,'0'0'7150,"6"-6"-6459,21-17-203,-1 5 3058,-5 12-1543,488 3 302,-443 0-2086,73-13-1,1 1-145,-38 12-27,27-2 52,49-10-61,-59 3 8,37-1 17,68 7 120,19-4 90,-156 11-192,175-7 96,-219 4-160,23-3-3,70-8 18,9-2 31,33-9 233,-17 4-149,3 5-32,-39 5-82,71 0 17,-96 7-44,-43 2-14,-22 1 24,55-8 0,42-9-4,8-1-6,73-22 11,-117 26-2,-32 5-28,25-3 15,95 0 0,93 13 8,-115 0-7,36-1 324,-198 0-35,0 0-346,-1-1 0,0 0 0,0 0 0,1 1 0,-1-1 0,0 1-1,0-1 1,0 1 0,0-1 0,0 1 0,0-1 0,0 1 0,0 0 0,0 0 0,0-1 0,0 1 0,0 0 0,0 0 0,0 0 0,0 0 0,0 0 0,0 0 0,0 0 0,0 1 0,-2 0 0,-32 4-2025,22-1 704,0 2 0,-16 8 1,-32 20-5418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4530,'0'0'2727,"4"-11"-2172,12-35-54,-15 45-199,-1 0 0,0 0-1,1 0 1,-1 0 0,1 1 0,-1-1-1,1 0 1,-1 0 0,1 0 0,0 1-1,-1-1 1,1 0 0,0 1-1,-1-1 1,1 1 0,1-1 0,-2 1-269,1 0 0,0-1 0,0 1 0,-1 0 0,1 1 0,0-1 0,-1 0 1,1 0-1,0 0 0,-1 0 0,1 0 0,0 1 0,-1-1 0,1 0 0,0 1 0,-1-1 1,1 0-1,0 1 0,-1-1 0,1 1 0,-1-1 0,1 1 0,-1-1 0,1 1 0,-1-1 1,0 1-1,1 0 0,-1-1 0,1 2 0,13 42 392,-3 0 0,-1 1 0,6 60-1,-8 196 1517,-8-200-1662,0-100-330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6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 7443,'0'0'6299,"-3"-2"-5560,-5-3-353,8 3 342,17 1 593,-5 2-1296,-2-1-3,240 0 1870,-82 0-5946,-157 0-710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63 6403,'0'0'5101,"-7"0"-4632,1 0-464,3 0 99,0 0-1,0-1 1,0 1 0,0 1-1,-1-1 1,1 0 0,0 1-1,0 0 1,0-1 0,0 1-1,0 0 1,0 1-1,0-1 1,1 0 0,-1 1-1,0 0 1,-3 3 0,2 0 41,-1 0 0,2 0 0,-1 0 1,1 1-1,0-1 0,0 1 0,0 0 1,1 0-1,0 0 0,0 0 0,-1 11 1,0 4 417,1 1 0,2 24-1,0-29-242,0-9-229,1-1 0,0 1 1,0 0-1,0 0 0,1-1 0,1 1 1,-1-1-1,1 1 0,0-1 0,1 0 1,0 0-1,0-1 0,0 1 0,1-1 1,0 0-1,0 0 0,0 0 0,1-1 1,0 0-1,0 0 0,1 0 0,-1-1 1,1 0-1,0 0 0,0-1 0,0 0 1,0 0-1,1 0 0,-1-1 0,1 0 1,0-1-1,0 0 0,12 1 0,-2-1 10,0-1 0,29-4-1,-41 3-100,-1 0 0,1 0 0,-1-1 0,0 0 0,1 0 0,-1 0 0,0-1 0,0 1 0,0-1 0,-1-1 0,1 1 0,6-7 0,-4 3-216,-1-1 1,0 0-1,0 0 1,0-1-1,-1 1 1,0-1-1,0-1 0,-1 1 1,-1-1-1,0 1 1,2-11-1,-1-1-765,-1 0 0,-1 1 0,-1-1 0,-2-30 1,0 47 950,0 0 0,0 0 0,0-1 0,-1 1 0,1 0 0,-1 0 0,0 0 0,0 0 0,0 1 0,-1-1 0,1 1 0,-1-1 0,0 1-1,0 0 1,-6-5 0,-4-2 269,1 0-1,-1 2 0,-15-9 0,13 10-68,1 0 1,-1 1-1,-1 0 1,1 2-1,-1-1 1,0 2-1,0 0 1,0 1-1,0 1 1,-23 1-1,38 0-188,0-1 1,1 1-1,-1 0 0,0 0 0,0 0 0,1 1 0,-1-1 1,0 0-1,1 0 0,-1 0 0,0 0 0,1 1 0,-1-1 0,0 0 1,1 1-1,-1-1 0,0 0 0,1 1 0,-1-1 0,1 1 1,-1-1-1,1 1 0,-1-1 0,1 1 0,-1-1 0,1 2 1,-2 16-1610,2-11 734,0 10-3557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6019,'0'0'6728,"-1"5"-6104,-50 223 2775,51-222-3372,-6 11 32,5-16-521,1-16-6637,0-11-371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2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85 4098,'0'0'4663,"-7"-6"454,6 5-5058,0-1-1,1 1 0,-1 0 0,1-1 1,-1 1-1,1-1 0,0 1 1,-1-1-1,1 1 0,0-1 0,0 1 1,0-1-1,0 1 0,0 0 1,1-1-1,-1 1 0,0-1 0,1 1 1,-1-1-1,1 1 0,-1 0 1,1-1-1,0 1 0,-1 0 0,1-1 1,0 1-1,0 0 0,0 0 1,0 0-1,0 0 0,0 0 0,0 0 1,0 0-1,1 0 0,-1 0 1,0 1-1,0-1 0,2 0 0,30-12-16,-26 10-28,0 1 0,-1-1 1,1 1-1,0 0 0,0 0 0,0 1 0,10-1 0,90 2 154,-106 0-153,0 0 0,0 1 0,0-1 0,0 0-1,0 0 1,0 0 0,0 1 0,0-1 0,0 0 0,0 1 0,0-1-1,-1 1 1,1-1 0,0 1 0,0-1 0,-1 1 0,1 0-1,0-1 1,-1 1 0,1 0 0,0-1 0,-1 1 0,1 0 0,-1 0-1,1 0 1,-1 0 0,0-1 0,1 1 0,-1 0 0,0 0-1,0 0 1,1 2 0,-1 0 13,0-1 0,1 1 0,-1 0 1,-1-1-1,1 1 0,0 0 0,-1-1 0,1 1 0,-1 0 0,0-1 0,-2 5 0,-2 0 11,0 0 0,-1-1-1,0 0 1,0 0 0,0 0-1,-1-1 1,0 0-1,-11 7 1,15-10-24,-127 81 175,164-81-6855,-21-2 6887,-1 1-1,1 0 0,0 1 1,0 0-1,-1 0 1,1 2-1,-1 0 1,0 0-1,0 1 0,0 0 1,16 11-1,-25-14-98,-1 0-1,1 0 1,-1 1-1,0-1 1,0 0-1,0 1 1,0 0-1,-1-1 1,1 1-1,2 5 1,-3-6-86,-1 0 0,1-1 0,-1 1-1,1 0 1,-1 0 0,0-1 0,1 1 0,-1 0 0,0 0 0,0 0 0,0-1-1,0 1 1,-1 0 0,1 0 0,0-1 0,-1 1 0,1 0 0,-1 0 0,0-1-1,1 1 1,-1-1 0,-1 3 0,-4 2 25,0 0-1,0-1 1,-1 1 0,0-1-1,0-1 1,-9 6-1,-50 21 95,62-29-197,0 0 0,-1-1-1,1 0 1,0 0 0,0-1 0,-5 1 0,7-16-5284,2-11-2634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3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16 6275,'0'0'6229,"0"-1"-6176,0 1 0,0-1 0,-1 0 0,1 1 0,0-1 0,0 0 0,0 1 0,-1-1 0,1 1 0,0-1 0,0 1 0,-1-1 0,1 0 0,-1 1 0,1-1 0,0 1 0,-1-1 0,1 1 0,-1 0 0,1-1 0,-2 0 0,-15 1 458,13-1-407,1 0 1,-1 1-1,0 0 0,0 0 1,0 0-1,0 0 0,0 1 1,0 0-1,1-1 0,-1 1 1,0 1-1,0-1 0,1 0 1,-7 4-1,-2 6 176,8-8-239,-1 1 1,1-1-1,0 1 1,0 0 0,0 0-1,1 1 1,-1-1-1,1 1 1,0-1-1,0 1 1,1 0-1,-1 0 1,-2 10 0,-2 25 511,1 0 1,3 0 0,1 1 0,5 65 0,-3-99-447,1 0 1,0 0-1,0-1 1,1 1-1,0 0 1,0 0-1,1-1 1,0 1-1,0-1 1,0 0-1,1 0 1,0 0-1,0 0 1,0-1-1,1 0 1,7 7-1,-5-7-68,0 1-1,0-2 0,1 1 0,0-1 0,0 0 0,0 0 1,0-1-1,1 0 0,-1-1 0,1 0 0,0 0 0,14 0 1,-10-1-87,-3 1 73,1-2-1,0 1 1,-1-1-1,1-1 0,11-2 1,-20 3-97,0-1-1,1 1 1,-1-1 0,0 0 0,0 1-1,0-1 1,0 0 0,0-1 0,0 1 0,0 0-1,-1 0 1,1-1 0,0 1 0,-1-1-1,1 0 1,-1 1 0,1-1 0,-1 0 0,0 0-1,0 0 1,0 0 0,0 0 0,0 0 0,0 0-1,0 0 1,-1 0 0,1 0 0,-1-1-1,0 1 1,1-3 0,-1-2-270,1 0 0,-1-1 0,-1 1 0,1 0 0,-4-13 0,3 16 245,0 1-1,-1-1 0,1 1 1,-1-1-1,0 1 0,0 0 1,0-1-1,0 1 0,-1 0 0,1 1 1,-1-1-1,-6-5 0,1 3 60,0-1-1,-1 1 0,1 0 1,-1 1-1,0 0 0,0 0 0,-1 1 1,1 0-1,-19-2 0,-3 1 48,-56 2 0,63 2-106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3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8196,'0'0'5317,"29"-8"-5240,90-23-989,-99 25-694,35-15 1,-14 7-1192,-31 11 2661,3 0 48,-3 4 5717,-10 27-3514,-1-22-2025,0 1-1,-1 0 1,0-1-1,0 1 1,0-1-1,-1 0 1,0 0-1,-5 9 1,-9 23 390,6-1 129,3 2 0,-6 60 0,3 81 782,10-136-1103,-5 64 408,0 97-1371,-1-258-6840,4 37 1918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3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12086,'0'0'4065,"213"0"-3488,-157 0-577,-11 0-224,-10 0-1185,-18-6-2497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3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15 8932,'0'0'6320,"-9"0"-1851,220 0-4810,-211-5-3362,0-5 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2:32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9764,'0'0'6996,"192"-13"-6868,-164 13-128,-4 0 0,-10 0 0,-7 0-128,0 0-881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05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253 392 6227,'0'0'3967,"-2"0"-3602,0 0 1,0 0-1,0 1 1,0-1 0,0 0-1,0 1 1,0 0-1,0-1 1,1 1-1,-5 2 1,-6 16-347,1 1 1,1 0 0,-10 30 0,11-28-1,1-4 10,2 0 0,1 1 0,0 0 0,1 0 0,1 0 0,1 0 0,0 29 0,2-25 93,-1-5 60,4 35 1,-2-47-150,0 0 1,1 0 0,0 1 0,0-1 0,0-1-1,1 1 1,0 0 0,0 0 0,5 6 0,-3-4-4,0-1 1,1-1 0,-1 1-1,2-1 1,-1 0-1,1 0 1,-1-1 0,2 0-1,-1 0 1,0-1-1,1 0 1,0 0 0,0 0-1,0-1 1,1-1 0,-1 1-1,0-1 1,1-1-1,0 0 1,13 1 0,-5-2-15,-12 1-18,1-1 0,0 0 0,-1 0 0,1 0 0,0 0 0,-1-1 0,1 0 0,0 0 0,-1-1 0,1 0 0,-1 0 0,0 0 0,0 0 0,0-1 0,7-4 0,-5 1-93,-1 1-1,1-1 1,-1-1 0,-1 1 0,1-1 0,-1 0 0,0 0 0,-1-1 0,0 0 0,0 1-1,0-1 1,-1-1 0,-1 1 0,1 0 0,-1-1 0,0 1 0,-1-1 0,0 1 0,-1-14-1,0 18 73,1-10 50,-2 0-1,-3-23 1,3 32 42,-1-1 0,1 1 0,-1 0 0,-1-1 0,1 1 0,-1 0 0,0 1 0,0-1 0,-6-7 0,-20-19 195,-1 2-1,-68-51 0,44 39-225,50 37-37,-50-39 34,2-2 0,-52-57 0,98 94 83,0 0 0,1 0 0,0 0 0,0 0 0,1-1 0,0 0 0,0 0 0,1 0 0,-3-15 0,3 8 34,1-1 1,0 0-1,2 1 1,1-29-1,0 43-164,-1-1 0,1 1-1,0-1 1,0 1-1,0 0 1,0-1-1,0 1 1,0 0-1,1 0 1,-1 0-1,1 0 1,-1 0-1,1 0 1,0 0-1,0 1 1,0-1 0,0 0-1,0 1 1,0 0-1,0-1 1,1 1-1,-1 0 1,0 0-1,1 0 1,-1 1-1,5-2 1,7-1-11,0 0 0,1 1 1,19-1-1,-31 3 32,33-2-132,1 1 0,46 5 0,-72-1 111,-1-1 0,1 2-1,-1-1 1,0 2-1,0-1 1,-1 1-1,1 1 1,-1-1-1,0 2 1,-1-1-1,1 1 1,-1 1 0,-1-1-1,1 1 1,-1 1-1,-1-1 1,9 16-1,-10-13 8,-2 1-1,1-1 1,-2 1-1,1 0 1,-2 0-1,0 0 1,0 0-1,-2 23 1,1-12 9,-1-13 14,0 0-1,-1 0 1,0-1 0,-1 1 0,0-1-1,0 1 1,-1-1 0,0 0-1,0 0 1,-1-1 0,0 1 0,-10 11-1,-20 37 180,33-47 155,0-3-4741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07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17 3362,'0'0'4874,"0"-16"2988,0 305-4893,21-289-3638,-14 0 654,0-1 1,0 0 0,0 0-1,0-1 1,0 0 0,9-4-1,30-8-7,-21 12-4,36 0 1,-53 2 15,-6 0 9,-1 0 1,1 1-1,-1-1 1,1 1-1,-1-1 1,0 1-1,1 0 1,-1-1-1,0 1 1,0 0-1,0 0 1,1 0-1,-1 0 1,0 0-1,0 0 1,0 0-1,0 0 1,-1 0-1,1 0 1,0 1-1,0-1 0,-1 0 1,1 1-1,-1-1 1,1 0-1,-1 1 1,1-1-1,-1 2 1,3 8 27,-1 0 1,2 19-1,-3-20 31,3 112 740,-5-83-395,1-35-379,-1 0 0,1 0 0,-1 0 1,-1 0-1,1-1 0,0 1 1,-1 0-1,0 0 0,0-1 0,0 1 1,0-1-1,0 1 0,-1-1 1,0 0-1,1 0 0,-1 0 0,0-1 1,0 1-1,-1 0 0,1-1 1,-5 3-1,-10 4-8,1 1-1,-2-2 1,-18 6 0,35-13-16,-13 3-73,-1-1-1,0 0 1,0-1 0,0 0-1,0-2 1,-22-1-1,8 1-735,27 0 591,0-1-1,-1 1 1,1-1 0,0 1 0,0-1 0,0 0-1,0 0 1,0-1 0,0 1 0,0-1-1,0 1 1,0-1 0,1 0 0,-1 0-1,1 0 1,-1 0 0,1-1 0,0 1 0,0-1-1,0 1 1,0-1 0,0 0 0,1 1-1,-2-5 1,-12-22-4256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0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11109,'0'0'5875,"192"0"-5715,-136 0-16,-8 0-144,-9 0 0,-11 0-96,-7 0-672,-7 0-1249,-7 9-4498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0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12 5859,'0'0'8398,"0"-11"-7059,0 15-1311,-1-1 0,0 1 0,-1 0-1,1 0 1,-1-1 0,0 1 0,1-1-1,-2 0 1,1 0 0,0 1-1,-4 3 1,-2 3 16,-25 38 35,-33 46-2864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0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1 214 7972,'0'0'8033,"2"-6"-7612,7-18-248,-3 9-211,0 0-1,-1 0 1,-1 0 0,3-20 0,-5 21-422,0 0 0,7-21 0,-9 10-84,-10 32 560,8-2-1,0 1-1,0-1 1,0 0 0,1 1 0,0-1-1,0 1 1,-1 11 0,3 44 237,0-27-14,-1 16-5,7 267 1116,-6-235-1243,-2-49-2904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10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9 307 7235,'0'0'7473,"-9"0"-3394,26 1-3942,-1 0 1,28 8-1,-27-6-82,0 0 0,32 2 0,173-5-66,-222-30-739,1 23 652,-1 0-1,0 0 1,-1 1 0,1-1-1,-1 0 1,-1 0 0,1 1-1,-1-1 1,0 0-1,-1 1 1,0 0 0,0 0-1,0-1 1,0 2 0,-5-7-1,-18-17-250,17 19 81,0-1 0,-13-19 1,19 25 217,0 0 1,1 0 0,0 0 0,0 0-1,1 0 1,-1 0 0,1-1 0,0 1-1,1 0 1,-1-9 0,1 13 19,0 0 0,0 0 0,-1 0 0,1 0 0,0 0 0,0 0 1,1 0-1,-1 0 0,0 0 0,0 0 0,0 0 0,1 0 0,-1 1 0,0-1 0,1 0 0,-1 0 0,1 0 0,-1 0 0,1 0 0,-1 1 1,1-1-1,-1 0 0,1 1 0,0-1 0,0 0 0,-1 1 0,1-1 0,0 1 0,0-1 0,0 1 0,0-1 0,-1 1 0,1 0 0,0-1 1,0 1-1,0 0 0,0 0 0,0-1 0,0 1 0,0 0 0,1 0 0,9-2 156,41-5-77,-12 4-39,-26 1-16,1 1 0,30 1 1,-11 1 3,-32 0 4,0 0 1,0 0-1,0-1 1,1 1 0,-1 1-1,0-1 1,0 0-1,0 0 1,-1 1-1,1-1 1,0 1-1,-1 0 1,1-1-1,0 1 1,-1 0-1,0 0 1,0 0 0,1 0-1,0 3 1,2 2 56,-1-1 0,0 1 0,0 0 0,-1 0 0,2 9 0,-1 12 343,-1 0-1,-2 30 1,-1-19-174,0-24-96,0 0 1,-6 23-1,4-23 153,1-1 0,-1 24-1,2-26-38,2 15 404,-1-27-639,1 1 0,-1 0 1,0 0-1,1 0 0,-1-1 1,1 1-1,-1 0 0,1 0 0,-1-1 1,1 1-1,0 0 0,-1-1 1,1 1-1,0-1 0,-1 1 1,1-1-1,0 1 0,0-1 0,-1 0 1,1 1-1,0-1 0,0 0 1,0 1-1,0-1 0,-1 0 1,3 0-1,15 2 132,33-2 1,-21-1-178,-24 1-243,1-1 0,-1 1 0,0-2 1,0 1-1,0-1 0,0 1 0,0-2 0,0 1 0,0-1 0,-1 0 0,6-3 0,5-3-2101,3 1-4577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3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8084,'0'0'10925,"0"2"-10931,0 82 228,16 111-1,13 36 1006,22 133 107,-47-340-1250,-3-15-50,0 0 0,1 0 1,0-1-1,0 1 0,1-1 1,0 0-1,1 0 0,5 11 1,-6-15-35,-2-4-123,-1-3-388,-1 0 398,0-1-1,1 1 1,-1 0 0,0 0-1,-3-6 1,-3-10-185,-30-176-2591,10 38 526,19 123 1802,-1 0-1,-23-52 1,0 23 215,22 46 403,1 1-1,1-1 1,1 0 0,0-1 0,-5-22-1,8 15 399,1-1-1,-1-44 1,4 66-411,1 1 0,0 0-1,0 0 1,0 0 0,0 0 0,1 0 0,-1 0 0,1 0 0,-1 0 0,1 0 0,0 1 0,5-5 0,29-30 59,-36 37-102,7-5 23,-1 0 0,1 0 1,0 1-1,0 0 0,0 0 1,1 1-1,-1 0 0,1 0 1,0 1-1,-1 0 0,15-2 1,6 1 303,-1 2 0,32 2-1,-11 0 89,-41 0-383,1 0-1,-1 0 1,1 1-1,-1 0 1,0 0-1,0 1 1,0 0-1,0 0 1,0 1-1,-1-1 1,7 6-1,12 9 364,29 28 0,-43-35-306,0 0 1,-1 1-1,0 1 0,-1 0 1,0 0-1,7 15 0,-14-19-61,1-1 0,-1 1 0,-1 0 0,0 0 0,0 0 0,-1 0 0,-1 15 0,1-6 27,0 8 55,0-3 29,-3 37 0,1-51-129,1-1 0,-1 0 0,0 0 0,-1 0 0,0 0 1,-1-1-1,1 1 0,-6 6 0,-4 7 26,-1-2-1,-2 1 1,0-2 0,0 0-1,-2-1 1,0-1-1,-22 15 1,27-22-31,-1-1 0,1 0-1,-2-1 1,1 0 0,-1-2 0,0 1 0,0-2 0,-1 0 0,1-1-1,-1 0 1,-30 0 0,-15-3-150,61 0 138,0 0-1,-1 0 1,1 0-1,0-1 1,0 1-1,-1 0 1,1 0-1,0 0 1,-1 0 0,1-1-1,0 1 1,0 0-1,-1 0 1,1-1-1,0 1 1,0 0 0,0 0-1,-1-1 1,1 1-1,0 0 1,0 0-1,0-1 1,0 1-1,0 0 1,-1-1 0,1 1-1,0 0 1,0-1-1,0 1 1,0 0-1,0-1 1,0 0-1,0-14-169,1 11 101,-2 1 62,1 0-1,0 0 1,0 0 0,1 0 0,-1 0-1,0 0 1,1 0 0,0 1 0,0-1-1,0 0 1,0 0 0,0 1-1,0-1 1,1 1 0,-1-1 0,1 1-1,-1-1 1,1 1 0,0 0 0,0 0-1,0 0 1,1 0 0,-1 0 0,0 1-1,1-1 1,-1 1 0,1-1 0,-1 1-1,1 0 1,3-1 0,4-2 25,0 1 0,1 0 0,-1 0-1,0 1 1,1 1 0,16-1 0,68 5 59,-79-2-54,-11 0-4,1 0 0,-1 0 1,0 1-1,0 0 0,0 0 1,0 0-1,0 1 0,0-1 1,-1 1-1,1 1 1,-1-1-1,0 0 0,0 1 1,0 0-1,0 0 0,-1 0 1,5 6-1,7 13 211,0 0 1,14 29-1,-19-31-3,132 296 1341,-111-240-1153,-21-56-311,-8-18-106,0 1 0,0 0 0,-1 0-1,1-1 1,-1 1 0,0 0 0,0 0 0,0 0-1,0 9 1,-7-20-1489,2-1 784,0 0 0,0 0 0,1 0 0,0-1 0,0 1 0,1-1 0,0 1 0,1-1 0,0 0 0,0-14 0,0-23-6909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5859,'-1'0'12371,"134"-7"-10925,-116 7-1265,1 0 0,0 1 0,-1 1 1,19 5-1,-30-5-95,1 0-1,-2 0 1,1 0 0,0 1 0,0 0 0,-1 0-1,1 1 1,-1 0 0,0-1 0,0 2 0,-1-1-1,1 0 1,-1 1 0,7 9 0,-9-10-59,0 0 0,0 0 1,0 1-1,0-1 0,-1 0 1,0 1-1,0-1 0,0 1 1,0 0-1,-1-1 0,0 1 1,0-1-1,0 1 0,-1 4 1,0-1-4,0-1 1,-1 0-1,0 0 0,0 0 1,-1 0-1,0 0 1,0 0-1,-5 8 0,-16 16 33,-1 0-1,-1-2 1,-2-1-1,0-1 0,-2-2 1,-46 31-1,41-34-61,33-21-17,11-1-175,72 0 153,114-1 147,-185 1-112,0-1 0,0-1 0,1 1 1,-2-2-1,1 1 0,18-8 0,-25 8-201,0 1-1,0 0 1,0-1-1,0 0 0,-1 1 1,1-1-1,-1 0 1,1 0-1,-1-1 1,0 1-1,0 0 1,0-1-1,0 1 0,0-1 1,0 0-1,-1 0 1,1 1-1,-1-1 1,0 0-1,0 0 1,0 0-1,0 0 1,-1-1-1,1 1 0,-1-4 1,0-8-3008,0-2-2016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9284,'0'0'6755,"8"17"-5714,-8 21-689,0 15-96,-4 9 0,-27 1-80,4 3-80,0-7-32,4-10-64,7-14-160,4-8-1809,5-16-1360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2913,'0'0'13692,"7"4"-12275,8-2-1063,0 0 0,0-1 0,21 0 0,15 0 220,143 11 150,-110-10-3948,-84 12-7725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5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8884,'0'0'7652,"220"17"-7188,-166-17 112,-3 0-224,-9 0-224,-7 0-128,-12 0 0,-4 0-304,-7 0-1377,0-7-1632,3-17-3426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8388,'0'0'6654,"0"2"-6428,1 28 472,2-1 0,11 45 0,-1-4-316,42 416 2627,-45-385-2408,-7-78-483,14 113 463,-14-118-463,2 0 0,0 0 0,0-1 1,2 0-1,10 20 0,-16-45-321,1 0 0,-1-1 0,-1 1-1,0-10 1,0 2-100,1-1-99,-1 0 0,-1 1 0,-1-1-1,0 0 1,-6-19 0,-70-278-2544,56 216 1904,12 38 1038,2 0 0,4-1 0,3-82 1,1 91 354,0 49-331,0-1 0,0 1 0,1-1 0,-1 1 1,1-1-1,0 1 0,0-1 0,0 1 0,0 0 0,1 0 1,-1-1-1,1 1 0,0 0 0,0 0 0,3-3 1,1 0 19,1 0 0,-1 1 1,1 0-1,0 0 1,11-6-1,-3 4-26,0 0-1,1 0 1,-1 2-1,1 0 0,1 0 1,-1 2-1,19-2 1,6 1 69,74 4 1,-104 1-22,0 1 1,0 0-1,-1 0 1,1 1-1,0 1 0,-1 0 1,0 0-1,0 1 1,0 1-1,-1-1 0,12 10 1,-7-4 136,-1 0 0,0 1 0,-1 0 0,0 1 0,-1 0 0,16 26 0,-22-31-110,-1 1-1,0 0 0,0 0 1,-1 0-1,-1 0 0,1 0 0,1 16 1,-1 70 356,-3-86-364,0 2 15,0 0 0,-2 1 0,1-1 0,-1 0 0,-1-1 0,0 1 0,0 0 0,-1-1 0,-1 1 0,0-1 0,0-1 0,-1 1 1,0-1-1,-1 0 0,0 0 0,-13 13 0,-11 12 48,-2-1 1,-1-2-1,-69 48 1,89-69-195,0-1 1,-1-1-1,0 0 0,-1-1 0,0-1 1,0 0-1,0-1 0,-1-1 1,1-1-1,-1 0 0,0-1 1,0-1-1,-28-1 0,43 0-41,0-1 1,0 0-1,0 0 0,0 0 0,0 0 0,0 0 0,0 0 1,0 0-1,0-1 0,0 1 0,1 0 0,-1-1 0,1 0 1,-1 1-1,1-1 0,-1 0 0,1 0 0,0 0 0,0 0 1,0 0-1,0 0 0,0 0 0,1 0 0,-1 0 0,1 0 0,-1-1 1,1 1-1,0 0 0,0-4 0,-1 3-10,1 0 0,0 1 0,0-1 0,0 0 1,0 1-1,0-1 0,1 1 0,-1-1 0,1 0 0,0 1 0,0-1 0,0 1 0,0-1 0,0 1 0,0 0 0,1 0 1,-1-1-1,1 1 0,-1 0 0,1 0 0,0 0 0,0 1 0,0-1 0,0 0 0,4-2 0,5 1 65,1 0-1,0 1 0,0 0 0,0 1 1,0 0-1,0 1 0,0 0 1,0 1-1,0 0 0,0 1 1,13 4-1,-12-1 144,1 1 0,-1 1-1,0 0 1,0 0 0,0 1 0,18 17-1,65 67 1033,-61-54-468,-2 1 1,-1 2-1,-3 1 0,40 74 0,-66-108-2054,-5-8 308,-10-14-598,-17-27-2861,12 3-3072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5747,'0'0'9695,"-3"1"-9082,-7 4-138,12-3 110,21-2 400,-7-1-866,30 0 237,-28-1-243,1 2 1,0 0-1,-1 1 1,22 4-1,-36-4-56,0 0-1,0 0 1,0 1-1,0-1 0,-1 1 1,1 0-1,0 0 1,-1 0-1,1 1 1,-1-1-1,0 1 1,0 0-1,0 0 1,0 0-1,-1 0 1,1 0-1,-1 0 1,0 1-1,0-1 1,0 1-1,2 5 1,-1 2 88,0 0 1,0 0 0,-2 0-1,1 1 1,-1-1 0,-1 16-1,-1-20-110,0-1 0,0 0 0,0 0 0,-1 1 0,1-1 0,-1 0 0,-1-1 0,1 1 0,-1 0 0,0-1-1,-1 1 1,1-1 0,-8 8 0,-7 7 81,-40 34-1,29-27-98,-10 8 5,-10 10 22,-47 55-1,96-100-44,-1 0 0,1 1-1,0-1 1,0 1 0,-1-1-1,1 0 1,0 1 0,0-1-1,0 0 1,-1 1 0,1-1 0,0 1-1,0-1 1,0 1 0,0-1-1,0 1 1,0-1 0,0 0-1,0 1 1,0-1 0,0 1-1,0-1 1,0 1 0,0-1 0,0 0-1,1 1 1,-1-1 0,0 1-1,0-1 1,0 0 0,1 1-1,-1-1 1,0 1 0,0-1 0,1 0-1,-1 1 1,0-1 0,1 0-1,-1 0 1,0 1 0,1-1-1,-1 0 1,0 0 0,1 1-1,0-1 1,19 7-83,8-3 94,-1-2-1,0 0 1,37-4 0,-9 1 4,-14 2-72,-23 0-261,0-1-1,36-4 1,-52 4 177,1-1 0,-1 0 0,0 1 0,1-1 0,-1 0 0,0 0 0,1 0 0,-1-1 0,0 1 0,0 0 0,2-3 0,-3 3-264,0 0 0,0 0 0,0 0 0,0-1-1,0 1 1,0 0 0,-1-1 0,1 1 0,0 0 0,-1-1-1,1 1 1,-1-1 0,1-1 0,-1-10-6816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8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 8196,'0'0'6840,"-1"-4"-4305,-50 271-2130,25-117-125,-58 185 0,67-286-214,0-1 21,-10 51 1,24-84-613,3-23-1255,2-16 406,-2-55-5512,4 34-1262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8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4898,'1'1'9501,"2"12"-8914,-4 2-297,0 0 1,-1-1-1,-1 1 1,-1-1-1,-6 19 1,-5 16 239,-56 251 642,-34 121-730,95-387-427,5-20 36,1 0-1,0 0 0,1 1 1,1 0-1,0 0 0,1 17 1,1-32-318,0-8-2489,0-25 51,0-20-1300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29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5859,'0'0'6200,"4"-3"-5568,16-14 697,-20 17-1279,0 0 1,1-1-1,-1 1 1,0 0 0,0 0-1,1-1 1,-1 1-1,0 0 1,1 0 0,-1 0-1,0 0 1,1-1-1,-1 1 1,0 0-1,1 0 1,-1 0 0,0 0-1,1 0 1,-1 0-1,0 0 1,1 0-1,-1 0 1,0 0 0,1 0-1,-1 0 1,0 0-1,1 0 1,-1 0-1,0 1 1,1-1 0,0 0-1,6 12 645,0 16-147,-6-27-451,17 140 838,0 162 0,-15-210-430,-2-79-458,-1 27 250,3-1-1,1 1 0,2-1 0,14 52 1,-19-91-281,-1 0-12,0 0-1,0-1 0,0 1 1,0 0-1,0-1 0,0 1 1,0 0-1,1-1 0,-1 1 1,0-1-1,0 1 0,1 0 1,-1-1-1,0 1 0,1-1 1,-1 1-1,1-1 0,-1 1 1,1-1-1,-1 1 0,1-1 1,0 1-1,0-9-379,-1-52-753,-2-94-1397,0 121 1833,-1 0 0,-14-54 0,2 32 111,2 0-1,3 0 0,2-1 1,0-65-1,7 89 977,0 21-158,0-1 1,1 1 0,0-1-1,4-21 1,-2 30-183,-1-1 0,1 1 0,0 0 0,0 0 0,0 0 1,0 0-1,0 1 0,1-1 0,-1 0 0,1 1 0,-1 0 0,5-3 0,40-25 406,-33 22-375,8-5 35,0 1 1,33-12-1,-43 19-85,1 1 0,0 1 1,0 0-1,1 1 1,-1 0-1,17 1 1,-3 0 117,-9 1 164,34 3 0,-46-2-223,1 0 0,-1 1 0,0-1 1,0 1-1,-1 1 0,1-1 0,0 1 0,-1 0 0,7 5 1,-3-1 64,-1 0 1,0 1 0,-1 0 0,0 0-1,0 1 1,0 0 0,-1 0 0,-1 0-1,0 1 1,0 0 0,-1 0 0,0 0-1,0 1 1,-1-1 0,2 19 0,0 12 99,-1 1 0,-4 75 1,-1-54-76,0-52-142,0 1-1,-1-1 0,0-1 1,0 1-1,-1 0 0,-1 0 0,0-1 1,0 0-1,-9 14 0,-1 0 57,-1-1-1,-30 34 0,33-43-83,-1-1 1,0-1-1,0 0 0,-1-1 1,-1 0-1,0-1 0,-21 10 1,25-15-73,0 0 0,-1 0 0,0-1 0,1-1 1,-2 0-1,1-1 0,0 0 0,0-1 0,-1 0 1,1-1-1,-17-1 0,27 0 20,1 1 0,-1 0 0,0-1 0,1 1 0,-1-1 0,1 0 0,-1 1 0,1-1 0,-1 0 0,1 0 0,-1 0 0,1 0 0,0 0 0,0 0 0,-1 0 0,1-1 0,0 1 0,0 0 0,0-1 0,0 1 0,1-1 0,-1 1 0,0-1 0,1 1 0,-1-1 0,0 1 0,1-4 0,-2-4-194,1 1 1,0-1-1,1 0 1,0-11-1,1 5-81,-1 12 265,0 1-1,1 0 1,-1-1-1,1 1 0,-1-1 1,1 1-1,0 0 1,0-1-1,0 1 0,0 0 1,1 0-1,-1 0 1,0 0-1,1 0 1,0 0-1,-1 0 0,1 1 1,0-1-1,0 0 1,0 1-1,0 0 0,0-1 1,0 1-1,0 0 1,1 0-1,-1 0 1,0 0-1,1 1 0,-1-1 1,5 0-1,6-1 18,0 0 0,0 1 0,0 0-1,24 2 1,-29 1 86,0-1-1,-1 1 0,1 0 1,-1 0-1,1 1 0,-1 0 1,0 1-1,0 0 0,0 0 1,-1 0-1,1 1 0,7 7 1,9 9 396,36 45-1,-39-43-193,9 11 170,-4-4 102,32 30-1,-49-52-479,1-1 0,0 0 0,1 0 0,-1-1-1,1 0 1,0-1 0,0 0 0,15 5 0,-22-9-239,0 0 0,0 0 0,0-1 0,0 1 0,0-1 0,0 0 0,0 0 0,3 0 0,-5 0-38,0 0 0,-1 0 1,1-1-1,0 1 0,-1 0 1,1-1-1,0 1 1,-1 0-1,1-1 0,0 1 1,-1-1-1,1 1 0,-1-1 1,1 1-1,-1-1 0,1 0 1,-1 1-1,1-1 1,-1 0-1,0 1 0,1-1 1,-1 0-1,0 1 0,1-1 1,-1 0-1,0 0 1,0 1-1,0-1 0,0 0 1,0-1-1,1-18-8731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30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7187,'0'0'7156,"0"-7"-3801,0 10-2338,1 16-773,2 0 1,0 1-1,1-1 0,0 0 0,9 20 1,5 21 282,12 59 359,-10-34-166,3-1 0,50 119 1,-68-194-691,-1-1-1,1 1 1,0-1 0,0 0-1,1-1 1,11 12-1,-15-17-34,0 0-1,0 0 0,0-1 0,0 1 0,1 0 0,-1-1 0,0 0 0,1 1 0,0-1 0,-1 0 0,1 0 1,-1 0-1,1-1 0,0 1 0,0-1 0,-1 1 0,1-1 0,0 0 0,0 0 0,0 0 0,-1-1 0,1 1 1,0-1-1,0 1 0,-1-1 0,5-1 0,-5 0-13,1 0-1,-1-1 1,0 1 0,0 0-1,0-1 1,0 1 0,0-1-1,0 1 1,0-1 0,-1 0-1,0 0 1,1 0 0,-1 0-1,0 0 1,0 0 0,0-4-1,2-2-46,34-128-2070,27-186 1,-61 305 2031,5-28-99,18-138-651,-25 93 1068,-1 91-216,-1-1 0,1 0 1,0 1-1,0-1 0,-1 1 1,1-1-1,-1 1 0,1-1 1,-1 1-1,1-1 0,-1 1 1,1 0-1,-1-1 0,1 1 1,-1-1-1,1 1 0,-1 0 1,0 0-1,1-1 0,-1 1 1,1 0-1,-1 0 0,0 0 1,1 0-1,-1 0 0,0 0 1,1-1-1,-2 2 0,-25-2 36,23 1-27,3 0-6,-1 0 1,1 0-1,-1 1 1,1-1-1,-1 1 1,1-1-1,0 1 1,-1-1-1,1 1 1,0 0-1,0-1 1,0 1-1,-1 0 1,1 0-1,0 0 1,0 0-1,0 0 1,0 0-1,0 0 1,1 1-1,-1-1 1,0 0-1,0 0 1,1 1 0,-1-1-1,1 0 1,-1 1-1,1-1 1,-1 3-1,-1 5 24,1 0 1,-1 1-1,1 12 0,1-17-1,-1 2 16,0 8 169,1 1 0,0-1 0,3 18 1,-2-29-149,0 0 0,0 0 0,0 0 0,0 0 0,0 0 0,1-1 1,0 1-1,0 0 0,0-1 0,0 1 0,1-1 0,-1 0 0,1 0 1,0 0-1,0 0 0,5 4 0,-1-2-20,1-1 0,-1 0 1,1-1-1,0 1 0,0-1 1,1-1-1,-1 0 0,0 0 0,11 1 1,6-1-614,48-3 0,-68 1 319,1-1 1,-1 0-1,1 0 1,-1-1-1,0 0 1,0 1-1,0-2 0,0 1 1,0 0-1,0-1 1,-1 0-1,1 0 1,-1-1-1,0 1 1,0-1-1,0 0 0,6-8 1,10-13-3950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31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14102,'0'0'9461,"4"0"-9749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3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67 8132,'0'0'6373,"-2"-11"-5804,-7-33-57,5 33 232,1 15-389,1 14-296,21 436 1213,-1-166-1033,-16-165-2500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3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8964,'0'0'6096,"16"1"-5362,232-3 1155,530-8 2105,-586 11-4192,-204-1-274,1 1-1,-1 0 0,1 1 1,-1 1-1,-17 5 1,-55 28-3699,51-21 1893,-35 16-4587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3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9060,'0'0'3839,"5"-1"-3655,3 0-222,10-1 2923,-17 6-2501,17 220 1538,-14-150-1680,4 460 934,-8-407-1077,0-107-86,-1-14 6,0-1 0,1 1-1,0-1 1,0 0 0,1 1-1,0-1 1,-1 1 0,2-1-1,-1 0 1,5 11 0,-6-16-14,0-1 0,0 1 0,0 0 0,0 0 0,0 0 0,0 0 0,0 0 0,0-1 0,0 1 0,0 0 0,0 0 0,0 0 0,1 0 0,-1 0 0,0 0 0,0 0 0,0-1 0,0 1 0,0 0 0,0 0 0,1 0 0,-1 0 1,0 0-1,0 0 0,0 0 0,0 0 0,0 0 0,1 0 0,-1 0 0,0 0 0,0 0 0,0 0 0,0 0 0,1 0 0,-1 0 0,0 0 0,0 0 0,0 0 0,0 0 0,0 0 0,1 0 0,-1 0 0,0 0 0,0 1 0,0-1 0,0 0 0,0 0 0,0 0 0,1 0 0,-1 0 0,0 0 0,0 0 0,0 1 0,0-1 1,0 0-1,0 0 0,0 0 0,0 0 0,0 0 0,0 1 0,1-18 219,-1 12-302,1-98-499,1 18-333,-4-1 0,-19-134-1,4 127 445,3 0 0,-1-128 0,15 214 483,1 1-1,0-1 0,0 1 1,1 0-1,0 0 0,0-1 0,0 1 1,1 0-1,0 1 0,0-1 1,0 0-1,1 1 0,7-9 1,0 2 8,-1 2-1,1-1 1,1 1 0,22-14-1,-27 19 0,0 1-1,1 1 0,0-1 0,-1 1 0,1 0 0,0 1 1,1 0-1,9-1 0,6 1 228,36 1-1,-35 1-114,-14 0-59,0 2 0,-1-1 0,1 1-1,-1 1 1,1 0 0,-1 0 0,0 1 0,16 9 0,1 2 239,44 33-1,-62-41-226,0-1-1,-1 1 0,0 1 1,0 0-1,-1 0 0,1 0 1,-2 1-1,1 0 0,-1 0 0,-1 1 1,0-1-1,0 1 0,-1 1 1,0-1-1,-1 1 0,0-1 1,0 1-1,-1 0 0,0 16 0,-1-19-59,0 16 153,-2 43 1,0-60-150,0 1 1,-1 0 0,0-1 0,0 1 0,0-1-1,-1 0 1,0 0 0,0 0 0,-8 11-1,-7 7 2,-1-2-1,-1-1 0,-1 0 1,0-1-1,-2-1 0,-1-2 0,-37 24 1,41-30-78,0-2 0,0 0 1,-1-1-1,-1-1 1,1-1-1,-1-1 0,-1 0 1,1-2-1,-1-1 0,-30 1 1,52-4 34,-4 0-107,-1 0 0,1 0-1,-1-1 1,1 1 0,-1-1 0,-6-2-1,10 2 84,1 1 0,0-1 0,0 0 0,0 0 0,0 0 0,0 1 0,0-1 0,0 0 0,0 0 0,0 0-1,0-1 1,0 1 0,1 0 0,-1 0 0,0 0 0,1-1 0,-1 1 0,1 0 0,0 0 0,-1-1 0,1 1-1,0 0 1,0-1 0,0 1 0,-1-1 0,2 1 0,-1-3 0,0 1-1,-1 0 0,1-1 0,0 1-1,1 0 1,-1-1 0,1 1 0,-1 0 0,1-1 0,0 1 0,0 0 0,0 0 0,1 0-1,-1 0 1,1 0 0,0 0 0,0 0 0,0 0 0,0 1 0,0-1 0,0 1-1,1-1 1,-1 1 0,1 0 0,0 0 0,0 0 0,-1 1 0,1-1 0,5-1 0,8-4 63,1 2 0,0 0 0,0 1 0,0 1 1,1 0-1,-1 2 0,0 0 0,1 1 1,0 0-1,-1 1 0,19 5 0,-22-3 52,-1 1-1,0 1 1,0 1 0,-1-1-1,1 2 1,-1 0-1,0 0 1,-1 1 0,0 1-1,0 0 1,16 18-1,-10-8 118,0 1-1,-2 0 0,0 2 1,-1-1-1,16 35 0,-27-49-159,5 9 69,0 1 0,-2 1 0,0-1 0,6 26 0,-13-36-127,1-6 14,0 0 0,-1 0-1,1 0 1,0 0 0,0 0-1,0 0 1,0-1 0,0 1-1,0 0 1,0 0 0,0 0-1,1 0 1,-1 0 0,0 0 0,1 0-1,-1 0 1,1 1 0,0-2-111,0 0 0,-1 1 1,1-1-1,0 0 0,0 0 1,0 0-1,-1 0 0,1 0 1,0 0-1,0 0 0,0 0 1,0 0-1,-1 0 0,1 0 1,0-1-1,0 1 0,0 0 1,-1 0-1,1-1 0,0 1 1,-1-1-1,1 1 0,0-1 1,-1 1-1,1-1 0,0 1 1,-1-1-1,1 0 0,-1 1 1,1-2-1,15-29-4214,2-12-4122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0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8564,'0'0'7072,"2"4"-6164,-1-1-773,1 0 1,0-1 0,0 1 0,0-1-1,1 0 1,-1 1 0,0-1 0,1 0 0,0-1-1,-1 1 1,1 0 0,0-1 0,0 1 0,0-1-1,0 0 1,0 0 0,0 0 0,4 0-1,11 6 169,-1 0 0,0 1-1,0 1 1,-1 1-1,-1 0 1,0 1-1,0 0 1,16 17-1,-28-24-271,0-1 0,-1 1 0,1 0-1,-1 0 1,0 0 0,0 0-1,0 0 1,0 1 0,-1-1 0,0 1-1,0-1 1,0 1 0,0 7 0,0-1 4,-1-1 0,0 1 0,-1 0 0,-4 20 0,3-23-22,-1 0 0,0 0 0,0 0 1,0-1-1,-1 1 0,-9 12 0,-35 39 106,27-34-89,-52 53 68,58-63-64,7-5-33,6-8-42,7-2 0,4 0 49,18 1 39,-1-2-1,0 0 0,0-2 1,45-10-1,-41 3-50,0 0 1,0-2-1,-1-1 0,39-25 1,-64 35-160,-1 1 1,1-1 0,-1 0 0,0 1 0,0-2-1,-1 1 1,1 0 0,0 0 0,-1-1-1,0 0 1,0 1 0,0-1 0,0 0 0,2-8-1,-2 1-1339,0 0 0,-1 0 0,0 0-1,0-15 1,-1-18-5894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10485,'0'0'4610,"-51"237"-4306,24-174-176,8-11-64,4-17-64,11-18-64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6419,'0'0'8020,"-3"0"-7068,-7 0-21,8 0 94,10 1 175,53 8-800,1-4 0,95-2 0,-107-3-1210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7571,'0'0'7140,"213"35"-6004,-152-35-912,-10 0-192,-5 0-32,-7 0-144,-8 0-1168,-1 0-2882,1-21-3970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1 317 1265,'0'0'12979,"11"-26"-12456,37-81-451,-43 96-71,-1 1 0,0-2 1,-1 1-1,0 0 0,-1-1 0,0 1 1,-1-1-1,0 0 0,-1 1 0,-1-20 1,-1-9 656,9 73 79,1-5-666,17 196 1357,-3-20-668,-19-187-850,-2-6-32,0-1 0,1 0 0,1 0 0,-1 0 0,1 0 0,1 0 1,0 0-1,6 10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9044,'0'0'5216,"34"11"-4536,116 34 97,-130-40-570,1-1 0,-1-1 0,1-1 0,0-1 0,24-2 1,-9 1 88,95-1 425,145 2 97,-261 1-822,0-1-1,17 6 1,-31-7-291,0 1 0,-1 0-1,1 0 1,-1-1 0,1 1 0,-1 0 0,1 0-1,-1 0 1,1 0 0,-1-1 0,0 1 0,0 0-1,1 0 1,-1 0 0,0 0 0,0 0 0,0 0-1,0 0 1,0 0 0,0 0 0,0 0 0,-1 0-1,1 0 1,0 0 0,0-1 0,-1 1 0,1 0-1,-1 0 1,1 0 0,0 0 0,-1-1 0,0 1 0,0 1-1,-21 17-5552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18 6627,'0'0'4765,"0"33"-3682,0 219 1355,0 459 2314,3-702-4626,-2-9-124,-1 0 0,0 1 0,0-1-1,1 0 1,-1 0 0,0 0 0,0 0 0,1 0 0,-1 0 0,0-1 0,0 1 0,1 0 0,-1 0 0,0 0 0,0 0 0,0 0 0,1 0 0,-1 0 0,0 0 0,0 0 0,0-1 0,1 1 0,-1 0 0,0 0 0,0 0 0,0 0 0,0-1 0,1 1 0,-1 0 0,0 0-1,0 0 1,0-1 0,0 1 0,0 0 0,0 0 0,0-1 0,0 1 0,0 0 0,0 0 0,1-1 0,-1 1 0,2-11-128,0 1 0,-1-1-1,0 0 1,-1 0 0,-1-21-1,0 1-246,2-87-974,-10-254-2191,1 145 1638,9 184 1706,-2 38 221,1-1 1,0 1 0,1 0 0,-1-1-1,1 1 1,0 0 0,1 0-1,-1-1 1,1 1 0,0 0 0,0 0-1,0 1 1,1-1 0,0 0-1,0 1 1,0-1 0,0 1 0,1 0-1,0 0 1,0 1 0,0-1-1,0 1 1,0 0 0,1 0 0,-1 0-1,1 0 1,0 1 0,0 0-1,0 0 1,7-2 0,-2 1 114,1 1 1,-1 0 0,1 0-1,-1 1 1,1 1-1,0-1 1,-1 2-1,1-1 1,0 2 0,-1-1-1,0 2 1,1-1-1,-1 1 1,0 1 0,0 0-1,0 0 1,17 11-1,-11-3 153,0 0 1,-1 0-1,0 2 0,-1 0 0,17 22 0,-24-27-148,-1 0 0,-1 0 0,0 0 0,0 1 0,-1 0 0,0 0 0,0 0 0,-1 0 0,-1 0 0,1 1 0,0 19 0,-2-13 21,-1 0 0,-1 0 0,-4 27 1,3-35-112,-1 1 0,0-1 1,0 0-1,-1-1 0,0 1 1,-1-1-1,-10 16 0,-6 4 21,-1-1 0,-1-1-1,-1-1 1,-1-2-1,-33 25 1,44-37-105,-1-1 0,-1 0 0,0-2 0,0 0 0,0 0 0,-1-2 0,0 0 0,-1-1 0,1 0 0,-1-2 0,-30 3 0,34-6-195,8 1-61,-1-1 0,0 0 0,0 0 1,0 0-1,0-1 0,-12-3 0,17 3 196,1 0 0,-1 0 0,0 0 0,1 0 0,-1 0 0,1 0 0,-1-1 0,1 1 0,0 0 0,0-1 0,-1 1 0,1-1 0,0 0 0,0 1 0,0-1 0,1 0 0,-1 1 0,0-1 0,1 0 0,-1 0 0,1 0 0,0 0 0,-1 0 0,1 1 0,0-1 0,0 0 0,0 0 0,1-2 0,-1 2 72,0 1-1,0-1 1,0 1 0,0 0 0,0-1-1,0 1 1,1-1 0,-1 1 0,0 0-1,1-1 1,0 1 0,-1 0-1,1-1 1,0 1 0,-1 0 0,1 0-1,0 0 1,0 0 0,0-1-1,0 1 1,0 1 0,0-1 0,0 0-1,1 0 1,-1 0 0,0 0 0,0 1-1,1-1 1,-1 1 0,0-1-1,1 1 1,-1-1 0,3 1 0,4-1 109,0 0 0,1 1 0,-1 0 0,16 3 0,-12-2-53,0 1 111,-1 1 0,1-1 0,-1 2 0,0 0 0,0 0-1,0 1 1,0 0 0,-1 1 0,13 9 0,12 12 473,36 34 0,-63-54-587,27 27 205,-1 1 0,-2 1 1,32 49-1,-57-78-2441,-12-21-2392,2 6 3948,-17-32-6745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11781,'0'0'6056,"21"6"-5679,139 31 797,-143-33-901,0 1 0,-1 1 0,1 1 0,-1 0 1,0 1-1,17 12 0,-28-17-204,1 1 0,-1 0 1,0 1-1,0-1 0,0 1 1,-1 0-1,1 0 0,-1 1 0,0-1 1,-1 1-1,1 0 0,-1 0 0,-1 0 1,1 0-1,-1 1 0,0-1 0,0 1 1,-1-1-1,1 10 0,-1-8-43,0 0 0,-1 0-1,-1 0 1,1-1 0,-1 1 0,-1 0 0,1 0-1,-1 0 1,-1-1 0,1 1 0,-2-1 0,1 0-1,0 0 1,-1 0 0,-1 0 0,1 0-1,-10 10 1,-156 165 225,167-178-255,2-3 0,-1 0-1,1 0 0,0 1 0,1-1 0,-1 0 1,0 1-1,0-1 0,0 0 0,1 1 0,-1-1 0,0 3 1,16-4-119,-2 1 109,0-1 0,0 0-1,0-1 1,0-1 0,0 0 0,-1 0-1,1-2 1,0 1 0,-1-2 0,0 1-1,14-9 1,-5 0-265,9-5-376,33-25 0,-56 37-75,0 0-1,0 0 1,0-1 0,-1 0-1,0 0 1,0-1 0,-1 1 0,0-1-1,6-13 1,-2-13-5980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3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10037,'0'0'7568,"20"0"-7226,134 0 330,98 0-1827,-252-1 913,1 0-1,-1 0 1,1 0 0,-1 0 0,1 0-1,-1 0 1,0 0 0,1 0-1,-1 0 1,0 0 0,0 0 0,0 0-1,0 0 1,0 0 0,0 0 0,0-1-1,0 1 1,0-2 0,-1 0-755,1-28-4848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8404,'0'0'4594,"42"257"-2561,-30-167-865,-4 1-479,0-8-481,-1-23-176,5-22-32,-1-28-736,1-10-2850,-4-31-5650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4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3025,'0'0'9722,"0"23"-9023,-1 6-478,1 14 361,5 53 0,11 278 2575,-9-111-2755,-6-242-719,0-2 529,4 31 0,-3-44-1064,-1 0-1,1 0 1,1 0 0,5 11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4162,'0'0'12379,"44"20"-11643,-44-20-736,196 88 403,-165-76-244,1-1 0,0-1 0,0-2 1,59 7-1,-57-10-16,311 24 1231,2-26-567,-276-3-749,-70 0-224,-12 4-3881,-14-4 1187,-9 0-2281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10597,'0'0'3980,"0"31"-3481,0-5-403,0 39 346,11 78-1,1 246 2505,-12-304-2509,-1 9 26,3 107 213,4-156-579,-6-43-91,0-1-1,0 0 1,0 0 0,0 0-1,1 1 1,-1-1 0,0 0 0,1 0-1,-1 0 1,1 0 0,-1 0-1,1 0 1,0 0 0,-1 0 0,1 0-1,0 0 1,0 0 0,0 0-1,0 0 1,-1 0 0,1-1 0,0 1-1,0 0 1,1-1 0,-1 1-1,2 0 1,-3-1-4,1 0 1,-1 0-1,1 0 0,-1 0 0,0 0 0,1 0 1,-1-1-1,0 1 0,1 0 0,-1 0 0,1 0 1,-1-1-1,0 1 0,1 0 0,-1 0 0,0-1 1,0 1-1,1 0 0,-1-1 0,0 1 0,0 0 1,1-1-1,-1 1 0,0 0 0,0-1 0,0 1 1,0 0-1,1-1 0,-1 1 0,0-1 0,0 1 1,0 0-1,0-1 0,0 1 0,0-1 0,0 1 1,0 0-1,0-1 0,-1 0 0,2-2-28,3-40-1314,-3-66 1,-2 54 237,-2 5 35,-2 1 0,-3 1 0,-22-83 0,16 83 465,3 0-1,2-1 1,-4-85-1,13 109 588,-1 4 162,5-37-1,-3 51-106,0 0 0,1 0 0,0 1 0,0-1 0,1 0 0,0 1 0,0-1 0,1 1 0,4-7 0,-1 3-23,0 0 1,1 1-1,0 0 0,1 0 0,0 1 1,0 0-1,1 0 0,0 1 1,0 1-1,1-1 0,0 2 0,0 0 1,0 0-1,1 1 0,-1 0 1,1 1-1,0 0 0,0 1 0,0 0 1,14 0-1,-4 2 96,1 0 154,0 0 0,27 5 1,-41-3-126,-1 0 1,1 1 0,0-1-1,0 2 1,-1-1-1,0 1 1,0 1 0,14 9-1,-8-3 170,0 0 1,-1 1-1,0 1 0,-1 0 0,0 0 0,13 22 0,-19-25-195,1 1 0,-2 0-1,1 1 1,-2-1 0,1 1-1,-2 0 1,0 0 0,0 0-1,-1 0 1,1 14 0,-2-10 76,0-5-30,0 0-1,-1 0 1,0 0-1,-1 1 1,0-1 0,-1 0-1,0-1 1,0 1-1,-6 14 1,1-12-19,-1 0 0,-1 0 0,0 0 0,-1-1-1,-13 13 1,1-4 10,-45 33 0,51-42-190,0-1 0,-1-1 0,0-1 1,-1 0-1,0-1 0,0-1 0,-1-1 0,0-1 0,0 0 0,0-1 0,-1-1 0,-30 0 0,44-3-82,0 0-1,0 0 0,0-1 1,0 0-1,1 0 1,-1 0-1,0-1 0,1 1 1,-10-6-1,12 6 17,0-1 0,1 0 1,-1 0-1,1-1 0,-1 1 0,1 0 0,0-1 0,0 1 0,0-1 0,0 0 0,0 0 1,1 0-1,-1 0 0,1 0 0,0 0 0,0 0 0,-1-5 0,0-2-382,1 1-1,0 0 1,1-18 0,0 13-25,1 13 474,-1-1 0,0 1 0,0-1 0,1 1 0,-1-1 1,1 1-1,0-1 0,-1 1 0,1 0 0,0-1 0,0 1 0,0 0 0,0 0 0,0 0 1,0-1-1,0 1 0,0 0 0,0 0 0,1 1 0,-1-1 0,0 0 0,1 0 1,-1 1-1,0-1 0,1 0 0,-1 1 0,1 0 0,-1-1 0,1 1 0,-1 0 0,1 0 1,-1 0-1,4 0 0,2-1 66,0 1 0,0 0 0,0 1 1,0-1-1,0 2 0,0-1 0,7 3 0,-6-1 82,0 1 0,-1 0 0,1 0 0,-1 1 0,0 0 0,0 0 0,-1 0 0,1 1 0,6 8 0,49 66 1179,-53-67-1054,46 71 1177,-28-42-807,46 56 0,-71-95-612,28 28 297,-28-29-332,0-1 0,0 1 1,0 0-1,1-1 0,-1 0 0,0 0 1,1 1-1,-1-1 0,0-1 0,1 1 1,-1 0-1,1 0 0,3-1 0,-4-16-5707,-2-9-2386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10453,'0'0'7641,"12"18"-6748,0 0-637,-1-2 35,-1 0 0,0 0 0,-1 1 0,-1 0-1,9 28 1,40 184 2806,-20-70-1890,-34-144-1106,2 0 0,0 0 1,1-1-1,12 23 0,-17-35-97,0-1 0,-1 0-1,1 1 1,0-1-1,0 0 1,0 1 0,0-1-1,1 0 1,-1 0-1,0 0 1,0 0 0,1 0-1,-1-1 1,1 1-1,-1 0 1,1 0-1,-1-1 1,1 1 0,-1-1-1,1 0 1,-1 1-1,1-1 1,1 0 0,-1 0-11,0-1 1,0 1 0,-1-1-1,1 1 1,0-1 0,-1 0 0,1 0-1,-1 0 1,1 0 0,-1 0-1,1 0 1,-1 0 0,0-1-1,1 1 1,-1 0 0,0-1 0,0 1-1,0-1 1,0 1 0,0-1-1,-1 0 1,2-1 0,23-56-715,20-75 1,-17 46-102,-14 47 398,26-68-399,-34 94 658,2 0 0,-1 0 0,2 1 0,19-25-1,-25 36 93,-2 2-157,0 0 0,1 0 0,-1-1 0,0 1-1,0-1 1,0 1 0,0-1 0,0 0 0,0 1 0,-1-1 0,1 0 0,-1 0 0,2-2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49 9012,'0'0'4877,"0"-10"-4567,0-24 300,0 29-202,0 6-56,0 27-130,0 61-49,-15 445 1418,3-316-1585,11-196-18,1-18-24,0 5-134,-1 0 1,0 0-1,-3 14 1,3-20-175,1-1-1,-1 1 1,0-1 0,0 0-1,0 0 1,-1 1 0,1-1-1,-1 0 1,1 0 0,-1-1-1,1 1 1,-1 0 0,0 0-1,0-1 1,0 1 0,0-1-1,-3 2 1,-25 9-8948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7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12566,'0'0'1190,"38"4"106,-33-3-1224,309 19 3517,-153-21-2776,207-26 1,-340 23-779,262-31 319,-269 32-956,-23 20-1357,0-12 1378,-1 0 0,0 0 0,0 0 0,0-1 0,0 1 0,-1-1 0,1 0-1,-1 0 1,0 0 0,-9 6 0,-21 12-7225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10597,'0'0'4087,"5"32"-3492,-1 0-410,21 192 1369,-19 331 1086,-7-330-2334,3-167-79,-1-43-58,0-37-453,-3-374-6203,0-2 4138,2 389 2388,1 0-1,0 0 1,1 0 0,0 0-1,0 0 1,1 1 0,0-1-1,0 1 1,9-15 0,-4 11 175,0-1 0,1 1 1,0 1-1,1-1 0,15-12 1,-21 21-138,1-1 1,0 1 0,0 0 0,1 0 0,-1 1 0,1 0-1,-1 0 1,1 0 0,0 0 0,0 1 0,0 0 0,10-1 0,9 1 495,44 5 0,-55-3-336,-2 0-74,0 1-1,0 0 1,-1 1-1,1 1 1,19 8-1,54 32 531,-60-29-410,-7-5-54,-1 1 0,0 0 0,-1 2 0,0 0 0,-1 0 1,19 23-1,-27-28-102,0 1 0,-1 0 0,-1 0-1,1 0 1,-2 1 0,1-1 0,-1 1 0,0 0 0,-1 1 0,-1-1 0,1 0 0,-2 1 0,1 0 0,-1 11 0,0 1-3,-1-14-94,1 1 0,-1 0 0,-1 0-1,0 0 1,0-1 0,-1 1 0,-3 12 0,-5-4 2,0-1 1,-1 0 0,-1-1 0,0 0 0,-1-1-1,-29 25 1,21-19-156,-2-2-1,0-1 1,-1-1 0,-1-1-1,0-1 1,-1-1-1,-1-2 1,0 0 0,-1-2-1,0-1 1,0-1-1,-1-1 1,0-2 0,0-1-1,-34 1 1,56-5-66,-23-1-589,29 1 758,1 0 1,-1 0-1,1 0 0,0 0 0,-1 0 0,1 0 1,-1 0-1,1 0 0,0-1 0,-1 1 0,1 0 1,0 0-1,-1 0 0,1-1 0,0 1 0,-1 0 0,1 0 1,0-1-1,-1 1 0,1 0 0,0 0 0,0-1 1,-1 1-1,1 0 0,0-1 0,0 1 0,0-1 1,0 1-1,-1 0 0,1-1 0,0 1 0,0 0 0,0-1 1,0 1-1,0-1 0,0 1 0,0 0 0,0-1 1,0 1-1,0-1 0,0 1 0,0 0 0,0-1 1,1 1-1,-1-1 0,0 1 0,0 0 0,0-1 1,0 1-1,1 0 0,-1-1 0,0 1 0,0 0 0,1 0 1,-1-1-1,0 1 0,1-1 0,1 0 0,0-1 1,0 1-1,0 0 0,0 0 0,0 0 0,1 0 0,-1 0 0,0 0 1,1 1-1,-1-1 0,0 1 0,1 0 0,-1-1 0,0 1 0,1 0 1,-1 0-1,1 1 0,3 0 0,4-1 21,3-1 75,-1 1 0,1 0-1,-1 1 1,1 1 0,-1 0-1,0 1 1,1 0 0,-2 0 0,1 1-1,0 1 1,-1 0 0,19 12 0,-5 1 146,0 0 1,-2 2-1,0 1 1,35 42-1,-44-46-126,-1 2 0,-1-1-1,0 2 1,-2 0 0,0 0-1,-1 1 1,8 27 0,-17-47-560,1 2 1021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0 261 9204,'0'0'8044,"10"13"-6830,3 2-870,-1 2-1,0 0 1,-1 0 0,-1 1-1,8 23 1,30 87 1325,-22-52-741,42 81-1,-62-145-856,17 30 78,-22-40-139,1-1 0,-1 1 0,0-1 0,1 1 0,-1-1 0,1 1 0,-1-1 0,1 0 0,0 0 0,-1 0 0,1 0 0,0 0 0,0 0 0,0 0 0,0-1-1,0 1 1,-1-1 0,1 1 0,3-1 0,-4 0-11,0 0 0,0 0 0,-1 0-1,1-1 1,0 1 0,0 0 0,-1-1 0,1 1 0,0-1-1,-1 1 1,1-1 0,0 1 0,-1-1 0,1 1-1,-1-1 1,1 0 0,-1 1 0,1-1 0,-1 0 0,1 1-1,-1-1 1,0 0 0,1 1 0,-1-1 0,0 0-1,0 0 1,0 0 0,1 1 0,-1-1 0,0 0 0,0 0-1,0 0 1,0-1 0,1-4-7,33-170-525,-21 101 82,3 0 0,28-81 0,-14 81 355,-14 37-851,18-63 0,-31 88-586,-2 0 1,0 1 0,0-23 0,-1 21-1167,0-11-6167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49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7892,'0'0'7867,"0"0"-7843,0 0 0,0 0-1,0 0 1,0 0-1,1 0 1,-1 0 0,0 0-1,0 0 1,0 1 0,0-1-1,0 0 1,1 0 0,-1 0-1,0 0 1,0 0 0,0 0-1,0 0 1,0 0 0,1 0-1,-1 0 1,0 0-1,0 0 1,0 1 0,0-1-1,0 0 1,0 0 0,0 0-1,0 0 1,0 0 0,0 0-1,1 1 1,-1-1 0,0 0-1,0 0 1,0 0 0,0 0-1,0 0 1,0 1-1,0-1 1,0 0 0,0 0-1,0 0 1,0 0 0,0 0-1,0 1 1,0-1 0,0 0-1,0 0 1,-1 0 0,1 0-1,0 0 1,0 1 0,0-1-1,0 0 1,0 0-1,0 0 1,0 0 0,0 0-1,0 0 1,-1 0 0,1 0-1,0 1 1,0-1 0,0 0-1,0 0 1,11 3 209,0-1 0,0 0 1,0-1-1,17 0 0,11 1 306,283 19 645,-320-26-2632,-2-3 544,0-1-496,0 0 0,-1 0-1,-1-12 1,-11-16-5333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11605,'0'0'4034,"213"45"-2385,-156-38-1329,-2 0-304,-5-7-32,-11 0-224,-9 0-1489,-3-7-2641,-11-21-6899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7587,'0'0'6475,"0"-10"-6325,0-147 754,-1 155-836,1-1 0,0 1 0,1 0-1,-1-1 1,0 1 0,1-1 0,-1 1-1,1 0 1,0-1 0,0 1 0,0 0-1,0 0 1,0 0 0,3-4 0,-4 6-54,0 0 0,0 0-1,0 0 1,1 0 0,-1 0 0,0 0 0,0 0 0,0 0 0,1 0 0,-1 0 0,0 0 0,0 0 0,0 0 0,1 0 0,-1 0 0,0 0-1,0 0 1,0 0 0,1 0 0,-1 0 0,0 0 0,0 0 0,0 0 0,0 1 0,1-1 0,-1 0 0,0 0 0,0 0 0,0 0-1,0 0 1,1 1 0,-1-1 0,0 0 0,0 0 0,0 0 0,0 1 0,0-1 0,0 0 0,0 0 0,0 0 0,0 1 0,0-1 0,0 0-1,0 0 1,0 0 0,0 1 0,0-1 0,5 18-110,-4-13 156,68 412 1702,-42-214-1630,-23-158-923,-4-16-3497,0-18-1673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0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8724,'0'0'4802,"255"0"-3473,-143 0 496,4 0-785,-12 0-816,-3 0-128,-24 0-64,-11 0 32,-24 0-48,-15 0 32,-15 0-96,-8 0-128,-4 20-2801,-12 8 1312,-15 0-2145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88 5891,'0'0'2363,"-2"34"-874,1-6-1037,-4 205 2791,5 416 3277,0-647-6293,3-24-56,-1-163-1855,-3 95 572,-15-95-832,1 41 676,11-121-1186,4 197 2136,0 66 354,0 0 1,0 0-1,1 0 0,-1 0 1,1 0-1,-1 0 1,1 0-1,0 0 0,-1 0 1,1 0-1,0 1 0,0-1 1,1 0-1,-1 0 1,0 1-1,1-1 0,-1 1 1,2-2-1,1-1 49,1 2 1,-1-1-1,0 0 0,1 1 0,0-1 0,-1 1 1,7-1-1,6-2 209,-1 2 1,1 0-1,29-1 0,-40 3-230,19 0 416,39 3 0,-56-1-369,0 0 0,0 1 1,0 0-1,0 0 0,0 1 1,-1 0-1,1 0 0,12 8 0,-5-1 233,-1 0 0,0 1 0,0 1-1,22 25 1,-29-28-241,0 0 0,-1 0-1,0 1 1,-1-1-1,0 1 1,0 0 0,-1 1-1,0-1 1,2 15 0,-1 2 119,-1 0 0,-2 0 0,0 0 0,-2 0 1,-1 0-1,-6 32 0,4-45-159,-1 0 0,0 0 0,-1 0 0,-1-1 0,0 1 0,-1-2 0,-1 1 0,0-1 0,0 0 1,-1 0-1,-1-1 0,0 0 0,-19 16 0,18-18-68,-1 0 1,0-1-1,0 0 1,-1-1-1,1 0 0,-2-1 1,1-1-1,-1 0 1,1 0-1,-2-2 1,1 1-1,0-2 1,-26 2-1,30-4-198,0 0-1,0 0 0,-1-1 1,1-1-1,-17-4 1,25 5 153,-1 1 0,1-2 1,0 1-1,0 0 0,-1 0 0,1-1 1,0 1-1,0-1 0,1 0 1,-1 0-1,0 0 0,1 0 0,-1 0 1,1 0-1,-1 0 0,1 0 0,0 0 1,0-1-1,0 1 0,0 0 1,0-1-1,1 1 0,-1-1 0,1 1 1,-1-1-1,1-4 0,0 5 27,-1 0 0,1 0 0,0 0 0,0 0 0,0 0 0,0 0-1,0 0 1,1 0 0,-1 0 0,1 0 0,-1 1 0,1-1 0,0 0 0,-1 0 0,3-3-1,-1 4 24,-1 0 0,1 0 0,0 0-1,-1 0 1,1 0 0,0 0 0,0 0-1,0 0 1,0 1 0,0-1 0,0 1-1,0 0 1,0-1 0,3 1 0,10-2 59,-1 1-1,1 1 1,0 0 0,0 1 0,0 1 0,0 0 0,-1 1 0,1 0 0,-1 2-1,0-1 1,0 2 0,0 0 0,-1 0 0,25 17 0,-14-7 149,-1 2 0,-1 0 0,0 2 0,-1 0 0,-2 1 0,0 1 0,-1 1 1,-1 1-1,17 32 0,-30-39 43,-2-5-3789,-21-12-4693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8852,'0'0'7369,"11"1"-6718,14 0-334,-2-1 722,40 6 0,-56-5-876,-1 0-1,1 1 0,-1-1 1,1 2-1,-1-1 0,0 1 1,0 0-1,0 0 0,0 0 0,-1 1 1,8 6-1,-7-4-77,-1 0 0,-1 0 0,1 0 0,-1 0 0,0 1 0,-1 0-1,0 0 1,0 0 0,0 0 0,-1 0 0,0 1 0,2 14 0,-2-8-4,-1-1 0,-1 1 1,0 0-1,-1 0 0,0 0 1,-5 20-1,-1-13-43,-1 0-1,-1 0 1,-1-1 0,-1 0-1,-1 0 1,-20 26 0,14-21-41,2 0 1,-23 48-1,37-70-18,1 1 0,0-1 0,0 1 0,0 0 0,1 0 0,-1-1 0,1 1 0,0 6 0,0-9-6,0 0 18,0-1-1,1 0 1,-1 1 0,0-1 0,0 0-1,0 0 1,1 1 0,-1-1 0,0 0 0,0 0-1,1 0 1,-1 1 0,0-1 0,1 0-1,-1 0 1,0 0 0,1 0 0,-1 0-1,0 1 1,1-1 0,-1 0 0,0 0-1,1 0 1,-1 0 0,0 0 0,1 0 0,-1 0-1,0 0 1,1 0 0,-1 0 0,0 0-1,1-1 1,-1 1 0,1 0 0,4 0-34,4 0 28,0 0-1,0 0 0,1-1 0,-1 0 1,0-1-1,0 0 0,0-1 0,0 1 0,0-2 1,12-6-1,12-8-799,39-30-1,-25 8-2330,-37 30 997,0-1 0,10-14 0,0-7-7960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9748,'0'0'657,"-85"209"-609,70-160-48,-1-22-608,9-16-4899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5715,'0'0'10167,"-6"0"-8910,-10 0-679,12 0-258,10 0 300,345 0 1043,-200 0-9244,-142 0 188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7203,'0'0'3682,"0"188"-1969,19-108-449,4 11-223,-7-1-241,-1-3 145,-11-3-273,-4-8-480,0-6-112,0-11-80,0-7-16,0-7-192,-4-13-1585,-8-12-1664,5-6-5107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4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8772,'0'0'6891,"46"1"-5437,307 2-229,-294-3-935,472-7 1277,-469 7-2461,-62 18-2550,0-18 3444,0 1-301,0 1 0,0-1 0,0 1 0,0-1 0,0 1 0,-1-1 1,1 1-1,0-1 0,-1 1 0,1-1 0,-1 0 0,0 2 0,-22 18-7262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56 8244,'0'0'5504,"-1"14"-5179,-3 532 4210,5-318-3297,-2-170-1017,0-23 16,1-1 0,2 1 0,6 36 0,-4-57-131,-2-19-366,0-24-458,-26-411-4242,13 93 1919,11 284 3321,0 55-208,1-1 0,0 1 0,1-1 0,0 1 0,0 0 0,0-1 0,1 1 0,1 0 0,-1 1 0,1-1 0,1 1 0,-1 0 0,1 0 0,0 0 1,1 0-1,0 1 0,10-9 0,-8 8-10,0 1 0,1 0 0,0 0 1,0 1-1,0 0 0,0 0 0,1 1 0,-1 1 1,1 0-1,0 0 0,1 1 0,-1 0 1,0 0-1,12 1 0,-3 1 188,1 0 0,24 5 0,-36-4-180,-1 1-1,0 1 0,0-1 1,0 1-1,0 0 0,0 0 0,0 1 1,10 8-1,-8-5 31,-1 0 1,0 1-1,0 0 0,-1 0 1,0 0-1,0 1 0,-1 0 0,0 1 1,0-1-1,-1 1 0,-1 0 1,0 1-1,0-1 0,3 18 1,-1 6 276,-2 0 1,-1 0 0,-2 45 0,-1-68-289,-1 1-52,0-1-1,-1 1 1,-1-1-1,1 0 0,-2 0 1,0 0-1,0-1 1,0 1-1,-2-1 0,1 0 1,-1-1-1,-1 1 1,1-1-1,-2 0 0,-10 10 1,2-3 18,-1 0 0,-1-2 0,0 0 0,-1 0 1,0-2-1,-37 17 0,38-22-217,-1-1-1,0-1 1,0-1 0,0 0 0,-1-1 0,1-1-1,-1-1 1,0-1 0,-25-3 0,44 2 125,0 1 0,0-1 0,0 1 1,0-1-1,0 0 0,0 1 0,0-1 0,0 0 1,0 0-1,0 0 0,0 0 0,0 0 0,0 0 1,1 0-1,-1 0 0,0 0 0,1 0 1,-1 0-1,1 0 0,-1-1 0,1 1 0,0 0 1,-1 0-1,1-1 0,0 1 0,0 0 0,0 0 1,0-1-1,0 1 0,0 0 0,0-1 0,0 1 1,1 0-1,-1 0 0,1-1 0,-1 1 0,0 0 1,1 0-1,0 0 0,-1 0 0,1 0 1,1-1-1,3 0 36,1 0 0,0 1 0,0 0 0,-1 1 0,1-1 0,0 1-1,11 1 1,0-1 31,-5 0 44,1 1-1,-1-1 1,1 2-1,-1 0 1,0 0-1,1 2 1,-1-1 0,0 1-1,-1 1 1,1 0-1,-1 1 1,0 0-1,16 12 1,-5 0 84,1 0 0,-2 2 1,-1 1-1,0 1 0,-2 0 0,0 1 0,-2 1 1,-1 1-1,19 39 0,-30-54-325,0 0-1,-1 1 1,0-1-1,-1 1 1,0 0-1,0 0 1,-1 21 0,-8-46-6322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3:55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10213,'0'0'7483,"7"0"-7099,23-1 207,-11 0-225,0 1 0,0 0 0,0 1 0,24 5 1,-39-5-319,0 0 1,-1 0 0,1 0 0,0 0 0,-1 1 0,1-1-1,-1 1 1,0 0 0,1 0 0,-1 0 0,0 0-1,0 1 1,0-1 0,-1 1 0,1 0 0,0-1 0,-1 1-1,0 1 1,0-1 0,0 0 0,0 0 0,0 1 0,-1-1-1,0 1 1,1 0 0,-1-1 0,1 8 0,-1 0-8,0 0 0,0 0 1,-1 0-1,-1 0 0,0 0 1,0 0-1,-1 0 1,-1-1-1,1 1 0,-2 0 1,1-1-1,-2 0 0,1 0 1,-1 0-1,-13 17 0,-27 32 33,28-39-44,1 0 1,1 1-1,-21 42 0,26-33-33,9-29 2,1 0 0,0 0-1,0 0 1,0 0 0,0 0 0,0 0 0,0 0 0,0 0 0,0 0-1,1 0 1,-1 0 0,0 0 0,0 0 0,1-1 0,-1 1-1,1 0 1,-1 0 0,1 0 0,-1 0 0,1-1 0,-1 1 0,1 0-1,0-1 1,-1 1 0,1 0 0,0-1 0,0 1 0,0-1 0,-1 1-1,1-1 1,1 1 0,9 3 11,0-1 1,1-1-1,-1 0 0,23 0 1,55-2 144,-38-2-76,-16 3-66,-1-2 0,0-2 1,-1-1-1,37-9 0,-24 1-162,8-2-1039,-22 2-2891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0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10613,'0'0'6752,"-2"14"-2966,96-7-2938,141-7-2352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7668,'0'0'8788,"81"-7"-8548,-39-7 64,5 0 144,-5 0-272,-3 7 32,-4-3-176,-4 3-32,-8-4-64,0 1-160,-4 0-864,-3-1-721,-8-3-2977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1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7235,'0'0'4973,"2"-9"-4629,7-26 46,-9 33-323,1 1 0,-1 0 0,1 0-1,-1 0 1,1 0 0,-1 0 0,1 0 0,0 0 0,0 0 0,0 0 0,-1 0 0,1 1-1,0-1 1,0 0 0,0 0 0,0 1 0,0-1 0,0 1 0,2-2 0,4-1 1431,-7 2-1432,1 1 0,-1 0 1,1 0-1,-1 0 0,1 0 1,-1-1-1,1 1 0,-1 0 0,1 0 1,0 0-1,-1 0 0,1 0 1,-1 1-1,1-1 0,-1 0 0,1 0 1,-1 0-1,1 0 0,-1 1 1,1-1-1,-1 0 0,1 0 0,-1 1 1,1-1-1,-1 0 0,1 1 0,-1-1 1,0 0-1,1 1 0,-1-1 1,1 1-1,9 30 36,-1 1 0,8 54 0,-7-35 77,15 168 825,-21-154-642,4 0 0,20 89-1,-22-139-339,0 6-260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4274,'0'0'12008,"19"2"-11119,-10-2-801,22 2 241,-1-1 0,61-7 0,225-20 1411,3 25-651,-161 2-469,-149-1-609,-7 0-17,1 0 1,-1 1 0,1-1-1,0 0 1,-1-1 0,1 1-1,-1 0 1,1-1 0,-1 0 0,1 1-1,-1-1 1,1 0 0,2-2-1,-4 3-293,-11-1-1950,6 1 1836,-1 0 0,0 0 0,1 0 1,-1 1-1,0-1 0,1 1 0,-6 2 1,-39 17-3748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273 438 11589,'0'0'6067,"3"-2"-5776,-3 2-279,1 0 0,-1 0 0,1 0 1,-1 0-1,0 0 0,1 0 0,-1 0 0,1 0 0,-1 0 0,1 0 1,-1 0-1,1 0 0,-1 0 0,1 0 0,-1 1 0,0-1 1,1 0-1,-1 0 0,1 0 0,-1 1 0,1-1 0,-1 0 1,0 1-1,1-1 0,-1 0 0,0 1 0,1-1 0,-1 0 1,0 1-1,0-1 0,1 0 0,-1 1 0,0-1 0,0 1 0,0-1 1,0 1-1,1-1 0,-1 1 0,0-1 0,0 0 0,0 1 1,0-1-1,0 1 0,0-1 0,0 1 0,0-1 0,0 1 1,-1 0-1,1 38 155,0-22-58,-12 270 1632,0-2-144,12-279-1566,0 0 0,0 0 0,1 0 0,-1 0 0,1 0 0,1 0 0,-1 0 0,3 6 0,-2-10-24,-1 0 0,0 0 0,1 0 0,0 0 0,-1 0 0,1 0 1,0-1-1,0 1 0,0-1 0,0 1 0,0-1 0,0 0 0,0 0 0,0 0 1,1 0-1,-1 0 0,0 0 0,1 0 0,-1-1 0,1 0 0,-1 1 1,5-1-1,-3 0-1,0 0 0,0 0 0,1 0 0,-1-1 0,0 1 0,0-1 0,0 0 0,0-1 0,0 1 0,0-1 0,0 1 0,0-1 0,0 0 0,-1-1 0,1 1 0,-1 0 0,1-1 0,-1 0 0,0 0 0,0 0 0,0 0 0,-1-1 1,5-5-1,2-8-106,0 1 1,0-1-1,-2-1 1,6-19 0,-5 13-336,-2 0 0,-1-1 0,0 0 0,-2 0 0,-1-49 0,-2 66 286,0 0 1,-1 0-1,0 0 0,0 1 0,-1-1 0,0 0 0,0 1 0,-1 0 0,0-1 1,-8-12-1,3 8-47,-1 0-1,0 1 1,-1 0 0,-1 0 0,-11-9 0,-133-95-1218,102 78 1495,-70-61 0,117 92 50,0-1-1,0 0 1,0 0-1,1 0 0,0 0 1,1-1-1,-1 0 0,2 0 1,-1 0-1,1-1 0,-3-11 1,4 7-23,-1 0 1,2 1 0,0-1-1,1-1 1,0 1-1,1 0 1,2-14 0,-1 19-122,0 0 0,1 1 1,0-1-1,0 0 1,1 1-1,0 0 1,0 0-1,0 0 1,1 0-1,0 1 1,1-1-1,-1 2 1,1-1-1,11-8 0,-8 7-46,1 0 0,-1 1 0,1 0-1,1 1 1,-1 0 0,0 0-1,1 1 1,0 1 0,0 0-1,13-2 1,-3 3 17,0 0-1,25 2 0,-39 0 47,1 1-1,-1 0 0,0 0 1,0 1-1,0 0 1,0 0-1,0 0 0,0 1 1,-1 0-1,8 4 0,-7 0 9,1-1-1,-1 1 0,0 1 0,0-1 0,-1 1 1,0 0-1,0 1 0,-1-1 0,0 1 0,0 0 1,-1 0-1,0 1 0,-1-1 0,0 1 0,2 15 1,1 12 208,-2 0 0,0 69 1,-3-62-58,-2 58 129,0-93-278,0 1 0,-1-1-1,0 0 1,0 0 0,-1 0 0,0 0-1,0 0 1,-6 8 0,8-15-2,-1 1 1,0-1-1,1 0 1,-1 0-1,0 0 1,0 0-1,-5 3 1,-2-4-1455,9-1 1193,-1-1 0,1 1 0,-1 0 0,1-1 0,0 1 0,0-1 0,-1 1 0,1-1 0,0 1 0,0-1 0,-1 1 0,1-1 0,0 1 0,0-1 0,0 0 0,0 1 0,0-1 0,0 1 1,0-1-1,0 1 0,0-2 0,0-31-8064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10613,'0'0'8430,"-3"14"-7856,-2 5-384,0 0 0,-2-1 0,-14 32 0,15-38-143,1 0 0,1 1 0,0 0 0,0 0 0,1 0-1,1 0 1,-1 15 0,2-19-51,1 0 0,0 0 0,1 0 1,0 0-1,0 0 0,1 0 0,0-1 0,1 1 0,-1 0 0,2-1 0,6 13 0,10 9 4,43 50-1,-3-6 45,-43-51-22,0 0 13,20 35-1,-33-51-13,0 0 0,0 1 0,-1 0-1,-1-1 1,1 1 0,-1 1 0,-1-1-1,1 0 1,-1 12 0,-1-19-21,0 0 0,0 0 0,0 0 0,-1 0-1,1 0 1,0 0 0,-1 0 0,1 0 0,-1-1 0,1 1 0,-1 0 0,0 0 0,1 0 0,-1-1-1,0 1 1,1 0 0,-1-1 0,0 1 0,0 0 0,0-1 0,0 1 0,0-1 0,1 0 0,-1 1-1,0-1 1,0 0 0,0 1 0,0-1 0,0 0 0,0 0 0,-2 0 0,-36 2-61,31-2 24,-6 0-42,-13 0-783,-52-6 0,69 5 518,1-1 1,0-1 0,0 0 0,0 0 0,0 0 0,0-2 0,1 1-1,-1-1 1,-8-6 0,-26-27-2445,7 0-1683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14439,'0'0'4290,"217"14"-3154,-167-14-944,-15 0-192,-12 0-208,-8 0-720,-11 0-1105,-4-14-3410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13190,'0'0'5298,"208"0"-4977,-138 0-289,-8-14-32,-8 0-417,-19-3-207,-8 3-1057,-12-7-960,-11-3-4882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4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0 420 11637,'0'0'2439,"5"-33"-2567,15-105-923,2 26-3579,-7 38 3534,-11 20 7032,-3 53-5825,0 0 0,0 0 0,0 1 0,0-1 0,0 0 0,1 1 0,-1-1 0,0 1 0,0-1 0,0 1 0,1 0 0,-1-1 0,0 1 0,1 0 0,-1 0 0,0 0 0,1 0-1,-1 0 1,0 0 0,0 0 0,1 1 0,-1-1 0,0 0 0,1 1 0,-1-1 0,0 1 0,0-1 0,0 1 0,0 0 0,1-1 0,-1 1 0,0 0 0,1 2 0,3 10-5,-2 0 0,0 0 0,-1 1 0,0-1 0,0 22 0,0-3 50,10 229 1303,-10-149-966,27 185-1,-29-288-5996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13910,'0'0'3597,"47"5"-2119,162 19-142,38-15-505,-133-8-712,365 42 1418,-472-41-2338,-20 7-5735,-14-2 2750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222 351 1169,'0'0'14852,"7"-4"-13953,25-12-286,-32 16-551,0 0-1,1 0 1,-1-1-1,0 1 0,0 0 1,0 0-1,1 0 0,-1-1 1,0 1-1,0 0 1,1 0-1,-1 0 0,0 0 1,0 0-1,1 0 1,-1 0-1,0 0 0,1 0 1,-1 0-1,0 0 1,0 0-1,1 0 0,-1 0 1,0 0-1,0 0 1,1 0-1,-1 0 0,0 0 1,1 0-1,-1 0 0,0 0 1,0 0-1,1 1 1,-1-1-1,0 0 0,0 0 1,0 0-1,1 0 1,-1 1-1,0-1 0,0 0 1,0 0-1,1 0 1,-1 1-1,0-1 0,0 0 1,0 0-1,0 1 1,0-1-1,0 0 0,1 1 1,-3 13-465,1-12 663,-4 19-139,-2-1 0,-12 28 0,11-30-71,0 1 0,2 1 0,-7 29 0,7 3 412,2 95 1,5-104-188,-2-30-164,1 0 1,1 0-1,0 0 0,1-1 0,0 1 0,5 13 0,-5-22-88,-1 0 0,1 0 0,0-1 0,1 1 0,-1 0 0,1-1 0,-1 0 0,1 1 0,0-1 0,0 0 0,1 0 0,-1-1 0,1 1 0,-1-1 0,1 0 0,0 0 0,0 0 0,-1 0 0,1-1 0,1 1 0,4 0-1,-1 0 12,0 0-1,0 0 0,1-1 1,-1 0-1,1-1 0,-1 0 0,0 0 1,15-3-1,-18 2-55,0 0 1,0-1-1,0 0 1,0 0-1,0 0 0,0-1 1,0 1-1,-1-1 1,1 0-1,-1-1 1,0 1-1,0-1 0,7-7 1,-4 2-81,0-1 1,0 0-1,-1 0 1,0 0-1,-1 0 1,0-1-1,-1 0 0,0 0 1,-1-1-1,0 1 1,-1-1-1,0 1 1,-1-1-1,0 0 1,-1-13-1,0 17 83,-1 1 0,0-1 0,-1 1 0,1 0 0,-1-1 0,-1 1 0,1 0 0,-1 1 1,0-1-1,-1 0 0,0 1 0,0-1 0,0 1 0,-1 1 0,1-1 0,-10-8 0,-7-4-23,-1 0 1,-1 1-1,-25-14 1,-41-21 97,48 29 29,1-1 1,-53-43-1,86 61-58,1-1 1,-1 0-1,2 0 0,-1-1 0,1 0 1,0 0-1,1 0 0,0 0 1,0-1-1,1 0 0,0 0 1,0 0-1,-1-9 0,3 11-30,0 1 0,0-1 0,0 0 0,1 1 0,0-1 0,0 0 0,1 1 0,0-1 0,0 0 0,1 1 0,0-1 0,0 1 0,0-1 0,1 1 0,0 0 0,0 0 0,0 0 0,7-8 0,-1 5-86,0 0-1,1 1 0,0 0 0,1 0 0,-1 1 0,1 1 0,1 0 0,-1 0 0,1 1 0,0 0 0,0 1 0,24-4 0,-1 2-53,0 2 1,0 1-1,51 4 1,-81-1 136,-1 0 1,0 0-1,1 1 1,-1 0-1,0 0 1,0 0-1,1 0 1,-1 1-1,0 0 1,0 0-1,0 0 1,-1 0-1,1 0 1,0 1-1,-1-1 1,0 1-1,1 0 1,-1 0-1,5 7 0,-4-3 8,0 0-1,0 1 1,-1-1-1,0 1 1,0-1-1,-1 1 1,0 0-1,0 0 1,1 16-1,-1 152 615,-3-163-576,1 1-8,-2 0-1,0 0 1,0 0-1,-2-1 1,1 1-1,-2-1 1,0 0-1,0 0 1,-9 13-1,6-18 86,3-6-1372,3-24-9594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4:16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9925,'0'0'7931,"8"-6"-7680,-3 2-195,-1 1-1,0 0 0,0 0 0,0 0-1,1 1 1,-1-1 0,1 1 0,-1 0 0,1 0 0,0 1 0,0-1 0,7 0 0,19-1 844,57 3 0,-83 1-829,0 0 0,0 0 0,1 1 1,-1-1-1,0 1 0,0 0 0,0 1 0,-1-1 0,1 1 0,-1 0 0,1 0 0,-1 0 0,0 1 1,0-1-1,3 5 0,-2-2 15,0 0 1,0-1-1,-1 1 1,0 1-1,0-1 1,-1 1-1,0-1 1,0 1-1,0 0 1,1 10-1,-2-4 45,-1 1 0,0 0 0,-2 14 0,1-2 9,-1-15-95,0 1-1,-1-1 1,0 0-1,0 0 1,-1 0-1,-1 0 1,0 0-1,-1-1 1,-6 13-1,-11 13 32,-31 40 0,21-31-30,19-27-39,-85 132 60,96-147-67,1 0 1,-1 1-1,0-1 1,1 0-1,0 0 0,0 1 1,0-1-1,0 1 0,0-1 1,1 1-1,-1-1 1,1 4-1,12-5-52,27-2 47,-17 1-166,0 0 0,1-2 0,-1-1 0,0 0 0,37-10 0,-7-9-811,-35 14-818,-1 0 0,1 1-1,35-7 1,-29 12-3575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2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36 8100,'0'0'5637,"-3"0"-5127,-25-4 6418,41 4-6648,326 0 238,-204-7-481,-42 0 883,-99 1-3009,-4-1-901,-5 3-2279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3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75 216 10069,'0'0'5077,"-4"-13"-4720,-14-38-66,16 48-229,1-1 1,0 1-1,1-1 0,-1 0 1,1 0-1,0 1 1,0-1-1,0 0 0,0 0 1,0 0-1,1 1 1,0-1-1,0 0 0,0 1 1,0-1-1,0 1 1,1-1-1,0 1 0,-1-1 1,1 1-1,0 0 1,1 0-1,2-3 0,2-1-10,0 0 0,1 1 0,0 0-1,0 1 1,1-1 0,15-6-1,-18 9-48,1 1 0,0 0-1,0 0 1,0 0 0,0 1-1,0 0 1,8 0 0,56 2 97,-29 0-64,-41 0-39,0-1-1,0 0 1,-1 1 0,1-1-1,0 0 1,0 1 0,0-1-1,-1 1 1,1-1 0,0 1-1,-1-1 1,1 1 0,0 0 0,-1-1-1,1 1 1,-1 0 0,1-1-1,-1 1 1,1 0 0,-1 0-1,0 0 1,1-1 0,-1 1 0,0 0-1,0 0 1,1 0 0,-1 0-1,0 0 1,0 0 0,0-1-1,0 3 1,0 36 17,0-28 19,0 30 10,2-16-42,-2 0 0,-1 0 1,-1 0-1,-1 0 0,-12 44 1,-73 143 155,64-157-69,13-31-46,-26 40-1,31-54-17,-1-1 0,0 0 0,-1 0 0,0-1 0,0 0 0,-16 12 0,21-18-17,-1 0-1,1 0 1,0-1 0,-1 0 0,1 1-1,-1-1 1,1 0 0,-8 0-1,10-1-5,-1 1 0,1-1 0,-1 0-1,1 0 1,-1 0 0,1 0 0,-1-1-1,1 1 1,0 0 0,-1-1 0,1 1-1,-1-1 1,1 1 0,0-1 0,-1 1 0,1-1-1,0 0 1,0 0 0,0 0 0,0 0-1,-1 0 1,1 0 0,0 0 0,0 0-1,0-2 1,-2-2-85,1-1 0,0 1 0,0-1 0,0 0-1,1 0 1,0 0 0,-1-10 0,3-49-987,0 32 561,-1 31 493,0 0 0,0 1 1,1-1-1,-1 1 1,1-1-1,-1 0 0,1 1 1,0-1-1,-1 1 1,1 0-1,0-1 0,0 1 1,0 0-1,0-1 0,0 1 1,0 0-1,1 0 1,-1 0-1,0 0 0,1 0 1,-1 0-1,0 0 0,1 0 1,-1 1-1,1-1 1,-1 0-1,1 1 0,0 0 1,-1-1-1,1 1 0,-1 0 1,1 0-1,0 0 1,1 0-1,6-1-4,-1 1-1,0 0 1,1 1 0,-1 0-1,0 0 1,13 4 0,-8 0 131,0 0 1,-1 1 0,1 0-1,-1 1 1,16 12-1,56 48 1136,-75-59-1093,15 12 148,-3-2 160,0 0 0,25 14 0,-38-28-373,0 0 0,0 0 0,0 0 0,0-1 0,0 0 0,1-1 0,-1 0 0,1 0 0,-1-1 0,15 1 0,-21-2-85,1 0 1,0 0 0,-1-1-1,1 1 1,0-1-1,-1 1 1,1-1-1,-1 0 1,1 0-1,-1 0 1,1 0 0,-1 0-1,0 0 1,0-1-1,0 1 1,1-1-1,-1 0 1,0 1 0,1-3-1,0 0-161,-1 0-1,1 0 1,-1 0 0,0 0-1,-1 0 1,1 0-1,-1 0 1,0-1 0,2-8-1,-1-35-3645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3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5523,'0'0'8262,"0"-24"-5474,0 7-2360,-1 9-281,1 0-1,1 0 0,-1 1 0,3-10 0,-3 15-134,1 0-1,0 0 0,-1-1 1,1 1-1,0 0 0,1 0 1,-1 0-1,0 0 0,1 0 1,-1 1-1,1-1 0,-1 0 1,1 0-1,0 1 0,-1-1 1,1 1-1,4-2 0,4-3-18,-2 1 8,0 0-1,0 0 0,1 1 1,0 0-1,0 0 1,0 1-1,0 1 0,1-1 1,-1 1-1,1 1 0,16-1 1,3 1 14,-20 0-15,0 0 0,0 1 0,1 0 0,-1 1 0,0 0 0,1 0 0,-1 1 0,0 0 0,0 1 1,11 4-1,-13-3 8,-1 0 0,1 0 1,-1 0-1,-1 1 1,1 0-1,8 9 1,-12-10 6,1-1 0,-1 1 1,0-1-1,0 1 1,-1 0-1,1-1 0,-1 1 1,0 0-1,0 0 1,0 0-1,-1 1 1,1-1-1,-1 7 0,0-4 10,1 1 16,-1 0-1,0 0 0,0 0 1,-1 0-1,0 0 0,-1-1 1,1 1-1,-2 0 1,1-1-1,-1 1 0,0-1 1,-4 8-1,-4 1 31,0-1-1,-1-1 1,-1 0 0,0 0 0,-25 19 0,10-11-42,-1-3 0,-36 20 0,57-34-39,6-4 6,0 1 1,0-1 0,0 0 0,0 0 0,0 0-1,0-1 1,0 1 0,-1 0 0,1-1 0,0 1-1,0-1 1,-1 0 0,1 0 0,-3 0-1,4 0-302,8-2-364,18-3 546,-1 1 0,1 1 0,0 2-1,45 2 1,-27-1 99,-33 1 27,0-1-1,0 1 1,0 1-1,0-1 1,0 2-1,0-1 0,-1 2 1,17 6-1,-22-8 0,-1 0 0,1 0 0,0 1 0,-1-1 0,1 1-1,-1 0 1,0 0 0,0 0 0,0 0 0,0 1-1,0-1 1,-1 1 0,1 0 0,-1 0 0,0-1 0,-1 1-1,1 1 1,-1-1 0,1 0 0,-1 0 0,0 0 0,0 7-1,0-4 6,-1 0-1,0 0 0,0-1 0,-1 1 1,-2 11-1,2-14 5,0-1-1,-1 0 0,1 1 1,-1-1-1,0 0 1,0 0-1,0 0 1,0 0-1,0-1 1,-1 1-1,0-1 1,-4 4-1,-21 13 44,0-1 0,-2-2-1,0-1 1,-42 15 0,51-21-31,10-4-262,-1-1 1,0 0-1,0 0 1,-1-2-1,1 1 1,-1-2 0,-17 1-1,24-2-4109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32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2993,'0'0'1009,"0"-14"-1121,0 7-1425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36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3169,'0'0'6507,"3"1"-6080,11 1 207,1-1-1,0 0 0,0-1 0,0-1 1,16-2-1,32-1-612,-14 2-1,-30 1 8,0 0 0,0 1 0,0 1 0,32 6 0,-48-6 10,0 0 1,0 0-1,0 0 1,0 1-1,-1-1 1,1 1 0,0 0-1,-1 0 1,1 0-1,-1 0 1,1 0-1,-1 0 1,0 1-1,0-1 1,0 1-1,0 0 1,-1-1-1,1 1 1,-1 0 0,1 0-1,-1 0 1,0 0-1,0 0 1,1 7-1,0 5 66,-1 0 1,0 0-1,-1 0 0,-2 18 0,0-9-116,0-4 67,-1 0 0,0 0-1,-2 0 1,-1-1 0,0 1 0,-13 25-1,-63 110 417,74-140-401,-3 3-25,0 0 1,-1-1 0,0 0 0,-2-1 0,-15 15-1,26-29-32,0 0 0,0 0-1,-1 0 1,1 0-1,-1 0 1,1-1 0,-1 0-1,0 0 1,1 0 0,-5 1-1,7-2-37,0 0 0,0 1 0,-1-1 0,1 0 0,0 0 0,0 0-1,0 0 1,0 0 0,0 0 0,0 0 0,-1 0 0,1 0 0,0-1 0,0 1 0,0 0 0,0-1 0,0 1-1,0-1 1,0 1 0,0-1 0,0 1 0,0-1 0,0 0 0,0 1 0,1-1 0,-1 0 0,0 0 0,0 0-1,1 0 1,-1 0 0,1 0 0,-1 0 0,0 0 0,1 0 0,0 0 0,-1-1 0,-1-57-2523,3 38 2188,9 21 341,-5 2 64,1 1 1,-1 0-1,1 0 0,-1 0 1,0 0-1,0 1 0,0-1 1,-1 2-1,1-1 1,-1 0-1,4 7 0,16 13 257,-6-8 89,0 0 1,33 20 0,-44-32-256,1 0 0,0 0 0,0-1 0,0 0 1,1 0-1,-1-1 0,1 0 0,-1 0 1,1-1-1,13 1 0,-10-2-118,13-1-136,-25 1-65,1-1 0,0 1 0,-1 0 0,1 0 0,-1-1 0,1 1-1,-1 0 1,1-1 0,-1 1 0,1-1 0,-1 1 0,1-1 0,-1 1 0,1-1 0,-1 1-1,1-1 1,-1 1 0,0-1 0,1 0 0,-1 1 0,0-1 0,0 1 0,0-1 0,1 0 0,-1 1-1,0-1 1,0 0 0,0 1 0,0-1 0,0-1 0,0-12-7028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37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88 5090,'0'0'5790,"4"-21"-1236,4 15-4478,0 0 0,0 1 1,0 0-1,1 1 1,0 0-1,0 0 0,0 0 1,0 1-1,19-3 1,6-3 10,-18 6-71,1 0 0,0 0 0,0 2 1,0 0-1,17 2 0,-10-1 23,-22 0-29,0 0 0,-1 0 1,1 1-1,-1-1 0,1 0 1,-1 1-1,1-1 0,-1 1 0,1 0 1,-1-1-1,1 1 0,-1 0 1,0 0-1,1 0 0,-1 0 0,0 0 1,0 0-1,0 0 0,0 0 1,0 1-1,0-1 0,0 0 0,0 1 1,0-1-1,-1 0 0,1 1 1,0-1-1,-1 1 0,1 0 0,-1-1 1,1 3-1,0 6 101,0 0 1,0 1 0,-1 19-1,0-16 0,-1-8-69,1 0 0,-1 0 0,0 0 0,0-1 0,0 1 1,-1 0-1,0-1 0,0 1 0,0-1 0,-1 0 0,0 0 0,-6 9 1,-2 0 43,-1 0 1,-25 20 0,17-15-58,16-14-22,-1-1-1,0 1 1,0-1 0,0 0-1,0 0 1,-1-1-1,0 1 1,1-1 0,-1-1-1,0 1 1,0-1-1,-1 0 1,1 0-1,-13 1 1,19-3-10,0 0 1,-1 0-1,1 0 1,0 0-1,0 0 0,0 0 1,-1 0-1,1 0 1,0 0-1,0 0 0,-1 0 1,1 0-1,0 0 1,0-1-1,0 1 0,-1 0 1,1 0-1,0 0 1,0 0-1,0 0 0,0 0 1,-1-1-1,1 1 1,0 0-1,0 0 0,0 0 1,0 0-1,0-1 1,0 1-1,-1 0 0,1 0 1,0 0-1,0-1 1,0 1-1,0 0 1,0 0-1,0-1 0,0 1 1,0 0-1,0 0 1,0 0-1,0-1 0,0 1 1,0 0-1,0 0 1,0 0-1,0-1 0,0 1 1,1 0-1,-1-2-51,0 1 21,0-1 0,0 0-1,1 1 1,-1-1 0,1 0 0,-1 1 0,1-1-1,0 1 1,-1-1 0,1 1 0,0-1 0,0 1-1,0 0 1,0-1 0,0 1 0,0 0 0,1 0-1,-1 0 1,0 0 0,1 0 0,-1 0 0,0 0 0,1 0-1,-1 0 1,1 1 0,-1-1 0,1 0 0,0 1-1,-1 0 1,1-1 0,0 1 0,-1 0 0,3 0-1,9-1-10,0 0-1,-1 1 0,19 2 0,-26-1 43,2 0 1,1 1 0,-1 0-1,0 0 1,-1 0 0,1 1 0,0 0-1,-1 1 1,1-1 0,-1 1 0,0 0-1,-1 1 1,1-1 0,-1 1 0,1 0-1,-2 1 1,1-1 0,0 1 0,-1 0-1,0 0 1,-1 1 0,1-1 0,-1 1 0,0-1-1,-1 1 1,0 0 0,0 0 0,2 13-1,-2 43 81,-2-57-61,-1-1 1,0 1-1,0-1 1,0 1 0,0-1-1,-1 0 1,0 1-1,0-1 1,-5 8-1,0-3 27,-1 0-1,-1 0 1,0-1-1,0 0 1,-14 10-1,-3 0 31,-29 16 0,34-24-51,0-1 1,-1 0-1,0-2 1,-1 0-1,0-2 1,0-1-1,0 0 1,-1-2 0,-34 1-1,57-3-26,-1-1 0,1 0 0,0 0 0,0 0 0,-1 0 0,1 0 0,0-1 0,0 1 0,-1 0 0,1-1 0,0 1 0,0 0 0,0-1 0,0 1 0,-1-1 0,1 0 0,0 1 0,0-1 0,0 0 0,0 0 0,1 0 0,-1 0 0,0 1 0,-1-3 0,1 0-51,0 0 1,0 0-1,1 0 1,-1 0-1,1 0 1,0 0-1,0 0 1,0-4-1,0 1-78,0 2-78,0 0 0,1 0 0,-1 1 1,1-1-1,0 0 0,0 0 0,0 1 0,0-1 0,1 0 0,-1 1 0,1-1 0,0 1 0,0 0 0,1 0 0,-1 0 0,1 0 0,-1 0 0,1 0 0,0 1 0,5-5 0,34-25-5218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38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51 608 5539,'0'0'5695,"-8"0"-4713,-26 0 45,26 0 3674,10 0-4349,104 2 864,129-5-636,-215 1-564,0 0 0,0-2 0,-1 0 0,1-1 0,35-15 0,-54 20-16,0-1 0,-1 1 0,1-1 0,0 1 0,-1-1 0,1 0 0,-1 1 0,1-1-1,-1 0 1,1 1 0,-1-1 0,1 0 0,-1 0 0,0 1 0,1-1 0,-1 0 0,0 0 0,0 0 0,1 0 0,-1 1 0,0-3 0,0-20-15,-1 14-1,1 2 13,0 1-1,-1 0 1,0-1-1,0 1 1,0 0 0,-1 0-1,0-1 1,0 1 0,0 1-1,-1-1 1,0 0-1,0 1 1,-1-1 0,1 1-1,-1 0 1,0 0 0,-1 0-1,-5-5 1,-12-13-42,1-1-1,-32-47 1,47 60-14,0 1-1,1-1 1,0 0 0,1-1 0,0 1 0,1-1 0,0 0-1,1 1 1,0-1 0,0-22 0,2 25 5,2-26-219,-1 33 262,-1 0 0,1 1 1,0-1-1,0 0 0,-1 1 0,1-1 1,0 0-1,1 1 0,-1-1 0,0 1 1,0 0-1,1-1 0,-1 1 1,0 0-1,1 0 0,2-2 0,13-5-14,0 1 0,1 0 1,0 1-1,0 1 0,36-5 0,-37 7 41,-9 1-16,28-5 8,0 0-1,1 3 1,0 1-1,55 2 0,-88 2 3,-1 0-1,0 0 0,1 1 1,-1-1-1,0 1 0,0 0 1,0 0-1,0 0 0,0 0 1,0 1-1,0-1 0,-1 1 1,0-1-1,1 1 0,-1 0 1,3 6-1,0-2 26,-1 0 1,0 0-1,0 0 0,-1 1 0,0-1 1,3 14-1,-4 1 104,-1 0-1,0 0 1,-3 22 0,0-19 10,1-6 2,-2-1-1,-9 35 1,7-34-18,0 0 0,-2 32 0,6-30 201,2 35-1,-1-54-319,1 0 0,0-1 0,-1 1 0,1 0 0,0 0-1,0 0 1,0-1 0,0 1 0,0-1 0,0 1 0,1-1 0,-1 1 0,1-1-1,-1 0 1,1 1 0,-1-1 0,1 0 0,0 0 0,-1 0 0,1 0 0,0-1 0,0 1-1,0 0 1,-1-1 0,1 1 0,0-1 0,3 1 0,7 1 52,0-1 0,0 0 0,13-1 0,-20 0-23,52 1 140,60-2-32,-101 0-175,0-1 0,-1-1 0,1 0 0,0-1 0,16-7 0,45-18-2967,-61 20-4274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3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12294,'0'0'7539,"34"0"-7507,-30 0-32,-4-10-5442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6:29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78 766 5330,'0'0'3490,"-7"0"-3410,-37-2 4517,44 1-4580,0 1 0,0-1 0,0 1 0,-1-1 0,1 1 0,0-1 0,0 1 0,0-1 0,0 1 0,0 0 0,0-1 0,0 1 0,1-1 0,-1 1 0,0-1 0,0 1 0,0-1 0,0 1 0,1-1 0,-1 1 0,0 0 0,0-1 0,1 1 0,-1-1 0,0 1 0,1 0 0,-1-1 0,0 1 0,1 0 0,-1 0 0,1-1 0,44-37-129,-3-2 1,-1-1-1,-2-3 1,-1-1-1,49-79 0,-77 108-219,-2-1-1,1 0 0,-2-1 0,0 0 0,-1 0 0,-1 0 1,-1-1-1,-1 1 0,0-1 0,-1 0 0,-1 0 0,-3-35 0,1 47 130,1 1 0,-2 0-1,1 0 1,-1 1 0,0-1-1,0 0 1,0 0-1,-1 1 1,0 0 0,0-1-1,0 1 1,-1 0-1,0 0 1,0 1 0,0-1-1,0 1 1,-1 0 0,0 0-1,-10-6 1,6 5 134,0-1 1,-1 2-1,1 0 0,-1 0 1,0 0-1,0 1 0,0 1 1,-1 0-1,1 0 1,-19 0-1,23 2 113,1 0 0,-1 1 0,1-1 0,-1 1 0,1 1 0,0-1 0,0 0 0,-9 5 0,5-1 170,-1 1 0,1 0 0,-11 10 0,13-9-107,0 0 0,0 0 1,0 1-1,1 0 1,0 0-1,1 0 1,0 1-1,0 0 0,1 0 1,0 0-1,1 0 1,0 1-1,0-1 1,-2 17-1,0 12 128,2 0 0,3 58 0,0-50 439,2-18-213,0-1 0,2 0 0,12 41 0,-1-1 323,66 454 2696,-55-330-2797,-23-176-637,0 12 36,1 0 0,2 0 0,14 41 0,-20-67-82,0-1 1,0 1 0,0-1 0,0 1 0,0-1 0,1 1 0,-1-1 0,0 1 0,0 0 0,1-1 0,-1 1 0,0-1 0,1 0 0,-1 1 0,0-1 0,1 1 0,-1-1 0,1 1 0,-1-1 0,1 0 0,-1 1 0,1-1 0,-1 0 0,1 0 0,-1 1 0,1-1-1,-1 0 1,1 0 0,-1 0 0,1 0 0,0 1 0,-1-1 0,1 0 0,-1 0 0,1 0 0,0 0 0,-1-1 0,1 1 0,-1 0 0,1 0 0,-1 0 0,1 0 0,-1 0 0,1-1 0,0 1 0,-1 0 0,1-1 0,1-1-5,0 0 1,0 1-1,0-1 1,0 0-1,-1 0 1,1 0-1,-1-1 1,0 1-1,2-3 1,10-30-600,-2 0 1,8-44-1,-13 48-37,1 1 0,2 0 0,1 1 0,19-42 0,-15 51 444,1 0 0,1 1 0,0 1 0,1 0 1,34-27-1,-18 17 4320,-38 28-4096,0 0 0,0 1-1,0-1 1,-1 1-1,1 1 1,0-1 0,0 1-1,1 0 1,-1 0 0,0 0-1,1 1 1,-1-1 0,1 1-1,0 0 1,-7 6-1,9-7-11,-12 8 3,1 1 0,0 0 0,-16 18 0,24-22 6,-1 0-1,1 1 1,1-1-1,-1 1 1,1 0-1,0 0 1,1 1-1,-3 11 1,2-4 160,2 0 1,0 0 0,1 0 0,1 27-1,0-15 252,0-20-355,0 0 1,1-1-1,0 1 1,0-1-1,0 1 0,1-1 1,0 0-1,1 0 0,0 0 1,0 0-1,0 0 1,1 0-1,0-1 0,0 0 1,0 0-1,1 0 1,0 0-1,1 0 0,-1-1 1,1 0-1,0-1 1,0 1-1,0-1 0,1 0 1,-1 0-1,1-1 1,0 0-1,0 0 0,0-1 1,12 3-1,-11-4-111,0 1 0,-1-1 0,1 0-1,0-1 1,0 0 0,-1 0 0,1-1 0,0 0-1,-1-1 1,1 1 0,-1-1 0,1-1-1,-1 1 1,0-1 0,0 0 0,0-1 0,0 0-1,-1 0 1,1-1 0,10-9 0,-3 1-579,0-1 0,-2-1-1,1 0 1,-2 0 0,0-1 0,8-17 0,10-25-3750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6:30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6643,'0'0'3650,"0"4"-3045,0 21 97,0 14 556,1 0-1,7 40 0,40 209 2201,-47-281-3356,0-1 0,1 1 1,0-1-1,0 0 0,6 12 1,-5-18-44,-2-7-161,3-142-2619,-4 91 920,2 1 0,16-98 0,-17 149 1893,0 1 0,0-1 0,1 1 0,0 0-1,0 0 1,4-7 0,-5 10 5,1 0 1,-1 1-1,0-1 0,1 1 1,-1-1-1,1 1 0,0-1 1,0 1-1,-1 0 0,1 0 1,0 0-1,0 0 0,0 0 1,0 0-1,0 1 0,0-1 0,0 1 1,0-1-1,0 1 0,3 0 1,33-2 798,57 4 1,-93-2-829,0 1 1,1-1-1,-1 1 0,0 0 1,0-1-1,0 1 1,0 0-1,0 0 1,0 1-1,2 1 1,7 3-864,1-3-4262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7251,'0'0'7452,"0"0"-7406,0 0 0,-1 0 0,1 1 0,0-1 1,0 0-1,-1 0 0,1 0 0,0 0 0,0 1 1,-1-1-1,1 0 0,0 0 0,0 0 0,0 1 0,-1-1 1,1 0-1,0 0 0,0 1 0,0-1 0,0 0 1,0 0-1,-1 1 0,1-1 0,0 0 0,0 1 0,0-1 1,0 0-1,0 0 0,0 1 0,0-1 0,0 0 0,0 1 1,0-1-1,0 0 0,0 1 0,1-1 0,-1 0 1,0 0-1,0 1 0,0-1 0,0 1 0,3 59 1036,14 80-1,1 11 107,-15-75-764,-2-42-219,0 1 1,3-1-1,10 49 1,-13-68-158,-1-14-163,0-6-325,0-25-276,4-106-1470,-2 112 1840,1 1 1,2-1-1,13-43 1,-3 28 162,0 1 1,30-51-1,-36 75 145,0-1-1,1 1 1,1 0-1,0 1 1,1 1-1,0 0 1,1 0-1,21-14 1,-28 22 30,1 1 0,-1 0 0,1 0 0,0 0 0,0 0 0,0 1 0,0 1 0,0-1 0,0 1 0,1 0 0,-1 1 0,0-1 0,1 2 0,10 0 0,-16 0 26,1 0 1,-1-1-1,0 1 1,1 0-1,-1 0 1,0 1-1,1-1 0,-1 0 1,0 1-1,0-1 1,0 1-1,0 0 1,0 0-1,-1 0 1,1 0-1,0 0 1,-1 0-1,2 3 1,3 6 143,0 0 0,6 20 1,-6-14 21,15 43 362,-3 1 0,11 65 0,-1-2-202,-24-85-323,-4-23-2968,0-6-1339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6:3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 6419,'0'0'4095,"-3"-1"-3943,-7-4-85,10 7-27,-1-1 0,1 1-1,-1-1 1,1 0 0,0 1 0,0-1 0,0 1-1,-1-1 1,2 0 0,-1 1 0,0-1 0,0 2-1,23 218 2264,9 351 1367,-25-365-3096,-7-205-562,2 28 123,-2-29-123,0 0 0,0 0 0,0-1 0,0 1 0,0 0 0,1 0 0,-1 0 0,0 0 0,0 0 0,1 0 0,-1 0 0,0-1 0,1 1 0,-1 0 0,1 0 0,-1 0 0,1-1 0,-1 1 0,1 0 0,0-1 0,0 2 0,0-11 10,-1-5-312,1-15-305,-1 0 0,-2 0 0,-1 0-1,-1 0 1,-12-43 0,-5 15-178,7 19-189,-15-61 0,15 33-126,3 0 1,-4-112-1,14 141 1122,0 21 193,1 0 0,0 0 0,4-21 0,-3 33-140,0 0 0,1-1 0,-1 1 0,1 0 0,0 0 1,1 1-1,-1-1 0,0 0 0,1 1 0,0-1 0,0 1 0,0 0 0,7-5 0,4-3 313,0 1 0,20-9 0,4-3 78,-26 14-376,0 1-1,1 1 1,0 0-1,0 1 0,1 0 1,0 1-1,-1 0 1,26-2-1,7 2 784,64 3 0,-57 2-30,-50-1-804,0 1 0,0 0 1,0 0-1,0 0 0,0 0 0,0 0 0,0 1 1,0-1-1,-1 1 0,1 0 0,-1 0 0,1 0 1,-1 0-1,0 0 0,0 1 0,0-1 0,0 1 1,0-1-1,0 1 0,-1 0 0,3 4 0,4 10 213,0 0-1,7 23 0,-14-39-253,2 13 91,0 0 0,-1 1 0,-1-1 0,0 1 0,-1-1 0,-1 16 1,0 6 60,1-28-141,1 8 83,-1-1-1,-1 1 1,0 0 0,-1-1 0,-1 1-1,0-1 1,-8 22 0,0-13-29,0 1-1,-2-2 1,-1 0 0,-1 0-1,-1-1 1,0-1 0,-2-1 0,0 0-1,-2-1 1,0-1 0,-1-1-1,0-1 1,-2-1 0,0-1-1,-37 17 1,42-25-343,1 0-1,-1-2 1,-1 0-1,1-1 1,0-1-1,-1 0 1,-34-3-1,53 1 227,-1 0 0,1 0 0,-1 0 0,1 0 0,0 0 0,-1-1 0,1 1 0,-1 0 0,1 0 0,0 0 0,-1-1 0,1 1 0,0 0 0,-1-1 0,1 1 0,0 0 0,-1-1 0,1 1 0,0 0 0,0-1 0,-1 1 0,1 0 0,0-1 0,0 1 0,0-1 0,0 1 0,-1-1 0,1 0 0,-2-19-789,2 16 725,1 0-1,-1-1 1,1 1 0,0 0-1,0 0 1,0 0 0,0 1-1,3-6 1,0 4 89,0 1 1,0-1-1,0 1 0,1 0 1,-1 0-1,1 1 1,0-1-1,1 1 0,-1 0 1,0 0-1,1 1 0,0-1 1,-1 1-1,1 1 1,0-1-1,7 0 0,12-2 61,0 2-1,39 0 0,-60 2-40,5 0 62,1 1-1,-1 0 0,0 0 0,0 0 1,0 2-1,0-1 0,0 1 1,0 0-1,-1 1 0,1 0 0,14 9 1,-9-3 175,-1 2 0,1-1 0,-2 2 0,0 0 0,14 19 0,1 3 178,-3 2-1,-1 0 1,-1 2-1,-3 1 1,20 54-1,-33-80-733,5 14 777,-12-13-7804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5170,'0'0'2575,"-2"0"-2196,-4 0-266,5 0 22,0 0-1,0-1 1,0 1 0,0 0-1,0 0 1,0 0 0,0 0-1,0 0 1,0 0 0,0 1-1,0-1 1,0 0 0,0 0-1,0 1 1,0-1 0,0 1-1,0-1 1,0 1-1,0-1 1,0 1 0,0-1-1,1 1 1,-1 0 0,0-1-1,0 1 1,1 0 0,-1 0-1,0 0 1,1 0 0,-1 0-1,1-1 1,-1 1 0,1 0-1,0 0 1,-1 0 0,1 2-1,-5 28 246,1 0-1,2-1 0,1 1 0,3 32 1,0 4-129,-2 156 856,1-202-1068,2 0 0,0 0 0,7 26 0,-4-23-21,-1 0 1,1 25-1,-4-14 10,1 34 38,20 117 0,15-31 330,8 40 107,-38-149-346,-2 0 1,0 61-1,-7-68 2,0-18-62,1 0-1,3 23 1,6-22 18,-4-13-92,-4-8-41,-15-2-2247,-7-5-1449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16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77 272 5378,'0'0'3117,"-5"-5"-2912,-25-27 662,16 26 1550,12 6-2299,1-1-1,0 1 1,0 0-1,0 0 0,0-1 1,0 1-1,0-1 0,0 1 1,0-1-1,0 1 0,0-1 1,0 0-1,0 0 1,-1-1-1,0-1 148,1-1 0,-1 0 0,1 0 0,0 0 0,0 0 0,0 0 0,0 0 0,1 0 0,0-1 0,0 1 0,0 0 0,0 0 0,1-5 1,0-10 462,1 19-723,-1 0 0,1 0 0,0 0 0,-1 0 0,1 0 0,-1 0 0,1 1-1,-1-1 1,1 1 0,0-1 0,1 2 0,4 5 35,-1 0-1,0 1 1,0 0-1,-1 0 1,1 1-1,-2 0 1,1-1-1,4 17 1,2-1 84,33 83 313,-30-67-236,3-1-1,30 53 0,-44-87-178,0 0 0,1-1 0,-1 1-1,1-1 1,7 6 0,-9-8 0,0 0 0,0-1 0,0 0 0,1 0-1,-1 0 1,0 0 0,1 0 0,-1 0 0,1 0 0,-1-1 0,1 1-1,-1-1 1,1 0 0,2 1 0,-4-2-6,0 1-1,-1 0 1,1-1-1,0 1 1,-1 0 0,1-1-1,0 1 1,-1-1-1,1 1 1,0-1 0,-1 1-1,1-1 1,-1 1-1,1-1 1,-1 0 0,1 1-1,-1-1 1,0 0-1,1 0 1,10-20 75,11-30-1,-5 11-52,114-224-198,-104 212-28,-19 33-189,1 2 0,1-1 0,0 2 0,1-1 1,19-20-1,-15 24-1936,-3 8-1799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17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9172,'0'0'7868,"-3"0"-7127,-1 0-212,8 0-171,22 0 4,40 0-2,201 0-1939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1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11605,'0'0'3538,"205"0"-3010,-135 0-304,-5 0-80,-7 0-144,-3 0 0,-9-18-384,-7-3-2161,-12 1-9412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5795,'0'0'4730,"2"0"-4002,14 0 1177,-14 2-1777,-1 0 0,1 0-1,-1 0 1,0 1 0,0-1 0,0 0-1,0 1 1,1 4 0,64 312 1727,4 25-1074,-34-134-451,16 146 1784,-44-309-1893,-9-54-935,1 0 0,-1 0 1,1 0-1,0 0 0,1-7 0,0-5-1219,-1-14-3072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5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5523,'0'0'4588,"3"0"-4166,-3 0-391,1 0 0,-1 0 0,1 0-1,0 0 1,-1 1 0,1-1 0,-1 0 0,1 0 0,-1 1 0,1-1 0,-1 0 0,0 1 0,1-1-1,-1 0 1,1 1 0,-1-1 0,0 1 0,1-1 0,-1 0 0,0 1 0,1-1 0,-1 1 0,0-1 0,1 2-1,5 20 694,-3 35 460,-2-36-796,12 130 967,4 85 48,-12 271 362,-6-336-1096,1-169-664,-19-30-9535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14 7587,'0'0'5977,"-3"-2"-5567,-10-7-60,10 6 306,3 6-389,-1 53 465,11 204 721,35 333 97,-47-524-1401,1-27 122,8 82 0,0-88 124,-12-36-941,-9 0-304,10-14-8586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7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 9220,'0'0'7321,"-5"-7"-5462,58 7-1128,1 2 0,69 13 0,-83-11-694,-30-4-25,0 1 1,0 0-1,-1 1 1,12 3-1,-21-5-161,1 0-1,-1 0 1,1 0-1,0 0 1,-1 0-1,1 1 1,-1-1 0,1 0-1,-1 0 1,1 1-1,-1-1 1,1 0-1,-1 1 1,1-1-1,-1 1 1,1-1-1,-1 0 1,1 1 0,-1-1-1,0 1 1,1-1-1,-1 1 1,0-1-1,1 1 1,-1 0-1,0-1 1,0 1-1,0-1 1,1 1 0,-1 0-1,0-1 1,0 1-1,0-1 1,0 1-1,0 0 1,0-1-1,0 1 1,0 0-1,-1-1 1,1 1 0,0-1-1,0 1 1,0-1-1,-1 1 1,1 0-1,0-1 1,0 1-1,-1-1 1,1 1 0,-1-1-1,1 1 1,-1 0-1,-18 13-4537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7587,'0'0'8756,"97"0"-8035,-63 0-193,1 0-208,0 0-96,-4 0-160,4-7-64,-4 1-16,-4-5-224,-4 4-2033,-4 0-2305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180 117 8660,'0'0'3271,"13"-18"-3175,39-55-72,-50 71-13,-1 0 0,1 0 0,0 0-1,0 0 1,0 1 0,0-1 0,0 0 0,0 1 0,0 0 0,0-1 0,0 1 0,1 0 0,-1 0-1,0 0 1,1 0 0,-1 1 0,1-1 0,-1 1 0,1 0 0,-1-1 0,1 1 0,0 0 0,-1 0-1,5 1 1,4 0 128,46-1 979,-56 0-1079,0 0 1,1 1-1,-1-1 1,0 1-1,0-1 1,0 1 0,0-1-1,0 1 1,0 0-1,0-1 1,0 1 0,0 0-1,0 0 1,0 0-1,0 0 1,-1 0-1,1 0 1,0 0 0,-1 0-1,1 0 1,0 0-1,-1 1 1,13 29 525,-12-25-464,6 18 195,-2 0 0,-1 0 0,-1 1 0,-2 0 0,-1 44 0,0-35 100,0-21-269,0 1 0,-1-1 0,0 1 0,-1-1 0,-1 0 0,0 0 1,-1 0-1,0 0 0,-1 0 0,-12 21 0,5-13 83,-2-1-1,0 0 1,-1-1 0,-1-1 0,-36 33 0,42-43-167,1 0 0,-1-1 0,-1 0 0,1-1 0,-1 0 0,0-1 0,0 0 0,-1-1 1,0 0-1,1 0 0,-1-1 0,-1-1 0,-21 2 0,-27-4-160,60 0 59,0 0 0,0 0-1,0-1 1,0 1 0,0 0 0,0 0 0,0 0 0,0-1 0,0 1 0,0-1 0,0 1 0,0-1 0,0 1 0,0-1-1,0 1 1,0-1 0,1 0 0,-1 0 0,0 1 0,0-1 0,1 0 0,-1 0 0,0 0 0,1 0 0,-1 0-1,1 1 1,-1-1 0,1 0 0,-1-2 0,1 1-163,-1-1 0,1 0 0,-1 0-1,1 0 1,0 1 0,0-1 0,1 0 0,-1 0 0,0 0-1,1 1 1,1-6 0,-2 7 187,1 1 0,-1-1 0,1 0 0,0 0 0,-1 0 0,1 0 0,0 0 0,0 1 0,0-1 0,-1 0 0,1 1 0,0-1 0,0 1 0,0-1 0,0 1 0,0-1 0,0 1 1,0-1-1,0 1 0,0 0 0,0 0 0,0 0 0,0 0 0,2-1 0,33 1 70,-22 1-18,-7 0 96,1-1 0,-1 1 0,1 1 0,-1-1 0,0 2 0,1-1 0,-1 1 0,0 0 1,6 3-1,11 8 678,26 20 0,-8-5 93,-31-22-659,-1 0-1,2-1 1,-1 0 0,1-1 0,0 0 0,0-1 0,0 0 0,1-1 0,-1-1-1,1 0 1,20 1 0,-26-2-194,1-1 1,0-1-1,-1 1 0,1-1 0,-1-1 1,11-2-1,-15 3-134,0-1-1,0 0 1,-1 1 0,1-1 0,0 0 0,-1-1-1,1 1 1,-1 0 0,0-1 0,0 1 0,0-1-1,0 0 1,0 1 0,0-1 0,-1 0 0,0 0-1,2-5 1,8-27-3838,-10 2-3045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4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73 5314,'0'0'6854,"-3"-4"-6144,1 2-551,-15-15 723,17 16-618,-1 0 1,0 0-1,0 0 0,1 0 0,-1 0 0,0 0 1,1 0-1,-1 0 0,1 0 0,-1 0 1,1 0-1,0 0 0,0 0 0,-1 0 0,1 0 1,0-1-1,0 1 0,0-1 0,1 1-260,0-1-1,1 1 1,-1 0 0,0 0-1,1 0 1,-1 1-1,1-1 1,-1 0 0,1 0-1,0 1 1,-1-1-1,1 1 1,0 0-1,-1-1 1,1 1 0,0 0-1,-1 0 1,1 0-1,3 0 1,3 0 15,19-6 21,-19 4-22,1 0-1,-1 1 0,13-1 0,26 0 27,-28 1-69,0 0 1,0 2 0,27 3 0,-44-4 26,-1 1 0,1-1-1,-1 1 1,1 0 0,-1-1 0,1 1-1,-1 0 1,0 0 0,1 0-1,-1 0 1,0 0 0,0 0 0,0 0-1,1 0 1,-1 0 0,-1 1 0,1-1-1,0 0 1,0 1 0,0-1 0,-1 1-1,1-1 1,-1 1 0,1-1 0,0 3-1,0 4 32,0 0-1,0 0 0,-1 16 0,0-15 13,0-1 14,-1 0 0,0 0 0,-1 0 0,1 0 0,-2 0 0,1 0 0,-1-1 0,0 1 0,0-1 0,-1 1 0,0-1 0,-1-1 0,1 1 0,-10 10 0,-7 4 127,0-1 0,-42 30 0,38-30-183,9-10 13,14-9-40,0-1-1,1 1 1,-1 0 0,0 0 0,1 0-1,-1 1 1,1-1 0,-1 0 0,1 1-1,-1-1 1,0 3 0,5-3-806,10 4 724,0 1 0,0 1 1,0 0-1,-1 0 0,0 1 0,0 1 0,-1 0 0,12 11 0,-17-13 121,0 0 0,0 0 0,0 0 0,-1 0 0,0 1 0,-1 0 0,0 0 0,0 0 0,0 1 0,-1-1 0,0 1 0,-1 0 0,0 0 0,1 14 0,-3-19-12,1 8 54,0 0 0,-3 17 1,1-25-31,1 0 0,-1 0 0,0 0 0,-1-1 0,1 1 0,0 0 0,-1 0 0,0-1 0,0 1 0,0-1 0,-5 5 0,0 0 16,-2 0-1,1-1 1,-1 0 0,0 0-1,0-1 1,-1-1 0,0 1-1,0-2 1,0 1 0,-1-1-1,1-1 1,-18 4 0,-4-1 5,-1-2 0,1-1 0,-36-2 0,67-1-73,1 0 0,-1 0 0,0 0 0,1 0 0,-1 0 0,1 0 0,-1 0 1,0 0-1,1 0 0,-1-1 0,1 1 0,-1 0 0,0 0 0,1-1 0,-1 1 0,1 0 0,-1-1 0,1 1 0,-1 0 1,1-1-1,-1 1 0,1-1 0,0 1 0,-1-1 0,1 1 0,0-1 0,-1 1 0,1-1 0,0 0 0,-1 0 0,0-23-2252,2 12 834,-1-18-3727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5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254 168 3185,'0'0'7929,"-9"-7"-7318,-25-21-170,32 26-332,0-1 1,0 1 0,1-1 0,-1 0 0,0 0-1,1 0 1,0 1 0,0-1 0,0-1-1,0 1 1,0 0 0,1 0 0,-1 0 0,1 0-1,0 0 1,0-1 0,0 1 0,0 0 0,2-6-1,-1-7 329,-1 15-431,0 0-1,1-1 1,-1 1 0,1 0 0,-1 0 0,1 0-1,0 0 1,-1 0 0,1-1 0,0 1 0,0 0 0,0 1-1,0-1 1,0 0 0,0 0 0,0 0 0,0 0-1,0 1 1,0-1 0,0 1 0,0-1 0,1 1 0,0-1-1,37-12 27,-30 10-80,11-1 104,0 0 1,0 1-1,0 1 0,0 1 1,21 2-1,-24-1 82,-16 0-124,1 0-1,-1 0 1,1 0 0,-1 1-1,0-1 1,0 0-1,1 1 1,-1-1 0,0 1-1,0 0 1,1-1-1,-1 1 1,0 0 0,0 0-1,0 0 1,0 0 0,0-1-1,0 1 1,0 1-1,0-1 1,-1 0 0,1 0-1,0 0 1,-1 0 0,1 1-1,-1-1 1,1 0-1,-1 0 1,1 1 0,-1-1-1,0 0 1,0 3-1,2 5 37,-1 1 0,-1-1 0,-1 16-1,1-10 1,0 17 17,0 39 243,-1-63-232,0-1 0,0 1 1,-1 0-1,0-1 0,0 1 1,-5 11-1,-5 2 2,0-1-1,-2-1 1,0 0-1,-1 0 1,-1-2-1,0 0 1,-1-1-1,-1 0 1,-1-2-1,0 0 1,-1-1-1,0-1 1,-1-1-1,0-1 1,-1 0-1,-25 6 1,35-13-88,0-1 0,0 0 0,-1-1 0,1 0 0,-13-1 0,15 0-39,9 0-35,0-1 0,0 1 1,0 0-1,0 0 0,0-1 1,0 1-1,0-1 0,1 1 1,-1-1-1,0 1 0,0-1 1,1 1-1,-1-1 0,0 0 1,0 1-1,1-1 0,-1 0 1,1 0-1,-1 1 0,1-1 1,-1 0-1,1 0 0,-1 0 1,1 0-1,0 0 0,-1 0 1,1 0-1,0 0 0,0 1 1,0-1-1,0 0 0,0-2 1,0 2 7,-1 0 0,1 0 1,0 0-1,0 0 1,0 0-1,0 0 1,1 0-1,-1 0 1,0 0-1,0 0 0,1 0 1,-1 0-1,0 0 1,1 0-1,-1 0 1,1 0-1,-1 0 0,1 0 1,0 0-1,-1 0 1,1 1-1,0-1 1,-1 0-1,1 1 1,0-1-1,0 0 0,0 1 1,0-1-1,0 1 1,1-1-1,4 0 113,-1 0 0,1 1 1,-1-1-1,1 1 0,0 1 0,-1-1 0,1 1 0,-1 0 0,1 0 0,-1 0 0,1 1 1,-1 0-1,0 0 0,0 1 0,0-1 0,7 6 0,4 3 666,-1 2 1,0 0-1,18 22 1,18 16 964,-41-43-1317,-1-1 0,1 0 0,22 12 0,-26-16-253,1 0-1,-1-1 1,1 0-1,0 0 1,0-1-1,0 0 1,-1 0-1,12-1 1,-17 0-162,0 0 0,0 0 0,-1 0 0,1-1 1,0 1-1,0 0 0,0-1 0,0 1 1,0-1-1,-1 1 0,1-1 0,0 1 0,0-1 1,-1 1-1,1-1 0,0 0 0,-1 0 0,1 1 1,0-1-1,-1 0 0,1 0 0,0-1 0,7-20-3841,-8 22 3768,5-27-6229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7:5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98 5491,'0'0'6877,"-1"-3"-6159,-4-11-59,4 11 758,-3-18 133,4 19-1540,-1 1 1,1 0 0,0 0-1,0-1 1,0 1-1,0 0 1,0 0 0,1-1-1,-1 1 1,0 0 0,1 0-1,-1 0 1,0-1-1,1 1 1,-1 0 0,1 0-1,0 0 1,-1 0-1,1 0 1,0 0 0,0 0-1,0 0 1,0 0 0,0 0-1,0 1 1,0-1-1,0 0 1,0 0 0,0 1-1,0-1 1,0 1 0,0-1-1,1 1 1,0-1-1,7-3 19,1 0-12,0 1 0,-1 0 0,1 1 1,1 0-1,-1 0 0,0 1 0,0 0 0,19 2 1,-27-1 6,0 0 0,1 0 1,-1 1-1,1-1 1,-1 1-1,0-1 0,1 1 1,-1 0-1,0 0 0,0 0 1,0 0-1,0 0 1,0 0-1,0 1 0,0-1 1,0 1-1,0 0 1,0-1-1,-1 1 0,1 0 1,-1 0-1,1 0 0,-1 0 1,0 0-1,0 0 1,0 0-1,0 0 0,0 1 1,0-1-1,-1 0 1,1 4-1,2 6 206,-2 1 0,1-1 1,-2 1-1,-1 21 0,0-27-133,0 0 0,0 0-1,-1-1 1,0 1 0,0 0 0,-1-1-1,0 1 1,0-1 0,0 0 0,-1 0-1,0 0 1,-8 9 0,-6 5 143,-40 34-1,38-36-180,-60 40-6,80-58-86,-1 0 1,1 0-1,0 0 1,0 1-1,-1-1 1,1 0-1,0 0 1,0 1-1,0-1 1,-1 0-1,1 1 1,0-1-1,0 0 0,0 0 1,0 1-1,0-1 1,-1 0-1,1 1 1,0-1-1,0 0 1,0 1-1,0-1 1,0 1-1,0-1 1,0 0-1,0 1 0,0-1 1,0 0-1,0 1 1,1-1-1,-1 0 1,0 1-1,0-1 1,0 0-1,0 0 1,0 1-1,1-1 1,-1 0-1,0 1 0,0-1 1,1 0-1,-1 0 1,0 1-1,0-1 1,1 0-1,-1 0 1,0 0-1,1 1 1,-1-1-1,19 8-743,-16-7 674,26 9 2,-1 1 1,50 28-1,-68-33 131,1 1 0,-1 0-1,0 1 1,0 0 0,-1 1-1,0-1 1,-1 2 0,0-1-1,12 20 1,-17-22 38,0-1 0,0 1 0,-1 1 1,1-1-1,-2 0 0,1 0 0,0 11 1,-2-15-34,1 0 0,-1 0 0,0 0 0,0 0 0,0 0 0,-1 0 0,1 0 0,-1 0 0,1 0 0,-1 0 0,0 0 0,0-1 0,-1 1 0,1 0 0,-1 0 0,1-1 0,-1 1 0,0-1 0,0 1 0,-3 2 0,-7 3 22,0 0 0,-1-1 0,1-1 0,-2 0 0,1 0 1,0-2-1,-1 1 0,0-2 0,-24 4 0,-11-3-477,-72-1 0,87-3-226,31 0 270,-1 0 1,0 0-1,1 0 0,-1 0 1,1-1-1,-1 1 0,1-1 1,-1 0-1,1 0 1,-1 0-1,1-1 0,0 1 1,-5-3-1,-6-15-5895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3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8228,'0'0'3489,"5"0"-3083,2 0-345,-5 0-40,1-1 0,-1 1 0,0 0-1,1 0 1,-1 0 0,0 0 0,1 1 0,-1-1 0,0 1-1,1-1 1,-1 1 0,0 0 0,0 0 0,1 0-1,-1 0 1,0 0 0,0 0 0,0 1 0,-1-1-1,1 1 1,0-1 0,0 1 0,-1 0 0,2 2-1,2 4 137,0 2-1,-1-1 0,0 0 0,-1 1 1,0 0-1,0 0 0,2 20 0,-3 3 177,-1 37-1,-1-37-360,-1-27 107,1-1 1,-1 1 0,0 0-1,-3 9 1,-5 2-860,9-16 548,-1 0-1,0-1 0,1 1 1,-1-1-1,0 1 0,1-1 1,-1 1-1,0-1 0,1 1 1,-1-1-1,0 0 0,0 1 1,0-1-1,1 0 0,-1 0 1,0 0-1,0 1 0,-1-1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3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66 4930,'0'0'3885,"1"-25"1579,2 22-5435,0 0 1,0 1 0,1-1 0,-1 1 0,1 0 0,-1 0-1,1 0 1,0 0 0,0 1 0,4-2 0,13-5-38,-15 6 17,0 0 1,1 1-1,-1 0 0,0 0 1,0 0-1,1 1 1,-1 0-1,0 1 0,9 0 1,8 1 106,-21-3-112,0 1-1,-1 0 0,1-1 0,0 1 0,0 0 1,0 0-1,0 1 0,0-1 0,0 0 0,0 1 1,0-1-1,0 1 0,-1-1 0,1 1 0,0 0 1,0 0-1,-1 0 0,1 0 0,0 0 0,-1 0 1,1 0-1,-1 1 0,1-1 0,-1 1 0,0-1 1,0 1-1,0-1 0,0 1 0,2 2 0,0 1 24,1 1 0,-1 0-1,0 0 1,-1 0-1,0 0 1,1 1 0,-2-1-1,1 0 1,0 11-1,0 4 86,-4 38-1,1-51-105,-1 1-1,0-1 1,0 0 0,-1 0 0,0 0 0,0 0-1,-1 0 1,0-1 0,0 1 0,-8 9 0,-11 12 60,-28 28 0,35-39-36,14-16-23,-59 61 104,53-56-114,0 0 1,-1-1 0,1 0 0,-1 0-1,0-1 1,-12 5 0,21-10-16,-1 1 0,1-1 0,-1 0 0,1 0 0,0 0 0,-1 0-1,1 1 1,-1-1 0,1 0 0,-1 0 0,1 0 0,0 0 0,-1 0 0,1 0 0,-1 0 0,1 0 0,-1 0 0,1-1 0,0 1 0,-1 0 0,1 0 0,-1 0-1,1 0 1,0-1 0,-1 1 0,1 0 0,-1 0 0,1-1 0,0 1 0,-1 0 0,1 0 0,0-1 0,0 1 0,-1 0 0,1-1 0,0 1 0,-1-1 0,1-1-53,-1 0 1,1 0 0,-1 0 0,1 0-1,0 0 1,0 0 0,0 0-1,0 0 1,1-3 0,-1-1-94,1 0-1,1 1 1,-1-1-1,1 0 1,0 1-1,3-8 1,-1 8 131,0 0-1,0 0 1,0 0-1,0 1 1,1 0-1,0 0 1,0 0-1,0 0 1,0 1-1,0 0 1,1 0-1,0 0 1,10-3-1,-2 3 17,-1 0 0,1 0 0,-1 1 0,1 1 0,16 1 0,-27 0 30,1 0 0,-1 1 0,1 0 0,-1-1 0,1 1 0,-1 1 1,0-1-1,1 0 0,-1 1 0,0-1 0,0 1 0,0 0 0,0 0 0,0 1 0,0-1 0,-1 0 0,1 1 0,-1 0 0,0-1 0,0 1 0,0 0 0,0 0 0,0 0 0,0 1 1,-1-1-1,2 6 0,1 2 91,0 1 1,-1 0 0,-1 0 0,0 0-1,0 0 1,-1 18 0,-1 7 206,2-19-152,-2 0 1,0-1-1,-1 1 0,-1-1 0,-1 1 0,0-1 0,-11 31 1,3-24-7,-2 0 1,-1 0 0,0-2 0,-2 0-1,-1 0 1,0-2 0,-30 28 0,44-46-145,0 0 0,1 0 0,-1 0 0,0 0 0,-1-1 0,1 1 0,0-1 0,0 0 0,-1 0 0,1 0 0,0 0 0,-6 0 0,8-1-123,0 0 1,0 0-1,0 0 1,-1 0 0,1 0-1,0 0 1,0 0-1,0 0 1,0-1 0,0 1-1,0 0 1,0-1-1,-1 1 1,1-1-1,0 1 1,0-1 0,0 0-1,1 1 1,-1-1-1,0 0 1,0 1 0,0-1-1,0 0 1,1 0-1,-1 0 1,0 0 0,1 0-1,-1 0 1,1 0-1,-1 0 1,1 0-1,-1 0 1,1 0 0,0 0-1,0 0 1,-1-1-1,1 1 1,0-2 0,0-38-6282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33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9 199 5987,'0'0'5295,"-1"-11"-4459,-1 2-692,0-1 194,1 0-1,0 0 0,0 0 1,1 0-1,1-15 1,0 22-314,0 0 1,0 1 0,0-1-1,1 1 1,-1-1 0,1 1-1,-1-1 1,1 1 0,0 0 0,0 0-1,0 0 1,0 0 0,0 0-1,1 1 1,-1-1 0,4-1 0,47-22 221,-42 20-165,11-3-70,2 1 1,-1 2 0,1 0 0,-1 1 0,1 1 0,0 1 0,1 2-1,39 3 1,-62-2-3,0-1 0,0 0-1,-1 1 1,1-1-1,-1 1 1,1-1 0,0 1-1,-1 0 1,1 0 0,-1 0-1,1 0 1,-1 0-1,0 0 1,0 0 0,1 0-1,-1 1 1,0-1 0,0 0-1,0 1 1,0-1-1,0 1 1,0-1 0,-1 1-1,1-1 1,0 1 0,-1-1-1,1 1 1,-1 0-1,0 0 1,0-1 0,1 3-1,0 8 86,0 0-1,-1 0 0,-3 19 0,3-21-16,-1-1-13,-1-1 0,1 0 0,-1 0 0,-1 0-1,1 0 1,-2-1 0,1 1 0,-1-1 0,0 1 0,-6 8 0,-7 6 191,-35 35 0,34-40-180,2 1 0,-28 39 0,39-45-91,5-12 13,0 0-1,0 0 1,0 0 0,0 0-1,0 1 1,0-1 0,0 0-1,0 0 1,0 0 0,0 0 0,0 0-1,0 0 1,0 0 0,0 0-1,0 1 1,0-1 0,0 0-1,0 0 1,0 0 0,0 0 0,0 0-1,0 0 1,0 0 0,0 0-1,0 0 1,0 1 0,1-1-1,-1 0 1,0 0 0,0 0-1,0 0 1,0 0 0,0 0 0,0 0-1,0 0 1,0 0 0,0 0-1,0 0 1,0 0 0,1 0-1,-1 0 1,0 0 0,0 0 0,0 0-1,0 0 1,0 0 0,0 0-1,0 0 1,0 0 0,1 0-1,-1 0 1,0 0 0,0 0-1,0 0 1,0 0 0,0 0 0,0 0-1,0 0 1,0 0 0,0 0-1,1 0 1,-1 0 0,0 0-1,0 0 1,0 0 0,0-1-1,31 1-124,-3-1-45,-1 1 1,34 5-1,-54-4 154,-1 0 0,1 1 0,-1-1 0,1 1 0,-1 0 0,0 1 0,0-1 0,0 1 0,0 1 0,-1-1 0,1 1 0,-1 0 0,0 0 0,9 10 0,-10-9 21,-1 1-1,0 0 0,0 0 1,-1 0-1,0 1 0,0-1 0,-1 0 1,1 1-1,-1 0 0,-1-1 0,1 1 1,-1-1-1,0 1 0,-1 0 1,1-1-1,-1 1 0,-1-1 0,1 1 1,-1-1-1,0 0 0,-1 0 1,1 1-1,-1-2 0,-6 10 0,-4-1 31,0-1-1,-1-1 0,-1 0 0,0-1 0,0 0 0,-30 15 1,14-11 0,-1-2 0,-59 18 0,78-28-189,0-1 0,0 0 0,0-1-1,-21-1 1,32 0 15,1 1 90,1-1 1,0 0-1,0 0 1,0 0-1,-1 0 1,1 0-1,0 0 1,0 0-1,0 0 1,0 0 0,-1 0-1,1 0 1,0 0-1,0 0 1,0 0-1,-1 0 1,1-1-1,0 1 1,0 0-1,0 0 1,0 0-1,-1 0 1,1 0-1,0 0 1,0 0-1,0 0 1,0-1-1,0 1 1,0 0-1,-1 0 1,1 0-1,0 0 1,0 0 0,0-1-1,0 1 1,0 0-1,0 0 1,0 0-1,0 0 1,0-1-1,0 1 1,0 0-1,0-1 1,-1-19-4530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34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51 731 320,'0'0'12649,"-11"0"-11686,-20 0-110,23 1 2440,37-3-1767,35-3-1319,0-3 0,-1-2 0,0-4 0,67-22 0,-56 8-170,-65 24-43,0 0-1,0-1 1,-1 0-1,1 0 1,-1-1-1,7-7 1,-12 10-5,-1 0-1,0 0 1,0-1 0,0 1 0,0-1-1,-1 1 1,1-1 0,-1 0 0,0 1 0,0-1-1,0 0 1,-1 0 0,0 0 0,1 0-1,-1 0 1,-1-6 0,0 2 4,1 1-1,-2-1 0,1 1 1,-1-1-1,0 1 1,-1 0-1,-5-12 1,-6-3-44,-29-36-1,26 38 11,-24-41-1,37 54 41,0-1 0,0 1 1,1-1-1,1 0 0,-1 0 0,1 0 0,0 0 0,1 0 0,-1-16 0,2 5-17,-1 16 3,0 0 0,1 0-1,0 0 1,0 0-1,0 0 1,0 0-1,0-1 1,1 1-1,-1 0 1,1 0 0,0 0-1,0 0 1,0 0-1,0 0 1,0 1-1,1-1 1,-1 0 0,1 1-1,0-1 1,0 1-1,2-3 1,6-3-11,1 1 0,-1 0 0,1 1 1,0 0-1,17-6 0,63-16 11,-46 16 6,-14 5-12,0 1 1,0 1-1,0 2 1,60 2-1,-75 1 20,-13 0 1,1 0 0,-1 0 0,1 0 0,-1 1 0,1-1 0,-1 1 0,0 0 0,1 0 0,-1 0 0,4 2 0,-5-2 0,-1 1 0,1-1 0,0 1 0,0 0 0,-1-1 0,1 1 0,-1 0 0,0 0 0,1 0 0,-1 0 0,0 0 0,0 0 0,0 0 0,0 5 0,3 7 30,-1-1 0,-1 2 1,-1-1-1,0 0 0,0 0 0,-3 16 0,1 5 100,-1-7 52,-1 0 0,-1 0 0,-2 0 0,-1-1 0,-19 48 0,12-35 151,-13 58 1,21-42 74,5-51-372,1-1 1,0 1-1,1-1 1,-1 0 0,1 1-1,-1-1 1,1 1-1,1-1 1,2 7-1,-2-8-26,0-1-1,0 0 1,0 0 0,0-1-1,0 1 1,0 0-1,1-1 1,-1 1-1,0-1 1,1 0-1,0 0 1,4 2 0,36 6 60,-15-7-286,0 0 0,1-2 0,-1-1 0,1-2 0,-1 0-1,0-2 1,0-1 0,52-19 0,-79 25 102,3-2-886,0 1-1,0 0 1,0 0-1,-1 0 0,9-1 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34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17576,'0'0'1409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37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7619,'0'0'4141,"28"0"-3124,-27 1-999,1-1 0,-1 0 0,0 1 0,1 0 0,-1-1 0,0 1 0,0 0 0,0 0 0,0-1 0,0 1 0,0 0 0,0 0 0,0 0 0,0 0 1,0 0-1,0 0 0,-1 1 0,1-1 0,0 0 0,-1 0 0,1 1 0,-1-1 0,1 0 0,-1 2 0,9 35 355,-6-15-237,-2 0 0,-2 31 0,0-11-112,1-20-211,0-1-1,-2 1 1,-5 21-1,-7 3-3138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41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6515,'0'0'4319,"0"7"-125,0-73-4004,0 66-201,0 2-112,0 896 347,4-805-185,5-2-1,23 101 0,0 4-25,115 765 78,-47-141 286,-89-695-362,25 647 420,-18-363-328,-1 3 173,-13-230 38,3 217 471,1 298 164,-4 470 122,12-678-685,-1-91-236,-10 1284 919,-7-959-385,-8-130-475,-45 459 187,24-75-85,46-150-136,-5 49-98,-12-557-77,2 1065-241,-21-1062 97,9-178 123,9-13-106,0-3-16,-4 84 34,3-50 61,1-2 13,-1 32 32,-4 92-278,8-196-178,2-62 373,-2 0-1,-6 49 1,6-66 82,0-9-1,0 0-1,0 1 0,0-1 0,0 0 1,0 1-1,0-1 0,0 0 0,0 0 0,0 1 1,0-1-1,0 0 0,0 1 0,0-1 1,0 0-1,0 1 0,0-1 0,0 0 1,0 1-1,0-1 0,0 0 0,0 0 1,-1 1-1,1-1 0,0 0 0,0 1 1,0-1-1,-1 0 0,1 0 0,0 0 1,0 1-1,-1-1 0,1 0 0,0 0 1,-1 1-1,1-1-89,-1 0-40,-2 1 75,3 3 64,0-2 14,0 12-198,0-162-6489,0 104 756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8:5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0 293 5475,'0'0'5303,"3"-1"-4774,-2 1-435,0 0 0,0 0 1,0 0-1,0-1 0,-1 1 1,1 0-1,0-1 0,0 1 1,0-1-1,0 1 0,-1-1 1,1 1-1,0-1 0,0 0 1,-1 1-1,1-1 0,0 0 1,-1 0-1,1 1 0,-1-1 1,1 0-1,0-2 0,1-24 2165,-2 21-2368,0 5 394,0 8 897,4 816 398,-4-821-1364,-1-1-153,-2-6-108,1-3-69,1-1-1,-1 0 1,2 1-1,-1-1 0,1-11 1,-1-22-453,-11-310-1864,12 267 2395,11-74 37,-2 70 3,-6 68 18,2-1 0,0 1 0,1 1-1,1-1 1,1 1 0,1 0 0,0 1 0,2 0 0,18-26 0,-26 40 1,0 1 0,1 0 1,-1 1-1,1-1 0,0 1 0,0 0 1,0-1-1,0 2 0,1-1 1,-1 0-1,1 1 0,5-2 0,-1 1 63,0 1 0,0 0-1,0 1 1,1 0-1,15 1 1,-8-1-37,-1 2 0,1 0 1,0 0-1,0 2 0,-1 0 0,31 10 0,-28-7-31,-1 2 0,1 0 1,-1 1-1,-1 1 0,0 1 0,0 0 0,-1 1 0,21 21 0,-27-23 12,0 0 0,-1 1 1,-1 1-1,10 15 0,-14-20-12,-1 0-1,0 0 1,-1 0 0,1 0 0,-1 1-1,-1-1 1,1 1 0,-1 0-1,0 13 1,0 27 91,1-27-7,-2 0-1,0 0 1,-5 24-1,3-37-71,0 0 0,-1 0 0,0 0-1,-1 0 1,0 0 0,0-1 0,0 1 0,-10 10-1,-4 3 72,-27 26 0,26-31-65,0-1 1,0-1 0,-2-1 0,0 0 0,0-2-1,-1 0 1,0-2 0,-1 0 0,0-1 0,0-2 0,-1 0-1,0-2 1,0 0 0,-41 0 0,51-4-43,9 0 13,-1 0 0,0 0 0,0 0 0,-9-3-1,13 3-10,0-1 0,0 0 0,0 0 0,0 0 0,1 0 0,-1 0 0,0 0-1,0 0 1,1-1 0,-1 1 0,0-1 0,1 1 0,0-1 0,-1 1 0,-1-5 0,0 0-120,0 0 1,0 0 0,0 0-1,1-1 1,0 1 0,1-1 0,0 1-1,-1-10 1,1 1-484,0-1-1,3-24 0,-1 38 575,-1 0-1,0 0 0,1 0 0,-1 1 0,1-1 1,0 0-1,-1 0 0,1 1 0,0-1 0,0 0 0,0 1 1,0-1-1,1 1 0,-1-1 0,0 1 0,1 0 1,1-2-1,1 1 15,-1 0 1,1 0 0,-1 0 0,1 0-1,0 1 1,0-1 0,7-1 0,-1 2 76,0-1 0,0 2 0,0-1 1,0 1-1,19 3 0,-26-3-35,-1 1 0,0 0 1,1-1-1,-1 1 0,0 0 0,0 0 1,0 0-1,0 1 0,0-1 0,0 0 0,0 1 1,0 0-1,0-1 0,1 4 0,19 29 362,-13-19-184,32 57 771,-19-30-80,39 54 1,-53-85-776,1 0 0,0-1-1,0 0 1,1-1 0,0 0-1,1-1 1,0 0 0,0 0 0,19 9-1,-25-16-136,-1 1 1,0-1-1,0-1 0,0 1 0,1-1 1,-1 1-1,0-1 0,7-1 0,2 1-896,-12 0 797,0 0 0,-1 0-1,1 0 1,-1 0-1,1 0 1,-1 0 0,1 0-1,-1 0 1,1-1-1,-1 1 1,1 0 0,-1 0-1,1 0 1,-1-1-1,1 1 1,-1 0 0,1 0-1,-1-1 1,1 1 0,-1 0-1,1-1 1,-1 1-1,0-1 1,1 1 0,-1-1-1,0 1 1,1 0-1,-1-1 1,0 0 0,2-12-5221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00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37 5715,'-7'-2'11906,"6"0"-12172,2 1 282,-1 0 1,1 0 0,0 0 0,-1-1 0,1 1-1,0 0 1,0 0 0,-1 0 0,1 0 0,0 0-1,0 0 1,0 0 0,0 1 0,0-1 0,1 0-1,-1 0 1,0 1 0,0-1 0,0 1-1,1-1 1,1 0 0,29-9 131,-17 9-95,0 0 0,0 0-1,24 4 1,-37-3-40,0 0 0,-1 1 1,1-1-1,0 1 0,0-1 1,0 1-1,-1 0 0,1-1 0,0 1 1,-1 0-1,1 0 0,-1 0 1,1 1-1,-1-1 0,1 0 0,-1 0 1,0 1-1,0-1 0,1 1 0,-1-1 1,0 1-1,0 0 0,-1-1 1,1 1-1,0 0 0,-1 0 0,1-1 1,0 5-1,1 4 157,-1 0-1,0 1 1,0-1-1,-2 12 1,1-7 115,0-10-190,1 0-1,-1 0 1,-1 1-1,1-1 1,-1 0 0,0 0-1,0 0 1,-1 0-1,1 0 1,-1 0 0,0 0-1,-5 8 1,5-10-60,-2 9 63,25-12-503,-14 0 365,0 1 0,1 0 1,-1 0-1,1 0 0,-1 1 1,0 0-1,0 0 0,12 6 1,-15-6 43,-1 0 1,1 0 0,-1 0-1,1 1 1,-1 0-1,0-1 1,0 1-1,0 0 1,0 1-1,-1-1 1,1 0 0,-1 1-1,0-1 1,0 1-1,0 0 1,0 0-1,1 5 1,0 8 35,-1 1 1,0-1-1,-1 1 1,-1-1-1,-4 30 1,4-41-3,-1 0 0,-1 0-1,1 0 1,-1-1 0,0 1 0,0 0 0,0-1 0,-1 1 0,0-1 0,0 0 0,-7 8 0,4-5-3,-1-1 0,0 0 0,-1 0 0,1-1 0,-1 0 0,-14 8 1,7-6-30,0-1 0,0-1 1,-1 0-1,1-1 0,-1-1 0,0 0 1,0-1-1,-24 1 0,27-3 28,6 0-219,0-1 1,0 0-1,0 0 1,-10-2-1,14 1 42,1 1 0,0-1 0,0 0 0,0 0 0,0 0 0,0 0 0,0 0 0,1 0 0,-1 0 0,0-1 0,1 1 0,-1-1 0,0 1 0,1-1 0,0 0 0,-1 1 0,1-1-1,-2-3 1,0-2-657,0 1-1,1-1 0,0 0 0,-3-13 0,0-37-6501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0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3 7379,'0'0'8890,"5"-1"-8394,-4 1-479,-1-1 0,1 1 0,-1 0 0,1 0 0,0 0 0,0 0 1,-1 0-1,1 0 0,0-1 0,-1 2 0,1-1 0,0 0 0,-1 0 0,1 0 0,0 0 0,-1 0 0,1 0 0,0 1 0,-1-1 1,1 0-1,-1 1 0,1-1 0,0 0 0,-1 1 0,1-1 0,-1 1 0,1-1 0,-1 1 0,1-1 0,-1 1 0,0-1 0,1 1 1,-1-1-1,1 1 0,-1 0 0,0-1 0,0 1 0,1 0 0,-1-1 0,0 1 0,0 0 0,0 0 0,1 7 173,-1-1 1,0 1-1,-2 14 0,2-19-154,-2 8 60,0 0-1,-1 0 1,0 0-1,0-1 1,-1 1-1,-1-1 0,0 0 1,-11 17-1,-62 74 225,46-62-221,-15 23 170,2-3-3475,36-50-1217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01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7283,'0'0'8535,"0"0"-8498,0 0 1,0 0-1,0 0 1,0 0-1,0 0 1,-1 0-1,1 0 0,0 0 1,0 1-1,0-1 1,0 0-1,0 0 1,0 0-1,0 0 1,-1 0-1,1 0 0,0 0 1,0 1-1,0-1 1,0 0-1,0 0 1,0 0-1,0 0 1,0 0-1,0 0 0,0 1 1,0-1-1,0 0 1,0 0-1,0 0 1,0 0-1,0 0 1,0 1-1,0-1 0,0 0 1,0 0-1,0 0 1,0 0-1,0 0 1,0 1-1,0-1 0,0 0 1,0 0-1,0 0 1,0 0-1,0 0 1,0 0-1,1 1 1,-1-1-1,0 0 0,0 0 1,0 0-1,0 0 1,0 0-1,0 0 1,0 0-1,1 0 1,17 2 383,0-1 0,32-2 0,-7 0-94,36 1-156,19 1-192,-32-2-6023,-94 8-4537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01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6195,'0'0'7955,"236"28"-7666,-202-24-17,-3-1-256,-7 1 16,-5-4-32,-11 0-80,-5 3-641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20 131 3970,'0'0'6192,"-3"-3"-5877,2 2-231,0 1-47,0-1 0,0 1-1,0-1 1,1 1 0,-1-1 0,0 0 0,0 1-1,1-1 1,-1 0 0,0 0 0,1 0 0,-1 1-1,1-1 1,-1 0 0,1 0 0,-1-1-1,1 1 330,-4-12 1467,4-87-262,16 324 911,-7-137-1733,-7-65-604,6 116 625,-8-138-871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0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3185,'0'0'8730,"0"4"-8085,0 26 135,1-1 62,-1 0-1,-2 0 1,-9 51-1,5-46-342,5-20-4706,1-37-179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0 0 5426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5426,'190'-180'1449,"-152"144"8742,-18 36-9945,-1-8-7,-16 7-214,0-1 0,0 1-1,0 0 1,0 0 0,1 0-1,-1 0 1,0 1 0,6-1-1,81-6 94,-89 7-108,1 0 1,0 0-1,0 0 0,0 0 1,0 0-1,0 0 0,0 1 1,0-1-1,-1 1 0,1-1 1,0 1-1,0 0 0,-1 0 1,1 0-1,0 0 0,2 2 1,-2 0 26,0 0 0,0 0 0,0 0 0,0 0 0,-1 1 0,0-1 0,2 7 1,-1-3 17,1 2 50,-1 1 0,-1-1 0,0 1 0,0-1 0,-1 17 0,0-12-52,-1-11-39,1 0 0,-1 0 0,0 1 0,0-1 0,0 0 0,0 0 0,-1 0 0,1 0 0,-1 0 0,1-1 0,-1 1 0,0 0 0,0-1 0,0 1 0,-1-1 0,-3 4 0,-7 4-16,0 0 0,-14 9 0,13-11-3,-7 1-591,14-7-1455,16-1 989,17-2 803,-16 0 193,1 1-1,-1 0 0,0 1 1,13 2-1,-21-3 77,1 1 0,0 0 1,-1 0-1,1 0 0,0 0 0,-1 0 0,1 1 0,-1-1 0,0 1 1,1 0-1,-1-1 0,0 1 0,0 0 0,0 0 0,0 0 0,-1 1 1,1-1-1,0 0 0,1 5 0,0 1 174,0 0 0,-1 0-1,0 0 1,-1 0 0,1 0 0,-2 0 0,1 0-1,-2 13 1,1-15-48,0-4-100,-1 1 0,1-1 0,-1 1 0,0-1 0,0 0 0,0 1 0,0-1 1,0 0-1,-1 0 0,1 0 0,-1 0 0,1 0 0,-1 0 0,0 0 0,0 0 0,0-1 0,0 1 0,0-1 0,0 1 0,0-1 0,0 0 0,-4 2 0,-9 4 59,0-1 0,-21 6 0,30-10-43,-9 3-195,-1-1 1,1-1-1,-1 0 1,0-1-1,0-1 0,-1 0 1,1-1-1,-20-3 1,35 3 5,-1-1 1,1 0-1,0 1 1,0-1-1,0 0 0,0 1 1,0-1-1,0 0 1,0 0-1,0 0 1,0 0-1,0 0 1,0 0-1,1 0 1,-1-1-1,0 1 1,1 0-1,-1 0 0,1 0 1,-1-1-1,1 1 1,0 0-1,-1-1 1,1 1-1,0 0 1,0-1-1,0 1 1,0-2-1,0 1-228,-1-29-4595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1793,'0'0'8654,"-3"0"-7618,-6 0 664,19 0 1293,22 0-1270,387 0-824,-303 9-739,3 0-21,155-9 1371,-293 0-4581,-17 0 219,-9 0-2388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4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4066,'0'0'11605,"1"4"-10764,10 39 331,9 60 1,-19-92-1042,29 199 1923,-29-201-1983,0-1 0,1 0 0,1 0 1,-1-1-1,1 1 0,7 13 1,-10-21-78,1 0 0,-1 1 0,0-1 0,0 0 0,1 1 0,-1-1 0,0 0 1,0 0-1,1 0 0,-1 1 0,0-1 0,1 0 0,-1 0 0,0 0 1,1 0-1,-1 1 0,0-1 0,1 0 0,-1 0 0,0 0 0,1 0 1,-1 0-1,0 0 0,1 0 0,-1 0 0,0 0 0,1 0 0,-1 0 0,0 0 1,1 0-1,-1 0 0,0-1 0,1 1 0,-1 0 0,0 0 0,1 0 1,-1 0-1,0-1 0,1 1 0,7-9-306,42-77-761,-26 43 662,40-55 0,16-10-829,-79 105 161,1-1-132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5651,'0'0'7563,"-2"0"-7216,0 1-322,0-1-1,0 0 1,0 1 0,0 0 0,0-1 0,0 1-1,0 0 1,0 0 0,0 0 0,0 0 0,1 0-1,-1 1 1,0-1 0,1 0 0,-1 1-1,1-1 1,-1 1 0,1 0 0,0 0 0,0-1-1,0 1 1,0 0 0,0 0 0,0 0 0,0 0-1,0 0 1,1 0 0,-1 0 0,1 0-1,0 0 1,-1 4 0,1-2-73,-1 0 1,1 1-1,-1-1 0,1 1 0,1-1 1,-1 1-1,1-1 0,-1 0 0,1 1 1,0-1-1,1 0 0,-1 0 0,1 0 1,0 0-1,2 5 0,26 24 4,-19-21 35,0-1-1,9 16 1,-17-23 1,-1 0-1,0 0 1,0 0 0,0 1 0,0-1 0,-1 1-1,1-1 1,-1 1 0,0-1 0,-1 1 0,1 7-1,-1-11 11,0 1 0,-1-1 0,1 0 0,-1 1 0,1-1 0,-1 0-1,0 0 1,0 1 0,1-1 0,-1 0 0,0 0 0,0 0-1,0 0 1,0 0 0,0 0 0,-1 0 0,1 0 0,0 0 0,0-1-1,0 1 1,-1 0 0,1-1 0,0 1 0,-1-1 0,1 0-1,-3 1 1,-41 7 45,11-7-1459,23-1-1197,6 0-1331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5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5298,'0'0'11579,"-1"3"-11203,-7 10-78,-1 0 0,-11 11 0,-12 18-111,29-37-177,-61 99 85,56-88-62,1 0 0,0 0 0,2 0 0,0 1 1,-3 20-1,1 14 278,2 0 1,2 1-1,7 83 1,-3-126-255,1 0 1,0 1-1,0-1 0,1 0 1,0-1-1,0 1 1,1 0-1,0-1 0,1 0 1,0 0-1,0 0 1,8 8-1,-3-5 17,1 0 1,0-1-1,0 0 1,1-1-1,1 0 1,21 12-1,-33-21-71,2 1 11,0 1-1,0-1 1,0 1 0,0 0-1,0 0 1,-1 0-1,1 1 1,-1-1-1,1 0 1,2 5-1,-5-6 0,0-20-4769,0 3 1965,0-1-2430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5811,'0'0'5714,"0"3"-2961,0 23-2392,12 115 932,-1-31-687,-7 208 610,-4-239-1575,0-101 77,0-35-1398,-11-96 0,8 136 1349,-20-153-1990,20 134 1997,1-1 1,6-60-1,-4 95 336,0 0 1,1 0-1,0-1 0,-1 1 1,1 0-1,0 0 1,0 0-1,0 0 0,0 0 1,0 0-1,1 1 0,-1-1 1,0 0-1,1 1 1,0-1-1,-1 1 0,1-1 1,0 1-1,0 0 0,0-1 1,0 1-1,0 0 1,0 0-1,0 0 0,0 1 1,0-1-1,0 1 0,5-1 1,5-1 236,1 0 1,0 2 0,25 1-1,-14 0 64,-18-1-231,0 0-1,0 0 1,0 1-1,0 0 1,0 0-1,0 1 1,0 0-1,0 0 1,0 0 0,-1 0-1,1 1 1,-1 0-1,0 0 1,0 1-1,0 0 1,0-1-1,0 1 1,-1 1-1,0-1 1,0 1 0,0 0-1,6 10 1,-3-3 144,0 1 0,0 1 1,-2-1-1,0 1 0,0 0 1,4 27-1,-4-9 369,-2 0 0,-1 35 0,-2-63-565,-1 0 0,1 0 0,-1 0 0,1 0 0,-1-1 0,0 1 0,-1 0 0,1 0 0,-1-1 0,1 1 0,-1 0 0,0-1 0,-1 0-1,1 1 1,0-1 0,-1 0 0,0 0 0,0-1 0,-3 4 0,-6 2-1,1 0-1,-2-1 1,1 0-1,-14 5 1,11-5 0,-5 1-266,0-1 0,0 0 0,-1-1 0,0-2-1,-1 0 1,1-1 0,0-1 0,-32-1 0,55-8-1065,-1 6 1262,1 0 0,-1 0-1,1 0 1,0 0 0,-1 1 0,1-1 0,0 0 0,0 1 0,-1 0-1,1-1 1,0 1 0,0 0 0,0 0 0,0 0 0,-1 0-1,1 0 1,2 1 0,4-1-16,4 0 104,0 0 0,1 1 0,-1 0 0,18 5 0,-24-4 20,0 0 1,1 1 0,-1 0-1,-1 0 1,1 0-1,0 1 1,-1 0-1,1 0 1,8 10 0,7 6 175,-1 0 181,0 0 0,-1 1 0,-1 1 0,19 29 0,-33-38-174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8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7347,'0'0'7140,"24"84"-6148,-21-56 65,-3 3-289,0-3-192,0-4-272,0-10-160,0-4-144,4-10-48,0 0-2833,0-24-7268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5410,'0'0'8362,"6"-3"-7831,9-2-324,0 1 1,0 0 0,0 1 0,23-2 0,71 1 817,-99 4-1213,0 0 0,0 0 0,0-1 0,0 0-1,0-1 1,0 0 0,-1-1 0,1 0 0,-1 0-1,12-6 1,-16 2-5076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2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4674,'0'0'8260,"15"216"-7124,-11-167-303,4-8-65,-4-2-144,-4-8-239,4-7-161,-1-6-224,1-8-80,-4 1-96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3169,'0'0'7737,"0"5"-7048,12 402 6087,-11-365-6029,12 60 1,-9-68-495,-3-32-1037,0-6 277,1-19 89,-1-31 347,-1-384-1804,0 436 1872,0-1 1,1 0-1,-1 0 1,1 0 0,0 1-1,-1-1 1,1 0-1,1 1 1,-1-1 0,0 1-1,1-1 1,-1 1 0,1 0-1,-1 0 1,1-1-1,0 1 1,0 0 0,0 0-1,0 1 1,1-1 0,-1 0-1,0 1 1,1-1-1,-1 1 1,4-1 0,7-4 25,1 2-1,0-1 1,25-3 0,-15 2-42,-6 3 64,-1 1-1,1 0 1,27 2-1,-35 0-3,-9 0-25,1 0 1,-1 0-1,1 0 0,-1 1 1,0-1-1,1 0 0,-1 1 1,1-1-1,-1 1 0,0 0 1,1-1-1,-1 1 0,0 0 1,0 0-1,0 0 0,1 0 0,-1 0 1,0 0-1,0 0 0,0 0 1,-1 0-1,1 0 0,0 1 1,0-1-1,-1 0 0,2 3 1,0 3 38,0 0 1,0 1 0,0-1 0,0 9 0,0 1 38,4 19 155,-2 0 1,-1 0 0,-2 1 0,-5 53-1,2-84-226,1 1 0,-1-1 0,-1 1 0,1-1 0,-1 0 0,0 0 0,0 0 0,-1-1 0,0 1 0,0-1 0,0 0 0,-1 0 0,0 0 0,1 0 0,-2-1 0,-9 7 0,0-1-80,-1 0 0,0-1 1,-1-1-1,-33 12 0,41-17-291,0-1-1,0 0 1,-1-1 0,1 1-1,-1-2 1,1 0 0,-1 0 0,-10-2-1,19 2 228,1-1-1,-1 0 0,0 0 1,1 1-1,-1-1 0,1 0 1,-1 0-1,1 0 0,-1 0 1,1 0-1,0 0 0,-1 0 1,1 0-1,0 0 0,0 0 1,0 0-1,0 0 1,0 0-1,0 0 0,0-1 1,0 0-31,0 0 0,0 1 0,0-1 1,0 0-1,0 1 0,0-1 0,1 0 1,-1 1-1,1-1 0,-1 0 0,1 1 1,0-3-1,2 3 96,0-1 0,-1 1 0,1 0 0,0 0 0,0 0 0,0 1 0,0-1 0,0 1 0,0-1 0,0 1 0,5 0 0,37 3 378,-40-2-205,0 1 0,-1-1-1,1 1 1,-1 0 0,0 0-1,0 1 1,0-1-1,0 1 1,0 0 0,0 0-1,-1 0 1,1 1 0,-1-1-1,0 1 1,4 6 0,2 3 329,-2-1 1,1 1-1,9 24 1,-13-27-123,0 0 1,-1 0-1,0 0 1,-1 1-1,0-1 1,-1 1-1,1 15 0,-2-26-590,-4-17-7026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3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5715,'0'0'7478,"9"0"-6006,15 0-666,-15-1-525,0 1 0,0 0 1,0 0-1,0 1 0,0 0 0,13 4 1,-20-4-234,1 0 1,-1 0-1,1 1 1,-1-1 0,0 1-1,0-1 1,1 1 0,-1 0-1,0 0 1,-1 0 0,1 0-1,0 0 1,0 0-1,-1 1 1,1-1 0,-1 0-1,0 1 1,0-1 0,0 1-1,0 0 1,0-1-1,-1 1 1,1 0 0,-1-1-1,1 1 1,-1 3 0,1 2 88,-1-1 0,0 1 0,0-1 1,0 0-1,-3 10 0,3-14-106,-2 1-1,1-1 0,0 1 0,-1-1 1,1 1-1,-1-1 0,0 0 1,0 0-1,-1 0 0,1 0 1,-5 5-1,-28 22 119,-17 19 1,51-49-173,1 0 1,0 0-1,0 1 1,0-1 0,-1 0-1,1 0 1,0 0-1,0 1 1,0-1 0,0 0-1,-1 0 1,1 1 0,0-1-1,0 0 1,0 0-1,0 1 1,0-1 0,0 0-1,0 0 1,0 1-1,0-1 1,0 0 0,0 1-1,0-1 1,0 0-1,0 0 1,0 1 0,0-1-1,0 0 1,0 0 0,0 1-1,0-1 1,0 0-1,1 0 1,-1 1 0,0-1-1,0 0 1,0 0-1,0 1 1,1-1 0,-1 0-1,0 0 1,0 0-1,0 1 1,1-1 0,-1 0-1,0 0 1,0 0-1,1 0 1,-1 0 0,0 0-1,0 0 1,1 1 0,-1-1-1,0 0 1,0 0-1,1 0 1,-1 0 0,0 0-1,1 0 1,-1 0-1,0 0 1,0 0 0,1-1-1,-1 1 1,26 0-108,-19 0 73,29 0-809,0-2-1,57-9 1,-32-1-5545,-48 6 2498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3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8324,'0'0'6742,"16"21"-6206,6 7-361,75 109 738,-77-106-694,-1 1 0,-2 0 0,-2 2 0,0 0 0,-3 0 1,0 1-1,-3 1 0,-1 0 0,6 61 0,-11-59 32,-4 53 0,-1-77-211,0 0 1,0 0 0,-1 0 0,-1 0-1,0-1 1,-12 25 0,5-17-8,-1 0 0,0-1 0,-2-1 0,-21 24 0,29-36-236,-1 1-1,-1-1 1,1-1-1,-1 0 1,0 0 0,-1 0-1,1-1 1,-1 0 0,0 0-1,0-1 1,-1-1 0,-18 6-1,-15-7-3507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3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6643,'0'0'6123,"17"14"-4731,-9-10-830,1-1 0,0 0 0,0 0 0,0 0 0,19 1 0,8 3-244,-10-3-196,0-1 1,0-1-1,0-1 0,28-2 0,1-1-74,1 2-32,331 7 286,-56-5-254,-171-4-32,-83 1 0,0-3 0,78-15 0,-38 4-14,192 0 0,-154 11 4,-28 0 14,174-10 30,15 9 429,-75 4-150,206-3-180,44-1 49,-324 5 3515,-167 0-3826,0-1 1,0 1-1,0 0 0,0 0 1,0-1-1,0 1 0,0 0 1,0 0-1,0 0 0,0-1 1,0 1-1,0 0 0,0 0 1,0-1-1,0 1 0,0 0 1,0 0-1,0 0 0,0-1 1,-1 1-1,1 0 0,0 0 1,0 0-1,0-1 0,0 1 1,-1 0-1,1 0 0,0 0 1,0 0-1,0 0 0,-1 0 1,1-1-1,0 1 0,0 0 1,0 0-1,-1 0 1,1 0-1,0 0 0,0 0 1,-1 0-1,1 0 0,0 0 1,0 0-1,0 0 0,-1 0 1,1 0-1,0 0 0,0 0 1,-1 0-1,1 0 0,0 0 1,0 1-1,0-1 0,-1 0 1,1 0-1,-28 2-3219,-13 10-2124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3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10005,'0'0'4751,"2"-6"-4377,14-26-470,-3-1 0,18-62-1,-16 45 756,-11 56-498,0 11-50,0 1 0,-1-1 0,-1 1 0,-1 0 0,-1 27 0,1-11 44,4 409 2510,-5-417-2491,0-15-37,0 1 0,0 0 0,1 0 0,1-1 0,0 1 0,1-1 0,4 13 0,-4-17-97,-2-6-464,-1-16-1814,-1-12 598,2-42-6010,2 44-695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3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4898,'0'0'6822,"-6"7"-1265,213 5-3502,-130-4-2844,120-4 1,-197-22-6010,0 5 1444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4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25 3570,'0'0'5554,"-3"0"-4874,-17 0 1826,20 0-2374,0 0 1,0-1-1,0 1 1,0 0 0,0-1-1,0 1 1,-1 0-1,1 0 1,0-1-1,0 1 1,0 0 0,-1-1-1,1 1 1,0 0-1,0 0 1,0-1 0,-1 1-1,1 0 1,0 0-1,-1 0 1,1-1 0,0 1-1,-1 0 1,1 0-1,0 0 1,0 0-1,-1 0 1,1 0 0,-1 0-1,1 0 1,0 0-1,-1 0 1,0-1 8,1 0 1,0 1-1,-1-1 0,1 0 0,-1 0 1,1 1-1,0-1 0,0 0 1,-1 1-1,1-1 0,0 0 0,0 0 1,0 0-1,0 1 0,0-1 1,0-1-1,0-2-24,1 15 40,-1 468 1430,0-478-1717,0-12-2136,0-47-3304,0 29 240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4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6627,'0'0'8708,"0"9"-8094,-8 163 1598,0 4-759,8-175-1842,0-4-889,2-52-4813,4 19-242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4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29 6627,'0'0'5018,"-3"0"-4460,-13-3 4063,16 2-4495,0-1 1,0 1-1,0 0 1,1 0-1,-1 0 1,0 0 0,1 0-1,-1 0 1,1 0-1,-1 0 1,1 0-1,0 0 1,-1 0 0,1 0-1,1-1 1,7 0-97,-1 0 0,1 1-1,0 0 1,-1 0 0,1 0 0,11 2 0,-4-1 9,-14 0-29,0 0 0,0 1 0,0-1 0,0 0 0,0 1 0,0-1 0,0 1 0,0 0 0,0-1 0,-1 1 0,1 0 0,0 0 0,0 0 0,-1 1 0,1-1 0,-1 0 0,1 0 0,2 4 0,-1-1 49,-1 0 0,1 0 0,-1 0-1,0 0 1,0 1 0,0-1 0,1 9 0,1 3 170,-2 1 0,0 0 0,0 26-1,-1-32-133,-1 0-1,0 0 0,-1 0 0,0-1 0,0 1 0,-1 0 0,-1-1 0,0 1 0,0-1 0,-1 0 0,-6 11 0,1-7-68,6-10-96,0 0-1,0 0 0,1 1 1,-1-1-1,1 1 1,0 0-1,0 0 1,0 0-1,1 0 1,-2 9-1,23-9-5222,-16-3 5402,1 0 0,-1 1 0,1 0 0,-1-1 0,0 1 0,0 1-1,0-1 1,0 0 0,0 1 0,-1 0 0,1 0 0,-1 0 0,0 0 0,-1 1 0,1-1 0,-1 1-1,0 0 1,0-1 0,2 9 0,-1-3 94,-1 0-1,0 0 0,-1 0 1,0 0-1,0 0 1,-1 0-1,-1 0 0,0 0 1,-2 13-1,1-18-151,0 1 1,0-1-1,-1 1 1,1-1-1,-1 0 0,0 0 1,-1 0-1,1-1 0,-1 1 1,0-1-1,0 0 0,0 0 1,-1 0-1,1 0 1,-1-1-1,0 0 0,-8 4 1,3-2-168,1 0 1,-1-1-1,0 0 1,0-1-1,0 0 1,-1-1-1,1 0 1,-21 1-1,-4-5-4200,23-3-505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48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2577,'0'0'10186,"-4"0"-9375,-10 0 884,28 0 2164,17 0-695,-13 0-4398,597 0 1815,-472 7-226,-138-6-348,0-1-1,0 1 1,-1 0-1,1 1 0,0-1 1,-1 1-1,1 0 1,-1 0-1,1 0 1,-1 1-1,0-1 1,0 1-1,6 5 1,-9-7-154,-41-1-5109,3 0 1412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4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7924,'0'0'6053,"5"7"-5725,5 10 319,0 1 0,-1 0 0,11 35 0,25 163 2187,-32-141-1869,-1-8-314,-3-10 0,2-1 0,31 88 0,-41-140-613,1 0 0,0 0 0,1 0 0,-1-1 0,0 1 0,1-1 0,0 0 0,3 3 0,-5-5-35,-1 0-1,1-1 1,0 1 0,0-1 0,-1 1 0,1-1 0,0 1 0,0-1 0,0 0 0,0 1-1,-1-1 1,1 0 0,0 0 0,0 0 0,0 1 0,0-1 0,0 0 0,2-1 0,-2 1-7,0 0 0,0-1 0,0 0 0,0 1 0,0-1 0,0 0 0,0 1 0,0-1 0,0 0 0,-1 0 0,1 0 0,0 0 0,0 0 0,-1 0 0,1 0 0,-1 0 0,1 0 0,-1 0 0,1-1 0,16-43-1260,21-86 0,-17 50-209,-9 39 861,74-218-318,-82 249 1030,0 1 1,1 0 0,1 0-1,-1 0 1,2 0 0,-1 1 0,1 0-1,1 1 1,0 0 0,0 0-1,11-9 1,-5 13 53,-14 4-258,0 0 1,1 0 0,-1 0-1,0 0 1,0 0 0,1 0-1,-1 0 1,0 0 0,1 0-1,-1 0 1,0 0 0,0 0-1,1 0 1,-1 1 0,0-1-1,0 0 1,1 0-1,-1 0 1,0 1 0,0-1-1,0 0 1,1 0 0,-1 0-1,0 1 1,0-1 0,0 0-1,0 0 1,0 1 0,1-1-1,-1 0 1,0 1-1,0-1 1,0 0 0,0 0-1,0 1 1,0-1 0,0 0-1,0 1 1,0-1 0,0 21-4806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49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10389,'0'0'7721,"-26"18"-7132,-77 60-199,101-77-376,-1 1 0,1 0-1,0 0 1,0 0 0,0 0 0,0 0 0,1 1 0,-1-1 0,0 0 0,1 1 0,0-1 0,0 1 0,-1-1 0,2 1-1,-1 0 1,0 0 0,0-1 0,1 1 0,-1 0 0,1 0 0,0 0 0,0-1 0,0 1 0,1 0 0,0 4-1,0 8 79,-1-10-116,1 1-1,-1-1 0,1 1 0,0 0 0,0-1 1,1 0-1,0 1 0,0-1 0,0 0 1,1 0-1,-1 0 0,1 0 0,6 6 0,2 2-182,1 0 0,1-1 0,14 11 0,-18-16 193,1 1-1,-1 0 0,0 0 1,-1 1-1,0 0 0,0 0 0,-1 1 1,10 19-1,-15-26 48,-1 0-1,0 0 1,0 0 0,0 0-1,0 0 1,-1 0 0,1 0-1,-1 0 1,0 0 0,0 1-1,0-1 1,0 0 0,0 0-1,-1 0 1,1 0 0,-1 0-1,0 0 1,0 0 0,0 0-1,-1 0 1,1 0 0,0 0-1,-1-1 1,0 1 0,0 0-1,0-1 1,0 0 0,-3 4-1,-6 2-48,0 0-1,0 0 0,-1-1 0,0 0 1,-17 6-1,1 1-102,-38 21-5107,39-17-2620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5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9620,'0'0'5259,"-9"22"-5072,-29 71-86,19-40 256,-14 65 0,6-19-31,3-23-132,-49 167 342,58-182-301,-15 126 1,26-134 43,3 65-1,2-101-180,1-1 0,0 1 0,1-1 0,1 0 0,1 0-1,0 0 1,1-1 0,9 18 0,-5-16-69,0-1 0,2 0 0,0 0-1,1-2 1,0 1 0,1-2 0,1 0 0,0 0 0,0-2 0,28 16 0,-23-16-238,0-1 0,1-1 0,0-1 0,1-1 0,-1-1 0,2-1 0,-1-1 0,43 3 0,17-6-2718,-13-1-2113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5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7972,'0'0'8089,"-6"0"-6623,6 0-1457,0 0 1,-1 0-1,1 0 0,0 0 0,0 0 0,0 0 0,0 0 0,0-1 0,0 1 0,0 0 0,0 0 0,0 0 0,0 0 0,0 0 0,0 0 0,-1 0 0,1 0 0,0 0 0,0 0 0,0 0 0,0 0 0,0 0 0,0 0 0,0 0 0,0 0 0,0 0 0,-1 0 0,1 0 0,0 0 0,0 0 0,0 0 0,0 0 1,0 0-1,0 1 0,0-1 0,0 0 0,0 0 0,0 0 0,0 0 0,0 0 0,-1 0 0,1 0 0,0 0 0,0 0 0,0 0 0,0 0 0,0 0 0,0 0 0,0 1 0,0-1 0,0 0 0,0 0 0,0 0 0,0 0 0,0 0 0,0 0 0,0 0 0,0 0 0,0 0 0,0 0 0,0 1 0,0-1 1,0 0-1,0 0 0,0 0 0,0 0 0,0 0 0,31 19 705,3 0-193,-18-5-425,0 0-1,-1 1 1,0 1 0,-1 0 0,-1 1 0,-1 0-1,11 20 1,-9-10 26,-1 0-1,-1 2 1,-2-1-1,10 40 1,-7-2 13,-3 1 1,-3-1-1,-4 122 0,-4-157-125,-2 0-1,-2 0 1,0 0-1,-2-1 0,-2 0 1,-14 36-1,6-27-697,-1-1-1,-2-1 0,-2-1 1,-29 38-1,1-15-4668,0-15-7201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5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8244,'0'0'9068,"-11"2"-6331,17 2-2564,0 0 0,-1-1 0,1 0 0,0 1 0,1-2 0,-1 1 0,1-1 0,-1 0 0,1 0-1,-1-1 1,9 1 0,13 1-374,37-1-1,-61-2 163,0 0-11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09:5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 7235,'0'0'6259,"-6"-1"-5464,1 1-1655,-8-2 4800,26 1-734,5 2-2903,32 6 0,9 0-189,62-4-673,-70-3-8614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0:5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63 1985,'0'0'13662,"0"-24"-10692,0 23-2970,-1 1 1,1-1-1,-1 1 1,1-1 0,-1 1-1,1 0 1,-1-1-1,1 1 1,-1-1 0,1 1-1,-1 0 1,0 0-1,1-1 1,-1 1 0,1 0-1,-1 0 1,0 0-1,1 0 1,-1-1 0,0 1-1,1 0 1,-1 0-1,0 0 1,0 1 0,1-1 0,-128-5-86,97 6 100,24-1-11,0 1 0,0 0 0,0 1-1,0-1 1,0 1 0,1 1 0,-1-1 0,1 1-1,-1 0 1,1 1 0,0 0 0,0 0-1,1 0 1,-1 0 0,1 1 0,0 0 0,-7 9-1,3-4 40,1 1-1,0 0 1,1 1-1,0 0 1,1 0 0,1 0-1,0 1 1,-5 17-1,3 5 422,2 1-1,2 0 1,1 61-1,2-85-412,0-10-46,0 0-1,0 0 1,0 0 0,0 0 0,0 0 0,0 0-1,0 0 1,1 0 0,-1 0 0,1-1-1,0 1 1,-1 0 0,1 0 0,0-1-1,2 4 1,-1-4-8,0 0 0,-1 0 0,1 0 0,0 0 0,0-1 0,0 1 1,-1 0-1,1-1 0,0 0 0,0 1 0,0-1 0,0 0 0,0 0 0,3-1 0,3 2-82,-1-1-1,0-1 1,0 1 0,0-1 0,0 0 0,0-1-1,0 0 1,0 0 0,0 0 0,-1-1-1,1 0 1,-1 0 0,0-1 0,1 1-1,-2-1 1,1-1 0,0 1 0,5-7 0,14-12-864,-1-2 0,-1-1 1,-1-1-1,-2 0 0,0-2 1,22-44-1,-31 45 764,-2-1 1,10-48-1,-17 72 275,-1 0 39,5-40 2015,-3 45-1002,-2 0-1005,0 0 0,0-1 0,0 1 0,0 0 0,0 0 0,0 0 0,0 0 1,0 0-1,0 0 0,0 0 0,0 1 0,0-1 0,0 0 0,0 1 0,1-1 0,3 16 23,-2-1 1,0 0-1,1 18 1,0-1 3,5 59 418,-5 168 1,-5-144-12,1-90-460,-2 1-1,0-1 1,-1 1-1,-2-1 1,0 0-1,-2 0 1,-1 0-1,-12 26 1,14-39-93,-1 0 0,1 0 0,-2-1 0,1 0 0,-2-1 0,1 1 0,-1-2 0,-1 1 0,0-1 0,0-1 0,-1 0-1,0 0 1,0-1 0,-1 0 0,0-1 0,0-1 0,-16 6 0,16-8-218,0 0-1,0-1 0,-1 0 0,1-1 0,0 0 1,-1-1-1,-17-2 0,28 2 42,1 0 0,-1 0 0,0-1 0,0 1 0,0-1 0,0 1 0,1-1 0,-1 0 0,0 0 0,1 0-1,-1 0 1,1 0 0,-1 0 0,1 0 0,-1-1 0,-1-1 0,-13-28-3625,15 28 3312,-19-47-8847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0:5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183 328 1505,'0'0'13795,"0"46"-10780,-1-39-2918,0 0-1,0 0 1,-1 0-1,0 0 1,0 0 0,0 0-1,-1-1 1,0 0-1,-1 1 1,1-1-1,-9 11 1,-6 10 115,-1 6-32,-53 102 156,65-118-226,1 0 0,0 0 0,1 1 0,1-1 0,1 1 0,-2 27 0,4-27 31,1 0 0,0-1 0,4 22-1,-3-34-107,0 1 0,1-1 1,0 0-1,0 1 0,0-1 0,0 0 0,1 0 0,0 0 0,0-1 0,0 1 0,0-1 0,1 1 0,0-1 0,4 4 0,1-2-5,-1 0 0,1-1 0,0 0-1,1 0 1,-1-1 0,1 0-1,-1 0 1,1-1 0,1-1 0,-1 0-1,15 2 1,4-2-13,0-1-1,52-6 1,-76 5-73,0-1 1,0 0-1,-1 0 1,1 0-1,0-1 1,-1 1-1,0-1 1,1 0 0,-1-1-1,0 1 1,0-1-1,0 0 1,0 0-1,-1 0 1,1 0-1,-1-1 1,0 1 0,0-1-1,0 0 1,0 0-1,-1 0 1,1 0-1,-1-1 1,0 1-1,2-8 1,0-1-50,-1 0 0,0 0 1,-1 0-1,-1-1 0,0 1 0,0-1 1,-4-25-1,2 32 124,0 0 1,-1 0-1,-1 0 0,1 0 1,-1 0-1,0 0 0,0 1 1,-1 0-1,0-1 0,-9-9 1,-6-6 190,-31-28 0,31 32-103,-3-4 11,-99-100 322,102 100-384,0-1 1,1-1-1,-23-43 0,34 53-37,1 1 1,1-1-1,0-1 0,1 1 0,1-1 1,-3-26-1,5 33-31,0-1 0,1 1 0,0 0 0,1-1 0,0 1 0,0 0 0,1-1 0,0 1 0,0 0 0,1 0 0,0 1 0,0-1 0,7-11 0,-2 10-124,0 0 0,0 0 0,0 1-1,1 0 1,0 0 0,1 1-1,0 1 1,0-1 0,0 2-1,1-1 1,-1 1 0,1 1-1,1 0 1,-1 1 0,0 0-1,1 0 1,0 2 0,-1-1-1,19 1 1,-12 0 42,-1 1 5,0-1 0,29 5 0,-41-3 74,1 0 0,-1 0-1,0 1 1,1 0 0,-1 0 0,0 0 0,0 1-1,0-1 1,-1 1 0,1 1 0,-1-1 0,6 6 0,-3-2 28,0 1 0,-1 1 1,1-1-1,-2 1 0,1 0 0,-2 0 1,1 1-1,-1 0 0,0 0 1,-1 0-1,0 0 0,2 18 1,-1 9 257,-1 0 0,-4 49 0,0-28-52,1-52-300,0 1 0,-1-1 0,1 1 1,-1-1-1,-1 1 0,1-1 0,-4 9 1,3-11-471,0-1 1,1 0 0,-1 0 0,0 0 0,-1 0-1,1 0 1,-1 0 0,1 0 0,-4 2 0,-13 7-10720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1:0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8628,'0'0'4495,"11"6"-4172,-4-2-242,-4-3-46,1 0 1,-1 1 0,0-1-1,0 1 1,0 0 0,0 0-1,-1 0 1,1 0 0,-1 0-1,1 1 1,-1-1 0,0 1-1,1 0 1,-1-1 0,-1 1-1,1 0 1,0 0 0,-1 0 0,1 0-1,0 5 1,3 25 1062,-2-1 1,-2 49-1,-1-54-661,-1-21-380,1 1-1,-1-1 0,0 0 1,0 0-1,-1 0 0,0 0 0,0 0 1,0 0-1,-1 0 0,0 0 1,0-1-1,0 0 0,-1 1 1,0-1-1,0-1 0,0 1 1,-5 4-1,8-8-64,0 0 0,0 0-1,0 0 1,0-1 0,0 1 0,0 0 0,0-1-1,0 1 1,0-1 0,0 1 0,0-1 0,-1 1-1,1-1 1,-1 1 0,1-2-126,1 1 0,-1 0 0,1-1 0,-1 1 0,1 0 0,-1-1 0,1 1 0,-1 0 0,1-1 0,0 1 0,-1-1 1,1 1-1,-1-1 0,1 1 0,0-1 0,0 1 0,-1-1 0,1 1 0,0-1 0,0 1 0,0-1 0,0 1 0,-1-1 0,1 0 0,0 1 0,0-1 0,0 1 0,0-1 0,0 1 0,1-1 1,-1 0-1,0 0 0,0-42-6133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1:0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7684,'0'0'5621,"-8"4"-4912,-51 36 1334,38-24-1580,-5 5-242,1 0 1,0 2 0,2 1 0,1 1 0,1 0-1,-22 37 1,31-41-141,0 0 1,1 1-1,2 0 0,0 1 0,1 0 0,-5 26 1,9-20 94,2 0 1,1 1-1,1 0 1,4 32 0,-3-51-103,1 0 0,1 0 0,-1 0 0,2 0 0,-1-1 0,1 1 0,1-1 0,0 0 0,1 0 0,0-1 0,0 0 0,1 0 0,0 0 0,0-1 0,1 0 0,0 0 0,1-1 0,0 0 0,11 7 0,-13-11-48,-1-1-1,1 0 1,-1 0-1,1 0 1,0-1-1,0 0 1,12 0-1,50-3 85,-61 1-120,-4 1-23,-1-1 0,0 1 0,0-1 0,0 0 0,-1 0 0,1 0 0,0 0 0,0 0 0,0-1 0,-1 1 0,1-1-1,-1 0 1,1 0 0,3-3 0,-2 0-64,0 1-1,-1-1 0,1 0 0,-1 0 1,0 0-1,0 0 0,2-7 1,1-8-305,0 0 1,-1-1 0,3-25 0,-8 43 367,4-19-176,-2 0 0,-1-1 0,-1 1 0,-3-31-1,3 52 214,-1-1-1,0 1 1,1-1-1,-1 1 1,0-1 0,0 1-1,0 0 1,0-1-1,0 1 1,0 0-1,0 0 1,-1 0-1,1 0 1,0 0-1,-1 0 1,1 0-1,-1 0 1,1 1 0,-1-1-1,1 0 1,-1 1-1,1-1 1,-1 1-1,1 0 1,-1 0-1,-2-1 1,-8 0 40,0 0 1,-19 1-1,21 0-12,6-1-23,0 1 0,-1 0 1,1 0-1,0 0 0,-1 1 1,1-1-1,0 1 1,0 0-1,0 0 0,-1 0 1,1 1-1,0 0 0,1 0 1,-1 0-1,0 0 0,0 0 1,1 1-1,0-1 0,-1 1 1,1 0-1,0 0 0,-4 6 1,-2 1 87,0 0 0,1 1 0,0 0 0,1 1 0,1-1 0,-1 1 0,2 1 0,0-1 0,0 1 0,1 0 0,1 0 0,0 0 0,1 1 0,0-1 0,1 16 1,0-27-96,1-1 0,0 1 0,0 0 0,0-1 0,0 1 1,0 0-1,0-1 0,1 1 0,-1-1 0,1 1 0,-1-1 1,1 1-1,-1-1 0,1 1 0,0-1 0,1 3 0,0-3-86,-1 0 0,1-1 0,0 1 0,0-1-1,-1 1 1,1-1 0,0 0 0,0 0 0,-1 0-1,1 0 1,0 0 0,3 0 0,6 0-348,-8 0 151,1-1-1,0 1 1,-1-1 0,1 1-1,0-1 1,-1 0 0,1 0-1,-1-1 1,0 1 0,1-1 0,-1 1-1,0-1 1,0 0 0,0 0-1,4-4 1,27-24-4592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1:0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14 2993,'0'0'4688,"8"-14"5364,-19 205-6882,11-186-3160,0-1 0,1 1 0,0-1 1,0 0-1,0 1 0,1-1 0,-1 0 0,1 1 1,0-1-1,0 0 0,1 0 0,-1-1 0,1 1 0,3 4 1,7 5 10,0 0 0,19 14 0,-6-5 24,-4-2-16,0 0 0,-2 2 0,21 27 0,-35-41-43,-1 1 0,1 0-1,-2 0 1,1 0 0,-1 1 0,-1 0-1,1 0 1,-2 0 0,1 0 0,-2 0-1,1 0 1,-1 15 0,0-23 13,-1 0 1,0 0-1,0 0 0,0 0 1,0 0-1,0 0 0,0 0 1,-1 0-1,1 0 1,-1-1-1,1 1 0,-1 0 1,0 0-1,0 0 0,0-1 1,0 1-1,0 0 0,0-1 1,0 1-1,0-1 0,0 1 1,-1-1-1,1 0 0,-1 0 1,1 1-1,-1-1 0,0 0 1,1 0-1,-1-1 1,0 1-1,1 0 0,-1 0 1,0-1-1,0 1 0,0-1 1,-3 1-1,-25 6-253,-2-1 0,1-1 0,-1-2 0,1-1 1,-59-4-1,88 1 133,0 1 0,0 0 0,0 0 0,0-1 1,0 1-1,-1-1 0,1 0 0,0 0 0,0 0 1,1 0-1,-1 0 0,0 0 0,0 0 0,0 0 1,1-1-1,-1 1 0,1-1 0,-1 1 0,-1-4 1,0 0-419,0 0 0,0 0 1,1 0-1,0-1 0,0 1 0,-1-8 1,-5-25-4515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1:0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6627,'0'0'9636,"201"73"-9459,-162-63-161,-8-6 64,-4-1-80,-8-3-305,-7 0-1263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1:0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0 604 5907,'0'0'9014,"7"-1"-5419,34 3-3089,13 8 60,-37-6-420,0-1 0,1 0 0,18 0 0,25-3 40,73-1 68,-130 1-257,-1 0 0,0 0-1,0 0 1,1-1 0,-1 0-1,0 0 1,0 0 0,0 0-1,0 0 1,0 0 0,0-1 0,0 1-1,-1-1 1,1 0 0,0 0-1,-1 0 1,1 0 0,-1 0-1,0-1 1,3-3 0,-3 1-55,1 0-1,-1 0 1,0 0 0,0 0 0,-1-1-1,1 1 1,-1 0 0,-1-1 0,1 1-1,-1-1 1,0-6 0,0-2 9,1-7-8,-1 0-1,-1 0 0,-1 0 0,-1 0 1,-8-29-1,0 18 85,1 0 1,2-1 0,1 0-1,1 0 1,-2-66-1,8 85-9,-1 9-17,1 0 0,0 0 0,0 1 0,1-1 0,0-6 0,0 10-2,-1 0 0,1-1 0,-1 1 0,1 0 0,-1 0 0,1-1 0,0 1-1,-1 0 1,1 0 0,0 0 0,0 0 0,0 0 0,0 0 0,0 0 0,0 1 0,0-1-1,0 0 1,0 0 0,1 1 0,-1-1 0,0 1 0,0-1 0,3 0 0,27-6-141,0 1 1,62-3 0,68 9 258,-76 1-168,-76-2 48,1 2 0,0-1 0,0 1 0,-1 1 0,15 3 0,-22-4 14,0 0 0,0-1 0,1 1 0,-1 0 0,0 1 0,0-1 0,0 0-1,0 1 1,0-1 0,-1 1 0,1-1 0,0 1 0,-1 0 0,1 0 0,-1 0 0,0 0 0,1 0 0,-1 0 0,0 0-1,0 0 1,0 0 0,-1 1 0,1-1 0,0 0 0,-1 1 0,0-1 0,1 0 0,-1 1 0,0 2 0,0 6 100,0 1 1,0-1 0,-1 1 0,0-1 0,-1 0 0,0 1 0,-1-1-1,0 0 1,-1 0 0,-1-1 0,1 1 0,-7 10 0,0-4 14,-47 83 404,52-88-463,0 0 1,1 1 0,1-1 0,0 1 0,1 0 0,-2 20 0,3 51 480,3-49-344,-1-32-198,0 0 0,0 0 0,1 0 0,-1-1 0,1 1 0,0 0 0,0 0 0,0-1 0,0 1 0,0 0-1,1-1 1,-1 0 0,1 1 0,0-1 0,-1 0 0,1 0 0,0 0 0,0 0 0,1 0 0,-1 0 0,0 0 0,1-1 0,-1 1 0,1-1 0,-1 0 0,1 0 0,-1 0-1,1 0 1,0 0 0,4 1 0,10 1-22,-1-1-1,1 0 1,0-1 0,17-1-1,-25 0 3,12 1-539,-1-1-1,0-1 0,0-1 1,1-1-1,-1 0 1,-1-2-1,38-13 0,-3-9-3853,-13 2-3519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7652,'0'0'8806,"-3"6"-7877,-2 9-580,5-15-336,0 1-1,0-1 1,0 0 0,0 1-1,0-1 1,1 0 0,-1 1-1,0-1 1,0 1 0,0-1 0,0 0-1,0 0 1,1 1 0,-1-1-1,0 0 1,0 1 0,1-1-1,-1 0 1,0 0 0,0 1 0,1-1-1,-1 0 1,0 0 0,1 1-1,3 0 79,0 0-1,0-1 1,0 1-1,0-1 0,1 0 1,5 0-1,1 0 51,59 0 561,128 0-2265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11557,'0'0'6355,"216"4"-5747,-162 3-335,-8-4-241,-7-3-32,-12 0-32,-11 0-945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0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22 5074,'0'0'9661,"-8"-21"-9109,16 271 1668,5 9-1492,8 95 1097,-20-340-1748,5 28 172,-6-41-246,0 1 0,1-1 1,-1 1-1,1-1 0,-1 0 0,1 1 0,-1-1 0,1 0 0,0 1 0,0-1 0,0 0 1,0 0-1,0 0 0,0 0 0,0 1 0,0-2 0,0 1 0,0 0 0,0 0 0,1 0 1,1 1-1,-2-2-150,-1 0 0,0 0 1,1 0-1,-1 0 0,0 1 1,1-1-1,-1 0 0,0 0 1,1 0-1,-1 0 1,1 0-1,-1 0 0,0 0 1,1 0-1,-1 0 0,0 0 1,1 0-1,-1 0 0,1-1 1,-1 1-1,0 0 0,1 0 1,-1 0-1,0 0 0,1-1 1,-1 1-1,0 0 0,0 0 1,1-1-1,-1 1 0,0 0 1,1-1-1,-1-13-4071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0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 9284,'0'0'6721,"-4"0"-5950,-4 3-275,20-2-134,28-4 132,44-16 269,9-2 16,-23 14-177,115 3 0,-121 5-306,164 11 515,-4 0-718,-223-12-597,-2 4-2177,0-3 2438,-1 1 1,1-1 0,0 1-1,0-1 1,0 1-1,-1-1 1,1 0-1,-1 0 1,1 1-1,-1-1 1,1 0-1,-1-1 1,0 1-1,-2 1 1,0 0-331,-29 15-3845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18 108 5955,'0'0'5781,"0"-6"-5242,1-17-256,-1 22-234,0 1 0,1-1 0,-1 1 0,1-1 0,-1 1 0,1-1 0,-1 1 0,1 0 0,-1-1 0,1 1 0,-1 0 0,1-1 0,0 1 0,-1 0 0,1 0 0,-1 0 0,1-1 0,0 1 0,-1 0 0,1 0 0,0 0 0,-1 0 0,1 0 0,0 0 0,-1 0 0,1 0 0,-1 0 0,1 1 0,0-1 0,-1 0 0,1 0 0,0 0 0,-1 1 0,1-1 0,-1 0 0,1 1 0,0 0 0,1 2 20,0 1-1,0-1 1,-1 1-1,1-1 1,-1 1 0,0 0-1,0 0 1,0 0 0,-1-1-1,1 6 1,1 2 56,67 593 4195,-65-537-4034,12 151 241,-15-211-488,0 0-1,0 0 0,0 0 1,1 0-1,0 0 0,0 0 1,6 11-1,-7-17-6,-4-44-698,-2 0 0,-2 0 1,-2 0-1,-15-43 0,14 48 25,-21-73-872,-37-163-1389,63 230 3110,2 0 0,4-55 0,1 28 315,-2 64-486,1 1 1,0 0-1,0 0 0,1 0 0,0 1 1,0-1-1,0 0 0,1 1 0,0-1 0,0 1 1,0 0-1,0 0 0,1 0 0,0 0 1,0 0-1,10-7 0,-8 7 48,0 0 0,1 0 0,0 0 0,0 1 1,0 0-1,0 0 0,1 1 0,-1 0 0,1 0 0,0 1 0,0 0 1,13-1-1,174 3 1433,-185 1-1422,0 0 1,-1 1 0,1 1 0,0 0-1,-1 0 1,0 1 0,0 0-1,0 0 1,0 1 0,-1 0 0,1 1-1,-1 0 1,13 13 0,-8-7 67,-1 1 0,-1 1 0,0 0 1,-1 0-1,0 1 0,-1 0 0,7 16 1,-11-14-33,0-1 1,-1 1-1,-1 0 1,0 0 0,-1 0-1,-1 0 1,-1 1-1,0-1 1,-4 22 0,2-28-110,-1 1 0,0-1 0,0 0 0,-1 0 1,-1 0-1,0-1 0,0 0 0,-1 0 1,-13 17-1,-3 1-10,-48 48 0,55-62-29,0-1-1,-2 0 1,1-1-1,-34 17 1,38-23-66,-1 0 0,0-1 1,-1 0-1,1-1 0,-1 0 0,0-1 1,-25 1-1,27-3-33,3 0-57,0-1 1,1 0 0,-1 0 0,1-1 0,-14-2-1,20 2 126,-1 0 0,1 0 0,0 0 0,0 0 0,0 0 0,0 0 0,0 0 0,0-1 0,1 1 0,-1-1 0,0 1 0,1-1 0,-1 0 0,1 1 0,-1-1 0,1 0 0,0 0 0,0 0 0,0 0-1,0 0 1,0-1 0,0 1 0,1 0 0,-1 0 0,0-4 0,1 2-46,-1-1-1,0 1 0,1-1 0,0 1 1,0-1-1,0 1 0,2-9 1,-1 12 90,0 0 1,-1 1 0,1-1-1,0 1 1,0-1 0,0 1 0,0 0-1,0-1 1,0 1 0,1 0-1,-1-1 1,0 1 0,0 0 0,0 0-1,0 0 1,0 0 0,0 0-1,0 0 1,0 1 0,2-1 0,2 1-2,3-2 18,-1 2-1,1-1 1,-1 1 0,1 0-1,-1 1 1,1-1-1,-1 2 1,0-1 0,0 1-1,0 0 1,0 0-1,0 1 1,-1 0 0,0 0-1,1 1 1,5 6-1,11 9 219,0 2 0,-2 0 1,22 31-1,48 80 1031,13 17 277,-100-144-1524,29 30 348,-31-34-387,0 0 0,0 0-1,0-1 1,0 1 0,0-1 0,1 0-1,-1 1 1,1-1 0,-1 0-1,1 0 1,-1-1 0,1 1 0,0 0-1,4-1 1,-7-5-1008,0-101-7886,0 68 1665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1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69 4210,'0'0'5053,"-1"-4"-4402,0-2-497,-1-20 4608,2 24-4697,0 1 0,0 0 0,0 0-1,0 0 1,1 0 0,-1 0 0,1 0 0,-1 0 0,0 0 0,1 0 0,0 0 0,-1 0 0,1 1 0,0-1 0,-1 0 0,1 0-1,0 0 1,0 1 0,0-1 0,-1 0 0,1 1 0,0-1 0,0 1 0,2-1 0,4-2 72,0 1-1,0 0 1,0 1 0,0 0 0,1 0-1,10 0 1,-15 1-68,-1 0-1,1 0 1,0 1 0,0-1-1,-1 0 1,1 1 0,0 0-1,-1-1 1,1 1-1,-1 0 1,1 1 0,-1-1-1,1 0 1,-1 1 0,0-1-1,0 1 1,0 0-1,0-1 1,0 1 0,3 3-1,-1 3 111,-1 0 0,1 0 0,-1 0 0,-1 0 0,0 1 0,0-1 0,0 1 0,0 14 0,-1 0 99,-1 0-1,-4 26 1,3-41-279,-1 0-1,0 0 1,0 0-1,-1 0 1,0 0-1,-1-1 1,1 1-1,-1-1 1,-1 0-1,0 0 1,0 0-1,0-1 1,-9 9-1,-17 22-1884,31-36 1775,-1-1 0,1 0 0,0 1 1,0-1-1,-1 1 0,1-1 1,0 0-1,0 1 0,0-1 0,0 1 1,0-1-1,0 1 0,0-1 1,0 0-1,-1 1 0,1-1 1,1 1-1,-1-1 0,0 1 0,0-1 1,0 0-1,0 1 0,0-1 1,0 1-1,13 12 285,-9-10-275,5 4 309,-1 1 0,0 0 1,0 0-1,-1 1 0,0 0 0,-1 0 1,0 1-1,0-1 0,-1 1 0,0 1 0,-1-1 1,0 1-1,-1-1 0,0 1 0,-1 0 1,0 0-1,0 1 0,-1-1 0,-1 16 1,1-5-82,-1-18-112,1 1 0,0-1 0,-1 0 0,0 0 1,0 0-1,0 0 0,-1 0 0,1 0 0,-1 0 0,0 0 1,0 0-1,-1 0 0,1 0 0,-1-1 0,0 1 0,0 0 1,-3 4-1,0-4-79,-1 0 0,1-1 0,-1 0 0,0 0 0,0 0 0,0-1 0,0 0 1,0 0-1,0-1 0,0 1 0,-1-1 0,1-1 0,-1 1 0,1-1 0,-1 0 0,1 0 0,-1-1 0,1 0 1,0 0-1,-11-4 0,11 1-148,0 1-1,1-1 1,0-1 0,0 1 0,0-1-1,0 1 1,1-2 0,-1 1 0,1 0 0,1-1-1,-6-9 1,-2-7-1796,-16-44 0,6 0-2941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1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8292,'0'0'8612,"0"114"-8116,-4-65-112,-11 3-224,3-6-80,-3-12-80,7-13-16,-4-7-768,5-14-1361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6963,'0'0'6731,"27"0"-3343,6 2-1993,59 10 0,-59-6-1276,61 2 1,464-8 42,-557 0 527,-2 17-1204,-6-9-853,1-5-3587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7571,'0'0'7703,"0"4"-7175,2 18-85,1 1 0,1-1 1,9 32-1,4 23 145,19 204 1045,-3-20-924,-31-250-800,15 77 360,-14-79-585,0 1 0,0-1 0,1 0-1,0 0 1,1 0 0,8 12 0,-9-15-3000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4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11077,'0'0'5512,"38"7"-4191,7 1-1057,25 6 188,96 5 0,726 52 869,-875-67-1185,-17-4-181,0 0 1,-1 0-1,1 0 1,0 0-1,0 0 1,-1 0-1,1 0 1,0 1-1,0-1 0,0 0 1,0 0-1,-1 0 1,1 0-1,0 0 1,0 0-1,0 1 1,0-1-1,-1 0 0,1 0 1,0 0-1,0 1 1,0-1-1,0 0 1,0 0-1,0 0 1,0 1-1,0-1 1,0 0-1,0 0 0,-1 0 1,1 1-1,0-1 1,0 0-1,0 0 1,1 1-1,-1-1 1,0 0-1,0 0 0,0 0 1,0 1-1,0-1 1,0 0-1,0 0 1,0 1-1,0-1 1,0 0-1,1 0 1,-1 0-1,0 0 0,0 1 1,0-1-1,0 0 1,0 0-1,1 0 1,-1 0-1,0 0 1,0 1-1,0-1 1,1 0-1,-1 0 0,0 0 1,0 0-1,0 0 1,1 0-1,-1 0 1,-5 2-290,-52 28-2833,12 0-762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5 308 2353,'0'0'14161,"0"0"-14136,0 0 0,0 0-1,0 0 1,0 0 0,0 0 0,0-1-1,0 1 1,0 0 0,0 0 0,0 0-1,0 0 1,0 0 0,0 0-1,0 0 1,0 0 0,-1 0 0,1 0-1,0-1 1,0 1 0,0 0 0,0 0-1,0 0 1,0 0 0,0 0 0,0 0-1,0 0 1,0 0 0,0 0-1,0 0 1,0 0 0,-1 0 0,1 0-1,0 0 1,0 0 0,0 0 0,0 0-1,0 0 1,0 0 0,0 0-1,0 0 1,0 0 0,-1 0 0,1 0-1,0 0 1,0 0 0,0 0 0,0 0-1,0 0 1,0 0 0,0 0 0,0 0-1,0 0 1,0 0 0,0 0-1,-1 0 1,1 0 0,0 0 0,0 0-1,0 1 1,0-1 0,0 0 0,0 0-1,0 823 5008,3-811-4912,-1-12-109,0-8-81,0-189-2563,-3 100 1619,1-324 662,0 399 327,1 0 0,1-1 0,2 1 0,0 0 0,1 0 0,1 1 0,1-1 0,11-22 0,-11 30 9,0 1 1,0 0-1,2 1 1,-1 0-1,2 0 0,-1 1 1,2 0-1,-1 0 1,2 1-1,-1 1 1,1 0-1,0 1 1,17-9-1,-18 11 33,0 1 0,1 0 0,0 1-1,0 0 1,0 0 0,1 1 0,-1 1-1,1 0 1,0 1 0,-1 1 0,1 0-1,0 0 1,13 3 0,-21-2 16,0 1 0,-1 0-1,1 0 1,0 0 0,-1 1 0,1 0 0,-1 0-1,0 0 1,0 0 0,0 0 0,0 1 0,0 0-1,-1 0 1,0 0 0,4 6 0,1 1 93,-1 1 0,-1 0 0,0 0 0,7 22 0,-7-13 105,-2 0-1,0 0 1,-2 0 0,0 1-1,-1-1 1,-4 40-1,1-45-138,-1-1 0,-1 0 0,0 0-1,-1 0 1,0 0 0,-1-1 0,-1 0-1,0 0 1,-15 20 0,-9 8 115,-52 56 0,72-86-196,0-1 0,-1 0 0,0 0 0,-1-1 0,-16 10 0,21-16-75,-1 0-1,1 0 1,-1-1 0,1 0 0,-1 0-1,0-1 1,0 0 0,0-1 0,-1 0 0,-10 0-1,18-1 2,0 0 1,1 0-1,-1 0 0,0 0 0,0 0 0,1 0 1,-1-1-1,0 1 0,0-1 0,1 1 0,-1-1 1,1 0-1,-1 1 0,0-1 0,1 0 0,0 0 1,-1 0-1,1 0 0,-1-1 0,1 1 0,0 0 1,0 0-1,0-1 0,0 1 0,0-1 0,0 1 1,0-1-1,-1-1 0,1-3-186,-1-1 1,1 1-1,0 0 1,1-1-1,-1 1 1,2-9-1,-1 7 78,0 7 144,0-1 1,0 1-1,0 0 1,0-1-1,0 1 1,1 0 0,-1 0-1,1-1 1,-1 1-1,1 0 1,-1 0-1,1-1 1,0 1-1,0 0 1,-1 0-1,1 0 1,0 0-1,0 0 1,0 0-1,0 0 1,0 1-1,2-2 1,0 0 16,0 1 0,1-1 1,-1 1-1,1 0 0,-1 0 1,1 0-1,-1 0 0,6 0 1,2 1 69,-1 0 0,1 0 0,0 1 0,-1 0 0,16 4 0,-16-1 26,0 0 0,0 0 0,0 1 0,-1 0 0,0 1 0,0 0 0,-1 0 0,11 11 0,4 5 414,29 37 0,-25-24 24,-2 1 0,-1 1 1,33 69-1,-54-100-501,2 13-14,-5-18-180,-11-16-9873,-1-5 1079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84 4306,'0'0'7724,"0"-5"-6913,0 4-798,-2-20 725,2 19-623,0 1 0,0-1-1,0 1 1,0-1 0,0 1 0,1 0-1,-1-1 1,0 1 0,1-1 0,-1 1-1,1 0 1,-1-1 0,1 1 0,-1 0 0,1-1-1,1 0 1,7-3 99,0 0-1,0 1 1,0 1 0,1-1-1,-1 1 1,1 1 0,0 0-1,0 1 1,0-1 0,0 2-1,15 0 1,-23 0-155,0 0 0,0 1 0,0-1 1,0 1-1,0-1 0,0 1 0,0 0 0,0-1 0,0 1 0,0 0 1,-1 0-1,1 1 0,0-1 0,-1 0 0,1 0 0,-1 1 0,1-1 1,-1 1-1,0-1 0,0 1 0,0 0 0,1 0 0,-2-1 0,1 1 1,0 0-1,0 0 0,0 0 0,0 2 0,1 5 174,1 1 0,-1 0-1,-1 0 1,1 16 0,-2-15-51,0 93 1045,-1-93-1148,0-1 0,-1 0 0,0 1 0,-1-1 0,0 0 0,0 0 0,-9 15 0,-26 35-317,38-58-271,16 2-1474,-11-2 2002,0 1 1,0-1-1,-1 1 0,0 0 0,0 0 0,1 1 1,-2-1-1,1 1 0,0 0 0,-1 0 0,0 0 1,0 0-1,0 1 0,0-1 0,-1 1 0,4 7 1,-2 0 100,0-1 1,0 0 0,-1 1-1,-1 0 1,0 0 0,0 15 0,0-4 49,-1-9-95,0 0 0,-1 0 1,-1-1-1,-3 20 0,4-30-85,-1 0 0,0 0 1,0 0-1,0 0 1,0 0-1,0 0 1,-1-1-1,1 1 0,-1 0 1,0-1-1,0 1 1,0-1-1,0 0 1,0 1-1,-1-1 0,1 0 1,0 0-1,-1-1 1,0 1-1,1 0 1,-1-1-1,0 0 0,0 0 1,-4 2-1,3-2-112,1 0 0,-1 0 0,0 0 0,0-1-1,0 1 1,0-1 0,0 0 0,0 0 0,1 0 0,-1 0-1,0-1 1,0 0 0,0 0 0,0 0 0,1 0 0,-6-3-1,5 2-92,1-1-1,0 1 0,0-1 1,-1 0-1,2 0 0,-1-1 1,0 1-1,1 0 0,-1-1 1,1 0-1,0 1 1,0-1-1,1 0 0,-3-6 1,-12-49-3470,4-6-1891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2465,'2'0'18829,"21"0"-18654,79 0 270,122-1-280,-183-2-150,74-17 0,-58 9 3,-46 9-977,-19 1-2224,-11 1 597,1-2-1869,-2-4-3624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3602,'0'0'7883,"0"6"-6618,4 667 5151,-2-639-6459,-1-30-1535,0-21-1075,-1-22-2491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7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7908,'0'0'7446,"-3"8"-6601,-3 20-306,2 1 0,1 0 0,2 0 0,2 40 0,-1-25-160,0 570 1707,0-602-2109,0-1 0,1 1 0,1-1-1,3 14 1,6 2-4071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11637,'0'0'6249,"40"11"-5366,132 36-387,-151-43-443,-1 0 0,1-1 0,0-1 1,0-1-1,27-3 0,-6 1-20,-22 1-20,37 1-15,1-3 1,64-11-1,-65 4-788,0 3 1,66 0-1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8948,'0'0'6632,"-5"27"-5842,-1 5-598,-1 3 138,1 0 0,-1 69 0,-16 265 2650,0 82-1403,23-376-1535,-18-281-3766,4 83 2129,-3-19 572,-4-100 354,20 194 665,0-37 46,2 77-45,0-1 0,0 1 1,1 0-1,0-1 0,0 1 1,1 0-1,5-11 0,0 5-7,0-1-1,2 1 0,-1 0 0,2 1 1,0 0-1,0 1 0,1 0 0,1 1 1,16-12-1,-18 16 104,0 0 0,1 1-1,1 0 1,-1 0 0,1 2 0,-1-1-1,1 2 1,0 0 0,1 0 0,-1 1-1,27 0 1,-26 2 132,-10-1-164,0 1-1,0 0 0,-1 0 0,1 0 1,0 0-1,0 1 0,0 0 1,0-1-1,0 1 0,-1 1 0,1-1 1,0 0-1,-1 1 0,1 0 1,3 3-1,5 5 146,-1 0-1,-1 1 1,0 0-1,0 1 1,-1 1-1,11 20 1,-2 0 566,21 55 0,-33-72-554,-1 1 1,0 0-1,-1 0 1,-1 0-1,-1 0 0,0 0 1,-2 1-1,-1 32 1,0-44-171,0 0 1,-1 0-1,1-1 1,-1 1-1,0 0 1,0-1 0,-1 0-1,0 1 1,0-1-1,0 0 1,0 0-1,-1-1 1,-4 6-1,-6 4 48,-1-1-1,-27 20 1,26-23-168,0-1 1,0 0 0,-1-2 0,0 1-1,0-2 1,0-1 0,-1 0-1,0-1 1,0 0 0,-1-2 0,1 0-1,0-1 1,-23-2 0,35 0-97,0 1 0,0-1 0,0 0 1,0 0-1,0-1 0,0 0 0,1 0 0,-1 0 0,1-1 1,0 0-1,-1 0 0,1 0 0,0 0 0,1-1 0,-1 0 1,1 0-1,-1 0 0,1-1 0,1 1 0,-1-1 0,0 0 1,1 0-1,0 0 0,1-1 0,-1 1 0,1-1 0,0 1 0,0-1 1,0 0-1,1 0 0,0 1 0,0-11 0,0 12-41,2 0-18,8 3 178,-4 1 89,1 1 0,0 0 1,-1 0-1,1 1 0,-1-1 1,0 1-1,1 1 0,-1-1 0,0 1 1,0 0-1,-1 0 0,1 0 1,0 0-1,-1 1 0,6 6 0,9 10 288,-1 1 0,15 24 0,-14-20-19,63 90 1225,17 21 264,-95-131-1748,2 3 4,0 0 0,1 0-1,0 0 1,0-1 0,0 0 0,1-1-1,10 7 1,-17-13-161,-1 1 0,1-1 0,0 1 0,0-1 0,0 0 0,-1 1 0,1-1 0,0 0 0,0 0 0,0 0 0,0 0 0,0 1 0,0-1 0,-1 0 0,1-1 0,0 1 0,0 0 0,0 0 0,0 0 0,0 0 0,0-1 0,-1 1 0,1 0 0,0-1 0,0 1 0,0-1 0,0 0 0,1 0-458,-1-1 0,0 1-1,0 0 1,0-1 0,0 1 0,0-1 0,-1 0 0,1 1 0,0-1 0,-1 0-1,1-2 1,3-10-7873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9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7972,'0'0'8622,"1"13"-7640,-1-11-935,1 18 478,1 0 0,1 0 0,6 22 1,7 35 1485,13 144 1,-19-126-1313,-7-72-517,0 1 0,1-1 1,2-1-1,0 1 0,17 36 1,-23-58-183,1 1 0,0-1 0,-1 0 0,1 1 0,0-1 0,0 0 0,0 0 0,0 0 0,1 0 0,-1 0 0,0 0 0,0 0 1,0 0-1,1 0 0,-1-1 0,1 1 0,-1-1 0,0 1 0,1-1 0,-1 1 0,1-1 0,-1 0 0,1 1 0,-1-1 0,1 0 0,-1 0 0,1 0 0,0 0 1,-1-1-1,3 0 0,0 1-31,-1-1 1,0 0 0,0-1-1,0 1 1,0-1 0,0 1-1,-1-1 1,1 0 0,0 0-1,-1 0 1,1 0 0,2-4 0,23-31-461,-3-1 0,-1-2 0,20-44 1,48-131-707,-92 215 1195,8-22-158,0 1 1,-2-1-1,-1 0 0,0-1 0,-2 1 0,0-1 1,-2 0-1,-2-41 0,1 62 165,-1 1-1,1-1 1,-1 0 0,1 1-1,-1-1 1,0 1-1,0-1 1,0 1 0,0 0-1,0-1 1,0 1 0,0 0-1,0-1 1,0 1-1,0 0 1,-1 0 0,1 0-1,0 0 1,-1 0-1,1 1 1,-1-1 0,1 0-1,-1 1 1,-3-2 0,2 1 57,0 0 0,0 1 1,-1-1-1,1 0 0,0 1 1,0 0-1,-1 0 0,1 0 1,0 0-1,-1 1 0,1-1 1,-4 2-1,6-2-49,1 1 0,-1-1 0,1 0 0,0 0 0,-1 1 0,1-1 0,-1 0 0,1 1 0,-1-1 0,1 1 0,0-1 0,-1 1 0,1-1 0,0 1 0,0-1 0,-1 1 0,1-1 0,0 1 0,0-1 0,0 1 0,-1-1 0,1 1 0,-3 21 352,0 0 1,2 0-1,1 0 1,0 0-1,4 22 1,-4-40-341,1 0 1,0 1-1,0-1 1,0 0-1,0 0 0,1 0 1,-1-1-1,1 1 1,0 0-1,0-1 1,0 1-1,1-1 1,-1 1-1,1-1 1,0 0-1,0 0 1,0 0-1,0-1 0,1 1 1,-1-1-1,1 0 1,-1 0-1,1 0 1,0 0-1,0 0 1,-1-1-1,1 0 1,1 0-1,-1 0 1,0 0-1,0-1 1,5 1-1,-7-1-57,8 1-454,-1-1 0,0 0 0,1-1 0,-1 0 0,0 0 0,0 0 0,0-2 0,0 1 0,0-1 0,0 0 0,13-8 0,23-13-4241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1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14343,'0'0'7219,"-11"0"-12245,-9 0 2096,-3 3-4321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1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6547,'0'0'6320,"1"18"-5981,2 21 139,1 0-1,15 55 1,1-3 1513,17 182 1,-28-25-5570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12054,'0'0'5583,"40"4"-4852,-4-1-623,234 11 481,194-14 195,-458 0-797,3 0-47,0 0-1,0 0 1,0 1 0,15 4-1,-22-5-19,-1 1 0,1-1 0,0 1 0,-1 0-1,1 0 1,0-1 0,-1 1 0,1 0 0,-1 1 0,1-1 0,-1 0 0,0 0-1,0 1 1,1-1 0,-1 0 0,0 1 0,0-1 0,0 1 0,0 0 0,-1-1-1,1 1 1,0 0 0,-1-1 0,1 1 0,-1 0 0,1 0 0,-1 3 0,1 3-1418,-1 0 1,0 1 0,-2 12-1,-4 3-5737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3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68 4274,'0'0'5563,"-2"36"-3701,1 2-1369,-4 200 1866,3-55-45,8 267 779,-5-425-2806,9 43 0,-10-63-266,0-5-277,0-4-395,-2-21 113,-1 0-1,-2 0 1,0 1-1,-2 0 1,-11-28-1,-11-44-773,13 24 524,4-1-1,2 0 1,1-112-1,9 160 712,0-9-27,4-38 0,-2 60 87,0 0 0,1 0-1,0 1 1,0-1 0,2 0 0,9-19 0,-4 15 49,-1 0 0,2 0 0,0 1 0,1 1-1,1 0 1,0 0 0,25-19 0,-28 26 89,1-1 1,0 2-1,1 0 1,-1 0-1,1 1 0,0 0 1,1 1-1,-1 1 0,1 0 1,-1 0-1,1 1 0,13 0 1,-11 2 1,-3-1 139,1 0 0,23 4 0,-32-3-174,0 1-1,1 0 1,-1 1 0,0-1 0,0 1 0,-1-1 0,1 1 0,0 0 0,0 1 0,-1-1 0,0 1-1,6 4 1,-1 2 109,-1 1 0,0 0 0,-1 0 0,0 1-1,0-1 1,-1 1 0,0 0 0,-1 1 0,0-1-1,-1 1 1,-1 0 0,0 0 0,1 12 0,0 15 521,-2-1 1,-5 70 0,1-89-585,0 0 0,-1-1 0,-1 0 0,-1 0 0,0 0 0,-1 0 0,-17 29 0,4-15 4,-2 0 0,-45 50 0,59-72-124,-2 0 0,1-1 0,-1 0 0,-1 0-1,-21 12 1,26-17-73,-1-1-1,-1 0 0,1 0 1,0-1-1,-1 0 1,1 0-1,-1-1 0,1 0 1,-1 0-1,0-1 0,-8 0 1,14 0-13,0 0 1,0-1-1,1 1 1,-1 0-1,0 0 1,1-1-1,-1 1 1,0-1-1,1 0 1,-1 1-1,1-1 0,-1 0 1,1 0-1,-1 0 1,1 0-1,0 0 1,-1 0-1,1 0 1,0-1-1,0 1 1,0 0-1,0-1 1,0 1-1,-1-3 1,0-1-140,1 1 0,0-1 1,0 1-1,0-1 0,0 0 1,1 1-1,0-9 0,0 11 188,0 1 0,0 0 0,0-1 0,0 1-1,0 0 1,0-1 0,1 1 0,-1 0 0,1 0 0,-1-1 0,1 1-1,-1 0 1,1 0 0,0 0 0,0-1 0,-1 1 0,1 0 0,0 0 0,0 0-1,0 0 1,0 1 0,0-1 0,0 0 0,0 0 0,1 0 0,-1 1-1,0-1 1,0 1 0,0-1 0,3 0 0,3 0 46,0 0 0,0 0 0,0 0 0,14 2 1,-7-1-23,-4 1 64,0 0 1,1 0-1,-1 1 1,0 1-1,0 0 1,0 0-1,-1 1 0,1 0 1,-1 1-1,0 0 1,0 0-1,0 1 1,10 9-1,11 11 288,-1 2 0,28 34 0,-51-55-290,54 66 515,-38-45-385,1 0 1,1-2 0,33 29 0,-53-52-198,0 0 0,-1-1 1,1 0-1,0 1 0,1-2 1,-1 1-1,0 0 0,0-1 1,1 0-1,-1 0 0,1 0 1,-1 0-1,1-1 0,0 0 1,8 0-1,-12 0-27,1-1-1,-1 1 1,0 0 0,0-1 0,1 1-1,-1-1 1,0 1 0,0-1-1,0 1 1,1-1 0,-1 0-1,0 0 1,0 0 0,0 1 0,0-1-1,-1 0 1,1 0 0,0 0-1,0-1 1,0 1 0,-1 0-1,1 0 1,0-2 0,13-35-473,-9 23 150,11-31-620,17-43-856,-28 79 1789,0 1 1,0 0-1,1 0 0,0 1 1,0 0-1,1 0 0,8-7 1,-14 14 120,-1 1-1,1-1 1,-1 0 0,1 1 0,-1-1 0,1 1-1,0-1 1,-1 1 0,1-1 0,0 1-1,-1 0 1,1-1 0,0 1 0,-1 0-1,1 0 1,0-1 0,0 1 0,0 0 0,-1 0-1,1 0 1,0 0 0,0 0 0,-1 0-1,1 0 1,0 0 0,0 0 0,0 1 0,-1-1-1,1 0 1,0 0 0,0 1 0,-1-1-1,1 0 1,0 1 0,-1-1 0,1 1 0,0-1-1,-1 1 1,1-1 0,-1 1 0,1-1-1,-1 1 1,1 0 0,-1-1 0,1 1-1,0 1 1,2 4 34,0 1 0,0 0-1,-1-1 1,3 12 0,-1-4 165,137 438 2287,-37-156-1664,-99-284-877,1 1 0,0-1 1,1 0-1,11 16 0,-15-25-31,-1-1 1,1 1-1,-1 0 0,1-1 0,0 1 0,0-1 1,1 0-1,-1 0 0,0 0 0,1 0 1,-1 0-1,1-1 0,-1 0 0,1 0 0,0 0 1,0 0-1,-1 0 0,1-1 0,5 0 1,-7 0-6,0 0 0,0-1 0,0 1 0,0-1 0,1 0 0,-1 0 0,0 0 0,-1 0 0,1 0 0,0 0 0,0 0 0,0-1 0,-1 1 0,1-1 0,0 1 0,-1-1 0,0 1 0,1-1 0,-1 0 0,0 0 0,1-2 0,5-8-153,0-1 1,5-16-1,-3 7-101,221-561-2094,-229 579 2429,0 2 27,0-1 0,-1 1 1,1-1-1,-1 0 1,1 0-1,-1 1 0,0-5 1,-5 7-88,-11 0 75,-20-1-1731,35 1 1413,-1 0-1,0-1 1,0 1-1,1-1 1,-1 0 0,1 0-1,-1 1 1,0-1-1,1 0 1,-1 0 0,1-1-1,0 1 1,-1 0-1,1 0 1,0-1 0,0 1-1,-2-3 1,-12-28-3916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3009,'0'0'14567,"216"-3"-14311,-142 3-240,-5 0 48,-3 0-64,-16 0-128,-15 0-144,-16 0-256,-11 0-417,-23-11-7442,-16-3 3632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9989,'0'0'5666,"197"0"-4609,-135 0-1057,-4-21-353,-8-6-1631,-11-8-3155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6755,'0'0'6424,"0"0"-6409,0 0-1,0 0 0,0-1 1,0 1-1,-1 0 0,1 0 1,0 0-1,0 0 0,0 0 1,0 0-1,-1 0 1,1 0-1,0 0 0,0 0 1,0 0-1,-1 0 0,1 0 1,0 0-1,0 0 0,0 0 1,0 0-1,-1 0 0,1 0 1,0 1-1,0-1 0,0 0 1,0 0-1,-1 0 0,1 0 1,0 0-1,0 0 0,0 0 1,0 1-1,0-1 1,0 0-1,0 0 0,-1 0 1,1 0-1,0 1 0,0-1 1,0 0-1,0 0 0,0 0 1,0 1-1,0 1 46,-1 1 0,1 0 0,0-1 0,0 1 0,0 0 0,1-1 0,-1 1 0,1 0 0,-1-1 0,1 1 0,0-1-1,2 6 1,2 5 140,20 88 1483,18 161-1,7 33-914,-45-278-1096,0 0 1,9 23 0,1-11-6916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10517,'0'0'6211,"224"14"-4819,-127-14-847,4 0-449,3 0-80,-4 0-16,1 0-16,-12 0-128,-16 0-17,-15 0-591,-19 7-929,-16 10-944,-15 4-2433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46 169 7619,'0'0'7700,"-2"26"-7132,1-15-490,-7 187 1482,6-30 90,12 299 1345,-10-477-3276,1-124-556,-18 12 265,-2-26-248,11 22-400,9-133 1,0 245 1081,1 0 0,0 1 0,0-1 0,2 1 0,0-1 0,0 1 0,1 0 0,1 0 0,11-18 0,-13 24 126,1 1 0,-1 0 0,1 0 0,0 0 0,1 1 0,-1 0 0,1 0 0,0 0 0,0 1 0,1-1 0,-1 1 0,1 1 0,0 0 1,0 0-1,0 0 0,0 1 0,1 0 0,-1 0 0,8-1 0,2 2 154,0 0 0,0 0 0,20 3 0,-29-1-85,-1 0-1,0 1 1,0 0 0,0 0 0,-1 0 0,1 1-1,0 0 1,-1 0 0,0 1 0,7 4-1,-4-1 51,-1 0 0,1 1 0,-1 0 0,-1 1 0,0-1 0,0 2 0,-1-1 0,0 0 0,0 1 0,-1 0 0,0 1 0,3 12 0,-2-2 154,-1 1-1,-1 0 1,-1 0-1,0 1 0,-2 29 1,-2-39-160,1 1 0,-2-1 1,0 0-1,-1 1 1,0-1-1,0 0 0,-2 0 1,0-1-1,0 1 1,-1-1-1,-1 0 0,0 0 1,0-1-1,-1 0 0,-15 16 1,4-6-1,-1-1 1,-1-1 0,-1 0-1,0-2 1,-39 23 0,46-31-428,-1-1-1,-1-1 1,1 0 0,-1-1 0,0-1 0,-1-1-1,1 0 1,-1-1 0,-33 1 0,51-4 305,0 0 1,0 0-1,0 0 0,1 0 1,-1 0-1,0 0 1,0 0-1,0 0 0,0 0 1,0 0-1,0 0 1,0 0-1,0-1 0,0 1 1,0 0-1,0 0 0,0 0 1,0 0-1,0 0 1,1 0-1,-1 0 0,0 0 1,0 0-1,0 0 1,0 0-1,0 0 0,0 0 1,0-1-1,0 1 1,0 0-1,0 0 0,0 0 1,0 0-1,0 0 0,0 0 1,0 0-1,0 0 1,0 0-1,0 0 0,0 0 1,0 0-1,0-1 1,0 1-1,0 0 0,0 0 1,0 0-1,0 0 1,-1 0-1,1 0 0,0 0 1,0 0-1,0 0 0,0 0 1,0 0-1,0 0 1,0 0-1,0 0 0,0 0 1,0-1-1,0 1 1,0 0-1,13-3-24,-3 3 71,1 0 0,0 1 0,-1 0 0,1 1 0,-1 0 1,0 0-1,0 1 0,0 1 0,0 0 0,0 0 0,0 1 0,-1 0 1,0 1-1,9 6 0,22 19 392,-1 1 1,-2 2-1,-1 1 1,-2 2-1,-2 2 1,-1 1-1,50 84 1,-80-120-528,-1-164-8949,0 91-461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1 352,'0'0'0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4482,'0'0'10037,"13"-12"-9416,42-37 174,-52 47-681,-1 0-1,1 1 1,0-1-1,0 1 0,0 0 1,0-1-1,0 1 1,0 0-1,0 1 0,0-1 1,0 1-1,0-1 1,1 1-1,-1 0 0,0 0 1,0 0-1,7 2 1,3-1 411,-11-1-457,-1 0-1,1 0 1,-1 0 0,1 0 0,-1 1-1,1-1 1,-1 0 0,1 1 0,-1-1-1,0 1 1,1-1 0,-1 1 0,0 0-1,1 0 1,-1 0 0,0-1 0,0 1-1,0 0 1,0 0 0,0 1 0,0-1-1,0 0 1,0 0 0,0 0 0,-1 1-1,1-1 1,0 0 0,-1 1 0,1-1-1,0 3 1,1 4 127,-1 0 1,0 0-1,-1 0 0,0 14 0,0-8-43,-1 27 93,-1 1-1,-10 54 1,10-91-426,1 1 1,1 1-1,-1-1 1,1 0-1,0 8 1,1-12 52,-1 0 1,0-1 0,1 1-1,0 0 1,-1 0-1,1 0 1,0-1-1,0 1 1,0 0-1,0-1 1,0 1 0,0-1-1,1 1 1,-1-1-1,0 0 1,1 0-1,-1 1 1,1-1-1,-1 0 1,3 1 0,9 5-40,-1 1 0,0 0 0,22 20 0,-31-25 213,1 1 1,-1 0 0,0-1-1,0 1 1,-1 0 0,1 0-1,-1 0 1,0 1 0,0-1-1,0 1 1,0-1 0,-1 1-1,0-1 1,0 1 0,0 0-1,0 6 1,-1-7 45,0 0 0,0 0 0,0 0 0,-1 0 0,1 0 1,-1 0-1,0 0 0,0 0 0,-1 0 0,1-1 0,-1 1 0,-2 5 0,1-6-77,0-1 0,0 1 0,1 0 0,-1-1 0,-1 0 0,1 0 0,0 0 0,-1 0 0,1 0 1,-1 0-1,1-1 0,-8 2 0,-1 0-154,0-1 0,0 0 0,0 0 0,0-2 0,-18 0 0,12 0-391,15 0 373,0 0-1,0-1 1,0 1-1,0-1 1,0 1-1,1-1 1,-1 0-1,0 0 0,1 0 1,-1-1-1,0 1 1,1-1-1,-1 1 1,1-1-1,0 0 1,0 0-1,0 0 1,0 0-1,0 0 1,0 0-1,-3-5 1,1-1-607,0 0 1,0-1-1,0 1 1,1-1 0,1 1-1,-3-11 1,0-25-2644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10965,'0'0'8276,"0"192"-7892,-8-137-240,-3-9-144,7-15-208,-4-14-1393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7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11221,'0'0'9332,"140"-7"-9268,-67 0 97,-3-3-161,-9-1 0,-3 1-945,-3-8-496,-9 1-495,-7 0-1410,-12-1-2945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6435,'0'0'8164,"34"258"-6820,-26-144 97,0 12-321,0-1-143,-1-3-481,1-18-336,0-21-160,3-13-272,1-18-1169,-4-17-1456,-4-14-2657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7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12086,'0'0'4546,"263"11"-3682,-174-11-672,0 0-160,0 0 0,-8 0 48,-11 0-64,-12 3 0,-16 4-32,-11 0-80,-12 0-32,-7 3-352,-8 4-545,-4 4-735,0-1-1586,0 0-1968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61 7700,'0'0'8291,"-2"41"-7466,-5 138-60,-9 133 2001,3-86-1364,13-167-1034,4-756-7126,-4 692 6756,-1-9-49,1 1 1,1-1-1,0 0 0,6-21 0,-6 30 75,1 1-1,-1 0 0,1 0 1,1 0-1,-1 0 0,0 0 0,1 0 1,0 1-1,-1-1 0,2 1 0,-1 0 1,0 0-1,1 0 0,-1 0 1,1 0-1,0 1 0,0 0 0,4-3 1,4 1 178,0 0 0,0 1 0,0 1 0,1-1 0,-1 2 0,1 0 0,0 0 0,16 2 0,-13-1-57,-9 1-78,0 0-1,0 0 0,1 1 1,-1 0-1,0 0 0,-1 1 1,1 0-1,0 0 0,-1 0 1,1 1-1,-1 0 0,0 0 1,0 1-1,10 10 0,0 1 172,-1 1-1,0 1 1,19 30-1,-29-40-161,0 0-1,-1 0 0,0 1 1,-1-1-1,1 1 0,-2 0 1,3 12-1,-3-4 19,0-1 0,-1 1 0,-2 19 0,0-30-80,-1 0-1,1 1 0,-1-1 0,0 0 1,0 0-1,-1 0 0,0 0 0,0-1 0,0 1 1,-1-1-1,0 1 0,0-1 0,0-1 1,-1 1-1,1 0 0,-1-1 0,-8 6 1,-10 6-64,0-1-1,-43 21 1,43-25-332,0-2 0,0 0-1,0-1 1,-1-2-1,-28 5 1,52-11 363,1 0 0,-1 0 0,0 0-1,0 0 1,0 0 0,1 0 0,-1 0 0,0 0 0,0 0-1,0 0 1,1 1 0,-1-1 0,0 0 0,0 0 0,0 0 0,0 0-1,1 1 1,-1-1 0,0 0 0,0 0 0,0 0 0,0 1-1,0-1 1,0 0 0,0 0 0,1 0 0,-1 1 0,0-1-1,0 0 1,0 0 0,0 1 0,0-1 0,0 0 0,0 0 0,0 1-1,0-1 1,0 0 0,0 0 0,-1 1 0,1-1 0,0 0-1,0 0 1,0 0 0,0 1 0,0-1 0,0 0 0,0 0 0,-1 0-1,1 1 1,0-1 0,0 0 0,0 0 0,0 0 0,-1 0-1,1 0 1,0 1 0,0-1 0,0 0 0,-1 0 0,1 0 0,0 0-1,0 0 1,-1 0 0,1 0 0,0 0 0,0 0 0,0 0-1,-1 0 1,18 12 10,9 3 123,-2 1 0,1 2 0,-2 0 0,40 42 0,74 99 583,-126-145-710,8 7-278,-18-20-371,-1-17-6320,0-9 257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2:2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52 5250,'0'0'7398,"-6"-4"-6800,-17-12-19,22 15-424,1 1 1,-1-1-1,0 0 1,1 0-1,-1 0 1,1 0-1,-1 1 1,1-1-1,0 0 1,-1 0-1,1 0 1,0 0-1,0 0 1,-1 0-1,1 0 1,0 0-1,0 0 1,0 0-1,0 0 1,0 0-1,1 0 1,-1 0-1,0 0 1,0 0-1,1 0 1,-1 0-1,1-2 1,8 2 521,1 0 0,-1 0 0,1 1 0,17 1 0,4 1-877,-18-3 212,1 2-1,-1-1 1,0 2 0,17 3-1,-25-3-8,-1-1 0,1 1 0,0 0 0,-1 1 1,0-1-1,1 1 0,-1 0 0,0 0 0,0 0 0,0 0 0,-1 1 0,1-1 0,-1 1 0,5 8 0,-4-6 21,0 1-1,-1-1 0,1 1 0,-1 0 1,-1 0-1,0 1 0,0-1 0,2 11 0,-2 4 193,0 36 0,-2-41-104,-1-9-63,0 1 1,0-1 0,0 0-1,-1 1 1,0-1-1,-1 0 1,0 0-1,0-1 1,-1 1 0,0-1-1,0 1 1,0-1-1,-1 0 1,0-1-1,-1 1 1,1-1-1,-1 0 1,-7 5 0,12-10-52,-42 35 161,39-34-209,1 1 1,-1-1 0,0-1-1,1 1 1,-1 0 0,0-1-1,0 0 1,0 0 0,0 0-1,0 0 1,-6 0 0,8-5-560,2 1 487,0 0-1,1 0 0,-1 0 0,0 0 0,1 0 0,0 0 0,-1 0 1,1 0-1,0 1 0,1-1 0,-1 0 0,0 0 0,1 1 0,0-1 0,-1 1 1,1-1-1,3-1 0,-2 1-1,1 0-1,0 0 1,0 1 0,0-1-1,0 1 1,1 0 0,-1 1 0,0-1-1,1 1 1,0-1 0,6 0-1,-2 1 98,0 0-1,-1 0 1,1 1-1,0 0 0,-1 0 1,1 1-1,0 0 1,12 3-1,-16-2 51,0 0 1,0 0-1,0 0 0,0 0 1,-1 1-1,1 0 0,0 0 1,-1 0-1,0 1 0,0 0 1,0-1-1,-1 1 0,1 1 0,4 6 1,-1 2 159,0 0 1,-1 1-1,0 0 0,-1 0 1,-1 1-1,0-1 1,-1 1-1,0 0 1,-1 0-1,-1 0 0,-2 27 1,2-37-127,-1 0 1,-1 1 0,1-1-1,-1 0 1,0 0-1,0 0 1,0 0-1,-1 0 1,0 0 0,0 0-1,0 0 1,0-1-1,-1 1 1,0-1 0,0 1-1,0-1 1,0 0-1,-1 0 1,0-1-1,1 1 1,-1-1 0,-1 0-1,-4 4 1,-2 0-96,0 0 1,0-1 0,-1-1-1,1 1 1,-1-2 0,-1 0-1,1 0 1,0-1 0,-1 0-1,0-1 1,0-1 0,-24 0-1,20-1-226,-26-1-1263,40 0 1306,1 1 1,0-1-1,-1 0 0,1 1 0,0-1 0,0 0 0,0-1 0,0 1 0,0 0 0,0 0 1,0-1-1,0 0 0,0 1 0,0-1 0,-2-3 0,-12-24-4400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0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9748,'0'0'7772,"9"0"-6715,34-1-574,-13 0-316,1 1 0,-1 2 1,52 9-1,-43-3-66,50 5-1,-33-11-3084,-56-16-3090,0 0 4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0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9636,'0'0'7316,"116"-7"-7060,-62 17 32,8 0-64,-4 4 0,-4-7-112,-4-3-96,-3-4-16,-12 0-96,-8 0-592,-4 0-1665,-8-4-3474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6515,'0'0'5907,"0"-8"-4315,7 106-385,0-22-343,-3 7-158,-1 11-452,4 0-1,22 105 1,-28-192-3861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2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8708,'0'0'6072,"9"5"-5114,5 1-726,0-1 1,1 0 0,0-1-1,-1 0 1,19 2-1,217 34 1493,-133-18-1199,119 6 0,-23-24-624,-174-4-553,-61 10-9690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2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333 284 7523,'0'0'5376,"9"-18"-5042,27-58-113,-33 71-194,-1-1 0,1 1-1,-2-1 1,1 0 0,0 0-1,-1 0 1,0 0 0,-1 0-1,1-1 1,-1 1 0,-1 0-1,0-7 1,0-11-64,0 22 33,1-1 0,0 1 1,0 0-1,-1 0 1,1 0-1,-1-1 0,0 1 1,1 0-1,-1 0 0,0 0 1,0 0-1,-1 0 1,1 0-1,0 0 0,-1 1 1,1-1-1,-1 0 0,-1-1 1,-2 0 0,1-1-1,-1 1 1,1 1 0,-1-1 0,0 1-1,0 0 1,-8-3 0,-5 1-1,0 0-1,0 1 1,-29-1 0,42 3 2,-9 0-1,1 1 0,0 0-1,-16 3 1,25-3 5,0 1-1,0 0 1,0 0-1,0 1 1,0-1-1,0 1 1,1 0-1,-1 0 1,1 0-1,-1 1 1,1-1-1,0 1 1,0 0-1,-3 3 1,-4 7 71,0 0 1,1 0 0,1 1 0,1 1 0,0-1-1,0 1 1,2 0 0,0 1 0,0-1 0,-2 19-1,1 11 747,1 0 0,2 59-1,3-103-797,0 1 1,0-1-1,0 0 0,1 1 0,-1-1 0,0 0 0,1 0 0,-1 1 0,0-1 0,1 0 0,0 0 0,-1 0 0,1 0 0,0 0 0,-1 0 0,1 0 1,0 0-1,0 0 0,0 0 0,0 0 0,2 1 0,0 0 22,0-1 1,0 1-1,0-1 1,0 0-1,0 0 1,0 0-1,0-1 1,6 1-1,4 0 18,-1-1 0,0-1 0,0 0 0,13-3 0,-13 1-174,0-1 0,0 0 0,-1-1-1,0 0 1,0-1 0,0 0 0,0 0 0,-1-1 0,0-1 0,-1 0 0,10-10 0,-11 11-468,-1-1 1,0 0-1,0 0 0,-1-1 1,0 0-1,-1 0 0,0 0 1,0-1-1,-1 0 0,0 0 0,-1 0 1,0 0-1,2-16 0,-4-53-3859,-1 43 1622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248 227 160</inkml:trace>
  <inkml:trace contextRef="#ctx0" brushRef="#br0" timeOffset="1">248 227 160,'3'-189'2201,"-2"156"-1461,0 29-215,1 4-388,0 0-1,0 1 1,0 0 0,0-1 0,0 1 0,0 0 0,0 0 0,0 0-1,0 0 1,-1 0 0,1 0 0,0 1 0,-1-1 0,1 0 0,-1 1-1,0 0 1,1-1 0,-1 1 0,0 0 0,0-1 0,0 1 0,0 0 0,1 2-1,4 10 377,-1 1 0,6 17 0,-8-21-182,6 23 505,-1 1-1,-2-1 1,2 43 0,-4 108 1595,-4-152-2160,-1-9-135,-1-1 0,-1 1-1,-1 0 1,-1-1 0,-1 1-1,-1-1 1,0-1 0,-2 0-1,-1 0 1,-1 0 0,-1-1-1,-1-1 1,0 0-1,-2-1 1,0-1 0,-1 0-1,-1-1 1,-37 30 0,49-44-245,0 1 1,-1-1 0,0-1-1,0 1 1,0-1 0,0 1-1,0-2 1,0 1 0,0-1-1,0 0 1,-1 0 0,1-1 0,-1 0-1,-8 0 1,14 0-50,0 0 1,0 0-1,-1 0 1,1 0 0,0 0-1,0-1 1,0 1-1,0 0 1,0 0-1,-1-1 1,1 1-1,0-1 1,0 1-1,0-1 1,0 1-1,0-1 1,0 0 0,1 0-1,-1 1 1,-1-2-1,1 0-303,0 0 0,0 0 0,0-1 0,0 1 0,0 0-1,1 0 1,-1 0 0,0-5 0,-1-30-6900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3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86 484 8564,'0'0'6312,"0"-2"-5876,0 5-258,0 200 3640,0-196-3716,0 1 1,1-1 0,0 0 0,0 0 0,0 1-1,1-1 1,0 0 0,0 0 0,4 7 0,-4-11-78,-1-1 1,1 1 0,0 0-1,0-1 1,1 1 0,-1-1 0,0 0-1,1 1 1,-1-1 0,1 0-1,0-1 1,0 1 0,0 0 0,0-1-1,0 0 1,0 0 0,0 1-1,0-2 1,0 1 0,0 0 0,1-1-1,4 1 1,-4-1-25,1 1 1,-1-1-1,0 0 0,1-1 1,-1 1-1,0-1 0,0 0 0,1 0 1,-1 0-1,0 0 0,0-1 1,0 1-1,7-5 0,-7 2-98,0 1-1,0-1 0,-1 0 1,1 0-1,-1 0 0,0-1 0,0 1 1,0-1-1,0 0 0,3-9 0,-3 4-43,1 0 0,-2 0 0,1 0-1,-2 0 1,1-1 0,-1 1 0,-1-1 0,0 1-1,0-1 1,-1 1 0,0-1 0,-1 1-1,-1 0 1,1-1 0,-1 1 0,-5-9-1,-7-4 136,-1 2 0,-1-1-1,-1 2 1,-24-22-1,2 1 23,23 23 10,1 0 0,0-2-1,-20-35 1,30 45 9,1-1 0,0 1 0,1-1 0,0-1 0,1 1 0,0 0 1,1-1-1,0 1 0,0-22 0,2 14 44,0 10-47,0 1 0,0 0 0,3-16 0,-2 21-31,-1 0 0,1 0 1,1 0-1,-1 0 1,0 0-1,1 1 1,-1-1-1,1 1 0,0-1 1,0 1-1,0-1 1,0 1-1,5-4 1,-2 3-13,1-1 1,-1 1-1,1 0 0,-1 0 1,1 0-1,0 1 1,0 0-1,0 0 1,0 1-1,6-1 1,9 0-33,36 0 1,-40 2 72,-12 1-27,0-1 0,0 1 0,0 0 0,-1 0 1,1 1-1,0-1 0,-1 1 0,1 0 0,-1 0 0,1 1 0,-1-1 0,0 1 1,0 0-1,0 0 0,0 0 0,-1 1 0,1-1 0,-1 1 0,0 0 0,0 0 1,0 0-1,-1 0 0,4 8 0,0 0 7,-1 0 1,-1 0-1,1 1 0,-2-1 1,0 1-1,-1 0 0,0 0 1,0 13-1,-1-14-1,0 24 73,-3 36 0,1-61-39,-1 1 1,0-1-1,-1-1 0,0 1 1,0 0-1,-1-1 1,-8 16-1,1-6-186,-2 1 1,0-2-1,-23 26 0,35-44-170,1 0-1,-1 0 0,0 0 0,0 0 1,1 0-1,-1 0 0,1 0 1,-1 0-1,1 0 0,-1 0 0,1 0 1,0 1-1,-1-1 0,1 0 1,0 0-1,0 2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4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8452,'0'0'8372,"-35"191"-7492,20-159-464,3-8-256,8-10-128,4-7-32,0-28-7203,4-24-2257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10677,'0'0'4959,"-5"0"-4732,4 0-265,-2 0 146,1 0-1,-1 0 0,0 0 1,1 1-1,-1-1 1,0 1-1,1-1 1,-1 1-1,0 0 0,1 0 1,-1 0-1,1 0 1,-1 1-1,1-1 1,-4 4-1,-11 9 246,-14 14 186,-31 35 1,52-51-453,1 1-1,0 0 1,0 0 0,1 1-1,1 0 1,-8 22-1,6-8 255,1 0 0,2 0 0,-5 57 0,6 88 1067,5-154-1282,0-8-35,0-1-15,0 0-1,0 0 1,1 0 0,3 13-1,-3-20-67,-1-1 1,1 0-1,0 0 0,0 1 0,0-1 1,0 0-1,0 0 0,1 0 0,-1 0 1,1 0-1,-1-1 0,1 1 0,0 0 0,0-1 1,-1 1-1,1-1 0,0 1 0,0-1 1,1 0-1,-1 0 0,0 0 0,4 1 1,4 0 18,1 0 1,-1-1 0,0 0 0,21-1 0,-16 0 6,-6-1-116,-1 0-1,0-1 1,0 0-1,1 0 1,-1 0 0,-1-1-1,1-1 1,0 1 0,-1-1-1,0 0 1,0-1-1,0 0 1,0 0 0,-1 0-1,0-1 1,10-11-1,-4 4-351,-1-1 0,-1 0 0,0-1 0,-1 0-1,-1-1 1,0 0 0,6-17 0,-11 21 242,0 0 1,-1 0-1,-1-1 1,1 1 0,-2 0-1,0-14 1,0 12 175,0 13 19,0 1-1,0-1 1,0 0-1,-1 1 0,1-1 1,0 1-1,0-1 1,0 1-1,0-1 0,0 1 1,-1-1-1,1 0 0,0 1 1,0-1-1,-1 1 1,1 0-1,0-1 0,-1 1 1,1-1-1,-1 1 1,1-1-1,0 1 0,-1 0 1,1-1-1,-1 1 0,1 0 1,-1 0-1,0-1 1,-1 1 13,0-1 0,1 1 0,-1 0 1,0 0-1,0 0 0,1 0 1,-1 0-1,0 0 0,1 0 0,-3 1 1,-1 0 73,0 0 0,1 1 1,-1 0-1,1 0 0,-1 0 1,-7 5-1,4 0 45,0 1 0,1-1 0,0 1 0,0 0 0,1 1 0,0 0 0,0 0-1,1 0 1,1 1 0,-1-1 0,-2 11 0,7-19-182,0-1-1,-1 0 1,1 0 0,0 0-1,0 1 1,0-1-1,0 0 1,0 1 0,0-1-1,0 0 1,0 0-1,0 1 1,0-1-1,0 0 1,0 0 0,0 1-1,0-1 1,0 0-1,0 1 1,0-1-1,0 0 1,0 0 0,0 1-1,0-1 1,0 0-1,1 0 1,-1 1 0,0-1-1,0 0 1,0 0-1,0 1 1,1-1-1,-1 0 1,0 0 0,0 0-1,0 0 1,1 1-1,-1-1 1,0 0-1,0 0 1,1 0 0,-1 0-1,1 0 1,14-4-1734,15-16-2217,9-16-6358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5 11941,'0'0'5808,"-5"-1"-5522,2 0-256,0 0 0,1 1 0,-1-1 0,0 1 0,1 0 1,-1 0-1,0 0 0,0 0 0,1 0 0,-1 0 0,0 1 0,1-1 0,-1 1 0,0 0 1,1 0-1,-1 0 0,1 0 0,-1 1 0,1-1 0,0 0 0,0 1 0,-1 0 0,1 0 1,0-1-1,0 1 0,1 0 0,-3 3 0,0 0-2,0 0 0,0 1-1,1-1 1,0 1 0,0-1 0,1 1 0,-1 0 0,1 0-1,1 0 1,-1 0 0,0 8 0,0 6-21,0 1 0,3 22 1,-1-12-9,1-21-6,-1 0 1,2-1 0,-1 1-1,1-1 1,1 1-1,0-1 1,6 14 0,4 4 46,19 29 0,-23-43 135,0 1 1,-1 0-1,-1 0 1,0 1-1,-1-1 1,-1 2-1,0-1 1,4 25 0,-8-38-154,-1 0 0,0 0 0,0 0 0,1 0 1,-1 0-1,0 1 0,-1-1 0,1 0 0,0 0 0,-1 0 1,1 0-1,-1 0 0,0 0 0,1 0 0,-1 0 1,0 0-1,0 0 0,0 0 0,-1 0 0,1-1 1,-3 4-1,1-3-28,-1 0-1,0-1 1,0 1 0,0-1-1,0 1 1,0-1 0,0-1-1,0 1 1,0 0 0,-6-1-1,-1 1 0,-8 1-436,-39-1-1,53-2 234,0 1 0,0-1 0,1 1 1,-1-2-1,0 1 0,0 0 0,1-1 0,-1 0 0,1 0 0,0 0 0,-1 0 0,1-1 0,-6-5 0,4 2-475,0-1 1,1 0 0,0 0 0,0-1 0,0 0 0,1 0-1,0 0 1,-5-13 0,-3-24-5351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14583,'0'0'5490,"194"55"-5730,-175-48-832,-7-7-1442,-5 0-3280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12822,'0'0'5714,"228"3"-5601,-155-3-65,-7 0-48,-8 0-193,-8 0-863,-3-13-2210,-13-8-3969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9748,'0'0'5667,"0"16"-4915,0 206 1367,-1-59-1335,3 185 924,0-317-2273,7 34 0,-2-25-816,-7-32-2615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11125,'0'0'7865,"41"17"-7363,141 51-278,-160-61-173,-1-2 0,1-1 1,40 3-1,-59-6-46,460 15 335,-292-13-269,-20-2-327,-149-1-432,-46 2-6230,7 6 2095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1 688,'1'-1'14509,"2"10"-14179,4 35 803,4 84 0,-12 51 678,-1-70-734,2 48 97,0-157-1185,0 0 0,0 1 0,0-1 0,0 0 0,1 0 0,-1 0 0,0 0 0,0 1 1,0-1-1,0 0 0,0 0 0,0 0 0,0 0 0,0 1 0,0-1 0,0 0 0,1 0 0,-1 0 0,0 0 0,0 0 0,0 1 0,0-1 0,0 0 0,1 0 0,-1 0 0,0 0 0,0 0 0,0 0 0,0 0 0,1 0 0,-1 0 0,0 0 0,0 0 0,0 0 0,0 0 0,1 0 0,-1 0 0,0 0 0,0 0 0,0 0 0,1 0 0,-1 0 0,0 0 0,0 0 0,0 0 0,0 0 0,1 0 0,-1 0 0,0 0 0,0 0 0,0 0 0,0-1 0,0 1 0,1 0 0,-1 0 0,0 0 0,0 0 0,0 0 1,0-1-1,0 1 0,0 0 0,0 0 0,1 0 0,-1 0 0,0-1 0,0 1 0,0 0 0,0 0 0,4-7-754,0 0 0,-1 0 0,0 0 1,4-13-1,-2 6-523,11-28-3973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7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9 8468,'0'0'7715,"0"0"-7660,0-1-1,0 1 0,0 0 1,0-1-1,0 1 1,0 0-1,1 0 0,-1-1 1,-1 1-1,1 0 0,0 0 1,0-1-1,0 1 0,0 0 1,0-1-1,0 1 0,0 0 1,0 0-1,0-1 0,0 1 1,-1 0-1,1 0 0,0-1 1,0 1-1,0 0 1,0 0-1,-1 0 0,1 0 1,0-1-1,0 1 0,-1 0 1,1 0-1,0 0 0,0 0 1,-1 0-1,1-1 0,0 1 1,0 0-1,-1 0 0,1 0 1,0 0-1,-1 0 0,-2 3 26,-1 1 0,1-1 0,0 1 0,0-1-1,0 1 1,1 0 0,0 0 0,-1 0 0,1 1-1,0-1 1,1 0 0,-3 9 0,-1 2 192,-3 7 19,2 0-1,1 0 1,1 0-1,-3 41 1,5 96 925,3-96-699,-2-57-454,1-1 0,0 0 0,1 1 1,-1-1-1,1 1 0,0-1 0,0 0 0,1 0 1,2 7-1,-3-10-54,1 0 1,0 0-1,-1-1 1,1 1-1,0 0 0,0-1 1,0 1-1,0-1 1,0 0-1,0 0 0,0 0 1,0 0-1,1 0 1,-1 0-1,0 0 0,0-1 1,1 1-1,-1-1 1,1 0-1,-1 0 0,0 0 1,4 0-1,5 1 30,-4-1-35,0 1 0,1-1 0,-1 0 0,0 0 0,0-1 0,0 0 0,0-1 0,9-2 0,-6-1-118,0-1-1,0 0 1,0 0-1,-1-1 1,0 0-1,0-1 1,-1 0 0,0 0-1,7-11 1,-1 0-471,0 0 0,-1-2 0,15-31 0,-23 40 354,0-1 0,-1 1-1,0-1 1,-1 1 0,2-22 0,-2-63-372,-3 71 498,0 19 109,0-1-1,-1 0 0,1 1 0,-2-1 1,-1-8-1,2 13 19,0 1 1,0-1 0,0 1-1,-1-1 1,1 1-1,-1-1 1,1 1-1,-1 0 1,0 0-1,0 0 1,0 0-1,0 0 1,0 0 0,-1 1-1,1-1 1,-5-2-1,-2 0 143,0 0 0,0 1 0,0 1 0,-1-1 0,1 1 0,-1 1 0,-9-1 0,-72 2 603,40 2-831,24-2-1206,15 0-6522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7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8228,'0'0'11248,"-1"-1"-10766,-4 8-377,-2 10 166,0 1 0,2-1 0,-6 28 0,-8 62 862,11-46-503,2 0 1,3 0 0,6 69 0,-3-129-629,0 0 0,0 0-1,0 0 1,0 0 0,1 0-1,-1 0 1,0 0 0,1 0-1,-1 0 1,1 0 0,-1 0-1,1 0 1,0 0 0,-1-1-1,1 1 1,0 0 0,-1 0-1,1-1 1,0 1 0,0 0 0,0-1-1,0 1 1,0-1 0,-1 1-1,1-1 1,0 1 0,0-1-1,0 0 1,0 1 0,2-1-1,3 1 8,0-1-1,0 1 1,-1-1 0,10-1-1,-3 0 17,-6 0-39,1 1-1,-1-2 0,1 1 0,-1-1 0,0 0 0,1 0 1,-1 0-1,0-1 0,0 0 0,-1 0 0,8-6 0,5-5-173,-1 0 0,15-18 0,-18 18 34,6-6-269,-1-1 1,-1 0-1,28-45 1,-39 55 282,-1 0 0,0-1 0,-1 0 1,-1-1-1,1 1 0,-2-1 0,0 0 0,0 1 1,-2-1-1,2-17 0,-3 11-7,-1-20 8,1 37 156,-1 1-1,1-1 0,-1 0 1,1 0-1,-1 1 0,0-1 1,0 0-1,0 1 0,0-1 0,0 1 1,0-1-1,0 1 0,0-1 1,-1 1-1,1 0 0,0 0 1,-4-2-1,-3-2 123,-1 1 1,0 0-1,0 1 0,0-1 1,0 2-1,0 0 0,-20-3 1,-2 3-243,-35 3 0,23 0-574,-7-1-2194,-4 0-3003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9204,'0'0'9879,"-1"0"-9817,1-1 0,0 1 0,0 0-1,0-1 1,0 1 0,0 0-1,0-1 1,0 1 0,0 0-1,0-1 1,0 1 0,1-1 0,-1 1-1,0 0 1,0-1 0,0 1-1,0 0 1,0 0 0,1-1-1,-1 1 1,0 0 0,0-1 0,0 1-1,1 0 1,-1 0 0,0-1-1,0 1 1,1 0 0,-1 0-1,0 0 1,1-1 0,-1 1 0,0 0-1,1 0 1,-1 0 0,0 0-1,1 0 1,0 0 0,451 0-326,-451 0 185,-1 0 1,1 0 0,0 0-1,0 0 1,-1 0 0,1 0-1,0 0 1,0 0 0,-1-1-1,1 1 1,0 0 0,0 0-1,-1-1 1,1 1 0,0 0-1,-1-1 1,1 1 0,0 0-1,-1-1 1,1 1 0,-1-1 0,1 1-1,-1-1 1,1 0 0,2-8-2725,-3-4-3520,0 13 6258,0-10-7291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1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10053,'0'0'8083,"247"21"-7779,-185-14-111,-12-7-161,-11 0-32,-8 0-353,-16 0-1792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2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24 106 8356,'0'0'4026,"-4"-11"-467,1 12-3631,2-1 104,1 0 1,0 0-1,-1 0 0,1 0 1,0 0-1,-1 0 0,1 0 0,0 0 1,-1 0-1,1 0 0,-1 0 0,1 0 1,0 0-1,-1 0 0,1 0 0,0 0 1,-1 0-1,1 0 0,0 0 0,-1 0 1,1 0-1,0-1 0,-1 1 0,1 0 1,0 0-1,0 0 0,-1-1 0,1 1 1,0 0-1,0-1 0,-1 1 1,1 0-1,0 0 0,0-1 0,0 1 1,-1 0-1,1-1 0,0 1 0,0 0 1,0-1-1,0 0 333,-1 1-363,1 1 1,-1 0-1,1 0 0,-1-1 0,1 1 0,0 0 0,-1 0 0,1 0 0,0 0 0,0 0 1,-1 0-1,1-1 0,0 1 0,0 0 0,0 0 0,0 0 0,0 0 0,1 1 0,-1 1102 1338,0-1103-1339,0-1 0,1 0 0,-1 0 0,0 0 0,1 1 0,-1-1 0,0 0 0,0 0 0,1 0 0,-1 0 1,0 0-1,1 0 0,-1 0 0,0 0 0,1 0 0,-1 0 0,1 0 0,-1 0 0,0 0 0,1 0 0,-1 0 0,0 0 1,1 0-1,-1 0 0,0 0 0,0 0 0,1 0 0,-1-1 0,0 1 0,1 0 0,-1 0 0,0 0 0,0-1 0,1 1 1,-1 0-1,0-1 0,4-11-196,0-1 1,-2 0-1,1 1 0,-2-1 1,1-23-1,-1 19 31,7-242-2883,-8-133 2901,-1 159 546,1 227-374,1 0-1,0 0 1,0 0-1,1 0 0,-1 1 1,1-1-1,0 0 1,1 1-1,0-1 1,0 1-1,0 0 1,0 0-1,1 0 1,0 0-1,0 1 0,0 0 1,0-1-1,1 1 1,0 1-1,7-5 1,11-7 87,1 1 0,0 2 0,32-12 0,-41 17-1,0 2-79,-1 0 0,1 1 0,0 1 0,0 0 0,21-1 0,79 3 398,-62 2-145,-49-1-265,1 0-1,0 0 0,-1 1 0,1 0 0,-1 0 1,1 0-1,-1 1 0,1 0 0,-1-1 1,0 1-1,0 1 0,7 4 0,-5-2 37,0 0 0,0 0 0,-1 1 0,0 0 0,0 0 0,-1 0 0,5 9 0,0 2 118,-1 0 0,-1 1 0,0 0 0,-2 1 0,7 30 0,-8-9 256,0 77 1,-4-98-345,-1-7-11,0 1 1,0-1-1,-1 0 0,-1 0 1,0 0-1,-1-1 0,0 1 1,-1-1-1,0 0 1,-12 19-1,-2-2-13,-1-1 0,-39 40 1,40-46-61,-1-2 1,-1-1-1,-1 0 1,-45 28-1,53-39-87,0 1 0,-1-2 0,1 0-1,-2-1 1,1 0 0,0-1 0,-1-1 0,0-1 0,-32 2-1,40-4-5,-3 0-211,0 1 1,1-2-1,-1 0 0,1 0 0,-1-1 1,-13-4-1,22 5 172,-1 0-1,0-1 1,1 1 0,-1-1 0,1 1 0,-1-1 0,1 0-1,0 0 1,0 0 0,0 0 0,0-1 0,0 1 0,0-1-1,1 1 1,-1-1 0,1 1 0,0-1 0,0 0 0,-1 1-1,2-1 1,-1 0 0,0 0 0,1 0 0,-1 0 0,1 0 0,0 0-1,0 0 1,0-3 0,0 5 106,0 0 0,1-1 1,-1 1-1,0 0 0,0 0 0,1 0 0,-1 0 0,0 0 0,1 0 1,-1 0-1,1 0 0,-1 0 0,1 0 0,0 0 0,-1 0 1,1 0-1,0 1 0,0-1 0,0 0 0,0 0 0,-1 1 1,1-1-1,0 1 0,2-2 0,1 1 8,0-1-1,0 1 0,0 0 1,0 0-1,1 0 1,8 0-1,4 0 121,1 2 0,30 4 0,-35-3 36,-1 2 1,0 0-1,0 0 1,0 1-1,0 0 1,0 1-1,-1 1 1,0 0-1,-1 0 1,1 1-1,16 16 1,7 13 746,53 68 0,-60-70-475,-3-5-138,-4-2-48,1-2 1,2 0 0,1-1 0,39 31 0,-58-52-211,0-1 0,0 0 1,1 0-1,-1 0 1,1-1-1,0 0 0,0 0 1,9 1-1,0-1-15,1 0 0,18-2 0,-31 0-57,0 0 0,0-1 0,0 1 0,0-1 0,0 1 0,0-1 0,0 0 0,0-1 0,0 1 0,-1 0 0,1-1 0,0 1 0,-1-1 0,1 0 0,3-4 0,2-2-405,0-1 0,-1 0 0,6-11 0,2-1-587,-9 12 762,0 0-1,-1 0 0,0-1 1,0 0-1,-1 0 0,5-19 1,7-65 418,-9 49 944,-7 43-974,0 1 1,0-1-1,0 1 1,1 0 0,-1-1-1,0 1 1,1 0 0,-1 0-1,1-1 1,0 1-1,-1 0 1,1 0 0,0 0-1,0 0 1,0 0 0,0 0-1,0 0 1,0 0-1,0 0 1,0 0 0,0 1-1,0-1 1,0 0-1,0 1 1,1-1 0,-1 0-1,0 1 1,1 0 0,-1-1-1,0 1 1,1 0-1,-1 0 1,0 0 0,3 0-1,-2 0-13,1 0 0,-1 1 0,0-1 0,1 1 0,-1 0 0,1 0 0,-1 0 0,0 0 0,0 0 0,0 1 0,0-1 0,0 1 0,0-1 0,0 1 0,0 0 0,0-1 0,-1 1 0,1 0 0,1 3 0,17 33 562,-2 0 1,-1 1-1,16 60 0,-12-36-161,-9-29-215,29 76 342,-36-99-574,0-1 0,1 1 1,0-1-1,1 0 1,0 0-1,1-1 0,10 11 1,-16-18-36,1 0 0,0 0-1,0 0 1,0 0 0,0-1 0,0 1 0,1-1 0,-1 1 0,0-1 0,1 0 0,-1 0-1,1-1 1,-1 1 0,1-1 0,-1 0 0,1 0 0,3 0 0,-6-1-13,0 1 1,0-1-1,0 1 1,-1-1-1,1 0 0,0 1 1,0-1-1,-1 0 1,1 0-1,-1 0 0,1 1 1,-1-1-1,1 0 1,-1 0-1,1 0 1,-1 0-1,0 0 0,1 0 1,-1 0-1,0 0 1,0 0-1,0 0 1,0 0-1,0 0 0,0 0 1,0 0-1,0-1 1,1-6-63,14-127-1492,8-48 540,-19 165 978,0 1 0,1 0 0,1 0-1,1 0 1,0 0 0,2 1 0,17-27 0,-22 38 49,0 0-1,0 0 1,-1-1 0,0 1 0,0-1-1,0 0 1,0 0 0,-1 0-1,3-12 1,-3-16-5418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23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 9092,'0'0'8999,"-10"0"-5603,441 0-2219,-430 0-1345,-3-7-5270,-8 0 1882,-5-3-2278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2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3394,'0'0'15607,"96"-3"-14919,-41 3-400,-1 7 48,4 0 0,0 3-191,-8-6-97,-8-1-32,-11-3-16,-8 0-257,-15 0-1503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3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83 7523,'0'0'8482,"-3"-1"-7690,-13-4 2073,15 3-1914,7-1 38,47 1-559,13-1-238,63-28-161,3 0-260,-54 26-739,-81 5 968,1 1 1,0-1 0,0 1-1,0-1 1,0 1-1,0 0 1,0 0 0,0 0-1,0 0 1,1 0 0,-1 0-1,0 0 1,0 1 0,1-1-1,-1 1 1,1-1-1,0 1 1,-1 0 0,0 1-1,-24 42 41,17-28-22,5-8-21,0 0 0,0 1 1,1 0-1,0 0 0,1 0 1,0 0-1,-1 12 0,0 77-15,3-75 16,0 721-7403,0-772 3269,0-5-1086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3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8676,'0'0'7940,"220"31"-7444,-170-31-320,-3 0-64,-5 0-112,-11 0-48,-4-10-1569,-8-11-2769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3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58 3970,'0'0'7248,"-3"0"-6258,-8 0-318,2 0 5697,15-7-6158,8-1-158,-1 1 0,2 0 1,-1 1-1,1 1 0,0 0 1,23-4-1,-23 7-64,0 1 1,0 0-1,18 3 0,3-1 35,-33-1-23,1 0-1,-1 1 0,0-1 0,0 1 0,0 0 0,0 0 0,0 0 1,0 0-1,-1 1 0,1-1 0,0 1 0,0 0 0,-1-1 0,1 1 1,-1 0-1,0 1 0,0-1 0,1 0 0,-2 1 0,1-1 0,0 1 1,0 0-1,-1-1 0,1 1 0,-1 0 0,0 0 0,1 4 0,2 5 9,0 1-1,-1 0 0,-1 0 0,0 0 1,0 15-1,-1-10 82,-1 0 0,-1-1 0,0 1 0,-5 23 0,3-30-23,-1 1-1,0-1 0,0 0 0,-1-1 0,0 1 0,-1-1 0,-10 14 0,-1-1-30,-1 0 0,0-1-1,-2-1 1,0-1 0,-2-1 0,-38 27 0,57-44-47,-1 1 0,0-1 1,0 0-1,0-1 0,0 1 1,-1-1-1,1 0 0,0 0 1,0 0-1,-7 0 0,11-1-33,-1 0 1,1-1-1,0 1 0,0-1 0,0 1 0,0 0 1,0-1-1,0 1 0,0 0 0,0-1 0,0 1 1,0-1-1,0 1 0,0 0 0,0-1 0,0 1 1,1 0-1,-1-1 0,0 1 0,0-1 0,0 1 1,0 0-1,1 0 0,-1-1 0,0 1 0,0 0 1,1-1-1,-1 1 0,0 0 0,1-1 0,6-7-107,0 0 0,1 0 0,0 1 0,0 0 0,1 0 0,-1 1 0,2 0 0,-1 1 0,0 0 0,1 0 0,18-6 0,-20 9 158,0-1 1,0 1-1,1 0 1,-1 1-1,0 0 1,1 0-1,-1 1 0,0 0 1,1 0-1,-1 1 1,0 0-1,1 0 1,-1 1-1,0 0 0,0 1 1,13 6-1,-10-3 126,-2 1-1,1 1 1,-1-1 0,0 2-1,-1-1 1,0 1-1,0 0 1,-1 1-1,0 0 1,-1 0 0,0 0-1,0 1 1,-1 0-1,-1 0 1,0 0 0,0 1-1,-1-1 1,-1 1-1,0 0 1,0 0-1,-1 0 1,-1 14 0,0-18-81,1 4 70,-2 0-1,1 0 0,-4 16 0,2-23-83,1 0 0,-1 0 0,0 0 0,0-1 0,0 1 0,-1-1 0,0 0 0,1 1 0,-2-1 0,-6 7 0,-10 9 54,-2-1 1,0 0 0,-1-2 0,-1 0-1,-35 18 1,41-26-242,0-1 0,0-1 0,-1 0 0,0-1 0,0-1 0,-1-1 0,1-1 0,-36 1 0,54-3 52,-1-1-1,1 0 1,-1 0 0,1-1-1,0 1 1,-1 0-1,1 0 1,0-1-1,-1 1 1,1-1 0,0 1-1,0-1 1,-1 1-1,1-1 1,0 0-1,0 0 1,0 1-1,0-1 1,0 0 0,-1-2-1,0 0-243,0 0 1,0 0-1,1-1 0,0 1 0,0 0 1,-2-7-1,-6-36-4218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3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67 384,'0'0'10232,"5"-8"-8856,16-23-101,-17 22 3226,-7 7-3795,-4 5-1113,2 1 432,0 0 1,1 0-1,0 1 1,-1-1-1,2 1 0,-1 0 1,-4 9-1,-19 41 65,20-39-72,2 0 0,0 1 0,2 0 0,-1 0 0,0 28 0,3 91 393,2-70-4,-1-39-133,1 1 0,5 26 0,-4-43-169,0-1-1,1 0 1,0 0 0,0 0-1,2-1 1,-1 1-1,1-1 1,9 13 0,-6-10 9,2 0 1,0-1 0,0 0 0,1 0 0,17 12-1,-21-18-83,0 0-1,1-1 1,-1 0-1,1 0 1,0-1 0,0 0-1,1 0 1,-1-1-1,0 0 1,17 2-1,-8-3 17,0-1 0,28-1 0,-39 0-36,1-1 0,-1 1 0,0-1 0,0 0 0,0 0 0,0-1 0,0 0 0,0 0 0,0 0 0,5-4 0,0-3-124,1 0 1,-2 0-1,1-1 1,-1-1-1,-1 0 1,0 0-1,-1-1 1,0 1 0,10-24-1,-11 18-187,0 0 0,-2 0 0,0 0 0,-1-1 0,0 0 0,-2 1 0,1-29 0,-3 32 223,0-2 39,0-1 1,0 1 0,-2 0-1,0 0 1,-1 0 0,-7-23-1,2 20 33,-1 0 0,-1 0 0,-1 1 0,-1 0 0,0 1-1,-1 0 1,-25-25 0,28 34 1,0-1 1,-1 1-1,-1 0 0,1 1 0,-1 1 0,0 0 1,-1 0-1,0 1 0,0 1 0,0 0 0,-1 1 1,-25-5-1,-16 4-44,-75 3 1,84 2-104,44 0-20,-15 3-605,17-3 575,-1 0 1,1 0 0,0 1-1,-1-1 1,1 0-1,0 0 1,-1 1 0,1-1-1,0 0 1,-1 0 0,1 1-1,0-1 1,0 0-1,0 1 1,-1-1 0,1 0-1,0 1 1,0-1-1,0 0 1,0 1 0,0-1-1,0 1 1,0-1 0,-1 0-1,1 2 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38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13286,'0'0'5333,"31"0"-5175,102-1-140,-117 1-41,1-1-1,0-1 0,-1 0 0,1-1 0,-1 0 1,0-2-1,0 0 0,0-1 0,-1 0 1,21-13-1,-2 1-304,-22 9 177,-12 9 152,0 0 0,0 0 1,0 0-1,0 0 0,0 0 0,0 0 1,0 0-1,-1 0 0,1 0 1,0 0-1,0 0 0,0 0 0,0 0 1,0 0-1,0 0 0,0 0 1,0 0-1,0 0 0,-1 0 1,1 0-1,0 0 0,0 0 0,0 0 1,0 0-1,0 0 0,0 0 1,0 0-1,0 0 0,0 0 1,0 0-1,0 0 0,-1 0 0,1-1 1,0 1-1,0 0 0,0 0 1,0 0-1,0 0 0,0 0 0,0 0 1,0 0-1,0 0 0,0 0 1,0-1-1,0 1 0,0 0 1,0 0-1,0 0 0,0 0 0,0 0 1,0 0-1,0 0 0,0 0 1,0 0-1,0-1 0,0 1 1,0 0-1,0 0 0,0 0 0,0 0 1,1 0-1,-1 0 0,0 0 1,0 0-1,-1 0 5,0 0-1,0 0 1,0 1 0,0-1-1,0 0 1,0 1 0,0-1 0,1 1-1,-1-1 1,0 1 0,0-1-1,1 1 1,-1 0 0,0 0-1,0-1 1,1 1 0,-1 0-1,1 0 1,-1-1 0,0 2 0,-11 24 38,6-14 5,-3 7 15,1 1 0,1 0-1,1 0 1,1 1-1,-5 37 1,-1 111 381,9-111-207,-6 466 1099,8-523-1524,-5-1-1807,4 0 1797,1 0 1,-1 0 0,1 1-1,-1-1 1,1 0-1,-1 0 1,0 0 0,1 0-1,-1 0 1,1 0-1,-1 0 1,0 0 0,1-1-1,-1 1 1,1 0 0,-1 0-1,1 0 1,-1-1-1,1 1 1,-1 0 0,1-1-1,-1 1 1,1 0-1,-1-1 1,1 1 0,-1 0-1,1-1 1,0 1 0,-1-1-1,1 1 1,0-1-1,-1 1 1,1-1 0,0 1-1,0-1 1,-1-1 0,-3-16-4836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3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12806,'0'0'5090,"213"0"-4530,-151 0-415,-4 0-97,-12 0-48,-7 0 0,-12 0-113,-12 0-591,-7 0-1697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3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7459,'0'0'7196,"-1"0"-7163,1 0 0,0 0 0,0 0 0,0 0 0,0 0 0,0 0 0,0 0 0,0 0 0,0 1 0,0-1 0,0 0 0,0 0 0,0 0 0,0 0 0,0 0 0,0 0 0,0 1 0,0-1 0,0 0 1,0 0-1,0 0 0,0 0 0,0 0 0,0 0 0,0 1 0,0-1 0,0 0 0,0 0 0,0 0 0,0 0 0,1 0 0,-1 0 0,0 0 0,0 0 0,0 1 0,0-1 0,0 0 0,0 0 0,0 0 0,0 0 0,1 0 0,-1 0 0,0 0 1,0 0-1,0 0 0,0 0 0,0 0 0,0 0 0,0 0 0,1 0 0,-1 0 0,0 0 0,0 0 0,0 0 0,0 0 0,0 0 0,0 0 0,1 0 0,-1 0 0,0 0 0,0 0 0,0 0 0,0 0 0,0 0 0,1 40 715,-3 64 493,1-90-1149,-1 0 0,0 1 0,-1-1 0,-1 0-1,-6 16 1,5-19-64,3-9-26,1 0 0,0 0 0,0 0-1,0 1 1,0-1 0,0 1 0,0-1-1,1 1 1,-1-1 0,1 1-1,0-1 1,0 4 0,0-5-333,0-12-2817,0-17 760,0-9-1069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4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48 5330,'0'0'9258,"13"-8"-8388,36-27-73,-39 30 2996,-10 9-2979,-11 10-1325,10-13 780,-91 106 344,37-45-512,-52 76-1,104-135-85,1 0 1,0 0-1,-1 1 0,2-1 1,-1 1-1,0-1 0,1 1 1,-1 0-1,1 0 1,0 0-1,0 0 0,1 0 1,-1 0-1,1 0 1,0 0-1,1 7 0,7-3 89,-1-5-84,1-1 0,0 0 0,-1 0-1,1-1 1,0 0 0,10 0 0,57-2 73,-30 0-63,200 1-271,-138 0-5566,-107-11 463,0-3 1798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4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7652,'0'0'6144,"0"29"-4944,-4 201 1089,4 361 1937,1-562-4231,-1-28-31,0-1 0,0 1 0,0-1 1,0 1-1,0-1 0,0 1 0,0-1 0,1 1 1,-1-1-1,0 1 0,0-1 0,0 1 0,1-1 1,-1 0-1,0 1 0,0-1 0,1 1 0,-1-1 1,0 0-1,1 1 0,-1-1 0,0 0 0,1 0 1,-1 1-1,1-1 0,-1 0 0,1 0 0,-1 1 1,0-1-1,1 0 0,-1 0 0,2 0 0,6-2-4009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4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1 647 7363,'1'0'9243,"15"-3"-8566,-9 4-545,0 0 1,0 0 0,0 1 0,0 0 0,0 0 0,-1 0 0,13 8-1,-9-6 11,-1 0-1,1 0 1,17 4-1,16-1 22,0-2 0,0-1 0,0-3 0,56-5-1,-95 4-159,0 0-1,0-1 0,0 0 0,0 0 0,0 0 0,-1 0 0,1 0 1,0-1-1,-1 0 0,1 0 0,3-2 0,-5 2-12,0 0 0,-1 0 0,1 0 0,-1 1 0,1-2 0,-1 1-1,0 0 1,0 0 0,0 0 0,0-1 0,0 1 0,0 0 0,0-1 0,-1 1 0,1 0 0,-1-1 0,0 1-1,0-1 1,0-2 0,0-2-49,0 1 28,1 0 0,-2 0 1,1 1-1,-1-1 0,0 0 1,0 0-1,0 1 0,-5-11 1,-55-89-113,37 67 146,-19-43 0,37 67-25,2-2 0,0 1-1,0-1 1,2 1 0,0-1-1,0 0 1,2 0 0,0 0-1,1 1 1,5-31 0,-4 40-12,0-1 0,0 1 0,1 0 0,0-1 1,1 1-1,-1 1 0,1-1 0,0 0 0,0 1 1,1 0-1,0 0 0,-1 0 0,2 1 0,-1-1 1,1 1-1,-1 1 0,1-1 0,9-4 0,-1 2 1,-1 1 0,1 0 0,0 0 0,0 2 0,0 0 0,0 0-1,25-1 1,-3 3 43,2-1 54,0 2 0,40 5 0,-73-5-53,-1 1 0,1 0 1,-1 0-1,1 1 1,-1-1-1,0 1 0,1 0 1,-1 0-1,0 1 1,0-1-1,-1 1 0,1 0 1,0 0-1,-1 0 0,0 0 1,0 1-1,4 4 1,-3-2 25,-1 0 1,0 0 0,0 0-1,-1 0 1,1 0 0,-1 1-1,-1-1 1,1 1 0,-1-1-1,0 1 1,-1 0 0,1 6-1,-1 14 134,0-4 76,0 0 1,-5 32 0,-20 41 440,16-67-429,1 0-1,-5 46 0,11-59-88,1 0-1,0 0 0,2 0 0,2 20 0,-2-33-161,0 0 0,-1-1-1,1 1 1,0-1 0,1 1-1,-1-1 1,0 0 0,1 1-1,-1-1 1,1 0 0,0 0-1,0 0 1,0 0 0,0 0-1,0 0 1,0-1-1,0 1 1,0-1 0,1 0-1,-1 1 1,1-1 0,-1 0-1,1 0 1,-1 0 0,4 0-1,6 1 9,1 0 0,-1-1 0,1 0 1,14-1-1,-15 0-15,19-1-423,0-1 0,0-2 0,0-1 0,-1-2 0,0 0 0,0-2 1,30-14-1,16-8-2989,-18 5-2561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3:5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70 7043,'0'0'5912,"0"0"-5755,-1 0-1,1 0 0,-1 0 1,1 0-1,0 0 0,-1 0 1,1 0-1,0 0 1,-1-1-1,1 1 0,0 0 1,-1 0-1,1 0 0,0-1 1,-1 1-1,1 0 0,0 0 1,-1-1-1,1 1 0,0 0 1,0 0-1,-1-1 1,1-1-132,0 0 1,1 0 0,-1 0-1,0 0 1,1 0 0,-1 0-1,1 0 1,-1 0 0,1 0-1,0 0 1,0 1 0,0-1-1,0 0 1,0 1 0,1-1-1,-1 0 1,0 1 0,3-2-1,-1 0-28,1 0 1,0 1-1,-1 0 0,1 0 0,0 0 0,0 0 0,1 1 0,4-2 0,6 0-29,0 0 0,0 1 0,29 0 0,-42 2 35,0 0-1,0 0 1,0 0 0,-1 0-1,1 0 1,0 1 0,0-1-1,-1 0 1,1 1 0,0 0-1,1 0 1,-2 0 2,0 0 0,0 0 0,0 0 0,-1 0 0,1 0-1,0 0 1,-1 0 0,1 1 0,-1-1 0,0 0 0,1 0 0,-1 1 0,0-1 0,0 0-1,0 0 1,0 1 0,0 1 0,2 7 67,-1 0-1,0 1 1,-1-1 0,-1 1-1,1-1 1,-2 1-1,1-1 1,-1 0 0,-1 1-1,0-1 1,0 0 0,-7 12-1,-1-5 14,-1 1-1,0-2 1,-1 0 0,-1 0-1,-16 13 1,22-21-92,-1 0 0,0-1 0,-1 0 1,1-1-1,-1 0 0,-1-1 0,1 0 0,-1 0 0,0-1 0,-19 4 0,30-8-55,-1 0 0,0 1 0,0-1 0,0 0 0,0 0 0,0 0 0,1-1 0,-1 1 0,0 0 0,0 0 0,0 0 0,0 0 0,1-1 0,-1 1 0,0 0 0,0-1 0,0 1 0,1-1 0,-1 1 0,0-1 0,1 1 0,-1-1 0,0 0 0,1 1 0,-1-1 0,1 0 0,-1 1 0,1-1 0,-1 0 0,1 0 0,0 1-1,-1-1 1,1 0 0,0 0 0,0 0 0,-1 1 0,1-1 0,0 0 0,0 0 0,0 0 0,0 0 0,0 0 0,0 0 0,0 1 0,1-1 0,-1 0 0,0 0 0,0 0 0,1 0 0,-1 1 0,0-1 0,1 0 0,-1 0 0,1 1 0,-1-1 0,1 0 0,-1 1 0,1-1 0,-1 0 0,1 1 0,0-1 0,-1 1 0,2-1 0,2-2-88,1 0 1,-1 1-1,0-1 1,1 1 0,0 0-1,-1 0 1,1 1 0,0 0-1,0 0 1,0 0-1,6 0 1,64-2 544,-64 3-289,7 0 155,1 2 0,-1 0 0,0 2 0,0 0 0,0 0-1,-1 2 1,1 0 0,18 10 0,-16-7 79,0-2-1,0-1 1,0 0-1,40 5 1,-37-9-1180,-1 0 0,27-3 0,-26-2-4381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4:2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189 360 9588,'0'0'6137,"-1"-8"-5956,-1-8-52,-1-2 144,0 0 1,0 0-1,-2 1 0,0 0 0,-8-17 1,12 32-254,-5-8 156,5 18-185,2 9-45,-1 839 3120,0-856-3101,-1-4-688,-30-87-342,-34-125-282,57 177 1145,-6-23-773,3 1 0,-6-116 0,17-7-65,0 178 1043,1-1 0,0 1 0,0 0 0,0 0 0,1 0 0,0 0 0,0 0 0,0 0 0,1 1 1,0-1-1,0 1 0,1-1 0,3-4 0,7-7 78,2 1 1,22-20 0,-11 10 51,-20 20-103,0-1 0,1 1 0,-1 0 0,1 1 0,0 0 0,1 0 0,-1 1 0,1 0 0,0 0 0,0 1 0,1 0 0,-1 1 0,0 0 0,1 0 0,-1 1 0,14 0 0,-20 1-22,3 0 13,0-1 0,0 1 1,0 0-1,-1 1 0,1 0 1,0-1-1,-1 2 1,1-1-1,0 1 0,-1 0 1,0 0-1,1 0 0,-1 1 1,6 3-1,2 5 96,0 1 0,-1 0 0,0 0 0,-1 1 0,-1 1-1,0 0 1,0 0 0,7 18 0,8 20 625,19 59 0,-16-39-301,-22-55-309,0 0-1,-1 0 0,-1 1 1,3 20-1,-6-30-75,0 0 1,-1 1-1,0-1 1,0 0-1,-1 0 1,0 1-1,-1-1 1,0 0-1,0 0 0,0 0 1,-7 12-1,-2-1 39,-2 0 0,0-1-1,-1 0 1,-24 23-1,-74 57 106,93-82-198,-1-2 1,-1 0-1,-36 18 1,46-27-138,0-1-1,-1 0 1,0-1 0,1 0 0,-1 0 0,0-1-1,0-1 1,0 0 0,-18-1 0,29 0 81,0 0 1,0-1 0,0 1-1,-1 0 1,1 0-1,0 0 1,0-1 0,0 1-1,0 0 1,0-1-1,1 1 1,-1-1 0,0 1-1,0-1 1,0 0-1,0 1 1,0-1 0,1 0-1,-1 1 1,0-1-1,1 0 1,-1 0 0,0 0-1,1 0 1,-1 0-1,1 0 1,-1 0 0,1-1-1,-1-2-154,0 0 1,1 0-1,-1-1 1,1 1-1,1-8 0,-1 1-313,0 9 479,0 0 0,1-1 1,-1 1-1,0 0 0,1 0 1,0 0-1,-1 0 0,1 0 1,0 0-1,0 0 0,0 0 0,1 0 1,-1 0-1,0 0 0,1 0 1,-1 1-1,1-1 0,0 1 1,-1-1-1,1 1 0,0 0 1,0-1-1,0 1 0,0 0 1,0 0-1,0 0 0,0 1 1,0-1-1,0 0 0,0 1 1,1 0-1,1-1 0,7-1 113,0 1 0,0 1 0,0 0 0,0 0 0,19 3 0,-20 0 76,0-1-1,1 2 1,-1-1 0,0 2 0,-1-1 0,1 1-1,-1 1 1,0-1 0,0 2 0,-1-1-1,1 1 1,7 9 0,13 15 805,43 59 1,-50-61-578,36 51 567,-35-45-644,3 0 0,0-2-1,3-1 1,40 36 0,-63-63-337,0 0 0,0-1 1,1 0-1,-1-1 0,1 0 0,0 1 1,0-2-1,0 1 0,0-1 0,8 1 1,-8-2-624,-1-1 1,1 1 0,0-1-1,-1-1 1,1 1-1,0-1 1,6-2 0,17-8-5289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4:2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94 2497,'0'0'9335,"-4"-15"-8353,-12-48-203,12 48 1979,4 16-2227,0 38 182,2 0 0,1 0 0,2 0-1,2-1 1,1 0 0,18 47-1,-23-76-824,0 0-1,1-1 0,0 0 1,0 1-1,1-2 0,0 1 1,0 0-1,1-1 0,0 0 1,1-1-1,-1 1 0,8 5 1,-11-11-1082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4:2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5955,'0'0'8436,"4"188"-8420,-4-143 0,-12-6-16,4-8-1761,-3-14-3666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4:2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9412,'0'0'7841,"1"-1"-7163,1 0-621,-1 0 1,0 0 0,1 0-1,-1 0 1,1 0 0,-1 0-1,1 0 1,0 1-1,-1-1 1,1 1 0,0-1-1,-1 1 1,1 0-1,0 0 1,-1 0 0,3 0-1,37 0 465,-22 1-364,35-1 69,0 2 0,94 17 0,-136-17-397,-1 0 1,1 0-1,20-1 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4:28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8148,'0'0'8452,"252"0"-7780,-187 0-336,-3 0-128,-4 0-144,-15 0-64,-8 0 0,-12 0-448,-12 0-1377,-3 0-1344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14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8036,'0'0'6312,"-2"3"-5963,-3 8-92,4-8 73,-15 14 2205,12-13-2518,0 0 0,1 0 0,-1 0 1,1 1-1,0-1 0,1 1 0,-1 0 0,1-1 1,-1 1-1,2 0 0,-1 1 0,-1 6 0,-3 6-3,0 0-2,1 0 0,1 0 0,1 0 0,-2 35 0,5 78 138,1-102-109,0-19 28,0 1 0,0 0 0,1 0-1,0-1 1,1 1 0,0-1 0,1 0 0,0 0 0,0 0-1,1-1 1,11 18 0,-11-21-28,1 0 1,-1 0-1,1 0 1,0-1-1,0 0 1,0 0-1,1 0 1,-1-1-1,1 0 1,0 0-1,1-1 1,-1 0-1,1 0 1,-1-1-1,1 0 1,14 2-1,-11-2 25,1-1 0,-1 0 0,0-1-1,1-1 1,20-2 0,-28 2-55,1 0 1,0-1-1,-1 0 0,1 0 0,-1 0 1,0 0-1,0 0 0,0-1 1,0 0-1,0 0 0,0 0 1,-1 0-1,0-1 0,1 1 1,-1-1-1,3-4 0,0-2-66,0-1 0,-1 0 0,0 0 0,0-1 0,-1 1 0,0-1 0,-1 0-1,2-22 1,-1-6-350,-4-55-1,0 46 73,-1 37 302,0 0 1,0 1-1,-1-1 1,0 1-1,-1 0 1,0 0-1,-1 0 1,0 0-1,-1 0 1,0 1-1,0 0 1,-1 0-1,-11-13 1,13 19 16,1 0 0,-1 1 0,-1-1-1,1 1 1,0 0 0,-1 1 0,1-1 0,-1 1 0,0 0 0,0 0 0,0 0 0,0 1 0,0-1 0,0 1 0,-6 0 0,-9-1-163,1 1 1,-33 3 0,46-1 135,2 0 17,0-1 0,0 1 1,0 1-1,0-1 0,0 1 1,1-1-1,-1 1 0,0 0 1,1 0-1,-1 1 0,1-1 0,0 1 1,0 0-1,0 0 0,0 0 1,1 0-1,-1 0 0,1 0 1,-1 1-1,1-1 0,0 1 1,-1 4-1,-2 3-814,0 0 1,1 1-1,0 0 0,1-1 1,1 1-1,-2 15 0,3-9-5098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1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7347,'0'0'7465,"0"6"-6793,0 264 1108,0-274-2161,1 0 0,-1 0 0,1 0 0,-1 0 1,1 0-1,0 0 0,1 0 0,2-5 0,2-8-943,13-37-4033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15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0 5346,'0'0'8861,"0"22"-7664,0-20-1175,-1 0 0,1 0-1,-1 1 1,1-1-1,-1 0 1,0 0-1,0 0 1,0 0 0,0 0-1,0 0 1,-1 0-1,1-1 1,0 1-1,-1 0 1,0-1 0,-2 3-1,-35 25 115,18-14-65,8-4 24,1 0 0,0 1-1,1 0 1,0 1 0,1 0 0,1 0 0,0 1 0,1 1-1,0-1 1,-7 21 0,7-12 93,2 0 1,0 1-1,1 0 0,1 0 1,1 0-1,1 34 0,2-33-79,3 69 600,-2-82-571,1-1 0,1 0 1,-1 0-1,2 0 0,-1-1 0,8 14 0,-6-13-25,1-1 1,0 0-1,0-1 0,1 1 1,1-1-1,0-1 0,17 16 0,-18-19-82,0 0-1,0-1 1,1 1-1,-1-1 1,1-1-1,0 0 1,0 0-1,1 0 1,-1-1-1,0 0 1,13 1-1,-8-2-10,1 0 0,0-1-1,0 0 1,15-3-1,-23 2-33,-1 0-1,1-1 1,0 0-1,-1 0 1,0 0-1,1-1 1,-1 1-1,0-1 1,0-1-1,-1 1 1,1-1-1,4-4 1,-1 1-160,-1 0 1,0-1 0,-1 0 0,1 0-1,-2 0 1,1-1 0,-1 0 0,-1 0-1,1 0 1,-1-1 0,-1 1 0,0-1-1,0 0 1,-1 0 0,-1 0 0,1 0-1,-1-11 1,-1 6-17,1 8 116,-1-1 0,-1 1 1,1-1-1,-3-9 0,3 15 90,-1 0 0,1 1 0,-1-1 0,1 1 0,-1-1 0,0 0 0,0 1 0,0 0 0,0-1 0,0 1 0,0-1-1,0 1 1,0 0 0,-1 0 0,1 0 0,0 0 0,-1 0 0,1 0 0,-1 0 0,1 0 0,-1 1 0,1-1 0,-4 0 0,-1-1 64,0 1 0,0-1 1,-1 2-1,1-1 0,0 1 0,-1 0 1,1 0-1,0 1 0,-1-1 0,1 2 0,0-1 1,0 1-1,0 0 0,0 0 0,0 0 1,-8 5-1,-3 4 53,1 0 0,-1 2 1,-25 25-1,29-25-259,-1 0 0,0-1 0,-1-1 0,-28 16 0,38-24-390,0-1 0,-1-1-1,1 1 1,-1-1 0,1 0 0,-1 0 0,-7 0-1,-14 0-4114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16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7171,'0'0'5667,"-7"1"-4949,-1 0-1232,-10 2 3396,37-1-387,548-2-1078,-420 10-1392,-1 1-8,299-5 66,-42-6 963,-464 0-4368,13 0-1061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3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81 6627,'0'0'7179,"-6"-5"-6709,6 5-402,0 0 1,0 0-1,0 0 1,0 0-1,0 0 1,0-1-1,0 1 0,0 0 1,-1 0-1,1 0 1,0 0-1,0 0 1,0 0-1,0 0 1,0 0-1,0 0 1,-1 0-1,1 0 1,0 0-1,0 0 1,0 0-1,0 0 1,0 0-1,0 0 1,-1 0-1,1 0 1,0 0-1,0 0 1,0 0-1,0 0 1,0 0-1,-1 0 1,1 0-1,0 0 1,0 0-1,0 0 1,0 0-1,0 0 1,0 0-1,0 0 1,-1 0-1,1 1 1,0-1-1,0 0 1,0 0-1,0 0 1,0 0-1,0 0 1,0 0-1,0 0 1,0 1-1,0-1 1,0 0-1,0 0 1,0 0-1,0 0 1,0 0-1,-1 0 1,1 1-1,0-1 1,2 14-44,0 0 1,0 0-1,1 0 1,5 13-1,6 28 51,11 95 370,2 13 389,-20-127-573,3-1 0,18 48 0,-25-75-209,0-1 0,1 1-1,0 0 1,0-1 0,1 0 0,0 0-1,11 12 1,-13-17-34,-1 0 0,1 0 0,0 0 0,0 0 0,1 0 0,-1-1 0,0 0 0,0 1 0,1-1 0,-1 0 0,1 0 1,-1-1-1,1 1 0,-1-1 0,1 0 0,0 0 0,-1 0 0,1 0 0,-1-1 0,8-1 0,-8 1-15,0 0 1,0 0-1,0-1 1,0 1 0,0-1-1,0 0 1,0 0-1,0 0 1,-1 0-1,1-1 1,-1 1-1,0-1 1,0 1-1,1-1 1,-2 0-1,1 0 1,3-6 0,2-6-26,-1 0 0,7-23 0,-6 11-208,0-1-1,-2-1 1,2-43 0,-6-88-697,2-21 866,0 152 84,2 1 0,16-54 0,-21 79-23,0 2-2,0 0 1,0 1-1,0-1 1,0 0-1,0 0 1,0 0-1,0 1 1,1-1-1,-1 0 1,0 0-1,1 1 1,-1-1-1,0 0 1,1 1-1,-1-1 1,1 0-1,-1 1 1,1-1-1,-1 1 1,1-1-1,0 1 1,-1-1-1,1 1 1,0-1-1,-1 1 1,2-1-1,1 0 346,-1 15-10647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34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84 5298,'0'0'7209,"1"-13"-6497,0-3-400,0-9-72,0-5 3002,-22 30-2324,17 0-911,-1 0 1,1 0 0,0 1-1,0-1 1,0 1-1,0 0 1,0 0-1,1 1 1,-1-1-1,0 1 1,0 0-1,1-1 1,-1 2 0,1-1-1,0 0 1,-1 1-1,1-1 1,0 1-1,0 0 1,1 0-1,-1 0 1,1 1-1,-1-1 1,1 1 0,0-1-1,1 1 1,-1 0-1,0-1 1,1 1-1,0 0 1,0 0-1,0 0 1,0 0-1,1 6 1,-1-3-12,1 0 0,0 0 0,0 0 1,1 1-1,0-1 0,0 0 0,1 0 0,0 0 0,0 0 0,1-1 0,-1 1 1,1-1-1,1 1 0,-1-1 0,1 0 0,1 0 0,-1 0 0,1-1 0,8 8 1,21 23 12,-14-16 21,0 2 0,27 38-1,-44-55-30,0 0 0,-1 0 0,0 1 0,0 0 0,0-1 0,-1 1-1,1 0 1,-1-1 0,0 12 0,-1-14 0,0 0 0,0 0 0,0 0 1,0 0-1,-1 0 0,1 0 0,-1 0 0,0 0 0,0-1 0,0 1 1,0 0-1,0 0 0,-1-1 0,1 1 0,-1-1 0,1 1 0,-1-1 1,0 0-1,0 0 0,-3 3 0,-4 0 3,1 0 1,-1-1-1,0 0 0,0 0 1,0-1-1,0 0 0,-1-1 1,-12 2-1,8-2-698,0 0 0,0-2 0,0 0 1,-1 0-1,-17-4 0,4-5-3573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6227,'0'0'3994,"-12"7"-2863,-1-2-996,1 1 0,0 1 0,0 0 1,1 1-1,-1 0 0,2 0 0,-1 1 0,-11 14 0,9-7-83,1 0 0,1 0 0,0 2-1,1-1 1,-8 23 0,15-35-29,-12 33 199,0 0 1,3 1-1,1 1 1,-5 41-1,9-23 258,2 0-1,4 67 1,2-74-107,-1-26-197,2 0 0,0 0 0,2 0 0,8 30 0,-8-40-92,1-1 0,1 0 0,0 0 0,0 0 0,1-1 0,1 0 0,1 0-1,11 13 1,-20-25-82,2 1 21,0 1 1,0-1-1,0 1 0,1-1 0,-1 0 0,0 0 0,1 0 0,0 0 0,-1 0 0,1 0 1,0-1-1,0 1 0,0-1 0,0 0 0,0 0 0,4 1 0,-2 0 86,-4-2-217,-1 1-1,1-1 1,-1 1 0,1-1 0,-1 0-1,1 0 1,0 1 0,-1-1 0,1 0-1,-1 0 1,1 1 0,0-1 0,-1 0 0,1 0-1,-1 0 1,1 0 0,0 0 0,-1 0-1,1 0 1,0 0 0,-1 0 0,1-1-1,-1 1 1,1 0 0,0 0 0,-1 0-1,1-1 1,-1 1 0,1 0 0,0-1-1,13-20-4623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55 143 1905,'0'0'4485,"0"-3"-3850,0-11-309,0 7 5807,13 162-5470,0-14-70,-12 100 521,-1-131-128,-1-119-975,0 1 1,-1 0 0,0-1 0,-1 1-1,1 0 1,-7-11 0,-3-13-110,3-1-130,2-1 0,1 0 0,-3-56 0,8-107-1102,3 96 1059,-2 97 255,1 0 0,-1 0 0,1 0 0,0 0 1,0 0-1,0 0 0,1 0 0,-1 1 1,1-1-1,0 1 0,0-1 0,0 1 0,1-1 1,-1 1-1,1 0 0,0 0 0,0 1 1,0-1-1,4-3 0,8-4-90,-1 1 1,1 1-1,20-9 1,-16 8 74,0 0-13,1 1-1,-1 1 1,1 1-1,0 0 1,1 2-1,-1 0 1,1 1-1,39 1 1,-57 2 50,-1 0 0,1 1 0,-1-1 0,0 1 0,1 0 0,-1-1 0,0 1 0,1 0 0,-1 0 0,0 1 0,0-1 1,0 0-1,0 1 0,0-1 0,0 1 0,0 0 0,2 2 0,3 5 25,-1 0 0,10 16-1,-4-6 4,-5-6 14,0 0 1,-1 0 0,0 1-1,-1 0 1,0 0 0,-1 0-1,-1 0 1,0 1 0,-1-1-1,0 1 1,-2 0-1,0 16 1,-1-27-34,1-1 1,-1 1-1,0-1 0,0 0 0,0 1 1,0-1-1,0 0 0,-1 0 0,0 0 0,1 0 1,-1 0-1,0 0 0,-1 0 0,1-1 1,-4 5-1,-7 4 113,-27 20 0,30-23-70,-26 18-8,0-2 0,-2-2 0,0-1 1,-1-1-1,-61 19 0,83-34-43,-1-2 0,1 0 0,-1-1 1,1 0-1,-24-2 0,40 0-5,1 0-1,0 0 1,0-1 0,-1 1-1,1 0 1,0 0 0,-1 0 0,1 0-1,0-1 1,0 1 0,-1 0 0,1 0-1,0-1 1,0 1 0,0 0 0,-1 0-1,1-1 1,0 1 0,0 0 0,0-1-1,0 1 1,-1 0 0,1 0-1,0-1 1,0 1 0,0 0 0,0-1-1,0 1 1,0 0 0,0-1 0,0 0-1,0-14-53,1 11 11,-1 2 5,0 0-1,0 0 0,0 0 1,1 0-1,-1 0 0,1 0 0,-1 0 1,1 1-1,0-1 0,0 0 0,0 0 1,0 1-1,0-1 0,0 1 1,0-1-1,0 1 0,3-3 0,-1 1-6,1 1 1,0-1-1,-1 1 0,1 0 0,0 0 0,0 0 0,7-2 0,2 1 2,-1 0 0,1 1 1,0 0-1,23 0 0,-20 2 33,-11-1 18,0 1 0,0-1 0,0 1-1,0 1 1,0-1 0,0 1 0,0-1 0,0 2 0,0-1 0,0 0 0,0 1 0,-1 0-1,1 0 1,-1 0 0,1 1 0,5 3 0,1 6 105,0 0 0,-1 1 0,0 0 0,15 26-1,27 62 833,14 53 416,-61-137-1347,-5-16-179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5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 5250,'0'0'5390,"9"-2"-2094,33-3-2513,-33 4-578,0 1-1,0 1 1,0 0 0,1 0 0,-1 1 0,11 3-1,-17-4-154,0 1-1,0-1 0,0 1 0,0-1 0,-1 1 0,1 0 1,-1 0-1,1 1 0,-1-1 0,0 0 0,0 1 1,0-1-1,0 1 0,0 0 0,-1-1 0,1 1 1,-1 0-1,0 0 0,1 0 0,-2 0 0,2 6 1,0-3-5,-1 0 0,0 0 0,-1 0 0,0 0 0,0 1 0,0-1 0,-1 0 0,1 0 0,-2 0 0,1 0 0,-1 0 0,1 0 0,-2 0 0,1 0 0,-1-1 0,0 1 0,0-1 0,-7 10 0,-5 2 66,0-1-1,-1 0 1,-34 26 0,15-14-11,25-20-93,4-3 3,1-1 0,-1 1 0,-8 11 0,13-14-14,-1 1 0,1-1 0,0 1 0,0 0-1,0-1 1,0 1 0,0 0 0,0 0 0,1-1 0,-1 1 0,1 0 0,0 5 0,0-8 4,0 1 0,0-1-1,0 0 1,0 1 0,0-1 0,0 0 0,0 0-1,0 1 1,0-1 0,0 0 0,0 1-1,0-1 1,0 0 0,1 0 0,-1 1-1,0-1 1,0 0 0,0 0 0,0 1-1,1-1 1,-1 0 0,0 0 0,0 0 0,1 1-1,-1-1 1,0 0 0,0 0 0,1 0-1,-1 0 1,0 0 0,0 0 0,1 1-1,-1-1 1,17 4 26,-1-1 0,0-1 1,1 0-1,0-1 0,-1-1 0,18-1 0,1 0-3,-23 1-181,0-2 0,0 1-1,0-1 1,-1-1 0,1 0 0,20-9 0,63-35-1829,-85 41 1788,-2 2-1005,0-1 0,-1 1 0,1-2 0,-1 1 0,10-10 0,3-9-7104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6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5218,'0'0'5907,"1"0"-4845,271 2 2089,4 0-3805,-280-16-7069,-12 3 3067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4130,'0'0'3156,"1"36"-1571,7 121 21,-3-106-190,16 70-1,-3-22-84,-16-82-1148,9 48 273,-10-60-446,0 0 0,1-1 0,-1 1 0,1-1 0,0 0 1,0 0-1,1 0 0,-1 0 0,1 0 0,0 0 0,4 3 0,-7-6-156,1-1-1,-1 0 1,1 0 0,-1 1-1,1-1 1,-1 0-1,1 0 1,-1 0 0,1 0-1,-1 0 1,1 0-1,-1 0 1,1 0 0,-1 0-1,1 0 1,-1 0 0,1 0-1,-1 0 1,1 0-1,-1 0 1,1 0 0,-1-1-1,1 1 1,-1 0-1,1 0 1,-1-1 0,1 1-1,-1 0 1,0 0 0,1-1-1,-1 1 1,1-1-1,-1 1 1,0 0 0,1-1-1,-1 1 1,0-1 0,11-28-6217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5507,'0'0'3631,"1"19"-2932,0 2-436,0-1 150,0 0 0,2 0 0,9 37 0,2 3 757,-2 1 0,4 68-1,-8 124 562,-8-219-1531,0-33-53,0-2-59,-1-13-140,0 1 0,-2 0 0,-5-22 0,-2-7-773,-5-39-482,4-1 0,-2-102-1,13 51 1154,0 130 164,1 0 1,-1-1 0,0 1-1,1 0 1,0 0 0,0 0-1,0 0 1,0 0-1,0 0 1,1 0 0,-1 0-1,1 0 1,0 0 0,3-3-1,-1 1-2,1 1 0,-1 0 0,1 0 0,0 0 0,1 0 0,-1 1 0,7-3 1,2-1 15,1 2 1,-1 0-1,2 0 0,-1 1 1,20-2-1,-6 3 63,1 1-1,-1 1 0,49 5 0,-73-3-62,0 1 1,0-1 0,0 1 0,-1 0 0,1 0 0,0 1-1,-1 0 1,1-1 0,-1 2 0,0-1 0,0 0 0,0 1-1,-1-1 1,1 1 0,-1 0 0,6 9 0,-5-6 55,1 1 1,-1 0 0,0 0 0,-1 0 0,0 0-1,0 0 1,0 1 0,-1-1 0,1 13 0,-2 15 327,-2 39 0,0-70-372,0 0 0,-1 0-1,1 0 1,-1 0 0,0 0 0,0-1 0,-1 1 0,1-1 0,-1 1-1,0-1 1,0 0 0,0 0 0,-1 0 0,-7 6 0,-6 4 129,-1 0 1,-21 12 0,30-20-130,-9 6 41,-1-1 0,-25 11 0,33-18-63,0-1 0,0 1 0,0-2 0,-1 0 0,1 0 0,-1-1 0,-13 0 0,23-1-300,16 0-802,-4 0 1044,0 0-1,1 1 1,-1 0-1,11 2 1,-17-1 51,1-1 1,-1 1-1,0 0 1,0 0-1,0 0 0,0 1 1,0-1-1,-1 1 0,1 0 1,-1 0-1,5 6 1,15 19 244,36 58 0,6 7 663,-59-85-830,-3-5-59,0 0 0,0 1 0,0-1 0,-1 1 0,1 0 0,2 6 0,-5-10-82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89 4594,'0'0'3839,"-1"-3"-3252,0-2-115,-1 0 0,1-1-1,0 1 1,0-1 0,1 1-1,-1-1 1,2-8 0,-1 13-457,0 0 26,1 0 1,0 0-1,0 0 1,0 0-1,-1 0 0,1 0 1,0 0-1,0 0 1,0 0-1,1 1 1,-1-1-1,0 0 1,0 1-1,0-1 1,3 0-1,21-9 421,-16 7-354,0 1 0,0 1 0,1 0-1,-1 0 1,0 1 0,12 0 0,-1 1-30,-19-1-61,0 0 1,1 0-1,-1 0 1,0 1-1,0-1 1,1 0-1,-1 1 1,0-1-1,0 1 1,0-1-1,0 1 1,0 0-1,0 0 1,1-1-1,-2 1 1,1 0-1,0 0 1,0 0-1,0 0 1,0 0-1,-1 0 1,1 0-1,0 0 1,-1 0-1,1 0 1,-1 1-1,1-1 1,-1 0-1,0 0 1,1 1-1,-1 1 1,2 5 180,-1 1-1,-1 0 1,0 14 0,0-12-34,0-5-105,-1-1 1,0 0-1,0 0 0,0 1 1,-1-1-1,1 0 0,-1 0 0,0 0 1,-1-1-1,1 1 0,-1 0 1,-3 4-1,-2 4 61,7-11-114,-1 0 0,1 0-1,0 0 1,0 0 0,0 0-1,0 1 1,0-1 0,0 0 0,1 1-1,-1-1 1,1 0 0,0 1-1,0-1 1,0 1 0,0-1-1,0 1 1,0-1 0,0 0 0,1 1-1,-1-1 1,1 1 0,0-1-1,0 0 1,1 3 0,2 1-4,1-1 0,-1 1 0,1-1 0,0 0 0,0-1-1,11 8 1,-11-9 5,0 1-1,0 0 0,-1 0 0,1 0 0,-1 0 0,0 1 1,0-1-1,-1 1 0,1 0 0,3 7 0,-5-4-12,0-1-1,-1 1 0,0 0 0,-1 0 0,1-1 1,-2 13-1,1-3-39,-1-13 48,1-1-1,-1 1 1,0-1 0,0 0-1,0 1 1,0-1 0,0 0-1,-1 0 1,0 0 0,1 0-1,-1 0 1,0 0 0,0 0-1,-1 0 1,1-1 0,-1 1-1,1-1 1,-6 3 0,-5 5 56,-2 0 0,-23 11 1,25-15-34,9-3-29,-69 32 135,64-32-179,0 0 0,0-1-1,0 1 1,0-2 0,0 1 0,-15-1-1,23-5-1957,2-22-2962,2-13-5239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48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10901,'0'0'3834,"9"9"-3567,42 44 204,-3 2 0,67 97 0,-98-126-384,-2 1 1,0 0 0,-2 1 0,-1 1 0,-1 0 0,-2 0 0,0 1 0,-2 0-1,3 42 1,-6-25-32,-4 59 0,-1-90-57,-1 1 0,0 0 0,-2-1 0,0 0 0,0 0 0,-2 0 0,-7 17 0,3-15-26,-1 0-1,-1 0 0,0-1 1,-1-1-1,-1 0 0,-17 15 0,17-18-609,0-2-1,-1 0 0,0 0 0,-18 8 0,10-8-2779,-31 9 1,51-19 3150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0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5603,'0'0'7579,"16"3"-6237,-14-1-1305,0 0 0,0 0-1,0 0 1,0 0 0,1 0 0,-1-1 0,0 1 0,1-1-1,4 2 1,13 9 158,-18-10-172,1 0-1,0-1 1,-1 1-1,1-1 1,0 1 0,0-1-1,0 0 1,5 1 0,19 9 50,-20-7-59,0-1-1,1 0 0,-1 0 0,1 0 1,-1-1-1,1-1 0,0 1 0,0-1 1,0 0-1,11-1 0,30 5 17,-25-3-20,41 1-1,-16-2-9,22 2 2,6 1 13,84 14 0,-137-15 1,-1-1 0,33-2 0,8 1-13,210 2 43,-143-5-33,-80-1-6,-1-1 1,49-13-1,54-4 5,109-5 6,125-7 10,-135 7-14,-53 2-10,-54 15-35,307-36 1,-302 25 35,205-2 1,-326 21-6,65-2-3,94-14 0,-130 7 20,49-8-20,178-7 0,25 15-4,-1-1 81,-169 11 1940,-144 0-2236,-18 2-666,1 0-1,-1 1 1,-40 12 0,25-5-924,-74 14-5234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2273,'0'7'13243,"10"-24"-12774,1 0-1,15-15 0,-16 20-585,-1-1 1,1 1-1,-2-2 1,9-16-1,-2-10-867,-23 349 1504,8 170 1286,-2-479-1902,0 0 0,0 0 0,0 0 0,0-1 0,0 1 0,0-1 0,0 1 0,0-1 0,-3-1 0,3 0-55,0 0 1,0 0-1,1 0 1,-1 0-1,0-1 1,1 1-1,0-1 1,-1 1-1,1-1 1,0 1-1,0-1 1,1 0-1,-1 1 1,0-1-1,1-3 1,-3-46-3456,3 43 2582,0-29-3520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6003,'0'0'6336,"4"4"-5605,1 0-548,0 0 1,1 0-1,-1 0 1,1-1-1,0 0 1,1 0-1,-1 0 0,13 3 1,64 14 853,-58-15-748,11 3-389,-1-1 0,2-1 0,-1-2 0,0-2 0,51-3 0,-85 1-236,0 0-1,-1-1 1,1 1-1,0-1 1,-1 1 0,1-1-1,-1 0 1,1 1-1,-1-1 1,1 0 0,-1 0-1,0 0 1,1 0-1,-1-1 1,0 1 0,0 0-1,0 0 1,0-1-1,0 1 1,2-4 0,9-21-7951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32 1713,'0'0'7998,"0"0"-7882,0-1 1,0 1-1,0-1 0,0 1 0,0-1 1,0 1-1,0 0 0,0-1 0,0 1 1,-1-1-1,1 1 0,0-1 0,0 1 1,0 0-1,-1-1 0,1 1 1,0-1-1,0 1 0,-1 0 0,1-1 1,0 1-1,-1 0 0,1 0 0,0-1 1,-1 1-1,-8 0 54,7-1-127,0 1 0,0 0 1,-1 0-1,1-1 0,0 2 0,-1-1 1,1 0-1,0 0 0,0 1 1,-1-1-1,1 1 0,0 0 0,0 0 1,0 0-1,0 0 0,0 0 0,0 0 1,0 0-1,0 1 0,0-1 1,1 1-1,-1-1 0,-2 3 0,-1 5 113,0 1-1,0-1 0,1 1 0,0 0 0,1 0 0,0 0 1,0 0-1,-1 19 0,1 7 619,3 45-1,1-39-326,-1-30-329,0 0-1,1 0 1,1 0 0,0-1-1,0 1 1,1-1-1,1 1 1,0-1 0,9 17-1,-10-22-75,1 0-1,0-1 1,0 1 0,0-1-1,0 0 1,1-1-1,0 1 1,0-1 0,0 0-1,1 0 1,-1 0-1,1-1 1,0 0 0,0 0-1,0 0 1,0-1-1,1 0 1,9 2 0,-7-2-27,1-1 0,-1 0 0,1 0 0,-1-1 0,1-1 0,15-1 0,-20 1-35,-1 0 0,0 0 0,1-1 0,-1 1 0,0-1 0,0 0-1,0 0 1,0-1 0,0 1 0,-1-1 0,1 0 0,-1 0 0,1 0 0,-1 0 0,3-4-1,-1-1-163,1 0-1,-2 1 0,1-2 0,-1 1 0,0-1 1,-1 1-1,0-1 0,2-10 0,-2 0-283,0 0 0,-2 0 0,0-20 0,-2 29 428,0 0-1,-1-1 0,0 1 0,0 0 0,-1 0 0,-1 0 0,0 0 0,0 1 0,-1-1 0,0 1 0,0 0 0,-1 0 0,-7-7 0,-5-5 58,0 1 0,-1 1 0,-1 1 0,-22-16 0,34 29 8,0-1 1,-1 2-1,1-1 0,-1 1 0,0 0 0,0 1 0,-1 0 0,1 0 1,-1 1-1,1 0 0,-1 1 0,0 0 0,-16 1 0,25 0-16,0 0 0,0 1 0,0-1-1,0 0 1,0 1 0,1-1-1,-1 1 1,0-1 0,0 1 0,0 0-1,0-1 1,0 1 0,1 0-1,-1-1 1,0 1 0,1 0 0,-1 0-1,0 0 1,1 0 0,-1 0-1,1 0 1,-1-1 0,1 1 0,0 0-1,0 0 1,-1 0 0,1 2-1,-3 15-1444,4 0-4834,2-6-399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7411,'0'0'4835,"0"178"-4019,0-136-160,-15-8-159,-1-2-161,5-5-176,3-13-128,4-3-32,4-8 0,0-34-6131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5811,'-3'0'7524,"-13"1"-6300,2 12-898,-22 29 1,28-30-156,0 1-1,1-1 1,1 1-1,0 1 1,1-1-1,1 1 1,0-1-1,0 1 1,-2 24-1,2 12 602,3 71 0,2-64-472,-1-52-280,0 0 0,0 0 0,1 0 0,-1 0 1,1 0-1,1 1 0,-1-1 0,1-1 0,0 1 0,0 0 1,4 6-1,-4-8-17,0 0 1,0-1-1,0 0 1,0 1-1,1-1 1,-1 0 0,1 0-1,0 0 1,-1-1-1,1 1 1,0-1-1,0 1 1,0-1-1,0 0 1,0 0-1,1 0 1,-1-1 0,5 1-1,0 0-50,-1 0 0,1-1 0,0 1 0,-1-2 0,1 1 0,0-1 0,-1 0 0,14-5 0,-18 5-83,0 0-1,0-1 0,0 0 1,0 0-1,0 0 0,0 0 1,-1 0-1,1 0 0,-1-1 1,1 1-1,-1-1 0,0 0 1,0 0-1,0 0 0,-1 0 1,1 0-1,-1 0 0,1 0 1,-1 0-1,1-7 0,1 0-379,-1 1 0,-1-1 0,1-14 0,-2 21 442,0 1 0,0-1 1,0 1-1,0-1 0,0 1 1,-1 0-1,1-1 1,-1 1-1,1 0 0,-1-1 1,0 1-1,0 0 0,0 0 1,0 0-1,-1 0 0,1 0 1,0 0-1,-1 0 0,-3-3 1,-1 2 84,0 0-1,0 1 1,0 0 0,-1 0 0,1 0 0,-1 1-1,0 0 1,1 0 0,-14 0 0,-4 1 318,-38 6-1,42-2-156,2 2-1,-1 0 0,1 2 1,0 0-1,0 0 0,-28 21 0,12-10-92,12-3-9,18-13-357,0 0 0,-1 0 0,1 0 0,-1 0 0,0-1 0,-5 3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5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4530,'0'0'6115,"-8"5"-5091,-23 14-258,31-19-691,-1 1 0,0-1 0,1 1 0,-1-1 1,0 1-1,1-1 0,-1 1 0,1-1 0,-1 1 0,1 0 0,0-1 0,-1 1 0,1 0 0,-1 0 1,1-1-1,0 1 0,0 0 0,0 0 0,-1 0 0,1-1 0,0 1 0,0 0 0,0 0 0,0 0 1,0-1-1,0 1 0,0 0 0,1 0 0,-1 0 0,0-1 0,0 1 0,1 0 0,-1 0 0,0-1 1,1 1-1,-1 0 0,0-1 0,1 1 0,0 1 0,9 4 80,-1-1 0,1 1-1,0-2 1,0 1 0,1-1-1,-1-1 1,1 0 0,17 2 0,25 5 36,1-2-1,55 1 1,114-7-87,-137-3-60,519 12-20,-585-10 6,-13 1-58,-9-2-169,-171 13-4621,163-12 4287,-58 6-4378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6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4018,'0'0'9380,"0"8"-8211,0 31-353,3 1 0,14 77 1,1-6-1,7 151 1,-22-218-671,-2-22-79,9 78 114,-8-86-131,0-1 0,2 0 0,-1 0 0,2 0-1,5 13 1,-9-25-39,-1 0 0,0 0 0,0 0 0,1 0 0,-1 0 0,1 0 0,-1 0 0,1 0 0,-1-1 0,1 1 0,0 0 0,-1 0 0,1-1 0,0 1 0,-1 0 0,1-1 0,0 1 0,0-1 0,0 1 0,0-1 0,0 1 0,-1-1 0,1 0 0,0 1 0,0-1 0,0 0 0,0 0 0,0 1 0,0-1 0,0 0 0,0 0 0,0 0 0,0 0 0,0-1 0,0 1 0,0 0 0,0 0 0,0 0 0,0-1 0,0 1 0,0-1 0,0 1 0,0-1 0,-1 1 0,1-1 0,0 1 0,0-1 0,-1 0 0,1 1 0,1-2 0,2-3 1,0 1 0,0-1 0,-1 0 1,1 0-1,-1 0 0,4-9 0,18-53-1221,29-123 0,11-32 561,1 81 648,-41 92 19,-17 28 21,-7 20-64,-1 7-3700,-2 10-713,-7 4-2662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6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5923,'0'0'7328,"-26"23"-6538,-76 73-190,98-91-556,-1-1-1,1 1 1,1 0 0,-1 0-1,1 0 1,0 1-1,-3 6 1,5-8-17,0-1 0,0 0 0,1 0 0,-1 0 0,1 0 1,0 1-1,0-1 0,1 4 0,-1 7 53,0-3-18,0 20 114,4 37 0,-2-57-172,0 0-1,1 0 1,0 0 0,1 0-1,0-1 1,9 18 0,-4-12-15,-5-11 20,-1 0 1,0 0-1,-1 0 0,1 1 0,-1-1 1,0 1-1,0-1 0,-1 1 0,1 0 0,0 8 1,-2-13-14,0 0 1,0-1-1,0 1 1,0-1 0,-1 1-1,1-1 1,0 1-1,0 0 1,0-1-1,-1 1 1,1-1 0,0 1-1,-1-1 1,1 1-1,0-1 1,-1 1 0,1-1-1,-1 1 1,1-1-1,-1 0 1,1 1 0,-1-1-1,1 0 1,-1 1-1,1-1 1,-1 0-1,1 0 1,-1 1 0,1-1-1,-1 0 1,0 0-1,0 0 1,-23 1 38,16-1-40,-16 0-28,9 1-295,-1-1 1,-26-4-1,38 4-30,0-1 0,0 0 0,0 0 0,0-1 0,0 1 0,0-1 0,0 0 0,0 0-1,1 0 1,-1-1 0,1 1 0,-1-1 0,1 0 0,-5-5 0,-13-26-5351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7619,'0'0'4395,"12"35"-2974,44 118-551,-38-111-264,36 58 0,-39-73-123,25 56-1,-29-49-337,-2 0-1,-1 0 1,-2 1-1,-1 0 0,-1 0 1,-3 58-1,-1-72-130,0 0 0,-2 0-1,0 0 1,-2 0-1,0-1 1,-1 1 0,-1-1-1,-1 0 1,-18 34-1,3-13 42,-3-2 1,-1-1-1,-46 53 0,51-68-671,-2 0-1,0-2 1,-1 0 0,-1-2 0,-1 0 0,-30 14 0,-37 7-5414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 5523,'0'0'4564,"-1"-3"-3052,-4 10-1180,-18 41 146,2 0 1,3 1 0,1 1-1,-14 79 1,15-30 221,-5 116 1,15 100 430,6-300-1105,-1 25 46,2 1 0,2 0 0,12 59 0,-13-89-67,1 0-1,0 0 1,1-1 0,1 1 0,-1-1-1,2 0 1,-1 0 0,1-1 0,1 0 0,0 0-1,0 0 1,0-1 0,1 0 0,1-1 0,-1 1-1,1-2 1,14 9 0,-11-9-52,0 0 0,1-1-1,0 0 1,0-1 0,0-1 0,1 0 0,20 2-1,5-3-625,51-3 0,-75 1-12,1-1 0,0-1 1,21-6-1,-21 3-901,1-2 0,25-14 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6467,'0'0'6862,"-8"2"-2183,40 7-4504,0-2-1,0-1 1,1-1-1,54 1 1,91-6-722,-177 0 168,-23-4-7233,-7-2 1639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5:5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0 352,'0'0'12027,"-4"0"-10914,-5 0 120,16 2 389,11 0-1305,217 41 1208,-94-17-5059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2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55 3314,'0'0'2142,"-16"-8"-1486,-50-27-10,64 33-530,0 1 0,0 0 0,-1 0 0,1 0 1,-1 0-1,1 0 0,0 0 0,-1 0 0,0 1 1,1-1-1,-1 1 0,1 0 0,-1 0 0,1 0 0,-1 0 1,-4 1-1,-5 0 182,-83-1-2115,94 0 1507,6 0-2595,6 0 1675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27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52 2497,'-122'-43'1777,"97"34"3351,25 11-4807,0-1 1,0 0 0,0 1 0,0-1-1,0 0 1,0 1 0,0-1 0,-1 0-1,1 1 1,0-1 0,-1 0 0,1 0-1,-1 1 1,0 0 0,-7 3-226,0-1 1,0 2-1,1-1 1,-1 1-1,1 0 1,1 0-1,-1 1 0,1 0 1,1 0-1,-1 0 1,1 1-1,-5 10 1,-3 16 139,2 0 1,1 0-1,2 1 1,-5 46 0,12-74-190,-5 51 498,1 94 1,5-146-521,0-1 1,0 1-1,0-1 1,1 0-1,0 1 0,0-1 1,1 0-1,-1 1 1,1-1-1,3 6 1,-3-8-19,1 0 1,-1 0-1,0 0 1,1-1-1,0 1 1,-1-1-1,1 0 1,0 0-1,0 0 1,0 0-1,0 0 1,1 0-1,-1-1 1,0 0-1,7 2 1,0 0 1,-1-1 0,1 0 0,0-1 0,-1 0 0,1 0 0,0-1 0,0 0 0,11-2 1,-15 1-12,0 0 1,0-1 0,-1 0-1,1 0 1,-1 0-1,0-1 1,0 1 0,0-1-1,0 0 1,0-1 0,0 1-1,-1-1 1,0 0 0,7-7-1,0-3-31,-1-1 0,0 0 0,-1-1-1,0 0 1,-1 0 0,-1-1-1,-1 0 1,0-1 0,-2 1 0,4-23-1,-1-16 6,-1-110-1,-6 141 74,0 22-45,0 0 0,0-1 0,0 1 1,0 0-1,0 0 0,-1 0 0,1 0 1,-1-1-1,0 1 0,0 0 0,0 0 1,0 0-1,0 0 0,-1 1 0,0-1 1,1 0-1,-1 1 0,0-1 0,0 1 1,0-1-1,-1 1 0,1 0 0,-1 0 1,1 0-1,-1 0 0,1 0 0,-1 1 1,0-1-1,0 1 0,-4-2 1,-3 0-29,0 0 0,-1 0 1,1 1-1,0 1 1,-1-1-1,1 2 1,-1-1-1,-16 3 1,13-1-213,0 1 0,0 1 1,0 0-1,1 1 0,-21 8 0,-5 8-2801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2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4002,'0'0'11669,"-20"229"-10724,9-166-273,-5 0-144,5-15-144,7-9-368,4-22-16,0-14-16,7-30-3825,17-33-2050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2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 4578,'0'0'6966,"11"0"-6846,5-1-58,6 1 204,30 1 1,-47 0-141,0-1 0,-1 1 0,1 0 0,0 1 0,-1-1 0,1 1 0,-1 0 1,0 0-1,1 0 0,-1 0 0,0 1 0,0 0 0,0 0 0,-1 0 0,1 0 0,-1 0 0,0 1 0,0 0 0,0-1 0,0 1 0,0 0 1,-1 1-1,0-1 0,0 0 0,0 1 0,2 7 0,1 8 296,-2 0 1,0 1-1,-1-1 0,-2 41 1,0-42-136,-1-7-172,0 0 0,-1 0 0,0 0 0,-1 0 0,0-1 0,-1 1 0,-1-1 0,1 0 1,-2 0-1,1-1 0,-2 0 0,-13 19 0,-2-3 2,0-2 0,-2 0-1,-38 30 1,50-44-70,-1-1 0,1 0 0,-21 10 0,26-16-189,0 0 1,0 0-1,-1-1 1,0 0-1,1-1 1,-1 1-1,0-1 1,-11 0-1,18-2 63,1 1 0,-1-1 0,1 0-1,-1 1 1,1-1 0,-1 1 0,1-1-1,-1 0 1,1 1 0,0-1 0,-1 0-1,1 0 1,0 1 0,-1-1 0,1 0-1,0 0 1,0 1 0,0-1 0,0 0 0,0 0-1,0 0 1,0 1 0,0-1 0,0 0-1,0 0 1,0 1 0,1-3 0,-1 0-248,0 2 276,0-1-1,0 1 0,0-1 1,0 1-1,1-1 1,-1 1-1,0-1 0,1 1 1,-1 0-1,1-1 1,-1 1-1,1 0 1,0-1-1,0 1 0,0 0 1,-1 0-1,1-1 1,0 1-1,0 0 0,1 0 1,-1 0-1,0 0 1,0 0-1,0 1 1,1-1-1,-1 0 0,0 1 1,1-1-1,-1 0 1,0 1-1,3-1 0,4 0 93,1 0-1,-1 0 1,0 0-1,16 2 1,-3 0 185,-13-1-68,0 1-1,0 0 0,0 0 1,0 1-1,-1 0 0,1 0 1,11 6-1,4 3 278,23 16-1,-35-20-349,0 0 0,0 0 0,1-1 0,0 0 0,0-1 0,1-1 0,-1 0 0,1 0 0,20 2 0,-21-5-209,23-1-121,-34 0 55,1 0-1,-1 0 1,1 0-1,-1-1 1,1 1-1,-1 0 1,1-1-1,-1 0 1,0 1-1,1-1 1,-1 0-1,0 1 1,0-1 0,0 0-1,1 0 1,-1 0-1,0 0 1,0 0-1,1-2 1,7-22-5570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28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8564,'0'0'12550,"0"3"-12502,4-3 32,4 0-657,0-3-1183,-1-25-225,13-11-2577,3-2-6627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2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1 304 12710,'0'0'1734,"10"-8"-2380,-1 2 519,-5 4 78,0 0 0,-1 0 0,1-1 0,-1 1 1,0-1-1,1 0 0,-2 0 0,1 0 1,0 0-1,0-1 0,-1 1 0,0-1 0,0 1 1,0-1-1,0 0 0,0 0 0,0-4 1,2-11-40,-1 1 1,-1-1-1,0-23 1,-2 25 350,1 1 0,0-1 0,1 0 0,7-22 0,-9 38-241,0-1-1,0 1 0,1 0 1,-1 0-1,1 0 0,-1-1 1,1 1-1,-1 0 0,1 0 1,0 0-1,0 0 0,-1 0 1,1 0-1,0 0 0,0 0 1,0 0-1,0 1 0,0-1 1,0 0-1,0 1 0,0-1 1,1 0-1,-1 1 1,0-1-1,0 1 0,0 0 1,1-1-1,2 1 603,0 431 4181,-4 52-3033,0-482-1970,0-20-1936,0-71-4186,0 35-726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30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182 340 7027,'0'0'4914,"0"5"-4287,0 4-448,0-3 128,1-1 0,-1 1 1,0 0-1,-1-1 0,0 1 0,0-1 1,0 1-1,0-1 0,-1 1 0,0-1 1,0 0-1,-5 9 0,-3 2-53,0 0 0,1 1 0,0 0 0,2 0 0,-9 28 0,7-11 44,1 1-1,-4 36 1,7 75 1082,5-113-1079,-1-28-277,1-1 0,0 1 1,1 0-1,-1-1 0,1 1 0,0 0 1,0-1-1,0 1 0,0-1 0,1 1 1,0-1-1,0 0 0,0 0 1,1 0-1,-1 0 0,1 0 0,0 0 1,0 0-1,0-1 0,1 0 0,-1 0 1,1 0-1,0 0 0,0 0 0,0-1 1,0 1-1,0-1 0,0 0 0,1-1 1,-1 1-1,7 1 0,5 0-5,0-1 1,0 0-1,27-2 0,-39 0-26,-2 0-17,0 0 0,1 0 0,-1-1 1,0 1-1,0-1 0,0 1 0,0-1 1,0 0-1,0 0 0,0 0 0,0 0 1,0 0-1,0-1 0,-1 1 0,1-1 1,0 1-1,-1-1 0,1 1 0,-1-1 1,0 0-1,1 0 0,-1 1 0,0-1 1,0 0-1,0 0 0,-1 0 0,1 0 1,0-1-1,-1 1 0,1-2 0,2-9-155,-1 1-1,-1-1 0,0 1 0,-1-14 0,0 18 134,0 1 0,-1 0 0,0-1-1,0 1 1,-1-1 0,0 1 0,0 0 0,-4-9 0,0 5 30,-1 0 1,0 0-1,-17-20 1,-30-35 205,-77-121 1,122 171-171,1 0-1,0-1 1,2 0 0,0-1-1,1 1 1,-6-36 0,6 5-376,2-66 1,3 106 287,0-1 1,1 1 0,0 0-1,0-1 1,1 1 0,0 0-1,0 0 1,1 0 0,6-13-1,-5 16-21,0-1 0,0 1 0,0-1 0,0 1-1,1 1 1,0-1 0,0 0 0,0 1 0,0 0-1,1 1 1,0-1 0,10-4 0,-8 5-51,1 0 1,-1 0 0,1 0-1,0 1 1,0 1 0,0 0-1,18-1 1,-22 2 77,0 0-1,1 1 1,-1-1 0,1 1 0,-1 0-1,0 0 1,0 1 0,0 0-1,0 0 1,0 0 0,0 0 0,0 1-1,0 0 1,7 6 0,-5-2 70,0 2 0,-1-1 0,0 1 0,0 0 0,0 0 0,-1 0 0,-1 1 0,0 0 0,0 0 1,-1 0-1,0 0 0,3 22 0,-1 9 321,-3 1 1,-1 42-1,-2-44-59,2-24-143,-2 1-1,0 0 1,-1 0-1,-1-1 1,0 1-1,-8 21 1,-42 104 84,53-141-311,0-1 0,0 1 1,0 0-1,0-1 0,0 1 1,0-1-1,-1 1 0,1-1 1,0 1-1,0-1 0,-1 1 1,1-1-1,0 1 0,-1-1 1,1 1-1,-1-1 1,1 0-1,-1 1 0,1-1 1,0 0-1,-1 1 0,1-1 1,-1 0-1,1 1 0,-1-1 1,0 0-1,1 0 0,-1 0 1,1 0-1,-1 0 0,1 1 1,-1-1-1,0 0 0,1 0 1,-1 0-1,0-1 1,-7 1-4888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30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49 7235,'0'0'3917,"21"-8"-3608,65-22 33,-79 28-199,0 0 1,0 0 0,0 0 0,0 1-1,0 0 1,0 1 0,0 0 0,0 0-1,8 1 1,9 0 444,-21-1-512,-1 0 1,1 1-1,0-1 1,-1 0 0,1 1-1,-1-1 1,1 1-1,-1 0 1,1 0 0,-1 0-1,0 0 1,1 0 0,-1 1-1,0-1 1,0 1-1,0-1 1,0 1 0,0 0-1,0 0 1,0 0-1,-1 0 1,1 0 0,-1 0-1,0 0 1,1 1-1,-1-1 1,0 0 0,0 1-1,1 4 1,1 6 198,-1 0-1,0 0 1,-1 0 0,0 23 0,-1-33-266,0 9 120,-1 0-1,0 0 1,0 0-1,-1-1 1,-1 1-1,0 0 1,0-1-1,-1 0 1,-1 0-1,0 0 1,-8 14-1,-11 15 19,-2 0-1,-2-2 0,-2-1 1,-1-1-1,-59 52 0,90-88-147,-4 4-11,0-1-1,0 1 1,0-1 0,-1 0 0,1 0-1,-1 0 1,0-1 0,0 1-1,0-1 1,0-1 0,0 1-1,0-1 1,-8 2 0,12-4-45,1 1 1,-1 0-1,1 0 1,-1-1-1,0 1 1,1-1-1,-1 1 1,1-1-1,-1 1 1,1-1-1,-1 1 1,1-1-1,0 1 1,-1-1-1,1 1 1,0-1-1,-1 1 1,1-1-1,0 0 1,0 1-1,0-1 1,-1 0-1,1 1 1,0-1-1,0 0 1,0 1-1,0-1 1,0 0-1,0-1 1,1-28-1176,-1 22 725,0 5 400,0-1-1,0 1 1,0-1 0,0 1 0,1-1-1,0 1 1,0 0 0,0-1-1,0 1 1,0 0 0,0 0-1,1-1 1,0 1 0,-1 0-1,1 1 1,0-1 0,1 0-1,-1 0 1,0 1 0,1 0-1,0-1 1,-1 1 0,1 0-1,0 0 1,0 0 0,0 1-1,0-1 1,0 1 0,1 0-1,-1 0 1,0 0 0,1 0-1,-1 0 1,5 0 0,-2 0 209,0 1 1,0-1 0,0 1-1,0 0 1,0 0-1,0 1 1,0 0 0,0 0-1,0 1 1,0-1-1,0 1 1,-1 0 0,1 1-1,-1-1 1,1 1-1,-1 0 1,0 1 0,0-1-1,0 1 1,-1 0-1,1 0 1,-1 0 0,4 6-1,39 52 1220,-35-45-1116,0-1 1,1 0 0,1 0-1,0-2 1,19 16-1,-31-29-359,0 0-1,0 0 0,0 0 0,0 0 1,-1 0-1,1 0 0,1-1 0,-1 1 1,0-1-1,0 1 0,0-1 0,0 0 1,0 0-1,4 0 0,-5 0-194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32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7828,'0'0'6659,"0"1"-6288,-1 0 1,1 0 0,0 0 0,0 1 0,0-1 0,0 0 0,0 0 0,0 0-1,0 1 1,0-1 0,1 0 0,0 2 0,7 2-273,0-1 0,1-1 1,-1 1-1,1-2 0,0 1 0,0-1 1,18 2-1,3-2 36,34-2-1,-2 0 139,208 2 51,24 1 27,-213 1-300,255 7 24,-145-2-77,2-1 31,229 18 19,-358-20-46,237 28 15,-69-6 6,93 13-36,66-28 58,-164-12-26,308 2 43,-277-5-44,-34-7 51,0 0 19,-3-8 366,-2 0 240,-153 10 239,-66 6-893,0 1-1,1-1 0,-1 0 0,0 1 1,0-1-1,1 1 0,-1-1 1,0 1-1,1-1 0,-1 1 0,0-1 1,1 1-1,-1-1 0,1 1 1,-1-1-1,1 1 0,-1 0 1,1-1-1,-1 1 0,1 0 0,0-1 1,5-26-4310,-5 15 1731,3-11-2463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3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0 324 256,'0'0'10712,"0"9"-9421,0 47 2017,17-55-1822,-13-2-1449,0 1 0,0-1-1,0-1 1,0 1 0,-1 0-1,1-1 1,0 0 0,-1 0-1,1 0 1,-1 0 0,0 0-1,0-1 1,1 0 0,-2 0-1,6-5 1,6-8-47,19-29 1,-31 42 12,13-18-151,-1-1 0,-1-1 0,-2 0 0,0-1 0,-1 0 1,-1 0-1,-1-1 0,7-44 0,-15 67 127,0 1 0,0-1 1,0 1-1,0-1 0,1 1 1,-1-1-1,0 1 0,1 0 1,-1-1-1,1 1 0,0 0 0,-1-1 1,1 1-1,0 0 0,0 0 1,0-1-1,0 1 0,0 0 1,0 0-1,0 0 0,0 0 0,0 0 1,1 1-1,-1-1 0,0 0 1,0 0-1,1 1 0,-1-1 1,1 1-1,-1-1 0,0 1 1,3-1-1,1 6-9,-2 6 98,1 0-1,-1 1 0,-1-1 1,0 0-1,1 14 0,-2 67 469,-1-64-323,1 80 454,-5 1 0,-24 138 0,13-170-583,3 2 1,-3 118-1,16-203-1235,0-1 507,-1 0 0,0 0 0,0 1 0,-1-9 0,0-7-1049,1-23-3322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3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6275,'0'0'8711,"3"2"-8042,2 1-585,0 0 0,0-1 0,1 1 0,0-1 0,-1-1 0,1 1 0,9 1 0,50 4 575,-50-5-555,150 3 597,-98-5-356,74 10-1,-65-4-246,-44-5-3418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41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30 1761,'0'0'7699,"8"-11"-6650,-8 11-902,0-1-1,0 0 1,0 1 0,0-1 0,0 0-1,0 1 1,0-1 0,0 0-1,0 1 1,0-1 0,0 0 0,0 1-1,-1-1 1,1 0 0,0 1 0,0-1-1,-1 1 1,1-1 0,0 1 0,-1-1-1,1 0 1,-1 1 0,1-1 0,-1 1-1,1-1 1,-1 1 0,1 0 0,-1-1-1,1 1 1,-1 0 0,1-1 0,-1 1-1,-1-1 1,-12 5-390,11-3 256,0 1 1,1 0-1,-1 0 1,0 0-1,1 1 0,0-1 1,0 1-1,-1-1 1,1 1-1,0 0 1,1-1-1,-1 1 0,1 0 1,-3 6-1,-14 50 148,14-45-117,-5 26 267,1 1 0,-3 67 1,8 83 900,3-130-856,0-57-342,0 0-1,0 0 1,0 0-1,1 0 1,-1-1 0,1 1-1,0 0 1,0 0 0,0 0-1,1 0 1,-1-1 0,1 1-1,0-1 1,0 1-1,0-1 1,1 0 0,-1 0-1,1 0 1,0 0 0,-1 0-1,1-1 1,0 1-1,1-1 1,-1 1 0,0-1-1,1 0 1,-1-1 0,1 1-1,0-1 1,-1 1-1,1-1 1,0 0 0,0 0-1,0-1 1,0 1 0,7-1-1,-4 0 1,0 1 0,-1-1 0,1-1 0,-1 1 0,1-1 0,-1 0 0,1-1 0,8-2 0,-10 1-23,0 0 0,0 1 0,-1-2 1,1 1-1,-1 0 0,0-1 0,0 0 1,0 0-1,-1 0 0,5-7 1,4-5-283,-1-1-1,-1-1 1,-1 1 0,0-2 0,-1 1 0,10-38 0,-12 26 34,0 0 0,-2 0 0,0-58 0,-4 55 238,1 14 49,0 0 1,-2 0 0,0 0-1,-8-33 1,8 48 0,0-1 0,0 1 0,-1 0 0,1 0 0,-1 0 0,0 1 0,-1-1 0,1 0 0,-1 1 0,1-1 0,-1 1 0,0 0 0,0 0 0,0 0 0,-1 0 0,1 1 0,-1-1 0,0 1 0,1 0 0,-1 0 0,0 0 0,0 1 0,0-1 0,-1 1 0,1 0 0,-6-1 0,-1 0-4,1 1-1,-1 0 1,1 0-1,-1 1 1,1 1-1,-1 0 1,1 0-1,-1 1 1,1 0-1,0 1 1,0 0-1,0 1 1,-16 7-1,15-4-124,0 0 0,0 0 0,1 1 0,0 1 0,1 0 0,0 0 0,0 0 0,0 1 0,2 1 0,-10 15 0,14-21-967,0 1-1,0-1 1,-1 0-1,-6 7 1,-1-1-3708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4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8548,'0'0'5362,"35"181"-4753,-35-125 15,0 3 16,-4-7-96,-11-3-255,3-11-225,8-17-48,4-14-16,0-11-2321,0-41-2514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42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10677,'0'0'3100,"20"0"-3007,65 0 182,-81 0-187,1 0 0,-1 0 1,1 1-1,-1-1 0,1 1 0,-1 0 0,0 0 0,0 0 1,1 1-1,-1 0 0,0-1 0,0 2 0,-1-1 0,1 0 1,0 1-1,-1-1 0,1 1 0,-1 0 0,0 0 0,0 1 0,0-1 1,0 1-1,-1-1 0,1 1 0,-1 0 0,0 0 0,0 0 1,2 8-1,1 5 229,-2 0 1,0-1-1,0 1 0,-2 1 1,-1 26-1,0-39-269,0 11 75,-1 0 0,0 0 0,-2-1 0,0 1 0,0 0 0,-2-1 1,0 1-1,0-1 0,-2-1 0,0 1 0,0-1 0,-2 0 0,-10 13 0,-64 83 222,51-71-254,2 2 1,-29 51-1,56-87-90,0 1-1,0-1 0,1 1 1,0 0-1,0 0 1,1 0-1,-2 10 0,3-14-4,0 0 0,0-1 0,0 1 0,0 0 0,0 0 0,1-1 0,-1 1 0,0 0 0,1-1 0,0 1 0,-1 0 0,1-1 0,0 1 0,0-1 0,0 1 0,0-1 0,0 1 0,0-1 0,0 0 0,0 1 0,1-1 0,-1 0 0,0 0 0,1 0 0,-1 0 0,1 0 0,-1 0 0,1-1 0,2 2 0,9 2 6,-1-1 0,1 0 0,0 0-1,25 0 1,59-3 81,-44-1-23,-48 1-114,43 0 290,91-10 0,-121 6-645,0 0 0,-1-1-1,18-7 1,-21 6-848,-1-1 1,0 0-1,0-1 0,17-13 1,2-6-5934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42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7876,'0'0'8398,"4"3"-8014,2 2-262,1 0 0,0-1 0,0 1 0,0-2 0,0 1 0,10 3 0,54 15 583,-23-8-388,-34-10-478,0 0 0,0-1 0,0 0 0,0-1 0,20 0 0,-33-18-5492,-1-6 173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6:4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8612,'0'0'5955,"201"150"-4291,-139-115-1039,0-7-513,-8-11-112,-4-10-112,-11-7-1777,-20 0-3378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39 5234,'0'0'10691,"5"0"-10459,2-1-213,-1 0 0,1 0 0,-1-1 0,0 1 0,9-5-1,18-4-6,-1 3-14,-19 4-5,-1 1-1,0 0 1,19-1-1,-28 3 4,0 0 0,0 0-1,0 0 1,0 1 0,0-1-1,0 1 1,0 0 0,-1-1 0,1 1-1,0 1 1,0-1 0,-1 0 0,1 1-1,-1-1 1,1 1 0,-1 0 0,0-1-1,1 1 1,-1 0 0,0 1-1,0-1 1,-1 0 0,1 1 0,0-1-1,-1 1 1,1-1 0,-1 1 0,0-1-1,1 5 1,5 9 33,-3-5-37,0-1-1,-1 1 0,4 18 0,-6-26 10,-1 0 1,0 0-1,0 0 0,0 0 0,0 1 0,0-1 1,-1 0-1,1 0 0,-1 0 0,0 0 1,0 0-1,0 0 0,0 0 0,-1 0 0,1 0 1,-1 0-1,-3 4 0,-10 9 12,-1 0 0,0-1-1,-1-1 1,-1-1 0,-38 23 0,-105 41 51,151-73-176,-1 0-1,0-1 0,0 0 1,-1 0-1,1-1 0,0-1 0,-16 0 1,26-1 32,4-13-123,-3 11 185,1 0 0,-1 0 1,1 0-1,-1-1 1,1 1-1,0 0 0,0 0 1,0 0-1,0 0 1,0 0-1,0 0 0,1 0 1,-1 1-1,0-1 1,1 0-1,0 1 1,-1-1-1,1 1 0,3-2 1,2-2 3,0 0 0,0 1 1,1 1-1,-1-1 1,1 1-1,0 0 0,0 1 1,0 0-1,12-2 0,6 2 179,44 1 0,-38 1-107,-28 0-49,0 0 0,0 0 0,1 1 0,-1-1 1,0 1-1,0 0 0,0 0 0,0 1 0,0-1 0,0 1 1,0 0-1,0 0 0,-1 0 0,1 1 0,4 3 1,-4-2 24,-1 0 0,1 0 0,-1 1 0,0-1 0,0 1 0,0 0 1,0 0-1,-1 0 0,0 0 0,2 8 0,1 9 182,-1 1 0,-1-1 0,-1 1 0,-2 37 0,0-40-42,-1-11-113,0 0 0,0-1-1,-1 1 1,0 0 0,0 0-1,-1-1 1,0 0-1,0 1 1,-1-1 0,0 0-1,-1-1 1,0 1 0,-7 8-1,-2 1-19,-1-1-1,-1-1 1,0 0-1,-24 16 0,31-25-25,0 0-1,-1 0 1,0-1-1,0 0 1,-1-1-1,1 0 1,-1-1-1,-18 4 1,0-4-246,-1 0 0,-32-2 0,60-1 78,-1 1 1,1-1 0,0-1 0,0 1 0,-1 0 0,1 0 0,0-1-1,0 1 1,0-1 0,0 0 0,-1 0 0,1 0 0,0 0-1,0 0 1,1 0 0,-1 0 0,0-1 0,0 1 0,1-1 0,-1 1-1,0-1 1,1 0 0,0 1 0,-1-1 0,1 0 0,0 0 0,0 0-1,0 0 1,0 0 0,0 0 0,1 0 0,-1-1 0,0-1 0,-8-36-4106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611 25 352,'0'0'9570,"3"-2"-9114,13-7 1983,-16 5-1081,0 3-1355,0 1 0,0 0 0,0 0 1,0 0-1,0 0 0,0 0 0,0-1 0,0 1 0,0 0 0,0 0 1,0 0-1,0 0 0,0-1 0,0 1 0,0 0 0,0 0 0,0 0 1,0 0-1,0 0 0,0-1 0,0 1 0,0 0 0,0 0 0,0 0 1,0 0-1,0-1 0,0 1 0,0 0 0,0 0 0,0 0 0,0 0 1,-1 0-1,1 0 0,0-1 0,0 1 0,0 0 0,0 0 0,0 0 1,0 0-1,-1 0 0,1 0 0,0 0 0,0 0 0,0 0 0,0 0 0,0 0 1,-1 0-1,1 0 0,0 0 0,0 0 0,0 0 0,0 0 0,-1 0 1,1 0-1,0 0 0,0 0 0,0 0 0,0 0 0,-1 0 0,1 0 1,-36-1 478,24 0-434,1 0 0,-1 1-1,1 0 1,-1 1 0,1 0 0,0 1 0,-1 0 0,1 1-1,0 0 1,-12 5 0,-5 8 179,1 0 1,1 2-1,0 1 0,-41 39 0,54-44-121,0 0-1,1 1 0,1 0 1,0 1-1,2 0 1,-1 0-1,2 1 1,0 0-1,-8 28 0,8-15 166,2 0 0,-4 58-1,6 63 762,4-129-861,0-11-76,1 1-1,0-1 1,0 0 0,1 0 0,1 1 0,0-1 0,0-1 0,9 19 0,-9-22-71,1-1 1,0 0-1,0 0 1,0 0-1,1-1 1,0 1-1,0-1 1,1 0-1,-1 0 1,1-1-1,0 0 1,0 0-1,1 0 1,11 4 0,-1-2 5,0-2 1,0 0 0,0-1 0,1-1 0,-1 0 0,1-1-1,-1-1 1,28-4 0,-38 3-74,0 0 0,0 0-1,-1-1 1,1 0 0,0 0 0,-1 0-1,0-1 1,0 0 0,0-1 0,0 1-1,0-1 1,0 0 0,-1-1 0,6-5-1,-4 3-179,-1-1 0,0 0 0,-1-1-1,0 1 1,0-1 0,-1 0 0,0 0-1,6-18 1,-3-5-353,-2 1 0,-1-1 0,-1 0 0,-1 0-1,-4-34 1,2 58 564,-1 0 1,0-1-1,0 1 0,-1 0 0,0 0 1,0 0-1,-1 0 0,0 0 0,0 1 0,-1-1 1,0 1-1,-1 0 0,-6-8 0,6 9 35,1 1-1,-1 1 1,-1-1 0,1 1-1,-1 0 1,1 0-1,-1 1 1,0-1-1,0 1 1,-1 1 0,1-1-1,-1 1 1,1 0-1,-1 0 1,0 1-1,-11-1 1,-2 1 165,0 0-1,0 1 1,-31 5-1,41-3-118,0 1-1,0-1 1,0 1-1,1 1 0,-1 0 1,1 0-1,0 1 1,-15 10-1,-10 11 57,1 0 1,2 3-1,0 0 0,-37 48 1,62-68-269,0-1 1,0 2-1,1-1 0,-6 14 0,9-18-581,0 0 1,1 1-1,0-1 0,0 0 0,0 0 0,0 8 0,1-8-3212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7475,'0'0'7604,"-46"205"-7108,19-170-208,3-4-112,5-10-176,11-10-64,4-11-848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91 3265,'0'0'3712,"0"-11"-2907,5-32 300,-4 42-1014,0-1 0,0 1 0,0-1 0,0 1 0,0-1 0,0 1 1,1 0-1,-1-1 0,0 1 0,1 0 0,-1 0 0,1 0 0,-1 0 0,1 0 0,0 0 1,-1 1-1,1-1 0,0 0 0,-1 1 0,1-1 0,0 1 0,0 0 0,2-1 0,7-1 265,-2-1-46,0 1 0,0 0 0,0 0 0,1 1 0,-1 0 0,18 1 0,-20 0-73,-6 0-208,-1 1-1,1-1 1,0 0 0,0 0 0,-1 1 0,1-1 0,0 0 0,0 1 0,-1-1 0,1 1 0,0-1-1,-1 1 1,1-1 0,-1 1 0,1-1 0,-1 1 0,1 0 0,-1-1 0,1 1 0,-1 0 0,1-1-1,-1 1 1,0 0 0,1 0 0,-1-1 0,0 1 0,0 0 0,0 1 0,4 25 502,-4-24-462,0 1 23,3 97 1685,-3-88-1542,-2 0 1,1-1-1,-1 1 0,-1 0 1,-9 23-1,5-20-39,-2 0 0,0-1 0,-1 0 0,0 0-1,-17 17 1,-67 60 571,77-78-676,0 0-1,-25 15 0,35-26-88,1 1 1,-1-1-1,0 0 0,0 0 1,0-1-1,-1 0 0,1 0 0,-1 0 1,-14 0-1,21-2-30,0-1 0,1 1 0,-1-1 0,0 1 0,1 0 0,-1-1 0,0 0-1,1 1 1,-1-1 0,1 1 0,-1-1 0,1 0 0,-1 1 0,1-1 0,-1 0 0,1 1 0,0-1 0,-1 0 0,1 0 0,0 0 0,0 1 0,0-1 0,-1 0 0,1 0 0,0 0 0,0 1 0,0-1 0,0 0 0,0 0-1,1 0 1,-1 0 0,0-1 0,0-1-209,1-1 0,-1 0 0,1 0 0,0 0 0,0 0 0,1-4 0,0 5 130,0 0 1,0 0 0,1 1-1,-1-1 1,0 1 0,1 0 0,0-1-1,-1 1 1,1 0 0,0 1-1,0-1 1,0 0 0,0 1-1,1 0 1,-1-1 0,0 1 0,0 1-1,5-2 1,7 0 22,0 0-1,29 1 1,-38 1 150,1 0 0,0 1 0,0 0 0,0 0 1,-1 1-1,1 0 0,-1 0 0,1 0 1,-1 1-1,0 0 0,9 5 0,0 3 285,0 1-1,23 24 1,4 3 270,-35-33-553,2 1 0,-1-2-1,0 1 1,1-2-1,0 1 1,0-1 0,19 6-1,-22-8-350,1-1-1,0 1 1,0-1-1,0-1 0,-1 1 1,1-1-1,0 0 1,0-1-1,0 0 1,0 0-1,0 0 1,8-4-1,-9 2-874,0 0 0,-1 0 0,1 0 1,-1-1-1,7-6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17 599 6659,'0'0'7572,"-2"1"-6593,1-1-902,0 0 1,0 1 0,1-1 0,-1 0-1,0 1 1,0-1 0,1 1-1,-1-1 1,0 1 0,1-1 0,-1 1-1,1-1 1,-1 1 0,0 0-1,1-1 1,-1 1 0,1 0 0,0-1-1,-1 1 1,1 0 0,0 0 0,-1 0-1,1-1 1,0 1 0,0 0-1,0 0 1,-1 0 0,1-1 0,0 1-1,0 0 1,0 0 0,0 0 0,1 0-1,-1-1 1,0 1 0,0 0-1,0 0 1,1 0 0,-1-1 0,0 1-1,1 0 1,-1 0 0,1-1-1,0 2 1,3 2 32,-1 1-1,1-2 1,0 1-1,0 0 0,1-1 1,-1 1-1,1-1 1,0-1-1,0 1 1,0-1-1,8 3 0,9 3 227,32 7 0,-19-9-211,0-1 0,0-2 0,55-2 0,-58-1-118,-22 0-29,-1-1 1,1 0-1,-1 0 0,0-1 1,0 0-1,1 0 1,-1-1-1,0-1 0,10-5 1,-13 6-57,-1 0 1,1-1 0,-1 1 0,0-1 0,-1-1-1,1 1 1,-1-1 0,0 1 0,0-1 0,0 0 0,-1-1-1,1 1 1,-1-1 0,-1 1 0,4-8 0,-4 4 11,1 1 0,-1-1 1,-1 0-1,0 1 1,0-1-1,0 0 0,-1 0 1,-1 0-1,1 0 1,-2 1-1,1-1 0,-1 0 1,0 1-1,-5-11 0,-4-8 102,-2 0 0,-32-48 0,27 48-9,-25-54 1,38 68 0,1 0 0,0 0 0,1 0 0,0-1 0,1 0 0,1 1 0,0-27 0,1 37-20,0 1-1,0 0 1,1-1 0,-1 1-1,1 0 1,-1-1-1,1 1 1,0 0 0,0 0-1,0 0 1,0 0-1,1 0 1,-1 0 0,0 0-1,1 0 1,3-3-1,-1 1-14,1 0 0,0 1 0,0 0 0,0 0 0,0 0 0,9-4 0,3 2-32,-1 0-1,0 0 1,1 2-1,18-2 1,95 1-79,-105 4 78,-15 0 47,0 1-1,1 0 0,-1 1 0,1 0 0,-1 1 1,0 0-1,0 0 0,0 1 0,-1 0 0,1 1 1,-1 0-1,9 7 0,-12-8 8,0 1-1,0 0 1,0 0-1,-1 1 1,0 0 0,0 0-1,0 0 1,-1 1-1,1-1 1,-2 1 0,1 0-1,-1 0 1,0 0-1,0 1 1,-1-1 0,0 1-1,1 9 1,-1 16 146,-1 0 0,-2-1 0,-1 1 0,-2-1 0,-1 1 0,-14 47 0,9-44 107,3 0 0,1 1 0,1 0-1,2 73 1,3-107-259,0 1-1,1-1 1,-1 0-1,1 0 1,0 1-1,0-1 1,0 0-1,0 0 0,1 0 1,-1 0-1,1 0 1,0 0-1,-1-1 1,1 1-1,1 0 1,-1-1-1,0 0 1,1 1-1,-1-1 1,1 0-1,0 0 0,-1 0 1,1-1-1,0 1 1,0-1-1,5 2 1,4 1-24,0-1 0,0-1 0,0 0 0,0 0 1,0-1-1,14-1 0,-4 1-615,0-1 0,-1-2 0,1 0 0,-1-1-1,1-1 1,-1-1 0,0-1 0,36-15 0,12-17-4563,-9 0-3165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3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15367,'0'0'5603,"16"0"-5956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6275,'0'0'7369,"0"-4"-6598,0-12-168,0 12 696,0 2-1125,5 9-161,1 10 114,-1 1 1,0-1-1,-1 1 1,-1 0 0,-1 1-1,1 32 1,-2-32 6,5 520 2512,-8-326-2374,2-155-226,-1-1-264,2-14-3579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10757,'0'0'1985,"313"27"-512,-158-27-321,7 0-560,1 0-111,-5-17-49,-15 3-16,-27 7-80,-23 0-176,-27 7-144,-24-3-16,-23 3 0,-7 0-80,-12 24-3570,-35 4 129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16 132 6115,'0'0'8132,"0"29"-7684,0 326 1769,-11 81 336,7-292-1889,15-368-3508,-10 163 1862,-8-259-4055,6 55 4309,2 258 785,1 0 0,0 0 1,0 1-1,0-1 0,0 0 0,1 1 0,0-1 0,1 1 1,0 0-1,0 0 0,0 0 0,0 1 0,10-10 0,2 0 118,1 0-1,0 0 0,21-11 0,-24 18-71,-1 1 0,1 0 0,0 1 0,0 1-1,1 0 1,0 1 0,0 0 0,19-1 0,-5 2 303,0 1-1,1 2 0,38 4 1,-63-4-319,-1 1 0,1 0 0,-1 0 0,1 0 0,-1 0 1,1 1-1,-1 0 0,0 0 0,1 0 0,-1 0 0,0 1 1,-1-1-1,1 1 0,0 0 0,-1 0 0,0 1 0,1-1 0,-1 1 1,0-1-1,-1 1 0,1 0 0,-1 0 0,0 0 0,0 1 1,0-1-1,2 7 0,0 5 141,-1 1 1,0 0 0,-2-1-1,1 1 1,-2 0 0,-2 20-1,1-23-120,-2 0 0,1 0 0,-2 0 0,0 0-1,0-1 1,-1 0 0,-1 0 0,0 0 0,-1-1-1,-1 0 1,-9 13 0,-7 5 55,-1 0 0,-54 47 0,57-57-149,0-2 0,-30 19 1,44-32-124,0 0 0,-1-1 0,1 0 0,-1 0 0,0-1 0,0 0 0,0-1 0,0 0 0,0 0 0,-15 0 0,11-1-672,11 3-31,18 9-110,-5-5 1215,13 12 86,0 1 0,-1 1 0,38 49 1,44 88 1083,-89-132-1396,27 46 237,-38-66-426,0 0-1,0-1 1,1 0 0,0 0-1,0 0 1,0 0-1,9 5 1,-14-10-485,3 0 271,-2-25-11903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7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12038,'0'0'2977,"-23"244"-1328,12-182-897,7-10-592,4-17-160,0-24-432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0 1585,'0'0'12229,"-135"181"-11636,85-91-545,3 4-48,9-17-897,14-18-2016,13-24-4322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9380,'0'0'8420,"85"10"-7940,-43 7 49,1 1-81,-1-4-304,4 0 0,-3-11-144,-4-3 0,-5 0-400,-10 0-657,-9 0-1232,-7-21-896,-8-3-2786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8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10117,'0'0'2897,"228"13"-2465,-174-13-432,-11 0-2081,-16 0-4866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8244,'0'0'4901,"0"8"-4554,7 195 2299,-8-24-919,3 201-565,6-330-1405,-6-41-708,0 0-1,-1 0 0,1 12 1,-2-9-3974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9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9396,'0'0'3234,"263"0"-1874,-147 0 257,4 0-800,-4 0-561,-4 0-192,-12 7-48,-15 0-32,-23 3-369,-27-3-447,-23 4-1041,-12-1-2193,-4 1-2657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0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42 6371,'0'0'4469,"0"39"-2532,0 263 1131,-19 27 69,0 7-853,20-441-3966,-11-225-3610,-12-17 1578,22 326 3569,-1 12 110,0-1 0,1 1 0,1 0 1,0-1-1,0 1 0,0 0 0,1 0 0,1-1 1,0 2-1,0-1 0,4-9 0,-1 9 68,-1 1-1,1-1 1,1 1-1,0 0 1,0 1-1,0-1 0,1 1 1,0 1-1,0-1 1,18-9-1,-15 11 146,1 0-1,0 0 0,0 1 1,0 1-1,1 0 0,-1 0 1,1 1-1,20 0 0,-11 1 430,40 4 0,-53-2-484,-1 1 0,0 0 0,1 0 0,-1 1 0,0 0 0,0 0 0,14 9 0,-12-7 39,-1 1 0,0 1-1,0 0 1,0 0 0,-1 0-1,0 1 1,-1 1-1,1-1 1,-2 1 0,1 0-1,-1 1 1,-1-1 0,1 1-1,-2 1 1,1-1-1,-2 0 1,1 1 0,3 22-1,-5-20-1,-1 1-1,0 0 1,-1-1-1,-1 1 1,0 0-1,0-1 1,-2 1-1,0-1 1,0 0-1,-1 0 1,-1 0-1,0 0 1,-10 17-1,-2-5-85,0 0 0,-2-2 0,-1-1 0,0 0 0,-2-1 0,0-1 0,-1-2 1,-1 0-1,-1-1 0,-1-1 0,-27 11 0,43-22-273,-1-1 0,0 0 0,0-1 0,0 0 0,0-1 0,0 0 0,-1-1 0,-18 0 0,27-1-390,8 1 47,13 4 633,-1 0 0,0 1 0,-1 1 0,1 0-1,-2 1 1,1 1 0,26 20 0,98 92 576,-93-78-863,-45-41-38,0 0 0,1 1 0,-1-1 0,1-1 0,-1 1 0,1 0 1,0-1-1,-1 1 0,1-1 0,0 0 0,0 0 0,5 2 0,5-3-4267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0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16,'0'0'14567,"0"198"-12951,0-128 97,0-11-592,0-14-817,0-14-304,7-20-64,9-11-785,-1-4-1151,-3-45-1122,3-17-3505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0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3185,'0'0'11574,"186"31"-10950,-120-27-48,7-4-143,-3 0-177,-1 0-192,-7 0-64,-12 0-32,-11 0-160,-16 0-961,-11 0-144,-12-11-7154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1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8980,'0'0'3698,"8"213"-1633,-8-133-593,4-7-911,-4-7-433,0-18-128,4-20-16,4-17-833,-5-11-1360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8772,'0'0'5314,"2"43"-4401,1 2-658,7 232 1589,-9-44-75,0 54-1015,-3-94-8732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10421,'0'0'6320,"48"6"-5506,15 2-694,225 22 128,-180-22-122,166 16 345,-221-16-437,0 2-1,0 2 0,51 20 1,-100-30-120,16 7 114,-19-9-98,-1 0 0,1 1 0,0-1-1,-1 1 1,1-1 0,0 1 0,-1-1-1,1 1 1,-1-1 0,1 1-1,-1 0 1,1-1 0,-1 1 0,0 0-1,1-1 1,-1 1 0,0 0 0,1 0-1,-1-1 1,0 1 0,0 1-1,-5 2-1593,-57 2-3088,43-5 2783,-41 2-6680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1 224 6323,'0'0'3380,"2"32"-1608,2 7-1181,9 174 2086,-12 178 1535,-2-213-2526,9-275-3281,-1 7-163,-7-230-6434,-2 98 3670,5 74 5105,-2 140-468,0 0 1,1 0-1,-1 0 0,1 1 0,1-1 1,0 1-1,0-1 0,0 1 1,1 0-1,0 0 0,0 1 0,1-1 1,-1 1-1,2 0 0,-1 0 1,1 0-1,0 1 0,0 0 0,0 0 1,0 1-1,1-1 0,9-3 1,0 0 114,0 1 0,1 0 0,-1 1 0,1 1 0,0 1 0,1 0 0,-1 2 0,1 0 0,19 0 0,-31 2-151,16 0 512,0 0-1,31 6 1,-45-5-437,-1 1 0,1 1 0,-1-1 0,1 1 0,-1 0 0,0 1 0,0 0 0,0 0 0,-1 0 0,8 7 0,-2 0 93,0 0-1,-1 0 1,-1 1-1,0 0 1,-1 1-1,0 0 1,0 0-1,6 17 1,-10-19-21,-1 1 0,0-1 0,-1 1 1,0 0-1,-1 0 0,0 0 0,-1 1 0,-1-1 1,0 0-1,0 0 0,-3 16 0,2-21-135,-1 1 1,-1 0-1,1 0 0,-1-1 0,0 0 1,-1 1-1,0-1 0,0-1 0,-1 1 1,1 0-1,-9 8 0,-6 4 103,-1-1 1,-24 18-1,12-12-154,0-2 0,-1-2 0,-1-1 0,-1-1 0,-1-2 0,0-1 0,-1-2 0,0-2 0,-42 7 0,30-16-875,49-2 824,0 0 0,0 1-1,-1-1 1,1 0-1,0 0 1,0 0 0,0 0-1,0 0 1,-1 1-1,1-1 1,0 0 0,0 0-1,0 0 1,0 1-1,0-1 1,-1 0 0,1 0-1,0 0 1,0 1-1,0-1 1,0 0 0,0 0-1,0 1 1,0-1-1,0 0 1,0 0 0,0 0-1,0 1 1,0-1-1,0 0 1,0 0-1,0 1 1,0-1 0,0 0-1,0 0 1,1 1-1,-1 1-51,0 0 42,0 1-1,1 0 1,0-1 0,-1 1 0,1 0-1,0-1 1,1 1 0,-1-1 0,0 0-1,1 1 1,-1-1 0,1 0 0,-1 0-1,1 0 1,0 0 0,4 4 0,5 5-16,179 239 681,-107-135-698,-80-110-203,14 14-194,-2-14-3953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13398,'0'0'6451,"18"21"-5579,-3-5-668,-6-6-78,0-1 0,-1 1-1,0 1 1,-1 0 0,0 0 0,0 0-1,-1 0 1,-1 1 0,0 0 0,-1 1-1,0-1 1,4 21 0,5 146 1612,-11-123-1236,2-1 0,12 61 0,-14-106-455,1 1 0,0-1 0,0 0 1,1-1-1,0 1 0,8 12 0,-11-20-45,1 0 1,-1 1-1,1-1 0,0 0 0,-1-1 1,1 1-1,0 0 0,0-1 0,1 1 1,-1-1-1,0 1 0,0-1 0,1 0 1,-1 0-1,1 0 0,-1 0 0,1 0 1,-1-1-1,1 1 0,0-1 0,-1 0 1,1 0-1,-1 0 0,1 0 0,0 0 1,-1 0-1,1-1 0,-1 1 0,1-1 1,4-1-1,-2 0-15,0 0 0,0-1 0,-1 1 0,1-1 0,-1 0 1,1 0-1,-1-1 0,7-6 0,28-38-312,-34 42 278,300-392-2112,-283 369 1715,-1 0 0,-1-2-1,-2 0 1,20-47-1,-36 71-822,1 1 1,-2-1-1,1 1 0,1-12 1,-2-4-5844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15079,'0'0'6179,"0"14"-7828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5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 6467,'0'0'4637,"0"-7"-4426,0 5 146,0 6 2055,1 86-1413,-17 359 1830,-3-127-2658,18-317-465,2 4-7,4-6-2932,5-3-2026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12134,'0'0'3249,"267"97"-1648,-151-73-705,23-6-592,4-4-48,0-11-127,-16 1-33,-15-4-96,-30 0-145,-28 3-47,-20 1-352,-18-1-800,-16 4-369,0 7-1681,-23 7-3345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20 141 7379,'0'0'4344,"2"31"-3293,7 203 806,-9 129 1774,-7-294-3256,3-40-4,0 29 1,4-81-624,-10-355-6003,5 183 4010,5 148 1846,0 35 393,1 1 1,1 0 0,0 0 0,0 0-1,1 0 1,1 0 0,-1 0 0,2 1-1,0-1 1,0 1 0,0 0 0,1 1-1,1 0 1,0 0 0,0 0-1,1 0 1,12-10 0,-9 10 205,1 0 0,0 0 0,1 1 1,-1 1-1,1 0 0,1 0 0,-1 2 0,1-1 1,0 2-1,1 0 0,-1 1 0,1 0 0,15-1 1,-7 3 149,0 0 1,0 1 0,0 1 0,-1 1-1,31 8 1,-45-8-202,1 1 0,-1 0 1,0 0-1,0 1 0,0 0 0,-1 0 0,1 1 0,-1 0 0,0 1 0,0-1 0,-1 1 1,0 1-1,0-1 0,0 1 0,-1 0 0,8 14 0,-8-12-14,-1 0 0,0 1-1,-1-1 1,0 1 0,0 0 0,-1 0-1,-1 0 1,1 10 0,-1 0 139,-1 0-1,0 0 1,-5 24 0,2-32-201,1-1 1,-2 1-1,0-1 1,0 0-1,-1 0 1,0 0-1,-1-1 1,0 0-1,0 0 1,-9 9-1,-7 6 12,-1-1 1,-35 29-1,40-38-59,-2 1 0,0-2 0,-41 22 0,48-30-163,1-1 1,-1 0 0,0-1 0,0-1-1,0 0 1,0 0 0,0-2-1,-20 1 1,31-2 8,0 1-1,0-1 1,0 0 0,0-1-1,0 1 1,0 0 0,0 0 0,0-1-1,0 1 1,0-1 0,0 0-1,0 0 1,0 1 0,1-1-1,-1 0 1,0-1 0,1 1-1,-3-1 1,3 0-58,0 0 0,0-1-1,0 1 1,0 0 0,0 0 0,1-1 0,-1 1-1,0 0 1,1-1 0,0 1 0,0 0 0,0-1-1,0-3 1,0 5 163,0 0-1,0 0 0,0 1 1,0-1-1,0 0 1,0 0-1,0 1 1,0-1-1,0 0 0,1 0 1,-1 1-1,0-1 1,0 0-1,1 1 1,-1-1-1,1 0 0,-1 1 1,0-1-1,1 1 1,-1-1-1,1 0 1,0 1-1,-1-1 0,1 1 1,-1 0-1,2-1 1,21-3 76,-16 4-41,5-1 155,0 1 1,0 0-1,1 1 0,-1 0 0,0 1 0,0 0 0,0 1 1,0 1-1,0 0 0,-1 0 0,1 1 0,-1 0 1,-1 1-1,14 9 0,21 22 910,67 69 0,15 13-94,-123-115-1008,0-1 0,0 0 0,0 0 0,1-1 0,-1 1 0,1-1 0,0 0 0,-1 0 0,1 0 0,0-1 0,0 0 0,0 0 0,0 0 0,0 0 0,8-1 0,-12 0-108,1 0-1,-1-1 1,0 1-1,1 0 1,-1-1-1,0 1 1,0-1-1,1 0 1,-1 1-1,0-1 1,0 0-1,0 1 1,0-1-1,0 0 1,0 0-1,0 0 1,0 0-1,0 0 1,0 0-1,-1-1 1,1 1-1,0 0 1,-1 0-1,1 0 1,0-3-1,9-37-3440,-8 35 2826,3-35-4846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5731,'0'0'10578,"7"23"-9335,-3-11-1066,15 43 894,12 72-1,-23-86-548,4 27 324,3-1 0,25 68 0,-36-123-757,0-1-1,2 0 0,-1-1 0,14 19 1,-18-27-84,1 0 1,-1 0 0,1 0-1,-1 0 1,1-1 0,0 1 0,-1 0-1,1-1 1,0 0 0,0 1 0,0-1-1,0 0 1,0 0 0,0 0-1,1 0 1,-1 0 0,0-1 0,0 1-1,1-1 1,-1 1 0,0-1 0,1 0-1,-1 0 1,1 0 0,-1 0-1,0 0 1,1-1 0,-1 1 0,0-1-1,0 0 1,5-1 0,-4 0-17,-1 0 1,1-1-1,-1 1 0,1-1 1,-1 1-1,0-1 0,0 0 1,0 0-1,0 0 1,-1 0-1,1 0 0,-1 0 1,0-1-1,1-3 0,3-3-45,121-262-1329,-43 125 1376,62-125-2188,-137 251-314,0 1 1,7-33-1,-11 31-3750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13782,'0'0'5619,"181"45"-5379,-138-38-96,-1 0-112,-7 0-32,-4-3-96,-11-4-160,-5 0-528,-7 0-721,-8-25-13750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1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1713,'0'0'13462,"236"17"-11909,-166-17-897,3 0-656,-7 0 0,-12-7-768,-16 0-1489,-22 4-3138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6243,'0'0'6155,"0"-5"-5723,0-18 1041,3 27-1415,11 53 405,-2 1 0,-3 0 0,2 90 0,-5 308 1021,-7-286-1696,1-165-75,0-4 120,0 0-1,0 0 1,1 0 0,-1 0 0,0 0 0,0 0-1,0 0 1,0 0 0,-1 0 0,1 0-1,0 0 1,0 0 0,-1 0 0,1 0 0,0 0-1,-1 0 1,1-1 0,-1 1 0,1 0 0,-1 0-1,1 0 1,-1-1 0,-1 2 0,-15 0-5959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10677,'0'0'2940,"46"1"-1982,326 12 1899,-200-6-2206,250 16 602,-295-11-815,164 39 0,-278-48-431,-9-3-10,1 1 0,-1 0-1,0 1 1,0-1 0,0 1-1,6 2 1,-10-4-12,0 0 1,-1 0-1,1 0 0,0 0 1,0 0-1,0 0 1,0 0-1,0 0 0,-1 0 1,1 0-1,0 0 1,0 0-1,0 0 0,0 1 1,-1-1-1,1 0 1,0 0-1,0 0 0,0 0 1,0 0-1,0 0 1,0 0-1,-1 0 0,1 1 1,0-1-1,0 0 0,0 0 1,0 0-1,0 0 1,0 0-1,0 1 0,0-1 1,0 0-1,0 0 1,0 0-1,0 0 0,0 0 1,-1 1-1,1-1 1,0 0-1,0 0 0,1 0 1,-1 0-1,0 1 1,0-1-1,0 0 0,0 0 1,0 0-1,0 0 0,0 1 1,0-1-1,0 0 1,0 0-1,0 0 0,0 0 1,0 0-1,1 0 1,-1 1-1,0-1 0,0 0 1,0 0-1,0 0 0,-116 7-4872,60-6 135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11 156 3458,'0'0'7363,"-2"-6"-6643,0-3-322,0 1-1,0-1 0,1 0 0,0 0 0,0-14 1,1 20-293,0 0 1,1 0-1,-1 1 1,0-1-1,1 0 1,0 0 0,-1 1-1,1-1 1,0 0-1,0 1 1,1-1-1,-1 1 1,0-1-1,1 1 1,0 0-1,-1 0 1,1 0 0,0-1-1,0 2 1,0-1-1,1 0 1,-1 0-1,0 1 1,1-1-1,3-1 1,9-2-37,1 1 0,0 0 0,0 1 0,0 1 0,25-1 0,80 7 301,-115-3-347,0-1 0,-1 1 1,1 0-1,-1 1 0,1 0 0,-1-1 0,1 2 0,-1-1 0,0 0 0,0 1 0,0 0 0,-1 1 0,1-1 0,-1 1 0,1-1 0,-1 1 0,0 0 0,-1 1 1,1-1-1,-1 1 0,0 0 0,0 0 0,0 0 0,-1 0 0,1 0 0,-1 0 0,-1 1 0,1-1 0,-1 1 0,1 10 0,0-2 25,-1 1-1,0 0 0,-1-1 0,-1 1 0,0-1 1,-1 1-1,-1-1 0,0 1 0,-1-1 0,0 0 1,-2 0-1,-9 19 0,-5-1-4,-2-1 0,-1-1 0,-29 29 0,-10 13-79,55-59-195,10-7-807,20-5-1061,-12-1 2124,213-4 447,-217 4-387,-1 0-1,0 0 1,0 1-1,1 0 1,-1 0-1,0 1 1,0-1-1,0 1 1,0 1-1,0-1 1,6 5 0,-8-5-37,-1 1 0,0-1 0,0 1 1,-1 0-1,1 0 0,0 0 0,-1 0 1,0 1-1,0-1 0,0 1 0,0-1 1,0 1-1,-1 0 0,0-1 1,0 1-1,0 0 0,0 0 0,0 0 1,0 5-1,0 3 26,0 0-1,-1 0 1,0 0-1,-4 24 1,3-31-68,0 0-1,-1 0 1,1 0 0,-1 0 0,-1 0-1,1-1 1,0 1 0,-1-1-1,0 1 1,0-1 0,-1 0-1,1 0 1,-1 0 0,-4 3-1,-17 11 2,0-2 0,-1 0-1,0-2 1,-1-1 0,-1-1-1,0-1 1,-1-2 0,0-1-1,-33 6 1,27-13-1794,33-5-406,2-19-2116,0-16-4524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7 6307,'0'0'7582,"3"-1"-7062,-2 1-289,-1 0-138,1 0-1,-1 0 1,1 0-1,-1 0 1,1 0-1,-1 0 1,1 0 0,0 0-1,-1 0 1,1 0-1,-1-1 1,1 1-1,-1 0 1,1 0-1,-1-1 1,0 1-1,1 0 1,-1-1-1,1 1 1,-1 0-1,1-1 1,0-1 1767,-9 7-1745,-8 13-121,-65 79 148,68-80-114,2 1 1,0 0-1,1 0 0,-9 23 1,8-9 155,1 1 0,1-1 0,-7 68 0,7 102 1273,8-193-1400,1 0 0,1-1 0,0 1 0,0-1 0,1 0 1,0 1-1,0-1 0,5 12 0,-5-16-43,1 0 0,-1 0 0,1-1 0,0 1 0,0-1 0,0 1 0,0-1 0,1 0 0,-1 0 0,1-1 0,0 1 0,0-1 0,0 1 0,0-1-1,0-1 1,0 1 0,7 1 0,2 1 20,1-1 0,0 0-1,-1-1 1,1-1-1,0 0 1,0-1-1,21-3 1,-25 2-26,0-1 1,0 0-1,0 0 0,0-1 1,-1 0-1,1-1 0,-1 0 1,0-1-1,0 0 0,15-11 1,-17 10-206,1-1 0,-1 1 0,-1-1 0,1 0 0,-1-1 0,0 0 0,-1 0 0,0 0 1,0 0-1,-1-1 0,0 0 0,-1 0 0,0 0 0,0 0 0,0-1 0,-2 1 0,1-1 0,-1 1 1,0-15-1,-1 23 168,0 0 0,0 1 1,-1-1-1,1 1 0,0-1 1,0 1-1,0-1 0,-1 1 1,1-1-1,0 1 0,-1 0 0,1-1 1,0 1-1,-1-1 0,1 1 1,-1 0-1,1-1 0,0 1 1,-1 0-1,1-1 0,-1 1 1,1 0-1,-1 0 0,1-1 1,-1 1-1,1 0 0,-1 0 0,1 0 1,-1 0-1,1 0 0,-1 0 1,0 0-1,1 0 0,-1 0 1,1 0-1,-1 0 0,0 0 1,-22 5 176,18-1-124,0 0 1,0 0-1,0 1 1,0-1-1,1 1 1,-1 0-1,1 0 0,1 0 1,-1 1-1,1 0 1,-4 8-1,5-11-2,-9 17 95,0-1-1,2 1 1,0 1 0,2 0 0,0 0 0,1 0 0,1 1 0,1 0-1,-1 28 1,6-50-210,-1 1-1,1-1 1,0 0-1,0 1 1,0-1-1,-1 0 1,1 0-1,0 0 1,0 0-1,0 0 1,0 0-1,-1 0 1,1 0-1,0 0 1,0 0-1,0 0 1,0-1-1,-1 1 1,1 0-1,1-1 1,1 0-298,-1 0 0,1 0 0,0 0 0,0-1 0,-1 1 0,1-1 0,-1 0 0,5-3 0,20-32-5839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2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9540,'0'0'4130,"-15"223"-2273,7-153-416,4-11-881,4-18-464,0-16-96,0-22-192,8-24-6467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1969,'0'0'15514,"29"5"-14839,91 19-43,-110-22-473,0 1-1,0 0 1,0 0 0,0 1 0,0 0 0,16 11-1,-19-9-6,0 0 0,0 0 0,0 1 0,-1 0-1,6 9 1,-7-9-84,0 1 0,-1-1-1,0 1 1,0 0 0,-1 0-1,0 0 1,-1 1 0,0-1-1,0 0 1,0 1 0,-1 0-1,-1-1 1,1 1 0,-2 0-1,1-1 1,-1 1 0,0 0 0,-1-1-1,0 0 1,0 1 0,-1-1-1,0 0 1,0 0 0,-1 0-1,0 0 1,-6 8 0,-17 19 46,-2-2 0,-48 44 0,-4 5 107,74-74-207,4-6-14,1 0 1,0 0-1,-1 0 0,1 1 0,1-1 1,-1 1-1,0-1 0,0 1 0,1 0 1,0 0-1,-1-1 0,1 1 1,0 0-1,1 0 0,-2 4 0,18-5-82,17-2 130,-1-1 0,1-2 0,-1-1 0,39-9 0,-8-3-146,-42 13-334,0-2-1,0-1 0,-1 0 0,0-2 1,0 0-1,29-17 0,-44 22-451,0-1 1,0 0 0,-1 0-1,1-1 1,-1 1-1,7-11 1,5-8-4541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3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12038,'0'0'6114,"213"7"-5537,-132-1 207,0 5-192,-4-4-304,-3-4-160,-12 1-128,-8-4-32,-8 0-160,-15 0-992,-8 0-417,-7-4-2225,-9-17-4049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8036,'0'0'6547,"16"177"-5411,-8-87 273,-4 11-369,-1 11 33,-3-4-289,0-8-480,4-16-224,8-15-80,3-20-48,-3-18-864,0-13-1329,-5-15-2865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24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11029,'0'0'2657,"37"6"-1702,-25-4-882,294 38 2536,-226-34-2233,403 34 1032,-2 22-247,-454-58-1163,-1 0-36,0 0-1,-1 2 1,30 11 0,-54-17-61,-1 0 0,1 0 0,-1 0 0,0 0 0,1 0 0,-1 0 0,1 0 0,-1 0 0,0 1 0,1-1 0,-1 0 0,1 0 0,-1 0 1,0 1-1,1-1 0,-1 0 0,0 0 0,1 1 0,-1-1 0,0 0 0,0 1 0,1-1 0,-1 0 0,0 1 0,0-1 0,0 1 0,1-1 0,-1 0 0,0 1 0,-15 3-4610,-19-1-475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3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1249,'0'0'368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34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29 656,'0'0'4181,"-3"-2"-3943,-8-7 5895,10-8-504,1 37-5317,0 1 0,-1-1 0,-2 1 1,0-1-1,-9 32 0,1-21-109,3 1-1,0 0 1,2 0 0,1 1 0,0 46-1,5-79-196,1 1-1,-1 0 1,1 0-1,-1 0 0,1 0 1,-1-1-1,1 1 0,-1 0 1,1 0-1,0-1 1,0 1-1,-1-1 0,1 1 1,0 0-1,0-1 1,-1 0-1,1 1 0,0-1 1,0 1-1,0-1 0,0 0 1,0 0-1,0 1 1,0-1-1,0 0 0,-1 0 1,1 0-1,0 0 0,2 0 1,38 0-9,-32 0 18,306-7 185,-308 8-212,0-1 0,0 1 1,-1 0-1,1 1 0,-1 0 1,1 0-1,6 3 0,28 8-1345,-30-12 183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34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 5811,'0'0'6701,"0"-3"-6086,0 6 939,0 33-824,-15 374 3497,-14-50-2746,26-208-4578,4-216-3424,6 26 543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35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13382,'0'0'1748,"41"11"-724,136 36-488,-158-43-511,0-1-1,1 0 0,-1-1 1,0-1-1,22-2 1,-7 0-12,-3 2-11,-11 0-4,1-1-1,25-4 1,-41 4-8,0-1 0,-1 0-1,1 0 1,-1 0 0,1-1 0,-1 0 0,0 0 0,1 0-1,-1 0 1,0 0 0,0-1 0,-1 0 0,1 0 0,0 0-1,3-5 1,-7 8-7,1-1-1,-1 1 0,1-1 0,-1 1 1,1-1-1,-1 1 0,1-1 0,-1 0 1,0 1-1,0-1 0,1 0 1,-1 1-1,0-1 0,0 0 0,0 1 1,0-1-1,1 0 0,-1 1 0,0-1 1,0 0-1,0 0 0,-1 0 1,1 0 12,0 1 1,-1-1 0,1 1 0,-1-1 0,1 1 0,-1-1 0,1 1 0,-1 0 0,1-1 0,-1 1 0,1 0 0,-1-1 0,1 1 0,-1 0 0,1 0 0,-1 0 0,0-1 0,1 1 0,-1 0 0,0 0 0,-2 0 12,1 0 0,-1 0 0,1 0 0,-1 0 0,1 0 1,-1 1-1,1-1 0,-1 1 0,1 0 0,0 0 0,-1 0 0,-2 1 0,-2 4 8,0 1 0,0-1 0,1 1 0,0 1 0,0-1 0,1 1 0,-7 12 0,-28 64 107,19-26 268,-28 119 0,8 63 801,25-107-621,6 1 0,8 173 0,2-304-607,0 0 0,0 0 0,0 0-1,1 0 1,-1 0 0,1 0 0,0 0-1,0 0 1,0 0 0,0 0 0,0 0-1,0 0 1,1 0 0,0-1-1,-1 1 1,5 4 0,-6-7-6,0 0-1,0 0 1,0 0-1,0 0 1,0 0-1,1 1 1,-1-1-1,0 0 1,0 0-1,0 0 1,0 0-1,0 0 1,0 0-1,0 0 1,1 0-1,-1 0 1,0 0-1,0 1 1,0-1-1,0 0 1,1 0-1,-1 0 1,0 0-1,0 0 1,0 0-1,0 0 1,0 0 0,1 0-1,-1 0 1,0 0-1,0 0 1,0 0-1,0-1 1,1 1-1,-1 0 1,0 0-1,0 0 1,0 0-1,0 0 1,0 0-1,0 0 1,1 0-1,-1 0 1,0 0-1,0-1 1,0 1-1,0 0 1,0 0-1,0 0 1,0 0-1,0 0 1,0 0-1,1-1 1,-1 1 0,0 0-1,0 0 1,0 0-1,0 0 1,0-1-1,0 1 1,1-13-1389,-1 11 1227,0-68-7103,0 29 1048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3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7491,'0'0'10213,"239"14"-10213,-192-14-64,-5 0-976,1-7-1153,-5-24-2065,1-4-3922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36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10261,'0'0'7448,"24"0"-6927,138 0 642,-114 1-871,93 14 0,-135-14-470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3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10677,'0'0'7859,"259"73"-7538,-185-59-113,-12-3-192,-8-8 16,-12-3-32,-7 0-480,-20 0-1665,-7 0-2546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63 459 12182,'0'0'5810,"1"-9"-5708,23-95-174,-15 74-186,-2 0-1,-1-1 1,5-57 0,-3-49 373,-4 118-45,-4 18-86,1 1-1,-1-1 0,0 1 0,0-1 0,0 1 1,1-1-1,-1 1 0,0-1 0,1 1 0,-1-1 1,0 1-1,1-1 0,-1 1 0,1-1 0,-1 1 1,0 0-1,1-1 0,-1 1 0,1 0 0,-1-1 1,1 1-1,-1 0 0,1 0 0,0-1 0,0 10 31,-5 118 875,-5 0 0,-40 193 1,29-226-491,-20 131 287,38-168-421,2-56-317,0-1 0,0 0 0,-1 1 0,1-1 0,0 0 0,-1 1 0,1-1 0,0 0 0,-1 0 0,1 1 0,0-1 0,-1 0 0,1 0 0,-1 0 0,1 1 0,0-1 0,-1 0 0,1 0 0,-1 0 0,1 0 0,-1 0 0,1 0 0,0 0 0,-1 0 0,1 0 0,-1 0 0,1 0 0,-1 0 0,1 0 0,-1 0 0,1-1 0,0 1 0,-1 0 0,1 0 0,-1 0 0,1-1 0,0 1 0,-1 0 0,1 0 0,0-1 0,-1 1 0,1 0 0,0-1 0,0 1 0,-1 0 0,1-1 1,0 1-1,0 0 0,-1-1 0,1 1 0,0-1 0,0 1 0,0-1 0,0 1 0,0 0 0,0-1 0,0 1 0,0-1 0,0 0 0,-1-58-5281,1 21 282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5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74 144 480,'0'0'4389,"7"-15"-3914,20-45 392,-25 56-352,0-1 0,0 1 0,1 0 0,0 0 0,0 0 0,0 0 0,0 0 0,1 0 0,6-5 0,-7 7-32,-1 0-1,0 0 1,0 0 0,0 0 0,0 0-1,0 0 1,3-6 2916,-9 23-1809,-10 7-1131,-20 24 0,-17 26-124,46-64-323,1 1 0,0 0 0,0 0-1,0 0 1,1 0 0,1 0 0,-2 11-1,3-13-15,0 0-1,0 0 0,1 1 1,0-1-1,0 0 0,2 9 1,-1-13-13,0 1 0,0-1 0,1 0 0,-1 0 1,1 0-1,-1 1 0,1-1 0,0-1 0,0 1 1,1 0-1,-1 0 0,0-1 0,1 1 0,0-1 1,3 2-1,82 51-418,-64-42 413,0 1 1,-1 1 0,33 28 0,-45-32 49,0 1 1,0 0 0,-1 1 0,-1 0 0,0 1-1,-1-1 1,0 2 0,-1-1 0,0 1-1,-2 0 1,0 0 0,0 1 0,-2 0 0,0 0-1,0 0 1,-2 0 0,0 0 0,-2 28 0,1-41-31,-1 0 1,0 0 0,1 0 0,-1 0 0,-1 0 0,1 0-1,0 0 1,-1 0 0,0 0 0,1-1 0,-1 1 0,0 0-1,0-1 1,-1 0 0,1 1 0,0-1 0,-1 0 0,1 0 0,-1-1-1,0 1 1,0 0 0,0-1 0,0 0 0,0 1 0,0-1-1,0 0 1,-3 0 0,-11 3-148,1-1-1,-1 0 1,-31 0 0,37-2-33,-9 0-284,0-1 0,1-1 0,-24-3 0,37 3 230,0-1 1,0 1-1,1-1 1,-1 0-1,0 0 1,1-1-1,0 0 1,-1 0-1,1 0 1,0-1-1,1 1 1,-1-1-1,1 0 1,-8-9-1,8 8-520,1-1-1,-1 0 1,1 0-1,0-1 1,0 1-1,1-1 1,0 1-1,-3-13 1,-2-16-5108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5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13254,'0'0'3266,"217"108"-2434,-159-94-640,-8-3-192,-8-8-560,-7-3-1809,-12 0-3634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13126,'0'0'3460,"35"0"-3060,113-1-370,-111 0-268,60-10 0,-75 8-230,44-2 0,-65 5 1277,-3 0-754,0 0 1,1 0-1,-1 0 1,0 0-1,1 0 1,-1 1 0,0-1-1,1 0 1,-1 1-1,0 0 1,1-1-1,-1 1 1,1 0-1,-1 0 1,-1 1-1,-1 5 67,0-1 0,1 1 0,-1 0 0,1 0 0,1 1 0,-1-1 0,-2 16 0,0-1 31,-13 57 389,4 2 0,-3 90 0,6-63-90,-53 383 1085,58-443-1360,0 95 1,6-142-274,1-6-1193,-1-1 576,1 0 0,-1 0 0,0 1 1,-1-8-1,0-5-621,1-18-1852,0-4-1293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3362,'0'0'14422,"212"-3"-14230,-161-1-192,-9-3 0,-3-7-928,-12 4-1665,-12-1-3826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8644,'0'0'7555,"89"215"-6866,-89-173-273,0-4-48,-19-6-80,-8-1-160,-8-10-112,8-7 0,4-11-16,7-3-1248,16-14-2626,0-38-3986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4 1121,'0'0'12781,"0"0"-12727,0 0 0,0 0-1,0 0 1,0 0 0,0 0-1,-1 1 1,1-1 0,0 0-1,0 0 1,0 0 0,0 0-1,0 0 1,0 0 0,0 0-1,-1 0 1,1 0-1,0 0 1,0 0 0,0 0-1,0 0 1,0 0 0,0 0-1,0 0 1,-1-1 0,1 1-1,0 0 1,0 0 0,0 0-1,0 0 1,0 0 0,0 0-1,0 0 1,0 0 0,-1 0-1,1 0 1,0 0 0,0 0-1,0-1 1,0 1 0,0 0-1,0 0 1,0 0 0,0 0-1,0 0 1,0 0-1,0 0 1,0-1 0,0 1-1,0 0 1,0 0 0,0 0-1,0 0 1,0 0 0,0 0-1,0 0 1,0-1 0,0 1-1,0 0 1,0 0 0,0 0-1,0 0 1,0 0 0,-7 0-1,0 2 1,0-1 0,1 1 0,-1 0-1,0 0 1,1 0 0,-1 1 0,1 0-1,0 1 1,0 0 0,0-1 0,1 2-1,-1-1 1,-5 6 0,3-2-31,0 0-1,0 0 1,1 1 0,0 0 0,1 0-1,0 1 1,0 0 0,-6 15 0,9-14-32,0 0 1,1 0 0,1 0-1,0 0 1,0 1 0,2 20-1,-1-6 17,1-16 0,0 1 1,0-1-1,1 0 0,0 0 1,0 0-1,1 0 0,1 0 1,7 15-1,4 2 52,28 39-1,-26-42-25,27 51-1,-41-68-27,0 1 0,-1 0 0,0-1 0,0 1 0,-1 0-1,1 13 1,-2-17-2,1 0-1,-2 0 1,1 1-1,0-1 1,-1 0-1,1 0 1,-1 0-1,0 0 1,-1 0-1,1 0 1,-1-1-1,1 1 1,-1 0-1,-4 5 1,-1-2 9,0-1 1,0 1 0,-1-1-1,0 0 1,0-1 0,-1 0-1,0 0 1,0-1-1,0 0 1,0 0 0,-18 3-1,2-2-384,1-1-1,0-1 0,-41 0 1,63-3 254,-1 0 1,1 0-1,0 0 1,-1-1-1,1 1 1,0-1-1,-1 1 1,1-1 0,0 0-1,0 0 1,0 0-1,-1 0 1,1 0-1,0-1 1,1 1-1,-1 0 1,0-1-1,0 0 1,1 1 0,-1-1-1,0 0 1,1 0-1,-2-2 1,0-3-451,0 0 1,0 0-1,0 0 1,1-1-1,0 1 1,-1-10-1,-6-49-4825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7:59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13190,'0'0'2529,"205"0"-1680,-143 0-849,-8 0-96,-8 0-1649,-15 0-1473,-15 0-2800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00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7459,'0'0'6761,"0"6"-6201,0 2-391,-1-1 0,-1 1 0,1-1 0,-1 1 0,-1-1 0,1 0 0,-1 0 0,0 0 0,-1-1 0,0 1 0,0-1 0,0 1 0,-10 9 1,3-2 46,-74 99 1031,69-90-873,1 2 0,-21 47 0,34-68-310,0 1 0,0 0 0,1-1 0,0 1-1,-1 9 1,2-13-59,-1 0 0,1 0-1,0 0 1,1 0 0,-1 0 0,0 0-1,0-1 1,0 1 0,0 0-1,1 0 1,-1 0 0,0 0-1,1 0 1,-1 0 0,1 0-1,-1 0 1,1-1 0,0 1-1,-1 0 1,1 0 0,0-1-1,-1 1 1,1 0 0,0-1-1,0 1 1,0-1 0,-1 1 0,1-1-1,0 0 1,0 1 0,0-1-1,0 0 1,0 1 0,0-1-1,1 0 1,28 3-19,1-1-1,47-4 1,-17 1-178,-16 0-34,-18 0 125,0 1 0,32 5 0,-50-4 39,-1 1-1,0-1 1,0 2 0,0-1 0,-1 1 0,1 1 0,-1-1 0,0 1-1,1 1 1,-2-1 0,11 9 0,-12-6 82,-7-2-4468,-12-2-2713,2-3 1833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0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7860,'0'0'6640,"0"36"-5968,0 228 1097,-7-177-721,-3 0-1,-25 97 1,23-126-853,2 20 343,7-46-6772,3-26 4121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01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1 656 11221,'0'0'8289,"12"15"-7659,-2-3-513,-6-6-66,0 0-1,1 0 1,0 0 0,1-1 0,-1 1 0,1-1 0,0 0 0,0-1 0,1 0 0,-1 0 0,1 0 0,0-1-1,0 0 1,10 4 0,13-1 152,1-1 1,-1-2-1,1 0 0,-1-3 0,61-5 1,-84 4-212,0 0 1,0-1-1,0 0 1,0 0-1,0-1 1,-1 0-1,1 0 1,-1-1-1,0 1 1,0-2-1,0 1 1,-1 0-1,1-1 1,-1 0-1,0 0 1,0-1-1,-1 1 1,0-1-1,0 0 1,0 0-1,-1-1 1,1 1-1,-2-1 1,1 1-1,-1-1 1,0 0-1,0 0 1,-1 0-1,0 0 1,1-15-1,-1-231-159,-2 137 236,1 108-70,0 0 1,0 0 0,1 0 0,0 0-1,1 1 1,-1-1 0,1 0-1,1 1 1,0-1 0,0 1-1,0 0 1,1 0 0,0 0 0,0 0-1,1 1 1,-1 0 0,12-11-1,-6 7-33,1 1 1,0 1-1,0 0 0,1 1 0,0 0 0,0 0 0,1 1 0,-1 1 0,23-6 1,-17 6 57,-1 2 0,1 0 1,0 1-1,0 0 1,0 2-1,35 3 0,-50-3-11,0 1 0,0 0 0,0 0-1,0 0 1,0 0 0,0 0 0,-1 0 0,1 1-1,0-1 1,-1 1 0,1 0 0,-1 0 0,1 0-1,-1 0 1,2 3 0,0 0 15,0 0 1,0 1-1,-1 0 0,1 0 0,-2 0 0,5 11 1,0 7 153,-1 0 0,4 47 1,-9-64-130,6 155 649,-4-63-323,-3-84-315,2 0-1,0 0 1,0 0 0,7 21 0,-6-30-50,-1 0 0,1 0-1,0 0 1,0 0 0,0 0 0,1 0 0,0-1 0,0 0-1,1 0 1,0 0 0,-1 0 0,9 5 0,-3-4-15,0 0 0,1-1 0,-1 0 0,1 0 0,0-1 1,0-1-1,1 0 0,-1 0 0,17 1 0,15-1-185,53-2-1,-55-1-112,-14-1-210,0-1 0,0-1 0,-1-1-1,35-9 1,-36 5-1826,0-1 0,30-15 0,-22 4-4099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0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20073,'0'0'5107,"31"0"-5636,-43 21-8851,-22-3 2401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0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5 171 15879,'0'0'4498,"-4"-21"-4498,4 11-336,0-4-1008,0-24-689,4-4-2257,19-3-5523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0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7571,'0'0'6804,"-15"66"-18170</inkml:trace>
  <inkml:trace contextRef="#ctx0" brushRef="#br0" timeOffset="1">333 686 10181,'0'0'7907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1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25 5603,'0'0'4759,"-3"-3"-4479,-10-9-21,6 4 408,0 6 1094,6 2-1687,1 13 919,5 307 349,1 46 73,-24-5-690,6-183-429,26-286-5312,-13 21-474,-1 43 1680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1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5827,'0'0'3852,"33"-26"-3617,107-79-118,-131 99-93,0 1 0,0-1 0,0 2 0,20-7-1,-22 9-7,-1 1-1,1 0 0,-1 0 1,12 1-1,1-1-5,26-1 218,57 4 0,-91 0-62,0 0 0,0 1 0,0 0 1,0 0-1,0 1 0,-1 1 0,0 0 0,0 0 1,0 1-1,-1 0 0,0 1 0,0 0 0,0 0 1,-1 1-1,12 15 0,-8-9 105,-1 0-1,-1 1 1,-1 0-1,0 0 1,-1 1 0,0 0-1,-1 0 1,-1 1-1,5 24 1,-7-12 122,0 0 0,-3 0 0,-1 34-1,-1-48-275,-1 1 0,-1 0-1,0 0 1,-1-1 0,-1 0 0,0 1-1,-1-2 1,-1 1 0,0-1-1,-1 0 1,-16 20 0,-1-1 49,-2-1 1,-2-1 0,-40 34 0,41-41-121,-1-1 1,-1-1-1,-1-1 0,-41 20 1,58-34-183,-2 0 0,1-1 0,-1-1 0,1 0 0,-2-1-1,1-1 1,0-1 0,-1 0 0,1-1 0,-1 0 0,-31-4 0,46 2 19,0 1 0,-1 0 0,1-1 0,-1 0 0,1 0 0,0 0 0,0 0 0,0 0 0,-1 0-1,1 0 1,0-1 0,0 1 0,1-1 0,-1 1 0,0-1 0,0 0 0,1 0 0,-1 0 0,1 0 0,0 0-1,-1 0 1,0-3 0,0 0-92,1 0 0,-1 0 0,1 0 0,0-1 0,1 1-1,-1 0 1,1 0 0,1-10 0,-1 13 190,0 0 1,1 1-1,-1-1 0,1 0 1,0 0-1,-1 0 0,1 0 1,0 0-1,0 1 0,0-1 0,1 0 1,-1 1-1,0-1 0,1 1 1,-1-1-1,0 1 0,1 0 1,0-1-1,-1 1 0,1 0 1,0 0-1,0 0 0,0 0 1,-1 1-1,1-1 0,0 0 1,0 1-1,0-1 0,0 1 1,3 0-1,8-2 183,-1 1 0,1 0 0,20 2 0,-27 0-102,7 0 114,0 1 0,0 1 0,0 0 0,0 1 0,-1 0 0,0 1 0,1 0 0,-2 1 0,1 1 0,-1 0 0,0 0 0,11 10 0,13 13 511,-1 2-1,32 39 1,40 63 662,-15-17-723,-73-96-715,2 0 1,0-1-1,29 20 0,-43-36-1138,1 0-1,-1 0 1,13 5 0,-2-4-4216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17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 10549,'0'0'5586,"-7"-5"-2526,27 69-2096,-3 1 0,-3 1-1,6 70 1,2 9 48,-20-133-931,12 51 190,-12-58-253,-1 0 1,1 0 0,0 0-1,0-1 1,1 1 0,0-1 0,-1 1-1,2-1 1,5 7 0,-7-9-15,0-1 1,-1 0-1,1 0 1,0 0-1,-1 0 0,1 0 1,0 0-1,0 0 1,0 0-1,0-1 1,0 1-1,0-1 1,0 0-1,0 1 1,0-1-1,0 0 1,0 0-1,0 0 1,0 0-1,0-1 1,0 1-1,0 0 1,0-1-1,3-1 1,-2 0 3,1 1 0,0-1 0,-1-1 0,1 1 0,-1 0 0,0-1 0,0 0 0,0 0 0,0 0 0,-1 0 0,5-6 0,27-51-357,-2 0 0,-4-2 0,23-72 0,-29 61-117,-16 48 329,2 2 1,15-37 0,0 24-508,-4 19-5734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0 912,'0'0'3866,"0"15"-3169,0 101 1029,0 292 4552,0 208-2496,-1-620-3818,1-1-1,-1 0 1,0 1 0,0 0-1,0-1 1,-1 1-1,-3-7 1,-2-7-126,-2-13-360,2 0 0,-6-49 1,2-68-1727,8 84 994,-6-150-2358,6-107 4329,3 303-631,0 12-32,1 0-1,0 0 1,0 0-1,0 0 1,1 0-1,0 0 1,0 0-1,0 1 1,1-1-1,0 1 0,0 0 1,0-1-1,0 1 1,1 1-1,0-1 1,0 0-1,1 1 1,-1 0-1,1 0 1,9-6-1,1 1 130,0 1-1,0 0 1,1 1 0,0 1-1,0 0 1,22-4-1,2 2 350,0 3 1,0 1-1,61 3 0,-98 1-493,0 1 0,0-1 0,0 1 0,0 0-1,0 0 1,0 0 0,0 0 0,0 0 0,0 1 0,-1-1 0,1 1 0,0 0-1,-1 0 1,0 0 0,1 0 0,-1 0 0,0 0 0,0 1 0,0-1-1,2 4 1,4 8 216,0 0 0,11 27 0,-12-25-120,1 4 91,-1 1 0,0-1 0,-2 2 0,-1-1 0,3 38 0,-4-8 192,-7 67 1,3-104-365,-2 0 0,0 0 0,0 0 1,-1-1-1,-1 0 0,0 0 0,-1 0 1,0 0-1,-1-1 0,-11 15 0,0-4-25,0-1 0,-1 0 0,-1-2 0,-25 20 0,30-27-19,0-1 1,-1-1-1,-22 10 0,30-16-28,0-2 1,-1 1-1,1-1 1,-1 0-1,0-1 1,0 0-1,0-1 0,-17 1 1,25-2-8,-1 0 0,0 0 0,0 0 1,0 0-1,1 0 0,-1 0 0,0 0 0,1-1 0,-1 1 1,0-1-1,0 0 0,1 1 0,-1-1 0,1 0 0,-1 0 0,1 0 1,-1 0-1,1 0 0,0 0 0,-1 0 0,1-1 0,-2-2 1,1 1-107,1-1 0,-1 0 1,1 0-1,0 0 0,0 0 0,1 0 1,-1 0-1,1 0 0,0-5 1,-1 0-119,0-2 22,1 1 1,0-1-1,1 0 1,3-18-1,-4 27 226,1-1 0,0 1 0,-1-1-1,1 1 1,0-1 0,1 1 0,-1 0 0,0 0 0,1 0 0,-1 0-1,1 0 1,0 0 0,-1 0 0,1 0 0,0 0 0,0 1 0,0-1 0,1 1-1,-1 0 1,0-1 0,0 1 0,1 0 0,-1 0 0,1 1 0,3-2-1,0 1 68,1 0 1,-1 1-1,1-1 0,-1 1 0,0 1 0,1-1 0,-1 1 0,1 0 0,-1 0 0,0 1 0,0 0 0,0 0 0,0 1 0,0-1 0,0 1 0,0 1 0,-1-1 1,0 1-1,0 0 0,0 0 0,7 7 0,4 6 226,-1 1 0,-1 1 0,-1 0 0,17 32 0,50 122 1170,-57-116-1048,42 72-1,-60-119-384,1 0 1,0 0 0,1-1-1,1 0 1,-1 0 0,1 0-1,1-1 1,11 9 0,-16-16-145,-3-5-648,0-28-931,2 0-1,1 1 1,16-62 0,-12 64 1550,2 0 0,17-34 0,-24 57 197,-2 4 62,-1 0 0,1 1 0,-1-1 0,1 0 0,0 1 0,0-1 0,-1 1 0,1-1 0,0 1 0,1-1 1,-1 1-1,0 0 0,0 0 0,1-1 0,-1 1 0,0 0 0,1 0 0,-1 0 0,1 0 0,-1 1 0,1-1 0,0 0 0,-1 1 0,1-1 0,0 1 1,-1-1-1,1 1 0,0 0 0,0 0 0,-1 0 0,1 0 0,2 0 0,-2 0-49,0 0 0,0 1 0,0-1 0,0 0 1,0 1-1,0 0 0,0-1 0,0 1 0,-1 0 0,1 0 0,0 0 0,0 0 0,-1 0 1,1 0-1,-1 1 0,1-1 0,-1 0 0,1 1 0,-1-1 0,0 1 0,2 3 0,2 3 160,0 1 0,-1 0 0,4 14-1,0-3 187,63 211 2640,-15-43-1846,-52-176-1161,1 0-1,12 22 1,-16-31-37,1-1 0,-1 1 0,1-1 1,0 0-1,0 1 0,0-1 0,0 0 0,0 0 0,0-1 0,1 1 0,-1 0 1,1-1-1,-1 0 0,1 1 0,-1-1 0,1 0 0,0 0 0,5 1 0,-6-2-2,0 0 0,0 0-1,-1 0 1,1-1-1,0 1 1,0-1-1,0 1 1,-1-1 0,1 1-1,0-1 1,0 0-1,-1 0 1,1 0 0,-1 0-1,1 0 1,-1 0-1,1 0 1,-1 0 0,0-1-1,1 1 1,-1 0-1,0-1 1,1-2 0,4-5-1,-2 1 0,1-1-1,3-12 1,-4 10-23,32-88-1240,39-182 0,-66 243 970,-7 29 223,22-79-167,-21 79 217,0 1 0,1-1 0,0 1 0,0 0 1,1 0-1,0 0 0,9-9 0,-13 16-53,-1 0 0,1 0 0,0 0 0,0 0 0,0 0-1,0 1 1,0-1 0,0 0 0,0 1 0,0-1 0,0 1 0,0-1 0,0 1-1,0-1 1,1 1 0,-1 0 0,0 0 0,0-1 0,0 1 0,0 0-1,1 0 1,-1 0 0,2 1 0,-2-1-23,-1 0 35,0 0-1,0 0 1,0 0 0,1 0-1,-1 0 1,0 0 0,0 0-1,0 0 1,1 0 0,-1 0-1,0 0 1,0 0-1,0 0 1,0 0 0,0 0-1,1 1 1,-1-1 0,0 0-1,0 0 1,0 0 0,0 0-1,0 0 1,1 1-1,-1-1 1,0 0 0,0 0-1,0 0 1,0 0 0,0 1-1,0-1 1,0 0 0,0 0-1,0 0 1,0 1 0,0-1-1,0 0 1,0 0-1,0 0 1,0 1 0,3 27-4130,-2 15-2791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7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5763,'0'0'9668,"4"101"-8611,4-38 175,-4-1-303,-4-3-145,0-10-528,3-11-208,1-13-48,4-11-48,4-7-272,3-7-1793,4 0-3874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9108,'0'0'6195,"220"-11"-5795,-147 11 289,-3 0-225,-4 0-240,-12 7-128,-8 7-80,-15-7-16,-16 0-48,-7-4-320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7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8324,'0'0'6291,"4"209"-5555,3-112 385,-3 11-193,-4 0-384,0-7-288,0-21-224,0-11 16,4-20-48,8-14-48,-5-18-144,5-14-1312,4-3-2402,3-3-3282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71 158 11205,'0'0'4338,"2"-6"-4215,6-20-43,-4 20-31,-2 11 433,1 251 1797,-10 309 599,3-440-2627,4-123-219,0-2-31,-1 1 1,1-1 0,0 0-1,-1 0 1,1 0 0,0 0-1,-1 0 1,1 0 0,0 0 0,-1 0-1,1 0 1,0 1 0,-1-1-1,1-1 1,0 1 0,-1 0-1,1 0 1,0 0 0,-1 0 0,1 0-1,0 0 1,-1 0 0,1 0-1,0-1 1,-1 1 0,1 0-1,0 0 1,-1 0 0,1-1 0,0 1-1,0 0 1,-1 0 0,1-1-1,0 1 1,0 0 0,0 0-1,-1-1 1,1 1 0,0 0 0,0-1-1,0 1 1,0 0 0,0-1-1,-10-33-178,1 0 0,-3-37 0,5 27-188,-5-37-715,-2-101-1,12-83-1758,3 150 2407,-2 107 431,1-1 1,0 1-1,1 0 0,-1 0 0,2 0 1,-1 0-1,1 0 0,1 0 0,-1 0 0,1 0 1,1 1-1,-1 0 0,8-12 0,-4 9 11,0 1-1,1 0 0,0 0 0,0 1 0,1 0 0,0 0 1,0 1-1,1 0 0,0 1 0,0 0 0,1 1 1,0 0-1,-1 0 0,2 1 0,-1 1 0,0 0 0,1 0 1,0 1-1,-1 1 0,1 0 0,0 0 0,0 1 0,-1 1 1,17 2-1,-19 0 103,0-1 0,0 2 0,-1-1 1,1 1-1,-1 1 0,0-1 0,0 1 0,0 1 0,-1 0 1,1 0-1,-2 0 0,1 1 0,-1 0 0,6 7 0,-3-2 112,-1-1 0,0 1 0,0 0 0,-2 1 0,1 0 0,-2 0 0,0 0 0,6 24 0,-8-20-33,0 1 0,-1-1 0,-1 1 1,-1-1-1,0 1 0,-1-1 0,-1 1 1,-1-1-1,0 0 0,-1 1 0,-1-2 1,-10 24-1,-1-10-13,-2-1 1,0-1-1,-2-1 0,-1-1 0,-31 31 1,5-11-52,-93 69-1,131-108-152,-45 29 2,50-33-58,0-1 0,-1 0 0,0 0 0,1 0 0,-1 0 0,0-1 0,0 0 0,0 0 1,-7 1-1,9-2-703,3-1 694,0 1 0,0-1 0,1 1 0,-1-1 0,0 1 0,0-1 0,1 1 0,-1-1 0,0 1 0,1-1 0,-1 1 0,1-1 0,-1 1 0,0-1 0,1 1 0,-1 0 0,1-1 0,-1 1 0,1 0 0,-1 0 0,1-1 0,-1 1 0,1 0 0,-1 0 0,2-1 0,9-2 90,1 0 1,0 1-1,-1 0 1,1 1-1,0 0 1,0 1-1,0 0 1,-1 1-1,1 0 1,0 1-1,0 0 1,-1 1-1,1 0 1,-1 1-1,19 9 1,-9 0 204,-2 0 1,0 2 0,-1 0 0,0 1-1,-1 1 1,-1 0 0,17 24 0,-9-7-55,-1 2 0,-2 0 0,21 48 0,-37-73-374,9 25 520,-10-10-3305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10181,'0'0'6637,"7"2"-6111,-5-1-462,0-1-1,1 1 1,-1 0-1,0 0 1,1 0 0,-1 0-1,0 1 1,0-1 0,0 1-1,0-1 1,0 1-1,0 0 1,-1 0 0,1-1-1,-1 1 1,1 0-1,-1 1 1,1-1 0,-1 0-1,0 0 1,0 0 0,0 1-1,-1-1 1,1 1-1,0 4 1,15 64 1750,7 82 1,13 57-130,-35-205-1651,0 0 0,1 1-1,0-1 1,0 0 0,1 0-1,-1-1 1,7 9 0,-8-12-30,0 0 0,0 0 1,0 0-1,0 0 0,0 0 1,0 0-1,0 0 0,0 0 1,0-1-1,0 1 0,1-1 1,-1 1-1,0-1 0,0 1 0,1-1 1,-1 0-1,0 1 0,1-1 1,-1 0-1,1 0 0,-1 0 1,0 0-1,1 0 0,-1-1 1,0 1-1,1 0 0,-1 0 1,0-1-1,1 1 0,-1-1 1,0 1-1,0-1 0,0 0 0,1 0 1,-1 1-1,0-1 0,0 0 1,1-1-1,6-7-15,0 0 0,0-1 0,-1 0 0,0 0 0,-1-1 0,8-17 0,-7 14-48,29-60-1022,24-79 1,33-70-385,-93 221 1429,1 1 1,-1-1-1,1 1 0,0-1 0,0 1 0,0-1 0,0 1 0,0 0 0,0-1 0,0 1 1,0 0-1,0 0 0,1 0 0,-1 0 0,0 0 0,1 0 0,-1 0 0,1 1 0,-1-1 1,1 0-1,-1 1 0,1-1 0,-1 1 0,1 0 0,0-1 0,-1 1 0,1 0 0,0 0 1,-1 0-1,3 1 0,-3-1-97,-1 0 1,0 0-1,1 0 0,-1 0 1,0 1-1,1-1 0,-1 0 1,0 0-1,1 1 1,-1-1-1,0 0 0,0 0 1,1 1-1,-1-1 0,0 0 1,0 1-1,0-1 1,0 0-1,1 1 0,-1-1 1,0 1-1,0-1 1,0 0-1,0 1 0,0-1 1,0 0-1,0 1 0,0-1 1,0 1-1,0-1 1,0 0-1,0 1 0,0-1 1,0 0-1,0 1 0,-1 0 1,1 3-1199,0 25-4623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9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6211,'0'0'11250,"14"-3"-10743,11-2-33,0 1-1,0 1 1,36 1-1,-58 2-428,-1 0 0,0 0 0,0 0 0,0 0-1,0 1 1,0-1 0,0 1 0,0 0 0,0-1 0,0 1-1,0 0 1,-1 0 0,1 0 0,0 0 0,0 0-1,-1 1 1,1-1 0,-1 0 0,1 1 0,-1 0 0,1-1-1,-1 1 1,0 0 0,0-1 0,0 1 0,2 4-1,-1 2 62,-1-1 0,1 1-1,-1 1 1,0-1-1,-1 16 1,-1-16-63,0 0 1,0 0-1,-1 1 1,0-1-1,0-1 1,-1 1-1,0 0 1,0-1-1,-1 1 1,-6 10-1,-8 8 108,-30 34-1,17-21-75,21-27-31,1 1 1,-13 26 0,19-33-45,0 0 1,1 1-1,0 0 1,0-1-1,1 1 1,0 0-1,0 0 1,0 9-1,1-15 0,0-1 0,1 1 0,-1 0 0,0 0 0,1-1 0,-1 1 0,0 0 0,1-1 0,-1 1-1,1 0 1,-1-1 0,1 1 0,0 0 0,-1-1 0,1 1 0,-1-1 0,1 1 0,0-1 0,0 0 0,-1 1-1,1-1 1,0 0 0,-1 1 0,1-1 0,0 0 0,0 0 0,0 0 0,-1 1 0,1-1 0,0 0-1,0 0 1,0 0 0,0-1 0,-1 1 0,2 0 0,3 0 6,32 2-8,0-1-1,0-3 1,0-1 0,-1-1-1,1-2 1,-1-2 0,38-13-1,-13 4-744,-32 10-1233,0-2-1,32-14 1,-32 7-3465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10789,'0'0'6336,"26"-2"-6053,-2 1-224,146-3 400,-67 3-56,18 1-342,-39 1-3372,-82-12-4084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7812,'0'0'4562,"0"237"-2529,0-136-177,0 0-687,0-11-561,0-10-304,0-21-256,0-14-48,0-27-32,23-15-368,0-3-2177,0-17-3250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0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6451,'0'0'8673,"0"-3"-8008,0-11-343,0 10 135,3 4-287,351 0 1132,-200 0-9724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21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6307,'0'0'8158,"26"0"-7744,171 0 71,-3 0 189,-110 0-3418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1 8212,'0'0'5053,"-2"9"-4923,-14 35 42,-2 0-1,-27 46 0,12-25-60,-21 50 342,5 3 1,6 1-1,-43 184 1,62-174 42,-10 160 0,21 133 302,13-422-798,0 90 227,12 100 0,-6-152-196,1 0 0,2-1 0,2 0 0,1-1 0,2 0 0,31 57 0,-32-71-26,1-1-1,0 0 1,2-1-1,0-1 0,2 0 1,0-1-1,0-1 1,2-1-1,0 0 1,43 24-1,-37-28-11,0 0 0,0-2 0,1-1 0,1-1 0,40 6 0,-2-6-431,80 0 1,82-11-2570,-13-23-2630,-211 26 5514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93 5603,'0'0'6979,"0"30"-5904,0 197 1307,-7 368 3208,6-499-5036,-18-418-6260,19-122 2451,1 430 3217,0 1-1,0-1 1,1 1 0,1 0 0,0 0-1,1 0 1,0 0 0,1 0-1,1 1 1,8-16 0,-9 20 20,0 1-1,1-1 1,-1 1 0,1 0 0,1 0 0,0 1-1,0-1 1,0 1 0,0 1 0,1 0 0,0 0-1,0 0 1,1 1 0,-1 0 0,16-4 0,-4 3 243,0 1-1,0 1 1,1 1 0,-1 0 0,0 2 0,36 3 0,-50-1-128,0 0 0,0 0 0,0 0 0,0 1 0,0 0 0,0 0 0,-1 0 0,1 1 0,-1 0 0,0 0 0,0 0 0,-1 1 0,1 0 0,-1-1 0,0 2 0,0-1 0,6 11 0,-3-4 124,-1 0 0,-1 0 0,1 1 0,-2-1 0,0 1 0,0 0-1,2 23 1,-4-17 127,-1 0-1,0-1 0,-3 24 1,1-34-231,-1 0 0,0 0 0,0 0 0,-1 0 1,0 0-1,0 0 0,-1 0 0,0-1 0,-9 14 1,-9 6 149,-1-2 0,-1 0 0,-1-1 1,-52 37-1,-124 66-141,192-122-156,4-2-8,0-1 1,0 1-1,0-1 0,-1 1 1,1-2-1,-7 3 0,12-4 3,-1 1-1,1 0 1,0-1-1,-1 1 1,1-1-1,0 1 0,0 0 1,-1-1-1,1 1 1,0 0-1,0-1 1,0 1-1,0 0 1,0 0-1,0-1 1,0 1-1,0 0 1,0-1-1,0 1 1,1 0-1,-1-1 1,0 1-1,0 0 1,1-1-1,-1 1 1,0-1-1,1 1 1,-1 0-1,0-1 0,1 1 1,-1-1-1,1 1 1,-1-1-1,2 1 1,46 40-511,33 30 662,-31-17 344,54 78-1,11 12 116,-112-141-556,1 1-1,-1-1 0,1 0 0,0 0 0,0 0 1,0 0-1,8 3 0,-11-5-126,0-1 0,1 1 0,-1-1 0,1 0 0,-1 1 1,1-1-1,-1 0 0,1 0 0,0 0 0,-1 0 0,1 0 0,1 0 0,-2-1-166,1 1 1,-1-1-1,0 1 0,0-1 0,0 1 0,0-1 0,0 0 0,0 0 0,0 1 1,0-1-1,0 0 0,0 0 0,0 0 0,-1 0 0,1 0 0,0 0 0,0-2 1,8-25-8238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1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8852,'0'0'8761,"10"-1"-8067,-5 0-591,-2 0-43,0 0 1,0 1-1,0-1 0,0 1 1,0 0-1,0 0 0,0 0 1,4 1-1,-6-1-15,0 1 0,1-1-1,-1 1 1,0 0 0,0-1 0,1 1 0,-1 0-1,0 0 1,0 0 0,0 0 0,0 0 0,0 0-1,0 0 1,0 0 0,0 0 0,0 1 0,-1-1 0,1 0-1,0 0 1,-1 1 0,1-1 0,-1 0 0,1 1-1,-1 2 1,10 45 1227,-3 2-1,2 89 1,-6-79-545,12 79 0,-15-138-720,0 0 0,1-1 0,-1 1 0,1 0-1,-1-1 1,1 1 0,-1-1 0,1 1 0,0-1 0,0 1-1,0-1 1,0 0 0,0 1 0,0-1 0,0 0 0,0 0-1,0 1 1,1-1 0,-1 0 0,0 0 0,3 0-1,-3 0-5,1-1-1,-1 0 1,1 0-1,0 0 1,-1 0-1,1 0 1,0 0-1,-1 0 1,1-1-1,-1 1 1,1-1-1,0 1 1,-1-1-1,1 1 1,-1-1-1,1 0 1,-1 0-1,0 0 1,1 0-1,-1 0 1,0 0-1,0 0 1,0 0-1,2-3 1,19-22-347,-2-1-1,-2-1 1,0-1 0,18-40 0,11-35-1666,-29 61 1335,35-61 1,-44 93 1359,-5 8-1860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14 6067,'1'0'11284,"15"-4"-10856,1 1-139,1 0-1,-1 1 1,34 0 0,-49 2-240,1 0 1,-1 1-1,1-1 1,-1 0-1,0 1 1,1 0-1,-1-1 1,0 1-1,1 0 0,-1 0 1,0 0-1,0 0 1,0 1-1,0-1 1,0 0-1,0 1 1,0 0-1,1 1 0,0 1 44,-1-1-1,1 1 1,-1 0-1,0 0 1,0-1-1,0 1 1,-1 1-1,1-1 1,0 7-1,0-1 82,-1 0-1,0 0 1,-1 0-1,0 0 1,0 0-1,-1 0 1,0 0-1,-5 16 1,1-15-100,0 0 0,-1 0 1,0-1-1,-1 0 1,0 0-1,-1-1 1,1 0-1,-2 0 1,-11 9-1,-19 22-37,36-36-61,0 0 0,1 0-1,-1 0 1,1 0 0,-1 0-1,1 0 1,0 1 0,1-1-1,-1 1 1,1-1 0,-1 6-1,2-7-55,-1 0 0,1 0 0,0-1 0,0 1 0,1 0 0,-1 0 0,1 0 0,-1-1 0,1 1 0,0 0 0,0-1 0,0 1 0,0 0 1,1-1-1,-1 0 0,1 1 0,-1-1 0,1 0 0,0 0 0,2 3 0,8 5-140,1 0 1,0-1 0,22 11-1,-21-13 207,-1 1 1,0 0-1,-1 1 0,18 16 0,-28-22 23,0-1 0,0 1-1,0-1 1,0 1 0,-1 0 0,1-1 0,-1 1 0,0 0-1,0 0 1,0 0 0,0 0 0,0 0 0,-1 0 0,1 0-1,-1 1 1,0-1 0,0 0 0,0 0 0,-1 0 0,1 0-1,-1 0 1,1 0 0,-1 0 0,0 0 0,0 0 0,0 0-1,-1 0 1,1 0 0,-1-1 0,1 1 0,-1 0 0,0-1-1,0 0 1,-4 4 0,-4 2 2,0-1 1,-1-1-1,0 0 0,-1 0 1,1-1-1,-17 5 0,-78 18-48,100-26 23,-40 8-1119,-53 5 0,0-11-6139,64-4-2442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9957,'0'0'5776,"6"-10"-5411,-5 8-356,0 0 0,0 0-1,0 1 1,1-1 0,-1 0 0,0 0-1,1 1 1,0-1 0,-1 1 0,1-1 0,0 1-1,0 0 1,-1 0 0,1 0 0,0 0-1,0 0 1,0 0 0,1 0 0,2 0-1,-2 1 8,1 0-1,0 1 0,-1 0 0,1 0 0,0 0 0,-1 0 1,1 0-1,-1 1 0,0-1 0,1 1 0,-1 0 0,0 0 1,0 0-1,5 5 0,26 22 100,-2 0 1,-1 2-1,-2 2 1,-1 0-1,43 68 1,-23-22 214,62 146 0,-78-150-50,-4 1 0,-3 1 0,-4 2 0,-3 0 0,14 145 0,-27 9 182,-5-160-314,-11 90 0,0-106-79,-1 0-1,-4-1 1,-1-1 0,-37 77 0,8-37-32,-89 135 1,128-219-40,-10 16-15,-1-1 0,-1 0-1,-2-1 1,-22 22 0,43-47 16,-16 11-301,9-13-491,5-11-1051,2 4 1006,0 0 0,1 0 1,3-14-1,1 5-2222,15-31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7331,'0'0'7108,"65"243"-5972,-65-145 33,0 3-353,0-11-352,-11-6-304,11-15-160,0-13 0,0-18-48,0-14-496,4-10-2081,3-10-3106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13542,'0'0'2161,"267"3"-1104,-170 8-689,-5 2-224,-7 1-128,-11 4-16,-16-1-128,-20 1-432,-18 6-1489,-20 0-1729,0 4-2769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3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49 100 9364,'0'0'4992,"-1"-7"-4432,-5-20-221,7 26-292,-1 0 0,0 0 0,1 0 0,-1 0 0,0 0-1,1 0 1,-1 0 0,1 0 0,-1 0 0,1 0 0,0 0 0,-1 0 0,1 0 0,0 1 0,0-1-1,0 0 1,0 0 0,-1 1 0,1-1 0,0 1 0,0-1 0,0 1 0,0-1 0,2 0 0,24-10 728,-7 2-348,-15 7-324,-1 0-1,0 0 0,1 1 1,-1-1-1,1 1 1,8-1-1,35-8 1726,-37 9-1780,0 0 1,0 1-1,-1 0 1,16 2-1,-23-1-42,-1-1 1,1 1-1,0 0 0,-1 0 1,1 0-1,-1 0 0,1 1 1,-1-1-1,1 1 0,-1-1 1,0 1-1,0 0 0,0 0 1,0 0-1,0 0 0,0 0 0,0 0 1,-1 0-1,1 1 0,-1-1 1,2 4-1,1 8 87,-1 0-1,0 0 1,0 0-1,-2 0 1,1 0 0,-2 0-1,0 1 1,-1-1-1,-4 24 1,4-30-53,-1-1-1,0 1 1,-1-1 0,1 1-1,-2-1 1,1 0 0,-1 0-1,0 0 1,0 0 0,-8 8 0,-4 3 23,-1-1 1,-21 17-1,22-21-46,1 1-1,0 1 1,-13 17-1,24-24-146,4-7 91,0-1 0,1 0-1,-1 1 1,0-1 0,1 0 0,-1 1 0,0-1-1,1 0 1,-1 0 0,1 1 0,-1-1-1,1 0 1,-1 0 0,1 0 0,-1 1 0,1-1-1,-1 0 1,0 0 0,1 0 0,-1 0-1,1 0 1,0 0 0,22 3-193,-1 1 0,1 0 0,-1 2-1,33 14 1,-48-18 243,-1 1-1,-1 1 1,1-1-1,0 1 1,-1 0-1,0 0 0,1 0 1,-2 1-1,1 0 1,0 0-1,-1 0 1,0 1-1,-1-1 0,1 1 1,-1 0-1,0 0 1,0 0-1,-1 0 1,1 1-1,-2-1 0,3 9 1,-2-2 71,-1 0 1,0 0-1,-2 21 0,0-27-55,1-1 0,-1 1 0,-1-1 0,1 0-1,-1 0 1,0 0 0,0 0 0,-1 0 0,-4 8 0,0-6-20,0 0 0,0 0 0,-1 0 1,0-1-1,0-1 0,-16 11 1,7-6 7,0-2 0,-33 14 0,28-16-115,0-1 0,0-1 0,-1-1 0,0 0 0,1-2 0,-35-1 1,57-1 24,-1 0 0,0 0 0,0 0 0,1 0 0,-1 0 0,0 0 0,1-1 0,-1 1 0,0 0 0,1-1 0,-1 1 0,0 0 1,1-1-1,-1 1 0,1-1 0,-1 1 0,0 0 0,1-1 0,-1 0 0,1 1 0,0-1 0,-1 1 0,1-1 0,-1-1 0,-4-22-1326,9-28-2641,-4 50 3715,13-52-8026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4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13062,'0'0'4786,"189"14"-4562,-139-1-208,-7-2 0,-8-1-16,-12-10 0,-8 0-144,-7 0-496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8:4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11557,'0'0'2834,"232"14"-2002,-166 0-672,-8-4-160,-12 4-528,-15-14-3186,-11 4-6579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1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3169,'0'0'6595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17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66 133 6451,'0'0'4946,"0"-3"-4850,1-2 18,-1 1 0,1-1-1,0 1 1,0-1 0,0 1-1,1 0 1,0-1 0,0 1-1,0 0 1,0 0 0,0 0-1,1 1 1,0-1 0,0 0-1,0 1 1,0 0 0,5-4 0,-2 2-84,0-1 1,1 2 0,0-1 0,0 1 0,1 0 0,-1 0-1,1 1 1,0 0 0,-1 0 0,12-1 0,2 1 50,0 0 1,38 1 0,-57 2-61,0 0 0,0 0-1,0 0 1,0 0 0,0 0 0,0 0 0,0 1 0,0-1 0,0 0 0,0 1-1,0 0 1,0 0 0,-1-1 0,1 1 0,0 0 0,0 0 0,-1 1 0,1-1-1,0 0 1,-1 0 0,0 1 0,1-1 0,-1 1 0,0-1 0,1 1-1,0 3 1,0 1 50,0 1 0,-1-1 0,0 1 0,0 0 0,0-1 0,-1 1 0,-1 6 0,1-8-39,0 1 16,0 0 1,-1 0-1,0 0 0,0 0 0,0 0 1,-1-1-1,0 1 0,0 0 1,-1-1-1,1 1 0,-1-1 0,0 0 1,-5 6-1,-5 3 23,0 1 0,-27 22-1,19-19-16,-102 89 157,117-102-234,0 1 1,1 0 0,0 0 0,0 0-1,1 1 1,0-1 0,-6 14 0,9-18-67,0 1 0,0 0 0,0-1 1,0 1-1,1-1 0,-1 1 0,1 0 0,0-1 1,0 1-1,0 0 0,0 0 0,0-1 1,1 1-1,-1 0 0,1-1 0,0 1 1,-1-1-1,1 1 0,0-1 0,1 1 1,-1-1-1,0 1 0,1-1 0,-1 0 1,1 0-1,2 3 0,14 10-444,1-1-1,0 0 1,34 17-1,-3-1 451,-33-19 186,0 0-1,22 22 1,-34-29 7,-1 0 0,-1 0 1,1 0-1,-1 1 0,1-1 0,-1 1 1,0 0-1,-1 0 0,1 1 0,-1-1 1,0 0-1,-1 1 0,3 10 1,-3-11-20,0 0 1,-1 0-1,1 0 1,-1 0 0,0 0-1,0 0 1,-1 0 0,1 0-1,-1 0 1,0 0 0,-1 0-1,1 0 1,-1-1 0,0 1-1,0-1 1,0 1-1,-1-1 1,1 1 0,-7 6-1,-4 1 5,0-1 0,-1-1 0,-29 18 0,-52 21 146,34-19-123,-11 7-2,69-35-124,3-2 2,-1 0 0,0 0 1,0 1-1,0-1 0,0 1 0,0-1 0,1 1 1,-1-1-1,0 1 0,0-1 0,1 1 0,-1 0 1,0-1-1,1 1 0,-1 0 0,1-1 0,-1 1 1,1 0-1,-1 0 0,1 0 0,-1 0 0,1 1 1,5-1-1066,24-1-1948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1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242 175 4626,'0'0'7905,"-1"-24"-7366,0-7-291,4-35 0,-3 64-232,0 0 1,1 0-1,-1 1 0,0-1 1,1 0-1,-1 0 0,1 1 0,0-1 1,-1 0-1,1 1 0,0-1 0,0 1 1,0-1-1,0 1 0,0-1 0,1 1 1,-1 0-1,0-1 0,1 1 0,-1 0 1,0 0-1,1 0 0,0 0 1,-1 0-1,1 1 0,-1-1 0,1 0 1,0 1-1,0-1 0,-1 1 0,1-1 1,0 1-1,0 0 0,3 0 0,4-2 96,17-2 261,1 1 1,0 1-1,28 1 1,-51 1-318,1 0 0,0 0 0,0 1 0,-1 0 1,1 0-1,0 0 0,-1 0 0,1 1 0,-1-1 1,0 1-1,1 1 0,-1-1 0,0 0 0,0 1 1,0 0-1,-1 0 0,1 0 0,-1 0 1,1 1-1,-1-1 0,0 1 0,0 0 0,-1 0 1,1 0-1,-1 0 0,3 8 0,-1 0 70,0 0 0,-1 0 0,-1 0 0,0 0 0,0 0 0,-1 1 0,-1-1 0,0 0 0,-3 18 0,2-22-59,0 0 0,-1 0 1,0 0-1,-1 0 0,0 0 0,0-1 1,0 1-1,-8 10 0,-1-1 89,-1 0 0,-18 18-1,-34 27 126,-2-2 0,-116 77 0,120-92-243,41-29-31,14-11-3,0 0-1,1 1 1,-1 0-1,1 0 1,1 1-1,-10 11 1,15-18-6,1 1 0,-1-1 0,1 1 0,-1-1 0,1 1 0,-1 0 0,1-1 0,0 1 0,-1 0 0,1-1 1,0 1-1,0 0 0,-1-1 0,1 1 0,0 0 0,0-1 0,0 1 0,0 0 0,0 0 0,0-1 0,0 1 0,0 0 0,0-1 1,0 1-1,0 0 0,1 0 0,-1-1 0,0 1 0,0 0 0,1-1 0,-1 1 0,0-1 0,1 1 0,-1 0 0,1-1 0,-1 1 0,1-1 1,-1 1-1,1-1 0,-1 1 0,1-1 0,0 0 0,-1 1 0,2 0 0,2 0-5,1 1 0,0-1-1,0 0 1,0 0 0,8 0-1,-3 0 27,94 8 13,108-5 1,48 3-128,-259-7-55,57 4-935,-34-4-7679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1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43 6147,'0'0'6752,"-3"-5"-6304,2 2-367,0 1-1,0 0 0,-1-1 0,1 1 0,-1 0 0,0 0 0,0 0 1,1 0-1,-1 0 0,0 1 0,-1-1 0,1 1 0,0-1 0,0 1 1,-1 0-1,1-1 0,-1 1 0,1 1 0,-1-1 0,1 0 0,-1 0 1,1 1-1,-1 0 0,0-1 0,-3 1 0,-4 0 124,-5 0 214,0 0-1,-28 5 1,38-4-371,-1 1 1,1 0-1,0 0 0,0 0 1,0 0-1,0 1 0,0 0 1,0 0-1,1 0 0,0 0 1,-6 6-1,1 1 15,0 1 0,1 0 1,0 0-1,0 1 0,1 0 0,1 0 0,0 0 1,1 1-1,-6 20 0,0 9 455,-9 72 1,12-24 612,4 98 0,4-168-1032,0-7-16,0 0 0,1 0 0,1 0-1,0 0 1,1-1 0,7 23 0,-7-27-62,1-1 0,0 1 1,0-1-1,1 0 0,-1-1 1,2 1-1,-1-1 0,1 0 1,0 0-1,0 0 0,9 5 1,-5-4-5,0-1 0,1-1-1,-1 1 1,1-2 0,0 0 0,1 0 0,-1-1 0,1 0 0,20 2 0,3-3-158,68-3-1,-96 0 22,-1 1-1,0-1 0,1 0 1,-1 0-1,0-1 0,0 0 1,0 0-1,0-1 0,11-5 1,-13 5-5,-1 1 1,0-1-1,0 0 1,0 0-1,0 0 0,0 0 1,-1 0-1,0-1 1,1 1-1,-1-1 1,0 1-1,0-1 0,-1 0 1,1 0-1,-1 0 1,1-6-1,0 0-43,0 0-1,-1 0 0,0 0 0,-1 0 1,0 0-1,-1 0 0,0 0 1,-3-12-1,3 16 158,-1 0-1,0 0 1,0 1 0,-1-1 0,1 0-1,-1 1 1,-1 0 0,1-1-1,-1 1 1,0 0 0,0 1-1,0-1 1,-10-7 0,5 6 55,-1 0 0,0 1 0,0 1 1,-1-1-1,1 2 0,-1-1 0,0 2 0,0-1 0,0 1 1,0 1-1,0 0 0,0 1 0,0 0 0,-1 0 1,1 1-1,-14 4 0,15-4 67,-1 1-1,1 1 1,0 0 0,0 0-1,0 1 1,1 0 0,-1 1-1,1 0 1,0 1 0,0 0-1,0 0 1,1 1-1,0 0 1,1 0 0,-1 1-1,1 0 1,-6 10 0,11-15-143,0 0 0,1 1 1,-1-1-1,1 1 0,0-1 0,0 1 1,1 0-1,-1-1 0,1 1 0,0 0 1,-1 0-1,2 0 0,-1-1 1,1 6-1,-1-8-64,1 0 0,-1-1 0,1 1 0,-1 0-1,1 0 1,0 0 0,-1-1 0,1 1 0,0 0 0,0 0 0,-1-1 0,1 1 0,0-1 0,0 1 0,0-1 0,0 1-1,0-1 1,0 1 0,0-1 0,-1 0 0,1 0 0,0 1 0,0-1 0,0 0 0,0 0 0,2 0 0,34 0-2638,-28 0 1293,26 0-3966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1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12246,'0'0'4933,"21"-12"-4861,74-38-59,-85 46-5,0 0 1,1 1 0,0 0-1,-1 1 1,1 0-1,0 1 1,0 0-1,0 0 1,21 3-1,2-1 38,-26-1-22,1 0 6,0-1 0,-1 2 0,1 0 0,0 0 0,0 0 0,9 4 0,-15-4-5,-1 0 0,0 0-1,1 0 1,-1 1 0,0-1 0,0 1-1,1 0 1,-1 0 0,-1-1 0,1 1 0,0 1-1,0-1 1,-1 0 0,1 0 0,-1 0-1,0 1 1,0-1 0,0 1 0,0-1-1,0 1 1,0-1 0,0 1 0,-1 0 0,1 5-1,0-2 79,-1 1-1,0 0 0,0-1 1,0 1-1,-1-1 0,1 1 1,-2-1-1,1 1 0,-1-1 1,0 1-1,0-1 0,-6 11 1,-1-4 60,0 0 1,0-1-1,-1 0 1,-18 17-1,-66 57 320,53-51-348,2 2 0,-43 53 0,77-84-122,0 0 0,1 0-1,0 1 1,1-1 0,0 1-1,0 0 1,0 0 0,1 0-1,0 1 1,0-1 0,0 0-1,1 1 1,1 0 0,-1-1 0,1 8-1,0-12-5,1 0-1,-1 0 1,0 0 0,1 0-1,0-1 1,0 1 0,0 0-1,0 0 1,0-1 0,0 1-1,1-1 1,-1 1 0,1-1-1,0 1 1,0-1 0,0 0-1,0 0 1,0 0-1,0 0 1,0 0 0,1-1-1,-1 1 1,1-1 0,-1 1-1,1-1 1,4 2 0,7 2 22,1-1 1,-1 0 0,30 3 0,-41-7-19,71 7-834,113-5 0,-99-3-3515,-44 1-590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1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5699,'0'0'6835,"-89"201"-5539,38-152-399,9 3-97,7-20-368,12-11-240,11-15-80,12-16-2225,24-32-6691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2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6835,'0'0'7716,"16"0"-7348,232-14-117,-218 9-311,-9 2 195,42-3 689,-59 6 36,-3 0-843,-1 0-1,1 0 1,-1 0-1,0 0 0,1 0 1,-1 0-1,1 0 1,-1 0-1,1 0 1,-1 0-1,1 0 1,-1 0-1,1 0 0,-1 0 1,1 0-1,-1 0 1,1 0-1,-1 1 1,0-1-1,1 0 1,-1 0-1,1 0 0,-1 1 1,0-1-1,1 0 1,-1 1-1,5 28 195,-2 0 0,-1 0-1,-3 43 1,0-15 80,-2 6 135,-3 0-1,-3-1 1,-2 0-1,-3 0 1,-25 69-1,-5-6 67,-38 136 153,77-237-557,0 1 0,2 0 0,-1 42 0,4-66-245,1-3-662,18-51-5344,0 4 485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2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12774,'0'0'4258,"213"0"-4130,-136-3-128,-3-4-176,-9 0-1665,-3-10-2545,-8-4-3714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20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10 7027,'0'0'9087,"-17"-1"-8399,4-1-532,-92-5 910,99 8-979,0-1 0,0 1 0,0 1 0,0-1 0,1 1-1,-1 0 1,-10 5 0,-36 24 461,38-20-386,0 0-1,1 1 0,0 0 0,1 2 0,0-1 0,1 1 0,1 1 0,0 0 0,1 0 0,-9 21 0,-5 15 550,-29 104 0,42-116-491,1 0 1,2 1-1,1 0 0,3 0 0,1 1 1,5 58-1,-3-95-217,0 1 0,1-1 0,0 0 0,0 0 0,0 0 0,0 1 0,1-1 0,0 0 0,0-1 0,0 1 0,0 0 0,0 0 0,1-1 0,-1 0 1,1 1-1,0-1 0,0 0 0,1 0 0,-1-1 0,0 1 0,1-1 0,0 1 0,0-1 0,-1 0 0,1-1 0,7 3 0,5 0-56,1-1-1,-1 0 1,1-1-1,0-1 1,23-1 0,-29 0-45,-7 0 14,1 0 0,-1-1 1,1 1-1,-1-1 0,0 0 1,0 0-1,0-1 0,1 1 1,-1-1-1,0 0 0,-1 0 1,1 0-1,0 0 0,0-1 0,-1 1 1,0-1-1,1 0 0,3-5 1,-3 2-73,0 1 0,0-1 1,-1 0-1,0 0 1,0 0-1,-1 0 0,1 0 1,-1-1-1,-1 1 0,1-1 1,0-13-1,0-7-365,-3-30-1,1 55 516,-1 0 1,1-1-1,0 1 1,-1 0-1,0 0 0,1 0 1,-1-1-1,0 1 1,0 0-1,0 0 0,0 0 1,-1 0-1,1 1 0,0-1 1,-1 0-1,1 0 1,-1 1-1,0-1 0,0 1 1,1-1-1,-1 1 0,0 0 1,0 0-1,0 0 1,0 0-1,-1 0 0,1 0 1,0 1-1,-4-2 0,-6 0 22,0 1-1,0-1 1,-1 2-1,-16 0 1,10 1 27,1-2 15,14 0-61,0 1 0,-1-1 1,1 1-1,0 0 0,-1 0 0,1 1 0,0-1 0,-1 1 0,1 0 1,-8 3-1,8 0-521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19:2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1 693 10517,'0'0'10212,"3"0"-9675,9 1-374,0 1 0,0 0 0,0 1 0,23 8 0,-18-5-40,30 6 1,-5-8 66,-1-2 0,72-4 0,-110 1-184,0 1-1,1 0 1,-1-1-1,0 0 1,0 0-1,0 0 1,-1 0-1,1 0 1,0-1-1,0 1 1,-1-1-1,1 0 1,0 0-1,-1 0 1,0 0-1,0 0 1,1 0-1,-1-1 1,0 1-1,-1-1 0,1 1 1,0-1-1,-1 0 1,0 0-1,1 1 1,-1-1-1,0 0 1,-1 0-1,1 0 1,0-4-1,2-12 12,-1 1 0,-1-1-1,0 0 1,-3-19 0,1 5 79,1-65-5,1-125 18,-1 215-109,1 0 0,0 0 0,1 0 0,0 0-1,0 0 1,1 0 0,0 1 0,0-1 0,1 1 0,-1 0 0,2 0 0,-1 0-1,1 1 1,0-1 0,0 1 0,1 0 0,0 1 0,0-1 0,13-7 0,-8 5-22,1 1 0,1 1 0,-1 0 0,1 1 1,0 0-1,0 1 0,1 0 0,-1 1 0,1 1 1,0 0-1,13 0 0,-12 1 3,0 1 1,0 1-1,0 0 1,19 5-1,-27-5 25,-1 1 0,0 1 0,0-1 0,0 1 1,0 0-1,0 0 0,-1 1 0,1 0 0,-1 0 0,0 0 0,0 0 0,4 6 1,1 2 22,-1 0 0,-1 0 0,0 0 0,-1 1 1,0 0-1,-1 0 0,-1 1 0,0 0 1,0 0-1,-2 0 0,4 21 0,-2 13 279,-2 0 0,-4 56 0,1-88-198,-3 21 234,-11 59 1,7-63-204,2 1 0,-1 39 1,6-69-142,0-1 1,0 1 0,0-1-1,1 1 1,-1-1 0,1 1-1,0-1 1,2 6 0,-2-7-3,0-1 1,0 1 0,1 0-1,-1-1 1,1 1 0,-1-1-1,1 0 1,0 1-1,-1-1 1,1 0 0,0 0-1,0 0 1,0 0 0,0 0-1,0 0 1,0-1-1,2 1 1,21 4-47,-1-1 0,0-2 0,1 0 0,27-3 0,-39 1-19,17 0-585,0-2-1,0-1 0,0-1 0,-1-1 1,36-12-1,28-16-4712,-13 7-2932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9222-500A-2A87-E9A0-48E156B92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9EA0D-D2AD-10D5-5C49-C8029D926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B7DA-4345-C490-AA59-DF6B4E70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67085-6552-8A81-D8D6-5B12DE38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3BC7E-FECF-12B5-C3C1-FDEAA5D9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0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546F-612C-AD3B-4AEA-EB1854EE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3B6D9-0B9F-A279-A331-A57E6A32F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9F02-73B9-328F-AA5B-97AE84420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878E-DC2F-7BA0-641F-9FDDF7BD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E4D7-FF94-B1D9-7AA8-AC4001C4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5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4666-2292-1ED1-A11E-53F1330F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C4D6A-291E-7052-7B82-73ABEB0C3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C1486-A5B1-C96E-2F8F-C0CFB987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B3ADF-42E7-93B4-29F9-5FEF9B7C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AE51B-1B8C-63FE-C9E4-3DB35473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2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0502-C77E-7FF3-BE1E-7F3E9CAD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1AC6-EE71-7857-1609-169225FF5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05A40-E577-975C-5D11-08D55D2AA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D59B0-2D0E-2D57-74F5-4743790E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18396-1DA0-44F9-F617-DA4006D6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DAAB4-5E43-ED59-D5C2-15673E8F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6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6990-22EE-16AD-CEA4-F00E3015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D1599-F842-C1F4-4807-D2B9F12DA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E394D-BF72-3793-24F5-69A2D19A4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8AB2D-53C5-76FB-9235-87E270DA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840390-CD30-643A-5146-ED3D95552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4445B-5F3E-34C1-60F3-2F2BD430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37765-3294-8856-E2BC-8C09D595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B6E88-DD5F-F562-C841-E82920E61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9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CEDB-100F-143C-BFFC-CD1234B10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06388-CD6A-9EA7-0E89-276E9557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18173-E89E-95AF-75DC-9051CE7F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E731E-FD61-6CE3-880B-3CB98DBA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7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17803-A401-328C-9184-F862E574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AB0DD-31D3-3050-B618-89E49FE4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44833-97C7-12EE-8855-F3642498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8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80B0-AFA5-36C2-DAD9-31588864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F4CBB-BE5A-5430-0205-4EBA1991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3142D-3A6E-A176-99AF-954A5BAE2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FF504-6D6D-A6B4-EE7E-A50BA831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8E951-6AFE-87B8-D410-7C6D29BD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AF865-BFD5-11B4-C763-79AFBBA0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6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F59E-009A-00EE-52CF-2E678E2A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F75D8-832C-5961-C277-761FED81D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69837-F733-EB3E-B5C8-376509D3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250FA-6A97-EA57-F830-13EED139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DB952-60C8-FD5E-C731-8032D1BF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4CFD2-242A-F8C8-B669-0D2CDF88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A423-4D4F-A965-08F3-5468C867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CD7B8-912C-3A26-FD01-DD7EBBE77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FB77F-4963-3DB0-4D7D-B1E684F4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4BEF4-065A-D7D1-1D35-F0CC0169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AD91B-7F11-58EB-8112-C37BF762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5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26F818-F506-1851-C210-7CD8CD52E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1CC14-DE91-29B4-5EC5-673D2F284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E66E-06C5-8DA7-6BA2-9C0EE0EF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ECFAB-E662-5A82-FAD2-AD0854E8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9AC20-544C-6578-2A1C-065CC6E4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3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DFE88-CD97-5E01-86F7-01EE20F2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075D1-DA18-4832-0A88-A20358BB4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B7432-A1C4-B44A-E9A5-75D1A50DB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5F30B-8B3E-47C5-A6B2-4EA93077AEE8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8F5FC-4472-09BC-42CB-E7FCBBC17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9A859-81F8-65EC-9F67-9DBCC768A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F5ECF-DAAE-4DF5-972D-FEF0615D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8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99" Type="http://schemas.openxmlformats.org/officeDocument/2006/relationships/customXml" Target="../ink/ink151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81.xml"/><Relationship Id="rId170" Type="http://schemas.openxmlformats.org/officeDocument/2006/relationships/image" Target="../media/image83.png"/><Relationship Id="rId226" Type="http://schemas.openxmlformats.org/officeDocument/2006/relationships/image" Target="../media/image111.png"/><Relationship Id="rId268" Type="http://schemas.openxmlformats.org/officeDocument/2006/relationships/image" Target="../media/image132.png"/><Relationship Id="rId32" Type="http://schemas.openxmlformats.org/officeDocument/2006/relationships/customXml" Target="../ink/ink16.xml"/><Relationship Id="rId74" Type="http://schemas.openxmlformats.org/officeDocument/2006/relationships/image" Target="../media/image36.png"/><Relationship Id="rId128" Type="http://schemas.openxmlformats.org/officeDocument/2006/relationships/image" Target="../media/image62.png"/><Relationship Id="rId5" Type="http://schemas.openxmlformats.org/officeDocument/2006/relationships/image" Target="../media/image2.png"/><Relationship Id="rId181" Type="http://schemas.openxmlformats.org/officeDocument/2006/relationships/customXml" Target="../ink/ink92.xml"/><Relationship Id="rId237" Type="http://schemas.openxmlformats.org/officeDocument/2006/relationships/customXml" Target="../ink/ink120.xml"/><Relationship Id="rId279" Type="http://schemas.openxmlformats.org/officeDocument/2006/relationships/customXml" Target="../ink/ink141.xml"/><Relationship Id="rId43" Type="http://schemas.openxmlformats.org/officeDocument/2006/relationships/image" Target="../media/image21.png"/><Relationship Id="rId139" Type="http://schemas.openxmlformats.org/officeDocument/2006/relationships/customXml" Target="../ink/ink71.xml"/><Relationship Id="rId290" Type="http://schemas.openxmlformats.org/officeDocument/2006/relationships/image" Target="../media/image143.png"/><Relationship Id="rId304" Type="http://schemas.openxmlformats.org/officeDocument/2006/relationships/image" Target="../media/image150.png"/><Relationship Id="rId85" Type="http://schemas.openxmlformats.org/officeDocument/2006/relationships/customXml" Target="../ink/ink43.xml"/><Relationship Id="rId150" Type="http://schemas.openxmlformats.org/officeDocument/2006/relationships/image" Target="../media/image73.png"/><Relationship Id="rId192" Type="http://schemas.openxmlformats.org/officeDocument/2006/relationships/image" Target="../media/image94.png"/><Relationship Id="rId206" Type="http://schemas.openxmlformats.org/officeDocument/2006/relationships/image" Target="../media/image101.png"/><Relationship Id="rId248" Type="http://schemas.openxmlformats.org/officeDocument/2006/relationships/image" Target="../media/image122.png"/><Relationship Id="rId12" Type="http://schemas.openxmlformats.org/officeDocument/2006/relationships/customXml" Target="../ink/ink6.xml"/><Relationship Id="rId108" Type="http://schemas.openxmlformats.org/officeDocument/2006/relationships/image" Target="../media/image52.png"/><Relationship Id="rId315" Type="http://schemas.openxmlformats.org/officeDocument/2006/relationships/customXml" Target="../ink/ink159.xml"/><Relationship Id="rId54" Type="http://schemas.openxmlformats.org/officeDocument/2006/relationships/customXml" Target="../ink/ink27.xml"/><Relationship Id="rId96" Type="http://schemas.openxmlformats.org/officeDocument/2006/relationships/customXml" Target="../ink/ink49.xml"/><Relationship Id="rId161" Type="http://schemas.openxmlformats.org/officeDocument/2006/relationships/customXml" Target="../ink/ink82.xml"/><Relationship Id="rId217" Type="http://schemas.openxmlformats.org/officeDocument/2006/relationships/customXml" Target="../ink/ink110.xml"/><Relationship Id="rId259" Type="http://schemas.openxmlformats.org/officeDocument/2006/relationships/customXml" Target="../ink/ink131.xml"/><Relationship Id="rId23" Type="http://schemas.openxmlformats.org/officeDocument/2006/relationships/image" Target="../media/image11.png"/><Relationship Id="rId119" Type="http://schemas.openxmlformats.org/officeDocument/2006/relationships/customXml" Target="../ink/ink61.xml"/><Relationship Id="rId270" Type="http://schemas.openxmlformats.org/officeDocument/2006/relationships/image" Target="../media/image133.png"/><Relationship Id="rId65" Type="http://schemas.openxmlformats.org/officeDocument/2006/relationships/image" Target="../media/image32.png"/><Relationship Id="rId130" Type="http://schemas.openxmlformats.org/officeDocument/2006/relationships/image" Target="../media/image63.png"/><Relationship Id="rId172" Type="http://schemas.openxmlformats.org/officeDocument/2006/relationships/image" Target="../media/image84.png"/><Relationship Id="rId228" Type="http://schemas.openxmlformats.org/officeDocument/2006/relationships/image" Target="../media/image112.png"/><Relationship Id="rId13" Type="http://schemas.openxmlformats.org/officeDocument/2006/relationships/image" Target="../media/image6.png"/><Relationship Id="rId109" Type="http://schemas.openxmlformats.org/officeDocument/2006/relationships/customXml" Target="../ink/ink56.xml"/><Relationship Id="rId260" Type="http://schemas.openxmlformats.org/officeDocument/2006/relationships/image" Target="../media/image128.png"/><Relationship Id="rId281" Type="http://schemas.openxmlformats.org/officeDocument/2006/relationships/customXml" Target="../ink/ink142.xml"/><Relationship Id="rId316" Type="http://schemas.openxmlformats.org/officeDocument/2006/relationships/image" Target="../media/image156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image" Target="../media/image47.png"/><Relationship Id="rId120" Type="http://schemas.openxmlformats.org/officeDocument/2006/relationships/image" Target="../media/image58.png"/><Relationship Id="rId141" Type="http://schemas.openxmlformats.org/officeDocument/2006/relationships/customXml" Target="../ink/ink72.xml"/><Relationship Id="rId7" Type="http://schemas.openxmlformats.org/officeDocument/2006/relationships/image" Target="../media/image3.png"/><Relationship Id="rId162" Type="http://schemas.openxmlformats.org/officeDocument/2006/relationships/image" Target="../media/image79.png"/><Relationship Id="rId183" Type="http://schemas.openxmlformats.org/officeDocument/2006/relationships/customXml" Target="../ink/ink93.xml"/><Relationship Id="rId218" Type="http://schemas.openxmlformats.org/officeDocument/2006/relationships/image" Target="../media/image107.png"/><Relationship Id="rId239" Type="http://schemas.openxmlformats.org/officeDocument/2006/relationships/customXml" Target="../ink/ink121.xml"/><Relationship Id="rId250" Type="http://schemas.openxmlformats.org/officeDocument/2006/relationships/image" Target="../media/image123.png"/><Relationship Id="rId271" Type="http://schemas.openxmlformats.org/officeDocument/2006/relationships/customXml" Target="../ink/ink137.xml"/><Relationship Id="rId292" Type="http://schemas.openxmlformats.org/officeDocument/2006/relationships/image" Target="../media/image144.png"/><Relationship Id="rId306" Type="http://schemas.openxmlformats.org/officeDocument/2006/relationships/image" Target="../media/image151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2.png"/><Relationship Id="rId110" Type="http://schemas.openxmlformats.org/officeDocument/2006/relationships/image" Target="../media/image53.png"/><Relationship Id="rId131" Type="http://schemas.openxmlformats.org/officeDocument/2006/relationships/customXml" Target="../ink/ink67.xml"/><Relationship Id="rId152" Type="http://schemas.openxmlformats.org/officeDocument/2006/relationships/image" Target="../media/image74.png"/><Relationship Id="rId173" Type="http://schemas.openxmlformats.org/officeDocument/2006/relationships/customXml" Target="../ink/ink88.xml"/><Relationship Id="rId194" Type="http://schemas.openxmlformats.org/officeDocument/2006/relationships/image" Target="../media/image95.png"/><Relationship Id="rId208" Type="http://schemas.openxmlformats.org/officeDocument/2006/relationships/image" Target="../media/image102.png"/><Relationship Id="rId229" Type="http://schemas.openxmlformats.org/officeDocument/2006/relationships/customXml" Target="../ink/ink116.xml"/><Relationship Id="rId240" Type="http://schemas.openxmlformats.org/officeDocument/2006/relationships/image" Target="../media/image118.png"/><Relationship Id="rId261" Type="http://schemas.openxmlformats.org/officeDocument/2006/relationships/customXml" Target="../ink/ink132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customXml" Target="../ink/ink39.xml"/><Relationship Id="rId100" Type="http://schemas.openxmlformats.org/officeDocument/2006/relationships/image" Target="../media/image48.png"/><Relationship Id="rId282" Type="http://schemas.openxmlformats.org/officeDocument/2006/relationships/image" Target="../media/image139.png"/><Relationship Id="rId317" Type="http://schemas.openxmlformats.org/officeDocument/2006/relationships/customXml" Target="../ink/ink160.xml"/><Relationship Id="rId8" Type="http://schemas.openxmlformats.org/officeDocument/2006/relationships/customXml" Target="../ink/ink4.xml"/><Relationship Id="rId98" Type="http://schemas.openxmlformats.org/officeDocument/2006/relationships/customXml" Target="../ink/ink50.xml"/><Relationship Id="rId121" Type="http://schemas.openxmlformats.org/officeDocument/2006/relationships/customXml" Target="../ink/ink62.xml"/><Relationship Id="rId142" Type="http://schemas.openxmlformats.org/officeDocument/2006/relationships/image" Target="../media/image69.png"/><Relationship Id="rId163" Type="http://schemas.openxmlformats.org/officeDocument/2006/relationships/customXml" Target="../ink/ink83.xml"/><Relationship Id="rId184" Type="http://schemas.openxmlformats.org/officeDocument/2006/relationships/image" Target="../media/image90.png"/><Relationship Id="rId219" Type="http://schemas.openxmlformats.org/officeDocument/2006/relationships/customXml" Target="../ink/ink111.xml"/><Relationship Id="rId230" Type="http://schemas.openxmlformats.org/officeDocument/2006/relationships/image" Target="../media/image113.png"/><Relationship Id="rId251" Type="http://schemas.openxmlformats.org/officeDocument/2006/relationships/customXml" Target="../ink/ink12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image" Target="../media/image134.png"/><Relationship Id="rId293" Type="http://schemas.openxmlformats.org/officeDocument/2006/relationships/customXml" Target="../ink/ink148.xml"/><Relationship Id="rId307" Type="http://schemas.openxmlformats.org/officeDocument/2006/relationships/customXml" Target="../ink/ink155.xml"/><Relationship Id="rId88" Type="http://schemas.openxmlformats.org/officeDocument/2006/relationships/customXml" Target="../ink/ink45.xml"/><Relationship Id="rId111" Type="http://schemas.openxmlformats.org/officeDocument/2006/relationships/customXml" Target="../ink/ink57.xml"/><Relationship Id="rId132" Type="http://schemas.openxmlformats.org/officeDocument/2006/relationships/image" Target="../media/image64.png"/><Relationship Id="rId153" Type="http://schemas.openxmlformats.org/officeDocument/2006/relationships/customXml" Target="../ink/ink78.xml"/><Relationship Id="rId174" Type="http://schemas.openxmlformats.org/officeDocument/2006/relationships/image" Target="../media/image85.png"/><Relationship Id="rId195" Type="http://schemas.openxmlformats.org/officeDocument/2006/relationships/customXml" Target="../ink/ink99.xml"/><Relationship Id="rId209" Type="http://schemas.openxmlformats.org/officeDocument/2006/relationships/customXml" Target="../ink/ink106.xml"/><Relationship Id="rId220" Type="http://schemas.openxmlformats.org/officeDocument/2006/relationships/image" Target="../media/image108.png"/><Relationship Id="rId241" Type="http://schemas.openxmlformats.org/officeDocument/2006/relationships/customXml" Target="../ink/ink122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image" Target="../media/image129.png"/><Relationship Id="rId283" Type="http://schemas.openxmlformats.org/officeDocument/2006/relationships/customXml" Target="../ink/ink143.xml"/><Relationship Id="rId318" Type="http://schemas.openxmlformats.org/officeDocument/2006/relationships/image" Target="../media/image157.png"/><Relationship Id="rId78" Type="http://schemas.openxmlformats.org/officeDocument/2006/relationships/image" Target="../media/image38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59.png"/><Relationship Id="rId143" Type="http://schemas.openxmlformats.org/officeDocument/2006/relationships/customXml" Target="../ink/ink73.xml"/><Relationship Id="rId164" Type="http://schemas.openxmlformats.org/officeDocument/2006/relationships/image" Target="../media/image80.png"/><Relationship Id="rId185" Type="http://schemas.openxmlformats.org/officeDocument/2006/relationships/customXml" Target="../ink/ink94.xml"/><Relationship Id="rId9" Type="http://schemas.openxmlformats.org/officeDocument/2006/relationships/image" Target="../media/image4.png"/><Relationship Id="rId210" Type="http://schemas.openxmlformats.org/officeDocument/2006/relationships/image" Target="../media/image103.png"/><Relationship Id="rId26" Type="http://schemas.openxmlformats.org/officeDocument/2006/relationships/customXml" Target="../ink/ink13.xml"/><Relationship Id="rId231" Type="http://schemas.openxmlformats.org/officeDocument/2006/relationships/customXml" Target="../ink/ink117.xml"/><Relationship Id="rId252" Type="http://schemas.openxmlformats.org/officeDocument/2006/relationships/image" Target="../media/image124.png"/><Relationship Id="rId273" Type="http://schemas.openxmlformats.org/officeDocument/2006/relationships/customXml" Target="../ink/ink138.xml"/><Relationship Id="rId294" Type="http://schemas.openxmlformats.org/officeDocument/2006/relationships/image" Target="../media/image145.png"/><Relationship Id="rId308" Type="http://schemas.openxmlformats.org/officeDocument/2006/relationships/image" Target="../media/image152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3.png"/><Relationship Id="rId112" Type="http://schemas.openxmlformats.org/officeDocument/2006/relationships/image" Target="../media/image54.png"/><Relationship Id="rId133" Type="http://schemas.openxmlformats.org/officeDocument/2006/relationships/customXml" Target="../ink/ink68.xml"/><Relationship Id="rId154" Type="http://schemas.openxmlformats.org/officeDocument/2006/relationships/image" Target="../media/image75.png"/><Relationship Id="rId175" Type="http://schemas.openxmlformats.org/officeDocument/2006/relationships/customXml" Target="../ink/ink89.xml"/><Relationship Id="rId196" Type="http://schemas.openxmlformats.org/officeDocument/2006/relationships/image" Target="../media/image96.png"/><Relationship Id="rId200" Type="http://schemas.openxmlformats.org/officeDocument/2006/relationships/image" Target="../media/image98.png"/><Relationship Id="rId16" Type="http://schemas.openxmlformats.org/officeDocument/2006/relationships/customXml" Target="../ink/ink8.xml"/><Relationship Id="rId221" Type="http://schemas.openxmlformats.org/officeDocument/2006/relationships/customXml" Target="../ink/ink112.xml"/><Relationship Id="rId242" Type="http://schemas.openxmlformats.org/officeDocument/2006/relationships/image" Target="../media/image119.png"/><Relationship Id="rId263" Type="http://schemas.openxmlformats.org/officeDocument/2006/relationships/customXml" Target="../ink/ink133.xml"/><Relationship Id="rId284" Type="http://schemas.openxmlformats.org/officeDocument/2006/relationships/image" Target="../media/image140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customXml" Target="../ink/ink40.xml"/><Relationship Id="rId102" Type="http://schemas.openxmlformats.org/officeDocument/2006/relationships/image" Target="../media/image49.png"/><Relationship Id="rId123" Type="http://schemas.openxmlformats.org/officeDocument/2006/relationships/customXml" Target="../ink/ink63.xml"/><Relationship Id="rId144" Type="http://schemas.openxmlformats.org/officeDocument/2006/relationships/image" Target="../media/image70.png"/><Relationship Id="rId90" Type="http://schemas.openxmlformats.org/officeDocument/2006/relationships/customXml" Target="../ink/ink46.xml"/><Relationship Id="rId165" Type="http://schemas.openxmlformats.org/officeDocument/2006/relationships/customXml" Target="../ink/ink84.xml"/><Relationship Id="rId186" Type="http://schemas.openxmlformats.org/officeDocument/2006/relationships/image" Target="../media/image91.png"/><Relationship Id="rId211" Type="http://schemas.openxmlformats.org/officeDocument/2006/relationships/customXml" Target="../ink/ink107.xml"/><Relationship Id="rId232" Type="http://schemas.openxmlformats.org/officeDocument/2006/relationships/image" Target="../media/image114.png"/><Relationship Id="rId253" Type="http://schemas.openxmlformats.org/officeDocument/2006/relationships/customXml" Target="../ink/ink128.xml"/><Relationship Id="rId274" Type="http://schemas.openxmlformats.org/officeDocument/2006/relationships/image" Target="../media/image135.png"/><Relationship Id="rId295" Type="http://schemas.openxmlformats.org/officeDocument/2006/relationships/customXml" Target="../ink/ink149.xml"/><Relationship Id="rId309" Type="http://schemas.openxmlformats.org/officeDocument/2006/relationships/customXml" Target="../ink/ink156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customXml" Target="../ink/ink58.xml"/><Relationship Id="rId134" Type="http://schemas.openxmlformats.org/officeDocument/2006/relationships/image" Target="../media/image65.png"/><Relationship Id="rId80" Type="http://schemas.openxmlformats.org/officeDocument/2006/relationships/image" Target="../media/image39.png"/><Relationship Id="rId155" Type="http://schemas.openxmlformats.org/officeDocument/2006/relationships/customXml" Target="../ink/ink79.xml"/><Relationship Id="rId176" Type="http://schemas.openxmlformats.org/officeDocument/2006/relationships/image" Target="../media/image86.png"/><Relationship Id="rId197" Type="http://schemas.openxmlformats.org/officeDocument/2006/relationships/customXml" Target="../ink/ink100.xml"/><Relationship Id="rId201" Type="http://schemas.openxmlformats.org/officeDocument/2006/relationships/customXml" Target="../ink/ink102.xml"/><Relationship Id="rId222" Type="http://schemas.openxmlformats.org/officeDocument/2006/relationships/image" Target="../media/image109.png"/><Relationship Id="rId243" Type="http://schemas.openxmlformats.org/officeDocument/2006/relationships/customXml" Target="../ink/ink123.xml"/><Relationship Id="rId264" Type="http://schemas.openxmlformats.org/officeDocument/2006/relationships/image" Target="../media/image130.png"/><Relationship Id="rId285" Type="http://schemas.openxmlformats.org/officeDocument/2006/relationships/customXml" Target="../ink/ink144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3.xml"/><Relationship Id="rId124" Type="http://schemas.openxmlformats.org/officeDocument/2006/relationships/image" Target="../media/image60.png"/><Relationship Id="rId310" Type="http://schemas.openxmlformats.org/officeDocument/2006/relationships/image" Target="../media/image153.png"/><Relationship Id="rId70" Type="http://schemas.openxmlformats.org/officeDocument/2006/relationships/customXml" Target="../ink/ink35.xml"/><Relationship Id="rId91" Type="http://schemas.openxmlformats.org/officeDocument/2006/relationships/image" Target="../media/image44.png"/><Relationship Id="rId145" Type="http://schemas.openxmlformats.org/officeDocument/2006/relationships/customXml" Target="../ink/ink74.xml"/><Relationship Id="rId166" Type="http://schemas.openxmlformats.org/officeDocument/2006/relationships/image" Target="../media/image81.png"/><Relationship Id="rId187" Type="http://schemas.openxmlformats.org/officeDocument/2006/relationships/customXml" Target="../ink/ink9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4.png"/><Relationship Id="rId233" Type="http://schemas.openxmlformats.org/officeDocument/2006/relationships/customXml" Target="../ink/ink118.xml"/><Relationship Id="rId254" Type="http://schemas.openxmlformats.org/officeDocument/2006/relationships/image" Target="../media/image125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5.png"/><Relationship Id="rId275" Type="http://schemas.openxmlformats.org/officeDocument/2006/relationships/customXml" Target="../ink/ink139.xml"/><Relationship Id="rId296" Type="http://schemas.openxmlformats.org/officeDocument/2006/relationships/image" Target="../media/image146.png"/><Relationship Id="rId300" Type="http://schemas.openxmlformats.org/officeDocument/2006/relationships/image" Target="../media/image148.png"/><Relationship Id="rId60" Type="http://schemas.openxmlformats.org/officeDocument/2006/relationships/customXml" Target="../ink/ink30.xml"/><Relationship Id="rId81" Type="http://schemas.openxmlformats.org/officeDocument/2006/relationships/customXml" Target="../ink/ink41.xml"/><Relationship Id="rId135" Type="http://schemas.openxmlformats.org/officeDocument/2006/relationships/customXml" Target="../ink/ink69.xml"/><Relationship Id="rId156" Type="http://schemas.openxmlformats.org/officeDocument/2006/relationships/image" Target="../media/image76.png"/><Relationship Id="rId177" Type="http://schemas.openxmlformats.org/officeDocument/2006/relationships/customXml" Target="../ink/ink90.xml"/><Relationship Id="rId198" Type="http://schemas.openxmlformats.org/officeDocument/2006/relationships/image" Target="../media/image97.png"/><Relationship Id="rId202" Type="http://schemas.openxmlformats.org/officeDocument/2006/relationships/image" Target="../media/image99.png"/><Relationship Id="rId223" Type="http://schemas.openxmlformats.org/officeDocument/2006/relationships/customXml" Target="../ink/ink113.xml"/><Relationship Id="rId244" Type="http://schemas.openxmlformats.org/officeDocument/2006/relationships/image" Target="../media/image120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4.xml"/><Relationship Id="rId286" Type="http://schemas.openxmlformats.org/officeDocument/2006/relationships/image" Target="../media/image141.png"/><Relationship Id="rId50" Type="http://schemas.openxmlformats.org/officeDocument/2006/relationships/customXml" Target="../ink/ink25.xml"/><Relationship Id="rId104" Type="http://schemas.openxmlformats.org/officeDocument/2006/relationships/image" Target="../media/image50.png"/><Relationship Id="rId125" Type="http://schemas.openxmlformats.org/officeDocument/2006/relationships/customXml" Target="../ink/ink64.xml"/><Relationship Id="rId146" Type="http://schemas.openxmlformats.org/officeDocument/2006/relationships/image" Target="../media/image71.png"/><Relationship Id="rId167" Type="http://schemas.openxmlformats.org/officeDocument/2006/relationships/customXml" Target="../ink/ink85.xml"/><Relationship Id="rId188" Type="http://schemas.openxmlformats.org/officeDocument/2006/relationships/image" Target="../media/image92.png"/><Relationship Id="rId311" Type="http://schemas.openxmlformats.org/officeDocument/2006/relationships/customXml" Target="../ink/ink157.xml"/><Relationship Id="rId71" Type="http://schemas.openxmlformats.org/officeDocument/2006/relationships/image" Target="../media/image35.png"/><Relationship Id="rId92" Type="http://schemas.openxmlformats.org/officeDocument/2006/relationships/customXml" Target="../ink/ink47.xml"/><Relationship Id="rId213" Type="http://schemas.openxmlformats.org/officeDocument/2006/relationships/customXml" Target="../ink/ink108.xml"/><Relationship Id="rId234" Type="http://schemas.openxmlformats.org/officeDocument/2006/relationships/image" Target="../media/image11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29.xml"/><Relationship Id="rId276" Type="http://schemas.openxmlformats.org/officeDocument/2006/relationships/image" Target="../media/image136.png"/><Relationship Id="rId297" Type="http://schemas.openxmlformats.org/officeDocument/2006/relationships/customXml" Target="../ink/ink150.xml"/><Relationship Id="rId40" Type="http://schemas.openxmlformats.org/officeDocument/2006/relationships/customXml" Target="../ink/ink20.xml"/><Relationship Id="rId115" Type="http://schemas.openxmlformats.org/officeDocument/2006/relationships/customXml" Target="../ink/ink59.xml"/><Relationship Id="rId136" Type="http://schemas.openxmlformats.org/officeDocument/2006/relationships/image" Target="../media/image66.png"/><Relationship Id="rId157" Type="http://schemas.openxmlformats.org/officeDocument/2006/relationships/customXml" Target="../ink/ink80.xml"/><Relationship Id="rId178" Type="http://schemas.openxmlformats.org/officeDocument/2006/relationships/image" Target="../media/image87.png"/><Relationship Id="rId301" Type="http://schemas.openxmlformats.org/officeDocument/2006/relationships/customXml" Target="../ink/ink152.xml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9" Type="http://schemas.openxmlformats.org/officeDocument/2006/relationships/customXml" Target="../ink/ink101.xml"/><Relationship Id="rId203" Type="http://schemas.openxmlformats.org/officeDocument/2006/relationships/customXml" Target="../ink/ink103.xml"/><Relationship Id="rId19" Type="http://schemas.openxmlformats.org/officeDocument/2006/relationships/image" Target="../media/image9.png"/><Relationship Id="rId224" Type="http://schemas.openxmlformats.org/officeDocument/2006/relationships/image" Target="../media/image110.png"/><Relationship Id="rId245" Type="http://schemas.openxmlformats.org/officeDocument/2006/relationships/customXml" Target="../ink/ink124.xml"/><Relationship Id="rId266" Type="http://schemas.openxmlformats.org/officeDocument/2006/relationships/image" Target="../media/image131.png"/><Relationship Id="rId287" Type="http://schemas.openxmlformats.org/officeDocument/2006/relationships/customXml" Target="../ink/ink145.xml"/><Relationship Id="rId30" Type="http://schemas.openxmlformats.org/officeDocument/2006/relationships/customXml" Target="../ink/ink15.xml"/><Relationship Id="rId105" Type="http://schemas.openxmlformats.org/officeDocument/2006/relationships/customXml" Target="../ink/ink54.xml"/><Relationship Id="rId126" Type="http://schemas.openxmlformats.org/officeDocument/2006/relationships/image" Target="../media/image61.png"/><Relationship Id="rId147" Type="http://schemas.openxmlformats.org/officeDocument/2006/relationships/customXml" Target="../ink/ink75.xml"/><Relationship Id="rId168" Type="http://schemas.openxmlformats.org/officeDocument/2006/relationships/image" Target="../media/image82.png"/><Relationship Id="rId312" Type="http://schemas.openxmlformats.org/officeDocument/2006/relationships/image" Target="../media/image154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5.png"/><Relationship Id="rId189" Type="http://schemas.openxmlformats.org/officeDocument/2006/relationships/customXml" Target="../ink/ink96.xml"/><Relationship Id="rId3" Type="http://schemas.openxmlformats.org/officeDocument/2006/relationships/image" Target="../media/image1.png"/><Relationship Id="rId214" Type="http://schemas.openxmlformats.org/officeDocument/2006/relationships/image" Target="../media/image105.png"/><Relationship Id="rId235" Type="http://schemas.openxmlformats.org/officeDocument/2006/relationships/customXml" Target="../ink/ink119.xml"/><Relationship Id="rId256" Type="http://schemas.openxmlformats.org/officeDocument/2006/relationships/image" Target="../media/image126.png"/><Relationship Id="rId277" Type="http://schemas.openxmlformats.org/officeDocument/2006/relationships/customXml" Target="../ink/ink140.xml"/><Relationship Id="rId298" Type="http://schemas.openxmlformats.org/officeDocument/2006/relationships/image" Target="../media/image147.png"/><Relationship Id="rId116" Type="http://schemas.openxmlformats.org/officeDocument/2006/relationships/image" Target="../media/image56.png"/><Relationship Id="rId137" Type="http://schemas.openxmlformats.org/officeDocument/2006/relationships/customXml" Target="../ink/ink70.xml"/><Relationship Id="rId158" Type="http://schemas.openxmlformats.org/officeDocument/2006/relationships/image" Target="../media/image77.png"/><Relationship Id="rId302" Type="http://schemas.openxmlformats.org/officeDocument/2006/relationships/image" Target="../media/image149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2.xml"/><Relationship Id="rId179" Type="http://schemas.openxmlformats.org/officeDocument/2006/relationships/customXml" Target="../ink/ink91.xml"/><Relationship Id="rId190" Type="http://schemas.openxmlformats.org/officeDocument/2006/relationships/image" Target="../media/image93.png"/><Relationship Id="rId204" Type="http://schemas.openxmlformats.org/officeDocument/2006/relationships/image" Target="../media/image100.png"/><Relationship Id="rId225" Type="http://schemas.openxmlformats.org/officeDocument/2006/relationships/customXml" Target="../ink/ink114.xml"/><Relationship Id="rId246" Type="http://schemas.openxmlformats.org/officeDocument/2006/relationships/image" Target="../media/image121.png"/><Relationship Id="rId267" Type="http://schemas.openxmlformats.org/officeDocument/2006/relationships/customXml" Target="../ink/ink135.xml"/><Relationship Id="rId288" Type="http://schemas.openxmlformats.org/officeDocument/2006/relationships/image" Target="../media/image142.png"/><Relationship Id="rId106" Type="http://schemas.openxmlformats.org/officeDocument/2006/relationships/image" Target="../media/image51.png"/><Relationship Id="rId127" Type="http://schemas.openxmlformats.org/officeDocument/2006/relationships/customXml" Target="../ink/ink65.xml"/><Relationship Id="rId313" Type="http://schemas.openxmlformats.org/officeDocument/2006/relationships/customXml" Target="../ink/ink158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customXml" Target="../ink/ink37.xml"/><Relationship Id="rId94" Type="http://schemas.openxmlformats.org/officeDocument/2006/relationships/customXml" Target="../ink/ink48.xml"/><Relationship Id="rId148" Type="http://schemas.openxmlformats.org/officeDocument/2006/relationships/image" Target="../media/image72.png"/><Relationship Id="rId169" Type="http://schemas.openxmlformats.org/officeDocument/2006/relationships/customXml" Target="../ink/ink86.xml"/><Relationship Id="rId4" Type="http://schemas.openxmlformats.org/officeDocument/2006/relationships/customXml" Target="../ink/ink2.xml"/><Relationship Id="rId180" Type="http://schemas.openxmlformats.org/officeDocument/2006/relationships/image" Target="../media/image88.png"/><Relationship Id="rId215" Type="http://schemas.openxmlformats.org/officeDocument/2006/relationships/customXml" Target="../ink/ink109.xml"/><Relationship Id="rId236" Type="http://schemas.openxmlformats.org/officeDocument/2006/relationships/image" Target="../media/image116.png"/><Relationship Id="rId257" Type="http://schemas.openxmlformats.org/officeDocument/2006/relationships/customXml" Target="../ink/ink130.xml"/><Relationship Id="rId278" Type="http://schemas.openxmlformats.org/officeDocument/2006/relationships/image" Target="../media/image137.png"/><Relationship Id="rId303" Type="http://schemas.openxmlformats.org/officeDocument/2006/relationships/customXml" Target="../ink/ink153.xml"/><Relationship Id="rId42" Type="http://schemas.openxmlformats.org/officeDocument/2006/relationships/customXml" Target="../ink/ink21.xml"/><Relationship Id="rId84" Type="http://schemas.openxmlformats.org/officeDocument/2006/relationships/image" Target="../media/image41.png"/><Relationship Id="rId138" Type="http://schemas.openxmlformats.org/officeDocument/2006/relationships/image" Target="../media/image67.png"/><Relationship Id="rId191" Type="http://schemas.openxmlformats.org/officeDocument/2006/relationships/customXml" Target="../ink/ink97.xml"/><Relationship Id="rId205" Type="http://schemas.openxmlformats.org/officeDocument/2006/relationships/customXml" Target="../ink/ink104.xml"/><Relationship Id="rId247" Type="http://schemas.openxmlformats.org/officeDocument/2006/relationships/customXml" Target="../ink/ink125.xml"/><Relationship Id="rId107" Type="http://schemas.openxmlformats.org/officeDocument/2006/relationships/customXml" Target="../ink/ink55.xml"/><Relationship Id="rId289" Type="http://schemas.openxmlformats.org/officeDocument/2006/relationships/customXml" Target="../ink/ink146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customXml" Target="../ink/ink76.xml"/><Relationship Id="rId314" Type="http://schemas.openxmlformats.org/officeDocument/2006/relationships/image" Target="../media/image155.png"/><Relationship Id="rId95" Type="http://schemas.openxmlformats.org/officeDocument/2006/relationships/image" Target="../media/image46.png"/><Relationship Id="rId160" Type="http://schemas.openxmlformats.org/officeDocument/2006/relationships/image" Target="../media/image78.png"/><Relationship Id="rId216" Type="http://schemas.openxmlformats.org/officeDocument/2006/relationships/image" Target="../media/image106.png"/><Relationship Id="rId258" Type="http://schemas.openxmlformats.org/officeDocument/2006/relationships/image" Target="../media/image127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57.png"/><Relationship Id="rId171" Type="http://schemas.openxmlformats.org/officeDocument/2006/relationships/customXml" Target="../ink/ink87.xml"/><Relationship Id="rId227" Type="http://schemas.openxmlformats.org/officeDocument/2006/relationships/customXml" Target="../ink/ink115.xml"/><Relationship Id="rId269" Type="http://schemas.openxmlformats.org/officeDocument/2006/relationships/customXml" Target="../ink/ink136.xml"/><Relationship Id="rId33" Type="http://schemas.openxmlformats.org/officeDocument/2006/relationships/image" Target="../media/image16.png"/><Relationship Id="rId129" Type="http://schemas.openxmlformats.org/officeDocument/2006/relationships/customXml" Target="../ink/ink66.xml"/><Relationship Id="rId280" Type="http://schemas.openxmlformats.org/officeDocument/2006/relationships/image" Target="../media/image138.png"/><Relationship Id="rId75" Type="http://schemas.openxmlformats.org/officeDocument/2006/relationships/customXml" Target="../ink/ink38.xml"/><Relationship Id="rId140" Type="http://schemas.openxmlformats.org/officeDocument/2006/relationships/image" Target="../media/image68.png"/><Relationship Id="rId182" Type="http://schemas.openxmlformats.org/officeDocument/2006/relationships/image" Target="../media/image89.png"/><Relationship Id="rId6" Type="http://schemas.openxmlformats.org/officeDocument/2006/relationships/customXml" Target="../ink/ink3.xml"/><Relationship Id="rId238" Type="http://schemas.openxmlformats.org/officeDocument/2006/relationships/image" Target="../media/image117.png"/><Relationship Id="rId291" Type="http://schemas.openxmlformats.org/officeDocument/2006/relationships/customXml" Target="../ink/ink147.xml"/><Relationship Id="rId305" Type="http://schemas.openxmlformats.org/officeDocument/2006/relationships/customXml" Target="../ink/ink154.xml"/><Relationship Id="rId44" Type="http://schemas.openxmlformats.org/officeDocument/2006/relationships/customXml" Target="../ink/ink22.xml"/><Relationship Id="rId86" Type="http://schemas.openxmlformats.org/officeDocument/2006/relationships/customXml" Target="../ink/ink44.xml"/><Relationship Id="rId151" Type="http://schemas.openxmlformats.org/officeDocument/2006/relationships/customXml" Target="../ink/ink77.xml"/><Relationship Id="rId193" Type="http://schemas.openxmlformats.org/officeDocument/2006/relationships/customXml" Target="../ink/ink98.xml"/><Relationship Id="rId207" Type="http://schemas.openxmlformats.org/officeDocument/2006/relationships/customXml" Target="../ink/ink105.xml"/><Relationship Id="rId249" Type="http://schemas.openxmlformats.org/officeDocument/2006/relationships/customXml" Target="../ink/ink126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5.png"/><Relationship Id="rId299" Type="http://schemas.openxmlformats.org/officeDocument/2006/relationships/image" Target="../media/image305.png"/><Relationship Id="rId21" Type="http://schemas.openxmlformats.org/officeDocument/2006/relationships/image" Target="../media/image167.png"/><Relationship Id="rId63" Type="http://schemas.openxmlformats.org/officeDocument/2006/relationships/image" Target="../media/image188.png"/><Relationship Id="rId159" Type="http://schemas.openxmlformats.org/officeDocument/2006/relationships/image" Target="../media/image236.png"/><Relationship Id="rId324" Type="http://schemas.openxmlformats.org/officeDocument/2006/relationships/customXml" Target="../ink/ink322.xml"/><Relationship Id="rId366" Type="http://schemas.openxmlformats.org/officeDocument/2006/relationships/customXml" Target="../ink/ink343.xml"/><Relationship Id="rId170" Type="http://schemas.openxmlformats.org/officeDocument/2006/relationships/customXml" Target="../ink/ink245.xml"/><Relationship Id="rId226" Type="http://schemas.openxmlformats.org/officeDocument/2006/relationships/customXml" Target="../ink/ink273.xml"/><Relationship Id="rId433" Type="http://schemas.openxmlformats.org/officeDocument/2006/relationships/image" Target="../media/image372.png"/><Relationship Id="rId268" Type="http://schemas.openxmlformats.org/officeDocument/2006/relationships/customXml" Target="../ink/ink294.xml"/><Relationship Id="rId475" Type="http://schemas.openxmlformats.org/officeDocument/2006/relationships/image" Target="../media/image393.png"/><Relationship Id="rId32" Type="http://schemas.openxmlformats.org/officeDocument/2006/relationships/customXml" Target="../ink/ink176.xml"/><Relationship Id="rId74" Type="http://schemas.openxmlformats.org/officeDocument/2006/relationships/customXml" Target="../ink/ink197.xml"/><Relationship Id="rId128" Type="http://schemas.openxmlformats.org/officeDocument/2006/relationships/customXml" Target="../ink/ink224.xml"/><Relationship Id="rId335" Type="http://schemas.openxmlformats.org/officeDocument/2006/relationships/image" Target="../media/image323.png"/><Relationship Id="rId377" Type="http://schemas.openxmlformats.org/officeDocument/2006/relationships/image" Target="../media/image344.png"/><Relationship Id="rId5" Type="http://schemas.openxmlformats.org/officeDocument/2006/relationships/image" Target="../media/image159.png"/><Relationship Id="rId181" Type="http://schemas.openxmlformats.org/officeDocument/2006/relationships/image" Target="../media/image247.png"/><Relationship Id="rId237" Type="http://schemas.openxmlformats.org/officeDocument/2006/relationships/image" Target="../media/image275.png"/><Relationship Id="rId402" Type="http://schemas.openxmlformats.org/officeDocument/2006/relationships/customXml" Target="../ink/ink361.xml"/><Relationship Id="rId279" Type="http://schemas.openxmlformats.org/officeDocument/2006/relationships/image" Target="../media/image296.png"/><Relationship Id="rId444" Type="http://schemas.openxmlformats.org/officeDocument/2006/relationships/customXml" Target="../ink/ink382.xml"/><Relationship Id="rId43" Type="http://schemas.openxmlformats.org/officeDocument/2006/relationships/image" Target="../media/image178.png"/><Relationship Id="rId139" Type="http://schemas.openxmlformats.org/officeDocument/2006/relationships/image" Target="../media/image226.png"/><Relationship Id="rId290" Type="http://schemas.openxmlformats.org/officeDocument/2006/relationships/customXml" Target="../ink/ink305.xml"/><Relationship Id="rId304" Type="http://schemas.openxmlformats.org/officeDocument/2006/relationships/customXml" Target="../ink/ink312.xml"/><Relationship Id="rId346" Type="http://schemas.openxmlformats.org/officeDocument/2006/relationships/customXml" Target="../ink/ink333.xml"/><Relationship Id="rId388" Type="http://schemas.openxmlformats.org/officeDocument/2006/relationships/customXml" Target="../ink/ink354.xml"/><Relationship Id="rId85" Type="http://schemas.openxmlformats.org/officeDocument/2006/relationships/image" Target="../media/image199.png"/><Relationship Id="rId150" Type="http://schemas.openxmlformats.org/officeDocument/2006/relationships/customXml" Target="../ink/ink235.xml"/><Relationship Id="rId192" Type="http://schemas.openxmlformats.org/officeDocument/2006/relationships/customXml" Target="../ink/ink256.xml"/><Relationship Id="rId206" Type="http://schemas.openxmlformats.org/officeDocument/2006/relationships/customXml" Target="../ink/ink263.xml"/><Relationship Id="rId413" Type="http://schemas.openxmlformats.org/officeDocument/2006/relationships/image" Target="../media/image362.png"/><Relationship Id="rId248" Type="http://schemas.openxmlformats.org/officeDocument/2006/relationships/customXml" Target="../ink/ink284.xml"/><Relationship Id="rId455" Type="http://schemas.openxmlformats.org/officeDocument/2006/relationships/image" Target="../media/image383.png"/><Relationship Id="rId12" Type="http://schemas.openxmlformats.org/officeDocument/2006/relationships/customXml" Target="../ink/ink166.xml"/><Relationship Id="rId108" Type="http://schemas.openxmlformats.org/officeDocument/2006/relationships/customXml" Target="../ink/ink214.xml"/><Relationship Id="rId315" Type="http://schemas.openxmlformats.org/officeDocument/2006/relationships/image" Target="../media/image313.png"/><Relationship Id="rId357" Type="http://schemas.openxmlformats.org/officeDocument/2006/relationships/image" Target="../media/image334.png"/><Relationship Id="rId54" Type="http://schemas.openxmlformats.org/officeDocument/2006/relationships/customXml" Target="../ink/ink187.xml"/><Relationship Id="rId96" Type="http://schemas.openxmlformats.org/officeDocument/2006/relationships/customXml" Target="../ink/ink208.xml"/><Relationship Id="rId161" Type="http://schemas.openxmlformats.org/officeDocument/2006/relationships/image" Target="../media/image237.png"/><Relationship Id="rId217" Type="http://schemas.openxmlformats.org/officeDocument/2006/relationships/image" Target="../media/image265.png"/><Relationship Id="rId399" Type="http://schemas.openxmlformats.org/officeDocument/2006/relationships/image" Target="../media/image355.png"/><Relationship Id="rId259" Type="http://schemas.openxmlformats.org/officeDocument/2006/relationships/image" Target="../media/image286.png"/><Relationship Id="rId424" Type="http://schemas.openxmlformats.org/officeDocument/2006/relationships/customXml" Target="../ink/ink372.xml"/><Relationship Id="rId466" Type="http://schemas.openxmlformats.org/officeDocument/2006/relationships/customXml" Target="../ink/ink393.xml"/><Relationship Id="rId23" Type="http://schemas.openxmlformats.org/officeDocument/2006/relationships/image" Target="../media/image168.png"/><Relationship Id="rId119" Type="http://schemas.openxmlformats.org/officeDocument/2006/relationships/image" Target="../media/image216.png"/><Relationship Id="rId270" Type="http://schemas.openxmlformats.org/officeDocument/2006/relationships/customXml" Target="../ink/ink295.xml"/><Relationship Id="rId326" Type="http://schemas.openxmlformats.org/officeDocument/2006/relationships/customXml" Target="../ink/ink323.xml"/><Relationship Id="rId65" Type="http://schemas.openxmlformats.org/officeDocument/2006/relationships/image" Target="../media/image189.png"/><Relationship Id="rId130" Type="http://schemas.openxmlformats.org/officeDocument/2006/relationships/customXml" Target="../ink/ink225.xml"/><Relationship Id="rId368" Type="http://schemas.openxmlformats.org/officeDocument/2006/relationships/customXml" Target="../ink/ink344.xml"/><Relationship Id="rId172" Type="http://schemas.openxmlformats.org/officeDocument/2006/relationships/customXml" Target="../ink/ink246.xml"/><Relationship Id="rId228" Type="http://schemas.openxmlformats.org/officeDocument/2006/relationships/customXml" Target="../ink/ink274.xml"/><Relationship Id="rId435" Type="http://schemas.openxmlformats.org/officeDocument/2006/relationships/image" Target="../media/image373.png"/><Relationship Id="rId477" Type="http://schemas.openxmlformats.org/officeDocument/2006/relationships/image" Target="../media/image394.png"/><Relationship Id="rId281" Type="http://schemas.openxmlformats.org/officeDocument/2006/relationships/image" Target="../media/image297.png"/><Relationship Id="rId337" Type="http://schemas.openxmlformats.org/officeDocument/2006/relationships/image" Target="../media/image324.png"/><Relationship Id="rId34" Type="http://schemas.openxmlformats.org/officeDocument/2006/relationships/customXml" Target="../ink/ink177.xml"/><Relationship Id="rId76" Type="http://schemas.openxmlformats.org/officeDocument/2006/relationships/customXml" Target="../ink/ink198.xml"/><Relationship Id="rId141" Type="http://schemas.openxmlformats.org/officeDocument/2006/relationships/image" Target="../media/image227.png"/><Relationship Id="rId379" Type="http://schemas.openxmlformats.org/officeDocument/2006/relationships/image" Target="../media/image345.png"/><Relationship Id="rId7" Type="http://schemas.openxmlformats.org/officeDocument/2006/relationships/image" Target="../media/image160.png"/><Relationship Id="rId183" Type="http://schemas.openxmlformats.org/officeDocument/2006/relationships/image" Target="../media/image248.png"/><Relationship Id="rId239" Type="http://schemas.openxmlformats.org/officeDocument/2006/relationships/image" Target="../media/image276.png"/><Relationship Id="rId390" Type="http://schemas.openxmlformats.org/officeDocument/2006/relationships/customXml" Target="../ink/ink355.xml"/><Relationship Id="rId404" Type="http://schemas.openxmlformats.org/officeDocument/2006/relationships/customXml" Target="../ink/ink362.xml"/><Relationship Id="rId446" Type="http://schemas.openxmlformats.org/officeDocument/2006/relationships/customXml" Target="../ink/ink383.xml"/><Relationship Id="rId250" Type="http://schemas.openxmlformats.org/officeDocument/2006/relationships/customXml" Target="../ink/ink285.xml"/><Relationship Id="rId292" Type="http://schemas.openxmlformats.org/officeDocument/2006/relationships/customXml" Target="../ink/ink306.xml"/><Relationship Id="rId306" Type="http://schemas.openxmlformats.org/officeDocument/2006/relationships/customXml" Target="../ink/ink313.xml"/><Relationship Id="rId45" Type="http://schemas.openxmlformats.org/officeDocument/2006/relationships/image" Target="../media/image179.png"/><Relationship Id="rId87" Type="http://schemas.openxmlformats.org/officeDocument/2006/relationships/image" Target="../media/image200.png"/><Relationship Id="rId110" Type="http://schemas.openxmlformats.org/officeDocument/2006/relationships/customXml" Target="../ink/ink215.xml"/><Relationship Id="rId348" Type="http://schemas.openxmlformats.org/officeDocument/2006/relationships/customXml" Target="../ink/ink334.xml"/><Relationship Id="rId152" Type="http://schemas.openxmlformats.org/officeDocument/2006/relationships/customXml" Target="../ink/ink236.xml"/><Relationship Id="rId194" Type="http://schemas.openxmlformats.org/officeDocument/2006/relationships/customXml" Target="../ink/ink257.xml"/><Relationship Id="rId208" Type="http://schemas.openxmlformats.org/officeDocument/2006/relationships/customXml" Target="../ink/ink264.xml"/><Relationship Id="rId415" Type="http://schemas.openxmlformats.org/officeDocument/2006/relationships/image" Target="../media/image363.png"/><Relationship Id="rId457" Type="http://schemas.openxmlformats.org/officeDocument/2006/relationships/image" Target="../media/image384.png"/><Relationship Id="rId261" Type="http://schemas.openxmlformats.org/officeDocument/2006/relationships/image" Target="../media/image287.png"/><Relationship Id="rId14" Type="http://schemas.openxmlformats.org/officeDocument/2006/relationships/customXml" Target="../ink/ink167.xml"/><Relationship Id="rId56" Type="http://schemas.openxmlformats.org/officeDocument/2006/relationships/customXml" Target="../ink/ink188.xml"/><Relationship Id="rId317" Type="http://schemas.openxmlformats.org/officeDocument/2006/relationships/image" Target="../media/image314.png"/><Relationship Id="rId359" Type="http://schemas.openxmlformats.org/officeDocument/2006/relationships/image" Target="../media/image335.png"/><Relationship Id="rId98" Type="http://schemas.openxmlformats.org/officeDocument/2006/relationships/customXml" Target="../ink/ink209.xml"/><Relationship Id="rId121" Type="http://schemas.openxmlformats.org/officeDocument/2006/relationships/image" Target="../media/image217.png"/><Relationship Id="rId163" Type="http://schemas.openxmlformats.org/officeDocument/2006/relationships/image" Target="../media/image238.png"/><Relationship Id="rId219" Type="http://schemas.openxmlformats.org/officeDocument/2006/relationships/image" Target="../media/image266.png"/><Relationship Id="rId370" Type="http://schemas.openxmlformats.org/officeDocument/2006/relationships/customXml" Target="../ink/ink345.xml"/><Relationship Id="rId426" Type="http://schemas.openxmlformats.org/officeDocument/2006/relationships/customXml" Target="../ink/ink373.xml"/><Relationship Id="rId230" Type="http://schemas.openxmlformats.org/officeDocument/2006/relationships/customXml" Target="../ink/ink275.xml"/><Relationship Id="rId468" Type="http://schemas.openxmlformats.org/officeDocument/2006/relationships/customXml" Target="../ink/ink394.xml"/><Relationship Id="rId25" Type="http://schemas.openxmlformats.org/officeDocument/2006/relationships/image" Target="../media/image169.png"/><Relationship Id="rId67" Type="http://schemas.openxmlformats.org/officeDocument/2006/relationships/image" Target="../media/image190.png"/><Relationship Id="rId272" Type="http://schemas.openxmlformats.org/officeDocument/2006/relationships/customXml" Target="../ink/ink296.xml"/><Relationship Id="rId328" Type="http://schemas.openxmlformats.org/officeDocument/2006/relationships/customXml" Target="../ink/ink324.xml"/><Relationship Id="rId132" Type="http://schemas.openxmlformats.org/officeDocument/2006/relationships/customXml" Target="../ink/ink226.xml"/><Relationship Id="rId174" Type="http://schemas.openxmlformats.org/officeDocument/2006/relationships/customXml" Target="../ink/ink247.xml"/><Relationship Id="rId381" Type="http://schemas.openxmlformats.org/officeDocument/2006/relationships/image" Target="../media/image346.png"/><Relationship Id="rId241" Type="http://schemas.openxmlformats.org/officeDocument/2006/relationships/image" Target="../media/image277.png"/><Relationship Id="rId437" Type="http://schemas.openxmlformats.org/officeDocument/2006/relationships/image" Target="../media/image374.png"/><Relationship Id="rId479" Type="http://schemas.openxmlformats.org/officeDocument/2006/relationships/image" Target="../media/image395.png"/><Relationship Id="rId36" Type="http://schemas.openxmlformats.org/officeDocument/2006/relationships/customXml" Target="../ink/ink178.xml"/><Relationship Id="rId283" Type="http://schemas.openxmlformats.org/officeDocument/2006/relationships/image" Target="../media/image298.png"/><Relationship Id="rId339" Type="http://schemas.openxmlformats.org/officeDocument/2006/relationships/image" Target="../media/image325.png"/><Relationship Id="rId78" Type="http://schemas.openxmlformats.org/officeDocument/2006/relationships/customXml" Target="../ink/ink199.xml"/><Relationship Id="rId101" Type="http://schemas.openxmlformats.org/officeDocument/2006/relationships/image" Target="../media/image207.png"/><Relationship Id="rId143" Type="http://schemas.openxmlformats.org/officeDocument/2006/relationships/image" Target="../media/image228.png"/><Relationship Id="rId185" Type="http://schemas.openxmlformats.org/officeDocument/2006/relationships/image" Target="../media/image249.png"/><Relationship Id="rId350" Type="http://schemas.openxmlformats.org/officeDocument/2006/relationships/customXml" Target="../ink/ink335.xml"/><Relationship Id="rId406" Type="http://schemas.openxmlformats.org/officeDocument/2006/relationships/customXml" Target="../ink/ink363.xml"/><Relationship Id="rId9" Type="http://schemas.openxmlformats.org/officeDocument/2006/relationships/image" Target="../media/image161.png"/><Relationship Id="rId210" Type="http://schemas.openxmlformats.org/officeDocument/2006/relationships/customXml" Target="../ink/ink265.xml"/><Relationship Id="rId392" Type="http://schemas.openxmlformats.org/officeDocument/2006/relationships/customXml" Target="../ink/ink356.xml"/><Relationship Id="rId448" Type="http://schemas.openxmlformats.org/officeDocument/2006/relationships/customXml" Target="../ink/ink384.xml"/><Relationship Id="rId252" Type="http://schemas.openxmlformats.org/officeDocument/2006/relationships/customXml" Target="../ink/ink286.xml"/><Relationship Id="rId294" Type="http://schemas.openxmlformats.org/officeDocument/2006/relationships/customXml" Target="../ink/ink307.xml"/><Relationship Id="rId308" Type="http://schemas.openxmlformats.org/officeDocument/2006/relationships/customXml" Target="../ink/ink314.xml"/><Relationship Id="rId47" Type="http://schemas.openxmlformats.org/officeDocument/2006/relationships/image" Target="../media/image180.png"/><Relationship Id="rId89" Type="http://schemas.openxmlformats.org/officeDocument/2006/relationships/image" Target="../media/image201.png"/><Relationship Id="rId112" Type="http://schemas.openxmlformats.org/officeDocument/2006/relationships/customXml" Target="../ink/ink216.xml"/><Relationship Id="rId154" Type="http://schemas.openxmlformats.org/officeDocument/2006/relationships/customXml" Target="../ink/ink237.xml"/><Relationship Id="rId361" Type="http://schemas.openxmlformats.org/officeDocument/2006/relationships/image" Target="../media/image336.png"/><Relationship Id="rId196" Type="http://schemas.openxmlformats.org/officeDocument/2006/relationships/customXml" Target="../ink/ink258.xml"/><Relationship Id="rId417" Type="http://schemas.openxmlformats.org/officeDocument/2006/relationships/image" Target="../media/image364.png"/><Relationship Id="rId459" Type="http://schemas.openxmlformats.org/officeDocument/2006/relationships/image" Target="../media/image385.png"/><Relationship Id="rId16" Type="http://schemas.openxmlformats.org/officeDocument/2006/relationships/customXml" Target="../ink/ink168.xml"/><Relationship Id="rId221" Type="http://schemas.openxmlformats.org/officeDocument/2006/relationships/image" Target="../media/image267.png"/><Relationship Id="rId263" Type="http://schemas.openxmlformats.org/officeDocument/2006/relationships/image" Target="../media/image288.png"/><Relationship Id="rId319" Type="http://schemas.openxmlformats.org/officeDocument/2006/relationships/image" Target="../media/image315.png"/><Relationship Id="rId470" Type="http://schemas.openxmlformats.org/officeDocument/2006/relationships/customXml" Target="../ink/ink395.xml"/><Relationship Id="rId58" Type="http://schemas.openxmlformats.org/officeDocument/2006/relationships/customXml" Target="../ink/ink189.xml"/><Relationship Id="rId123" Type="http://schemas.openxmlformats.org/officeDocument/2006/relationships/image" Target="../media/image218.png"/><Relationship Id="rId330" Type="http://schemas.openxmlformats.org/officeDocument/2006/relationships/customXml" Target="../ink/ink325.xml"/><Relationship Id="rId165" Type="http://schemas.openxmlformats.org/officeDocument/2006/relationships/image" Target="../media/image239.png"/><Relationship Id="rId372" Type="http://schemas.openxmlformats.org/officeDocument/2006/relationships/customXml" Target="../ink/ink346.xml"/><Relationship Id="rId428" Type="http://schemas.openxmlformats.org/officeDocument/2006/relationships/customXml" Target="../ink/ink374.xml"/><Relationship Id="rId232" Type="http://schemas.openxmlformats.org/officeDocument/2006/relationships/customXml" Target="../ink/ink276.xml"/><Relationship Id="rId274" Type="http://schemas.openxmlformats.org/officeDocument/2006/relationships/customXml" Target="../ink/ink297.xml"/><Relationship Id="rId27" Type="http://schemas.openxmlformats.org/officeDocument/2006/relationships/image" Target="../media/image170.png"/><Relationship Id="rId69" Type="http://schemas.openxmlformats.org/officeDocument/2006/relationships/image" Target="../media/image191.png"/><Relationship Id="rId134" Type="http://schemas.openxmlformats.org/officeDocument/2006/relationships/customXml" Target="../ink/ink227.xml"/><Relationship Id="rId80" Type="http://schemas.openxmlformats.org/officeDocument/2006/relationships/customXml" Target="../ink/ink200.xml"/><Relationship Id="rId176" Type="http://schemas.openxmlformats.org/officeDocument/2006/relationships/customXml" Target="../ink/ink248.xml"/><Relationship Id="rId341" Type="http://schemas.openxmlformats.org/officeDocument/2006/relationships/image" Target="../media/image326.png"/><Relationship Id="rId383" Type="http://schemas.openxmlformats.org/officeDocument/2006/relationships/image" Target="../media/image347.png"/><Relationship Id="rId439" Type="http://schemas.openxmlformats.org/officeDocument/2006/relationships/image" Target="../media/image375.png"/><Relationship Id="rId201" Type="http://schemas.openxmlformats.org/officeDocument/2006/relationships/image" Target="../media/image257.png"/><Relationship Id="rId243" Type="http://schemas.openxmlformats.org/officeDocument/2006/relationships/image" Target="../media/image278.png"/><Relationship Id="rId285" Type="http://schemas.openxmlformats.org/officeDocument/2006/relationships/image" Target="../media/image34.png"/><Relationship Id="rId450" Type="http://schemas.openxmlformats.org/officeDocument/2006/relationships/customXml" Target="../ink/ink385.xml"/><Relationship Id="rId38" Type="http://schemas.openxmlformats.org/officeDocument/2006/relationships/customXml" Target="../ink/ink179.xml"/><Relationship Id="rId103" Type="http://schemas.openxmlformats.org/officeDocument/2006/relationships/image" Target="../media/image208.png"/><Relationship Id="rId310" Type="http://schemas.openxmlformats.org/officeDocument/2006/relationships/customXml" Target="../ink/ink315.xml"/><Relationship Id="rId91" Type="http://schemas.openxmlformats.org/officeDocument/2006/relationships/image" Target="../media/image202.png"/><Relationship Id="rId145" Type="http://schemas.openxmlformats.org/officeDocument/2006/relationships/image" Target="../media/image229.png"/><Relationship Id="rId187" Type="http://schemas.openxmlformats.org/officeDocument/2006/relationships/image" Target="../media/image250.png"/><Relationship Id="rId352" Type="http://schemas.openxmlformats.org/officeDocument/2006/relationships/customXml" Target="../ink/ink336.xml"/><Relationship Id="rId394" Type="http://schemas.openxmlformats.org/officeDocument/2006/relationships/customXml" Target="../ink/ink357.xml"/><Relationship Id="rId408" Type="http://schemas.openxmlformats.org/officeDocument/2006/relationships/customXml" Target="../ink/ink364.xml"/><Relationship Id="rId212" Type="http://schemas.openxmlformats.org/officeDocument/2006/relationships/customXml" Target="../ink/ink266.xml"/><Relationship Id="rId254" Type="http://schemas.openxmlformats.org/officeDocument/2006/relationships/customXml" Target="../ink/ink287.xml"/><Relationship Id="rId49" Type="http://schemas.openxmlformats.org/officeDocument/2006/relationships/image" Target="../media/image181.png"/><Relationship Id="rId114" Type="http://schemas.openxmlformats.org/officeDocument/2006/relationships/customXml" Target="../ink/ink217.xml"/><Relationship Id="rId296" Type="http://schemas.openxmlformats.org/officeDocument/2006/relationships/customXml" Target="../ink/ink308.xml"/><Relationship Id="rId461" Type="http://schemas.openxmlformats.org/officeDocument/2006/relationships/image" Target="../media/image386.png"/><Relationship Id="rId60" Type="http://schemas.openxmlformats.org/officeDocument/2006/relationships/customXml" Target="../ink/ink190.xml"/><Relationship Id="rId156" Type="http://schemas.openxmlformats.org/officeDocument/2006/relationships/customXml" Target="../ink/ink238.xml"/><Relationship Id="rId198" Type="http://schemas.openxmlformats.org/officeDocument/2006/relationships/customXml" Target="../ink/ink259.xml"/><Relationship Id="rId321" Type="http://schemas.openxmlformats.org/officeDocument/2006/relationships/image" Target="../media/image316.png"/><Relationship Id="rId363" Type="http://schemas.openxmlformats.org/officeDocument/2006/relationships/image" Target="../media/image337.png"/><Relationship Id="rId419" Type="http://schemas.openxmlformats.org/officeDocument/2006/relationships/image" Target="../media/image365.png"/><Relationship Id="rId223" Type="http://schemas.openxmlformats.org/officeDocument/2006/relationships/image" Target="../media/image268.png"/><Relationship Id="rId430" Type="http://schemas.openxmlformats.org/officeDocument/2006/relationships/customXml" Target="../ink/ink375.xml"/><Relationship Id="rId18" Type="http://schemas.openxmlformats.org/officeDocument/2006/relationships/customXml" Target="../ink/ink169.xml"/><Relationship Id="rId265" Type="http://schemas.openxmlformats.org/officeDocument/2006/relationships/image" Target="../media/image289.png"/><Relationship Id="rId472" Type="http://schemas.openxmlformats.org/officeDocument/2006/relationships/customXml" Target="../ink/ink396.xml"/><Relationship Id="rId125" Type="http://schemas.openxmlformats.org/officeDocument/2006/relationships/image" Target="../media/image219.png"/><Relationship Id="rId167" Type="http://schemas.openxmlformats.org/officeDocument/2006/relationships/image" Target="../media/image240.png"/><Relationship Id="rId332" Type="http://schemas.openxmlformats.org/officeDocument/2006/relationships/customXml" Target="../ink/ink326.xml"/><Relationship Id="rId374" Type="http://schemas.openxmlformats.org/officeDocument/2006/relationships/customXml" Target="../ink/ink347.xml"/><Relationship Id="rId71" Type="http://schemas.openxmlformats.org/officeDocument/2006/relationships/image" Target="../media/image192.png"/><Relationship Id="rId234" Type="http://schemas.openxmlformats.org/officeDocument/2006/relationships/customXml" Target="../ink/ink277.xml"/><Relationship Id="rId2" Type="http://schemas.openxmlformats.org/officeDocument/2006/relationships/customXml" Target="../ink/ink161.xml"/><Relationship Id="rId29" Type="http://schemas.openxmlformats.org/officeDocument/2006/relationships/image" Target="../media/image171.png"/><Relationship Id="rId276" Type="http://schemas.openxmlformats.org/officeDocument/2006/relationships/customXml" Target="../ink/ink298.xml"/><Relationship Id="rId441" Type="http://schemas.openxmlformats.org/officeDocument/2006/relationships/image" Target="../media/image376.png"/><Relationship Id="rId40" Type="http://schemas.openxmlformats.org/officeDocument/2006/relationships/customXml" Target="../ink/ink180.xml"/><Relationship Id="rId136" Type="http://schemas.openxmlformats.org/officeDocument/2006/relationships/customXml" Target="../ink/ink228.xml"/><Relationship Id="rId178" Type="http://schemas.openxmlformats.org/officeDocument/2006/relationships/customXml" Target="../ink/ink249.xml"/><Relationship Id="rId301" Type="http://schemas.openxmlformats.org/officeDocument/2006/relationships/image" Target="../media/image306.png"/><Relationship Id="rId343" Type="http://schemas.openxmlformats.org/officeDocument/2006/relationships/image" Target="../media/image327.png"/><Relationship Id="rId82" Type="http://schemas.openxmlformats.org/officeDocument/2006/relationships/customXml" Target="../ink/ink201.xml"/><Relationship Id="rId203" Type="http://schemas.openxmlformats.org/officeDocument/2006/relationships/image" Target="../media/image258.png"/><Relationship Id="rId385" Type="http://schemas.openxmlformats.org/officeDocument/2006/relationships/image" Target="../media/image348.png"/><Relationship Id="rId245" Type="http://schemas.openxmlformats.org/officeDocument/2006/relationships/image" Target="../media/image279.png"/><Relationship Id="rId287" Type="http://schemas.openxmlformats.org/officeDocument/2006/relationships/image" Target="../media/image299.png"/><Relationship Id="rId410" Type="http://schemas.openxmlformats.org/officeDocument/2006/relationships/customXml" Target="../ink/ink365.xml"/><Relationship Id="rId452" Type="http://schemas.openxmlformats.org/officeDocument/2006/relationships/customXml" Target="../ink/ink386.xml"/><Relationship Id="rId105" Type="http://schemas.openxmlformats.org/officeDocument/2006/relationships/image" Target="../media/image209.png"/><Relationship Id="rId147" Type="http://schemas.openxmlformats.org/officeDocument/2006/relationships/image" Target="../media/image230.png"/><Relationship Id="rId312" Type="http://schemas.openxmlformats.org/officeDocument/2006/relationships/customXml" Target="../ink/ink316.xml"/><Relationship Id="rId354" Type="http://schemas.openxmlformats.org/officeDocument/2006/relationships/customXml" Target="../ink/ink337.xml"/><Relationship Id="rId51" Type="http://schemas.openxmlformats.org/officeDocument/2006/relationships/image" Target="../media/image182.png"/><Relationship Id="rId72" Type="http://schemas.openxmlformats.org/officeDocument/2006/relationships/customXml" Target="../ink/ink196.xml"/><Relationship Id="rId93" Type="http://schemas.openxmlformats.org/officeDocument/2006/relationships/image" Target="../media/image203.png"/><Relationship Id="rId189" Type="http://schemas.openxmlformats.org/officeDocument/2006/relationships/image" Target="../media/image251.png"/><Relationship Id="rId375" Type="http://schemas.openxmlformats.org/officeDocument/2006/relationships/image" Target="../media/image343.png"/><Relationship Id="rId396" Type="http://schemas.openxmlformats.org/officeDocument/2006/relationships/customXml" Target="../ink/ink358.xml"/><Relationship Id="rId3" Type="http://schemas.openxmlformats.org/officeDocument/2006/relationships/image" Target="../media/image158.png"/><Relationship Id="rId214" Type="http://schemas.openxmlformats.org/officeDocument/2006/relationships/customXml" Target="../ink/ink267.xml"/><Relationship Id="rId235" Type="http://schemas.openxmlformats.org/officeDocument/2006/relationships/image" Target="../media/image274.png"/><Relationship Id="rId256" Type="http://schemas.openxmlformats.org/officeDocument/2006/relationships/customXml" Target="../ink/ink288.xml"/><Relationship Id="rId277" Type="http://schemas.openxmlformats.org/officeDocument/2006/relationships/image" Target="../media/image295.png"/><Relationship Id="rId298" Type="http://schemas.openxmlformats.org/officeDocument/2006/relationships/customXml" Target="../ink/ink309.xml"/><Relationship Id="rId400" Type="http://schemas.openxmlformats.org/officeDocument/2006/relationships/customXml" Target="../ink/ink360.xml"/><Relationship Id="rId421" Type="http://schemas.openxmlformats.org/officeDocument/2006/relationships/image" Target="../media/image366.png"/><Relationship Id="rId442" Type="http://schemas.openxmlformats.org/officeDocument/2006/relationships/customXml" Target="../ink/ink381.xml"/><Relationship Id="rId463" Type="http://schemas.openxmlformats.org/officeDocument/2006/relationships/image" Target="../media/image387.png"/><Relationship Id="rId116" Type="http://schemas.openxmlformats.org/officeDocument/2006/relationships/customXml" Target="../ink/ink218.xml"/><Relationship Id="rId137" Type="http://schemas.openxmlformats.org/officeDocument/2006/relationships/image" Target="../media/image225.png"/><Relationship Id="rId158" Type="http://schemas.openxmlformats.org/officeDocument/2006/relationships/customXml" Target="../ink/ink239.xml"/><Relationship Id="rId302" Type="http://schemas.openxmlformats.org/officeDocument/2006/relationships/customXml" Target="../ink/ink311.xml"/><Relationship Id="rId323" Type="http://schemas.openxmlformats.org/officeDocument/2006/relationships/image" Target="../media/image317.png"/><Relationship Id="rId344" Type="http://schemas.openxmlformats.org/officeDocument/2006/relationships/customXml" Target="../ink/ink332.xml"/><Relationship Id="rId20" Type="http://schemas.openxmlformats.org/officeDocument/2006/relationships/customXml" Target="../ink/ink170.xml"/><Relationship Id="rId41" Type="http://schemas.openxmlformats.org/officeDocument/2006/relationships/image" Target="../media/image177.png"/><Relationship Id="rId62" Type="http://schemas.openxmlformats.org/officeDocument/2006/relationships/customXml" Target="../ink/ink191.xml"/><Relationship Id="rId83" Type="http://schemas.openxmlformats.org/officeDocument/2006/relationships/image" Target="../media/image198.png"/><Relationship Id="rId179" Type="http://schemas.openxmlformats.org/officeDocument/2006/relationships/image" Target="../media/image246.png"/><Relationship Id="rId365" Type="http://schemas.openxmlformats.org/officeDocument/2006/relationships/image" Target="../media/image338.png"/><Relationship Id="rId386" Type="http://schemas.openxmlformats.org/officeDocument/2006/relationships/customXml" Target="../ink/ink353.xml"/><Relationship Id="rId190" Type="http://schemas.openxmlformats.org/officeDocument/2006/relationships/customXml" Target="../ink/ink255.xml"/><Relationship Id="rId204" Type="http://schemas.openxmlformats.org/officeDocument/2006/relationships/customXml" Target="../ink/ink262.xml"/><Relationship Id="rId225" Type="http://schemas.openxmlformats.org/officeDocument/2006/relationships/image" Target="../media/image269.png"/><Relationship Id="rId246" Type="http://schemas.openxmlformats.org/officeDocument/2006/relationships/customXml" Target="../ink/ink283.xml"/><Relationship Id="rId267" Type="http://schemas.openxmlformats.org/officeDocument/2006/relationships/image" Target="../media/image290.png"/><Relationship Id="rId288" Type="http://schemas.openxmlformats.org/officeDocument/2006/relationships/customXml" Target="../ink/ink304.xml"/><Relationship Id="rId411" Type="http://schemas.openxmlformats.org/officeDocument/2006/relationships/image" Target="../media/image361.png"/><Relationship Id="rId432" Type="http://schemas.openxmlformats.org/officeDocument/2006/relationships/customXml" Target="../ink/ink376.xml"/><Relationship Id="rId453" Type="http://schemas.openxmlformats.org/officeDocument/2006/relationships/image" Target="../media/image382.png"/><Relationship Id="rId474" Type="http://schemas.openxmlformats.org/officeDocument/2006/relationships/customXml" Target="../ink/ink397.xml"/><Relationship Id="rId106" Type="http://schemas.openxmlformats.org/officeDocument/2006/relationships/customXml" Target="../ink/ink213.xml"/><Relationship Id="rId127" Type="http://schemas.openxmlformats.org/officeDocument/2006/relationships/image" Target="../media/image220.png"/><Relationship Id="rId313" Type="http://schemas.openxmlformats.org/officeDocument/2006/relationships/image" Target="../media/image312.png"/><Relationship Id="rId10" Type="http://schemas.openxmlformats.org/officeDocument/2006/relationships/customXml" Target="../ink/ink165.xml"/><Relationship Id="rId31" Type="http://schemas.openxmlformats.org/officeDocument/2006/relationships/image" Target="../media/image172.png"/><Relationship Id="rId52" Type="http://schemas.openxmlformats.org/officeDocument/2006/relationships/customXml" Target="../ink/ink186.xml"/><Relationship Id="rId73" Type="http://schemas.openxmlformats.org/officeDocument/2006/relationships/image" Target="../media/image193.png"/><Relationship Id="rId94" Type="http://schemas.openxmlformats.org/officeDocument/2006/relationships/customXml" Target="../ink/ink207.xml"/><Relationship Id="rId148" Type="http://schemas.openxmlformats.org/officeDocument/2006/relationships/customXml" Target="../ink/ink234.xml"/><Relationship Id="rId169" Type="http://schemas.openxmlformats.org/officeDocument/2006/relationships/image" Target="../media/image241.png"/><Relationship Id="rId334" Type="http://schemas.openxmlformats.org/officeDocument/2006/relationships/customXml" Target="../ink/ink327.xml"/><Relationship Id="rId355" Type="http://schemas.openxmlformats.org/officeDocument/2006/relationships/image" Target="../media/image333.png"/><Relationship Id="rId376" Type="http://schemas.openxmlformats.org/officeDocument/2006/relationships/customXml" Target="../ink/ink348.xml"/><Relationship Id="rId397" Type="http://schemas.openxmlformats.org/officeDocument/2006/relationships/image" Target="../media/image354.png"/><Relationship Id="rId4" Type="http://schemas.openxmlformats.org/officeDocument/2006/relationships/customXml" Target="../ink/ink162.xml"/><Relationship Id="rId180" Type="http://schemas.openxmlformats.org/officeDocument/2006/relationships/customXml" Target="../ink/ink250.xml"/><Relationship Id="rId215" Type="http://schemas.openxmlformats.org/officeDocument/2006/relationships/image" Target="../media/image264.png"/><Relationship Id="rId236" Type="http://schemas.openxmlformats.org/officeDocument/2006/relationships/customXml" Target="../ink/ink278.xml"/><Relationship Id="rId257" Type="http://schemas.openxmlformats.org/officeDocument/2006/relationships/image" Target="../media/image285.png"/><Relationship Id="rId278" Type="http://schemas.openxmlformats.org/officeDocument/2006/relationships/customXml" Target="../ink/ink299.xml"/><Relationship Id="rId401" Type="http://schemas.openxmlformats.org/officeDocument/2006/relationships/image" Target="../media/image356.png"/><Relationship Id="rId422" Type="http://schemas.openxmlformats.org/officeDocument/2006/relationships/customXml" Target="../ink/ink371.xml"/><Relationship Id="rId443" Type="http://schemas.openxmlformats.org/officeDocument/2006/relationships/image" Target="../media/image377.png"/><Relationship Id="rId464" Type="http://schemas.openxmlformats.org/officeDocument/2006/relationships/customXml" Target="../ink/ink392.xml"/><Relationship Id="rId303" Type="http://schemas.openxmlformats.org/officeDocument/2006/relationships/image" Target="../media/image307.png"/><Relationship Id="rId42" Type="http://schemas.openxmlformats.org/officeDocument/2006/relationships/customXml" Target="../ink/ink181.xml"/><Relationship Id="rId84" Type="http://schemas.openxmlformats.org/officeDocument/2006/relationships/customXml" Target="../ink/ink202.xml"/><Relationship Id="rId138" Type="http://schemas.openxmlformats.org/officeDocument/2006/relationships/customXml" Target="../ink/ink229.xml"/><Relationship Id="rId345" Type="http://schemas.openxmlformats.org/officeDocument/2006/relationships/image" Target="../media/image328.png"/><Relationship Id="rId387" Type="http://schemas.openxmlformats.org/officeDocument/2006/relationships/image" Target="../media/image349.png"/><Relationship Id="rId191" Type="http://schemas.openxmlformats.org/officeDocument/2006/relationships/image" Target="../media/image252.png"/><Relationship Id="rId205" Type="http://schemas.openxmlformats.org/officeDocument/2006/relationships/image" Target="../media/image259.png"/><Relationship Id="rId247" Type="http://schemas.openxmlformats.org/officeDocument/2006/relationships/image" Target="../media/image280.png"/><Relationship Id="rId412" Type="http://schemas.openxmlformats.org/officeDocument/2006/relationships/customXml" Target="../ink/ink366.xml"/><Relationship Id="rId107" Type="http://schemas.openxmlformats.org/officeDocument/2006/relationships/image" Target="../media/image210.png"/><Relationship Id="rId289" Type="http://schemas.openxmlformats.org/officeDocument/2006/relationships/image" Target="../media/image300.png"/><Relationship Id="rId454" Type="http://schemas.openxmlformats.org/officeDocument/2006/relationships/customXml" Target="../ink/ink387.xml"/><Relationship Id="rId11" Type="http://schemas.openxmlformats.org/officeDocument/2006/relationships/image" Target="../media/image162.png"/><Relationship Id="rId53" Type="http://schemas.openxmlformats.org/officeDocument/2006/relationships/image" Target="../media/image183.png"/><Relationship Id="rId149" Type="http://schemas.openxmlformats.org/officeDocument/2006/relationships/image" Target="../media/image231.png"/><Relationship Id="rId314" Type="http://schemas.openxmlformats.org/officeDocument/2006/relationships/customXml" Target="../ink/ink317.xml"/><Relationship Id="rId356" Type="http://schemas.openxmlformats.org/officeDocument/2006/relationships/customXml" Target="../ink/ink338.xml"/><Relationship Id="rId398" Type="http://schemas.openxmlformats.org/officeDocument/2006/relationships/customXml" Target="../ink/ink359.xml"/><Relationship Id="rId95" Type="http://schemas.openxmlformats.org/officeDocument/2006/relationships/image" Target="../media/image204.png"/><Relationship Id="rId160" Type="http://schemas.openxmlformats.org/officeDocument/2006/relationships/customXml" Target="../ink/ink240.xml"/><Relationship Id="rId216" Type="http://schemas.openxmlformats.org/officeDocument/2006/relationships/customXml" Target="../ink/ink268.xml"/><Relationship Id="rId423" Type="http://schemas.openxmlformats.org/officeDocument/2006/relationships/image" Target="../media/image367.png"/><Relationship Id="rId258" Type="http://schemas.openxmlformats.org/officeDocument/2006/relationships/customXml" Target="../ink/ink289.xml"/><Relationship Id="rId465" Type="http://schemas.openxmlformats.org/officeDocument/2006/relationships/image" Target="../media/image388.png"/><Relationship Id="rId22" Type="http://schemas.openxmlformats.org/officeDocument/2006/relationships/customXml" Target="../ink/ink171.xml"/><Relationship Id="rId64" Type="http://schemas.openxmlformats.org/officeDocument/2006/relationships/customXml" Target="../ink/ink192.xml"/><Relationship Id="rId118" Type="http://schemas.openxmlformats.org/officeDocument/2006/relationships/customXml" Target="../ink/ink219.xml"/><Relationship Id="rId325" Type="http://schemas.openxmlformats.org/officeDocument/2006/relationships/image" Target="../media/image318.png"/><Relationship Id="rId367" Type="http://schemas.openxmlformats.org/officeDocument/2006/relationships/image" Target="../media/image339.png"/><Relationship Id="rId171" Type="http://schemas.openxmlformats.org/officeDocument/2006/relationships/image" Target="../media/image242.png"/><Relationship Id="rId227" Type="http://schemas.openxmlformats.org/officeDocument/2006/relationships/image" Target="../media/image270.png"/><Relationship Id="rId269" Type="http://schemas.openxmlformats.org/officeDocument/2006/relationships/image" Target="../media/image291.png"/><Relationship Id="rId434" Type="http://schemas.openxmlformats.org/officeDocument/2006/relationships/customXml" Target="../ink/ink377.xml"/><Relationship Id="rId476" Type="http://schemas.openxmlformats.org/officeDocument/2006/relationships/customXml" Target="../ink/ink398.xml"/><Relationship Id="rId33" Type="http://schemas.openxmlformats.org/officeDocument/2006/relationships/image" Target="../media/image173.png"/><Relationship Id="rId129" Type="http://schemas.openxmlformats.org/officeDocument/2006/relationships/image" Target="../media/image221.png"/><Relationship Id="rId280" Type="http://schemas.openxmlformats.org/officeDocument/2006/relationships/customXml" Target="../ink/ink300.xml"/><Relationship Id="rId336" Type="http://schemas.openxmlformats.org/officeDocument/2006/relationships/customXml" Target="../ink/ink328.xml"/><Relationship Id="rId75" Type="http://schemas.openxmlformats.org/officeDocument/2006/relationships/image" Target="../media/image194.png"/><Relationship Id="rId140" Type="http://schemas.openxmlformats.org/officeDocument/2006/relationships/customXml" Target="../ink/ink230.xml"/><Relationship Id="rId182" Type="http://schemas.openxmlformats.org/officeDocument/2006/relationships/customXml" Target="../ink/ink251.xml"/><Relationship Id="rId378" Type="http://schemas.openxmlformats.org/officeDocument/2006/relationships/customXml" Target="../ink/ink349.xml"/><Relationship Id="rId403" Type="http://schemas.openxmlformats.org/officeDocument/2006/relationships/image" Target="../media/image357.png"/><Relationship Id="rId6" Type="http://schemas.openxmlformats.org/officeDocument/2006/relationships/customXml" Target="../ink/ink163.xml"/><Relationship Id="rId238" Type="http://schemas.openxmlformats.org/officeDocument/2006/relationships/customXml" Target="../ink/ink279.xml"/><Relationship Id="rId445" Type="http://schemas.openxmlformats.org/officeDocument/2006/relationships/image" Target="../media/image378.png"/><Relationship Id="rId291" Type="http://schemas.openxmlformats.org/officeDocument/2006/relationships/image" Target="../media/image301.png"/><Relationship Id="rId305" Type="http://schemas.openxmlformats.org/officeDocument/2006/relationships/image" Target="../media/image308.png"/><Relationship Id="rId347" Type="http://schemas.openxmlformats.org/officeDocument/2006/relationships/image" Target="../media/image329.png"/><Relationship Id="rId44" Type="http://schemas.openxmlformats.org/officeDocument/2006/relationships/customXml" Target="../ink/ink182.xml"/><Relationship Id="rId86" Type="http://schemas.openxmlformats.org/officeDocument/2006/relationships/customXml" Target="../ink/ink203.xml"/><Relationship Id="rId151" Type="http://schemas.openxmlformats.org/officeDocument/2006/relationships/image" Target="../media/image232.png"/><Relationship Id="rId389" Type="http://schemas.openxmlformats.org/officeDocument/2006/relationships/image" Target="../media/image350.png"/><Relationship Id="rId193" Type="http://schemas.openxmlformats.org/officeDocument/2006/relationships/image" Target="../media/image253.png"/><Relationship Id="rId207" Type="http://schemas.openxmlformats.org/officeDocument/2006/relationships/image" Target="../media/image260.png"/><Relationship Id="rId249" Type="http://schemas.openxmlformats.org/officeDocument/2006/relationships/image" Target="../media/image281.png"/><Relationship Id="rId414" Type="http://schemas.openxmlformats.org/officeDocument/2006/relationships/customXml" Target="../ink/ink367.xml"/><Relationship Id="rId456" Type="http://schemas.openxmlformats.org/officeDocument/2006/relationships/customXml" Target="../ink/ink388.xml"/><Relationship Id="rId13" Type="http://schemas.openxmlformats.org/officeDocument/2006/relationships/image" Target="../media/image163.png"/><Relationship Id="rId109" Type="http://schemas.openxmlformats.org/officeDocument/2006/relationships/image" Target="../media/image211.png"/><Relationship Id="rId260" Type="http://schemas.openxmlformats.org/officeDocument/2006/relationships/customXml" Target="../ink/ink290.xml"/><Relationship Id="rId316" Type="http://schemas.openxmlformats.org/officeDocument/2006/relationships/customXml" Target="../ink/ink318.xml"/><Relationship Id="rId55" Type="http://schemas.openxmlformats.org/officeDocument/2006/relationships/image" Target="../media/image184.png"/><Relationship Id="rId97" Type="http://schemas.openxmlformats.org/officeDocument/2006/relationships/image" Target="../media/image205.png"/><Relationship Id="rId120" Type="http://schemas.openxmlformats.org/officeDocument/2006/relationships/customXml" Target="../ink/ink220.xml"/><Relationship Id="rId358" Type="http://schemas.openxmlformats.org/officeDocument/2006/relationships/customXml" Target="../ink/ink339.xml"/><Relationship Id="rId162" Type="http://schemas.openxmlformats.org/officeDocument/2006/relationships/customXml" Target="../ink/ink241.xml"/><Relationship Id="rId218" Type="http://schemas.openxmlformats.org/officeDocument/2006/relationships/customXml" Target="../ink/ink269.xml"/><Relationship Id="rId425" Type="http://schemas.openxmlformats.org/officeDocument/2006/relationships/image" Target="../media/image368.png"/><Relationship Id="rId467" Type="http://schemas.openxmlformats.org/officeDocument/2006/relationships/image" Target="../media/image389.png"/><Relationship Id="rId271" Type="http://schemas.openxmlformats.org/officeDocument/2006/relationships/image" Target="../media/image292.png"/><Relationship Id="rId24" Type="http://schemas.openxmlformats.org/officeDocument/2006/relationships/customXml" Target="../ink/ink172.xml"/><Relationship Id="rId66" Type="http://schemas.openxmlformats.org/officeDocument/2006/relationships/customXml" Target="../ink/ink193.xml"/><Relationship Id="rId131" Type="http://schemas.openxmlformats.org/officeDocument/2006/relationships/image" Target="../media/image222.png"/><Relationship Id="rId327" Type="http://schemas.openxmlformats.org/officeDocument/2006/relationships/image" Target="../media/image319.png"/><Relationship Id="rId369" Type="http://schemas.openxmlformats.org/officeDocument/2006/relationships/image" Target="../media/image340.png"/><Relationship Id="rId173" Type="http://schemas.openxmlformats.org/officeDocument/2006/relationships/image" Target="../media/image243.png"/><Relationship Id="rId229" Type="http://schemas.openxmlformats.org/officeDocument/2006/relationships/image" Target="../media/image271.png"/><Relationship Id="rId380" Type="http://schemas.openxmlformats.org/officeDocument/2006/relationships/customXml" Target="../ink/ink350.xml"/><Relationship Id="rId436" Type="http://schemas.openxmlformats.org/officeDocument/2006/relationships/customXml" Target="../ink/ink378.xml"/><Relationship Id="rId240" Type="http://schemas.openxmlformats.org/officeDocument/2006/relationships/customXml" Target="../ink/ink280.xml"/><Relationship Id="rId478" Type="http://schemas.openxmlformats.org/officeDocument/2006/relationships/customXml" Target="../ink/ink399.xml"/><Relationship Id="rId35" Type="http://schemas.openxmlformats.org/officeDocument/2006/relationships/image" Target="../media/image174.png"/><Relationship Id="rId77" Type="http://schemas.openxmlformats.org/officeDocument/2006/relationships/image" Target="../media/image195.png"/><Relationship Id="rId100" Type="http://schemas.openxmlformats.org/officeDocument/2006/relationships/customXml" Target="../ink/ink210.xml"/><Relationship Id="rId282" Type="http://schemas.openxmlformats.org/officeDocument/2006/relationships/customXml" Target="../ink/ink301.xml"/><Relationship Id="rId338" Type="http://schemas.openxmlformats.org/officeDocument/2006/relationships/customXml" Target="../ink/ink329.xml"/><Relationship Id="rId8" Type="http://schemas.openxmlformats.org/officeDocument/2006/relationships/customXml" Target="../ink/ink164.xml"/><Relationship Id="rId142" Type="http://schemas.openxmlformats.org/officeDocument/2006/relationships/customXml" Target="../ink/ink231.xml"/><Relationship Id="rId184" Type="http://schemas.openxmlformats.org/officeDocument/2006/relationships/customXml" Target="../ink/ink252.xml"/><Relationship Id="rId391" Type="http://schemas.openxmlformats.org/officeDocument/2006/relationships/image" Target="../media/image351.png"/><Relationship Id="rId405" Type="http://schemas.openxmlformats.org/officeDocument/2006/relationships/image" Target="../media/image358.png"/><Relationship Id="rId447" Type="http://schemas.openxmlformats.org/officeDocument/2006/relationships/image" Target="../media/image379.png"/><Relationship Id="rId251" Type="http://schemas.openxmlformats.org/officeDocument/2006/relationships/image" Target="../media/image282.png"/><Relationship Id="rId46" Type="http://schemas.openxmlformats.org/officeDocument/2006/relationships/customXml" Target="../ink/ink183.xml"/><Relationship Id="rId293" Type="http://schemas.openxmlformats.org/officeDocument/2006/relationships/image" Target="../media/image302.png"/><Relationship Id="rId307" Type="http://schemas.openxmlformats.org/officeDocument/2006/relationships/image" Target="../media/image309.png"/><Relationship Id="rId349" Type="http://schemas.openxmlformats.org/officeDocument/2006/relationships/image" Target="../media/image330.png"/><Relationship Id="rId88" Type="http://schemas.openxmlformats.org/officeDocument/2006/relationships/customXml" Target="../ink/ink204.xml"/><Relationship Id="rId111" Type="http://schemas.openxmlformats.org/officeDocument/2006/relationships/image" Target="../media/image212.png"/><Relationship Id="rId153" Type="http://schemas.openxmlformats.org/officeDocument/2006/relationships/image" Target="../media/image233.png"/><Relationship Id="rId195" Type="http://schemas.openxmlformats.org/officeDocument/2006/relationships/image" Target="../media/image254.png"/><Relationship Id="rId209" Type="http://schemas.openxmlformats.org/officeDocument/2006/relationships/image" Target="../media/image261.png"/><Relationship Id="rId360" Type="http://schemas.openxmlformats.org/officeDocument/2006/relationships/customXml" Target="../ink/ink340.xml"/><Relationship Id="rId416" Type="http://schemas.openxmlformats.org/officeDocument/2006/relationships/customXml" Target="../ink/ink368.xml"/><Relationship Id="rId220" Type="http://schemas.openxmlformats.org/officeDocument/2006/relationships/customXml" Target="../ink/ink270.xml"/><Relationship Id="rId458" Type="http://schemas.openxmlformats.org/officeDocument/2006/relationships/customXml" Target="../ink/ink389.xml"/><Relationship Id="rId15" Type="http://schemas.openxmlformats.org/officeDocument/2006/relationships/image" Target="../media/image164.png"/><Relationship Id="rId57" Type="http://schemas.openxmlformats.org/officeDocument/2006/relationships/image" Target="../media/image185.png"/><Relationship Id="rId262" Type="http://schemas.openxmlformats.org/officeDocument/2006/relationships/customXml" Target="../ink/ink291.xml"/><Relationship Id="rId318" Type="http://schemas.openxmlformats.org/officeDocument/2006/relationships/customXml" Target="../ink/ink319.xml"/><Relationship Id="rId99" Type="http://schemas.openxmlformats.org/officeDocument/2006/relationships/image" Target="../media/image206.png"/><Relationship Id="rId122" Type="http://schemas.openxmlformats.org/officeDocument/2006/relationships/customXml" Target="../ink/ink221.xml"/><Relationship Id="rId164" Type="http://schemas.openxmlformats.org/officeDocument/2006/relationships/customXml" Target="../ink/ink242.xml"/><Relationship Id="rId371" Type="http://schemas.openxmlformats.org/officeDocument/2006/relationships/image" Target="../media/image341.png"/><Relationship Id="rId427" Type="http://schemas.openxmlformats.org/officeDocument/2006/relationships/image" Target="../media/image369.png"/><Relationship Id="rId469" Type="http://schemas.openxmlformats.org/officeDocument/2006/relationships/image" Target="../media/image390.png"/><Relationship Id="rId26" Type="http://schemas.openxmlformats.org/officeDocument/2006/relationships/customXml" Target="../ink/ink173.xml"/><Relationship Id="rId231" Type="http://schemas.openxmlformats.org/officeDocument/2006/relationships/image" Target="../media/image272.png"/><Relationship Id="rId273" Type="http://schemas.openxmlformats.org/officeDocument/2006/relationships/image" Target="../media/image293.png"/><Relationship Id="rId329" Type="http://schemas.openxmlformats.org/officeDocument/2006/relationships/image" Target="../media/image320.png"/><Relationship Id="rId68" Type="http://schemas.openxmlformats.org/officeDocument/2006/relationships/customXml" Target="../ink/ink194.xml"/><Relationship Id="rId133" Type="http://schemas.openxmlformats.org/officeDocument/2006/relationships/image" Target="../media/image223.png"/><Relationship Id="rId175" Type="http://schemas.openxmlformats.org/officeDocument/2006/relationships/image" Target="../media/image244.png"/><Relationship Id="rId340" Type="http://schemas.openxmlformats.org/officeDocument/2006/relationships/customXml" Target="../ink/ink330.xml"/><Relationship Id="rId200" Type="http://schemas.openxmlformats.org/officeDocument/2006/relationships/customXml" Target="../ink/ink260.xml"/><Relationship Id="rId382" Type="http://schemas.openxmlformats.org/officeDocument/2006/relationships/customXml" Target="../ink/ink351.xml"/><Relationship Id="rId438" Type="http://schemas.openxmlformats.org/officeDocument/2006/relationships/customXml" Target="../ink/ink379.xml"/><Relationship Id="rId242" Type="http://schemas.openxmlformats.org/officeDocument/2006/relationships/customXml" Target="../ink/ink281.xml"/><Relationship Id="rId284" Type="http://schemas.openxmlformats.org/officeDocument/2006/relationships/customXml" Target="../ink/ink302.xml"/><Relationship Id="rId37" Type="http://schemas.openxmlformats.org/officeDocument/2006/relationships/image" Target="../media/image175.png"/><Relationship Id="rId79" Type="http://schemas.openxmlformats.org/officeDocument/2006/relationships/image" Target="../media/image196.png"/><Relationship Id="rId102" Type="http://schemas.openxmlformats.org/officeDocument/2006/relationships/customXml" Target="../ink/ink211.xml"/><Relationship Id="rId144" Type="http://schemas.openxmlformats.org/officeDocument/2006/relationships/customXml" Target="../ink/ink232.xml"/><Relationship Id="rId90" Type="http://schemas.openxmlformats.org/officeDocument/2006/relationships/customXml" Target="../ink/ink205.xml"/><Relationship Id="rId186" Type="http://schemas.openxmlformats.org/officeDocument/2006/relationships/customXml" Target="../ink/ink253.xml"/><Relationship Id="rId351" Type="http://schemas.openxmlformats.org/officeDocument/2006/relationships/image" Target="../media/image331.png"/><Relationship Id="rId393" Type="http://schemas.openxmlformats.org/officeDocument/2006/relationships/image" Target="../media/image352.png"/><Relationship Id="rId407" Type="http://schemas.openxmlformats.org/officeDocument/2006/relationships/image" Target="../media/image359.png"/><Relationship Id="rId449" Type="http://schemas.openxmlformats.org/officeDocument/2006/relationships/image" Target="../media/image380.png"/><Relationship Id="rId211" Type="http://schemas.openxmlformats.org/officeDocument/2006/relationships/image" Target="../media/image262.png"/><Relationship Id="rId253" Type="http://schemas.openxmlformats.org/officeDocument/2006/relationships/image" Target="../media/image283.png"/><Relationship Id="rId295" Type="http://schemas.openxmlformats.org/officeDocument/2006/relationships/image" Target="../media/image303.png"/><Relationship Id="rId309" Type="http://schemas.openxmlformats.org/officeDocument/2006/relationships/image" Target="../media/image310.png"/><Relationship Id="rId460" Type="http://schemas.openxmlformats.org/officeDocument/2006/relationships/customXml" Target="../ink/ink390.xml"/><Relationship Id="rId48" Type="http://schemas.openxmlformats.org/officeDocument/2006/relationships/customXml" Target="../ink/ink184.xml"/><Relationship Id="rId113" Type="http://schemas.openxmlformats.org/officeDocument/2006/relationships/image" Target="../media/image213.png"/><Relationship Id="rId320" Type="http://schemas.openxmlformats.org/officeDocument/2006/relationships/customXml" Target="../ink/ink320.xml"/><Relationship Id="rId155" Type="http://schemas.openxmlformats.org/officeDocument/2006/relationships/image" Target="../media/image234.png"/><Relationship Id="rId197" Type="http://schemas.openxmlformats.org/officeDocument/2006/relationships/image" Target="../media/image255.png"/><Relationship Id="rId362" Type="http://schemas.openxmlformats.org/officeDocument/2006/relationships/customXml" Target="../ink/ink341.xml"/><Relationship Id="rId418" Type="http://schemas.openxmlformats.org/officeDocument/2006/relationships/customXml" Target="../ink/ink369.xml"/><Relationship Id="rId222" Type="http://schemas.openxmlformats.org/officeDocument/2006/relationships/customXml" Target="../ink/ink271.xml"/><Relationship Id="rId264" Type="http://schemas.openxmlformats.org/officeDocument/2006/relationships/customXml" Target="../ink/ink292.xml"/><Relationship Id="rId471" Type="http://schemas.openxmlformats.org/officeDocument/2006/relationships/image" Target="../media/image391.png"/><Relationship Id="rId17" Type="http://schemas.openxmlformats.org/officeDocument/2006/relationships/image" Target="../media/image165.png"/><Relationship Id="rId59" Type="http://schemas.openxmlformats.org/officeDocument/2006/relationships/image" Target="../media/image186.png"/><Relationship Id="rId124" Type="http://schemas.openxmlformats.org/officeDocument/2006/relationships/customXml" Target="../ink/ink222.xml"/><Relationship Id="rId70" Type="http://schemas.openxmlformats.org/officeDocument/2006/relationships/customXml" Target="../ink/ink195.xml"/><Relationship Id="rId166" Type="http://schemas.openxmlformats.org/officeDocument/2006/relationships/customXml" Target="../ink/ink243.xml"/><Relationship Id="rId331" Type="http://schemas.openxmlformats.org/officeDocument/2006/relationships/image" Target="../media/image321.png"/><Relationship Id="rId373" Type="http://schemas.openxmlformats.org/officeDocument/2006/relationships/image" Target="../media/image342.png"/><Relationship Id="rId429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73.png"/><Relationship Id="rId440" Type="http://schemas.openxmlformats.org/officeDocument/2006/relationships/customXml" Target="../ink/ink380.xml"/><Relationship Id="rId28" Type="http://schemas.openxmlformats.org/officeDocument/2006/relationships/customXml" Target="../ink/ink174.xml"/><Relationship Id="rId275" Type="http://schemas.openxmlformats.org/officeDocument/2006/relationships/image" Target="../media/image294.png"/><Relationship Id="rId300" Type="http://schemas.openxmlformats.org/officeDocument/2006/relationships/customXml" Target="../ink/ink310.xml"/><Relationship Id="rId81" Type="http://schemas.openxmlformats.org/officeDocument/2006/relationships/image" Target="../media/image197.png"/><Relationship Id="rId135" Type="http://schemas.openxmlformats.org/officeDocument/2006/relationships/image" Target="../media/image224.png"/><Relationship Id="rId177" Type="http://schemas.openxmlformats.org/officeDocument/2006/relationships/image" Target="../media/image245.png"/><Relationship Id="rId342" Type="http://schemas.openxmlformats.org/officeDocument/2006/relationships/customXml" Target="../ink/ink331.xml"/><Relationship Id="rId384" Type="http://schemas.openxmlformats.org/officeDocument/2006/relationships/customXml" Target="../ink/ink352.xml"/><Relationship Id="rId202" Type="http://schemas.openxmlformats.org/officeDocument/2006/relationships/customXml" Target="../ink/ink261.xml"/><Relationship Id="rId244" Type="http://schemas.openxmlformats.org/officeDocument/2006/relationships/customXml" Target="../ink/ink282.xml"/><Relationship Id="rId39" Type="http://schemas.openxmlformats.org/officeDocument/2006/relationships/image" Target="../media/image176.png"/><Relationship Id="rId286" Type="http://schemas.openxmlformats.org/officeDocument/2006/relationships/customXml" Target="../ink/ink303.xml"/><Relationship Id="rId451" Type="http://schemas.openxmlformats.org/officeDocument/2006/relationships/image" Target="../media/image381.png"/><Relationship Id="rId50" Type="http://schemas.openxmlformats.org/officeDocument/2006/relationships/customXml" Target="../ink/ink185.xml"/><Relationship Id="rId104" Type="http://schemas.openxmlformats.org/officeDocument/2006/relationships/customXml" Target="../ink/ink212.xml"/><Relationship Id="rId146" Type="http://schemas.openxmlformats.org/officeDocument/2006/relationships/customXml" Target="../ink/ink233.xml"/><Relationship Id="rId188" Type="http://schemas.openxmlformats.org/officeDocument/2006/relationships/customXml" Target="../ink/ink254.xml"/><Relationship Id="rId311" Type="http://schemas.openxmlformats.org/officeDocument/2006/relationships/image" Target="../media/image311.png"/><Relationship Id="rId353" Type="http://schemas.openxmlformats.org/officeDocument/2006/relationships/image" Target="../media/image332.png"/><Relationship Id="rId395" Type="http://schemas.openxmlformats.org/officeDocument/2006/relationships/image" Target="../media/image353.png"/><Relationship Id="rId409" Type="http://schemas.openxmlformats.org/officeDocument/2006/relationships/image" Target="../media/image360.png"/><Relationship Id="rId92" Type="http://schemas.openxmlformats.org/officeDocument/2006/relationships/customXml" Target="../ink/ink206.xml"/><Relationship Id="rId213" Type="http://schemas.openxmlformats.org/officeDocument/2006/relationships/image" Target="../media/image263.png"/><Relationship Id="rId420" Type="http://schemas.openxmlformats.org/officeDocument/2006/relationships/customXml" Target="../ink/ink370.xml"/><Relationship Id="rId255" Type="http://schemas.openxmlformats.org/officeDocument/2006/relationships/image" Target="../media/image284.png"/><Relationship Id="rId297" Type="http://schemas.openxmlformats.org/officeDocument/2006/relationships/image" Target="../media/image304.png"/><Relationship Id="rId462" Type="http://schemas.openxmlformats.org/officeDocument/2006/relationships/customXml" Target="../ink/ink391.xml"/><Relationship Id="rId115" Type="http://schemas.openxmlformats.org/officeDocument/2006/relationships/image" Target="../media/image214.png"/><Relationship Id="rId157" Type="http://schemas.openxmlformats.org/officeDocument/2006/relationships/image" Target="../media/image235.png"/><Relationship Id="rId322" Type="http://schemas.openxmlformats.org/officeDocument/2006/relationships/customXml" Target="../ink/ink321.xml"/><Relationship Id="rId364" Type="http://schemas.openxmlformats.org/officeDocument/2006/relationships/customXml" Target="../ink/ink342.xml"/><Relationship Id="rId61" Type="http://schemas.openxmlformats.org/officeDocument/2006/relationships/image" Target="../media/image187.png"/><Relationship Id="rId199" Type="http://schemas.openxmlformats.org/officeDocument/2006/relationships/image" Target="../media/image256.png"/><Relationship Id="rId19" Type="http://schemas.openxmlformats.org/officeDocument/2006/relationships/image" Target="../media/image166.png"/><Relationship Id="rId224" Type="http://schemas.openxmlformats.org/officeDocument/2006/relationships/customXml" Target="../ink/ink272.xml"/><Relationship Id="rId266" Type="http://schemas.openxmlformats.org/officeDocument/2006/relationships/customXml" Target="../ink/ink293.xml"/><Relationship Id="rId431" Type="http://schemas.openxmlformats.org/officeDocument/2006/relationships/image" Target="../media/image371.png"/><Relationship Id="rId473" Type="http://schemas.openxmlformats.org/officeDocument/2006/relationships/image" Target="../media/image392.png"/><Relationship Id="rId30" Type="http://schemas.openxmlformats.org/officeDocument/2006/relationships/customXml" Target="../ink/ink175.xml"/><Relationship Id="rId126" Type="http://schemas.openxmlformats.org/officeDocument/2006/relationships/customXml" Target="../ink/ink223.xml"/><Relationship Id="rId168" Type="http://schemas.openxmlformats.org/officeDocument/2006/relationships/customXml" Target="../ink/ink244.xml"/><Relationship Id="rId333" Type="http://schemas.openxmlformats.org/officeDocument/2006/relationships/image" Target="../media/image32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3.png"/><Relationship Id="rId21" Type="http://schemas.openxmlformats.org/officeDocument/2006/relationships/image" Target="../media/image405.png"/><Relationship Id="rId324" Type="http://schemas.openxmlformats.org/officeDocument/2006/relationships/customXml" Target="../ink/ink561.xml"/><Relationship Id="rId531" Type="http://schemas.openxmlformats.org/officeDocument/2006/relationships/image" Target="../media/image658.png"/><Relationship Id="rId170" Type="http://schemas.openxmlformats.org/officeDocument/2006/relationships/customXml" Target="../ink/ink484.xml"/><Relationship Id="rId268" Type="http://schemas.openxmlformats.org/officeDocument/2006/relationships/customXml" Target="../ink/ink533.xml"/><Relationship Id="rId475" Type="http://schemas.openxmlformats.org/officeDocument/2006/relationships/image" Target="../media/image630.png"/><Relationship Id="rId32" Type="http://schemas.openxmlformats.org/officeDocument/2006/relationships/customXml" Target="../ink/ink415.xml"/><Relationship Id="rId128" Type="http://schemas.openxmlformats.org/officeDocument/2006/relationships/customXml" Target="../ink/ink463.xml"/><Relationship Id="rId335" Type="http://schemas.openxmlformats.org/officeDocument/2006/relationships/image" Target="../media/image560.png"/><Relationship Id="rId542" Type="http://schemas.openxmlformats.org/officeDocument/2006/relationships/customXml" Target="../ink/ink670.xml"/><Relationship Id="rId181" Type="http://schemas.openxmlformats.org/officeDocument/2006/relationships/image" Target="../media/image485.png"/><Relationship Id="rId402" Type="http://schemas.openxmlformats.org/officeDocument/2006/relationships/customXml" Target="../ink/ink600.xml"/><Relationship Id="rId279" Type="http://schemas.openxmlformats.org/officeDocument/2006/relationships/image" Target="../media/image532.png"/><Relationship Id="rId486" Type="http://schemas.openxmlformats.org/officeDocument/2006/relationships/customXml" Target="../ink/ink642.xml"/><Relationship Id="rId43" Type="http://schemas.openxmlformats.org/officeDocument/2006/relationships/image" Target="../media/image416.png"/><Relationship Id="rId139" Type="http://schemas.openxmlformats.org/officeDocument/2006/relationships/image" Target="../media/image464.png"/><Relationship Id="rId346" Type="http://schemas.openxmlformats.org/officeDocument/2006/relationships/customXml" Target="../ink/ink572.xml"/><Relationship Id="rId553" Type="http://schemas.openxmlformats.org/officeDocument/2006/relationships/image" Target="../media/image669.png"/><Relationship Id="rId192" Type="http://schemas.openxmlformats.org/officeDocument/2006/relationships/customXml" Target="../ink/ink495.xml"/><Relationship Id="rId206" Type="http://schemas.openxmlformats.org/officeDocument/2006/relationships/customXml" Target="../ink/ink502.xml"/><Relationship Id="rId413" Type="http://schemas.openxmlformats.org/officeDocument/2006/relationships/image" Target="../media/image599.png"/><Relationship Id="rId497" Type="http://schemas.openxmlformats.org/officeDocument/2006/relationships/image" Target="../media/image641.png"/><Relationship Id="rId357" Type="http://schemas.openxmlformats.org/officeDocument/2006/relationships/image" Target="../media/image571.png"/><Relationship Id="rId54" Type="http://schemas.openxmlformats.org/officeDocument/2006/relationships/customXml" Target="../ink/ink426.xml"/><Relationship Id="rId217" Type="http://schemas.openxmlformats.org/officeDocument/2006/relationships/image" Target="../media/image501.png"/><Relationship Id="rId564" Type="http://schemas.openxmlformats.org/officeDocument/2006/relationships/customXml" Target="../ink/ink681.xml"/><Relationship Id="rId424" Type="http://schemas.openxmlformats.org/officeDocument/2006/relationships/customXml" Target="../ink/ink611.xml"/><Relationship Id="rId270" Type="http://schemas.openxmlformats.org/officeDocument/2006/relationships/customXml" Target="../ink/ink534.xml"/><Relationship Id="rId65" Type="http://schemas.openxmlformats.org/officeDocument/2006/relationships/image" Target="../media/image427.png"/><Relationship Id="rId130" Type="http://schemas.openxmlformats.org/officeDocument/2006/relationships/customXml" Target="../ink/ink464.xml"/><Relationship Id="rId368" Type="http://schemas.openxmlformats.org/officeDocument/2006/relationships/customXml" Target="../ink/ink583.xml"/><Relationship Id="rId575" Type="http://schemas.openxmlformats.org/officeDocument/2006/relationships/image" Target="../media/image680.png"/><Relationship Id="rId228" Type="http://schemas.openxmlformats.org/officeDocument/2006/relationships/customXml" Target="../ink/ink513.xml"/><Relationship Id="rId435" Type="http://schemas.openxmlformats.org/officeDocument/2006/relationships/image" Target="../media/image610.png"/><Relationship Id="rId281" Type="http://schemas.openxmlformats.org/officeDocument/2006/relationships/image" Target="../media/image533.png"/><Relationship Id="rId502" Type="http://schemas.openxmlformats.org/officeDocument/2006/relationships/customXml" Target="../ink/ink650.xml"/><Relationship Id="rId76" Type="http://schemas.openxmlformats.org/officeDocument/2006/relationships/customXml" Target="../ink/ink437.xml"/><Relationship Id="rId141" Type="http://schemas.openxmlformats.org/officeDocument/2006/relationships/image" Target="../media/image465.png"/><Relationship Id="rId379" Type="http://schemas.openxmlformats.org/officeDocument/2006/relationships/image" Target="../media/image582.png"/><Relationship Id="rId586" Type="http://schemas.openxmlformats.org/officeDocument/2006/relationships/customXml" Target="../ink/ink692.xml"/><Relationship Id="rId7" Type="http://schemas.openxmlformats.org/officeDocument/2006/relationships/image" Target="../media/image398.png"/><Relationship Id="rId239" Type="http://schemas.openxmlformats.org/officeDocument/2006/relationships/image" Target="../media/image512.png"/><Relationship Id="rId446" Type="http://schemas.openxmlformats.org/officeDocument/2006/relationships/customXml" Target="../ink/ink622.xml"/><Relationship Id="rId292" Type="http://schemas.openxmlformats.org/officeDocument/2006/relationships/customXml" Target="../ink/ink545.xml"/><Relationship Id="rId306" Type="http://schemas.openxmlformats.org/officeDocument/2006/relationships/customXml" Target="../ink/ink552.xml"/><Relationship Id="rId45" Type="http://schemas.openxmlformats.org/officeDocument/2006/relationships/image" Target="../media/image417.png"/><Relationship Id="rId87" Type="http://schemas.openxmlformats.org/officeDocument/2006/relationships/image" Target="../media/image438.png"/><Relationship Id="rId110" Type="http://schemas.openxmlformats.org/officeDocument/2006/relationships/customXml" Target="../ink/ink454.xml"/><Relationship Id="rId348" Type="http://schemas.openxmlformats.org/officeDocument/2006/relationships/customXml" Target="../ink/ink573.xml"/><Relationship Id="rId513" Type="http://schemas.openxmlformats.org/officeDocument/2006/relationships/image" Target="../media/image649.png"/><Relationship Id="rId555" Type="http://schemas.openxmlformats.org/officeDocument/2006/relationships/image" Target="../media/image670.png"/><Relationship Id="rId152" Type="http://schemas.openxmlformats.org/officeDocument/2006/relationships/customXml" Target="../ink/ink475.xml"/><Relationship Id="rId194" Type="http://schemas.openxmlformats.org/officeDocument/2006/relationships/customXml" Target="../ink/ink496.xml"/><Relationship Id="rId208" Type="http://schemas.openxmlformats.org/officeDocument/2006/relationships/customXml" Target="../ink/ink503.xml"/><Relationship Id="rId415" Type="http://schemas.openxmlformats.org/officeDocument/2006/relationships/image" Target="../media/image600.png"/><Relationship Id="rId457" Type="http://schemas.openxmlformats.org/officeDocument/2006/relationships/image" Target="../media/image621.png"/><Relationship Id="rId261" Type="http://schemas.openxmlformats.org/officeDocument/2006/relationships/image" Target="../media/image523.png"/><Relationship Id="rId499" Type="http://schemas.openxmlformats.org/officeDocument/2006/relationships/image" Target="../media/image642.png"/><Relationship Id="rId14" Type="http://schemas.openxmlformats.org/officeDocument/2006/relationships/customXml" Target="../ink/ink406.xml"/><Relationship Id="rId56" Type="http://schemas.openxmlformats.org/officeDocument/2006/relationships/customXml" Target="../ink/ink427.xml"/><Relationship Id="rId317" Type="http://schemas.openxmlformats.org/officeDocument/2006/relationships/image" Target="../media/image551.png"/><Relationship Id="rId359" Type="http://schemas.openxmlformats.org/officeDocument/2006/relationships/image" Target="../media/image572.png"/><Relationship Id="rId524" Type="http://schemas.openxmlformats.org/officeDocument/2006/relationships/customXml" Target="../ink/ink661.xml"/><Relationship Id="rId566" Type="http://schemas.openxmlformats.org/officeDocument/2006/relationships/customXml" Target="../ink/ink682.xml"/><Relationship Id="rId98" Type="http://schemas.openxmlformats.org/officeDocument/2006/relationships/customXml" Target="../ink/ink448.xml"/><Relationship Id="rId121" Type="http://schemas.openxmlformats.org/officeDocument/2006/relationships/image" Target="../media/image455.png"/><Relationship Id="rId163" Type="http://schemas.openxmlformats.org/officeDocument/2006/relationships/image" Target="../media/image476.png"/><Relationship Id="rId219" Type="http://schemas.openxmlformats.org/officeDocument/2006/relationships/image" Target="../media/image502.png"/><Relationship Id="rId370" Type="http://schemas.openxmlformats.org/officeDocument/2006/relationships/customXml" Target="../ink/ink584.xml"/><Relationship Id="rId426" Type="http://schemas.openxmlformats.org/officeDocument/2006/relationships/customXml" Target="../ink/ink612.xml"/><Relationship Id="rId230" Type="http://schemas.openxmlformats.org/officeDocument/2006/relationships/customXml" Target="../ink/ink514.xml"/><Relationship Id="rId468" Type="http://schemas.openxmlformats.org/officeDocument/2006/relationships/customXml" Target="../ink/ink633.xml"/><Relationship Id="rId25" Type="http://schemas.openxmlformats.org/officeDocument/2006/relationships/image" Target="../media/image407.png"/><Relationship Id="rId67" Type="http://schemas.openxmlformats.org/officeDocument/2006/relationships/image" Target="../media/image428.png"/><Relationship Id="rId272" Type="http://schemas.openxmlformats.org/officeDocument/2006/relationships/customXml" Target="../ink/ink535.xml"/><Relationship Id="rId328" Type="http://schemas.openxmlformats.org/officeDocument/2006/relationships/customXml" Target="../ink/ink563.xml"/><Relationship Id="rId535" Type="http://schemas.openxmlformats.org/officeDocument/2006/relationships/image" Target="../media/image660.png"/><Relationship Id="rId577" Type="http://schemas.openxmlformats.org/officeDocument/2006/relationships/image" Target="../media/image681.png"/><Relationship Id="rId132" Type="http://schemas.openxmlformats.org/officeDocument/2006/relationships/customXml" Target="../ink/ink465.xml"/><Relationship Id="rId174" Type="http://schemas.openxmlformats.org/officeDocument/2006/relationships/customXml" Target="../ink/ink486.xml"/><Relationship Id="rId381" Type="http://schemas.openxmlformats.org/officeDocument/2006/relationships/image" Target="../media/image583.png"/><Relationship Id="rId241" Type="http://schemas.openxmlformats.org/officeDocument/2006/relationships/image" Target="../media/image513.png"/><Relationship Id="rId437" Type="http://schemas.openxmlformats.org/officeDocument/2006/relationships/image" Target="../media/image611.png"/><Relationship Id="rId479" Type="http://schemas.openxmlformats.org/officeDocument/2006/relationships/image" Target="../media/image632.png"/><Relationship Id="rId36" Type="http://schemas.openxmlformats.org/officeDocument/2006/relationships/customXml" Target="../ink/ink417.xml"/><Relationship Id="rId283" Type="http://schemas.openxmlformats.org/officeDocument/2006/relationships/image" Target="../media/image534.png"/><Relationship Id="rId339" Type="http://schemas.openxmlformats.org/officeDocument/2006/relationships/image" Target="../media/image562.png"/><Relationship Id="rId490" Type="http://schemas.openxmlformats.org/officeDocument/2006/relationships/customXml" Target="../ink/ink644.xml"/><Relationship Id="rId504" Type="http://schemas.openxmlformats.org/officeDocument/2006/relationships/customXml" Target="../ink/ink651.xml"/><Relationship Id="rId546" Type="http://schemas.openxmlformats.org/officeDocument/2006/relationships/customXml" Target="../ink/ink672.xml"/><Relationship Id="rId78" Type="http://schemas.openxmlformats.org/officeDocument/2006/relationships/customXml" Target="../ink/ink438.xml"/><Relationship Id="rId101" Type="http://schemas.openxmlformats.org/officeDocument/2006/relationships/image" Target="../media/image445.png"/><Relationship Id="rId143" Type="http://schemas.openxmlformats.org/officeDocument/2006/relationships/image" Target="../media/image466.png"/><Relationship Id="rId185" Type="http://schemas.openxmlformats.org/officeDocument/2006/relationships/image" Target="../media/image487.png"/><Relationship Id="rId350" Type="http://schemas.openxmlformats.org/officeDocument/2006/relationships/customXml" Target="../ink/ink574.xml"/><Relationship Id="rId406" Type="http://schemas.openxmlformats.org/officeDocument/2006/relationships/customXml" Target="../ink/ink602.xml"/><Relationship Id="rId588" Type="http://schemas.openxmlformats.org/officeDocument/2006/relationships/customXml" Target="../ink/ink693.xml"/><Relationship Id="rId9" Type="http://schemas.openxmlformats.org/officeDocument/2006/relationships/image" Target="../media/image399.png"/><Relationship Id="rId210" Type="http://schemas.openxmlformats.org/officeDocument/2006/relationships/customXml" Target="../ink/ink504.xml"/><Relationship Id="rId392" Type="http://schemas.openxmlformats.org/officeDocument/2006/relationships/customXml" Target="../ink/ink595.xml"/><Relationship Id="rId448" Type="http://schemas.openxmlformats.org/officeDocument/2006/relationships/customXml" Target="../ink/ink623.xml"/><Relationship Id="rId252" Type="http://schemas.openxmlformats.org/officeDocument/2006/relationships/customXml" Target="../ink/ink525.xml"/><Relationship Id="rId294" Type="http://schemas.openxmlformats.org/officeDocument/2006/relationships/customXml" Target="../ink/ink546.xml"/><Relationship Id="rId308" Type="http://schemas.openxmlformats.org/officeDocument/2006/relationships/customXml" Target="../ink/ink553.xml"/><Relationship Id="rId515" Type="http://schemas.openxmlformats.org/officeDocument/2006/relationships/image" Target="../media/image650.png"/><Relationship Id="rId47" Type="http://schemas.openxmlformats.org/officeDocument/2006/relationships/image" Target="../media/image418.png"/><Relationship Id="rId89" Type="http://schemas.openxmlformats.org/officeDocument/2006/relationships/image" Target="../media/image439.png"/><Relationship Id="rId112" Type="http://schemas.openxmlformats.org/officeDocument/2006/relationships/customXml" Target="../ink/ink455.xml"/><Relationship Id="rId154" Type="http://schemas.openxmlformats.org/officeDocument/2006/relationships/customXml" Target="../ink/ink476.xml"/><Relationship Id="rId361" Type="http://schemas.openxmlformats.org/officeDocument/2006/relationships/image" Target="../media/image573.png"/><Relationship Id="rId557" Type="http://schemas.openxmlformats.org/officeDocument/2006/relationships/image" Target="../media/image671.png"/><Relationship Id="rId196" Type="http://schemas.openxmlformats.org/officeDocument/2006/relationships/customXml" Target="../ink/ink497.xml"/><Relationship Id="rId417" Type="http://schemas.openxmlformats.org/officeDocument/2006/relationships/image" Target="../media/image601.png"/><Relationship Id="rId459" Type="http://schemas.openxmlformats.org/officeDocument/2006/relationships/image" Target="../media/image622.png"/><Relationship Id="rId16" Type="http://schemas.openxmlformats.org/officeDocument/2006/relationships/customXml" Target="../ink/ink407.xml"/><Relationship Id="rId221" Type="http://schemas.openxmlformats.org/officeDocument/2006/relationships/image" Target="../media/image503.png"/><Relationship Id="rId263" Type="http://schemas.openxmlformats.org/officeDocument/2006/relationships/image" Target="../media/image524.png"/><Relationship Id="rId319" Type="http://schemas.openxmlformats.org/officeDocument/2006/relationships/image" Target="../media/image552.png"/><Relationship Id="rId470" Type="http://schemas.openxmlformats.org/officeDocument/2006/relationships/customXml" Target="../ink/ink634.xml"/><Relationship Id="rId526" Type="http://schemas.openxmlformats.org/officeDocument/2006/relationships/customXml" Target="../ink/ink662.xml"/><Relationship Id="rId58" Type="http://schemas.openxmlformats.org/officeDocument/2006/relationships/customXml" Target="../ink/ink428.xml"/><Relationship Id="rId123" Type="http://schemas.openxmlformats.org/officeDocument/2006/relationships/image" Target="../media/image456.png"/><Relationship Id="rId330" Type="http://schemas.openxmlformats.org/officeDocument/2006/relationships/customXml" Target="../ink/ink564.xml"/><Relationship Id="rId568" Type="http://schemas.openxmlformats.org/officeDocument/2006/relationships/customXml" Target="../ink/ink683.xml"/><Relationship Id="rId165" Type="http://schemas.openxmlformats.org/officeDocument/2006/relationships/image" Target="../media/image477.png"/><Relationship Id="rId372" Type="http://schemas.openxmlformats.org/officeDocument/2006/relationships/customXml" Target="../ink/ink585.xml"/><Relationship Id="rId428" Type="http://schemas.openxmlformats.org/officeDocument/2006/relationships/customXml" Target="../ink/ink613.xml"/><Relationship Id="rId232" Type="http://schemas.openxmlformats.org/officeDocument/2006/relationships/customXml" Target="../ink/ink515.xml"/><Relationship Id="rId274" Type="http://schemas.openxmlformats.org/officeDocument/2006/relationships/customXml" Target="../ink/ink536.xml"/><Relationship Id="rId481" Type="http://schemas.openxmlformats.org/officeDocument/2006/relationships/image" Target="../media/image633.png"/><Relationship Id="rId27" Type="http://schemas.openxmlformats.org/officeDocument/2006/relationships/image" Target="../media/image408.png"/><Relationship Id="rId69" Type="http://schemas.openxmlformats.org/officeDocument/2006/relationships/image" Target="../media/image429.png"/><Relationship Id="rId134" Type="http://schemas.openxmlformats.org/officeDocument/2006/relationships/customXml" Target="../ink/ink466.xml"/><Relationship Id="rId537" Type="http://schemas.openxmlformats.org/officeDocument/2006/relationships/image" Target="../media/image661.png"/><Relationship Id="rId579" Type="http://schemas.openxmlformats.org/officeDocument/2006/relationships/image" Target="../media/image682.png"/><Relationship Id="rId80" Type="http://schemas.openxmlformats.org/officeDocument/2006/relationships/customXml" Target="../ink/ink439.xml"/><Relationship Id="rId176" Type="http://schemas.openxmlformats.org/officeDocument/2006/relationships/customXml" Target="../ink/ink487.xml"/><Relationship Id="rId341" Type="http://schemas.openxmlformats.org/officeDocument/2006/relationships/image" Target="../media/image563.png"/><Relationship Id="rId383" Type="http://schemas.openxmlformats.org/officeDocument/2006/relationships/image" Target="../media/image584.png"/><Relationship Id="rId439" Type="http://schemas.openxmlformats.org/officeDocument/2006/relationships/image" Target="../media/image612.png"/><Relationship Id="rId590" Type="http://schemas.openxmlformats.org/officeDocument/2006/relationships/customXml" Target="../ink/ink694.xml"/><Relationship Id="rId201" Type="http://schemas.openxmlformats.org/officeDocument/2006/relationships/image" Target="../media/image495.png"/><Relationship Id="rId243" Type="http://schemas.openxmlformats.org/officeDocument/2006/relationships/image" Target="../media/image514.png"/><Relationship Id="rId285" Type="http://schemas.openxmlformats.org/officeDocument/2006/relationships/image" Target="../media/image535.png"/><Relationship Id="rId450" Type="http://schemas.openxmlformats.org/officeDocument/2006/relationships/customXml" Target="../ink/ink624.xml"/><Relationship Id="rId506" Type="http://schemas.openxmlformats.org/officeDocument/2006/relationships/customXml" Target="../ink/ink652.xml"/><Relationship Id="rId38" Type="http://schemas.openxmlformats.org/officeDocument/2006/relationships/customXml" Target="../ink/ink418.xml"/><Relationship Id="rId103" Type="http://schemas.openxmlformats.org/officeDocument/2006/relationships/image" Target="../media/image446.png"/><Relationship Id="rId310" Type="http://schemas.openxmlformats.org/officeDocument/2006/relationships/customXml" Target="../ink/ink554.xml"/><Relationship Id="rId492" Type="http://schemas.openxmlformats.org/officeDocument/2006/relationships/customXml" Target="../ink/ink645.xml"/><Relationship Id="rId548" Type="http://schemas.openxmlformats.org/officeDocument/2006/relationships/customXml" Target="../ink/ink673.xml"/><Relationship Id="rId91" Type="http://schemas.openxmlformats.org/officeDocument/2006/relationships/image" Target="../media/image440.png"/><Relationship Id="rId145" Type="http://schemas.openxmlformats.org/officeDocument/2006/relationships/image" Target="../media/image467.png"/><Relationship Id="rId187" Type="http://schemas.openxmlformats.org/officeDocument/2006/relationships/image" Target="../media/image488.png"/><Relationship Id="rId352" Type="http://schemas.openxmlformats.org/officeDocument/2006/relationships/customXml" Target="../ink/ink575.xml"/><Relationship Id="rId394" Type="http://schemas.openxmlformats.org/officeDocument/2006/relationships/customXml" Target="../ink/ink596.xml"/><Relationship Id="rId408" Type="http://schemas.openxmlformats.org/officeDocument/2006/relationships/customXml" Target="../ink/ink603.xml"/><Relationship Id="rId212" Type="http://schemas.openxmlformats.org/officeDocument/2006/relationships/customXml" Target="../ink/ink505.xml"/><Relationship Id="rId254" Type="http://schemas.openxmlformats.org/officeDocument/2006/relationships/customXml" Target="../ink/ink526.xml"/><Relationship Id="rId49" Type="http://schemas.openxmlformats.org/officeDocument/2006/relationships/image" Target="../media/image419.png"/><Relationship Id="rId114" Type="http://schemas.openxmlformats.org/officeDocument/2006/relationships/customXml" Target="../ink/ink456.xml"/><Relationship Id="rId296" Type="http://schemas.openxmlformats.org/officeDocument/2006/relationships/customXml" Target="../ink/ink547.xml"/><Relationship Id="rId461" Type="http://schemas.openxmlformats.org/officeDocument/2006/relationships/image" Target="../media/image623.png"/><Relationship Id="rId517" Type="http://schemas.openxmlformats.org/officeDocument/2006/relationships/image" Target="../media/image651.png"/><Relationship Id="rId559" Type="http://schemas.openxmlformats.org/officeDocument/2006/relationships/image" Target="../media/image672.png"/><Relationship Id="rId60" Type="http://schemas.openxmlformats.org/officeDocument/2006/relationships/customXml" Target="../ink/ink429.xml"/><Relationship Id="rId156" Type="http://schemas.openxmlformats.org/officeDocument/2006/relationships/customXml" Target="../ink/ink477.xml"/><Relationship Id="rId198" Type="http://schemas.openxmlformats.org/officeDocument/2006/relationships/customXml" Target="../ink/ink498.xml"/><Relationship Id="rId321" Type="http://schemas.openxmlformats.org/officeDocument/2006/relationships/image" Target="../media/image553.png"/><Relationship Id="rId363" Type="http://schemas.openxmlformats.org/officeDocument/2006/relationships/image" Target="../media/image574.png"/><Relationship Id="rId419" Type="http://schemas.openxmlformats.org/officeDocument/2006/relationships/image" Target="../media/image602.png"/><Relationship Id="rId570" Type="http://schemas.openxmlformats.org/officeDocument/2006/relationships/customXml" Target="../ink/ink684.xml"/><Relationship Id="rId223" Type="http://schemas.openxmlformats.org/officeDocument/2006/relationships/image" Target="../media/image504.png"/><Relationship Id="rId430" Type="http://schemas.openxmlformats.org/officeDocument/2006/relationships/customXml" Target="../ink/ink614.xml"/><Relationship Id="rId18" Type="http://schemas.openxmlformats.org/officeDocument/2006/relationships/customXml" Target="../ink/ink408.xml"/><Relationship Id="rId265" Type="http://schemas.openxmlformats.org/officeDocument/2006/relationships/image" Target="../media/image525.png"/><Relationship Id="rId472" Type="http://schemas.openxmlformats.org/officeDocument/2006/relationships/customXml" Target="../ink/ink635.xml"/><Relationship Id="rId528" Type="http://schemas.openxmlformats.org/officeDocument/2006/relationships/customXml" Target="../ink/ink663.xml"/><Relationship Id="rId125" Type="http://schemas.openxmlformats.org/officeDocument/2006/relationships/image" Target="../media/image457.png"/><Relationship Id="rId167" Type="http://schemas.openxmlformats.org/officeDocument/2006/relationships/image" Target="../media/image478.png"/><Relationship Id="rId332" Type="http://schemas.openxmlformats.org/officeDocument/2006/relationships/customXml" Target="../ink/ink565.xml"/><Relationship Id="rId374" Type="http://schemas.openxmlformats.org/officeDocument/2006/relationships/customXml" Target="../ink/ink586.xml"/><Relationship Id="rId581" Type="http://schemas.openxmlformats.org/officeDocument/2006/relationships/image" Target="../media/image683.png"/><Relationship Id="rId71" Type="http://schemas.openxmlformats.org/officeDocument/2006/relationships/image" Target="../media/image430.png"/><Relationship Id="rId234" Type="http://schemas.openxmlformats.org/officeDocument/2006/relationships/customXml" Target="../ink/ink516.xml"/><Relationship Id="rId2" Type="http://schemas.openxmlformats.org/officeDocument/2006/relationships/customXml" Target="../ink/ink400.xml"/><Relationship Id="rId29" Type="http://schemas.openxmlformats.org/officeDocument/2006/relationships/image" Target="../media/image409.png"/><Relationship Id="rId276" Type="http://schemas.openxmlformats.org/officeDocument/2006/relationships/customXml" Target="../ink/ink537.xml"/><Relationship Id="rId441" Type="http://schemas.openxmlformats.org/officeDocument/2006/relationships/image" Target="../media/image613.png"/><Relationship Id="rId483" Type="http://schemas.openxmlformats.org/officeDocument/2006/relationships/image" Target="../media/image634.png"/><Relationship Id="rId539" Type="http://schemas.openxmlformats.org/officeDocument/2006/relationships/image" Target="../media/image662.png"/><Relationship Id="rId40" Type="http://schemas.openxmlformats.org/officeDocument/2006/relationships/customXml" Target="../ink/ink419.xml"/><Relationship Id="rId136" Type="http://schemas.openxmlformats.org/officeDocument/2006/relationships/customXml" Target="../ink/ink467.xml"/><Relationship Id="rId178" Type="http://schemas.openxmlformats.org/officeDocument/2006/relationships/customXml" Target="../ink/ink488.xml"/><Relationship Id="rId301" Type="http://schemas.openxmlformats.org/officeDocument/2006/relationships/image" Target="../media/image543.png"/><Relationship Id="rId343" Type="http://schemas.openxmlformats.org/officeDocument/2006/relationships/image" Target="../media/image564.png"/><Relationship Id="rId550" Type="http://schemas.openxmlformats.org/officeDocument/2006/relationships/customXml" Target="../ink/ink674.xml"/><Relationship Id="rId82" Type="http://schemas.openxmlformats.org/officeDocument/2006/relationships/customXml" Target="../ink/ink440.xml"/><Relationship Id="rId203" Type="http://schemas.openxmlformats.org/officeDocument/2006/relationships/image" Target="../media/image221.png"/><Relationship Id="rId385" Type="http://schemas.openxmlformats.org/officeDocument/2006/relationships/image" Target="../media/image585.png"/><Relationship Id="rId245" Type="http://schemas.openxmlformats.org/officeDocument/2006/relationships/image" Target="../media/image515.png"/><Relationship Id="rId287" Type="http://schemas.openxmlformats.org/officeDocument/2006/relationships/image" Target="../media/image536.png"/><Relationship Id="rId410" Type="http://schemas.openxmlformats.org/officeDocument/2006/relationships/customXml" Target="../ink/ink604.xml"/><Relationship Id="rId452" Type="http://schemas.openxmlformats.org/officeDocument/2006/relationships/customXml" Target="../ink/ink625.xml"/><Relationship Id="rId494" Type="http://schemas.openxmlformats.org/officeDocument/2006/relationships/customXml" Target="../ink/ink646.xml"/><Relationship Id="rId508" Type="http://schemas.openxmlformats.org/officeDocument/2006/relationships/customXml" Target="../ink/ink653.xml"/><Relationship Id="rId105" Type="http://schemas.openxmlformats.org/officeDocument/2006/relationships/image" Target="../media/image447.png"/><Relationship Id="rId147" Type="http://schemas.openxmlformats.org/officeDocument/2006/relationships/image" Target="../media/image468.png"/><Relationship Id="rId312" Type="http://schemas.openxmlformats.org/officeDocument/2006/relationships/customXml" Target="../ink/ink555.xml"/><Relationship Id="rId354" Type="http://schemas.openxmlformats.org/officeDocument/2006/relationships/customXml" Target="../ink/ink576.xml"/><Relationship Id="rId51" Type="http://schemas.openxmlformats.org/officeDocument/2006/relationships/image" Target="../media/image420.png"/><Relationship Id="rId93" Type="http://schemas.openxmlformats.org/officeDocument/2006/relationships/image" Target="../media/image441.png"/><Relationship Id="rId189" Type="http://schemas.openxmlformats.org/officeDocument/2006/relationships/image" Target="../media/image489.png"/><Relationship Id="rId396" Type="http://schemas.openxmlformats.org/officeDocument/2006/relationships/customXml" Target="../ink/ink597.xml"/><Relationship Id="rId561" Type="http://schemas.openxmlformats.org/officeDocument/2006/relationships/image" Target="../media/image673.png"/><Relationship Id="rId214" Type="http://schemas.openxmlformats.org/officeDocument/2006/relationships/customXml" Target="../ink/ink506.xml"/><Relationship Id="rId256" Type="http://schemas.openxmlformats.org/officeDocument/2006/relationships/customXml" Target="../ink/ink527.xml"/><Relationship Id="rId298" Type="http://schemas.openxmlformats.org/officeDocument/2006/relationships/customXml" Target="../ink/ink548.xml"/><Relationship Id="rId421" Type="http://schemas.openxmlformats.org/officeDocument/2006/relationships/image" Target="../media/image603.png"/><Relationship Id="rId463" Type="http://schemas.openxmlformats.org/officeDocument/2006/relationships/image" Target="../media/image624.png"/><Relationship Id="rId519" Type="http://schemas.openxmlformats.org/officeDocument/2006/relationships/image" Target="../media/image652.png"/><Relationship Id="rId116" Type="http://schemas.openxmlformats.org/officeDocument/2006/relationships/customXml" Target="../ink/ink457.xml"/><Relationship Id="rId158" Type="http://schemas.openxmlformats.org/officeDocument/2006/relationships/customXml" Target="../ink/ink478.xml"/><Relationship Id="rId323" Type="http://schemas.openxmlformats.org/officeDocument/2006/relationships/image" Target="../media/image554.png"/><Relationship Id="rId530" Type="http://schemas.openxmlformats.org/officeDocument/2006/relationships/customXml" Target="../ink/ink664.xml"/><Relationship Id="rId20" Type="http://schemas.openxmlformats.org/officeDocument/2006/relationships/customXml" Target="../ink/ink409.xml"/><Relationship Id="rId62" Type="http://schemas.openxmlformats.org/officeDocument/2006/relationships/customXml" Target="../ink/ink430.xml"/><Relationship Id="rId365" Type="http://schemas.openxmlformats.org/officeDocument/2006/relationships/image" Target="../media/image575.png"/><Relationship Id="rId572" Type="http://schemas.openxmlformats.org/officeDocument/2006/relationships/customXml" Target="../ink/ink685.xml"/><Relationship Id="rId225" Type="http://schemas.openxmlformats.org/officeDocument/2006/relationships/image" Target="../media/image505.png"/><Relationship Id="rId267" Type="http://schemas.openxmlformats.org/officeDocument/2006/relationships/image" Target="../media/image526.png"/><Relationship Id="rId432" Type="http://schemas.openxmlformats.org/officeDocument/2006/relationships/customXml" Target="../ink/ink615.xml"/><Relationship Id="rId474" Type="http://schemas.openxmlformats.org/officeDocument/2006/relationships/customXml" Target="../ink/ink636.xml"/><Relationship Id="rId127" Type="http://schemas.openxmlformats.org/officeDocument/2006/relationships/image" Target="../media/image458.png"/><Relationship Id="rId31" Type="http://schemas.openxmlformats.org/officeDocument/2006/relationships/image" Target="../media/image410.png"/><Relationship Id="rId73" Type="http://schemas.openxmlformats.org/officeDocument/2006/relationships/image" Target="../media/image431.png"/><Relationship Id="rId169" Type="http://schemas.openxmlformats.org/officeDocument/2006/relationships/image" Target="../media/image479.png"/><Relationship Id="rId334" Type="http://schemas.openxmlformats.org/officeDocument/2006/relationships/customXml" Target="../ink/ink566.xml"/><Relationship Id="rId376" Type="http://schemas.openxmlformats.org/officeDocument/2006/relationships/customXml" Target="../ink/ink587.xml"/><Relationship Id="rId541" Type="http://schemas.openxmlformats.org/officeDocument/2006/relationships/image" Target="../media/image663.png"/><Relationship Id="rId583" Type="http://schemas.openxmlformats.org/officeDocument/2006/relationships/image" Target="../media/image684.png"/><Relationship Id="rId4" Type="http://schemas.openxmlformats.org/officeDocument/2006/relationships/customXml" Target="../ink/ink401.xml"/><Relationship Id="rId180" Type="http://schemas.openxmlformats.org/officeDocument/2006/relationships/customXml" Target="../ink/ink489.xml"/><Relationship Id="rId236" Type="http://schemas.openxmlformats.org/officeDocument/2006/relationships/customXml" Target="../ink/ink517.xml"/><Relationship Id="rId278" Type="http://schemas.openxmlformats.org/officeDocument/2006/relationships/customXml" Target="../ink/ink538.xml"/><Relationship Id="rId401" Type="http://schemas.openxmlformats.org/officeDocument/2006/relationships/image" Target="../media/image593.png"/><Relationship Id="rId443" Type="http://schemas.openxmlformats.org/officeDocument/2006/relationships/image" Target="../media/image614.png"/><Relationship Id="rId303" Type="http://schemas.openxmlformats.org/officeDocument/2006/relationships/image" Target="../media/image544.png"/><Relationship Id="rId485" Type="http://schemas.openxmlformats.org/officeDocument/2006/relationships/image" Target="../media/image635.png"/><Relationship Id="rId42" Type="http://schemas.openxmlformats.org/officeDocument/2006/relationships/customXml" Target="../ink/ink420.xml"/><Relationship Id="rId84" Type="http://schemas.openxmlformats.org/officeDocument/2006/relationships/customXml" Target="../ink/ink441.xml"/><Relationship Id="rId138" Type="http://schemas.openxmlformats.org/officeDocument/2006/relationships/customXml" Target="../ink/ink468.xml"/><Relationship Id="rId345" Type="http://schemas.openxmlformats.org/officeDocument/2006/relationships/image" Target="../media/image565.png"/><Relationship Id="rId387" Type="http://schemas.openxmlformats.org/officeDocument/2006/relationships/image" Target="../media/image586.png"/><Relationship Id="rId510" Type="http://schemas.openxmlformats.org/officeDocument/2006/relationships/customXml" Target="../ink/ink654.xml"/><Relationship Id="rId552" Type="http://schemas.openxmlformats.org/officeDocument/2006/relationships/customXml" Target="../ink/ink675.xml"/><Relationship Id="rId191" Type="http://schemas.openxmlformats.org/officeDocument/2006/relationships/image" Target="../media/image490.png"/><Relationship Id="rId205" Type="http://schemas.openxmlformats.org/officeDocument/2006/relationships/image" Target="../media/image496.png"/><Relationship Id="rId247" Type="http://schemas.openxmlformats.org/officeDocument/2006/relationships/image" Target="../media/image516.png"/><Relationship Id="rId412" Type="http://schemas.openxmlformats.org/officeDocument/2006/relationships/customXml" Target="../ink/ink605.xml"/><Relationship Id="rId107" Type="http://schemas.openxmlformats.org/officeDocument/2006/relationships/image" Target="../media/image448.png"/><Relationship Id="rId289" Type="http://schemas.openxmlformats.org/officeDocument/2006/relationships/image" Target="../media/image537.png"/><Relationship Id="rId454" Type="http://schemas.openxmlformats.org/officeDocument/2006/relationships/customXml" Target="../ink/ink626.xml"/><Relationship Id="rId496" Type="http://schemas.openxmlformats.org/officeDocument/2006/relationships/customXml" Target="../ink/ink647.xml"/><Relationship Id="rId11" Type="http://schemas.openxmlformats.org/officeDocument/2006/relationships/image" Target="../media/image400.png"/><Relationship Id="rId53" Type="http://schemas.openxmlformats.org/officeDocument/2006/relationships/image" Target="../media/image421.png"/><Relationship Id="rId149" Type="http://schemas.openxmlformats.org/officeDocument/2006/relationships/image" Target="../media/image469.png"/><Relationship Id="rId314" Type="http://schemas.openxmlformats.org/officeDocument/2006/relationships/customXml" Target="../ink/ink556.xml"/><Relationship Id="rId356" Type="http://schemas.openxmlformats.org/officeDocument/2006/relationships/customXml" Target="../ink/ink577.xml"/><Relationship Id="rId398" Type="http://schemas.openxmlformats.org/officeDocument/2006/relationships/customXml" Target="../ink/ink598.xml"/><Relationship Id="rId521" Type="http://schemas.openxmlformats.org/officeDocument/2006/relationships/image" Target="../media/image653.png"/><Relationship Id="rId563" Type="http://schemas.openxmlformats.org/officeDocument/2006/relationships/image" Target="../media/image674.png"/><Relationship Id="rId95" Type="http://schemas.openxmlformats.org/officeDocument/2006/relationships/image" Target="../media/image442.png"/><Relationship Id="rId160" Type="http://schemas.openxmlformats.org/officeDocument/2006/relationships/customXml" Target="../ink/ink479.xml"/><Relationship Id="rId216" Type="http://schemas.openxmlformats.org/officeDocument/2006/relationships/customXml" Target="../ink/ink507.xml"/><Relationship Id="rId423" Type="http://schemas.openxmlformats.org/officeDocument/2006/relationships/image" Target="../media/image604.png"/><Relationship Id="rId258" Type="http://schemas.openxmlformats.org/officeDocument/2006/relationships/customXml" Target="../ink/ink528.xml"/><Relationship Id="rId465" Type="http://schemas.openxmlformats.org/officeDocument/2006/relationships/image" Target="../media/image625.png"/><Relationship Id="rId22" Type="http://schemas.openxmlformats.org/officeDocument/2006/relationships/customXml" Target="../ink/ink410.xml"/><Relationship Id="rId64" Type="http://schemas.openxmlformats.org/officeDocument/2006/relationships/customXml" Target="../ink/ink431.xml"/><Relationship Id="rId118" Type="http://schemas.openxmlformats.org/officeDocument/2006/relationships/customXml" Target="../ink/ink458.xml"/><Relationship Id="rId325" Type="http://schemas.openxmlformats.org/officeDocument/2006/relationships/image" Target="../media/image555.png"/><Relationship Id="rId367" Type="http://schemas.openxmlformats.org/officeDocument/2006/relationships/image" Target="../media/image576.png"/><Relationship Id="rId532" Type="http://schemas.openxmlformats.org/officeDocument/2006/relationships/customXml" Target="../ink/ink665.xml"/><Relationship Id="rId574" Type="http://schemas.openxmlformats.org/officeDocument/2006/relationships/customXml" Target="../ink/ink686.xml"/><Relationship Id="rId171" Type="http://schemas.openxmlformats.org/officeDocument/2006/relationships/image" Target="../media/image480.png"/><Relationship Id="rId227" Type="http://schemas.openxmlformats.org/officeDocument/2006/relationships/image" Target="../media/image506.png"/><Relationship Id="rId269" Type="http://schemas.openxmlformats.org/officeDocument/2006/relationships/image" Target="../media/image527.png"/><Relationship Id="rId434" Type="http://schemas.openxmlformats.org/officeDocument/2006/relationships/customXml" Target="../ink/ink616.xml"/><Relationship Id="rId476" Type="http://schemas.openxmlformats.org/officeDocument/2006/relationships/customXml" Target="../ink/ink637.xml"/><Relationship Id="rId33" Type="http://schemas.openxmlformats.org/officeDocument/2006/relationships/image" Target="../media/image411.png"/><Relationship Id="rId129" Type="http://schemas.openxmlformats.org/officeDocument/2006/relationships/image" Target="../media/image459.png"/><Relationship Id="rId280" Type="http://schemas.openxmlformats.org/officeDocument/2006/relationships/customXml" Target="../ink/ink539.xml"/><Relationship Id="rId336" Type="http://schemas.openxmlformats.org/officeDocument/2006/relationships/customXml" Target="../ink/ink567.xml"/><Relationship Id="rId501" Type="http://schemas.openxmlformats.org/officeDocument/2006/relationships/image" Target="../media/image643.png"/><Relationship Id="rId543" Type="http://schemas.openxmlformats.org/officeDocument/2006/relationships/image" Target="../media/image664.png"/><Relationship Id="rId75" Type="http://schemas.openxmlformats.org/officeDocument/2006/relationships/image" Target="../media/image432.png"/><Relationship Id="rId140" Type="http://schemas.openxmlformats.org/officeDocument/2006/relationships/customXml" Target="../ink/ink469.xml"/><Relationship Id="rId182" Type="http://schemas.openxmlformats.org/officeDocument/2006/relationships/customXml" Target="../ink/ink490.xml"/><Relationship Id="rId378" Type="http://schemas.openxmlformats.org/officeDocument/2006/relationships/customXml" Target="../ink/ink588.xml"/><Relationship Id="rId403" Type="http://schemas.openxmlformats.org/officeDocument/2006/relationships/image" Target="../media/image594.png"/><Relationship Id="rId585" Type="http://schemas.openxmlformats.org/officeDocument/2006/relationships/image" Target="../media/image685.png"/><Relationship Id="rId6" Type="http://schemas.openxmlformats.org/officeDocument/2006/relationships/customXml" Target="../ink/ink402.xml"/><Relationship Id="rId238" Type="http://schemas.openxmlformats.org/officeDocument/2006/relationships/customXml" Target="../ink/ink518.xml"/><Relationship Id="rId445" Type="http://schemas.openxmlformats.org/officeDocument/2006/relationships/image" Target="../media/image615.png"/><Relationship Id="rId487" Type="http://schemas.openxmlformats.org/officeDocument/2006/relationships/image" Target="../media/image636.png"/><Relationship Id="rId291" Type="http://schemas.openxmlformats.org/officeDocument/2006/relationships/image" Target="../media/image538.png"/><Relationship Id="rId305" Type="http://schemas.openxmlformats.org/officeDocument/2006/relationships/image" Target="../media/image545.png"/><Relationship Id="rId347" Type="http://schemas.openxmlformats.org/officeDocument/2006/relationships/image" Target="../media/image566.png"/><Relationship Id="rId512" Type="http://schemas.openxmlformats.org/officeDocument/2006/relationships/customXml" Target="../ink/ink655.xml"/><Relationship Id="rId44" Type="http://schemas.openxmlformats.org/officeDocument/2006/relationships/customXml" Target="../ink/ink421.xml"/><Relationship Id="rId86" Type="http://schemas.openxmlformats.org/officeDocument/2006/relationships/customXml" Target="../ink/ink442.xml"/><Relationship Id="rId151" Type="http://schemas.openxmlformats.org/officeDocument/2006/relationships/image" Target="../media/image470.png"/><Relationship Id="rId389" Type="http://schemas.openxmlformats.org/officeDocument/2006/relationships/image" Target="../media/image587.png"/><Relationship Id="rId554" Type="http://schemas.openxmlformats.org/officeDocument/2006/relationships/customXml" Target="../ink/ink676.xml"/><Relationship Id="rId193" Type="http://schemas.openxmlformats.org/officeDocument/2006/relationships/image" Target="../media/image491.png"/><Relationship Id="rId207" Type="http://schemas.openxmlformats.org/officeDocument/2006/relationships/image" Target="../media/image497.png"/><Relationship Id="rId249" Type="http://schemas.openxmlformats.org/officeDocument/2006/relationships/image" Target="../media/image517.png"/><Relationship Id="rId414" Type="http://schemas.openxmlformats.org/officeDocument/2006/relationships/customXml" Target="../ink/ink606.xml"/><Relationship Id="rId456" Type="http://schemas.openxmlformats.org/officeDocument/2006/relationships/customXml" Target="../ink/ink627.xml"/><Relationship Id="rId498" Type="http://schemas.openxmlformats.org/officeDocument/2006/relationships/customXml" Target="../ink/ink648.xml"/><Relationship Id="rId13" Type="http://schemas.openxmlformats.org/officeDocument/2006/relationships/image" Target="../media/image401.png"/><Relationship Id="rId109" Type="http://schemas.openxmlformats.org/officeDocument/2006/relationships/image" Target="../media/image449.png"/><Relationship Id="rId260" Type="http://schemas.openxmlformats.org/officeDocument/2006/relationships/customXml" Target="../ink/ink529.xml"/><Relationship Id="rId316" Type="http://schemas.openxmlformats.org/officeDocument/2006/relationships/customXml" Target="../ink/ink557.xml"/><Relationship Id="rId523" Type="http://schemas.openxmlformats.org/officeDocument/2006/relationships/image" Target="../media/image654.png"/><Relationship Id="rId55" Type="http://schemas.openxmlformats.org/officeDocument/2006/relationships/image" Target="../media/image422.png"/><Relationship Id="rId97" Type="http://schemas.openxmlformats.org/officeDocument/2006/relationships/image" Target="../media/image443.png"/><Relationship Id="rId120" Type="http://schemas.openxmlformats.org/officeDocument/2006/relationships/customXml" Target="../ink/ink459.xml"/><Relationship Id="rId358" Type="http://schemas.openxmlformats.org/officeDocument/2006/relationships/customXml" Target="../ink/ink578.xml"/><Relationship Id="rId565" Type="http://schemas.openxmlformats.org/officeDocument/2006/relationships/image" Target="../media/image675.png"/><Relationship Id="rId162" Type="http://schemas.openxmlformats.org/officeDocument/2006/relationships/customXml" Target="../ink/ink480.xml"/><Relationship Id="rId218" Type="http://schemas.openxmlformats.org/officeDocument/2006/relationships/customXml" Target="../ink/ink508.xml"/><Relationship Id="rId425" Type="http://schemas.openxmlformats.org/officeDocument/2006/relationships/image" Target="../media/image605.png"/><Relationship Id="rId467" Type="http://schemas.openxmlformats.org/officeDocument/2006/relationships/image" Target="../media/image626.png"/><Relationship Id="rId271" Type="http://schemas.openxmlformats.org/officeDocument/2006/relationships/image" Target="../media/image528.png"/><Relationship Id="rId24" Type="http://schemas.openxmlformats.org/officeDocument/2006/relationships/customXml" Target="../ink/ink411.xml"/><Relationship Id="rId66" Type="http://schemas.openxmlformats.org/officeDocument/2006/relationships/customXml" Target="../ink/ink432.xml"/><Relationship Id="rId131" Type="http://schemas.openxmlformats.org/officeDocument/2006/relationships/image" Target="../media/image460.png"/><Relationship Id="rId327" Type="http://schemas.openxmlformats.org/officeDocument/2006/relationships/image" Target="../media/image556.png"/><Relationship Id="rId369" Type="http://schemas.openxmlformats.org/officeDocument/2006/relationships/image" Target="../media/image577.png"/><Relationship Id="rId534" Type="http://schemas.openxmlformats.org/officeDocument/2006/relationships/customXml" Target="../ink/ink666.xml"/><Relationship Id="rId576" Type="http://schemas.openxmlformats.org/officeDocument/2006/relationships/customXml" Target="../ink/ink687.xml"/><Relationship Id="rId173" Type="http://schemas.openxmlformats.org/officeDocument/2006/relationships/image" Target="../media/image481.png"/><Relationship Id="rId229" Type="http://schemas.openxmlformats.org/officeDocument/2006/relationships/image" Target="../media/image507.png"/><Relationship Id="rId380" Type="http://schemas.openxmlformats.org/officeDocument/2006/relationships/customXml" Target="../ink/ink589.xml"/><Relationship Id="rId436" Type="http://schemas.openxmlformats.org/officeDocument/2006/relationships/customXml" Target="../ink/ink617.xml"/><Relationship Id="rId240" Type="http://schemas.openxmlformats.org/officeDocument/2006/relationships/customXml" Target="../ink/ink519.xml"/><Relationship Id="rId478" Type="http://schemas.openxmlformats.org/officeDocument/2006/relationships/customXml" Target="../ink/ink638.xml"/><Relationship Id="rId35" Type="http://schemas.openxmlformats.org/officeDocument/2006/relationships/image" Target="../media/image412.png"/><Relationship Id="rId77" Type="http://schemas.openxmlformats.org/officeDocument/2006/relationships/image" Target="../media/image433.png"/><Relationship Id="rId100" Type="http://schemas.openxmlformats.org/officeDocument/2006/relationships/customXml" Target="../ink/ink449.xml"/><Relationship Id="rId282" Type="http://schemas.openxmlformats.org/officeDocument/2006/relationships/customXml" Target="../ink/ink540.xml"/><Relationship Id="rId338" Type="http://schemas.openxmlformats.org/officeDocument/2006/relationships/customXml" Target="../ink/ink568.xml"/><Relationship Id="rId503" Type="http://schemas.openxmlformats.org/officeDocument/2006/relationships/image" Target="../media/image644.png"/><Relationship Id="rId545" Type="http://schemas.openxmlformats.org/officeDocument/2006/relationships/image" Target="../media/image665.png"/><Relationship Id="rId587" Type="http://schemas.openxmlformats.org/officeDocument/2006/relationships/image" Target="../media/image686.png"/><Relationship Id="rId8" Type="http://schemas.openxmlformats.org/officeDocument/2006/relationships/customXml" Target="../ink/ink403.xml"/><Relationship Id="rId142" Type="http://schemas.openxmlformats.org/officeDocument/2006/relationships/customXml" Target="../ink/ink470.xml"/><Relationship Id="rId184" Type="http://schemas.openxmlformats.org/officeDocument/2006/relationships/customXml" Target="../ink/ink491.xml"/><Relationship Id="rId391" Type="http://schemas.openxmlformats.org/officeDocument/2006/relationships/image" Target="../media/image588.png"/><Relationship Id="rId405" Type="http://schemas.openxmlformats.org/officeDocument/2006/relationships/image" Target="../media/image595.png"/><Relationship Id="rId447" Type="http://schemas.openxmlformats.org/officeDocument/2006/relationships/image" Target="../media/image616.png"/><Relationship Id="rId251" Type="http://schemas.openxmlformats.org/officeDocument/2006/relationships/image" Target="../media/image518.png"/><Relationship Id="rId489" Type="http://schemas.openxmlformats.org/officeDocument/2006/relationships/image" Target="../media/image637.png"/><Relationship Id="rId46" Type="http://schemas.openxmlformats.org/officeDocument/2006/relationships/customXml" Target="../ink/ink422.xml"/><Relationship Id="rId293" Type="http://schemas.openxmlformats.org/officeDocument/2006/relationships/image" Target="../media/image539.png"/><Relationship Id="rId307" Type="http://schemas.openxmlformats.org/officeDocument/2006/relationships/image" Target="../media/image546.png"/><Relationship Id="rId349" Type="http://schemas.openxmlformats.org/officeDocument/2006/relationships/image" Target="../media/image567.png"/><Relationship Id="rId514" Type="http://schemas.openxmlformats.org/officeDocument/2006/relationships/customXml" Target="../ink/ink656.xml"/><Relationship Id="rId556" Type="http://schemas.openxmlformats.org/officeDocument/2006/relationships/customXml" Target="../ink/ink677.xml"/><Relationship Id="rId88" Type="http://schemas.openxmlformats.org/officeDocument/2006/relationships/customXml" Target="../ink/ink443.xml"/><Relationship Id="rId111" Type="http://schemas.openxmlformats.org/officeDocument/2006/relationships/image" Target="../media/image450.png"/><Relationship Id="rId153" Type="http://schemas.openxmlformats.org/officeDocument/2006/relationships/image" Target="../media/image471.png"/><Relationship Id="rId195" Type="http://schemas.openxmlformats.org/officeDocument/2006/relationships/image" Target="../media/image492.png"/><Relationship Id="rId209" Type="http://schemas.openxmlformats.org/officeDocument/2006/relationships/image" Target="../media/image498.png"/><Relationship Id="rId360" Type="http://schemas.openxmlformats.org/officeDocument/2006/relationships/customXml" Target="../ink/ink579.xml"/><Relationship Id="rId416" Type="http://schemas.openxmlformats.org/officeDocument/2006/relationships/customXml" Target="../ink/ink607.xml"/><Relationship Id="rId220" Type="http://schemas.openxmlformats.org/officeDocument/2006/relationships/customXml" Target="../ink/ink509.xml"/><Relationship Id="rId458" Type="http://schemas.openxmlformats.org/officeDocument/2006/relationships/customXml" Target="../ink/ink628.xml"/><Relationship Id="rId15" Type="http://schemas.openxmlformats.org/officeDocument/2006/relationships/image" Target="../media/image402.png"/><Relationship Id="rId57" Type="http://schemas.openxmlformats.org/officeDocument/2006/relationships/image" Target="../media/image423.png"/><Relationship Id="rId262" Type="http://schemas.openxmlformats.org/officeDocument/2006/relationships/customXml" Target="../ink/ink530.xml"/><Relationship Id="rId318" Type="http://schemas.openxmlformats.org/officeDocument/2006/relationships/customXml" Target="../ink/ink558.xml"/><Relationship Id="rId525" Type="http://schemas.openxmlformats.org/officeDocument/2006/relationships/image" Target="../media/image655.png"/><Relationship Id="rId567" Type="http://schemas.openxmlformats.org/officeDocument/2006/relationships/image" Target="../media/image676.png"/><Relationship Id="rId99" Type="http://schemas.openxmlformats.org/officeDocument/2006/relationships/image" Target="../media/image444.png"/><Relationship Id="rId122" Type="http://schemas.openxmlformats.org/officeDocument/2006/relationships/customXml" Target="../ink/ink460.xml"/><Relationship Id="rId164" Type="http://schemas.openxmlformats.org/officeDocument/2006/relationships/customXml" Target="../ink/ink481.xml"/><Relationship Id="rId371" Type="http://schemas.openxmlformats.org/officeDocument/2006/relationships/image" Target="../media/image578.png"/><Relationship Id="rId427" Type="http://schemas.openxmlformats.org/officeDocument/2006/relationships/image" Target="../media/image606.png"/><Relationship Id="rId469" Type="http://schemas.openxmlformats.org/officeDocument/2006/relationships/image" Target="../media/image627.png"/><Relationship Id="rId26" Type="http://schemas.openxmlformats.org/officeDocument/2006/relationships/customXml" Target="../ink/ink412.xml"/><Relationship Id="rId231" Type="http://schemas.openxmlformats.org/officeDocument/2006/relationships/image" Target="../media/image508.png"/><Relationship Id="rId273" Type="http://schemas.openxmlformats.org/officeDocument/2006/relationships/image" Target="../media/image529.png"/><Relationship Id="rId329" Type="http://schemas.openxmlformats.org/officeDocument/2006/relationships/image" Target="../media/image557.png"/><Relationship Id="rId480" Type="http://schemas.openxmlformats.org/officeDocument/2006/relationships/customXml" Target="../ink/ink639.xml"/><Relationship Id="rId536" Type="http://schemas.openxmlformats.org/officeDocument/2006/relationships/customXml" Target="../ink/ink667.xml"/><Relationship Id="rId68" Type="http://schemas.openxmlformats.org/officeDocument/2006/relationships/customXml" Target="../ink/ink433.xml"/><Relationship Id="rId133" Type="http://schemas.openxmlformats.org/officeDocument/2006/relationships/image" Target="../media/image461.png"/><Relationship Id="rId175" Type="http://schemas.openxmlformats.org/officeDocument/2006/relationships/image" Target="../media/image482.png"/><Relationship Id="rId340" Type="http://schemas.openxmlformats.org/officeDocument/2006/relationships/customXml" Target="../ink/ink569.xml"/><Relationship Id="rId578" Type="http://schemas.openxmlformats.org/officeDocument/2006/relationships/customXml" Target="../ink/ink688.xml"/><Relationship Id="rId200" Type="http://schemas.openxmlformats.org/officeDocument/2006/relationships/customXml" Target="../ink/ink499.xml"/><Relationship Id="rId382" Type="http://schemas.openxmlformats.org/officeDocument/2006/relationships/customXml" Target="../ink/ink590.xml"/><Relationship Id="rId438" Type="http://schemas.openxmlformats.org/officeDocument/2006/relationships/customXml" Target="../ink/ink618.xml"/><Relationship Id="rId242" Type="http://schemas.openxmlformats.org/officeDocument/2006/relationships/customXml" Target="../ink/ink520.xml"/><Relationship Id="rId284" Type="http://schemas.openxmlformats.org/officeDocument/2006/relationships/customXml" Target="../ink/ink541.xml"/><Relationship Id="rId491" Type="http://schemas.openxmlformats.org/officeDocument/2006/relationships/image" Target="../media/image638.png"/><Relationship Id="rId505" Type="http://schemas.openxmlformats.org/officeDocument/2006/relationships/image" Target="../media/image645.png"/><Relationship Id="rId37" Type="http://schemas.openxmlformats.org/officeDocument/2006/relationships/image" Target="../media/image413.png"/><Relationship Id="rId79" Type="http://schemas.openxmlformats.org/officeDocument/2006/relationships/image" Target="../media/image434.png"/><Relationship Id="rId102" Type="http://schemas.openxmlformats.org/officeDocument/2006/relationships/customXml" Target="../ink/ink450.xml"/><Relationship Id="rId144" Type="http://schemas.openxmlformats.org/officeDocument/2006/relationships/customXml" Target="../ink/ink471.xml"/><Relationship Id="rId547" Type="http://schemas.openxmlformats.org/officeDocument/2006/relationships/image" Target="../media/image666.png"/><Relationship Id="rId589" Type="http://schemas.openxmlformats.org/officeDocument/2006/relationships/image" Target="../media/image687.png"/><Relationship Id="rId90" Type="http://schemas.openxmlformats.org/officeDocument/2006/relationships/customXml" Target="../ink/ink444.xml"/><Relationship Id="rId186" Type="http://schemas.openxmlformats.org/officeDocument/2006/relationships/customXml" Target="../ink/ink492.xml"/><Relationship Id="rId351" Type="http://schemas.openxmlformats.org/officeDocument/2006/relationships/image" Target="../media/image568.png"/><Relationship Id="rId393" Type="http://schemas.openxmlformats.org/officeDocument/2006/relationships/image" Target="../media/image589.png"/><Relationship Id="rId407" Type="http://schemas.openxmlformats.org/officeDocument/2006/relationships/image" Target="../media/image596.png"/><Relationship Id="rId449" Type="http://schemas.openxmlformats.org/officeDocument/2006/relationships/image" Target="../media/image617.png"/><Relationship Id="rId211" Type="http://schemas.openxmlformats.org/officeDocument/2006/relationships/image" Target="../media/image499.png"/><Relationship Id="rId253" Type="http://schemas.openxmlformats.org/officeDocument/2006/relationships/image" Target="../media/image519.png"/><Relationship Id="rId295" Type="http://schemas.openxmlformats.org/officeDocument/2006/relationships/image" Target="../media/image540.png"/><Relationship Id="rId309" Type="http://schemas.openxmlformats.org/officeDocument/2006/relationships/image" Target="../media/image547.png"/><Relationship Id="rId460" Type="http://schemas.openxmlformats.org/officeDocument/2006/relationships/customXml" Target="../ink/ink629.xml"/><Relationship Id="rId516" Type="http://schemas.openxmlformats.org/officeDocument/2006/relationships/customXml" Target="../ink/ink657.xml"/><Relationship Id="rId48" Type="http://schemas.openxmlformats.org/officeDocument/2006/relationships/customXml" Target="../ink/ink423.xml"/><Relationship Id="rId113" Type="http://schemas.openxmlformats.org/officeDocument/2006/relationships/image" Target="../media/image451.png"/><Relationship Id="rId320" Type="http://schemas.openxmlformats.org/officeDocument/2006/relationships/customXml" Target="../ink/ink559.xml"/><Relationship Id="rId558" Type="http://schemas.openxmlformats.org/officeDocument/2006/relationships/customXml" Target="../ink/ink678.xml"/><Relationship Id="rId155" Type="http://schemas.openxmlformats.org/officeDocument/2006/relationships/image" Target="../media/image472.png"/><Relationship Id="rId197" Type="http://schemas.openxmlformats.org/officeDocument/2006/relationships/image" Target="../media/image493.png"/><Relationship Id="rId362" Type="http://schemas.openxmlformats.org/officeDocument/2006/relationships/customXml" Target="../ink/ink580.xml"/><Relationship Id="rId418" Type="http://schemas.openxmlformats.org/officeDocument/2006/relationships/customXml" Target="../ink/ink608.xml"/><Relationship Id="rId222" Type="http://schemas.openxmlformats.org/officeDocument/2006/relationships/customXml" Target="../ink/ink510.xml"/><Relationship Id="rId264" Type="http://schemas.openxmlformats.org/officeDocument/2006/relationships/customXml" Target="../ink/ink531.xml"/><Relationship Id="rId471" Type="http://schemas.openxmlformats.org/officeDocument/2006/relationships/image" Target="../media/image628.png"/><Relationship Id="rId17" Type="http://schemas.openxmlformats.org/officeDocument/2006/relationships/image" Target="../media/image403.png"/><Relationship Id="rId59" Type="http://schemas.openxmlformats.org/officeDocument/2006/relationships/image" Target="../media/image424.png"/><Relationship Id="rId124" Type="http://schemas.openxmlformats.org/officeDocument/2006/relationships/customXml" Target="../ink/ink461.xml"/><Relationship Id="rId527" Type="http://schemas.openxmlformats.org/officeDocument/2006/relationships/image" Target="../media/image656.png"/><Relationship Id="rId569" Type="http://schemas.openxmlformats.org/officeDocument/2006/relationships/image" Target="../media/image677.png"/><Relationship Id="rId70" Type="http://schemas.openxmlformats.org/officeDocument/2006/relationships/customXml" Target="../ink/ink434.xml"/><Relationship Id="rId166" Type="http://schemas.openxmlformats.org/officeDocument/2006/relationships/customXml" Target="../ink/ink482.xml"/><Relationship Id="rId331" Type="http://schemas.openxmlformats.org/officeDocument/2006/relationships/image" Target="../media/image558.png"/><Relationship Id="rId373" Type="http://schemas.openxmlformats.org/officeDocument/2006/relationships/image" Target="../media/image579.png"/><Relationship Id="rId429" Type="http://schemas.openxmlformats.org/officeDocument/2006/relationships/image" Target="../media/image607.png"/><Relationship Id="rId580" Type="http://schemas.openxmlformats.org/officeDocument/2006/relationships/customXml" Target="../ink/ink689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09.png"/><Relationship Id="rId440" Type="http://schemas.openxmlformats.org/officeDocument/2006/relationships/customXml" Target="../ink/ink619.xml"/><Relationship Id="rId28" Type="http://schemas.openxmlformats.org/officeDocument/2006/relationships/customXml" Target="../ink/ink413.xml"/><Relationship Id="rId275" Type="http://schemas.openxmlformats.org/officeDocument/2006/relationships/image" Target="../media/image530.png"/><Relationship Id="rId300" Type="http://schemas.openxmlformats.org/officeDocument/2006/relationships/customXml" Target="../ink/ink549.xml"/><Relationship Id="rId482" Type="http://schemas.openxmlformats.org/officeDocument/2006/relationships/customXml" Target="../ink/ink640.xml"/><Relationship Id="rId538" Type="http://schemas.openxmlformats.org/officeDocument/2006/relationships/customXml" Target="../ink/ink668.xml"/><Relationship Id="rId81" Type="http://schemas.openxmlformats.org/officeDocument/2006/relationships/image" Target="../media/image435.png"/><Relationship Id="rId135" Type="http://schemas.openxmlformats.org/officeDocument/2006/relationships/image" Target="../media/image462.png"/><Relationship Id="rId177" Type="http://schemas.openxmlformats.org/officeDocument/2006/relationships/image" Target="../media/image483.png"/><Relationship Id="rId342" Type="http://schemas.openxmlformats.org/officeDocument/2006/relationships/customXml" Target="../ink/ink570.xml"/><Relationship Id="rId384" Type="http://schemas.openxmlformats.org/officeDocument/2006/relationships/customXml" Target="../ink/ink591.xml"/><Relationship Id="rId591" Type="http://schemas.openxmlformats.org/officeDocument/2006/relationships/image" Target="../media/image688.png"/><Relationship Id="rId202" Type="http://schemas.openxmlformats.org/officeDocument/2006/relationships/customXml" Target="../ink/ink500.xml"/><Relationship Id="rId244" Type="http://schemas.openxmlformats.org/officeDocument/2006/relationships/customXml" Target="../ink/ink521.xml"/><Relationship Id="rId39" Type="http://schemas.openxmlformats.org/officeDocument/2006/relationships/image" Target="../media/image414.png"/><Relationship Id="rId286" Type="http://schemas.openxmlformats.org/officeDocument/2006/relationships/customXml" Target="../ink/ink542.xml"/><Relationship Id="rId451" Type="http://schemas.openxmlformats.org/officeDocument/2006/relationships/image" Target="../media/image618.png"/><Relationship Id="rId493" Type="http://schemas.openxmlformats.org/officeDocument/2006/relationships/image" Target="../media/image639.png"/><Relationship Id="rId507" Type="http://schemas.openxmlformats.org/officeDocument/2006/relationships/image" Target="../media/image646.png"/><Relationship Id="rId549" Type="http://schemas.openxmlformats.org/officeDocument/2006/relationships/image" Target="../media/image667.png"/><Relationship Id="rId50" Type="http://schemas.openxmlformats.org/officeDocument/2006/relationships/customXml" Target="../ink/ink424.xml"/><Relationship Id="rId104" Type="http://schemas.openxmlformats.org/officeDocument/2006/relationships/customXml" Target="../ink/ink451.xml"/><Relationship Id="rId146" Type="http://schemas.openxmlformats.org/officeDocument/2006/relationships/customXml" Target="../ink/ink472.xml"/><Relationship Id="rId188" Type="http://schemas.openxmlformats.org/officeDocument/2006/relationships/customXml" Target="../ink/ink493.xml"/><Relationship Id="rId311" Type="http://schemas.openxmlformats.org/officeDocument/2006/relationships/image" Target="../media/image548.png"/><Relationship Id="rId353" Type="http://schemas.openxmlformats.org/officeDocument/2006/relationships/image" Target="../media/image569.png"/><Relationship Id="rId395" Type="http://schemas.openxmlformats.org/officeDocument/2006/relationships/image" Target="../media/image590.png"/><Relationship Id="rId409" Type="http://schemas.openxmlformats.org/officeDocument/2006/relationships/image" Target="../media/image597.png"/><Relationship Id="rId560" Type="http://schemas.openxmlformats.org/officeDocument/2006/relationships/customXml" Target="../ink/ink679.xml"/><Relationship Id="rId92" Type="http://schemas.openxmlformats.org/officeDocument/2006/relationships/customXml" Target="../ink/ink445.xml"/><Relationship Id="rId213" Type="http://schemas.openxmlformats.org/officeDocument/2006/relationships/image" Target="../media/image34.png"/><Relationship Id="rId420" Type="http://schemas.openxmlformats.org/officeDocument/2006/relationships/customXml" Target="../ink/ink609.xml"/><Relationship Id="rId255" Type="http://schemas.openxmlformats.org/officeDocument/2006/relationships/image" Target="../media/image520.png"/><Relationship Id="rId297" Type="http://schemas.openxmlformats.org/officeDocument/2006/relationships/image" Target="../media/image541.png"/><Relationship Id="rId462" Type="http://schemas.openxmlformats.org/officeDocument/2006/relationships/customXml" Target="../ink/ink630.xml"/><Relationship Id="rId518" Type="http://schemas.openxmlformats.org/officeDocument/2006/relationships/customXml" Target="../ink/ink658.xml"/><Relationship Id="rId115" Type="http://schemas.openxmlformats.org/officeDocument/2006/relationships/image" Target="../media/image452.png"/><Relationship Id="rId157" Type="http://schemas.openxmlformats.org/officeDocument/2006/relationships/image" Target="../media/image473.png"/><Relationship Id="rId322" Type="http://schemas.openxmlformats.org/officeDocument/2006/relationships/customXml" Target="../ink/ink560.xml"/><Relationship Id="rId364" Type="http://schemas.openxmlformats.org/officeDocument/2006/relationships/customXml" Target="../ink/ink581.xml"/><Relationship Id="rId61" Type="http://schemas.openxmlformats.org/officeDocument/2006/relationships/image" Target="../media/image425.png"/><Relationship Id="rId199" Type="http://schemas.openxmlformats.org/officeDocument/2006/relationships/image" Target="../media/image494.png"/><Relationship Id="rId571" Type="http://schemas.openxmlformats.org/officeDocument/2006/relationships/image" Target="../media/image678.png"/><Relationship Id="rId19" Type="http://schemas.openxmlformats.org/officeDocument/2006/relationships/image" Target="../media/image404.png"/><Relationship Id="rId224" Type="http://schemas.openxmlformats.org/officeDocument/2006/relationships/customXml" Target="../ink/ink511.xml"/><Relationship Id="rId266" Type="http://schemas.openxmlformats.org/officeDocument/2006/relationships/customXml" Target="../ink/ink532.xml"/><Relationship Id="rId431" Type="http://schemas.openxmlformats.org/officeDocument/2006/relationships/image" Target="../media/image608.png"/><Relationship Id="rId473" Type="http://schemas.openxmlformats.org/officeDocument/2006/relationships/image" Target="../media/image629.png"/><Relationship Id="rId529" Type="http://schemas.openxmlformats.org/officeDocument/2006/relationships/image" Target="../media/image657.png"/><Relationship Id="rId30" Type="http://schemas.openxmlformats.org/officeDocument/2006/relationships/customXml" Target="../ink/ink414.xml"/><Relationship Id="rId126" Type="http://schemas.openxmlformats.org/officeDocument/2006/relationships/customXml" Target="../ink/ink462.xml"/><Relationship Id="rId168" Type="http://schemas.openxmlformats.org/officeDocument/2006/relationships/customXml" Target="../ink/ink483.xml"/><Relationship Id="rId333" Type="http://schemas.openxmlformats.org/officeDocument/2006/relationships/image" Target="../media/image559.png"/><Relationship Id="rId540" Type="http://schemas.openxmlformats.org/officeDocument/2006/relationships/customXml" Target="../ink/ink669.xml"/><Relationship Id="rId72" Type="http://schemas.openxmlformats.org/officeDocument/2006/relationships/customXml" Target="../ink/ink435.xml"/><Relationship Id="rId375" Type="http://schemas.openxmlformats.org/officeDocument/2006/relationships/image" Target="../media/image580.png"/><Relationship Id="rId582" Type="http://schemas.openxmlformats.org/officeDocument/2006/relationships/customXml" Target="../ink/ink690.xml"/><Relationship Id="rId3" Type="http://schemas.openxmlformats.org/officeDocument/2006/relationships/image" Target="../media/image396.png"/><Relationship Id="rId235" Type="http://schemas.openxmlformats.org/officeDocument/2006/relationships/image" Target="../media/image510.png"/><Relationship Id="rId277" Type="http://schemas.openxmlformats.org/officeDocument/2006/relationships/image" Target="../media/image531.png"/><Relationship Id="rId400" Type="http://schemas.openxmlformats.org/officeDocument/2006/relationships/customXml" Target="../ink/ink599.xml"/><Relationship Id="rId442" Type="http://schemas.openxmlformats.org/officeDocument/2006/relationships/customXml" Target="../ink/ink620.xml"/><Relationship Id="rId484" Type="http://schemas.openxmlformats.org/officeDocument/2006/relationships/customXml" Target="../ink/ink641.xml"/><Relationship Id="rId137" Type="http://schemas.openxmlformats.org/officeDocument/2006/relationships/image" Target="../media/image463.png"/><Relationship Id="rId302" Type="http://schemas.openxmlformats.org/officeDocument/2006/relationships/customXml" Target="../ink/ink550.xml"/><Relationship Id="rId344" Type="http://schemas.openxmlformats.org/officeDocument/2006/relationships/customXml" Target="../ink/ink571.xml"/><Relationship Id="rId41" Type="http://schemas.openxmlformats.org/officeDocument/2006/relationships/image" Target="../media/image415.png"/><Relationship Id="rId83" Type="http://schemas.openxmlformats.org/officeDocument/2006/relationships/image" Target="../media/image436.png"/><Relationship Id="rId179" Type="http://schemas.openxmlformats.org/officeDocument/2006/relationships/image" Target="../media/image484.png"/><Relationship Id="rId386" Type="http://schemas.openxmlformats.org/officeDocument/2006/relationships/customXml" Target="../ink/ink592.xml"/><Relationship Id="rId551" Type="http://schemas.openxmlformats.org/officeDocument/2006/relationships/image" Target="../media/image668.png"/><Relationship Id="rId190" Type="http://schemas.openxmlformats.org/officeDocument/2006/relationships/customXml" Target="../ink/ink494.xml"/><Relationship Id="rId204" Type="http://schemas.openxmlformats.org/officeDocument/2006/relationships/customXml" Target="../ink/ink501.xml"/><Relationship Id="rId246" Type="http://schemas.openxmlformats.org/officeDocument/2006/relationships/customXml" Target="../ink/ink522.xml"/><Relationship Id="rId288" Type="http://schemas.openxmlformats.org/officeDocument/2006/relationships/customXml" Target="../ink/ink543.xml"/><Relationship Id="rId411" Type="http://schemas.openxmlformats.org/officeDocument/2006/relationships/image" Target="../media/image598.png"/><Relationship Id="rId453" Type="http://schemas.openxmlformats.org/officeDocument/2006/relationships/image" Target="../media/image619.png"/><Relationship Id="rId509" Type="http://schemas.openxmlformats.org/officeDocument/2006/relationships/image" Target="../media/image647.png"/><Relationship Id="rId106" Type="http://schemas.openxmlformats.org/officeDocument/2006/relationships/customXml" Target="../ink/ink452.xml"/><Relationship Id="rId313" Type="http://schemas.openxmlformats.org/officeDocument/2006/relationships/image" Target="../media/image549.png"/><Relationship Id="rId495" Type="http://schemas.openxmlformats.org/officeDocument/2006/relationships/image" Target="../media/image640.png"/><Relationship Id="rId10" Type="http://schemas.openxmlformats.org/officeDocument/2006/relationships/customXml" Target="../ink/ink404.xml"/><Relationship Id="rId52" Type="http://schemas.openxmlformats.org/officeDocument/2006/relationships/customXml" Target="../ink/ink425.xml"/><Relationship Id="rId94" Type="http://schemas.openxmlformats.org/officeDocument/2006/relationships/customXml" Target="../ink/ink446.xml"/><Relationship Id="rId148" Type="http://schemas.openxmlformats.org/officeDocument/2006/relationships/customXml" Target="../ink/ink473.xml"/><Relationship Id="rId355" Type="http://schemas.openxmlformats.org/officeDocument/2006/relationships/image" Target="../media/image570.png"/><Relationship Id="rId397" Type="http://schemas.openxmlformats.org/officeDocument/2006/relationships/image" Target="../media/image591.png"/><Relationship Id="rId520" Type="http://schemas.openxmlformats.org/officeDocument/2006/relationships/customXml" Target="../ink/ink659.xml"/><Relationship Id="rId562" Type="http://schemas.openxmlformats.org/officeDocument/2006/relationships/customXml" Target="../ink/ink680.xml"/><Relationship Id="rId215" Type="http://schemas.openxmlformats.org/officeDocument/2006/relationships/image" Target="../media/image500.png"/><Relationship Id="rId257" Type="http://schemas.openxmlformats.org/officeDocument/2006/relationships/image" Target="../media/image521.png"/><Relationship Id="rId422" Type="http://schemas.openxmlformats.org/officeDocument/2006/relationships/customXml" Target="../ink/ink610.xml"/><Relationship Id="rId464" Type="http://schemas.openxmlformats.org/officeDocument/2006/relationships/customXml" Target="../ink/ink631.xml"/><Relationship Id="rId299" Type="http://schemas.openxmlformats.org/officeDocument/2006/relationships/image" Target="../media/image542.png"/><Relationship Id="rId63" Type="http://schemas.openxmlformats.org/officeDocument/2006/relationships/image" Target="../media/image426.png"/><Relationship Id="rId159" Type="http://schemas.openxmlformats.org/officeDocument/2006/relationships/image" Target="../media/image474.png"/><Relationship Id="rId366" Type="http://schemas.openxmlformats.org/officeDocument/2006/relationships/customXml" Target="../ink/ink582.xml"/><Relationship Id="rId573" Type="http://schemas.openxmlformats.org/officeDocument/2006/relationships/image" Target="../media/image679.png"/><Relationship Id="rId226" Type="http://schemas.openxmlformats.org/officeDocument/2006/relationships/customXml" Target="../ink/ink512.xml"/><Relationship Id="rId433" Type="http://schemas.openxmlformats.org/officeDocument/2006/relationships/image" Target="../media/image609.png"/><Relationship Id="rId74" Type="http://schemas.openxmlformats.org/officeDocument/2006/relationships/customXml" Target="../ink/ink436.xml"/><Relationship Id="rId377" Type="http://schemas.openxmlformats.org/officeDocument/2006/relationships/image" Target="../media/image581.png"/><Relationship Id="rId500" Type="http://schemas.openxmlformats.org/officeDocument/2006/relationships/customXml" Target="../ink/ink649.xml"/><Relationship Id="rId584" Type="http://schemas.openxmlformats.org/officeDocument/2006/relationships/customXml" Target="../ink/ink691.xml"/><Relationship Id="rId5" Type="http://schemas.openxmlformats.org/officeDocument/2006/relationships/image" Target="../media/image397.png"/><Relationship Id="rId237" Type="http://schemas.openxmlformats.org/officeDocument/2006/relationships/image" Target="../media/image511.png"/><Relationship Id="rId444" Type="http://schemas.openxmlformats.org/officeDocument/2006/relationships/customXml" Target="../ink/ink621.xml"/><Relationship Id="rId290" Type="http://schemas.openxmlformats.org/officeDocument/2006/relationships/customXml" Target="../ink/ink544.xml"/><Relationship Id="rId304" Type="http://schemas.openxmlformats.org/officeDocument/2006/relationships/customXml" Target="../ink/ink551.xml"/><Relationship Id="rId388" Type="http://schemas.openxmlformats.org/officeDocument/2006/relationships/customXml" Target="../ink/ink593.xml"/><Relationship Id="rId511" Type="http://schemas.openxmlformats.org/officeDocument/2006/relationships/image" Target="../media/image648.png"/><Relationship Id="rId85" Type="http://schemas.openxmlformats.org/officeDocument/2006/relationships/image" Target="../media/image437.png"/><Relationship Id="rId150" Type="http://schemas.openxmlformats.org/officeDocument/2006/relationships/customXml" Target="../ink/ink474.xml"/><Relationship Id="rId248" Type="http://schemas.openxmlformats.org/officeDocument/2006/relationships/customXml" Target="../ink/ink523.xml"/><Relationship Id="rId455" Type="http://schemas.openxmlformats.org/officeDocument/2006/relationships/image" Target="../media/image620.png"/><Relationship Id="rId12" Type="http://schemas.openxmlformats.org/officeDocument/2006/relationships/customXml" Target="../ink/ink405.xml"/><Relationship Id="rId108" Type="http://schemas.openxmlformats.org/officeDocument/2006/relationships/customXml" Target="../ink/ink453.xml"/><Relationship Id="rId315" Type="http://schemas.openxmlformats.org/officeDocument/2006/relationships/image" Target="../media/image550.png"/><Relationship Id="rId522" Type="http://schemas.openxmlformats.org/officeDocument/2006/relationships/customXml" Target="../ink/ink660.xml"/><Relationship Id="rId96" Type="http://schemas.openxmlformats.org/officeDocument/2006/relationships/customXml" Target="../ink/ink447.xml"/><Relationship Id="rId161" Type="http://schemas.openxmlformats.org/officeDocument/2006/relationships/image" Target="../media/image475.png"/><Relationship Id="rId399" Type="http://schemas.openxmlformats.org/officeDocument/2006/relationships/image" Target="../media/image592.png"/><Relationship Id="rId259" Type="http://schemas.openxmlformats.org/officeDocument/2006/relationships/image" Target="../media/image522.png"/><Relationship Id="rId466" Type="http://schemas.openxmlformats.org/officeDocument/2006/relationships/customXml" Target="../ink/ink632.xml"/><Relationship Id="rId23" Type="http://schemas.openxmlformats.org/officeDocument/2006/relationships/image" Target="../media/image406.png"/><Relationship Id="rId119" Type="http://schemas.openxmlformats.org/officeDocument/2006/relationships/image" Target="../media/image454.png"/><Relationship Id="rId326" Type="http://schemas.openxmlformats.org/officeDocument/2006/relationships/customXml" Target="../ink/ink562.xml"/><Relationship Id="rId533" Type="http://schemas.openxmlformats.org/officeDocument/2006/relationships/image" Target="../media/image659.png"/><Relationship Id="rId172" Type="http://schemas.openxmlformats.org/officeDocument/2006/relationships/customXml" Target="../ink/ink485.xml"/><Relationship Id="rId477" Type="http://schemas.openxmlformats.org/officeDocument/2006/relationships/image" Target="../media/image631.png"/><Relationship Id="rId337" Type="http://schemas.openxmlformats.org/officeDocument/2006/relationships/image" Target="../media/image561.png"/><Relationship Id="rId34" Type="http://schemas.openxmlformats.org/officeDocument/2006/relationships/customXml" Target="../ink/ink416.xml"/><Relationship Id="rId544" Type="http://schemas.openxmlformats.org/officeDocument/2006/relationships/customXml" Target="../ink/ink671.xml"/><Relationship Id="rId183" Type="http://schemas.openxmlformats.org/officeDocument/2006/relationships/image" Target="../media/image486.png"/><Relationship Id="rId390" Type="http://schemas.openxmlformats.org/officeDocument/2006/relationships/customXml" Target="../ink/ink594.xml"/><Relationship Id="rId404" Type="http://schemas.openxmlformats.org/officeDocument/2006/relationships/customXml" Target="../ink/ink601.xml"/><Relationship Id="rId250" Type="http://schemas.openxmlformats.org/officeDocument/2006/relationships/customXml" Target="../ink/ink524.xml"/><Relationship Id="rId488" Type="http://schemas.openxmlformats.org/officeDocument/2006/relationships/customXml" Target="../ink/ink643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52.xml"/><Relationship Id="rId299" Type="http://schemas.openxmlformats.org/officeDocument/2006/relationships/image" Target="../media/image835.png"/><Relationship Id="rId21" Type="http://schemas.openxmlformats.org/officeDocument/2006/relationships/customXml" Target="../ink/ink704.xml"/><Relationship Id="rId63" Type="http://schemas.openxmlformats.org/officeDocument/2006/relationships/customXml" Target="../ink/ink725.xml"/><Relationship Id="rId159" Type="http://schemas.openxmlformats.org/officeDocument/2006/relationships/customXml" Target="../ink/ink773.xml"/><Relationship Id="rId324" Type="http://schemas.openxmlformats.org/officeDocument/2006/relationships/image" Target="../media/image847.png"/><Relationship Id="rId366" Type="http://schemas.openxmlformats.org/officeDocument/2006/relationships/customXml" Target="../ink/ink878.xml"/><Relationship Id="rId170" Type="http://schemas.openxmlformats.org/officeDocument/2006/relationships/image" Target="../media/image772.png"/><Relationship Id="rId226" Type="http://schemas.openxmlformats.org/officeDocument/2006/relationships/customXml" Target="../ink/ink807.xml"/><Relationship Id="rId433" Type="http://schemas.openxmlformats.org/officeDocument/2006/relationships/customXml" Target="../ink/ink912.xml"/><Relationship Id="rId268" Type="http://schemas.openxmlformats.org/officeDocument/2006/relationships/customXml" Target="../ink/ink828.xml"/><Relationship Id="rId475" Type="http://schemas.openxmlformats.org/officeDocument/2006/relationships/image" Target="../media/image921.png"/><Relationship Id="rId32" Type="http://schemas.openxmlformats.org/officeDocument/2006/relationships/image" Target="../media/image704.png"/><Relationship Id="rId74" Type="http://schemas.openxmlformats.org/officeDocument/2006/relationships/image" Target="../media/image725.png"/><Relationship Id="rId128" Type="http://schemas.openxmlformats.org/officeDocument/2006/relationships/image" Target="../media/image752.png"/><Relationship Id="rId335" Type="http://schemas.openxmlformats.org/officeDocument/2006/relationships/customXml" Target="../ink/ink862.xml"/><Relationship Id="rId377" Type="http://schemas.openxmlformats.org/officeDocument/2006/relationships/image" Target="../media/image873.png"/><Relationship Id="rId5" Type="http://schemas.openxmlformats.org/officeDocument/2006/relationships/customXml" Target="../ink/ink696.xml"/><Relationship Id="rId181" Type="http://schemas.openxmlformats.org/officeDocument/2006/relationships/customXml" Target="../ink/ink784.xml"/><Relationship Id="rId237" Type="http://schemas.openxmlformats.org/officeDocument/2006/relationships/image" Target="../media/image804.png"/><Relationship Id="rId402" Type="http://schemas.openxmlformats.org/officeDocument/2006/relationships/customXml" Target="../ink/ink896.xml"/><Relationship Id="rId279" Type="http://schemas.openxmlformats.org/officeDocument/2006/relationships/image" Target="../media/image825.png"/><Relationship Id="rId444" Type="http://schemas.openxmlformats.org/officeDocument/2006/relationships/image" Target="../media/image906.png"/><Relationship Id="rId43" Type="http://schemas.openxmlformats.org/officeDocument/2006/relationships/customXml" Target="../ink/ink715.xml"/><Relationship Id="rId139" Type="http://schemas.openxmlformats.org/officeDocument/2006/relationships/customXml" Target="../ink/ink763.xml"/><Relationship Id="rId290" Type="http://schemas.openxmlformats.org/officeDocument/2006/relationships/customXml" Target="../ink/ink839.xml"/><Relationship Id="rId304" Type="http://schemas.openxmlformats.org/officeDocument/2006/relationships/image" Target="../media/image837.png"/><Relationship Id="rId346" Type="http://schemas.openxmlformats.org/officeDocument/2006/relationships/image" Target="../media/image858.png"/><Relationship Id="rId388" Type="http://schemas.openxmlformats.org/officeDocument/2006/relationships/customXml" Target="../ink/ink889.xml"/><Relationship Id="rId85" Type="http://schemas.openxmlformats.org/officeDocument/2006/relationships/customXml" Target="../ink/ink736.xml"/><Relationship Id="rId150" Type="http://schemas.openxmlformats.org/officeDocument/2006/relationships/image" Target="../media/image762.png"/><Relationship Id="rId192" Type="http://schemas.openxmlformats.org/officeDocument/2006/relationships/customXml" Target="../ink/ink790.xml"/><Relationship Id="rId206" Type="http://schemas.openxmlformats.org/officeDocument/2006/relationships/customXml" Target="../ink/ink797.xml"/><Relationship Id="rId413" Type="http://schemas.openxmlformats.org/officeDocument/2006/relationships/image" Target="../media/image891.png"/><Relationship Id="rId248" Type="http://schemas.openxmlformats.org/officeDocument/2006/relationships/customXml" Target="../ink/ink818.xml"/><Relationship Id="rId455" Type="http://schemas.openxmlformats.org/officeDocument/2006/relationships/customXml" Target="../ink/ink923.xml"/><Relationship Id="rId12" Type="http://schemas.openxmlformats.org/officeDocument/2006/relationships/image" Target="../media/image694.png"/><Relationship Id="rId108" Type="http://schemas.openxmlformats.org/officeDocument/2006/relationships/image" Target="../media/image742.png"/><Relationship Id="rId315" Type="http://schemas.openxmlformats.org/officeDocument/2006/relationships/customXml" Target="../ink/ink852.xml"/><Relationship Id="rId357" Type="http://schemas.openxmlformats.org/officeDocument/2006/relationships/customXml" Target="../ink/ink873.xml"/><Relationship Id="rId54" Type="http://schemas.openxmlformats.org/officeDocument/2006/relationships/image" Target="../media/image715.png"/><Relationship Id="rId96" Type="http://schemas.openxmlformats.org/officeDocument/2006/relationships/image" Target="../media/image736.png"/><Relationship Id="rId161" Type="http://schemas.openxmlformats.org/officeDocument/2006/relationships/customXml" Target="../ink/ink774.xml"/><Relationship Id="rId217" Type="http://schemas.openxmlformats.org/officeDocument/2006/relationships/image" Target="../media/image795.png"/><Relationship Id="rId399" Type="http://schemas.openxmlformats.org/officeDocument/2006/relationships/image" Target="../media/image884.png"/><Relationship Id="rId259" Type="http://schemas.openxmlformats.org/officeDocument/2006/relationships/image" Target="../media/image815.png"/><Relationship Id="rId424" Type="http://schemas.openxmlformats.org/officeDocument/2006/relationships/image" Target="../media/image896.png"/><Relationship Id="rId466" Type="http://schemas.openxmlformats.org/officeDocument/2006/relationships/image" Target="../media/image917.png"/><Relationship Id="rId23" Type="http://schemas.openxmlformats.org/officeDocument/2006/relationships/customXml" Target="../ink/ink705.xml"/><Relationship Id="rId119" Type="http://schemas.openxmlformats.org/officeDocument/2006/relationships/customXml" Target="../ink/ink753.xml"/><Relationship Id="rId270" Type="http://schemas.openxmlformats.org/officeDocument/2006/relationships/customXml" Target="../ink/ink829.xml"/><Relationship Id="rId326" Type="http://schemas.openxmlformats.org/officeDocument/2006/relationships/image" Target="../media/image848.png"/><Relationship Id="rId65" Type="http://schemas.openxmlformats.org/officeDocument/2006/relationships/customXml" Target="../ink/ink726.xml"/><Relationship Id="rId130" Type="http://schemas.openxmlformats.org/officeDocument/2006/relationships/image" Target="../media/image753.png"/><Relationship Id="rId368" Type="http://schemas.openxmlformats.org/officeDocument/2006/relationships/customXml" Target="../ink/ink879.xml"/><Relationship Id="rId172" Type="http://schemas.openxmlformats.org/officeDocument/2006/relationships/image" Target="../media/image773.png"/><Relationship Id="rId228" Type="http://schemas.openxmlformats.org/officeDocument/2006/relationships/customXml" Target="../ink/ink808.xml"/><Relationship Id="rId435" Type="http://schemas.openxmlformats.org/officeDocument/2006/relationships/customXml" Target="../ink/ink913.xml"/><Relationship Id="rId477" Type="http://schemas.openxmlformats.org/officeDocument/2006/relationships/image" Target="../media/image922.png"/><Relationship Id="rId281" Type="http://schemas.openxmlformats.org/officeDocument/2006/relationships/image" Target="../media/image826.png"/><Relationship Id="rId337" Type="http://schemas.openxmlformats.org/officeDocument/2006/relationships/customXml" Target="../ink/ink863.xml"/><Relationship Id="rId34" Type="http://schemas.openxmlformats.org/officeDocument/2006/relationships/image" Target="../media/image705.png"/><Relationship Id="rId76" Type="http://schemas.openxmlformats.org/officeDocument/2006/relationships/image" Target="../media/image726.png"/><Relationship Id="rId141" Type="http://schemas.openxmlformats.org/officeDocument/2006/relationships/customXml" Target="../ink/ink764.xml"/><Relationship Id="rId379" Type="http://schemas.openxmlformats.org/officeDocument/2006/relationships/image" Target="../media/image874.png"/><Relationship Id="rId7" Type="http://schemas.openxmlformats.org/officeDocument/2006/relationships/customXml" Target="../ink/ink697.xml"/><Relationship Id="rId183" Type="http://schemas.openxmlformats.org/officeDocument/2006/relationships/customXml" Target="../ink/ink785.xml"/><Relationship Id="rId239" Type="http://schemas.openxmlformats.org/officeDocument/2006/relationships/image" Target="../media/image805.png"/><Relationship Id="rId390" Type="http://schemas.openxmlformats.org/officeDocument/2006/relationships/customXml" Target="../ink/ink890.xml"/><Relationship Id="rId404" Type="http://schemas.openxmlformats.org/officeDocument/2006/relationships/customXml" Target="../ink/ink897.xml"/><Relationship Id="rId446" Type="http://schemas.openxmlformats.org/officeDocument/2006/relationships/image" Target="../media/image907.png"/><Relationship Id="rId250" Type="http://schemas.openxmlformats.org/officeDocument/2006/relationships/customXml" Target="../ink/ink819.xml"/><Relationship Id="rId292" Type="http://schemas.openxmlformats.org/officeDocument/2006/relationships/customXml" Target="../ink/ink840.xml"/><Relationship Id="rId306" Type="http://schemas.openxmlformats.org/officeDocument/2006/relationships/image" Target="../media/image838.png"/><Relationship Id="rId45" Type="http://schemas.openxmlformats.org/officeDocument/2006/relationships/customXml" Target="../ink/ink716.xml"/><Relationship Id="rId87" Type="http://schemas.openxmlformats.org/officeDocument/2006/relationships/customXml" Target="../ink/ink737.xml"/><Relationship Id="rId110" Type="http://schemas.openxmlformats.org/officeDocument/2006/relationships/image" Target="../media/image743.png"/><Relationship Id="rId348" Type="http://schemas.openxmlformats.org/officeDocument/2006/relationships/image" Target="../media/image859.png"/><Relationship Id="rId152" Type="http://schemas.openxmlformats.org/officeDocument/2006/relationships/image" Target="../media/image763.png"/><Relationship Id="rId194" Type="http://schemas.openxmlformats.org/officeDocument/2006/relationships/customXml" Target="../ink/ink791.xml"/><Relationship Id="rId208" Type="http://schemas.openxmlformats.org/officeDocument/2006/relationships/customXml" Target="../ink/ink798.xml"/><Relationship Id="rId415" Type="http://schemas.openxmlformats.org/officeDocument/2006/relationships/image" Target="../media/image892.png"/><Relationship Id="rId457" Type="http://schemas.openxmlformats.org/officeDocument/2006/relationships/customXml" Target="../ink/ink924.xml"/><Relationship Id="rId261" Type="http://schemas.openxmlformats.org/officeDocument/2006/relationships/image" Target="../media/image816.png"/><Relationship Id="rId14" Type="http://schemas.openxmlformats.org/officeDocument/2006/relationships/image" Target="../media/image695.png"/><Relationship Id="rId56" Type="http://schemas.openxmlformats.org/officeDocument/2006/relationships/image" Target="../media/image716.png"/><Relationship Id="rId317" Type="http://schemas.openxmlformats.org/officeDocument/2006/relationships/customXml" Target="../ink/ink853.xml"/><Relationship Id="rId359" Type="http://schemas.openxmlformats.org/officeDocument/2006/relationships/customXml" Target="../ink/ink874.xml"/><Relationship Id="rId98" Type="http://schemas.openxmlformats.org/officeDocument/2006/relationships/image" Target="../media/image737.png"/><Relationship Id="rId121" Type="http://schemas.openxmlformats.org/officeDocument/2006/relationships/customXml" Target="../ink/ink754.xml"/><Relationship Id="rId163" Type="http://schemas.openxmlformats.org/officeDocument/2006/relationships/customXml" Target="../ink/ink775.xml"/><Relationship Id="rId219" Type="http://schemas.openxmlformats.org/officeDocument/2006/relationships/image" Target="../media/image796.png"/><Relationship Id="rId370" Type="http://schemas.openxmlformats.org/officeDocument/2006/relationships/customXml" Target="../ink/ink880.xml"/><Relationship Id="rId426" Type="http://schemas.openxmlformats.org/officeDocument/2006/relationships/image" Target="../media/image897.png"/><Relationship Id="rId230" Type="http://schemas.openxmlformats.org/officeDocument/2006/relationships/customXml" Target="../ink/ink809.xml"/><Relationship Id="rId468" Type="http://schemas.openxmlformats.org/officeDocument/2006/relationships/image" Target="../media/image918.png"/><Relationship Id="rId25" Type="http://schemas.openxmlformats.org/officeDocument/2006/relationships/customXml" Target="../ink/ink706.xml"/><Relationship Id="rId67" Type="http://schemas.openxmlformats.org/officeDocument/2006/relationships/customXml" Target="../ink/ink727.xml"/><Relationship Id="rId272" Type="http://schemas.openxmlformats.org/officeDocument/2006/relationships/customXml" Target="../ink/ink830.xml"/><Relationship Id="rId328" Type="http://schemas.openxmlformats.org/officeDocument/2006/relationships/image" Target="../media/image849.png"/><Relationship Id="rId132" Type="http://schemas.openxmlformats.org/officeDocument/2006/relationships/image" Target="../media/image754.png"/><Relationship Id="rId174" Type="http://schemas.openxmlformats.org/officeDocument/2006/relationships/image" Target="../media/image774.png"/><Relationship Id="rId381" Type="http://schemas.openxmlformats.org/officeDocument/2006/relationships/image" Target="../media/image875.png"/><Relationship Id="rId241" Type="http://schemas.openxmlformats.org/officeDocument/2006/relationships/image" Target="../media/image806.png"/><Relationship Id="rId437" Type="http://schemas.openxmlformats.org/officeDocument/2006/relationships/customXml" Target="../ink/ink914.xml"/><Relationship Id="rId479" Type="http://schemas.openxmlformats.org/officeDocument/2006/relationships/image" Target="../media/image923.png"/><Relationship Id="rId36" Type="http://schemas.openxmlformats.org/officeDocument/2006/relationships/image" Target="../media/image706.png"/><Relationship Id="rId283" Type="http://schemas.openxmlformats.org/officeDocument/2006/relationships/image" Target="../media/image827.png"/><Relationship Id="rId339" Type="http://schemas.openxmlformats.org/officeDocument/2006/relationships/customXml" Target="../ink/ink864.xml"/><Relationship Id="rId78" Type="http://schemas.openxmlformats.org/officeDocument/2006/relationships/image" Target="../media/image727.png"/><Relationship Id="rId101" Type="http://schemas.openxmlformats.org/officeDocument/2006/relationships/customXml" Target="../ink/ink744.xml"/><Relationship Id="rId143" Type="http://schemas.openxmlformats.org/officeDocument/2006/relationships/customXml" Target="../ink/ink765.xml"/><Relationship Id="rId185" Type="http://schemas.openxmlformats.org/officeDocument/2006/relationships/customXml" Target="../ink/ink786.xml"/><Relationship Id="rId350" Type="http://schemas.openxmlformats.org/officeDocument/2006/relationships/image" Target="../media/image860.png"/><Relationship Id="rId406" Type="http://schemas.openxmlformats.org/officeDocument/2006/relationships/customXml" Target="../ink/ink898.xml"/><Relationship Id="rId9" Type="http://schemas.openxmlformats.org/officeDocument/2006/relationships/customXml" Target="../ink/ink698.xml"/><Relationship Id="rId210" Type="http://schemas.openxmlformats.org/officeDocument/2006/relationships/customXml" Target="../ink/ink799.xml"/><Relationship Id="rId392" Type="http://schemas.openxmlformats.org/officeDocument/2006/relationships/customXml" Target="../ink/ink891.xml"/><Relationship Id="rId448" Type="http://schemas.openxmlformats.org/officeDocument/2006/relationships/image" Target="../media/image908.png"/><Relationship Id="rId252" Type="http://schemas.openxmlformats.org/officeDocument/2006/relationships/customXml" Target="../ink/ink820.xml"/><Relationship Id="rId294" Type="http://schemas.openxmlformats.org/officeDocument/2006/relationships/customXml" Target="../ink/ink841.xml"/><Relationship Id="rId308" Type="http://schemas.openxmlformats.org/officeDocument/2006/relationships/image" Target="../media/image839.png"/><Relationship Id="rId47" Type="http://schemas.openxmlformats.org/officeDocument/2006/relationships/customXml" Target="../ink/ink717.xml"/><Relationship Id="rId89" Type="http://schemas.openxmlformats.org/officeDocument/2006/relationships/customXml" Target="../ink/ink738.xml"/><Relationship Id="rId112" Type="http://schemas.openxmlformats.org/officeDocument/2006/relationships/image" Target="../media/image744.png"/><Relationship Id="rId154" Type="http://schemas.openxmlformats.org/officeDocument/2006/relationships/image" Target="../media/image764.png"/><Relationship Id="rId361" Type="http://schemas.openxmlformats.org/officeDocument/2006/relationships/customXml" Target="../ink/ink875.xml"/><Relationship Id="rId196" Type="http://schemas.openxmlformats.org/officeDocument/2006/relationships/customXml" Target="../ink/ink792.xml"/><Relationship Id="rId417" Type="http://schemas.openxmlformats.org/officeDocument/2006/relationships/image" Target="../media/image893.png"/><Relationship Id="rId459" Type="http://schemas.openxmlformats.org/officeDocument/2006/relationships/customXml" Target="../ink/ink925.xml"/><Relationship Id="rId16" Type="http://schemas.openxmlformats.org/officeDocument/2006/relationships/image" Target="../media/image696.png"/><Relationship Id="rId221" Type="http://schemas.openxmlformats.org/officeDocument/2006/relationships/image" Target="../media/image195.png"/><Relationship Id="rId263" Type="http://schemas.openxmlformats.org/officeDocument/2006/relationships/image" Target="../media/image817.png"/><Relationship Id="rId319" Type="http://schemas.openxmlformats.org/officeDocument/2006/relationships/customXml" Target="../ink/ink854.xml"/><Relationship Id="rId470" Type="http://schemas.openxmlformats.org/officeDocument/2006/relationships/image" Target="../media/image919.png"/><Relationship Id="rId58" Type="http://schemas.openxmlformats.org/officeDocument/2006/relationships/image" Target="../media/image717.png"/><Relationship Id="rId123" Type="http://schemas.openxmlformats.org/officeDocument/2006/relationships/customXml" Target="../ink/ink755.xml"/><Relationship Id="rId330" Type="http://schemas.openxmlformats.org/officeDocument/2006/relationships/image" Target="../media/image850.png"/><Relationship Id="rId165" Type="http://schemas.openxmlformats.org/officeDocument/2006/relationships/customXml" Target="../ink/ink776.xml"/><Relationship Id="rId372" Type="http://schemas.openxmlformats.org/officeDocument/2006/relationships/customXml" Target="../ink/ink881.xml"/><Relationship Id="rId428" Type="http://schemas.openxmlformats.org/officeDocument/2006/relationships/image" Target="../media/image898.png"/><Relationship Id="rId232" Type="http://schemas.openxmlformats.org/officeDocument/2006/relationships/customXml" Target="../ink/ink810.xml"/><Relationship Id="rId274" Type="http://schemas.openxmlformats.org/officeDocument/2006/relationships/customXml" Target="../ink/ink831.xml"/><Relationship Id="rId27" Type="http://schemas.openxmlformats.org/officeDocument/2006/relationships/customXml" Target="../ink/ink707.xml"/><Relationship Id="rId69" Type="http://schemas.openxmlformats.org/officeDocument/2006/relationships/customXml" Target="../ink/ink728.xml"/><Relationship Id="rId134" Type="http://schemas.openxmlformats.org/officeDocument/2006/relationships/image" Target="../media/image755.png"/><Relationship Id="rId80" Type="http://schemas.openxmlformats.org/officeDocument/2006/relationships/image" Target="../media/image728.png"/><Relationship Id="rId176" Type="http://schemas.openxmlformats.org/officeDocument/2006/relationships/image" Target="../media/image775.png"/><Relationship Id="rId341" Type="http://schemas.openxmlformats.org/officeDocument/2006/relationships/customXml" Target="../ink/ink865.xml"/><Relationship Id="rId383" Type="http://schemas.openxmlformats.org/officeDocument/2006/relationships/image" Target="../media/image876.png"/><Relationship Id="rId439" Type="http://schemas.openxmlformats.org/officeDocument/2006/relationships/customXml" Target="../ink/ink915.xml"/><Relationship Id="rId201" Type="http://schemas.openxmlformats.org/officeDocument/2006/relationships/image" Target="../media/image787.png"/><Relationship Id="rId243" Type="http://schemas.openxmlformats.org/officeDocument/2006/relationships/image" Target="../media/image807.png"/><Relationship Id="rId285" Type="http://schemas.openxmlformats.org/officeDocument/2006/relationships/image" Target="../media/image828.png"/><Relationship Id="rId450" Type="http://schemas.openxmlformats.org/officeDocument/2006/relationships/image" Target="../media/image909.png"/><Relationship Id="rId38" Type="http://schemas.openxmlformats.org/officeDocument/2006/relationships/image" Target="../media/image707.png"/><Relationship Id="rId103" Type="http://schemas.openxmlformats.org/officeDocument/2006/relationships/customXml" Target="../ink/ink745.xml"/><Relationship Id="rId310" Type="http://schemas.openxmlformats.org/officeDocument/2006/relationships/image" Target="../media/image840.png"/><Relationship Id="rId91" Type="http://schemas.openxmlformats.org/officeDocument/2006/relationships/customXml" Target="../ink/ink739.xml"/><Relationship Id="rId145" Type="http://schemas.openxmlformats.org/officeDocument/2006/relationships/customXml" Target="../ink/ink766.xml"/><Relationship Id="rId187" Type="http://schemas.openxmlformats.org/officeDocument/2006/relationships/customXml" Target="../ink/ink787.xml"/><Relationship Id="rId352" Type="http://schemas.openxmlformats.org/officeDocument/2006/relationships/image" Target="../media/image861.png"/><Relationship Id="rId394" Type="http://schemas.openxmlformats.org/officeDocument/2006/relationships/customXml" Target="../ink/ink892.xml"/><Relationship Id="rId408" Type="http://schemas.openxmlformats.org/officeDocument/2006/relationships/customXml" Target="../ink/ink899.xml"/><Relationship Id="rId212" Type="http://schemas.openxmlformats.org/officeDocument/2006/relationships/customXml" Target="../ink/ink800.xml"/><Relationship Id="rId254" Type="http://schemas.openxmlformats.org/officeDocument/2006/relationships/customXml" Target="../ink/ink821.xml"/><Relationship Id="rId49" Type="http://schemas.openxmlformats.org/officeDocument/2006/relationships/customXml" Target="../ink/ink718.xml"/><Relationship Id="rId114" Type="http://schemas.openxmlformats.org/officeDocument/2006/relationships/image" Target="../media/image745.png"/><Relationship Id="rId296" Type="http://schemas.openxmlformats.org/officeDocument/2006/relationships/customXml" Target="../ink/ink842.xml"/><Relationship Id="rId461" Type="http://schemas.openxmlformats.org/officeDocument/2006/relationships/customXml" Target="../ink/ink926.xml"/><Relationship Id="rId60" Type="http://schemas.openxmlformats.org/officeDocument/2006/relationships/image" Target="../media/image718.png"/><Relationship Id="rId156" Type="http://schemas.openxmlformats.org/officeDocument/2006/relationships/image" Target="../media/image765.png"/><Relationship Id="rId198" Type="http://schemas.openxmlformats.org/officeDocument/2006/relationships/customXml" Target="../ink/ink793.xml"/><Relationship Id="rId321" Type="http://schemas.openxmlformats.org/officeDocument/2006/relationships/customXml" Target="../ink/ink855.xml"/><Relationship Id="rId363" Type="http://schemas.openxmlformats.org/officeDocument/2006/relationships/image" Target="../media/image866.png"/><Relationship Id="rId419" Type="http://schemas.openxmlformats.org/officeDocument/2006/relationships/image" Target="../media/image894.png"/><Relationship Id="rId223" Type="http://schemas.openxmlformats.org/officeDocument/2006/relationships/image" Target="../media/image797.png"/><Relationship Id="rId430" Type="http://schemas.openxmlformats.org/officeDocument/2006/relationships/image" Target="../media/image899.png"/><Relationship Id="rId18" Type="http://schemas.openxmlformats.org/officeDocument/2006/relationships/image" Target="../media/image697.png"/><Relationship Id="rId265" Type="http://schemas.openxmlformats.org/officeDocument/2006/relationships/image" Target="../media/image818.png"/><Relationship Id="rId472" Type="http://schemas.openxmlformats.org/officeDocument/2006/relationships/image" Target="../media/image920.png"/><Relationship Id="rId125" Type="http://schemas.openxmlformats.org/officeDocument/2006/relationships/customXml" Target="../ink/ink756.xml"/><Relationship Id="rId167" Type="http://schemas.openxmlformats.org/officeDocument/2006/relationships/customXml" Target="../ink/ink777.xml"/><Relationship Id="rId332" Type="http://schemas.openxmlformats.org/officeDocument/2006/relationships/image" Target="../media/image851.png"/><Relationship Id="rId374" Type="http://schemas.openxmlformats.org/officeDocument/2006/relationships/customXml" Target="../ink/ink882.xml"/><Relationship Id="rId71" Type="http://schemas.openxmlformats.org/officeDocument/2006/relationships/customXml" Target="../ink/ink729.xml"/><Relationship Id="rId234" Type="http://schemas.openxmlformats.org/officeDocument/2006/relationships/customXml" Target="../ink/ink811.xml"/><Relationship Id="rId2" Type="http://schemas.openxmlformats.org/officeDocument/2006/relationships/image" Target="../media/image689.png"/><Relationship Id="rId29" Type="http://schemas.openxmlformats.org/officeDocument/2006/relationships/customXml" Target="../ink/ink708.xml"/><Relationship Id="rId276" Type="http://schemas.openxmlformats.org/officeDocument/2006/relationships/customXml" Target="../ink/ink832.xml"/><Relationship Id="rId441" Type="http://schemas.openxmlformats.org/officeDocument/2006/relationships/customXml" Target="../ink/ink916.xml"/><Relationship Id="rId40" Type="http://schemas.openxmlformats.org/officeDocument/2006/relationships/image" Target="../media/image708.png"/><Relationship Id="rId136" Type="http://schemas.openxmlformats.org/officeDocument/2006/relationships/image" Target="../media/image34.png"/><Relationship Id="rId178" Type="http://schemas.openxmlformats.org/officeDocument/2006/relationships/image" Target="../media/image776.png"/><Relationship Id="rId301" Type="http://schemas.openxmlformats.org/officeDocument/2006/relationships/image" Target="../media/image836.png"/><Relationship Id="rId343" Type="http://schemas.openxmlformats.org/officeDocument/2006/relationships/customXml" Target="../ink/ink866.xml"/><Relationship Id="rId82" Type="http://schemas.openxmlformats.org/officeDocument/2006/relationships/image" Target="../media/image729.png"/><Relationship Id="rId203" Type="http://schemas.openxmlformats.org/officeDocument/2006/relationships/image" Target="../media/image788.png"/><Relationship Id="rId385" Type="http://schemas.openxmlformats.org/officeDocument/2006/relationships/image" Target="../media/image877.png"/><Relationship Id="rId245" Type="http://schemas.openxmlformats.org/officeDocument/2006/relationships/image" Target="../media/image808.png"/><Relationship Id="rId287" Type="http://schemas.openxmlformats.org/officeDocument/2006/relationships/image" Target="../media/image829.png"/><Relationship Id="rId410" Type="http://schemas.openxmlformats.org/officeDocument/2006/relationships/customXml" Target="../ink/ink900.xml"/><Relationship Id="rId452" Type="http://schemas.openxmlformats.org/officeDocument/2006/relationships/image" Target="../media/image910.png"/><Relationship Id="rId105" Type="http://schemas.openxmlformats.org/officeDocument/2006/relationships/customXml" Target="../ink/ink746.xml"/><Relationship Id="rId147" Type="http://schemas.openxmlformats.org/officeDocument/2006/relationships/customXml" Target="../ink/ink767.xml"/><Relationship Id="rId312" Type="http://schemas.openxmlformats.org/officeDocument/2006/relationships/image" Target="../media/image841.png"/><Relationship Id="rId354" Type="http://schemas.openxmlformats.org/officeDocument/2006/relationships/image" Target="../media/image862.png"/><Relationship Id="rId51" Type="http://schemas.openxmlformats.org/officeDocument/2006/relationships/customXml" Target="../ink/ink719.xml"/><Relationship Id="rId72" Type="http://schemas.openxmlformats.org/officeDocument/2006/relationships/image" Target="../media/image724.png"/><Relationship Id="rId93" Type="http://schemas.openxmlformats.org/officeDocument/2006/relationships/customXml" Target="../ink/ink740.xml"/><Relationship Id="rId189" Type="http://schemas.openxmlformats.org/officeDocument/2006/relationships/customXml" Target="../ink/ink788.xml"/><Relationship Id="rId375" Type="http://schemas.openxmlformats.org/officeDocument/2006/relationships/image" Target="../media/image872.png"/><Relationship Id="rId396" Type="http://schemas.openxmlformats.org/officeDocument/2006/relationships/customXml" Target="../ink/ink893.xml"/><Relationship Id="rId3" Type="http://schemas.openxmlformats.org/officeDocument/2006/relationships/customXml" Target="../ink/ink695.xml"/><Relationship Id="rId214" Type="http://schemas.openxmlformats.org/officeDocument/2006/relationships/customXml" Target="../ink/ink801.xml"/><Relationship Id="rId235" Type="http://schemas.openxmlformats.org/officeDocument/2006/relationships/image" Target="../media/image803.png"/><Relationship Id="rId256" Type="http://schemas.openxmlformats.org/officeDocument/2006/relationships/customXml" Target="../ink/ink822.xml"/><Relationship Id="rId277" Type="http://schemas.openxmlformats.org/officeDocument/2006/relationships/image" Target="../media/image824.png"/><Relationship Id="rId298" Type="http://schemas.openxmlformats.org/officeDocument/2006/relationships/customXml" Target="../ink/ink843.xml"/><Relationship Id="rId400" Type="http://schemas.openxmlformats.org/officeDocument/2006/relationships/customXml" Target="../ink/ink895.xml"/><Relationship Id="rId421" Type="http://schemas.openxmlformats.org/officeDocument/2006/relationships/customXml" Target="../ink/ink906.xml"/><Relationship Id="rId442" Type="http://schemas.openxmlformats.org/officeDocument/2006/relationships/image" Target="../media/image905.png"/><Relationship Id="rId463" Type="http://schemas.openxmlformats.org/officeDocument/2006/relationships/customXml" Target="../ink/ink927.xml"/><Relationship Id="rId116" Type="http://schemas.openxmlformats.org/officeDocument/2006/relationships/image" Target="../media/image746.png"/><Relationship Id="rId137" Type="http://schemas.openxmlformats.org/officeDocument/2006/relationships/customXml" Target="../ink/ink762.xml"/><Relationship Id="rId158" Type="http://schemas.openxmlformats.org/officeDocument/2006/relationships/image" Target="../media/image766.png"/><Relationship Id="rId302" Type="http://schemas.openxmlformats.org/officeDocument/2006/relationships/customXml" Target="../ink/ink845.xml"/><Relationship Id="rId323" Type="http://schemas.openxmlformats.org/officeDocument/2006/relationships/customXml" Target="../ink/ink856.xml"/><Relationship Id="rId344" Type="http://schemas.openxmlformats.org/officeDocument/2006/relationships/image" Target="../media/image857.png"/><Relationship Id="rId20" Type="http://schemas.openxmlformats.org/officeDocument/2006/relationships/image" Target="../media/image698.png"/><Relationship Id="rId41" Type="http://schemas.openxmlformats.org/officeDocument/2006/relationships/customXml" Target="../ink/ink714.xml"/><Relationship Id="rId62" Type="http://schemas.openxmlformats.org/officeDocument/2006/relationships/image" Target="../media/image719.png"/><Relationship Id="rId83" Type="http://schemas.openxmlformats.org/officeDocument/2006/relationships/customXml" Target="../ink/ink735.xml"/><Relationship Id="rId179" Type="http://schemas.openxmlformats.org/officeDocument/2006/relationships/customXml" Target="../ink/ink783.xml"/><Relationship Id="rId365" Type="http://schemas.openxmlformats.org/officeDocument/2006/relationships/image" Target="../media/image867.png"/><Relationship Id="rId386" Type="http://schemas.openxmlformats.org/officeDocument/2006/relationships/customXml" Target="../ink/ink888.xml"/><Relationship Id="rId190" Type="http://schemas.openxmlformats.org/officeDocument/2006/relationships/customXml" Target="../ink/ink789.xml"/><Relationship Id="rId204" Type="http://schemas.openxmlformats.org/officeDocument/2006/relationships/customXml" Target="../ink/ink796.xml"/><Relationship Id="rId225" Type="http://schemas.openxmlformats.org/officeDocument/2006/relationships/image" Target="../media/image798.png"/><Relationship Id="rId246" Type="http://schemas.openxmlformats.org/officeDocument/2006/relationships/customXml" Target="../ink/ink817.xml"/><Relationship Id="rId267" Type="http://schemas.openxmlformats.org/officeDocument/2006/relationships/image" Target="../media/image819.png"/><Relationship Id="rId288" Type="http://schemas.openxmlformats.org/officeDocument/2006/relationships/customXml" Target="../ink/ink838.xml"/><Relationship Id="rId411" Type="http://schemas.openxmlformats.org/officeDocument/2006/relationships/image" Target="../media/image890.png"/><Relationship Id="rId432" Type="http://schemas.openxmlformats.org/officeDocument/2006/relationships/image" Target="../media/image900.png"/><Relationship Id="rId453" Type="http://schemas.openxmlformats.org/officeDocument/2006/relationships/customXml" Target="../ink/ink922.xml"/><Relationship Id="rId474" Type="http://schemas.openxmlformats.org/officeDocument/2006/relationships/customXml" Target="../ink/ink933.xml"/><Relationship Id="rId106" Type="http://schemas.openxmlformats.org/officeDocument/2006/relationships/image" Target="../media/image741.png"/><Relationship Id="rId127" Type="http://schemas.openxmlformats.org/officeDocument/2006/relationships/customXml" Target="../ink/ink757.xml"/><Relationship Id="rId313" Type="http://schemas.openxmlformats.org/officeDocument/2006/relationships/customXml" Target="../ink/ink851.xml"/><Relationship Id="rId10" Type="http://schemas.openxmlformats.org/officeDocument/2006/relationships/image" Target="../media/image693.png"/><Relationship Id="rId31" Type="http://schemas.openxmlformats.org/officeDocument/2006/relationships/customXml" Target="../ink/ink709.xml"/><Relationship Id="rId52" Type="http://schemas.openxmlformats.org/officeDocument/2006/relationships/image" Target="../media/image714.png"/><Relationship Id="rId73" Type="http://schemas.openxmlformats.org/officeDocument/2006/relationships/customXml" Target="../ink/ink730.xml"/><Relationship Id="rId94" Type="http://schemas.openxmlformats.org/officeDocument/2006/relationships/image" Target="../media/image735.png"/><Relationship Id="rId148" Type="http://schemas.openxmlformats.org/officeDocument/2006/relationships/image" Target="../media/image761.png"/><Relationship Id="rId169" Type="http://schemas.openxmlformats.org/officeDocument/2006/relationships/customXml" Target="../ink/ink778.xml"/><Relationship Id="rId334" Type="http://schemas.openxmlformats.org/officeDocument/2006/relationships/image" Target="../media/image852.png"/><Relationship Id="rId355" Type="http://schemas.openxmlformats.org/officeDocument/2006/relationships/customXml" Target="../ink/ink872.xml"/><Relationship Id="rId376" Type="http://schemas.openxmlformats.org/officeDocument/2006/relationships/customXml" Target="../ink/ink883.xml"/><Relationship Id="rId397" Type="http://schemas.openxmlformats.org/officeDocument/2006/relationships/image" Target="../media/image883.png"/><Relationship Id="rId4" Type="http://schemas.openxmlformats.org/officeDocument/2006/relationships/image" Target="../media/image690.png"/><Relationship Id="rId180" Type="http://schemas.openxmlformats.org/officeDocument/2006/relationships/image" Target="../media/image777.png"/><Relationship Id="rId215" Type="http://schemas.openxmlformats.org/officeDocument/2006/relationships/image" Target="../media/image794.png"/><Relationship Id="rId236" Type="http://schemas.openxmlformats.org/officeDocument/2006/relationships/customXml" Target="../ink/ink812.xml"/><Relationship Id="rId257" Type="http://schemas.openxmlformats.org/officeDocument/2006/relationships/image" Target="../media/image814.png"/><Relationship Id="rId278" Type="http://schemas.openxmlformats.org/officeDocument/2006/relationships/customXml" Target="../ink/ink833.xml"/><Relationship Id="rId401" Type="http://schemas.openxmlformats.org/officeDocument/2006/relationships/image" Target="../media/image885.png"/><Relationship Id="rId422" Type="http://schemas.openxmlformats.org/officeDocument/2006/relationships/image" Target="../media/image895.png"/><Relationship Id="rId443" Type="http://schemas.openxmlformats.org/officeDocument/2006/relationships/customXml" Target="../ink/ink917.xml"/><Relationship Id="rId464" Type="http://schemas.openxmlformats.org/officeDocument/2006/relationships/image" Target="../media/image916.png"/><Relationship Id="rId303" Type="http://schemas.openxmlformats.org/officeDocument/2006/relationships/customXml" Target="../ink/ink846.xml"/><Relationship Id="rId42" Type="http://schemas.openxmlformats.org/officeDocument/2006/relationships/image" Target="../media/image709.png"/><Relationship Id="rId84" Type="http://schemas.openxmlformats.org/officeDocument/2006/relationships/image" Target="../media/image730.png"/><Relationship Id="rId138" Type="http://schemas.openxmlformats.org/officeDocument/2006/relationships/image" Target="../media/image756.png"/><Relationship Id="rId345" Type="http://schemas.openxmlformats.org/officeDocument/2006/relationships/customXml" Target="../ink/ink867.xml"/><Relationship Id="rId387" Type="http://schemas.openxmlformats.org/officeDocument/2006/relationships/image" Target="../media/image878.png"/><Relationship Id="rId191" Type="http://schemas.openxmlformats.org/officeDocument/2006/relationships/image" Target="../media/image782.png"/><Relationship Id="rId205" Type="http://schemas.openxmlformats.org/officeDocument/2006/relationships/image" Target="../media/image789.png"/><Relationship Id="rId247" Type="http://schemas.openxmlformats.org/officeDocument/2006/relationships/image" Target="../media/image809.png"/><Relationship Id="rId412" Type="http://schemas.openxmlformats.org/officeDocument/2006/relationships/customXml" Target="../ink/ink901.xml"/><Relationship Id="rId107" Type="http://schemas.openxmlformats.org/officeDocument/2006/relationships/customXml" Target="../ink/ink747.xml"/><Relationship Id="rId289" Type="http://schemas.openxmlformats.org/officeDocument/2006/relationships/image" Target="../media/image830.png"/><Relationship Id="rId454" Type="http://schemas.openxmlformats.org/officeDocument/2006/relationships/image" Target="../media/image911.png"/><Relationship Id="rId11" Type="http://schemas.openxmlformats.org/officeDocument/2006/relationships/customXml" Target="../ink/ink699.xml"/><Relationship Id="rId53" Type="http://schemas.openxmlformats.org/officeDocument/2006/relationships/customXml" Target="../ink/ink720.xml"/><Relationship Id="rId149" Type="http://schemas.openxmlformats.org/officeDocument/2006/relationships/customXml" Target="../ink/ink768.xml"/><Relationship Id="rId314" Type="http://schemas.openxmlformats.org/officeDocument/2006/relationships/image" Target="../media/image842.png"/><Relationship Id="rId356" Type="http://schemas.openxmlformats.org/officeDocument/2006/relationships/image" Target="../media/image863.png"/><Relationship Id="rId398" Type="http://schemas.openxmlformats.org/officeDocument/2006/relationships/customXml" Target="../ink/ink894.xml"/><Relationship Id="rId95" Type="http://schemas.openxmlformats.org/officeDocument/2006/relationships/customXml" Target="../ink/ink741.xml"/><Relationship Id="rId160" Type="http://schemas.openxmlformats.org/officeDocument/2006/relationships/image" Target="../media/image767.png"/><Relationship Id="rId216" Type="http://schemas.openxmlformats.org/officeDocument/2006/relationships/customXml" Target="../ink/ink802.xml"/><Relationship Id="rId423" Type="http://schemas.openxmlformats.org/officeDocument/2006/relationships/customXml" Target="../ink/ink907.xml"/><Relationship Id="rId258" Type="http://schemas.openxmlformats.org/officeDocument/2006/relationships/customXml" Target="../ink/ink823.xml"/><Relationship Id="rId465" Type="http://schemas.openxmlformats.org/officeDocument/2006/relationships/customXml" Target="../ink/ink928.xml"/><Relationship Id="rId22" Type="http://schemas.openxmlformats.org/officeDocument/2006/relationships/image" Target="../media/image699.png"/><Relationship Id="rId64" Type="http://schemas.openxmlformats.org/officeDocument/2006/relationships/image" Target="../media/image720.png"/><Relationship Id="rId118" Type="http://schemas.openxmlformats.org/officeDocument/2006/relationships/image" Target="../media/image747.png"/><Relationship Id="rId325" Type="http://schemas.openxmlformats.org/officeDocument/2006/relationships/customXml" Target="../ink/ink857.xml"/><Relationship Id="rId367" Type="http://schemas.openxmlformats.org/officeDocument/2006/relationships/image" Target="../media/image868.png"/><Relationship Id="rId171" Type="http://schemas.openxmlformats.org/officeDocument/2006/relationships/customXml" Target="../ink/ink779.xml"/><Relationship Id="rId227" Type="http://schemas.openxmlformats.org/officeDocument/2006/relationships/image" Target="../media/image799.png"/><Relationship Id="rId269" Type="http://schemas.openxmlformats.org/officeDocument/2006/relationships/image" Target="../media/image820.png"/><Relationship Id="rId434" Type="http://schemas.openxmlformats.org/officeDocument/2006/relationships/image" Target="../media/image901.png"/><Relationship Id="rId476" Type="http://schemas.openxmlformats.org/officeDocument/2006/relationships/customXml" Target="../ink/ink934.xml"/><Relationship Id="rId33" Type="http://schemas.openxmlformats.org/officeDocument/2006/relationships/customXml" Target="../ink/ink710.xml"/><Relationship Id="rId129" Type="http://schemas.openxmlformats.org/officeDocument/2006/relationships/customXml" Target="../ink/ink758.xml"/><Relationship Id="rId280" Type="http://schemas.openxmlformats.org/officeDocument/2006/relationships/customXml" Target="../ink/ink834.xml"/><Relationship Id="rId336" Type="http://schemas.openxmlformats.org/officeDocument/2006/relationships/image" Target="../media/image853.png"/><Relationship Id="rId75" Type="http://schemas.openxmlformats.org/officeDocument/2006/relationships/customXml" Target="../ink/ink731.xml"/><Relationship Id="rId140" Type="http://schemas.openxmlformats.org/officeDocument/2006/relationships/image" Target="../media/image757.png"/><Relationship Id="rId182" Type="http://schemas.openxmlformats.org/officeDocument/2006/relationships/image" Target="../media/image778.png"/><Relationship Id="rId378" Type="http://schemas.openxmlformats.org/officeDocument/2006/relationships/customXml" Target="../ink/ink884.xml"/><Relationship Id="rId403" Type="http://schemas.openxmlformats.org/officeDocument/2006/relationships/image" Target="../media/image886.png"/><Relationship Id="rId6" Type="http://schemas.openxmlformats.org/officeDocument/2006/relationships/image" Target="../media/image691.png"/><Relationship Id="rId238" Type="http://schemas.openxmlformats.org/officeDocument/2006/relationships/customXml" Target="../ink/ink813.xml"/><Relationship Id="rId445" Type="http://schemas.openxmlformats.org/officeDocument/2006/relationships/customXml" Target="../ink/ink918.xml"/><Relationship Id="rId291" Type="http://schemas.openxmlformats.org/officeDocument/2006/relationships/image" Target="../media/image831.png"/><Relationship Id="rId305" Type="http://schemas.openxmlformats.org/officeDocument/2006/relationships/customXml" Target="../ink/ink847.xml"/><Relationship Id="rId347" Type="http://schemas.openxmlformats.org/officeDocument/2006/relationships/customXml" Target="../ink/ink868.xml"/><Relationship Id="rId44" Type="http://schemas.openxmlformats.org/officeDocument/2006/relationships/image" Target="../media/image710.png"/><Relationship Id="rId86" Type="http://schemas.openxmlformats.org/officeDocument/2006/relationships/image" Target="../media/image731.png"/><Relationship Id="rId151" Type="http://schemas.openxmlformats.org/officeDocument/2006/relationships/customXml" Target="../ink/ink769.xml"/><Relationship Id="rId389" Type="http://schemas.openxmlformats.org/officeDocument/2006/relationships/image" Target="../media/image879.png"/><Relationship Id="rId193" Type="http://schemas.openxmlformats.org/officeDocument/2006/relationships/image" Target="../media/image783.png"/><Relationship Id="rId207" Type="http://schemas.openxmlformats.org/officeDocument/2006/relationships/image" Target="../media/image790.png"/><Relationship Id="rId249" Type="http://schemas.openxmlformats.org/officeDocument/2006/relationships/image" Target="../media/image810.png"/><Relationship Id="rId414" Type="http://schemas.openxmlformats.org/officeDocument/2006/relationships/customXml" Target="../ink/ink902.xml"/><Relationship Id="rId456" Type="http://schemas.openxmlformats.org/officeDocument/2006/relationships/image" Target="../media/image912.png"/><Relationship Id="rId13" Type="http://schemas.openxmlformats.org/officeDocument/2006/relationships/customXml" Target="../ink/ink700.xml"/><Relationship Id="rId109" Type="http://schemas.openxmlformats.org/officeDocument/2006/relationships/customXml" Target="../ink/ink748.xml"/><Relationship Id="rId260" Type="http://schemas.openxmlformats.org/officeDocument/2006/relationships/customXml" Target="../ink/ink824.xml"/><Relationship Id="rId316" Type="http://schemas.openxmlformats.org/officeDocument/2006/relationships/image" Target="../media/image843.png"/><Relationship Id="rId55" Type="http://schemas.openxmlformats.org/officeDocument/2006/relationships/customXml" Target="../ink/ink721.xml"/><Relationship Id="rId97" Type="http://schemas.openxmlformats.org/officeDocument/2006/relationships/customXml" Target="../ink/ink742.xml"/><Relationship Id="rId120" Type="http://schemas.openxmlformats.org/officeDocument/2006/relationships/image" Target="../media/image748.png"/><Relationship Id="rId358" Type="http://schemas.openxmlformats.org/officeDocument/2006/relationships/image" Target="../media/image864.png"/><Relationship Id="rId162" Type="http://schemas.openxmlformats.org/officeDocument/2006/relationships/image" Target="../media/image768.png"/><Relationship Id="rId218" Type="http://schemas.openxmlformats.org/officeDocument/2006/relationships/customXml" Target="../ink/ink803.xml"/><Relationship Id="rId425" Type="http://schemas.openxmlformats.org/officeDocument/2006/relationships/customXml" Target="../ink/ink908.xml"/><Relationship Id="rId467" Type="http://schemas.openxmlformats.org/officeDocument/2006/relationships/customXml" Target="../ink/ink929.xml"/><Relationship Id="rId271" Type="http://schemas.openxmlformats.org/officeDocument/2006/relationships/image" Target="../media/image821.png"/><Relationship Id="rId24" Type="http://schemas.openxmlformats.org/officeDocument/2006/relationships/image" Target="../media/image700.png"/><Relationship Id="rId66" Type="http://schemas.openxmlformats.org/officeDocument/2006/relationships/image" Target="../media/image721.png"/><Relationship Id="rId131" Type="http://schemas.openxmlformats.org/officeDocument/2006/relationships/customXml" Target="../ink/ink759.xml"/><Relationship Id="rId327" Type="http://schemas.openxmlformats.org/officeDocument/2006/relationships/customXml" Target="../ink/ink858.xml"/><Relationship Id="rId369" Type="http://schemas.openxmlformats.org/officeDocument/2006/relationships/image" Target="../media/image869.png"/><Relationship Id="rId173" Type="http://schemas.openxmlformats.org/officeDocument/2006/relationships/customXml" Target="../ink/ink780.xml"/><Relationship Id="rId229" Type="http://schemas.openxmlformats.org/officeDocument/2006/relationships/image" Target="../media/image800.png"/><Relationship Id="rId380" Type="http://schemas.openxmlformats.org/officeDocument/2006/relationships/customXml" Target="../ink/ink885.xml"/><Relationship Id="rId436" Type="http://schemas.openxmlformats.org/officeDocument/2006/relationships/image" Target="../media/image902.png"/><Relationship Id="rId240" Type="http://schemas.openxmlformats.org/officeDocument/2006/relationships/customXml" Target="../ink/ink814.xml"/><Relationship Id="rId478" Type="http://schemas.openxmlformats.org/officeDocument/2006/relationships/customXml" Target="../ink/ink935.xml"/><Relationship Id="rId35" Type="http://schemas.openxmlformats.org/officeDocument/2006/relationships/customXml" Target="../ink/ink711.xml"/><Relationship Id="rId77" Type="http://schemas.openxmlformats.org/officeDocument/2006/relationships/customXml" Target="../ink/ink732.xml"/><Relationship Id="rId100" Type="http://schemas.openxmlformats.org/officeDocument/2006/relationships/image" Target="../media/image738.png"/><Relationship Id="rId282" Type="http://schemas.openxmlformats.org/officeDocument/2006/relationships/customXml" Target="../ink/ink835.xml"/><Relationship Id="rId338" Type="http://schemas.openxmlformats.org/officeDocument/2006/relationships/image" Target="../media/image854.png"/><Relationship Id="rId8" Type="http://schemas.openxmlformats.org/officeDocument/2006/relationships/image" Target="../media/image692.png"/><Relationship Id="rId142" Type="http://schemas.openxmlformats.org/officeDocument/2006/relationships/image" Target="../media/image758.png"/><Relationship Id="rId184" Type="http://schemas.openxmlformats.org/officeDocument/2006/relationships/image" Target="../media/image779.png"/><Relationship Id="rId391" Type="http://schemas.openxmlformats.org/officeDocument/2006/relationships/image" Target="../media/image880.png"/><Relationship Id="rId405" Type="http://schemas.openxmlformats.org/officeDocument/2006/relationships/image" Target="../media/image887.png"/><Relationship Id="rId447" Type="http://schemas.openxmlformats.org/officeDocument/2006/relationships/customXml" Target="../ink/ink919.xml"/><Relationship Id="rId251" Type="http://schemas.openxmlformats.org/officeDocument/2006/relationships/image" Target="../media/image811.png"/><Relationship Id="rId46" Type="http://schemas.openxmlformats.org/officeDocument/2006/relationships/image" Target="../media/image711.png"/><Relationship Id="rId293" Type="http://schemas.openxmlformats.org/officeDocument/2006/relationships/image" Target="../media/image832.png"/><Relationship Id="rId307" Type="http://schemas.openxmlformats.org/officeDocument/2006/relationships/customXml" Target="../ink/ink848.xml"/><Relationship Id="rId349" Type="http://schemas.openxmlformats.org/officeDocument/2006/relationships/customXml" Target="../ink/ink869.xml"/><Relationship Id="rId88" Type="http://schemas.openxmlformats.org/officeDocument/2006/relationships/image" Target="../media/image732.png"/><Relationship Id="rId111" Type="http://schemas.openxmlformats.org/officeDocument/2006/relationships/customXml" Target="../ink/ink749.xml"/><Relationship Id="rId153" Type="http://schemas.openxmlformats.org/officeDocument/2006/relationships/customXml" Target="../ink/ink770.xml"/><Relationship Id="rId195" Type="http://schemas.openxmlformats.org/officeDocument/2006/relationships/image" Target="../media/image784.png"/><Relationship Id="rId209" Type="http://schemas.openxmlformats.org/officeDocument/2006/relationships/image" Target="../media/image791.png"/><Relationship Id="rId360" Type="http://schemas.openxmlformats.org/officeDocument/2006/relationships/image" Target="../media/image865.png"/><Relationship Id="rId416" Type="http://schemas.openxmlformats.org/officeDocument/2006/relationships/customXml" Target="../ink/ink903.xml"/><Relationship Id="rId220" Type="http://schemas.openxmlformats.org/officeDocument/2006/relationships/customXml" Target="../ink/ink804.xml"/><Relationship Id="rId458" Type="http://schemas.openxmlformats.org/officeDocument/2006/relationships/image" Target="../media/image913.png"/><Relationship Id="rId15" Type="http://schemas.openxmlformats.org/officeDocument/2006/relationships/customXml" Target="../ink/ink701.xml"/><Relationship Id="rId57" Type="http://schemas.openxmlformats.org/officeDocument/2006/relationships/customXml" Target="../ink/ink722.xml"/><Relationship Id="rId262" Type="http://schemas.openxmlformats.org/officeDocument/2006/relationships/customXml" Target="../ink/ink825.xml"/><Relationship Id="rId318" Type="http://schemas.openxmlformats.org/officeDocument/2006/relationships/image" Target="../media/image844.png"/><Relationship Id="rId99" Type="http://schemas.openxmlformats.org/officeDocument/2006/relationships/customXml" Target="../ink/ink743.xml"/><Relationship Id="rId122" Type="http://schemas.openxmlformats.org/officeDocument/2006/relationships/image" Target="../media/image749.png"/><Relationship Id="rId164" Type="http://schemas.openxmlformats.org/officeDocument/2006/relationships/image" Target="../media/image769.png"/><Relationship Id="rId371" Type="http://schemas.openxmlformats.org/officeDocument/2006/relationships/image" Target="../media/image870.png"/><Relationship Id="rId427" Type="http://schemas.openxmlformats.org/officeDocument/2006/relationships/customXml" Target="../ink/ink909.xml"/><Relationship Id="rId469" Type="http://schemas.openxmlformats.org/officeDocument/2006/relationships/customXml" Target="../ink/ink930.xml"/><Relationship Id="rId26" Type="http://schemas.openxmlformats.org/officeDocument/2006/relationships/image" Target="../media/image701.png"/><Relationship Id="rId231" Type="http://schemas.openxmlformats.org/officeDocument/2006/relationships/image" Target="../media/image801.png"/><Relationship Id="rId273" Type="http://schemas.openxmlformats.org/officeDocument/2006/relationships/image" Target="../media/image822.png"/><Relationship Id="rId329" Type="http://schemas.openxmlformats.org/officeDocument/2006/relationships/customXml" Target="../ink/ink859.xml"/><Relationship Id="rId68" Type="http://schemas.openxmlformats.org/officeDocument/2006/relationships/image" Target="../media/image722.png"/><Relationship Id="rId133" Type="http://schemas.openxmlformats.org/officeDocument/2006/relationships/customXml" Target="../ink/ink760.xml"/><Relationship Id="rId175" Type="http://schemas.openxmlformats.org/officeDocument/2006/relationships/customXml" Target="../ink/ink781.xml"/><Relationship Id="rId340" Type="http://schemas.openxmlformats.org/officeDocument/2006/relationships/image" Target="../media/image855.png"/><Relationship Id="rId200" Type="http://schemas.openxmlformats.org/officeDocument/2006/relationships/customXml" Target="../ink/ink794.xml"/><Relationship Id="rId382" Type="http://schemas.openxmlformats.org/officeDocument/2006/relationships/customXml" Target="../ink/ink886.xml"/><Relationship Id="rId438" Type="http://schemas.openxmlformats.org/officeDocument/2006/relationships/image" Target="../media/image903.png"/><Relationship Id="rId242" Type="http://schemas.openxmlformats.org/officeDocument/2006/relationships/customXml" Target="../ink/ink815.xml"/><Relationship Id="rId284" Type="http://schemas.openxmlformats.org/officeDocument/2006/relationships/customXml" Target="../ink/ink836.xml"/><Relationship Id="rId37" Type="http://schemas.openxmlformats.org/officeDocument/2006/relationships/customXml" Target="../ink/ink712.xml"/><Relationship Id="rId79" Type="http://schemas.openxmlformats.org/officeDocument/2006/relationships/customXml" Target="../ink/ink733.xml"/><Relationship Id="rId102" Type="http://schemas.openxmlformats.org/officeDocument/2006/relationships/image" Target="../media/image739.png"/><Relationship Id="rId144" Type="http://schemas.openxmlformats.org/officeDocument/2006/relationships/image" Target="../media/image759.png"/><Relationship Id="rId90" Type="http://schemas.openxmlformats.org/officeDocument/2006/relationships/image" Target="../media/image733.png"/><Relationship Id="rId186" Type="http://schemas.openxmlformats.org/officeDocument/2006/relationships/image" Target="../media/image780.png"/><Relationship Id="rId351" Type="http://schemas.openxmlformats.org/officeDocument/2006/relationships/customXml" Target="../ink/ink870.xml"/><Relationship Id="rId393" Type="http://schemas.openxmlformats.org/officeDocument/2006/relationships/image" Target="../media/image881.png"/><Relationship Id="rId407" Type="http://schemas.openxmlformats.org/officeDocument/2006/relationships/image" Target="../media/image888.png"/><Relationship Id="rId449" Type="http://schemas.openxmlformats.org/officeDocument/2006/relationships/customXml" Target="../ink/ink920.xml"/><Relationship Id="rId211" Type="http://schemas.openxmlformats.org/officeDocument/2006/relationships/image" Target="../media/image792.png"/><Relationship Id="rId253" Type="http://schemas.openxmlformats.org/officeDocument/2006/relationships/image" Target="../media/image812.png"/><Relationship Id="rId295" Type="http://schemas.openxmlformats.org/officeDocument/2006/relationships/image" Target="../media/image833.png"/><Relationship Id="rId309" Type="http://schemas.openxmlformats.org/officeDocument/2006/relationships/customXml" Target="../ink/ink849.xml"/><Relationship Id="rId460" Type="http://schemas.openxmlformats.org/officeDocument/2006/relationships/image" Target="../media/image914.png"/><Relationship Id="rId48" Type="http://schemas.openxmlformats.org/officeDocument/2006/relationships/image" Target="../media/image712.png"/><Relationship Id="rId113" Type="http://schemas.openxmlformats.org/officeDocument/2006/relationships/customXml" Target="../ink/ink750.xml"/><Relationship Id="rId320" Type="http://schemas.openxmlformats.org/officeDocument/2006/relationships/image" Target="../media/image845.png"/><Relationship Id="rId155" Type="http://schemas.openxmlformats.org/officeDocument/2006/relationships/customXml" Target="../ink/ink771.xml"/><Relationship Id="rId197" Type="http://schemas.openxmlformats.org/officeDocument/2006/relationships/image" Target="../media/image785.png"/><Relationship Id="rId362" Type="http://schemas.openxmlformats.org/officeDocument/2006/relationships/customXml" Target="../ink/ink876.xml"/><Relationship Id="rId418" Type="http://schemas.openxmlformats.org/officeDocument/2006/relationships/customXml" Target="../ink/ink904.xml"/><Relationship Id="rId222" Type="http://schemas.openxmlformats.org/officeDocument/2006/relationships/customXml" Target="../ink/ink805.xml"/><Relationship Id="rId264" Type="http://schemas.openxmlformats.org/officeDocument/2006/relationships/customXml" Target="../ink/ink826.xml"/><Relationship Id="rId471" Type="http://schemas.openxmlformats.org/officeDocument/2006/relationships/customXml" Target="../ink/ink931.xml"/><Relationship Id="rId17" Type="http://schemas.openxmlformats.org/officeDocument/2006/relationships/customXml" Target="../ink/ink702.xml"/><Relationship Id="rId59" Type="http://schemas.openxmlformats.org/officeDocument/2006/relationships/customXml" Target="../ink/ink723.xml"/><Relationship Id="rId124" Type="http://schemas.openxmlformats.org/officeDocument/2006/relationships/image" Target="../media/image750.png"/><Relationship Id="rId70" Type="http://schemas.openxmlformats.org/officeDocument/2006/relationships/image" Target="../media/image723.png"/><Relationship Id="rId166" Type="http://schemas.openxmlformats.org/officeDocument/2006/relationships/image" Target="../media/image770.png"/><Relationship Id="rId331" Type="http://schemas.openxmlformats.org/officeDocument/2006/relationships/customXml" Target="../ink/ink860.xml"/><Relationship Id="rId373" Type="http://schemas.openxmlformats.org/officeDocument/2006/relationships/image" Target="../media/image871.png"/><Relationship Id="rId429" Type="http://schemas.openxmlformats.org/officeDocument/2006/relationships/customXml" Target="../ink/ink91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02.png"/><Relationship Id="rId440" Type="http://schemas.openxmlformats.org/officeDocument/2006/relationships/image" Target="../media/image904.png"/><Relationship Id="rId28" Type="http://schemas.openxmlformats.org/officeDocument/2006/relationships/image" Target="../media/image702.png"/><Relationship Id="rId275" Type="http://schemas.openxmlformats.org/officeDocument/2006/relationships/image" Target="../media/image823.png"/><Relationship Id="rId300" Type="http://schemas.openxmlformats.org/officeDocument/2006/relationships/customXml" Target="../ink/ink844.xml"/><Relationship Id="rId81" Type="http://schemas.openxmlformats.org/officeDocument/2006/relationships/customXml" Target="../ink/ink734.xml"/><Relationship Id="rId135" Type="http://schemas.openxmlformats.org/officeDocument/2006/relationships/customXml" Target="../ink/ink761.xml"/><Relationship Id="rId177" Type="http://schemas.openxmlformats.org/officeDocument/2006/relationships/customXml" Target="../ink/ink782.xml"/><Relationship Id="rId342" Type="http://schemas.openxmlformats.org/officeDocument/2006/relationships/image" Target="../media/image856.png"/><Relationship Id="rId384" Type="http://schemas.openxmlformats.org/officeDocument/2006/relationships/customXml" Target="../ink/ink887.xml"/><Relationship Id="rId202" Type="http://schemas.openxmlformats.org/officeDocument/2006/relationships/customXml" Target="../ink/ink795.xml"/><Relationship Id="rId244" Type="http://schemas.openxmlformats.org/officeDocument/2006/relationships/customXml" Target="../ink/ink816.xml"/><Relationship Id="rId39" Type="http://schemas.openxmlformats.org/officeDocument/2006/relationships/customXml" Target="../ink/ink713.xml"/><Relationship Id="rId286" Type="http://schemas.openxmlformats.org/officeDocument/2006/relationships/customXml" Target="../ink/ink837.xml"/><Relationship Id="rId451" Type="http://schemas.openxmlformats.org/officeDocument/2006/relationships/customXml" Target="../ink/ink921.xml"/><Relationship Id="rId50" Type="http://schemas.openxmlformats.org/officeDocument/2006/relationships/image" Target="../media/image713.png"/><Relationship Id="rId104" Type="http://schemas.openxmlformats.org/officeDocument/2006/relationships/image" Target="../media/image740.png"/><Relationship Id="rId146" Type="http://schemas.openxmlformats.org/officeDocument/2006/relationships/image" Target="../media/image760.png"/><Relationship Id="rId188" Type="http://schemas.openxmlformats.org/officeDocument/2006/relationships/image" Target="../media/image781.png"/><Relationship Id="rId311" Type="http://schemas.openxmlformats.org/officeDocument/2006/relationships/customXml" Target="../ink/ink850.xml"/><Relationship Id="rId353" Type="http://schemas.openxmlformats.org/officeDocument/2006/relationships/customXml" Target="../ink/ink871.xml"/><Relationship Id="rId395" Type="http://schemas.openxmlformats.org/officeDocument/2006/relationships/image" Target="../media/image882.png"/><Relationship Id="rId409" Type="http://schemas.openxmlformats.org/officeDocument/2006/relationships/image" Target="../media/image889.png"/><Relationship Id="rId92" Type="http://schemas.openxmlformats.org/officeDocument/2006/relationships/image" Target="../media/image734.png"/><Relationship Id="rId213" Type="http://schemas.openxmlformats.org/officeDocument/2006/relationships/image" Target="../media/image793.png"/><Relationship Id="rId420" Type="http://schemas.openxmlformats.org/officeDocument/2006/relationships/customXml" Target="../ink/ink905.xml"/><Relationship Id="rId255" Type="http://schemas.openxmlformats.org/officeDocument/2006/relationships/image" Target="../media/image813.png"/><Relationship Id="rId297" Type="http://schemas.openxmlformats.org/officeDocument/2006/relationships/image" Target="../media/image834.png"/><Relationship Id="rId462" Type="http://schemas.openxmlformats.org/officeDocument/2006/relationships/image" Target="../media/image915.png"/><Relationship Id="rId115" Type="http://schemas.openxmlformats.org/officeDocument/2006/relationships/customXml" Target="../ink/ink751.xml"/><Relationship Id="rId157" Type="http://schemas.openxmlformats.org/officeDocument/2006/relationships/customXml" Target="../ink/ink772.xml"/><Relationship Id="rId322" Type="http://schemas.openxmlformats.org/officeDocument/2006/relationships/image" Target="../media/image846.png"/><Relationship Id="rId364" Type="http://schemas.openxmlformats.org/officeDocument/2006/relationships/customXml" Target="../ink/ink877.xml"/><Relationship Id="rId61" Type="http://schemas.openxmlformats.org/officeDocument/2006/relationships/customXml" Target="../ink/ink724.xml"/><Relationship Id="rId199" Type="http://schemas.openxmlformats.org/officeDocument/2006/relationships/image" Target="../media/image786.png"/><Relationship Id="rId19" Type="http://schemas.openxmlformats.org/officeDocument/2006/relationships/customXml" Target="../ink/ink703.xml"/><Relationship Id="rId224" Type="http://schemas.openxmlformats.org/officeDocument/2006/relationships/customXml" Target="../ink/ink806.xml"/><Relationship Id="rId266" Type="http://schemas.openxmlformats.org/officeDocument/2006/relationships/customXml" Target="../ink/ink827.xml"/><Relationship Id="rId431" Type="http://schemas.openxmlformats.org/officeDocument/2006/relationships/customXml" Target="../ink/ink911.xml"/><Relationship Id="rId473" Type="http://schemas.openxmlformats.org/officeDocument/2006/relationships/customXml" Target="../ink/ink932.xml"/><Relationship Id="rId30" Type="http://schemas.openxmlformats.org/officeDocument/2006/relationships/image" Target="../media/image703.png"/><Relationship Id="rId126" Type="http://schemas.openxmlformats.org/officeDocument/2006/relationships/image" Target="../media/image751.png"/><Relationship Id="rId168" Type="http://schemas.openxmlformats.org/officeDocument/2006/relationships/image" Target="../media/image771.png"/><Relationship Id="rId333" Type="http://schemas.openxmlformats.org/officeDocument/2006/relationships/customXml" Target="../ink/ink86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36.xml"/><Relationship Id="rId2" Type="http://schemas.openxmlformats.org/officeDocument/2006/relationships/image" Target="../media/image9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5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94.xml"/><Relationship Id="rId299" Type="http://schemas.openxmlformats.org/officeDocument/2006/relationships/customXml" Target="../ink/ink1085.xml"/><Relationship Id="rId21" Type="http://schemas.openxmlformats.org/officeDocument/2006/relationships/customXml" Target="../ink/ink946.xml"/><Relationship Id="rId63" Type="http://schemas.openxmlformats.org/officeDocument/2006/relationships/customXml" Target="../ink/ink967.xml"/><Relationship Id="rId159" Type="http://schemas.openxmlformats.org/officeDocument/2006/relationships/customXml" Target="../ink/ink1015.xml"/><Relationship Id="rId324" Type="http://schemas.openxmlformats.org/officeDocument/2006/relationships/image" Target="../media/image1087.png"/><Relationship Id="rId366" Type="http://schemas.openxmlformats.org/officeDocument/2006/relationships/image" Target="../media/image1108.png"/><Relationship Id="rId170" Type="http://schemas.openxmlformats.org/officeDocument/2006/relationships/image" Target="../media/image1010.png"/><Relationship Id="rId226" Type="http://schemas.openxmlformats.org/officeDocument/2006/relationships/image" Target="../media/image1038.png"/><Relationship Id="rId268" Type="http://schemas.openxmlformats.org/officeDocument/2006/relationships/image" Target="../media/image1059.png"/><Relationship Id="rId32" Type="http://schemas.openxmlformats.org/officeDocument/2006/relationships/image" Target="../media/image941.png"/><Relationship Id="rId74" Type="http://schemas.openxmlformats.org/officeDocument/2006/relationships/image" Target="../media/image962.png"/><Relationship Id="rId128" Type="http://schemas.openxmlformats.org/officeDocument/2006/relationships/image" Target="../media/image989.png"/><Relationship Id="rId335" Type="http://schemas.openxmlformats.org/officeDocument/2006/relationships/customXml" Target="../ink/ink1103.xml"/><Relationship Id="rId377" Type="http://schemas.openxmlformats.org/officeDocument/2006/relationships/customXml" Target="../ink/ink1124.xml"/><Relationship Id="rId5" Type="http://schemas.openxmlformats.org/officeDocument/2006/relationships/customXml" Target="../ink/ink938.xml"/><Relationship Id="rId181" Type="http://schemas.openxmlformats.org/officeDocument/2006/relationships/customXml" Target="../ink/ink1026.xml"/><Relationship Id="rId237" Type="http://schemas.openxmlformats.org/officeDocument/2006/relationships/customXml" Target="../ink/ink1054.xml"/><Relationship Id="rId279" Type="http://schemas.openxmlformats.org/officeDocument/2006/relationships/customXml" Target="../ink/ink1075.xml"/><Relationship Id="rId43" Type="http://schemas.openxmlformats.org/officeDocument/2006/relationships/customXml" Target="../ink/ink957.xml"/><Relationship Id="rId139" Type="http://schemas.openxmlformats.org/officeDocument/2006/relationships/customXml" Target="../ink/ink1005.xml"/><Relationship Id="rId290" Type="http://schemas.openxmlformats.org/officeDocument/2006/relationships/image" Target="../media/image1070.png"/><Relationship Id="rId304" Type="http://schemas.openxmlformats.org/officeDocument/2006/relationships/image" Target="../media/image1077.png"/><Relationship Id="rId346" Type="http://schemas.openxmlformats.org/officeDocument/2006/relationships/image" Target="../media/image1098.png"/><Relationship Id="rId85" Type="http://schemas.openxmlformats.org/officeDocument/2006/relationships/customXml" Target="../ink/ink978.xml"/><Relationship Id="rId150" Type="http://schemas.openxmlformats.org/officeDocument/2006/relationships/image" Target="../media/image1000.png"/><Relationship Id="rId192" Type="http://schemas.openxmlformats.org/officeDocument/2006/relationships/image" Target="../media/image1021.png"/><Relationship Id="rId206" Type="http://schemas.openxmlformats.org/officeDocument/2006/relationships/image" Target="../media/image1028.png"/><Relationship Id="rId248" Type="http://schemas.openxmlformats.org/officeDocument/2006/relationships/image" Target="../media/image1049.png"/><Relationship Id="rId12" Type="http://schemas.openxmlformats.org/officeDocument/2006/relationships/image" Target="../media/image931.png"/><Relationship Id="rId108" Type="http://schemas.openxmlformats.org/officeDocument/2006/relationships/image" Target="../media/image979.png"/><Relationship Id="rId315" Type="http://schemas.openxmlformats.org/officeDocument/2006/relationships/customXml" Target="../ink/ink1093.xml"/><Relationship Id="rId357" Type="http://schemas.openxmlformats.org/officeDocument/2006/relationships/customXml" Target="../ink/ink1114.xml"/><Relationship Id="rId54" Type="http://schemas.openxmlformats.org/officeDocument/2006/relationships/image" Target="../media/image952.png"/><Relationship Id="rId96" Type="http://schemas.openxmlformats.org/officeDocument/2006/relationships/image" Target="../media/image973.png"/><Relationship Id="rId161" Type="http://schemas.openxmlformats.org/officeDocument/2006/relationships/customXml" Target="../ink/ink1016.xml"/><Relationship Id="rId217" Type="http://schemas.openxmlformats.org/officeDocument/2006/relationships/customXml" Target="../ink/ink1044.xml"/><Relationship Id="rId259" Type="http://schemas.openxmlformats.org/officeDocument/2006/relationships/customXml" Target="../ink/ink1065.xml"/><Relationship Id="rId23" Type="http://schemas.openxmlformats.org/officeDocument/2006/relationships/customXml" Target="../ink/ink947.xml"/><Relationship Id="rId119" Type="http://schemas.openxmlformats.org/officeDocument/2006/relationships/customXml" Target="../ink/ink995.xml"/><Relationship Id="rId270" Type="http://schemas.openxmlformats.org/officeDocument/2006/relationships/image" Target="../media/image1060.png"/><Relationship Id="rId326" Type="http://schemas.openxmlformats.org/officeDocument/2006/relationships/image" Target="../media/image1088.png"/><Relationship Id="rId65" Type="http://schemas.openxmlformats.org/officeDocument/2006/relationships/customXml" Target="../ink/ink968.xml"/><Relationship Id="rId130" Type="http://schemas.openxmlformats.org/officeDocument/2006/relationships/image" Target="../media/image990.png"/><Relationship Id="rId368" Type="http://schemas.openxmlformats.org/officeDocument/2006/relationships/image" Target="../media/image1109.png"/><Relationship Id="rId172" Type="http://schemas.openxmlformats.org/officeDocument/2006/relationships/image" Target="../media/image1011.png"/><Relationship Id="rId228" Type="http://schemas.openxmlformats.org/officeDocument/2006/relationships/image" Target="../media/image1039.png"/><Relationship Id="rId281" Type="http://schemas.openxmlformats.org/officeDocument/2006/relationships/customXml" Target="../ink/ink1076.xml"/><Relationship Id="rId337" Type="http://schemas.openxmlformats.org/officeDocument/2006/relationships/customXml" Target="../ink/ink1104.xml"/><Relationship Id="rId34" Type="http://schemas.openxmlformats.org/officeDocument/2006/relationships/image" Target="../media/image942.png"/><Relationship Id="rId76" Type="http://schemas.openxmlformats.org/officeDocument/2006/relationships/image" Target="../media/image963.png"/><Relationship Id="rId141" Type="http://schemas.openxmlformats.org/officeDocument/2006/relationships/customXml" Target="../ink/ink1006.xml"/><Relationship Id="rId379" Type="http://schemas.openxmlformats.org/officeDocument/2006/relationships/customXml" Target="../ink/ink1125.xml"/><Relationship Id="rId7" Type="http://schemas.openxmlformats.org/officeDocument/2006/relationships/customXml" Target="../ink/ink939.xml"/><Relationship Id="rId183" Type="http://schemas.openxmlformats.org/officeDocument/2006/relationships/customXml" Target="../ink/ink1027.xml"/><Relationship Id="rId239" Type="http://schemas.openxmlformats.org/officeDocument/2006/relationships/customXml" Target="../ink/ink1055.xml"/><Relationship Id="rId250" Type="http://schemas.openxmlformats.org/officeDocument/2006/relationships/image" Target="../media/image1050.png"/><Relationship Id="rId292" Type="http://schemas.openxmlformats.org/officeDocument/2006/relationships/image" Target="../media/image1071.png"/><Relationship Id="rId306" Type="http://schemas.openxmlformats.org/officeDocument/2006/relationships/image" Target="../media/image1078.png"/><Relationship Id="rId45" Type="http://schemas.openxmlformats.org/officeDocument/2006/relationships/customXml" Target="../ink/ink958.xml"/><Relationship Id="rId87" Type="http://schemas.openxmlformats.org/officeDocument/2006/relationships/customXml" Target="../ink/ink979.xml"/><Relationship Id="rId110" Type="http://schemas.openxmlformats.org/officeDocument/2006/relationships/image" Target="../media/image980.png"/><Relationship Id="rId348" Type="http://schemas.openxmlformats.org/officeDocument/2006/relationships/image" Target="../media/image1099.png"/><Relationship Id="rId152" Type="http://schemas.openxmlformats.org/officeDocument/2006/relationships/image" Target="../media/image1001.png"/><Relationship Id="rId194" Type="http://schemas.openxmlformats.org/officeDocument/2006/relationships/image" Target="../media/image1022.png"/><Relationship Id="rId208" Type="http://schemas.openxmlformats.org/officeDocument/2006/relationships/image" Target="../media/image1029.png"/><Relationship Id="rId261" Type="http://schemas.openxmlformats.org/officeDocument/2006/relationships/customXml" Target="../ink/ink1066.xml"/><Relationship Id="rId14" Type="http://schemas.openxmlformats.org/officeDocument/2006/relationships/image" Target="../media/image932.png"/><Relationship Id="rId56" Type="http://schemas.openxmlformats.org/officeDocument/2006/relationships/image" Target="../media/image953.png"/><Relationship Id="rId317" Type="http://schemas.openxmlformats.org/officeDocument/2006/relationships/customXml" Target="../ink/ink1094.xml"/><Relationship Id="rId359" Type="http://schemas.openxmlformats.org/officeDocument/2006/relationships/customXml" Target="../ink/ink1115.xml"/><Relationship Id="rId98" Type="http://schemas.openxmlformats.org/officeDocument/2006/relationships/image" Target="../media/image974.png"/><Relationship Id="rId121" Type="http://schemas.openxmlformats.org/officeDocument/2006/relationships/customXml" Target="../ink/ink996.xml"/><Relationship Id="rId163" Type="http://schemas.openxmlformats.org/officeDocument/2006/relationships/customXml" Target="../ink/ink1017.xml"/><Relationship Id="rId219" Type="http://schemas.openxmlformats.org/officeDocument/2006/relationships/customXml" Target="../ink/ink1045.xml"/><Relationship Id="rId370" Type="http://schemas.openxmlformats.org/officeDocument/2006/relationships/image" Target="../media/image1110.png"/><Relationship Id="rId230" Type="http://schemas.openxmlformats.org/officeDocument/2006/relationships/image" Target="../media/image1040.png"/><Relationship Id="rId25" Type="http://schemas.openxmlformats.org/officeDocument/2006/relationships/customXml" Target="../ink/ink948.xml"/><Relationship Id="rId67" Type="http://schemas.openxmlformats.org/officeDocument/2006/relationships/customXml" Target="../ink/ink969.xml"/><Relationship Id="rId272" Type="http://schemas.openxmlformats.org/officeDocument/2006/relationships/image" Target="../media/image1061.png"/><Relationship Id="rId328" Type="http://schemas.openxmlformats.org/officeDocument/2006/relationships/image" Target="../media/image1089.png"/><Relationship Id="rId132" Type="http://schemas.openxmlformats.org/officeDocument/2006/relationships/image" Target="../media/image991.png"/><Relationship Id="rId174" Type="http://schemas.openxmlformats.org/officeDocument/2006/relationships/image" Target="../media/image1012.png"/><Relationship Id="rId381" Type="http://schemas.openxmlformats.org/officeDocument/2006/relationships/customXml" Target="../ink/ink1126.xml"/><Relationship Id="rId241" Type="http://schemas.openxmlformats.org/officeDocument/2006/relationships/customXml" Target="../ink/ink1056.xml"/><Relationship Id="rId36" Type="http://schemas.openxmlformats.org/officeDocument/2006/relationships/image" Target="../media/image943.png"/><Relationship Id="rId283" Type="http://schemas.openxmlformats.org/officeDocument/2006/relationships/customXml" Target="../ink/ink1077.xml"/><Relationship Id="rId339" Type="http://schemas.openxmlformats.org/officeDocument/2006/relationships/customXml" Target="../ink/ink1105.xml"/><Relationship Id="rId78" Type="http://schemas.openxmlformats.org/officeDocument/2006/relationships/image" Target="../media/image964.png"/><Relationship Id="rId101" Type="http://schemas.openxmlformats.org/officeDocument/2006/relationships/customXml" Target="../ink/ink986.xml"/><Relationship Id="rId143" Type="http://schemas.openxmlformats.org/officeDocument/2006/relationships/customXml" Target="../ink/ink1007.xml"/><Relationship Id="rId185" Type="http://schemas.openxmlformats.org/officeDocument/2006/relationships/customXml" Target="../ink/ink1028.xml"/><Relationship Id="rId350" Type="http://schemas.openxmlformats.org/officeDocument/2006/relationships/image" Target="../media/image1100.png"/><Relationship Id="rId9" Type="http://schemas.openxmlformats.org/officeDocument/2006/relationships/customXml" Target="../ink/ink940.xml"/><Relationship Id="rId210" Type="http://schemas.openxmlformats.org/officeDocument/2006/relationships/image" Target="../media/image1030.png"/><Relationship Id="rId26" Type="http://schemas.openxmlformats.org/officeDocument/2006/relationships/image" Target="../media/image938.png"/><Relationship Id="rId231" Type="http://schemas.openxmlformats.org/officeDocument/2006/relationships/customXml" Target="../ink/ink1051.xml"/><Relationship Id="rId252" Type="http://schemas.openxmlformats.org/officeDocument/2006/relationships/image" Target="../media/image1051.png"/><Relationship Id="rId273" Type="http://schemas.openxmlformats.org/officeDocument/2006/relationships/customXml" Target="../ink/ink1072.xml"/><Relationship Id="rId294" Type="http://schemas.openxmlformats.org/officeDocument/2006/relationships/image" Target="../media/image1072.png"/><Relationship Id="rId308" Type="http://schemas.openxmlformats.org/officeDocument/2006/relationships/image" Target="../media/image1079.png"/><Relationship Id="rId329" Type="http://schemas.openxmlformats.org/officeDocument/2006/relationships/customXml" Target="../ink/ink1100.xml"/><Relationship Id="rId47" Type="http://schemas.openxmlformats.org/officeDocument/2006/relationships/customXml" Target="../ink/ink959.xml"/><Relationship Id="rId68" Type="http://schemas.openxmlformats.org/officeDocument/2006/relationships/image" Target="../media/image959.png"/><Relationship Id="rId89" Type="http://schemas.openxmlformats.org/officeDocument/2006/relationships/customXml" Target="../ink/ink980.xml"/><Relationship Id="rId112" Type="http://schemas.openxmlformats.org/officeDocument/2006/relationships/image" Target="../media/image981.png"/><Relationship Id="rId133" Type="http://schemas.openxmlformats.org/officeDocument/2006/relationships/customXml" Target="../ink/ink1002.xml"/><Relationship Id="rId154" Type="http://schemas.openxmlformats.org/officeDocument/2006/relationships/image" Target="../media/image1002.png"/><Relationship Id="rId175" Type="http://schemas.openxmlformats.org/officeDocument/2006/relationships/customXml" Target="../ink/ink1023.xml"/><Relationship Id="rId340" Type="http://schemas.openxmlformats.org/officeDocument/2006/relationships/image" Target="../media/image1095.png"/><Relationship Id="rId361" Type="http://schemas.openxmlformats.org/officeDocument/2006/relationships/customXml" Target="../ink/ink1116.xml"/><Relationship Id="rId196" Type="http://schemas.openxmlformats.org/officeDocument/2006/relationships/image" Target="../media/image1023.png"/><Relationship Id="rId200" Type="http://schemas.openxmlformats.org/officeDocument/2006/relationships/image" Target="../media/image1025.png"/><Relationship Id="rId382" Type="http://schemas.openxmlformats.org/officeDocument/2006/relationships/image" Target="../media/image1116.png"/><Relationship Id="rId16" Type="http://schemas.openxmlformats.org/officeDocument/2006/relationships/image" Target="../media/image933.png"/><Relationship Id="rId221" Type="http://schemas.openxmlformats.org/officeDocument/2006/relationships/customXml" Target="../ink/ink1046.xml"/><Relationship Id="rId242" Type="http://schemas.openxmlformats.org/officeDocument/2006/relationships/image" Target="../media/image1046.png"/><Relationship Id="rId263" Type="http://schemas.openxmlformats.org/officeDocument/2006/relationships/customXml" Target="../ink/ink1067.xml"/><Relationship Id="rId284" Type="http://schemas.openxmlformats.org/officeDocument/2006/relationships/image" Target="../media/image1067.png"/><Relationship Id="rId319" Type="http://schemas.openxmlformats.org/officeDocument/2006/relationships/customXml" Target="../ink/ink1095.xml"/><Relationship Id="rId37" Type="http://schemas.openxmlformats.org/officeDocument/2006/relationships/customXml" Target="../ink/ink954.xml"/><Relationship Id="rId58" Type="http://schemas.openxmlformats.org/officeDocument/2006/relationships/image" Target="../media/image954.png"/><Relationship Id="rId79" Type="http://schemas.openxmlformats.org/officeDocument/2006/relationships/customXml" Target="../ink/ink975.xml"/><Relationship Id="rId102" Type="http://schemas.openxmlformats.org/officeDocument/2006/relationships/image" Target="../media/image976.png"/><Relationship Id="rId123" Type="http://schemas.openxmlformats.org/officeDocument/2006/relationships/customXml" Target="../ink/ink997.xml"/><Relationship Id="rId144" Type="http://schemas.openxmlformats.org/officeDocument/2006/relationships/image" Target="../media/image997.png"/><Relationship Id="rId330" Type="http://schemas.openxmlformats.org/officeDocument/2006/relationships/image" Target="../media/image1090.png"/><Relationship Id="rId90" Type="http://schemas.openxmlformats.org/officeDocument/2006/relationships/image" Target="../media/image970.png"/><Relationship Id="rId165" Type="http://schemas.openxmlformats.org/officeDocument/2006/relationships/customXml" Target="../ink/ink1018.xml"/><Relationship Id="rId186" Type="http://schemas.openxmlformats.org/officeDocument/2006/relationships/image" Target="../media/image1018.png"/><Relationship Id="rId351" Type="http://schemas.openxmlformats.org/officeDocument/2006/relationships/customXml" Target="../ink/ink1111.xml"/><Relationship Id="rId372" Type="http://schemas.openxmlformats.org/officeDocument/2006/relationships/image" Target="../media/image1111.png"/><Relationship Id="rId211" Type="http://schemas.openxmlformats.org/officeDocument/2006/relationships/customXml" Target="../ink/ink1041.xml"/><Relationship Id="rId232" Type="http://schemas.openxmlformats.org/officeDocument/2006/relationships/image" Target="../media/image1041.png"/><Relationship Id="rId253" Type="http://schemas.openxmlformats.org/officeDocument/2006/relationships/customXml" Target="../ink/ink1062.xml"/><Relationship Id="rId274" Type="http://schemas.openxmlformats.org/officeDocument/2006/relationships/image" Target="../media/image1062.png"/><Relationship Id="rId295" Type="http://schemas.openxmlformats.org/officeDocument/2006/relationships/customXml" Target="../ink/ink1083.xml"/><Relationship Id="rId309" Type="http://schemas.openxmlformats.org/officeDocument/2006/relationships/customXml" Target="../ink/ink1090.xml"/><Relationship Id="rId27" Type="http://schemas.openxmlformats.org/officeDocument/2006/relationships/customXml" Target="../ink/ink949.xml"/><Relationship Id="rId48" Type="http://schemas.openxmlformats.org/officeDocument/2006/relationships/image" Target="../media/image949.png"/><Relationship Id="rId69" Type="http://schemas.openxmlformats.org/officeDocument/2006/relationships/customXml" Target="../ink/ink970.xml"/><Relationship Id="rId113" Type="http://schemas.openxmlformats.org/officeDocument/2006/relationships/customXml" Target="../ink/ink992.xml"/><Relationship Id="rId134" Type="http://schemas.openxmlformats.org/officeDocument/2006/relationships/image" Target="../media/image992.png"/><Relationship Id="rId320" Type="http://schemas.openxmlformats.org/officeDocument/2006/relationships/image" Target="../media/image1085.png"/><Relationship Id="rId80" Type="http://schemas.openxmlformats.org/officeDocument/2006/relationships/image" Target="../media/image965.png"/><Relationship Id="rId155" Type="http://schemas.openxmlformats.org/officeDocument/2006/relationships/customXml" Target="../ink/ink1013.xml"/><Relationship Id="rId176" Type="http://schemas.openxmlformats.org/officeDocument/2006/relationships/image" Target="../media/image1013.png"/><Relationship Id="rId197" Type="http://schemas.openxmlformats.org/officeDocument/2006/relationships/customXml" Target="../ink/ink1034.xml"/><Relationship Id="rId341" Type="http://schemas.openxmlformats.org/officeDocument/2006/relationships/customXml" Target="../ink/ink1106.xml"/><Relationship Id="rId362" Type="http://schemas.openxmlformats.org/officeDocument/2006/relationships/image" Target="../media/image1106.png"/><Relationship Id="rId383" Type="http://schemas.openxmlformats.org/officeDocument/2006/relationships/customXml" Target="../ink/ink1127.xml"/><Relationship Id="rId201" Type="http://schemas.openxmlformats.org/officeDocument/2006/relationships/customXml" Target="../ink/ink1036.xml"/><Relationship Id="rId222" Type="http://schemas.openxmlformats.org/officeDocument/2006/relationships/image" Target="../media/image1036.png"/><Relationship Id="rId243" Type="http://schemas.openxmlformats.org/officeDocument/2006/relationships/customXml" Target="../ink/ink1057.xml"/><Relationship Id="rId264" Type="http://schemas.openxmlformats.org/officeDocument/2006/relationships/image" Target="../media/image1057.png"/><Relationship Id="rId285" Type="http://schemas.openxmlformats.org/officeDocument/2006/relationships/customXml" Target="../ink/ink1078.xml"/><Relationship Id="rId17" Type="http://schemas.openxmlformats.org/officeDocument/2006/relationships/customXml" Target="../ink/ink944.xml"/><Relationship Id="rId38" Type="http://schemas.openxmlformats.org/officeDocument/2006/relationships/image" Target="../media/image944.png"/><Relationship Id="rId59" Type="http://schemas.openxmlformats.org/officeDocument/2006/relationships/customXml" Target="../ink/ink965.xml"/><Relationship Id="rId103" Type="http://schemas.openxmlformats.org/officeDocument/2006/relationships/customXml" Target="../ink/ink987.xml"/><Relationship Id="rId124" Type="http://schemas.openxmlformats.org/officeDocument/2006/relationships/image" Target="../media/image987.png"/><Relationship Id="rId310" Type="http://schemas.openxmlformats.org/officeDocument/2006/relationships/image" Target="../media/image1080.png"/><Relationship Id="rId70" Type="http://schemas.openxmlformats.org/officeDocument/2006/relationships/image" Target="../media/image960.png"/><Relationship Id="rId91" Type="http://schemas.openxmlformats.org/officeDocument/2006/relationships/customXml" Target="../ink/ink981.xml"/><Relationship Id="rId145" Type="http://schemas.openxmlformats.org/officeDocument/2006/relationships/customXml" Target="../ink/ink1008.xml"/><Relationship Id="rId166" Type="http://schemas.openxmlformats.org/officeDocument/2006/relationships/image" Target="../media/image1008.png"/><Relationship Id="rId187" Type="http://schemas.openxmlformats.org/officeDocument/2006/relationships/customXml" Target="../ink/ink1029.xml"/><Relationship Id="rId331" Type="http://schemas.openxmlformats.org/officeDocument/2006/relationships/customXml" Target="../ink/ink1101.xml"/><Relationship Id="rId352" Type="http://schemas.openxmlformats.org/officeDocument/2006/relationships/image" Target="../media/image1101.png"/><Relationship Id="rId373" Type="http://schemas.openxmlformats.org/officeDocument/2006/relationships/customXml" Target="../ink/ink112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31.png"/><Relationship Id="rId233" Type="http://schemas.openxmlformats.org/officeDocument/2006/relationships/customXml" Target="../ink/ink1052.xml"/><Relationship Id="rId254" Type="http://schemas.openxmlformats.org/officeDocument/2006/relationships/image" Target="../media/image1052.png"/><Relationship Id="rId28" Type="http://schemas.openxmlformats.org/officeDocument/2006/relationships/image" Target="../media/image939.png"/><Relationship Id="rId49" Type="http://schemas.openxmlformats.org/officeDocument/2006/relationships/customXml" Target="../ink/ink960.xml"/><Relationship Id="rId114" Type="http://schemas.openxmlformats.org/officeDocument/2006/relationships/image" Target="../media/image982.png"/><Relationship Id="rId275" Type="http://schemas.openxmlformats.org/officeDocument/2006/relationships/customXml" Target="../ink/ink1073.xml"/><Relationship Id="rId296" Type="http://schemas.openxmlformats.org/officeDocument/2006/relationships/image" Target="../media/image1073.png"/><Relationship Id="rId300" Type="http://schemas.openxmlformats.org/officeDocument/2006/relationships/image" Target="../media/image1075.png"/><Relationship Id="rId60" Type="http://schemas.openxmlformats.org/officeDocument/2006/relationships/image" Target="../media/image955.png"/><Relationship Id="rId81" Type="http://schemas.openxmlformats.org/officeDocument/2006/relationships/customXml" Target="../ink/ink976.xml"/><Relationship Id="rId135" Type="http://schemas.openxmlformats.org/officeDocument/2006/relationships/customXml" Target="../ink/ink1003.xml"/><Relationship Id="rId156" Type="http://schemas.openxmlformats.org/officeDocument/2006/relationships/image" Target="../media/image1003.png"/><Relationship Id="rId177" Type="http://schemas.openxmlformats.org/officeDocument/2006/relationships/customXml" Target="../ink/ink1024.xml"/><Relationship Id="rId198" Type="http://schemas.openxmlformats.org/officeDocument/2006/relationships/image" Target="../media/image1024.png"/><Relationship Id="rId321" Type="http://schemas.openxmlformats.org/officeDocument/2006/relationships/customXml" Target="../ink/ink1096.xml"/><Relationship Id="rId342" Type="http://schemas.openxmlformats.org/officeDocument/2006/relationships/image" Target="../media/image1096.png"/><Relationship Id="rId363" Type="http://schemas.openxmlformats.org/officeDocument/2006/relationships/customXml" Target="../ink/ink1117.xml"/><Relationship Id="rId384" Type="http://schemas.openxmlformats.org/officeDocument/2006/relationships/image" Target="../media/image1117.png"/><Relationship Id="rId202" Type="http://schemas.openxmlformats.org/officeDocument/2006/relationships/image" Target="../media/image1026.png"/><Relationship Id="rId223" Type="http://schemas.openxmlformats.org/officeDocument/2006/relationships/customXml" Target="../ink/ink1047.xml"/><Relationship Id="rId244" Type="http://schemas.openxmlformats.org/officeDocument/2006/relationships/image" Target="../media/image1047.png"/><Relationship Id="rId18" Type="http://schemas.openxmlformats.org/officeDocument/2006/relationships/image" Target="../media/image934.png"/><Relationship Id="rId39" Type="http://schemas.openxmlformats.org/officeDocument/2006/relationships/customXml" Target="../ink/ink955.xml"/><Relationship Id="rId265" Type="http://schemas.openxmlformats.org/officeDocument/2006/relationships/customXml" Target="../ink/ink1068.xml"/><Relationship Id="rId286" Type="http://schemas.openxmlformats.org/officeDocument/2006/relationships/image" Target="../media/image1068.png"/><Relationship Id="rId50" Type="http://schemas.openxmlformats.org/officeDocument/2006/relationships/image" Target="../media/image950.png"/><Relationship Id="rId104" Type="http://schemas.openxmlformats.org/officeDocument/2006/relationships/image" Target="../media/image977.png"/><Relationship Id="rId125" Type="http://schemas.openxmlformats.org/officeDocument/2006/relationships/customXml" Target="../ink/ink998.xml"/><Relationship Id="rId146" Type="http://schemas.openxmlformats.org/officeDocument/2006/relationships/image" Target="../media/image998.png"/><Relationship Id="rId167" Type="http://schemas.openxmlformats.org/officeDocument/2006/relationships/customXml" Target="../ink/ink1019.xml"/><Relationship Id="rId188" Type="http://schemas.openxmlformats.org/officeDocument/2006/relationships/image" Target="../media/image1019.png"/><Relationship Id="rId311" Type="http://schemas.openxmlformats.org/officeDocument/2006/relationships/customXml" Target="../ink/ink1091.xml"/><Relationship Id="rId332" Type="http://schemas.openxmlformats.org/officeDocument/2006/relationships/image" Target="../media/image1091.png"/><Relationship Id="rId353" Type="http://schemas.openxmlformats.org/officeDocument/2006/relationships/customXml" Target="../ink/ink1112.xml"/><Relationship Id="rId374" Type="http://schemas.openxmlformats.org/officeDocument/2006/relationships/image" Target="../media/image1112.png"/><Relationship Id="rId71" Type="http://schemas.openxmlformats.org/officeDocument/2006/relationships/customXml" Target="../ink/ink971.xml"/><Relationship Id="rId92" Type="http://schemas.openxmlformats.org/officeDocument/2006/relationships/image" Target="../media/image971.png"/><Relationship Id="rId213" Type="http://schemas.openxmlformats.org/officeDocument/2006/relationships/customXml" Target="../ink/ink1042.xml"/><Relationship Id="rId234" Type="http://schemas.openxmlformats.org/officeDocument/2006/relationships/image" Target="../media/image1042.png"/><Relationship Id="rId2" Type="http://schemas.openxmlformats.org/officeDocument/2006/relationships/image" Target="../media/image926.png"/><Relationship Id="rId29" Type="http://schemas.openxmlformats.org/officeDocument/2006/relationships/customXml" Target="../ink/ink950.xml"/><Relationship Id="rId255" Type="http://schemas.openxmlformats.org/officeDocument/2006/relationships/customXml" Target="../ink/ink1063.xml"/><Relationship Id="rId276" Type="http://schemas.openxmlformats.org/officeDocument/2006/relationships/image" Target="../media/image1063.png"/><Relationship Id="rId297" Type="http://schemas.openxmlformats.org/officeDocument/2006/relationships/customXml" Target="../ink/ink1084.xml"/><Relationship Id="rId40" Type="http://schemas.openxmlformats.org/officeDocument/2006/relationships/image" Target="../media/image945.png"/><Relationship Id="rId115" Type="http://schemas.openxmlformats.org/officeDocument/2006/relationships/customXml" Target="../ink/ink993.xml"/><Relationship Id="rId136" Type="http://schemas.openxmlformats.org/officeDocument/2006/relationships/image" Target="../media/image993.png"/><Relationship Id="rId157" Type="http://schemas.openxmlformats.org/officeDocument/2006/relationships/customXml" Target="../ink/ink1014.xml"/><Relationship Id="rId178" Type="http://schemas.openxmlformats.org/officeDocument/2006/relationships/image" Target="../media/image1014.png"/><Relationship Id="rId301" Type="http://schemas.openxmlformats.org/officeDocument/2006/relationships/customXml" Target="../ink/ink1086.xml"/><Relationship Id="rId322" Type="http://schemas.openxmlformats.org/officeDocument/2006/relationships/image" Target="../media/image1086.png"/><Relationship Id="rId343" Type="http://schemas.openxmlformats.org/officeDocument/2006/relationships/customXml" Target="../ink/ink1107.xml"/><Relationship Id="rId364" Type="http://schemas.openxmlformats.org/officeDocument/2006/relationships/image" Target="../media/image1107.png"/><Relationship Id="rId61" Type="http://schemas.openxmlformats.org/officeDocument/2006/relationships/customXml" Target="../ink/ink966.xml"/><Relationship Id="rId82" Type="http://schemas.openxmlformats.org/officeDocument/2006/relationships/image" Target="../media/image966.png"/><Relationship Id="rId199" Type="http://schemas.openxmlformats.org/officeDocument/2006/relationships/customXml" Target="../ink/ink1035.xml"/><Relationship Id="rId203" Type="http://schemas.openxmlformats.org/officeDocument/2006/relationships/customXml" Target="../ink/ink1037.xml"/><Relationship Id="rId19" Type="http://schemas.openxmlformats.org/officeDocument/2006/relationships/customXml" Target="../ink/ink945.xml"/><Relationship Id="rId224" Type="http://schemas.openxmlformats.org/officeDocument/2006/relationships/image" Target="../media/image1037.png"/><Relationship Id="rId245" Type="http://schemas.openxmlformats.org/officeDocument/2006/relationships/customXml" Target="../ink/ink1058.xml"/><Relationship Id="rId266" Type="http://schemas.openxmlformats.org/officeDocument/2006/relationships/image" Target="../media/image1058.png"/><Relationship Id="rId287" Type="http://schemas.openxmlformats.org/officeDocument/2006/relationships/customXml" Target="../ink/ink1079.xml"/><Relationship Id="rId30" Type="http://schemas.openxmlformats.org/officeDocument/2006/relationships/image" Target="../media/image940.png"/><Relationship Id="rId105" Type="http://schemas.openxmlformats.org/officeDocument/2006/relationships/customXml" Target="../ink/ink988.xml"/><Relationship Id="rId126" Type="http://schemas.openxmlformats.org/officeDocument/2006/relationships/image" Target="../media/image988.png"/><Relationship Id="rId147" Type="http://schemas.openxmlformats.org/officeDocument/2006/relationships/customXml" Target="../ink/ink1009.xml"/><Relationship Id="rId168" Type="http://schemas.openxmlformats.org/officeDocument/2006/relationships/image" Target="../media/image1009.png"/><Relationship Id="rId312" Type="http://schemas.openxmlformats.org/officeDocument/2006/relationships/image" Target="../media/image1081.png"/><Relationship Id="rId333" Type="http://schemas.openxmlformats.org/officeDocument/2006/relationships/customXml" Target="../ink/ink1102.xml"/><Relationship Id="rId354" Type="http://schemas.openxmlformats.org/officeDocument/2006/relationships/image" Target="../media/image1102.png"/><Relationship Id="rId51" Type="http://schemas.openxmlformats.org/officeDocument/2006/relationships/customXml" Target="../ink/ink961.xml"/><Relationship Id="rId72" Type="http://schemas.openxmlformats.org/officeDocument/2006/relationships/image" Target="../media/image961.png"/><Relationship Id="rId93" Type="http://schemas.openxmlformats.org/officeDocument/2006/relationships/customXml" Target="../ink/ink982.xml"/><Relationship Id="rId189" Type="http://schemas.openxmlformats.org/officeDocument/2006/relationships/customXml" Target="../ink/ink1030.xml"/><Relationship Id="rId375" Type="http://schemas.openxmlformats.org/officeDocument/2006/relationships/customXml" Target="../ink/ink1123.xml"/><Relationship Id="rId3" Type="http://schemas.openxmlformats.org/officeDocument/2006/relationships/customXml" Target="../ink/ink937.xml"/><Relationship Id="rId214" Type="http://schemas.openxmlformats.org/officeDocument/2006/relationships/image" Target="../media/image1032.png"/><Relationship Id="rId235" Type="http://schemas.openxmlformats.org/officeDocument/2006/relationships/customXml" Target="../ink/ink1053.xml"/><Relationship Id="rId256" Type="http://schemas.openxmlformats.org/officeDocument/2006/relationships/image" Target="../media/image1053.png"/><Relationship Id="rId277" Type="http://schemas.openxmlformats.org/officeDocument/2006/relationships/customXml" Target="../ink/ink1074.xml"/><Relationship Id="rId298" Type="http://schemas.openxmlformats.org/officeDocument/2006/relationships/image" Target="../media/image1074.png"/><Relationship Id="rId116" Type="http://schemas.openxmlformats.org/officeDocument/2006/relationships/image" Target="../media/image983.png"/><Relationship Id="rId137" Type="http://schemas.openxmlformats.org/officeDocument/2006/relationships/customXml" Target="../ink/ink1004.xml"/><Relationship Id="rId158" Type="http://schemas.openxmlformats.org/officeDocument/2006/relationships/image" Target="../media/image1004.png"/><Relationship Id="rId302" Type="http://schemas.openxmlformats.org/officeDocument/2006/relationships/image" Target="../media/image1076.png"/><Relationship Id="rId323" Type="http://schemas.openxmlformats.org/officeDocument/2006/relationships/customXml" Target="../ink/ink1097.xml"/><Relationship Id="rId344" Type="http://schemas.openxmlformats.org/officeDocument/2006/relationships/image" Target="../media/image1097.png"/><Relationship Id="rId20" Type="http://schemas.openxmlformats.org/officeDocument/2006/relationships/image" Target="../media/image935.png"/><Relationship Id="rId41" Type="http://schemas.openxmlformats.org/officeDocument/2006/relationships/customXml" Target="../ink/ink956.xml"/><Relationship Id="rId62" Type="http://schemas.openxmlformats.org/officeDocument/2006/relationships/image" Target="../media/image956.png"/><Relationship Id="rId83" Type="http://schemas.openxmlformats.org/officeDocument/2006/relationships/customXml" Target="../ink/ink977.xml"/><Relationship Id="rId179" Type="http://schemas.openxmlformats.org/officeDocument/2006/relationships/customXml" Target="../ink/ink1025.xml"/><Relationship Id="rId365" Type="http://schemas.openxmlformats.org/officeDocument/2006/relationships/customXml" Target="../ink/ink1118.xml"/><Relationship Id="rId190" Type="http://schemas.openxmlformats.org/officeDocument/2006/relationships/image" Target="../media/image1020.png"/><Relationship Id="rId204" Type="http://schemas.openxmlformats.org/officeDocument/2006/relationships/image" Target="../media/image1027.png"/><Relationship Id="rId225" Type="http://schemas.openxmlformats.org/officeDocument/2006/relationships/customXml" Target="../ink/ink1048.xml"/><Relationship Id="rId246" Type="http://schemas.openxmlformats.org/officeDocument/2006/relationships/image" Target="../media/image1048.png"/><Relationship Id="rId267" Type="http://schemas.openxmlformats.org/officeDocument/2006/relationships/customXml" Target="../ink/ink1069.xml"/><Relationship Id="rId288" Type="http://schemas.openxmlformats.org/officeDocument/2006/relationships/image" Target="../media/image1069.png"/><Relationship Id="rId106" Type="http://schemas.openxmlformats.org/officeDocument/2006/relationships/image" Target="../media/image978.png"/><Relationship Id="rId127" Type="http://schemas.openxmlformats.org/officeDocument/2006/relationships/customXml" Target="../ink/ink999.xml"/><Relationship Id="rId313" Type="http://schemas.openxmlformats.org/officeDocument/2006/relationships/customXml" Target="../ink/ink1092.xml"/><Relationship Id="rId10" Type="http://schemas.openxmlformats.org/officeDocument/2006/relationships/image" Target="../media/image930.png"/><Relationship Id="rId31" Type="http://schemas.openxmlformats.org/officeDocument/2006/relationships/customXml" Target="../ink/ink951.xml"/><Relationship Id="rId52" Type="http://schemas.openxmlformats.org/officeDocument/2006/relationships/image" Target="../media/image951.png"/><Relationship Id="rId73" Type="http://schemas.openxmlformats.org/officeDocument/2006/relationships/customXml" Target="../ink/ink972.xml"/><Relationship Id="rId94" Type="http://schemas.openxmlformats.org/officeDocument/2006/relationships/image" Target="../media/image972.png"/><Relationship Id="rId148" Type="http://schemas.openxmlformats.org/officeDocument/2006/relationships/image" Target="../media/image999.png"/><Relationship Id="rId169" Type="http://schemas.openxmlformats.org/officeDocument/2006/relationships/customXml" Target="../ink/ink1020.xml"/><Relationship Id="rId334" Type="http://schemas.openxmlformats.org/officeDocument/2006/relationships/image" Target="../media/image1092.png"/><Relationship Id="rId355" Type="http://schemas.openxmlformats.org/officeDocument/2006/relationships/customXml" Target="../ink/ink1113.xml"/><Relationship Id="rId376" Type="http://schemas.openxmlformats.org/officeDocument/2006/relationships/image" Target="../media/image1113.png"/><Relationship Id="rId4" Type="http://schemas.openxmlformats.org/officeDocument/2006/relationships/image" Target="../media/image927.png"/><Relationship Id="rId180" Type="http://schemas.openxmlformats.org/officeDocument/2006/relationships/image" Target="../media/image1015.png"/><Relationship Id="rId215" Type="http://schemas.openxmlformats.org/officeDocument/2006/relationships/customXml" Target="../ink/ink1043.xml"/><Relationship Id="rId236" Type="http://schemas.openxmlformats.org/officeDocument/2006/relationships/image" Target="../media/image1043.png"/><Relationship Id="rId257" Type="http://schemas.openxmlformats.org/officeDocument/2006/relationships/customXml" Target="../ink/ink1064.xml"/><Relationship Id="rId278" Type="http://schemas.openxmlformats.org/officeDocument/2006/relationships/image" Target="../media/image1064.png"/><Relationship Id="rId303" Type="http://schemas.openxmlformats.org/officeDocument/2006/relationships/customXml" Target="../ink/ink1087.xml"/><Relationship Id="rId42" Type="http://schemas.openxmlformats.org/officeDocument/2006/relationships/image" Target="../media/image946.png"/><Relationship Id="rId84" Type="http://schemas.openxmlformats.org/officeDocument/2006/relationships/image" Target="../media/image967.png"/><Relationship Id="rId138" Type="http://schemas.openxmlformats.org/officeDocument/2006/relationships/image" Target="../media/image994.png"/><Relationship Id="rId345" Type="http://schemas.openxmlformats.org/officeDocument/2006/relationships/customXml" Target="../ink/ink1108.xml"/><Relationship Id="rId191" Type="http://schemas.openxmlformats.org/officeDocument/2006/relationships/customXml" Target="../ink/ink1031.xml"/><Relationship Id="rId205" Type="http://schemas.openxmlformats.org/officeDocument/2006/relationships/customXml" Target="../ink/ink1038.xml"/><Relationship Id="rId247" Type="http://schemas.openxmlformats.org/officeDocument/2006/relationships/customXml" Target="../ink/ink1059.xml"/><Relationship Id="rId107" Type="http://schemas.openxmlformats.org/officeDocument/2006/relationships/customXml" Target="../ink/ink989.xml"/><Relationship Id="rId289" Type="http://schemas.openxmlformats.org/officeDocument/2006/relationships/customXml" Target="../ink/ink1080.xml"/><Relationship Id="rId11" Type="http://schemas.openxmlformats.org/officeDocument/2006/relationships/customXml" Target="../ink/ink941.xml"/><Relationship Id="rId53" Type="http://schemas.openxmlformats.org/officeDocument/2006/relationships/customXml" Target="../ink/ink962.xml"/><Relationship Id="rId149" Type="http://schemas.openxmlformats.org/officeDocument/2006/relationships/customXml" Target="../ink/ink1010.xml"/><Relationship Id="rId314" Type="http://schemas.openxmlformats.org/officeDocument/2006/relationships/image" Target="../media/image1082.png"/><Relationship Id="rId356" Type="http://schemas.openxmlformats.org/officeDocument/2006/relationships/image" Target="../media/image1103.png"/><Relationship Id="rId95" Type="http://schemas.openxmlformats.org/officeDocument/2006/relationships/customXml" Target="../ink/ink983.xml"/><Relationship Id="rId160" Type="http://schemas.openxmlformats.org/officeDocument/2006/relationships/image" Target="../media/image1005.png"/><Relationship Id="rId216" Type="http://schemas.openxmlformats.org/officeDocument/2006/relationships/image" Target="../media/image1033.png"/><Relationship Id="rId258" Type="http://schemas.openxmlformats.org/officeDocument/2006/relationships/image" Target="../media/image1054.png"/><Relationship Id="rId22" Type="http://schemas.openxmlformats.org/officeDocument/2006/relationships/image" Target="../media/image936.png"/><Relationship Id="rId64" Type="http://schemas.openxmlformats.org/officeDocument/2006/relationships/image" Target="../media/image957.png"/><Relationship Id="rId118" Type="http://schemas.openxmlformats.org/officeDocument/2006/relationships/image" Target="../media/image984.png"/><Relationship Id="rId325" Type="http://schemas.openxmlformats.org/officeDocument/2006/relationships/customXml" Target="../ink/ink1098.xml"/><Relationship Id="rId367" Type="http://schemas.openxmlformats.org/officeDocument/2006/relationships/customXml" Target="../ink/ink1119.xml"/><Relationship Id="rId171" Type="http://schemas.openxmlformats.org/officeDocument/2006/relationships/customXml" Target="../ink/ink1021.xml"/><Relationship Id="rId227" Type="http://schemas.openxmlformats.org/officeDocument/2006/relationships/customXml" Target="../ink/ink1049.xml"/><Relationship Id="rId269" Type="http://schemas.openxmlformats.org/officeDocument/2006/relationships/customXml" Target="../ink/ink1070.xml"/><Relationship Id="rId33" Type="http://schemas.openxmlformats.org/officeDocument/2006/relationships/customXml" Target="../ink/ink952.xml"/><Relationship Id="rId129" Type="http://schemas.openxmlformats.org/officeDocument/2006/relationships/customXml" Target="../ink/ink1000.xml"/><Relationship Id="rId280" Type="http://schemas.openxmlformats.org/officeDocument/2006/relationships/image" Target="../media/image1065.png"/><Relationship Id="rId336" Type="http://schemas.openxmlformats.org/officeDocument/2006/relationships/image" Target="../media/image1093.png"/><Relationship Id="rId75" Type="http://schemas.openxmlformats.org/officeDocument/2006/relationships/customXml" Target="../ink/ink973.xml"/><Relationship Id="rId140" Type="http://schemas.openxmlformats.org/officeDocument/2006/relationships/image" Target="../media/image995.png"/><Relationship Id="rId182" Type="http://schemas.openxmlformats.org/officeDocument/2006/relationships/image" Target="../media/image1016.png"/><Relationship Id="rId378" Type="http://schemas.openxmlformats.org/officeDocument/2006/relationships/image" Target="../media/image1114.png"/><Relationship Id="rId6" Type="http://schemas.openxmlformats.org/officeDocument/2006/relationships/image" Target="../media/image928.png"/><Relationship Id="rId238" Type="http://schemas.openxmlformats.org/officeDocument/2006/relationships/image" Target="../media/image1044.png"/><Relationship Id="rId291" Type="http://schemas.openxmlformats.org/officeDocument/2006/relationships/customXml" Target="../ink/ink1081.xml"/><Relationship Id="rId305" Type="http://schemas.openxmlformats.org/officeDocument/2006/relationships/customXml" Target="../ink/ink1088.xml"/><Relationship Id="rId347" Type="http://schemas.openxmlformats.org/officeDocument/2006/relationships/customXml" Target="../ink/ink1109.xml"/><Relationship Id="rId44" Type="http://schemas.openxmlformats.org/officeDocument/2006/relationships/image" Target="../media/image947.png"/><Relationship Id="rId86" Type="http://schemas.openxmlformats.org/officeDocument/2006/relationships/image" Target="../media/image968.png"/><Relationship Id="rId151" Type="http://schemas.openxmlformats.org/officeDocument/2006/relationships/customXml" Target="../ink/ink1011.xml"/><Relationship Id="rId193" Type="http://schemas.openxmlformats.org/officeDocument/2006/relationships/customXml" Target="../ink/ink1032.xml"/><Relationship Id="rId207" Type="http://schemas.openxmlformats.org/officeDocument/2006/relationships/customXml" Target="../ink/ink1039.xml"/><Relationship Id="rId249" Type="http://schemas.openxmlformats.org/officeDocument/2006/relationships/customXml" Target="../ink/ink1060.xml"/><Relationship Id="rId13" Type="http://schemas.openxmlformats.org/officeDocument/2006/relationships/customXml" Target="../ink/ink942.xml"/><Relationship Id="rId109" Type="http://schemas.openxmlformats.org/officeDocument/2006/relationships/customXml" Target="../ink/ink990.xml"/><Relationship Id="rId260" Type="http://schemas.openxmlformats.org/officeDocument/2006/relationships/image" Target="../media/image1055.png"/><Relationship Id="rId316" Type="http://schemas.openxmlformats.org/officeDocument/2006/relationships/image" Target="../media/image1083.png"/><Relationship Id="rId55" Type="http://schemas.openxmlformats.org/officeDocument/2006/relationships/customXml" Target="../ink/ink963.xml"/><Relationship Id="rId97" Type="http://schemas.openxmlformats.org/officeDocument/2006/relationships/customXml" Target="../ink/ink984.xml"/><Relationship Id="rId120" Type="http://schemas.openxmlformats.org/officeDocument/2006/relationships/image" Target="../media/image985.png"/><Relationship Id="rId358" Type="http://schemas.openxmlformats.org/officeDocument/2006/relationships/image" Target="../media/image1104.png"/><Relationship Id="rId162" Type="http://schemas.openxmlformats.org/officeDocument/2006/relationships/image" Target="../media/image1006.png"/><Relationship Id="rId218" Type="http://schemas.openxmlformats.org/officeDocument/2006/relationships/image" Target="../media/image1034.png"/><Relationship Id="rId271" Type="http://schemas.openxmlformats.org/officeDocument/2006/relationships/customXml" Target="../ink/ink1071.xml"/><Relationship Id="rId24" Type="http://schemas.openxmlformats.org/officeDocument/2006/relationships/image" Target="../media/image937.png"/><Relationship Id="rId66" Type="http://schemas.openxmlformats.org/officeDocument/2006/relationships/image" Target="../media/image958.png"/><Relationship Id="rId131" Type="http://schemas.openxmlformats.org/officeDocument/2006/relationships/customXml" Target="../ink/ink1001.xml"/><Relationship Id="rId327" Type="http://schemas.openxmlformats.org/officeDocument/2006/relationships/customXml" Target="../ink/ink1099.xml"/><Relationship Id="rId369" Type="http://schemas.openxmlformats.org/officeDocument/2006/relationships/customXml" Target="../ink/ink1120.xml"/><Relationship Id="rId173" Type="http://schemas.openxmlformats.org/officeDocument/2006/relationships/customXml" Target="../ink/ink1022.xml"/><Relationship Id="rId229" Type="http://schemas.openxmlformats.org/officeDocument/2006/relationships/customXml" Target="../ink/ink1050.xml"/><Relationship Id="rId380" Type="http://schemas.openxmlformats.org/officeDocument/2006/relationships/image" Target="../media/image1115.png"/><Relationship Id="rId240" Type="http://schemas.openxmlformats.org/officeDocument/2006/relationships/image" Target="../media/image1045.png"/><Relationship Id="rId35" Type="http://schemas.openxmlformats.org/officeDocument/2006/relationships/customXml" Target="../ink/ink953.xml"/><Relationship Id="rId77" Type="http://schemas.openxmlformats.org/officeDocument/2006/relationships/customXml" Target="../ink/ink974.xml"/><Relationship Id="rId100" Type="http://schemas.openxmlformats.org/officeDocument/2006/relationships/image" Target="../media/image975.png"/><Relationship Id="rId282" Type="http://schemas.openxmlformats.org/officeDocument/2006/relationships/image" Target="../media/image1066.png"/><Relationship Id="rId338" Type="http://schemas.openxmlformats.org/officeDocument/2006/relationships/image" Target="../media/image1094.png"/><Relationship Id="rId8" Type="http://schemas.openxmlformats.org/officeDocument/2006/relationships/image" Target="../media/image929.png"/><Relationship Id="rId142" Type="http://schemas.openxmlformats.org/officeDocument/2006/relationships/image" Target="../media/image996.png"/><Relationship Id="rId184" Type="http://schemas.openxmlformats.org/officeDocument/2006/relationships/image" Target="../media/image1017.png"/><Relationship Id="rId251" Type="http://schemas.openxmlformats.org/officeDocument/2006/relationships/customXml" Target="../ink/ink1061.xml"/><Relationship Id="rId46" Type="http://schemas.openxmlformats.org/officeDocument/2006/relationships/image" Target="../media/image948.png"/><Relationship Id="rId293" Type="http://schemas.openxmlformats.org/officeDocument/2006/relationships/customXml" Target="../ink/ink1082.xml"/><Relationship Id="rId307" Type="http://schemas.openxmlformats.org/officeDocument/2006/relationships/customXml" Target="../ink/ink1089.xml"/><Relationship Id="rId349" Type="http://schemas.openxmlformats.org/officeDocument/2006/relationships/customXml" Target="../ink/ink1110.xml"/><Relationship Id="rId88" Type="http://schemas.openxmlformats.org/officeDocument/2006/relationships/image" Target="../media/image969.png"/><Relationship Id="rId111" Type="http://schemas.openxmlformats.org/officeDocument/2006/relationships/customXml" Target="../ink/ink991.xml"/><Relationship Id="rId153" Type="http://schemas.openxmlformats.org/officeDocument/2006/relationships/customXml" Target="../ink/ink1012.xml"/><Relationship Id="rId195" Type="http://schemas.openxmlformats.org/officeDocument/2006/relationships/customXml" Target="../ink/ink1033.xml"/><Relationship Id="rId209" Type="http://schemas.openxmlformats.org/officeDocument/2006/relationships/customXml" Target="../ink/ink1040.xml"/><Relationship Id="rId360" Type="http://schemas.openxmlformats.org/officeDocument/2006/relationships/image" Target="../media/image1105.png"/><Relationship Id="rId220" Type="http://schemas.openxmlformats.org/officeDocument/2006/relationships/image" Target="../media/image1035.png"/><Relationship Id="rId15" Type="http://schemas.openxmlformats.org/officeDocument/2006/relationships/customXml" Target="../ink/ink943.xml"/><Relationship Id="rId57" Type="http://schemas.openxmlformats.org/officeDocument/2006/relationships/customXml" Target="../ink/ink964.xml"/><Relationship Id="rId262" Type="http://schemas.openxmlformats.org/officeDocument/2006/relationships/image" Target="../media/image1056.png"/><Relationship Id="rId318" Type="http://schemas.openxmlformats.org/officeDocument/2006/relationships/image" Target="../media/image1084.png"/><Relationship Id="rId99" Type="http://schemas.openxmlformats.org/officeDocument/2006/relationships/customXml" Target="../ink/ink985.xml"/><Relationship Id="rId122" Type="http://schemas.openxmlformats.org/officeDocument/2006/relationships/image" Target="../media/image986.png"/><Relationship Id="rId164" Type="http://schemas.openxmlformats.org/officeDocument/2006/relationships/image" Target="../media/image1007.png"/><Relationship Id="rId371" Type="http://schemas.openxmlformats.org/officeDocument/2006/relationships/customXml" Target="../ink/ink1121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5.png"/><Relationship Id="rId299" Type="http://schemas.openxmlformats.org/officeDocument/2006/relationships/image" Target="../media/image1264.png"/><Relationship Id="rId21" Type="http://schemas.openxmlformats.org/officeDocument/2006/relationships/image" Target="../media/image1127.png"/><Relationship Id="rId63" Type="http://schemas.openxmlformats.org/officeDocument/2006/relationships/image" Target="../media/image1148.png"/><Relationship Id="rId159" Type="http://schemas.openxmlformats.org/officeDocument/2006/relationships/image" Target="../media/image1195.png"/><Relationship Id="rId324" Type="http://schemas.openxmlformats.org/officeDocument/2006/relationships/image" Target="../media/image1276.png"/><Relationship Id="rId366" Type="http://schemas.openxmlformats.org/officeDocument/2006/relationships/image" Target="../media/image1297.png"/><Relationship Id="rId170" Type="http://schemas.openxmlformats.org/officeDocument/2006/relationships/customXml" Target="../ink/ink1212.xml"/><Relationship Id="rId226" Type="http://schemas.openxmlformats.org/officeDocument/2006/relationships/customXml" Target="../ink/ink1241.xml"/><Relationship Id="rId268" Type="http://schemas.openxmlformats.org/officeDocument/2006/relationships/customXml" Target="../ink/ink1262.xml"/><Relationship Id="rId32" Type="http://schemas.openxmlformats.org/officeDocument/2006/relationships/customXml" Target="../ink/ink1143.xml"/><Relationship Id="rId74" Type="http://schemas.openxmlformats.org/officeDocument/2006/relationships/customXml" Target="../ink/ink1164.xml"/><Relationship Id="rId128" Type="http://schemas.openxmlformats.org/officeDocument/2006/relationships/customXml" Target="../ink/ink1191.xml"/><Relationship Id="rId335" Type="http://schemas.openxmlformats.org/officeDocument/2006/relationships/customXml" Target="../ink/ink1296.xml"/><Relationship Id="rId377" Type="http://schemas.openxmlformats.org/officeDocument/2006/relationships/customXml" Target="../ink/ink1317.xml"/><Relationship Id="rId5" Type="http://schemas.openxmlformats.org/officeDocument/2006/relationships/image" Target="../media/image1119.png"/><Relationship Id="rId181" Type="http://schemas.openxmlformats.org/officeDocument/2006/relationships/customXml" Target="../ink/ink1218.xml"/><Relationship Id="rId237" Type="http://schemas.openxmlformats.org/officeDocument/2006/relationships/image" Target="../media/image1233.png"/><Relationship Id="rId279" Type="http://schemas.openxmlformats.org/officeDocument/2006/relationships/image" Target="../media/image1254.png"/><Relationship Id="rId43" Type="http://schemas.openxmlformats.org/officeDocument/2006/relationships/image" Target="../media/image1138.png"/><Relationship Id="rId139" Type="http://schemas.openxmlformats.org/officeDocument/2006/relationships/image" Target="../media/image1186.png"/><Relationship Id="rId290" Type="http://schemas.openxmlformats.org/officeDocument/2006/relationships/customXml" Target="../ink/ink1273.xml"/><Relationship Id="rId304" Type="http://schemas.openxmlformats.org/officeDocument/2006/relationships/customXml" Target="../ink/ink1280.xml"/><Relationship Id="rId346" Type="http://schemas.openxmlformats.org/officeDocument/2006/relationships/image" Target="../media/image1287.png"/><Relationship Id="rId388" Type="http://schemas.openxmlformats.org/officeDocument/2006/relationships/image" Target="../media/image1307.png"/><Relationship Id="rId85" Type="http://schemas.openxmlformats.org/officeDocument/2006/relationships/image" Target="../media/image1159.png"/><Relationship Id="rId150" Type="http://schemas.openxmlformats.org/officeDocument/2006/relationships/customXml" Target="../ink/ink1202.xml"/><Relationship Id="rId192" Type="http://schemas.openxmlformats.org/officeDocument/2006/relationships/image" Target="../media/image1211.png"/><Relationship Id="rId206" Type="http://schemas.openxmlformats.org/officeDocument/2006/relationships/customXml" Target="../ink/ink1231.xml"/><Relationship Id="rId248" Type="http://schemas.openxmlformats.org/officeDocument/2006/relationships/customXml" Target="../ink/ink1252.xml"/><Relationship Id="rId12" Type="http://schemas.openxmlformats.org/officeDocument/2006/relationships/customXml" Target="../ink/ink1133.xml"/><Relationship Id="rId108" Type="http://schemas.openxmlformats.org/officeDocument/2006/relationships/customXml" Target="../ink/ink1181.xml"/><Relationship Id="rId315" Type="http://schemas.openxmlformats.org/officeDocument/2006/relationships/customXml" Target="../ink/ink1286.xml"/><Relationship Id="rId357" Type="http://schemas.openxmlformats.org/officeDocument/2006/relationships/customXml" Target="../ink/ink1307.xml"/><Relationship Id="rId54" Type="http://schemas.openxmlformats.org/officeDocument/2006/relationships/customXml" Target="../ink/ink1154.xml"/><Relationship Id="rId96" Type="http://schemas.openxmlformats.org/officeDocument/2006/relationships/customXml" Target="../ink/ink1175.xml"/><Relationship Id="rId161" Type="http://schemas.openxmlformats.org/officeDocument/2006/relationships/image" Target="../media/image1196.png"/><Relationship Id="rId217" Type="http://schemas.openxmlformats.org/officeDocument/2006/relationships/image" Target="../media/image1223.png"/><Relationship Id="rId259" Type="http://schemas.openxmlformats.org/officeDocument/2006/relationships/image" Target="../media/image1244.png"/><Relationship Id="rId23" Type="http://schemas.openxmlformats.org/officeDocument/2006/relationships/image" Target="../media/image1128.png"/><Relationship Id="rId119" Type="http://schemas.openxmlformats.org/officeDocument/2006/relationships/image" Target="../media/image1176.png"/><Relationship Id="rId270" Type="http://schemas.openxmlformats.org/officeDocument/2006/relationships/customXml" Target="../ink/ink1263.xml"/><Relationship Id="rId326" Type="http://schemas.openxmlformats.org/officeDocument/2006/relationships/image" Target="../media/image1277.png"/><Relationship Id="rId65" Type="http://schemas.openxmlformats.org/officeDocument/2006/relationships/image" Target="../media/image1149.png"/><Relationship Id="rId130" Type="http://schemas.openxmlformats.org/officeDocument/2006/relationships/customXml" Target="../ink/ink1192.xml"/><Relationship Id="rId368" Type="http://schemas.openxmlformats.org/officeDocument/2006/relationships/image" Target="../media/image1298.png"/><Relationship Id="rId172" Type="http://schemas.openxmlformats.org/officeDocument/2006/relationships/customXml" Target="../ink/ink1213.xml"/><Relationship Id="rId228" Type="http://schemas.openxmlformats.org/officeDocument/2006/relationships/customXml" Target="../ink/ink1242.xml"/><Relationship Id="rId281" Type="http://schemas.openxmlformats.org/officeDocument/2006/relationships/image" Target="../media/image1255.png"/><Relationship Id="rId337" Type="http://schemas.openxmlformats.org/officeDocument/2006/relationships/customXml" Target="../ink/ink1297.xml"/><Relationship Id="rId34" Type="http://schemas.openxmlformats.org/officeDocument/2006/relationships/customXml" Target="../ink/ink1144.xml"/><Relationship Id="rId76" Type="http://schemas.openxmlformats.org/officeDocument/2006/relationships/customXml" Target="../ink/ink1165.xml"/><Relationship Id="rId141" Type="http://schemas.openxmlformats.org/officeDocument/2006/relationships/image" Target="../media/image1187.png"/><Relationship Id="rId379" Type="http://schemas.openxmlformats.org/officeDocument/2006/relationships/customXml" Target="../ink/ink1318.xml"/><Relationship Id="rId7" Type="http://schemas.openxmlformats.org/officeDocument/2006/relationships/image" Target="../media/image1120.png"/><Relationship Id="rId183" Type="http://schemas.openxmlformats.org/officeDocument/2006/relationships/customXml" Target="../ink/ink1219.xml"/><Relationship Id="rId239" Type="http://schemas.openxmlformats.org/officeDocument/2006/relationships/image" Target="../media/image1234.png"/><Relationship Id="rId390" Type="http://schemas.openxmlformats.org/officeDocument/2006/relationships/image" Target="../media/image1308.png"/><Relationship Id="rId250" Type="http://schemas.openxmlformats.org/officeDocument/2006/relationships/customXml" Target="../ink/ink1253.xml"/><Relationship Id="rId292" Type="http://schemas.openxmlformats.org/officeDocument/2006/relationships/customXml" Target="../ink/ink1274.xml"/><Relationship Id="rId306" Type="http://schemas.openxmlformats.org/officeDocument/2006/relationships/customXml" Target="../ink/ink1281.xml"/><Relationship Id="rId45" Type="http://schemas.openxmlformats.org/officeDocument/2006/relationships/image" Target="../media/image1139.png"/><Relationship Id="rId87" Type="http://schemas.openxmlformats.org/officeDocument/2006/relationships/image" Target="../media/image1160.png"/><Relationship Id="rId110" Type="http://schemas.openxmlformats.org/officeDocument/2006/relationships/customXml" Target="../ink/ink1182.xml"/><Relationship Id="rId348" Type="http://schemas.openxmlformats.org/officeDocument/2006/relationships/image" Target="../media/image1288.png"/><Relationship Id="rId152" Type="http://schemas.openxmlformats.org/officeDocument/2006/relationships/customXml" Target="../ink/ink1203.xml"/><Relationship Id="rId194" Type="http://schemas.openxmlformats.org/officeDocument/2006/relationships/customXml" Target="../ink/ink1225.xml"/><Relationship Id="rId208" Type="http://schemas.openxmlformats.org/officeDocument/2006/relationships/customXml" Target="../ink/ink1232.xml"/><Relationship Id="rId261" Type="http://schemas.openxmlformats.org/officeDocument/2006/relationships/image" Target="../media/image1245.png"/><Relationship Id="rId14" Type="http://schemas.openxmlformats.org/officeDocument/2006/relationships/customXml" Target="../ink/ink1134.xml"/><Relationship Id="rId56" Type="http://schemas.openxmlformats.org/officeDocument/2006/relationships/customXml" Target="../ink/ink1155.xml"/><Relationship Id="rId317" Type="http://schemas.openxmlformats.org/officeDocument/2006/relationships/customXml" Target="../ink/ink1287.xml"/><Relationship Id="rId359" Type="http://schemas.openxmlformats.org/officeDocument/2006/relationships/customXml" Target="../ink/ink1308.xml"/><Relationship Id="rId98" Type="http://schemas.openxmlformats.org/officeDocument/2006/relationships/customXml" Target="../ink/ink1176.xml"/><Relationship Id="rId121" Type="http://schemas.openxmlformats.org/officeDocument/2006/relationships/image" Target="../media/image1177.png"/><Relationship Id="rId163" Type="http://schemas.openxmlformats.org/officeDocument/2006/relationships/image" Target="../media/image1197.png"/><Relationship Id="rId219" Type="http://schemas.openxmlformats.org/officeDocument/2006/relationships/image" Target="../media/image1224.png"/><Relationship Id="rId370" Type="http://schemas.openxmlformats.org/officeDocument/2006/relationships/image" Target="../media/image1299.png"/><Relationship Id="rId230" Type="http://schemas.openxmlformats.org/officeDocument/2006/relationships/customXml" Target="../ink/ink1243.xml"/><Relationship Id="rId25" Type="http://schemas.openxmlformats.org/officeDocument/2006/relationships/image" Target="../media/image1129.png"/><Relationship Id="rId67" Type="http://schemas.openxmlformats.org/officeDocument/2006/relationships/image" Target="../media/image1150.png"/><Relationship Id="rId272" Type="http://schemas.openxmlformats.org/officeDocument/2006/relationships/customXml" Target="../ink/ink1264.xml"/><Relationship Id="rId328" Type="http://schemas.openxmlformats.org/officeDocument/2006/relationships/image" Target="../media/image1278.png"/><Relationship Id="rId132" Type="http://schemas.openxmlformats.org/officeDocument/2006/relationships/customXml" Target="../ink/ink1193.xml"/><Relationship Id="rId174" Type="http://schemas.openxmlformats.org/officeDocument/2006/relationships/customXml" Target="../ink/ink1214.xml"/><Relationship Id="rId381" Type="http://schemas.openxmlformats.org/officeDocument/2006/relationships/customXml" Target="../ink/ink1319.xml"/><Relationship Id="rId241" Type="http://schemas.openxmlformats.org/officeDocument/2006/relationships/image" Target="../media/image1235.png"/><Relationship Id="rId36" Type="http://schemas.openxmlformats.org/officeDocument/2006/relationships/customXml" Target="../ink/ink1145.xml"/><Relationship Id="rId283" Type="http://schemas.openxmlformats.org/officeDocument/2006/relationships/image" Target="../media/image1256.png"/><Relationship Id="rId339" Type="http://schemas.openxmlformats.org/officeDocument/2006/relationships/customXml" Target="../ink/ink1298.xml"/><Relationship Id="rId78" Type="http://schemas.openxmlformats.org/officeDocument/2006/relationships/customXml" Target="../ink/ink1166.xml"/><Relationship Id="rId101" Type="http://schemas.openxmlformats.org/officeDocument/2006/relationships/image" Target="../media/image1167.png"/><Relationship Id="rId143" Type="http://schemas.openxmlformats.org/officeDocument/2006/relationships/image" Target="../media/image1188.png"/><Relationship Id="rId185" Type="http://schemas.openxmlformats.org/officeDocument/2006/relationships/customXml" Target="../ink/ink1220.xml"/><Relationship Id="rId350" Type="http://schemas.openxmlformats.org/officeDocument/2006/relationships/image" Target="../media/image1289.png"/><Relationship Id="rId9" Type="http://schemas.openxmlformats.org/officeDocument/2006/relationships/image" Target="../media/image1121.png"/><Relationship Id="rId210" Type="http://schemas.openxmlformats.org/officeDocument/2006/relationships/customXml" Target="../ink/ink1233.xml"/><Relationship Id="rId392" Type="http://schemas.openxmlformats.org/officeDocument/2006/relationships/image" Target="../media/image1309.png"/><Relationship Id="rId252" Type="http://schemas.openxmlformats.org/officeDocument/2006/relationships/customXml" Target="../ink/ink1254.xml"/><Relationship Id="rId294" Type="http://schemas.openxmlformats.org/officeDocument/2006/relationships/customXml" Target="../ink/ink1275.xml"/><Relationship Id="rId308" Type="http://schemas.openxmlformats.org/officeDocument/2006/relationships/customXml" Target="../ink/ink1282.xml"/><Relationship Id="rId47" Type="http://schemas.openxmlformats.org/officeDocument/2006/relationships/image" Target="../media/image1140.png"/><Relationship Id="rId89" Type="http://schemas.openxmlformats.org/officeDocument/2006/relationships/image" Target="../media/image1161.png"/><Relationship Id="rId112" Type="http://schemas.openxmlformats.org/officeDocument/2006/relationships/customXml" Target="../ink/ink1183.xml"/><Relationship Id="rId154" Type="http://schemas.openxmlformats.org/officeDocument/2006/relationships/customXml" Target="../ink/ink1204.xml"/><Relationship Id="rId361" Type="http://schemas.openxmlformats.org/officeDocument/2006/relationships/customXml" Target="../ink/ink1309.xml"/><Relationship Id="rId196" Type="http://schemas.openxmlformats.org/officeDocument/2006/relationships/customXml" Target="../ink/ink1226.xml"/><Relationship Id="rId200" Type="http://schemas.openxmlformats.org/officeDocument/2006/relationships/customXml" Target="../ink/ink1228.xml"/><Relationship Id="rId382" Type="http://schemas.openxmlformats.org/officeDocument/2006/relationships/image" Target="../media/image1103.png"/><Relationship Id="rId16" Type="http://schemas.openxmlformats.org/officeDocument/2006/relationships/customXml" Target="../ink/ink1135.xml"/><Relationship Id="rId221" Type="http://schemas.openxmlformats.org/officeDocument/2006/relationships/image" Target="../media/image1225.png"/><Relationship Id="rId242" Type="http://schemas.openxmlformats.org/officeDocument/2006/relationships/customXml" Target="../ink/ink1249.xml"/><Relationship Id="rId263" Type="http://schemas.openxmlformats.org/officeDocument/2006/relationships/image" Target="../media/image1246.png"/><Relationship Id="rId284" Type="http://schemas.openxmlformats.org/officeDocument/2006/relationships/customXml" Target="../ink/ink1270.xml"/><Relationship Id="rId319" Type="http://schemas.openxmlformats.org/officeDocument/2006/relationships/customXml" Target="../ink/ink1288.xml"/><Relationship Id="rId37" Type="http://schemas.openxmlformats.org/officeDocument/2006/relationships/image" Target="../media/image1135.png"/><Relationship Id="rId58" Type="http://schemas.openxmlformats.org/officeDocument/2006/relationships/customXml" Target="../ink/ink1156.xml"/><Relationship Id="rId79" Type="http://schemas.openxmlformats.org/officeDocument/2006/relationships/image" Target="../media/image1156.png"/><Relationship Id="rId102" Type="http://schemas.openxmlformats.org/officeDocument/2006/relationships/customXml" Target="../ink/ink1178.xml"/><Relationship Id="rId123" Type="http://schemas.openxmlformats.org/officeDocument/2006/relationships/image" Target="../media/image1178.png"/><Relationship Id="rId144" Type="http://schemas.openxmlformats.org/officeDocument/2006/relationships/customXml" Target="../ink/ink1199.xml"/><Relationship Id="rId330" Type="http://schemas.openxmlformats.org/officeDocument/2006/relationships/image" Target="../media/image1279.png"/><Relationship Id="rId90" Type="http://schemas.openxmlformats.org/officeDocument/2006/relationships/customXml" Target="../ink/ink1172.xml"/><Relationship Id="rId165" Type="http://schemas.openxmlformats.org/officeDocument/2006/relationships/image" Target="../media/image1198.png"/><Relationship Id="rId186" Type="http://schemas.openxmlformats.org/officeDocument/2006/relationships/image" Target="../media/image1208.png"/><Relationship Id="rId351" Type="http://schemas.openxmlformats.org/officeDocument/2006/relationships/customXml" Target="../ink/ink1304.xml"/><Relationship Id="rId372" Type="http://schemas.openxmlformats.org/officeDocument/2006/relationships/image" Target="../media/image1300.png"/><Relationship Id="rId211" Type="http://schemas.openxmlformats.org/officeDocument/2006/relationships/image" Target="../media/image1220.png"/><Relationship Id="rId232" Type="http://schemas.openxmlformats.org/officeDocument/2006/relationships/customXml" Target="../ink/ink1244.xml"/><Relationship Id="rId253" Type="http://schemas.openxmlformats.org/officeDocument/2006/relationships/image" Target="../media/image1241.png"/><Relationship Id="rId274" Type="http://schemas.openxmlformats.org/officeDocument/2006/relationships/customXml" Target="../ink/ink1265.xml"/><Relationship Id="rId295" Type="http://schemas.openxmlformats.org/officeDocument/2006/relationships/image" Target="../media/image1262.png"/><Relationship Id="rId309" Type="http://schemas.openxmlformats.org/officeDocument/2006/relationships/image" Target="../media/image1269.png"/><Relationship Id="rId27" Type="http://schemas.openxmlformats.org/officeDocument/2006/relationships/image" Target="../media/image1130.png"/><Relationship Id="rId48" Type="http://schemas.openxmlformats.org/officeDocument/2006/relationships/customXml" Target="../ink/ink1151.xml"/><Relationship Id="rId69" Type="http://schemas.openxmlformats.org/officeDocument/2006/relationships/image" Target="../media/image1151.png"/><Relationship Id="rId113" Type="http://schemas.openxmlformats.org/officeDocument/2006/relationships/image" Target="../media/image1173.png"/><Relationship Id="rId134" Type="http://schemas.openxmlformats.org/officeDocument/2006/relationships/customXml" Target="../ink/ink1194.xml"/><Relationship Id="rId320" Type="http://schemas.openxmlformats.org/officeDocument/2006/relationships/image" Target="../media/image1274.png"/><Relationship Id="rId80" Type="http://schemas.openxmlformats.org/officeDocument/2006/relationships/customXml" Target="../ink/ink1167.xml"/><Relationship Id="rId155" Type="http://schemas.openxmlformats.org/officeDocument/2006/relationships/image" Target="../media/image1193.png"/><Relationship Id="rId176" Type="http://schemas.openxmlformats.org/officeDocument/2006/relationships/image" Target="../media/image1203.png"/><Relationship Id="rId197" Type="http://schemas.openxmlformats.org/officeDocument/2006/relationships/image" Target="../media/image1213.png"/><Relationship Id="rId341" Type="http://schemas.openxmlformats.org/officeDocument/2006/relationships/customXml" Target="../ink/ink1299.xml"/><Relationship Id="rId362" Type="http://schemas.openxmlformats.org/officeDocument/2006/relationships/image" Target="../media/image1295.png"/><Relationship Id="rId383" Type="http://schemas.openxmlformats.org/officeDocument/2006/relationships/customXml" Target="../ink/ink1320.xml"/><Relationship Id="rId201" Type="http://schemas.openxmlformats.org/officeDocument/2006/relationships/image" Target="../media/image1215.png"/><Relationship Id="rId222" Type="http://schemas.openxmlformats.org/officeDocument/2006/relationships/customXml" Target="../ink/ink1239.xml"/><Relationship Id="rId243" Type="http://schemas.openxmlformats.org/officeDocument/2006/relationships/image" Target="../media/image1236.png"/><Relationship Id="rId264" Type="http://schemas.openxmlformats.org/officeDocument/2006/relationships/customXml" Target="../ink/ink1260.xml"/><Relationship Id="rId285" Type="http://schemas.openxmlformats.org/officeDocument/2006/relationships/image" Target="../media/image1257.png"/><Relationship Id="rId17" Type="http://schemas.openxmlformats.org/officeDocument/2006/relationships/image" Target="../media/image1125.png"/><Relationship Id="rId38" Type="http://schemas.openxmlformats.org/officeDocument/2006/relationships/customXml" Target="../ink/ink1146.xml"/><Relationship Id="rId59" Type="http://schemas.openxmlformats.org/officeDocument/2006/relationships/image" Target="../media/image1146.png"/><Relationship Id="rId103" Type="http://schemas.openxmlformats.org/officeDocument/2006/relationships/image" Target="../media/image1168.png"/><Relationship Id="rId124" Type="http://schemas.openxmlformats.org/officeDocument/2006/relationships/customXml" Target="../ink/ink1189.xml"/><Relationship Id="rId310" Type="http://schemas.openxmlformats.org/officeDocument/2006/relationships/customXml" Target="../ink/ink1283.xml"/><Relationship Id="rId70" Type="http://schemas.openxmlformats.org/officeDocument/2006/relationships/customXml" Target="../ink/ink1162.xml"/><Relationship Id="rId91" Type="http://schemas.openxmlformats.org/officeDocument/2006/relationships/image" Target="../media/image1162.png"/><Relationship Id="rId145" Type="http://schemas.openxmlformats.org/officeDocument/2006/relationships/image" Target="../media/image1109.png"/><Relationship Id="rId166" Type="http://schemas.openxmlformats.org/officeDocument/2006/relationships/customXml" Target="../ink/ink1210.xml"/><Relationship Id="rId187" Type="http://schemas.openxmlformats.org/officeDocument/2006/relationships/customXml" Target="../ink/ink1221.xml"/><Relationship Id="rId331" Type="http://schemas.openxmlformats.org/officeDocument/2006/relationships/customXml" Target="../ink/ink1294.xml"/><Relationship Id="rId352" Type="http://schemas.openxmlformats.org/officeDocument/2006/relationships/image" Target="../media/image1290.png"/><Relationship Id="rId373" Type="http://schemas.openxmlformats.org/officeDocument/2006/relationships/customXml" Target="../ink/ink131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34.xml"/><Relationship Id="rId233" Type="http://schemas.openxmlformats.org/officeDocument/2006/relationships/image" Target="../media/image1231.png"/><Relationship Id="rId254" Type="http://schemas.openxmlformats.org/officeDocument/2006/relationships/customXml" Target="../ink/ink1255.xml"/><Relationship Id="rId28" Type="http://schemas.openxmlformats.org/officeDocument/2006/relationships/customXml" Target="../ink/ink1141.xml"/><Relationship Id="rId49" Type="http://schemas.openxmlformats.org/officeDocument/2006/relationships/image" Target="../media/image1141.png"/><Relationship Id="rId114" Type="http://schemas.openxmlformats.org/officeDocument/2006/relationships/customXml" Target="../ink/ink1184.xml"/><Relationship Id="rId275" Type="http://schemas.openxmlformats.org/officeDocument/2006/relationships/image" Target="../media/image1252.png"/><Relationship Id="rId296" Type="http://schemas.openxmlformats.org/officeDocument/2006/relationships/customXml" Target="../ink/ink1276.xml"/><Relationship Id="rId300" Type="http://schemas.openxmlformats.org/officeDocument/2006/relationships/customXml" Target="../ink/ink1278.xml"/><Relationship Id="rId60" Type="http://schemas.openxmlformats.org/officeDocument/2006/relationships/customXml" Target="../ink/ink1157.xml"/><Relationship Id="rId81" Type="http://schemas.openxmlformats.org/officeDocument/2006/relationships/image" Target="../media/image1157.png"/><Relationship Id="rId135" Type="http://schemas.openxmlformats.org/officeDocument/2006/relationships/image" Target="../media/image1184.png"/><Relationship Id="rId156" Type="http://schemas.openxmlformats.org/officeDocument/2006/relationships/customXml" Target="../ink/ink1205.xml"/><Relationship Id="rId177" Type="http://schemas.openxmlformats.org/officeDocument/2006/relationships/customXml" Target="../ink/ink1216.xml"/><Relationship Id="rId198" Type="http://schemas.openxmlformats.org/officeDocument/2006/relationships/customXml" Target="../ink/ink1227.xml"/><Relationship Id="rId321" Type="http://schemas.openxmlformats.org/officeDocument/2006/relationships/customXml" Target="../ink/ink1289.xml"/><Relationship Id="rId342" Type="http://schemas.openxmlformats.org/officeDocument/2006/relationships/image" Target="../media/image1285.png"/><Relationship Id="rId363" Type="http://schemas.openxmlformats.org/officeDocument/2006/relationships/customXml" Target="../ink/ink1310.xml"/><Relationship Id="rId384" Type="http://schemas.openxmlformats.org/officeDocument/2006/relationships/image" Target="../media/image1305.png"/><Relationship Id="rId202" Type="http://schemas.openxmlformats.org/officeDocument/2006/relationships/customXml" Target="../ink/ink1229.xml"/><Relationship Id="rId223" Type="http://schemas.openxmlformats.org/officeDocument/2006/relationships/image" Target="../media/image1226.png"/><Relationship Id="rId244" Type="http://schemas.openxmlformats.org/officeDocument/2006/relationships/customXml" Target="../ink/ink1250.xml"/><Relationship Id="rId18" Type="http://schemas.openxmlformats.org/officeDocument/2006/relationships/customXml" Target="../ink/ink1136.xml"/><Relationship Id="rId39" Type="http://schemas.openxmlformats.org/officeDocument/2006/relationships/image" Target="../media/image1136.png"/><Relationship Id="rId265" Type="http://schemas.openxmlformats.org/officeDocument/2006/relationships/image" Target="../media/image1247.png"/><Relationship Id="rId286" Type="http://schemas.openxmlformats.org/officeDocument/2006/relationships/customXml" Target="../ink/ink1271.xml"/><Relationship Id="rId50" Type="http://schemas.openxmlformats.org/officeDocument/2006/relationships/customXml" Target="../ink/ink1152.xml"/><Relationship Id="rId104" Type="http://schemas.openxmlformats.org/officeDocument/2006/relationships/customXml" Target="../ink/ink1179.xml"/><Relationship Id="rId125" Type="http://schemas.openxmlformats.org/officeDocument/2006/relationships/image" Target="../media/image1179.png"/><Relationship Id="rId146" Type="http://schemas.openxmlformats.org/officeDocument/2006/relationships/customXml" Target="../ink/ink1200.xml"/><Relationship Id="rId167" Type="http://schemas.openxmlformats.org/officeDocument/2006/relationships/image" Target="../media/image1199.png"/><Relationship Id="rId188" Type="http://schemas.openxmlformats.org/officeDocument/2006/relationships/image" Target="../media/image1209.png"/><Relationship Id="rId311" Type="http://schemas.openxmlformats.org/officeDocument/2006/relationships/image" Target="../media/image1270.png"/><Relationship Id="rId332" Type="http://schemas.openxmlformats.org/officeDocument/2006/relationships/image" Target="../media/image1280.png"/><Relationship Id="rId353" Type="http://schemas.openxmlformats.org/officeDocument/2006/relationships/customXml" Target="../ink/ink1305.xml"/><Relationship Id="rId374" Type="http://schemas.openxmlformats.org/officeDocument/2006/relationships/image" Target="../media/image1301.png"/><Relationship Id="rId71" Type="http://schemas.openxmlformats.org/officeDocument/2006/relationships/image" Target="../media/image1152.png"/><Relationship Id="rId92" Type="http://schemas.openxmlformats.org/officeDocument/2006/relationships/customXml" Target="../ink/ink1173.xml"/><Relationship Id="rId213" Type="http://schemas.openxmlformats.org/officeDocument/2006/relationships/image" Target="../media/image1221.png"/><Relationship Id="rId234" Type="http://schemas.openxmlformats.org/officeDocument/2006/relationships/customXml" Target="../ink/ink1245.xml"/><Relationship Id="rId2" Type="http://schemas.openxmlformats.org/officeDocument/2006/relationships/customXml" Target="../ink/ink1128.xml"/><Relationship Id="rId29" Type="http://schemas.openxmlformats.org/officeDocument/2006/relationships/image" Target="../media/image1131.png"/><Relationship Id="rId255" Type="http://schemas.openxmlformats.org/officeDocument/2006/relationships/image" Target="../media/image1242.png"/><Relationship Id="rId276" Type="http://schemas.openxmlformats.org/officeDocument/2006/relationships/customXml" Target="../ink/ink1266.xml"/><Relationship Id="rId297" Type="http://schemas.openxmlformats.org/officeDocument/2006/relationships/image" Target="../media/image1263.png"/><Relationship Id="rId40" Type="http://schemas.openxmlformats.org/officeDocument/2006/relationships/customXml" Target="../ink/ink1147.xml"/><Relationship Id="rId115" Type="http://schemas.openxmlformats.org/officeDocument/2006/relationships/image" Target="../media/image1174.png"/><Relationship Id="rId136" Type="http://schemas.openxmlformats.org/officeDocument/2006/relationships/customXml" Target="../ink/ink1195.xml"/><Relationship Id="rId157" Type="http://schemas.openxmlformats.org/officeDocument/2006/relationships/image" Target="../media/image1194.png"/><Relationship Id="rId178" Type="http://schemas.openxmlformats.org/officeDocument/2006/relationships/image" Target="../media/image1204.png"/><Relationship Id="rId301" Type="http://schemas.openxmlformats.org/officeDocument/2006/relationships/image" Target="../media/image1265.png"/><Relationship Id="rId322" Type="http://schemas.openxmlformats.org/officeDocument/2006/relationships/image" Target="../media/image1275.png"/><Relationship Id="rId343" Type="http://schemas.openxmlformats.org/officeDocument/2006/relationships/customXml" Target="../ink/ink1300.xml"/><Relationship Id="rId364" Type="http://schemas.openxmlformats.org/officeDocument/2006/relationships/image" Target="../media/image1296.png"/><Relationship Id="rId61" Type="http://schemas.openxmlformats.org/officeDocument/2006/relationships/image" Target="../media/image1147.png"/><Relationship Id="rId82" Type="http://schemas.openxmlformats.org/officeDocument/2006/relationships/customXml" Target="../ink/ink1168.xml"/><Relationship Id="rId199" Type="http://schemas.openxmlformats.org/officeDocument/2006/relationships/image" Target="../media/image1214.png"/><Relationship Id="rId203" Type="http://schemas.openxmlformats.org/officeDocument/2006/relationships/image" Target="../media/image1216.png"/><Relationship Id="rId385" Type="http://schemas.openxmlformats.org/officeDocument/2006/relationships/customXml" Target="../ink/ink1321.xml"/><Relationship Id="rId19" Type="http://schemas.openxmlformats.org/officeDocument/2006/relationships/image" Target="../media/image1126.png"/><Relationship Id="rId224" Type="http://schemas.openxmlformats.org/officeDocument/2006/relationships/customXml" Target="../ink/ink1240.xml"/><Relationship Id="rId245" Type="http://schemas.openxmlformats.org/officeDocument/2006/relationships/image" Target="../media/image1237.png"/><Relationship Id="rId266" Type="http://schemas.openxmlformats.org/officeDocument/2006/relationships/customXml" Target="../ink/ink1261.xml"/><Relationship Id="rId287" Type="http://schemas.openxmlformats.org/officeDocument/2006/relationships/image" Target="../media/image1258.png"/><Relationship Id="rId30" Type="http://schemas.openxmlformats.org/officeDocument/2006/relationships/customXml" Target="../ink/ink1142.xml"/><Relationship Id="rId105" Type="http://schemas.openxmlformats.org/officeDocument/2006/relationships/image" Target="../media/image1169.png"/><Relationship Id="rId126" Type="http://schemas.openxmlformats.org/officeDocument/2006/relationships/customXml" Target="../ink/ink1190.xml"/><Relationship Id="rId147" Type="http://schemas.openxmlformats.org/officeDocument/2006/relationships/image" Target="../media/image1189.png"/><Relationship Id="rId168" Type="http://schemas.openxmlformats.org/officeDocument/2006/relationships/customXml" Target="../ink/ink1211.xml"/><Relationship Id="rId312" Type="http://schemas.openxmlformats.org/officeDocument/2006/relationships/customXml" Target="../ink/ink1284.xml"/><Relationship Id="rId333" Type="http://schemas.openxmlformats.org/officeDocument/2006/relationships/customXml" Target="../ink/ink1295.xml"/><Relationship Id="rId354" Type="http://schemas.openxmlformats.org/officeDocument/2006/relationships/image" Target="../media/image1291.png"/><Relationship Id="rId51" Type="http://schemas.openxmlformats.org/officeDocument/2006/relationships/image" Target="../media/image1142.png"/><Relationship Id="rId72" Type="http://schemas.openxmlformats.org/officeDocument/2006/relationships/customXml" Target="../ink/ink1163.xml"/><Relationship Id="rId93" Type="http://schemas.openxmlformats.org/officeDocument/2006/relationships/image" Target="../media/image1163.png"/><Relationship Id="rId189" Type="http://schemas.openxmlformats.org/officeDocument/2006/relationships/customXml" Target="../ink/ink1222.xml"/><Relationship Id="rId375" Type="http://schemas.openxmlformats.org/officeDocument/2006/relationships/customXml" Target="../ink/ink1316.xml"/><Relationship Id="rId3" Type="http://schemas.openxmlformats.org/officeDocument/2006/relationships/image" Target="../media/image1118.png"/><Relationship Id="rId214" Type="http://schemas.openxmlformats.org/officeDocument/2006/relationships/customXml" Target="../ink/ink1235.xml"/><Relationship Id="rId235" Type="http://schemas.openxmlformats.org/officeDocument/2006/relationships/image" Target="../media/image1232.png"/><Relationship Id="rId256" Type="http://schemas.openxmlformats.org/officeDocument/2006/relationships/customXml" Target="../ink/ink1256.xml"/><Relationship Id="rId277" Type="http://schemas.openxmlformats.org/officeDocument/2006/relationships/image" Target="../media/image1253.png"/><Relationship Id="rId298" Type="http://schemas.openxmlformats.org/officeDocument/2006/relationships/customXml" Target="../ink/ink1277.xml"/><Relationship Id="rId116" Type="http://schemas.openxmlformats.org/officeDocument/2006/relationships/customXml" Target="../ink/ink1185.xml"/><Relationship Id="rId137" Type="http://schemas.openxmlformats.org/officeDocument/2006/relationships/image" Target="../media/image1185.png"/><Relationship Id="rId158" Type="http://schemas.openxmlformats.org/officeDocument/2006/relationships/customXml" Target="../ink/ink1206.xml"/><Relationship Id="rId302" Type="http://schemas.openxmlformats.org/officeDocument/2006/relationships/customXml" Target="../ink/ink1279.xml"/><Relationship Id="rId323" Type="http://schemas.openxmlformats.org/officeDocument/2006/relationships/customXml" Target="../ink/ink1290.xml"/><Relationship Id="rId344" Type="http://schemas.openxmlformats.org/officeDocument/2006/relationships/image" Target="../media/image1286.png"/><Relationship Id="rId20" Type="http://schemas.openxmlformats.org/officeDocument/2006/relationships/customXml" Target="../ink/ink1137.xml"/><Relationship Id="rId41" Type="http://schemas.openxmlformats.org/officeDocument/2006/relationships/image" Target="../media/image1137.png"/><Relationship Id="rId62" Type="http://schemas.openxmlformats.org/officeDocument/2006/relationships/customXml" Target="../ink/ink1158.xml"/><Relationship Id="rId83" Type="http://schemas.openxmlformats.org/officeDocument/2006/relationships/image" Target="../media/image1158.png"/><Relationship Id="rId179" Type="http://schemas.openxmlformats.org/officeDocument/2006/relationships/customXml" Target="../ink/ink1217.xml"/><Relationship Id="rId365" Type="http://schemas.openxmlformats.org/officeDocument/2006/relationships/customXml" Target="../ink/ink1311.xml"/><Relationship Id="rId386" Type="http://schemas.openxmlformats.org/officeDocument/2006/relationships/image" Target="../media/image1306.png"/><Relationship Id="rId190" Type="http://schemas.openxmlformats.org/officeDocument/2006/relationships/image" Target="../media/image1210.png"/><Relationship Id="rId204" Type="http://schemas.openxmlformats.org/officeDocument/2006/relationships/customXml" Target="../ink/ink1230.xml"/><Relationship Id="rId225" Type="http://schemas.openxmlformats.org/officeDocument/2006/relationships/image" Target="../media/image1227.png"/><Relationship Id="rId246" Type="http://schemas.openxmlformats.org/officeDocument/2006/relationships/customXml" Target="../ink/ink1251.xml"/><Relationship Id="rId267" Type="http://schemas.openxmlformats.org/officeDocument/2006/relationships/image" Target="../media/image1248.png"/><Relationship Id="rId288" Type="http://schemas.openxmlformats.org/officeDocument/2006/relationships/customXml" Target="../ink/ink1272.xml"/><Relationship Id="rId106" Type="http://schemas.openxmlformats.org/officeDocument/2006/relationships/customXml" Target="../ink/ink1180.xml"/><Relationship Id="rId127" Type="http://schemas.openxmlformats.org/officeDocument/2006/relationships/image" Target="../media/image1180.png"/><Relationship Id="rId313" Type="http://schemas.openxmlformats.org/officeDocument/2006/relationships/customXml" Target="../ink/ink1285.xml"/><Relationship Id="rId10" Type="http://schemas.openxmlformats.org/officeDocument/2006/relationships/customXml" Target="../ink/ink1132.xml"/><Relationship Id="rId31" Type="http://schemas.openxmlformats.org/officeDocument/2006/relationships/image" Target="../media/image1132.png"/><Relationship Id="rId52" Type="http://schemas.openxmlformats.org/officeDocument/2006/relationships/customXml" Target="../ink/ink1153.xml"/><Relationship Id="rId73" Type="http://schemas.openxmlformats.org/officeDocument/2006/relationships/image" Target="../media/image1153.png"/><Relationship Id="rId94" Type="http://schemas.openxmlformats.org/officeDocument/2006/relationships/customXml" Target="../ink/ink1174.xml"/><Relationship Id="rId148" Type="http://schemas.openxmlformats.org/officeDocument/2006/relationships/customXml" Target="../ink/ink1201.xml"/><Relationship Id="rId169" Type="http://schemas.openxmlformats.org/officeDocument/2006/relationships/image" Target="../media/image1200.png"/><Relationship Id="rId334" Type="http://schemas.openxmlformats.org/officeDocument/2006/relationships/image" Target="../media/image1281.png"/><Relationship Id="rId355" Type="http://schemas.openxmlformats.org/officeDocument/2006/relationships/customXml" Target="../ink/ink1306.xml"/><Relationship Id="rId376" Type="http://schemas.openxmlformats.org/officeDocument/2006/relationships/image" Target="../media/image1302.png"/><Relationship Id="rId4" Type="http://schemas.openxmlformats.org/officeDocument/2006/relationships/customXml" Target="../ink/ink1129.xml"/><Relationship Id="rId180" Type="http://schemas.openxmlformats.org/officeDocument/2006/relationships/image" Target="../media/image1205.png"/><Relationship Id="rId215" Type="http://schemas.openxmlformats.org/officeDocument/2006/relationships/image" Target="../media/image1222.png"/><Relationship Id="rId236" Type="http://schemas.openxmlformats.org/officeDocument/2006/relationships/customXml" Target="../ink/ink1246.xml"/><Relationship Id="rId257" Type="http://schemas.openxmlformats.org/officeDocument/2006/relationships/image" Target="../media/image1243.png"/><Relationship Id="rId278" Type="http://schemas.openxmlformats.org/officeDocument/2006/relationships/customXml" Target="../ink/ink1267.xml"/><Relationship Id="rId303" Type="http://schemas.openxmlformats.org/officeDocument/2006/relationships/image" Target="../media/image1266.png"/><Relationship Id="rId42" Type="http://schemas.openxmlformats.org/officeDocument/2006/relationships/customXml" Target="../ink/ink1148.xml"/><Relationship Id="rId84" Type="http://schemas.openxmlformats.org/officeDocument/2006/relationships/customXml" Target="../ink/ink1169.xml"/><Relationship Id="rId138" Type="http://schemas.openxmlformats.org/officeDocument/2006/relationships/customXml" Target="../ink/ink1196.xml"/><Relationship Id="rId345" Type="http://schemas.openxmlformats.org/officeDocument/2006/relationships/customXml" Target="../ink/ink1301.xml"/><Relationship Id="rId387" Type="http://schemas.openxmlformats.org/officeDocument/2006/relationships/customXml" Target="../ink/ink1322.xml"/><Relationship Id="rId191" Type="http://schemas.openxmlformats.org/officeDocument/2006/relationships/customXml" Target="../ink/ink1223.xml"/><Relationship Id="rId205" Type="http://schemas.openxmlformats.org/officeDocument/2006/relationships/image" Target="../media/image1217.png"/><Relationship Id="rId247" Type="http://schemas.openxmlformats.org/officeDocument/2006/relationships/image" Target="../media/image1238.png"/><Relationship Id="rId107" Type="http://schemas.openxmlformats.org/officeDocument/2006/relationships/image" Target="../media/image1170.png"/><Relationship Id="rId289" Type="http://schemas.openxmlformats.org/officeDocument/2006/relationships/image" Target="../media/image1259.png"/><Relationship Id="rId11" Type="http://schemas.openxmlformats.org/officeDocument/2006/relationships/image" Target="../media/image1122.png"/><Relationship Id="rId53" Type="http://schemas.openxmlformats.org/officeDocument/2006/relationships/image" Target="../media/image1143.png"/><Relationship Id="rId149" Type="http://schemas.openxmlformats.org/officeDocument/2006/relationships/image" Target="../media/image1190.png"/><Relationship Id="rId314" Type="http://schemas.openxmlformats.org/officeDocument/2006/relationships/image" Target="../media/image1271.png"/><Relationship Id="rId356" Type="http://schemas.openxmlformats.org/officeDocument/2006/relationships/image" Target="../media/image1292.png"/><Relationship Id="rId95" Type="http://schemas.openxmlformats.org/officeDocument/2006/relationships/image" Target="../media/image1164.png"/><Relationship Id="rId160" Type="http://schemas.openxmlformats.org/officeDocument/2006/relationships/customXml" Target="../ink/ink1207.xml"/><Relationship Id="rId216" Type="http://schemas.openxmlformats.org/officeDocument/2006/relationships/customXml" Target="../ink/ink1236.xml"/><Relationship Id="rId258" Type="http://schemas.openxmlformats.org/officeDocument/2006/relationships/customXml" Target="../ink/ink1257.xml"/><Relationship Id="rId22" Type="http://schemas.openxmlformats.org/officeDocument/2006/relationships/customXml" Target="../ink/ink1138.xml"/><Relationship Id="rId64" Type="http://schemas.openxmlformats.org/officeDocument/2006/relationships/customXml" Target="../ink/ink1159.xml"/><Relationship Id="rId118" Type="http://schemas.openxmlformats.org/officeDocument/2006/relationships/customXml" Target="../ink/ink1186.xml"/><Relationship Id="rId325" Type="http://schemas.openxmlformats.org/officeDocument/2006/relationships/customXml" Target="../ink/ink1291.xml"/><Relationship Id="rId367" Type="http://schemas.openxmlformats.org/officeDocument/2006/relationships/customXml" Target="../ink/ink1312.xml"/><Relationship Id="rId171" Type="http://schemas.openxmlformats.org/officeDocument/2006/relationships/image" Target="../media/image1201.png"/><Relationship Id="rId227" Type="http://schemas.openxmlformats.org/officeDocument/2006/relationships/image" Target="../media/image1228.png"/><Relationship Id="rId269" Type="http://schemas.openxmlformats.org/officeDocument/2006/relationships/image" Target="../media/image1249.png"/><Relationship Id="rId33" Type="http://schemas.openxmlformats.org/officeDocument/2006/relationships/image" Target="../media/image1133.png"/><Relationship Id="rId129" Type="http://schemas.openxmlformats.org/officeDocument/2006/relationships/image" Target="../media/image1181.png"/><Relationship Id="rId280" Type="http://schemas.openxmlformats.org/officeDocument/2006/relationships/customXml" Target="../ink/ink1268.xml"/><Relationship Id="rId336" Type="http://schemas.openxmlformats.org/officeDocument/2006/relationships/image" Target="../media/image1282.png"/><Relationship Id="rId75" Type="http://schemas.openxmlformats.org/officeDocument/2006/relationships/image" Target="../media/image1154.png"/><Relationship Id="rId140" Type="http://schemas.openxmlformats.org/officeDocument/2006/relationships/customXml" Target="../ink/ink1197.xml"/><Relationship Id="rId182" Type="http://schemas.openxmlformats.org/officeDocument/2006/relationships/image" Target="../media/image1206.png"/><Relationship Id="rId378" Type="http://schemas.openxmlformats.org/officeDocument/2006/relationships/image" Target="../media/image1303.png"/><Relationship Id="rId6" Type="http://schemas.openxmlformats.org/officeDocument/2006/relationships/customXml" Target="../ink/ink1130.xml"/><Relationship Id="rId238" Type="http://schemas.openxmlformats.org/officeDocument/2006/relationships/customXml" Target="../ink/ink1247.xml"/><Relationship Id="rId291" Type="http://schemas.openxmlformats.org/officeDocument/2006/relationships/image" Target="../media/image1260.png"/><Relationship Id="rId305" Type="http://schemas.openxmlformats.org/officeDocument/2006/relationships/image" Target="../media/image1267.png"/><Relationship Id="rId347" Type="http://schemas.openxmlformats.org/officeDocument/2006/relationships/customXml" Target="../ink/ink1302.xml"/><Relationship Id="rId44" Type="http://schemas.openxmlformats.org/officeDocument/2006/relationships/customXml" Target="../ink/ink1149.xml"/><Relationship Id="rId86" Type="http://schemas.openxmlformats.org/officeDocument/2006/relationships/customXml" Target="../ink/ink1170.xml"/><Relationship Id="rId151" Type="http://schemas.openxmlformats.org/officeDocument/2006/relationships/image" Target="../media/image1191.png"/><Relationship Id="rId389" Type="http://schemas.openxmlformats.org/officeDocument/2006/relationships/customXml" Target="../ink/ink1323.xml"/><Relationship Id="rId193" Type="http://schemas.openxmlformats.org/officeDocument/2006/relationships/customXml" Target="../ink/ink1224.xml"/><Relationship Id="rId207" Type="http://schemas.openxmlformats.org/officeDocument/2006/relationships/image" Target="../media/image1218.png"/><Relationship Id="rId249" Type="http://schemas.openxmlformats.org/officeDocument/2006/relationships/image" Target="../media/image1239.png"/><Relationship Id="rId13" Type="http://schemas.openxmlformats.org/officeDocument/2006/relationships/image" Target="../media/image1123.png"/><Relationship Id="rId109" Type="http://schemas.openxmlformats.org/officeDocument/2006/relationships/image" Target="../media/image1171.png"/><Relationship Id="rId260" Type="http://schemas.openxmlformats.org/officeDocument/2006/relationships/customXml" Target="../ink/ink1258.xml"/><Relationship Id="rId316" Type="http://schemas.openxmlformats.org/officeDocument/2006/relationships/image" Target="../media/image1272.png"/><Relationship Id="rId55" Type="http://schemas.openxmlformats.org/officeDocument/2006/relationships/image" Target="../media/image1144.png"/><Relationship Id="rId97" Type="http://schemas.openxmlformats.org/officeDocument/2006/relationships/image" Target="../media/image1165.png"/><Relationship Id="rId120" Type="http://schemas.openxmlformats.org/officeDocument/2006/relationships/customXml" Target="../ink/ink1187.xml"/><Relationship Id="rId358" Type="http://schemas.openxmlformats.org/officeDocument/2006/relationships/image" Target="../media/image1293.png"/><Relationship Id="rId162" Type="http://schemas.openxmlformats.org/officeDocument/2006/relationships/customXml" Target="../ink/ink1208.xml"/><Relationship Id="rId218" Type="http://schemas.openxmlformats.org/officeDocument/2006/relationships/customXml" Target="../ink/ink1237.xml"/><Relationship Id="rId271" Type="http://schemas.openxmlformats.org/officeDocument/2006/relationships/image" Target="../media/image1250.png"/><Relationship Id="rId24" Type="http://schemas.openxmlformats.org/officeDocument/2006/relationships/customXml" Target="../ink/ink1139.xml"/><Relationship Id="rId66" Type="http://schemas.openxmlformats.org/officeDocument/2006/relationships/customXml" Target="../ink/ink1160.xml"/><Relationship Id="rId131" Type="http://schemas.openxmlformats.org/officeDocument/2006/relationships/image" Target="../media/image1182.png"/><Relationship Id="rId327" Type="http://schemas.openxmlformats.org/officeDocument/2006/relationships/customXml" Target="../ink/ink1292.xml"/><Relationship Id="rId369" Type="http://schemas.openxmlformats.org/officeDocument/2006/relationships/customXml" Target="../ink/ink1313.xml"/><Relationship Id="rId173" Type="http://schemas.openxmlformats.org/officeDocument/2006/relationships/image" Target="../media/image1202.png"/><Relationship Id="rId229" Type="http://schemas.openxmlformats.org/officeDocument/2006/relationships/image" Target="../media/image1229.png"/><Relationship Id="rId380" Type="http://schemas.openxmlformats.org/officeDocument/2006/relationships/image" Target="../media/image1304.png"/><Relationship Id="rId240" Type="http://schemas.openxmlformats.org/officeDocument/2006/relationships/customXml" Target="../ink/ink1248.xml"/><Relationship Id="rId35" Type="http://schemas.openxmlformats.org/officeDocument/2006/relationships/image" Target="../media/image1134.png"/><Relationship Id="rId77" Type="http://schemas.openxmlformats.org/officeDocument/2006/relationships/image" Target="../media/image1155.png"/><Relationship Id="rId100" Type="http://schemas.openxmlformats.org/officeDocument/2006/relationships/customXml" Target="../ink/ink1177.xml"/><Relationship Id="rId282" Type="http://schemas.openxmlformats.org/officeDocument/2006/relationships/customXml" Target="../ink/ink1269.xml"/><Relationship Id="rId338" Type="http://schemas.openxmlformats.org/officeDocument/2006/relationships/image" Target="../media/image1283.png"/><Relationship Id="rId8" Type="http://schemas.openxmlformats.org/officeDocument/2006/relationships/customXml" Target="../ink/ink1131.xml"/><Relationship Id="rId142" Type="http://schemas.openxmlformats.org/officeDocument/2006/relationships/customXml" Target="../ink/ink1198.xml"/><Relationship Id="rId184" Type="http://schemas.openxmlformats.org/officeDocument/2006/relationships/image" Target="../media/image1207.png"/><Relationship Id="rId391" Type="http://schemas.openxmlformats.org/officeDocument/2006/relationships/customXml" Target="../ink/ink1324.xml"/><Relationship Id="rId251" Type="http://schemas.openxmlformats.org/officeDocument/2006/relationships/image" Target="../media/image1240.png"/><Relationship Id="rId46" Type="http://schemas.openxmlformats.org/officeDocument/2006/relationships/customXml" Target="../ink/ink1150.xml"/><Relationship Id="rId293" Type="http://schemas.openxmlformats.org/officeDocument/2006/relationships/image" Target="../media/image1261.png"/><Relationship Id="rId307" Type="http://schemas.openxmlformats.org/officeDocument/2006/relationships/image" Target="../media/image1268.png"/><Relationship Id="rId349" Type="http://schemas.openxmlformats.org/officeDocument/2006/relationships/customXml" Target="../ink/ink1303.xml"/><Relationship Id="rId88" Type="http://schemas.openxmlformats.org/officeDocument/2006/relationships/customXml" Target="../ink/ink1171.xml"/><Relationship Id="rId111" Type="http://schemas.openxmlformats.org/officeDocument/2006/relationships/image" Target="../media/image1172.png"/><Relationship Id="rId153" Type="http://schemas.openxmlformats.org/officeDocument/2006/relationships/image" Target="../media/image1192.png"/><Relationship Id="rId195" Type="http://schemas.openxmlformats.org/officeDocument/2006/relationships/image" Target="../media/image1212.png"/><Relationship Id="rId209" Type="http://schemas.openxmlformats.org/officeDocument/2006/relationships/image" Target="../media/image1219.png"/><Relationship Id="rId360" Type="http://schemas.openxmlformats.org/officeDocument/2006/relationships/image" Target="../media/image1294.png"/><Relationship Id="rId220" Type="http://schemas.openxmlformats.org/officeDocument/2006/relationships/customXml" Target="../ink/ink1238.xml"/><Relationship Id="rId15" Type="http://schemas.openxmlformats.org/officeDocument/2006/relationships/image" Target="../media/image1124.png"/><Relationship Id="rId57" Type="http://schemas.openxmlformats.org/officeDocument/2006/relationships/image" Target="../media/image1145.png"/><Relationship Id="rId262" Type="http://schemas.openxmlformats.org/officeDocument/2006/relationships/customXml" Target="../ink/ink1259.xml"/><Relationship Id="rId318" Type="http://schemas.openxmlformats.org/officeDocument/2006/relationships/image" Target="../media/image1273.png"/><Relationship Id="rId99" Type="http://schemas.openxmlformats.org/officeDocument/2006/relationships/image" Target="../media/image1166.png"/><Relationship Id="rId122" Type="http://schemas.openxmlformats.org/officeDocument/2006/relationships/customXml" Target="../ink/ink1188.xml"/><Relationship Id="rId164" Type="http://schemas.openxmlformats.org/officeDocument/2006/relationships/customXml" Target="../ink/ink1209.xml"/><Relationship Id="rId371" Type="http://schemas.openxmlformats.org/officeDocument/2006/relationships/customXml" Target="../ink/ink1314.xml"/><Relationship Id="rId26" Type="http://schemas.openxmlformats.org/officeDocument/2006/relationships/customXml" Target="../ink/ink1140.xml"/><Relationship Id="rId231" Type="http://schemas.openxmlformats.org/officeDocument/2006/relationships/image" Target="../media/image1230.png"/><Relationship Id="rId273" Type="http://schemas.openxmlformats.org/officeDocument/2006/relationships/image" Target="../media/image1251.png"/><Relationship Id="rId329" Type="http://schemas.openxmlformats.org/officeDocument/2006/relationships/customXml" Target="../ink/ink1293.xml"/><Relationship Id="rId68" Type="http://schemas.openxmlformats.org/officeDocument/2006/relationships/customXml" Target="../ink/ink1161.xml"/><Relationship Id="rId133" Type="http://schemas.openxmlformats.org/officeDocument/2006/relationships/image" Target="../media/image1183.png"/><Relationship Id="rId175" Type="http://schemas.openxmlformats.org/officeDocument/2006/relationships/customXml" Target="../ink/ink1215.xml"/><Relationship Id="rId340" Type="http://schemas.openxmlformats.org/officeDocument/2006/relationships/image" Target="../media/image1284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66.png"/><Relationship Id="rId21" Type="http://schemas.openxmlformats.org/officeDocument/2006/relationships/image" Target="../media/image1319.png"/><Relationship Id="rId63" Type="http://schemas.openxmlformats.org/officeDocument/2006/relationships/image" Target="../media/image1340.png"/><Relationship Id="rId159" Type="http://schemas.openxmlformats.org/officeDocument/2006/relationships/customXml" Target="../ink/ink1404.xml"/><Relationship Id="rId170" Type="http://schemas.openxmlformats.org/officeDocument/2006/relationships/image" Target="../media/image1392.png"/><Relationship Id="rId226" Type="http://schemas.openxmlformats.org/officeDocument/2006/relationships/customXml" Target="../ink/ink1438.xml"/><Relationship Id="rId268" Type="http://schemas.openxmlformats.org/officeDocument/2006/relationships/image" Target="../media/image1439.png"/><Relationship Id="rId32" Type="http://schemas.openxmlformats.org/officeDocument/2006/relationships/customXml" Target="../ink/ink1340.xml"/><Relationship Id="rId74" Type="http://schemas.openxmlformats.org/officeDocument/2006/relationships/customXml" Target="../ink/ink1361.xml"/><Relationship Id="rId128" Type="http://schemas.openxmlformats.org/officeDocument/2006/relationships/customXml" Target="../ink/ink1388.xml"/><Relationship Id="rId5" Type="http://schemas.openxmlformats.org/officeDocument/2006/relationships/image" Target="../media/image1311.png"/><Relationship Id="rId181" Type="http://schemas.openxmlformats.org/officeDocument/2006/relationships/image" Target="../media/image1397.png"/><Relationship Id="rId237" Type="http://schemas.openxmlformats.org/officeDocument/2006/relationships/image" Target="../media/image1424.png"/><Relationship Id="rId279" Type="http://schemas.openxmlformats.org/officeDocument/2006/relationships/customXml" Target="../ink/ink1465.xml"/><Relationship Id="rId22" Type="http://schemas.openxmlformats.org/officeDocument/2006/relationships/customXml" Target="../ink/ink1335.xml"/><Relationship Id="rId43" Type="http://schemas.openxmlformats.org/officeDocument/2006/relationships/image" Target="../media/image1330.png"/><Relationship Id="rId64" Type="http://schemas.openxmlformats.org/officeDocument/2006/relationships/customXml" Target="../ink/ink1356.xml"/><Relationship Id="rId118" Type="http://schemas.openxmlformats.org/officeDocument/2006/relationships/customXml" Target="../ink/ink1383.xml"/><Relationship Id="rId139" Type="http://schemas.openxmlformats.org/officeDocument/2006/relationships/image" Target="../media/image1377.png"/><Relationship Id="rId85" Type="http://schemas.openxmlformats.org/officeDocument/2006/relationships/image" Target="../media/image1351.png"/><Relationship Id="rId150" Type="http://schemas.openxmlformats.org/officeDocument/2006/relationships/image" Target="../media/image1382.png"/><Relationship Id="rId171" Type="http://schemas.openxmlformats.org/officeDocument/2006/relationships/customXml" Target="../ink/ink1410.xml"/><Relationship Id="rId192" Type="http://schemas.openxmlformats.org/officeDocument/2006/relationships/customXml" Target="../ink/ink1421.xml"/><Relationship Id="rId206" Type="http://schemas.openxmlformats.org/officeDocument/2006/relationships/customXml" Target="../ink/ink1428.xml"/><Relationship Id="rId227" Type="http://schemas.openxmlformats.org/officeDocument/2006/relationships/image" Target="../media/image1419.png"/><Relationship Id="rId248" Type="http://schemas.openxmlformats.org/officeDocument/2006/relationships/customXml" Target="../ink/ink1449.xml"/><Relationship Id="rId269" Type="http://schemas.openxmlformats.org/officeDocument/2006/relationships/customXml" Target="../ink/ink1460.xml"/><Relationship Id="rId12" Type="http://schemas.openxmlformats.org/officeDocument/2006/relationships/customXml" Target="../ink/ink1330.xml"/><Relationship Id="rId33" Type="http://schemas.openxmlformats.org/officeDocument/2006/relationships/image" Target="../media/image1325.png"/><Relationship Id="rId108" Type="http://schemas.openxmlformats.org/officeDocument/2006/relationships/customXml" Target="../ink/ink1378.xml"/><Relationship Id="rId129" Type="http://schemas.openxmlformats.org/officeDocument/2006/relationships/image" Target="../media/image1372.png"/><Relationship Id="rId280" Type="http://schemas.openxmlformats.org/officeDocument/2006/relationships/image" Target="../media/image1445.png"/><Relationship Id="rId54" Type="http://schemas.openxmlformats.org/officeDocument/2006/relationships/customXml" Target="../ink/ink1351.xml"/><Relationship Id="rId75" Type="http://schemas.openxmlformats.org/officeDocument/2006/relationships/image" Target="../media/image1346.png"/><Relationship Id="rId96" Type="http://schemas.openxmlformats.org/officeDocument/2006/relationships/customXml" Target="../ink/ink1372.xml"/><Relationship Id="rId140" Type="http://schemas.openxmlformats.org/officeDocument/2006/relationships/customXml" Target="../ink/ink1394.xml"/><Relationship Id="rId161" Type="http://schemas.openxmlformats.org/officeDocument/2006/relationships/customXml" Target="../ink/ink1405.xml"/><Relationship Id="rId182" Type="http://schemas.openxmlformats.org/officeDocument/2006/relationships/customXml" Target="../ink/ink1416.xml"/><Relationship Id="rId217" Type="http://schemas.openxmlformats.org/officeDocument/2006/relationships/image" Target="../media/image1414.png"/><Relationship Id="rId6" Type="http://schemas.openxmlformats.org/officeDocument/2006/relationships/customXml" Target="../ink/ink1327.xml"/><Relationship Id="rId238" Type="http://schemas.openxmlformats.org/officeDocument/2006/relationships/customXml" Target="../ink/ink1444.xml"/><Relationship Id="rId259" Type="http://schemas.openxmlformats.org/officeDocument/2006/relationships/image" Target="../media/image1435.png"/><Relationship Id="rId23" Type="http://schemas.openxmlformats.org/officeDocument/2006/relationships/image" Target="../media/image1320.png"/><Relationship Id="rId119" Type="http://schemas.openxmlformats.org/officeDocument/2006/relationships/image" Target="../media/image1367.png"/><Relationship Id="rId270" Type="http://schemas.openxmlformats.org/officeDocument/2006/relationships/image" Target="../media/image1440.png"/><Relationship Id="rId44" Type="http://schemas.openxmlformats.org/officeDocument/2006/relationships/customXml" Target="../ink/ink1346.xml"/><Relationship Id="rId65" Type="http://schemas.openxmlformats.org/officeDocument/2006/relationships/image" Target="../media/image1341.png"/><Relationship Id="rId86" Type="http://schemas.openxmlformats.org/officeDocument/2006/relationships/customXml" Target="../ink/ink1367.xml"/><Relationship Id="rId130" Type="http://schemas.openxmlformats.org/officeDocument/2006/relationships/customXml" Target="../ink/ink1389.xml"/><Relationship Id="rId151" Type="http://schemas.openxmlformats.org/officeDocument/2006/relationships/customXml" Target="../ink/ink1400.xml"/><Relationship Id="rId172" Type="http://schemas.openxmlformats.org/officeDocument/2006/relationships/image" Target="../media/image1393.png"/><Relationship Id="rId193" Type="http://schemas.openxmlformats.org/officeDocument/2006/relationships/image" Target="../media/image1403.png"/><Relationship Id="rId207" Type="http://schemas.openxmlformats.org/officeDocument/2006/relationships/image" Target="../media/image1409.png"/><Relationship Id="rId228" Type="http://schemas.openxmlformats.org/officeDocument/2006/relationships/customXml" Target="../ink/ink1439.xml"/><Relationship Id="rId249" Type="http://schemas.openxmlformats.org/officeDocument/2006/relationships/image" Target="../media/image1430.png"/><Relationship Id="rId13" Type="http://schemas.openxmlformats.org/officeDocument/2006/relationships/image" Target="../media/image1315.png"/><Relationship Id="rId109" Type="http://schemas.openxmlformats.org/officeDocument/2006/relationships/image" Target="../media/image1129.png"/><Relationship Id="rId260" Type="http://schemas.openxmlformats.org/officeDocument/2006/relationships/customXml" Target="../ink/ink1455.xml"/><Relationship Id="rId281" Type="http://schemas.openxmlformats.org/officeDocument/2006/relationships/customXml" Target="../ink/ink1466.xml"/><Relationship Id="rId34" Type="http://schemas.openxmlformats.org/officeDocument/2006/relationships/customXml" Target="../ink/ink1341.xml"/><Relationship Id="rId55" Type="http://schemas.openxmlformats.org/officeDocument/2006/relationships/image" Target="../media/image1336.png"/><Relationship Id="rId76" Type="http://schemas.openxmlformats.org/officeDocument/2006/relationships/customXml" Target="../ink/ink1362.xml"/><Relationship Id="rId97" Type="http://schemas.openxmlformats.org/officeDocument/2006/relationships/image" Target="../media/image1357.png"/><Relationship Id="rId120" Type="http://schemas.openxmlformats.org/officeDocument/2006/relationships/customXml" Target="../ink/ink1384.xml"/><Relationship Id="rId141" Type="http://schemas.openxmlformats.org/officeDocument/2006/relationships/image" Target="../media/image1378.png"/><Relationship Id="rId7" Type="http://schemas.openxmlformats.org/officeDocument/2006/relationships/image" Target="../media/image1312.png"/><Relationship Id="rId162" Type="http://schemas.openxmlformats.org/officeDocument/2006/relationships/image" Target="../media/image1388.png"/><Relationship Id="rId183" Type="http://schemas.openxmlformats.org/officeDocument/2006/relationships/image" Target="../media/image1398.png"/><Relationship Id="rId218" Type="http://schemas.openxmlformats.org/officeDocument/2006/relationships/customXml" Target="../ink/ink1434.xml"/><Relationship Id="rId239" Type="http://schemas.openxmlformats.org/officeDocument/2006/relationships/image" Target="../media/image1425.png"/><Relationship Id="rId250" Type="http://schemas.openxmlformats.org/officeDocument/2006/relationships/customXml" Target="../ink/ink1450.xml"/><Relationship Id="rId271" Type="http://schemas.openxmlformats.org/officeDocument/2006/relationships/customXml" Target="../ink/ink1461.xml"/><Relationship Id="rId24" Type="http://schemas.openxmlformats.org/officeDocument/2006/relationships/customXml" Target="../ink/ink1336.xml"/><Relationship Id="rId45" Type="http://schemas.openxmlformats.org/officeDocument/2006/relationships/image" Target="../media/image1331.png"/><Relationship Id="rId66" Type="http://schemas.openxmlformats.org/officeDocument/2006/relationships/customXml" Target="../ink/ink1357.xml"/><Relationship Id="rId87" Type="http://schemas.openxmlformats.org/officeDocument/2006/relationships/image" Target="../media/image1352.png"/><Relationship Id="rId110" Type="http://schemas.openxmlformats.org/officeDocument/2006/relationships/customXml" Target="../ink/ink1379.xml"/><Relationship Id="rId131" Type="http://schemas.openxmlformats.org/officeDocument/2006/relationships/image" Target="../media/image1373.png"/><Relationship Id="rId152" Type="http://schemas.openxmlformats.org/officeDocument/2006/relationships/image" Target="../media/image1383.png"/><Relationship Id="rId173" Type="http://schemas.openxmlformats.org/officeDocument/2006/relationships/customXml" Target="../ink/ink1411.xml"/><Relationship Id="rId194" Type="http://schemas.openxmlformats.org/officeDocument/2006/relationships/customXml" Target="../ink/ink1422.xml"/><Relationship Id="rId208" Type="http://schemas.openxmlformats.org/officeDocument/2006/relationships/customXml" Target="../ink/ink1429.xml"/><Relationship Id="rId229" Type="http://schemas.openxmlformats.org/officeDocument/2006/relationships/image" Target="../media/image1420.png"/><Relationship Id="rId240" Type="http://schemas.openxmlformats.org/officeDocument/2006/relationships/customXml" Target="../ink/ink1445.xml"/><Relationship Id="rId261" Type="http://schemas.openxmlformats.org/officeDocument/2006/relationships/image" Target="../media/image1436.png"/><Relationship Id="rId14" Type="http://schemas.openxmlformats.org/officeDocument/2006/relationships/customXml" Target="../ink/ink1331.xml"/><Relationship Id="rId35" Type="http://schemas.openxmlformats.org/officeDocument/2006/relationships/image" Target="../media/image1326.png"/><Relationship Id="rId56" Type="http://schemas.openxmlformats.org/officeDocument/2006/relationships/customXml" Target="../ink/ink1352.xml"/><Relationship Id="rId77" Type="http://schemas.openxmlformats.org/officeDocument/2006/relationships/image" Target="../media/image1347.png"/><Relationship Id="rId100" Type="http://schemas.openxmlformats.org/officeDocument/2006/relationships/customXml" Target="../ink/ink1374.xml"/><Relationship Id="rId282" Type="http://schemas.openxmlformats.org/officeDocument/2006/relationships/image" Target="../media/image1446.png"/><Relationship Id="rId8" Type="http://schemas.openxmlformats.org/officeDocument/2006/relationships/customXml" Target="../ink/ink1328.xml"/><Relationship Id="rId98" Type="http://schemas.openxmlformats.org/officeDocument/2006/relationships/customXml" Target="../ink/ink1373.xml"/><Relationship Id="rId121" Type="http://schemas.openxmlformats.org/officeDocument/2006/relationships/image" Target="../media/image1368.png"/><Relationship Id="rId142" Type="http://schemas.openxmlformats.org/officeDocument/2006/relationships/customXml" Target="../ink/ink1395.xml"/><Relationship Id="rId163" Type="http://schemas.openxmlformats.org/officeDocument/2006/relationships/customXml" Target="../ink/ink1406.xml"/><Relationship Id="rId184" Type="http://schemas.openxmlformats.org/officeDocument/2006/relationships/customXml" Target="../ink/ink1417.xml"/><Relationship Id="rId219" Type="http://schemas.openxmlformats.org/officeDocument/2006/relationships/image" Target="../media/image1415.png"/><Relationship Id="rId230" Type="http://schemas.openxmlformats.org/officeDocument/2006/relationships/customXml" Target="../ink/ink1440.xml"/><Relationship Id="rId251" Type="http://schemas.openxmlformats.org/officeDocument/2006/relationships/image" Target="../media/image1431.png"/><Relationship Id="rId25" Type="http://schemas.openxmlformats.org/officeDocument/2006/relationships/image" Target="../media/image1321.png"/><Relationship Id="rId46" Type="http://schemas.openxmlformats.org/officeDocument/2006/relationships/customXml" Target="../ink/ink1347.xml"/><Relationship Id="rId67" Type="http://schemas.openxmlformats.org/officeDocument/2006/relationships/image" Target="../media/image1342.png"/><Relationship Id="rId272" Type="http://schemas.openxmlformats.org/officeDocument/2006/relationships/image" Target="../media/image1441.png"/><Relationship Id="rId88" Type="http://schemas.openxmlformats.org/officeDocument/2006/relationships/customXml" Target="../ink/ink1368.xml"/><Relationship Id="rId111" Type="http://schemas.openxmlformats.org/officeDocument/2006/relationships/image" Target="../media/image1363.png"/><Relationship Id="rId132" Type="http://schemas.openxmlformats.org/officeDocument/2006/relationships/customXml" Target="../ink/ink1390.xml"/><Relationship Id="rId153" Type="http://schemas.openxmlformats.org/officeDocument/2006/relationships/customXml" Target="../ink/ink1401.xml"/><Relationship Id="rId174" Type="http://schemas.openxmlformats.org/officeDocument/2006/relationships/image" Target="../media/image1394.png"/><Relationship Id="rId195" Type="http://schemas.openxmlformats.org/officeDocument/2006/relationships/image" Target="../media/image1404.png"/><Relationship Id="rId209" Type="http://schemas.openxmlformats.org/officeDocument/2006/relationships/image" Target="../media/image1410.png"/><Relationship Id="rId220" Type="http://schemas.openxmlformats.org/officeDocument/2006/relationships/customXml" Target="../ink/ink1435.xml"/><Relationship Id="rId241" Type="http://schemas.openxmlformats.org/officeDocument/2006/relationships/image" Target="../media/image1426.png"/><Relationship Id="rId15" Type="http://schemas.openxmlformats.org/officeDocument/2006/relationships/image" Target="../media/image1316.png"/><Relationship Id="rId36" Type="http://schemas.openxmlformats.org/officeDocument/2006/relationships/customXml" Target="../ink/ink1342.xml"/><Relationship Id="rId57" Type="http://schemas.openxmlformats.org/officeDocument/2006/relationships/image" Target="../media/image1337.png"/><Relationship Id="rId262" Type="http://schemas.openxmlformats.org/officeDocument/2006/relationships/customXml" Target="../ink/ink1456.xml"/><Relationship Id="rId78" Type="http://schemas.openxmlformats.org/officeDocument/2006/relationships/customXml" Target="../ink/ink1363.xml"/><Relationship Id="rId99" Type="http://schemas.openxmlformats.org/officeDocument/2006/relationships/image" Target="../media/image1358.png"/><Relationship Id="rId101" Type="http://schemas.openxmlformats.org/officeDocument/2006/relationships/image" Target="../media/image1359.png"/><Relationship Id="rId122" Type="http://schemas.openxmlformats.org/officeDocument/2006/relationships/customXml" Target="../ink/ink1385.xml"/><Relationship Id="rId143" Type="http://schemas.openxmlformats.org/officeDocument/2006/relationships/image" Target="../media/image1379.png"/><Relationship Id="rId164" Type="http://schemas.openxmlformats.org/officeDocument/2006/relationships/image" Target="../media/image1389.png"/><Relationship Id="rId185" Type="http://schemas.openxmlformats.org/officeDocument/2006/relationships/image" Target="../media/image1399.png"/><Relationship Id="rId9" Type="http://schemas.openxmlformats.org/officeDocument/2006/relationships/image" Target="../media/image1313.png"/><Relationship Id="rId210" Type="http://schemas.openxmlformats.org/officeDocument/2006/relationships/customXml" Target="../ink/ink1430.xml"/><Relationship Id="rId26" Type="http://schemas.openxmlformats.org/officeDocument/2006/relationships/customXml" Target="../ink/ink1337.xml"/><Relationship Id="rId231" Type="http://schemas.openxmlformats.org/officeDocument/2006/relationships/image" Target="../media/image1421.png"/><Relationship Id="rId252" Type="http://schemas.openxmlformats.org/officeDocument/2006/relationships/customXml" Target="../ink/ink1451.xml"/><Relationship Id="rId273" Type="http://schemas.openxmlformats.org/officeDocument/2006/relationships/customXml" Target="../ink/ink1462.xml"/><Relationship Id="rId47" Type="http://schemas.openxmlformats.org/officeDocument/2006/relationships/image" Target="../media/image1332.png"/><Relationship Id="rId68" Type="http://schemas.openxmlformats.org/officeDocument/2006/relationships/customXml" Target="../ink/ink1358.xml"/><Relationship Id="rId89" Type="http://schemas.openxmlformats.org/officeDocument/2006/relationships/image" Target="../media/image1353.png"/><Relationship Id="rId112" Type="http://schemas.openxmlformats.org/officeDocument/2006/relationships/customXml" Target="../ink/ink1380.xml"/><Relationship Id="rId133" Type="http://schemas.openxmlformats.org/officeDocument/2006/relationships/image" Target="../media/image1374.png"/><Relationship Id="rId154" Type="http://schemas.openxmlformats.org/officeDocument/2006/relationships/image" Target="../media/image1384.png"/><Relationship Id="rId175" Type="http://schemas.openxmlformats.org/officeDocument/2006/relationships/customXml" Target="../ink/ink1412.xml"/><Relationship Id="rId196" Type="http://schemas.openxmlformats.org/officeDocument/2006/relationships/customXml" Target="../ink/ink1423.xml"/><Relationship Id="rId200" Type="http://schemas.openxmlformats.org/officeDocument/2006/relationships/customXml" Target="../ink/ink1425.xml"/><Relationship Id="rId16" Type="http://schemas.openxmlformats.org/officeDocument/2006/relationships/customXml" Target="../ink/ink1332.xml"/><Relationship Id="rId221" Type="http://schemas.openxmlformats.org/officeDocument/2006/relationships/image" Target="../media/image1416.png"/><Relationship Id="rId242" Type="http://schemas.openxmlformats.org/officeDocument/2006/relationships/customXml" Target="../ink/ink1446.xml"/><Relationship Id="rId263" Type="http://schemas.openxmlformats.org/officeDocument/2006/relationships/image" Target="../media/image1437.png"/><Relationship Id="rId37" Type="http://schemas.openxmlformats.org/officeDocument/2006/relationships/image" Target="../media/image1327.png"/><Relationship Id="rId58" Type="http://schemas.openxmlformats.org/officeDocument/2006/relationships/customXml" Target="../ink/ink1353.xml"/><Relationship Id="rId79" Type="http://schemas.openxmlformats.org/officeDocument/2006/relationships/image" Target="../media/image1348.png"/><Relationship Id="rId102" Type="http://schemas.openxmlformats.org/officeDocument/2006/relationships/customXml" Target="../ink/ink1375.xml"/><Relationship Id="rId123" Type="http://schemas.openxmlformats.org/officeDocument/2006/relationships/image" Target="../media/image1369.png"/><Relationship Id="rId144" Type="http://schemas.openxmlformats.org/officeDocument/2006/relationships/customXml" Target="../ink/ink1396.xml"/><Relationship Id="rId90" Type="http://schemas.openxmlformats.org/officeDocument/2006/relationships/customXml" Target="../ink/ink1369.xml"/><Relationship Id="rId165" Type="http://schemas.openxmlformats.org/officeDocument/2006/relationships/customXml" Target="../ink/ink1407.xml"/><Relationship Id="rId186" Type="http://schemas.openxmlformats.org/officeDocument/2006/relationships/customXml" Target="../ink/ink1418.xml"/><Relationship Id="rId211" Type="http://schemas.openxmlformats.org/officeDocument/2006/relationships/image" Target="../media/image1411.png"/><Relationship Id="rId232" Type="http://schemas.openxmlformats.org/officeDocument/2006/relationships/customXml" Target="../ink/ink1441.xml"/><Relationship Id="rId253" Type="http://schemas.openxmlformats.org/officeDocument/2006/relationships/image" Target="../media/image1432.png"/><Relationship Id="rId274" Type="http://schemas.openxmlformats.org/officeDocument/2006/relationships/image" Target="../media/image1442.png"/><Relationship Id="rId27" Type="http://schemas.openxmlformats.org/officeDocument/2006/relationships/image" Target="../media/image1322.png"/><Relationship Id="rId48" Type="http://schemas.openxmlformats.org/officeDocument/2006/relationships/customXml" Target="../ink/ink1348.xml"/><Relationship Id="rId69" Type="http://schemas.openxmlformats.org/officeDocument/2006/relationships/image" Target="../media/image1343.png"/><Relationship Id="rId113" Type="http://schemas.openxmlformats.org/officeDocument/2006/relationships/image" Target="../media/image1364.png"/><Relationship Id="rId134" Type="http://schemas.openxmlformats.org/officeDocument/2006/relationships/customXml" Target="../ink/ink1391.xml"/><Relationship Id="rId80" Type="http://schemas.openxmlformats.org/officeDocument/2006/relationships/customXml" Target="../ink/ink1364.xml"/><Relationship Id="rId155" Type="http://schemas.openxmlformats.org/officeDocument/2006/relationships/customXml" Target="../ink/ink1402.xml"/><Relationship Id="rId176" Type="http://schemas.openxmlformats.org/officeDocument/2006/relationships/customXml" Target="../ink/ink1413.xml"/><Relationship Id="rId197" Type="http://schemas.openxmlformats.org/officeDocument/2006/relationships/image" Target="../media/image1405.png"/><Relationship Id="rId201" Type="http://schemas.openxmlformats.org/officeDocument/2006/relationships/image" Target="../media/image1407.png"/><Relationship Id="rId222" Type="http://schemas.openxmlformats.org/officeDocument/2006/relationships/customXml" Target="../ink/ink1436.xml"/><Relationship Id="rId243" Type="http://schemas.openxmlformats.org/officeDocument/2006/relationships/image" Target="../media/image1427.png"/><Relationship Id="rId264" Type="http://schemas.openxmlformats.org/officeDocument/2006/relationships/customXml" Target="../ink/ink1457.xml"/><Relationship Id="rId17" Type="http://schemas.openxmlformats.org/officeDocument/2006/relationships/image" Target="../media/image1317.png"/><Relationship Id="rId38" Type="http://schemas.openxmlformats.org/officeDocument/2006/relationships/customXml" Target="../ink/ink1343.xml"/><Relationship Id="rId59" Type="http://schemas.openxmlformats.org/officeDocument/2006/relationships/image" Target="../media/image1338.png"/><Relationship Id="rId103" Type="http://schemas.openxmlformats.org/officeDocument/2006/relationships/image" Target="../media/image1360.png"/><Relationship Id="rId124" Type="http://schemas.openxmlformats.org/officeDocument/2006/relationships/customXml" Target="../ink/ink1386.xml"/><Relationship Id="rId70" Type="http://schemas.openxmlformats.org/officeDocument/2006/relationships/customXml" Target="../ink/ink1359.xml"/><Relationship Id="rId91" Type="http://schemas.openxmlformats.org/officeDocument/2006/relationships/image" Target="../media/image1354.png"/><Relationship Id="rId145" Type="http://schemas.openxmlformats.org/officeDocument/2006/relationships/customXml" Target="../ink/ink1397.xml"/><Relationship Id="rId166" Type="http://schemas.openxmlformats.org/officeDocument/2006/relationships/image" Target="../media/image1390.png"/><Relationship Id="rId187" Type="http://schemas.openxmlformats.org/officeDocument/2006/relationships/image" Target="../media/image14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31.xml"/><Relationship Id="rId233" Type="http://schemas.openxmlformats.org/officeDocument/2006/relationships/image" Target="../media/image1422.png"/><Relationship Id="rId254" Type="http://schemas.openxmlformats.org/officeDocument/2006/relationships/customXml" Target="../ink/ink1452.xml"/><Relationship Id="rId28" Type="http://schemas.openxmlformats.org/officeDocument/2006/relationships/customXml" Target="../ink/ink1338.xml"/><Relationship Id="rId49" Type="http://schemas.openxmlformats.org/officeDocument/2006/relationships/image" Target="../media/image1333.png"/><Relationship Id="rId114" Type="http://schemas.openxmlformats.org/officeDocument/2006/relationships/customXml" Target="../ink/ink1381.xml"/><Relationship Id="rId275" Type="http://schemas.openxmlformats.org/officeDocument/2006/relationships/customXml" Target="../ink/ink1463.xml"/><Relationship Id="rId60" Type="http://schemas.openxmlformats.org/officeDocument/2006/relationships/customXml" Target="../ink/ink1354.xml"/><Relationship Id="rId81" Type="http://schemas.openxmlformats.org/officeDocument/2006/relationships/image" Target="../media/image1349.png"/><Relationship Id="rId135" Type="http://schemas.openxmlformats.org/officeDocument/2006/relationships/image" Target="../media/image1375.png"/><Relationship Id="rId156" Type="http://schemas.openxmlformats.org/officeDocument/2006/relationships/image" Target="../media/image1385.png"/><Relationship Id="rId177" Type="http://schemas.openxmlformats.org/officeDocument/2006/relationships/image" Target="../media/image1395.png"/><Relationship Id="rId198" Type="http://schemas.openxmlformats.org/officeDocument/2006/relationships/customXml" Target="../ink/ink1424.xml"/><Relationship Id="rId202" Type="http://schemas.openxmlformats.org/officeDocument/2006/relationships/customXml" Target="../ink/ink1426.xml"/><Relationship Id="rId223" Type="http://schemas.openxmlformats.org/officeDocument/2006/relationships/image" Target="../media/image1417.png"/><Relationship Id="rId244" Type="http://schemas.openxmlformats.org/officeDocument/2006/relationships/customXml" Target="../ink/ink1447.xml"/><Relationship Id="rId18" Type="http://schemas.openxmlformats.org/officeDocument/2006/relationships/customXml" Target="../ink/ink1333.xml"/><Relationship Id="rId39" Type="http://schemas.openxmlformats.org/officeDocument/2006/relationships/image" Target="../media/image1328.png"/><Relationship Id="rId265" Type="http://schemas.openxmlformats.org/officeDocument/2006/relationships/customXml" Target="../ink/ink1458.xml"/><Relationship Id="rId50" Type="http://schemas.openxmlformats.org/officeDocument/2006/relationships/customXml" Target="../ink/ink1349.xml"/><Relationship Id="rId104" Type="http://schemas.openxmlformats.org/officeDocument/2006/relationships/customXml" Target="../ink/ink1376.xml"/><Relationship Id="rId125" Type="http://schemas.openxmlformats.org/officeDocument/2006/relationships/image" Target="../media/image1370.png"/><Relationship Id="rId146" Type="http://schemas.openxmlformats.org/officeDocument/2006/relationships/image" Target="../media/image1380.png"/><Relationship Id="rId167" Type="http://schemas.openxmlformats.org/officeDocument/2006/relationships/customXml" Target="../ink/ink1408.xml"/><Relationship Id="rId188" Type="http://schemas.openxmlformats.org/officeDocument/2006/relationships/customXml" Target="../ink/ink1419.xml"/><Relationship Id="rId71" Type="http://schemas.openxmlformats.org/officeDocument/2006/relationships/image" Target="../media/image1344.png"/><Relationship Id="rId92" Type="http://schemas.openxmlformats.org/officeDocument/2006/relationships/customXml" Target="../ink/ink1370.xml"/><Relationship Id="rId213" Type="http://schemas.openxmlformats.org/officeDocument/2006/relationships/image" Target="../media/image1412.png"/><Relationship Id="rId234" Type="http://schemas.openxmlformats.org/officeDocument/2006/relationships/customXml" Target="../ink/ink1442.xml"/><Relationship Id="rId2" Type="http://schemas.openxmlformats.org/officeDocument/2006/relationships/customXml" Target="../ink/ink1325.xml"/><Relationship Id="rId29" Type="http://schemas.openxmlformats.org/officeDocument/2006/relationships/image" Target="../media/image1323.png"/><Relationship Id="rId255" Type="http://schemas.openxmlformats.org/officeDocument/2006/relationships/image" Target="../media/image1433.png"/><Relationship Id="rId276" Type="http://schemas.openxmlformats.org/officeDocument/2006/relationships/image" Target="../media/image1443.png"/><Relationship Id="rId40" Type="http://schemas.openxmlformats.org/officeDocument/2006/relationships/customXml" Target="../ink/ink1344.xml"/><Relationship Id="rId115" Type="http://schemas.openxmlformats.org/officeDocument/2006/relationships/image" Target="../media/image1365.png"/><Relationship Id="rId136" Type="http://schemas.openxmlformats.org/officeDocument/2006/relationships/customXml" Target="../ink/ink1392.xml"/><Relationship Id="rId157" Type="http://schemas.openxmlformats.org/officeDocument/2006/relationships/customXml" Target="../ink/ink1403.xml"/><Relationship Id="rId178" Type="http://schemas.openxmlformats.org/officeDocument/2006/relationships/customXml" Target="../ink/ink1414.xml"/><Relationship Id="rId61" Type="http://schemas.openxmlformats.org/officeDocument/2006/relationships/image" Target="../media/image1339.png"/><Relationship Id="rId82" Type="http://schemas.openxmlformats.org/officeDocument/2006/relationships/customXml" Target="../ink/ink1365.xml"/><Relationship Id="rId199" Type="http://schemas.openxmlformats.org/officeDocument/2006/relationships/image" Target="../media/image1406.png"/><Relationship Id="rId203" Type="http://schemas.openxmlformats.org/officeDocument/2006/relationships/image" Target="../media/image1114.png"/><Relationship Id="rId19" Type="http://schemas.openxmlformats.org/officeDocument/2006/relationships/image" Target="../media/image1318.png"/><Relationship Id="rId224" Type="http://schemas.openxmlformats.org/officeDocument/2006/relationships/customXml" Target="../ink/ink1437.xml"/><Relationship Id="rId245" Type="http://schemas.openxmlformats.org/officeDocument/2006/relationships/image" Target="../media/image1428.png"/><Relationship Id="rId266" Type="http://schemas.openxmlformats.org/officeDocument/2006/relationships/image" Target="../media/image1438.png"/><Relationship Id="rId30" Type="http://schemas.openxmlformats.org/officeDocument/2006/relationships/customXml" Target="../ink/ink1339.xml"/><Relationship Id="rId105" Type="http://schemas.openxmlformats.org/officeDocument/2006/relationships/image" Target="../media/image1361.png"/><Relationship Id="rId126" Type="http://schemas.openxmlformats.org/officeDocument/2006/relationships/customXml" Target="../ink/ink1387.xml"/><Relationship Id="rId147" Type="http://schemas.openxmlformats.org/officeDocument/2006/relationships/customXml" Target="../ink/ink1398.xml"/><Relationship Id="rId168" Type="http://schemas.openxmlformats.org/officeDocument/2006/relationships/image" Target="../media/image1391.png"/><Relationship Id="rId51" Type="http://schemas.openxmlformats.org/officeDocument/2006/relationships/image" Target="../media/image1334.png"/><Relationship Id="rId72" Type="http://schemas.openxmlformats.org/officeDocument/2006/relationships/customXml" Target="../ink/ink1360.xml"/><Relationship Id="rId93" Type="http://schemas.openxmlformats.org/officeDocument/2006/relationships/image" Target="../media/image1355.png"/><Relationship Id="rId189" Type="http://schemas.openxmlformats.org/officeDocument/2006/relationships/image" Target="../media/image1401.png"/><Relationship Id="rId3" Type="http://schemas.openxmlformats.org/officeDocument/2006/relationships/image" Target="../media/image1310.png"/><Relationship Id="rId214" Type="http://schemas.openxmlformats.org/officeDocument/2006/relationships/customXml" Target="../ink/ink1432.xml"/><Relationship Id="rId235" Type="http://schemas.openxmlformats.org/officeDocument/2006/relationships/image" Target="../media/image1423.png"/><Relationship Id="rId256" Type="http://schemas.openxmlformats.org/officeDocument/2006/relationships/customXml" Target="../ink/ink1453.xml"/><Relationship Id="rId277" Type="http://schemas.openxmlformats.org/officeDocument/2006/relationships/customXml" Target="../ink/ink1464.xml"/><Relationship Id="rId116" Type="http://schemas.openxmlformats.org/officeDocument/2006/relationships/customXml" Target="../ink/ink1382.xml"/><Relationship Id="rId137" Type="http://schemas.openxmlformats.org/officeDocument/2006/relationships/image" Target="../media/image1376.png"/><Relationship Id="rId158" Type="http://schemas.openxmlformats.org/officeDocument/2006/relationships/image" Target="../media/image1386.png"/><Relationship Id="rId20" Type="http://schemas.openxmlformats.org/officeDocument/2006/relationships/customXml" Target="../ink/ink1334.xml"/><Relationship Id="rId41" Type="http://schemas.openxmlformats.org/officeDocument/2006/relationships/image" Target="../media/image1329.png"/><Relationship Id="rId62" Type="http://schemas.openxmlformats.org/officeDocument/2006/relationships/customXml" Target="../ink/ink1355.xml"/><Relationship Id="rId83" Type="http://schemas.openxmlformats.org/officeDocument/2006/relationships/image" Target="../media/image1350.png"/><Relationship Id="rId179" Type="http://schemas.openxmlformats.org/officeDocument/2006/relationships/image" Target="../media/image1396.png"/><Relationship Id="rId190" Type="http://schemas.openxmlformats.org/officeDocument/2006/relationships/customXml" Target="../ink/ink1420.xml"/><Relationship Id="rId204" Type="http://schemas.openxmlformats.org/officeDocument/2006/relationships/customXml" Target="../ink/ink1427.xml"/><Relationship Id="rId225" Type="http://schemas.openxmlformats.org/officeDocument/2006/relationships/image" Target="../media/image1418.png"/><Relationship Id="rId246" Type="http://schemas.openxmlformats.org/officeDocument/2006/relationships/customXml" Target="../ink/ink1448.xml"/><Relationship Id="rId267" Type="http://schemas.openxmlformats.org/officeDocument/2006/relationships/customXml" Target="../ink/ink1459.xml"/><Relationship Id="rId106" Type="http://schemas.openxmlformats.org/officeDocument/2006/relationships/customXml" Target="../ink/ink1377.xml"/><Relationship Id="rId127" Type="http://schemas.openxmlformats.org/officeDocument/2006/relationships/image" Target="../media/image1371.png"/><Relationship Id="rId10" Type="http://schemas.openxmlformats.org/officeDocument/2006/relationships/customXml" Target="../ink/ink1329.xml"/><Relationship Id="rId31" Type="http://schemas.openxmlformats.org/officeDocument/2006/relationships/image" Target="../media/image1324.png"/><Relationship Id="rId52" Type="http://schemas.openxmlformats.org/officeDocument/2006/relationships/customXml" Target="../ink/ink1350.xml"/><Relationship Id="rId73" Type="http://schemas.openxmlformats.org/officeDocument/2006/relationships/image" Target="../media/image1345.png"/><Relationship Id="rId94" Type="http://schemas.openxmlformats.org/officeDocument/2006/relationships/customXml" Target="../ink/ink1371.xml"/><Relationship Id="rId148" Type="http://schemas.openxmlformats.org/officeDocument/2006/relationships/image" Target="../media/image1381.png"/><Relationship Id="rId169" Type="http://schemas.openxmlformats.org/officeDocument/2006/relationships/customXml" Target="../ink/ink1409.xml"/><Relationship Id="rId4" Type="http://schemas.openxmlformats.org/officeDocument/2006/relationships/customXml" Target="../ink/ink1326.xml"/><Relationship Id="rId180" Type="http://schemas.openxmlformats.org/officeDocument/2006/relationships/customXml" Target="../ink/ink1415.xml"/><Relationship Id="rId215" Type="http://schemas.openxmlformats.org/officeDocument/2006/relationships/image" Target="../media/image1413.png"/><Relationship Id="rId236" Type="http://schemas.openxmlformats.org/officeDocument/2006/relationships/customXml" Target="../ink/ink1443.xml"/><Relationship Id="rId257" Type="http://schemas.openxmlformats.org/officeDocument/2006/relationships/image" Target="../media/image1434.png"/><Relationship Id="rId278" Type="http://schemas.openxmlformats.org/officeDocument/2006/relationships/image" Target="../media/image1444.png"/><Relationship Id="rId42" Type="http://schemas.openxmlformats.org/officeDocument/2006/relationships/customXml" Target="../ink/ink1345.xml"/><Relationship Id="rId84" Type="http://schemas.openxmlformats.org/officeDocument/2006/relationships/customXml" Target="../ink/ink1366.xml"/><Relationship Id="rId138" Type="http://schemas.openxmlformats.org/officeDocument/2006/relationships/customXml" Target="../ink/ink1393.xml"/><Relationship Id="rId191" Type="http://schemas.openxmlformats.org/officeDocument/2006/relationships/image" Target="../media/image1402.png"/><Relationship Id="rId205" Type="http://schemas.openxmlformats.org/officeDocument/2006/relationships/image" Target="../media/image1408.png"/><Relationship Id="rId247" Type="http://schemas.openxmlformats.org/officeDocument/2006/relationships/image" Target="../media/image1429.png"/><Relationship Id="rId107" Type="http://schemas.openxmlformats.org/officeDocument/2006/relationships/image" Target="../media/image1362.png"/><Relationship Id="rId11" Type="http://schemas.openxmlformats.org/officeDocument/2006/relationships/image" Target="../media/image1314.png"/><Relationship Id="rId53" Type="http://schemas.openxmlformats.org/officeDocument/2006/relationships/image" Target="../media/image1335.png"/><Relationship Id="rId149" Type="http://schemas.openxmlformats.org/officeDocument/2006/relationships/customXml" Target="../ink/ink1399.xml"/><Relationship Id="rId95" Type="http://schemas.openxmlformats.org/officeDocument/2006/relationships/image" Target="../media/image1356.png"/><Relationship Id="rId160" Type="http://schemas.openxmlformats.org/officeDocument/2006/relationships/image" Target="../media/image1387.png"/><Relationship Id="rId216" Type="http://schemas.openxmlformats.org/officeDocument/2006/relationships/customXml" Target="../ink/ink1433.xml"/><Relationship Id="rId258" Type="http://schemas.openxmlformats.org/officeDocument/2006/relationships/customXml" Target="../ink/ink14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166D-0032-2A5A-A75C-8B5EA1FAC0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VOLTMETER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63FDD-6A61-78EE-4163-631F6BA091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7 September 2022</a:t>
            </a:r>
          </a:p>
        </p:txBody>
      </p:sp>
    </p:spTree>
    <p:extLst>
      <p:ext uri="{BB962C8B-B14F-4D97-AF65-F5344CB8AC3E}">
        <p14:creationId xmlns:p14="http://schemas.microsoft.com/office/powerpoint/2010/main" val="36191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CFF574-2C86-1C79-39B2-7572CC0861C1}"/>
                  </a:ext>
                </a:extLst>
              </p14:cNvPr>
              <p14:cNvContentPartPr/>
              <p14:nvPr/>
            </p14:nvContentPartPr>
            <p14:xfrm>
              <a:off x="-1698637" y="1805150"/>
              <a:ext cx="21600" cy="56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CFF574-2C86-1C79-39B2-7572CC0861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707637" y="1796150"/>
                <a:ext cx="3924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A7B2601-CD9B-87FC-9E48-34E05A172F02}"/>
              </a:ext>
            </a:extLst>
          </p:cNvPr>
          <p:cNvGrpSpPr/>
          <p:nvPr/>
        </p:nvGrpSpPr>
        <p:grpSpPr>
          <a:xfrm>
            <a:off x="504563" y="305750"/>
            <a:ext cx="1766880" cy="542880"/>
            <a:chOff x="504563" y="305750"/>
            <a:chExt cx="1766880" cy="54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7B5A95-6EC7-4440-B09E-F66FF3456F62}"/>
                    </a:ext>
                  </a:extLst>
                </p14:cNvPr>
                <p14:cNvContentPartPr/>
                <p14:nvPr/>
              </p14:nvContentPartPr>
              <p14:xfrm>
                <a:off x="504563" y="305750"/>
                <a:ext cx="338040" cy="542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7B5A95-6EC7-4440-B09E-F66FF3456F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5563" y="296750"/>
                  <a:ext cx="35568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CFD673-C0F9-5DEE-2386-3A09091ED628}"/>
                    </a:ext>
                  </a:extLst>
                </p14:cNvPr>
                <p14:cNvContentPartPr/>
                <p14:nvPr/>
              </p14:nvContentPartPr>
              <p14:xfrm>
                <a:off x="843323" y="637670"/>
                <a:ext cx="118440" cy="19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CFD673-C0F9-5DEE-2386-3A09091ED6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323" y="628670"/>
                  <a:ext cx="136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DB0D756-06A5-20B3-003E-089C09992FD1}"/>
                    </a:ext>
                  </a:extLst>
                </p14:cNvPr>
                <p14:cNvContentPartPr/>
                <p14:nvPr/>
              </p14:nvContentPartPr>
              <p14:xfrm>
                <a:off x="1025483" y="442550"/>
                <a:ext cx="34200" cy="359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DB0D756-06A5-20B3-003E-089C09992F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6843" y="433550"/>
                  <a:ext cx="518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F1BEDC-6B49-E6E2-66F6-CD3630880754}"/>
                    </a:ext>
                  </a:extLst>
                </p14:cNvPr>
                <p14:cNvContentPartPr/>
                <p14:nvPr/>
              </p14:nvContentPartPr>
              <p14:xfrm>
                <a:off x="1148603" y="397190"/>
                <a:ext cx="46080" cy="405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F1BEDC-6B49-E6E2-66F6-CD36308807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39603" y="388550"/>
                  <a:ext cx="637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AEDE68-8C84-CE74-CE7F-384F6DA41361}"/>
                    </a:ext>
                  </a:extLst>
                </p14:cNvPr>
                <p14:cNvContentPartPr/>
                <p14:nvPr/>
              </p14:nvContentPartPr>
              <p14:xfrm>
                <a:off x="1099643" y="630110"/>
                <a:ext cx="163440" cy="8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AEDE68-8C84-CE74-CE7F-384F6DA4136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90643" y="621110"/>
                  <a:ext cx="181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E9CBED-D9FB-9C26-10C2-D7B8601FA682}"/>
                    </a:ext>
                  </a:extLst>
                </p14:cNvPr>
                <p14:cNvContentPartPr/>
                <p14:nvPr/>
              </p14:nvContentPartPr>
              <p14:xfrm>
                <a:off x="1281083" y="597710"/>
                <a:ext cx="235440" cy="216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E9CBED-D9FB-9C26-10C2-D7B8601FA6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2443" y="589070"/>
                  <a:ext cx="2530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45F8FE-594D-E2A6-2C7F-DAB600EDA01E}"/>
                    </a:ext>
                  </a:extLst>
                </p14:cNvPr>
                <p14:cNvContentPartPr/>
                <p14:nvPr/>
              </p14:nvContentPartPr>
              <p14:xfrm>
                <a:off x="1573403" y="627590"/>
                <a:ext cx="186840" cy="204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45F8FE-594D-E2A6-2C7F-DAB600EDA0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64403" y="618590"/>
                  <a:ext cx="204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5B7E175-D3DB-11D8-76E4-5FDE498B9197}"/>
                    </a:ext>
                  </a:extLst>
                </p14:cNvPr>
                <p14:cNvContentPartPr/>
                <p14:nvPr/>
              </p14:nvContentPartPr>
              <p14:xfrm>
                <a:off x="1796243" y="399350"/>
                <a:ext cx="30240" cy="354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5B7E175-D3DB-11D8-76E4-5FDE498B919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87603" y="390710"/>
                  <a:ext cx="47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849F81-34AE-D135-90C9-3A5BF389576E}"/>
                    </a:ext>
                  </a:extLst>
                </p14:cNvPr>
                <p14:cNvContentPartPr/>
                <p14:nvPr/>
              </p14:nvContentPartPr>
              <p14:xfrm>
                <a:off x="1744763" y="566750"/>
                <a:ext cx="171000" cy="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849F81-34AE-D135-90C9-3A5BF38957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36123" y="557750"/>
                  <a:ext cx="188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7CB4EEF-9EC8-0781-A22E-85ED420C3013}"/>
                    </a:ext>
                  </a:extLst>
                </p14:cNvPr>
                <p14:cNvContentPartPr/>
                <p14:nvPr/>
              </p14:nvContentPartPr>
              <p14:xfrm>
                <a:off x="1929443" y="559910"/>
                <a:ext cx="153360" cy="22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7CB4EEF-9EC8-0781-A22E-85ED420C301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20443" y="551270"/>
                  <a:ext cx="171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F60FE6-3410-64B8-0E1E-DA6E1575D954}"/>
                    </a:ext>
                  </a:extLst>
                </p14:cNvPr>
                <p14:cNvContentPartPr/>
                <p14:nvPr/>
              </p14:nvContentPartPr>
              <p14:xfrm>
                <a:off x="2138963" y="585830"/>
                <a:ext cx="132480" cy="228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F60FE6-3410-64B8-0E1E-DA6E1575D95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30323" y="577190"/>
                  <a:ext cx="15012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FB1DA3C-0302-1B62-50FA-5C7E34FB409E}"/>
                  </a:ext>
                </a:extLst>
              </p14:cNvPr>
              <p14:cNvContentPartPr/>
              <p14:nvPr/>
            </p14:nvContentPartPr>
            <p14:xfrm>
              <a:off x="698963" y="965630"/>
              <a:ext cx="1453320" cy="33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FB1DA3C-0302-1B62-50FA-5C7E34FB409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0323" y="956630"/>
                <a:ext cx="147096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BE2ACEC-9351-D22D-17C7-E57FD6BE4DB3}"/>
              </a:ext>
            </a:extLst>
          </p:cNvPr>
          <p:cNvGrpSpPr/>
          <p:nvPr/>
        </p:nvGrpSpPr>
        <p:grpSpPr>
          <a:xfrm>
            <a:off x="741443" y="1180550"/>
            <a:ext cx="1521000" cy="626400"/>
            <a:chOff x="741443" y="1180550"/>
            <a:chExt cx="1521000" cy="62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C64811-5947-DE96-1E23-904387A0F5A3}"/>
                    </a:ext>
                  </a:extLst>
                </p14:cNvPr>
                <p14:cNvContentPartPr/>
                <p14:nvPr/>
              </p14:nvContentPartPr>
              <p14:xfrm>
                <a:off x="741443" y="1180550"/>
                <a:ext cx="366120" cy="508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C64811-5947-DE96-1E23-904387A0F5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2443" y="1171550"/>
                  <a:ext cx="3837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1023D3-780A-739E-BB16-655EFA81CE0A}"/>
                    </a:ext>
                  </a:extLst>
                </p14:cNvPr>
                <p14:cNvContentPartPr/>
                <p14:nvPr/>
              </p14:nvContentPartPr>
              <p14:xfrm>
                <a:off x="1080923" y="1323830"/>
                <a:ext cx="28080" cy="1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1023D3-780A-739E-BB16-655EFA81CE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1923" y="1314830"/>
                  <a:ext cx="45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F0C094-A0D7-A236-59DE-4417208119BF}"/>
                    </a:ext>
                  </a:extLst>
                </p14:cNvPr>
                <p14:cNvContentPartPr/>
                <p14:nvPr/>
              </p14:nvContentPartPr>
              <p14:xfrm>
                <a:off x="1132763" y="1457030"/>
                <a:ext cx="329040" cy="245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F0C094-A0D7-A236-59DE-4417208119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3763" y="1448030"/>
                  <a:ext cx="346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F24C62-5AFE-8E00-32B3-179A19F31D5B}"/>
                    </a:ext>
                  </a:extLst>
                </p14:cNvPr>
                <p14:cNvContentPartPr/>
                <p14:nvPr/>
              </p14:nvContentPartPr>
              <p14:xfrm>
                <a:off x="1545323" y="1216190"/>
                <a:ext cx="158400" cy="475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F24C62-5AFE-8E00-32B3-179A19F31D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36323" y="1207550"/>
                  <a:ext cx="1760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AC0705-F829-8D41-CB9D-4B86970EE9C8}"/>
                    </a:ext>
                  </a:extLst>
                </p14:cNvPr>
                <p14:cNvContentPartPr/>
                <p14:nvPr/>
              </p14:nvContentPartPr>
              <p14:xfrm>
                <a:off x="1760963" y="1493030"/>
                <a:ext cx="109080" cy="204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AC0705-F829-8D41-CB9D-4B86970EE9C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52323" y="1484390"/>
                  <a:ext cx="126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F2FE37-822D-95DB-DBF2-43EE65CAFB3F}"/>
                    </a:ext>
                  </a:extLst>
                </p14:cNvPr>
                <p14:cNvContentPartPr/>
                <p14:nvPr/>
              </p14:nvContentPartPr>
              <p14:xfrm>
                <a:off x="1992083" y="1277030"/>
                <a:ext cx="32040" cy="47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F2FE37-822D-95DB-DBF2-43EE65CAFB3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83443" y="1268030"/>
                  <a:ext cx="496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242E81-104A-01E6-66C5-EB76706D425D}"/>
                    </a:ext>
                  </a:extLst>
                </p14:cNvPr>
                <p14:cNvContentPartPr/>
                <p14:nvPr/>
              </p14:nvContentPartPr>
              <p14:xfrm>
                <a:off x="2245883" y="1533710"/>
                <a:ext cx="360" cy="1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242E81-104A-01E6-66C5-EB76706D42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6883" y="1525070"/>
                  <a:ext cx="18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ADF385-B363-AE84-9191-5B326B614949}"/>
                    </a:ext>
                  </a:extLst>
                </p14:cNvPr>
                <p14:cNvContentPartPr/>
                <p14:nvPr/>
              </p14:nvContentPartPr>
              <p14:xfrm>
                <a:off x="2254523" y="1433270"/>
                <a:ext cx="7920" cy="11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ADF385-B363-AE84-9191-5B326B6149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45883" y="1424630"/>
                  <a:ext cx="25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4C7D89-5F8B-D92F-B14C-C5BB8C1217B1}"/>
                    </a:ext>
                  </a:extLst>
                </p14:cNvPr>
                <p14:cNvContentPartPr/>
                <p14:nvPr/>
              </p14:nvContentPartPr>
              <p14:xfrm>
                <a:off x="893003" y="1770590"/>
                <a:ext cx="1074240" cy="36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4C7D89-5F8B-D92F-B14C-C5BB8C1217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4363" y="1761950"/>
                  <a:ext cx="109188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57E988-B95C-CB1B-6A86-6221920A5E79}"/>
                  </a:ext>
                </a:extLst>
              </p14:cNvPr>
              <p14:cNvContentPartPr/>
              <p14:nvPr/>
            </p14:nvContentPartPr>
            <p14:xfrm>
              <a:off x="866003" y="1868150"/>
              <a:ext cx="1081440" cy="16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57E988-B95C-CB1B-6A86-6221920A5E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7363" y="1859510"/>
                <a:ext cx="109908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C977681-E398-12FB-03D9-664B04645E49}"/>
              </a:ext>
            </a:extLst>
          </p:cNvPr>
          <p:cNvGrpSpPr/>
          <p:nvPr/>
        </p:nvGrpSpPr>
        <p:grpSpPr>
          <a:xfrm>
            <a:off x="2642603" y="1061390"/>
            <a:ext cx="2233800" cy="780840"/>
            <a:chOff x="2642603" y="1061390"/>
            <a:chExt cx="2233800" cy="78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E1E93F8-17A5-96F8-B4FA-CACDACEF6CEB}"/>
                    </a:ext>
                  </a:extLst>
                </p14:cNvPr>
                <p14:cNvContentPartPr/>
                <p14:nvPr/>
              </p14:nvContentPartPr>
              <p14:xfrm>
                <a:off x="2642603" y="1384670"/>
                <a:ext cx="580320" cy="4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E1E93F8-17A5-96F8-B4FA-CACDACEF6C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33603" y="1376030"/>
                  <a:ext cx="597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88E923-C3EA-CC89-0A02-CBF3CBD8214E}"/>
                    </a:ext>
                  </a:extLst>
                </p14:cNvPr>
                <p14:cNvContentPartPr/>
                <p14:nvPr/>
              </p14:nvContentPartPr>
              <p14:xfrm>
                <a:off x="3215723" y="1061390"/>
                <a:ext cx="703800" cy="78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488E923-C3EA-CC89-0A02-CBF3CBD8214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07083" y="1052390"/>
                  <a:ext cx="72144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B42A37-4DB8-10AE-0641-73FA1A7ACDC6}"/>
                    </a:ext>
                  </a:extLst>
                </p14:cNvPr>
                <p14:cNvContentPartPr/>
                <p14:nvPr/>
              </p14:nvContentPartPr>
              <p14:xfrm>
                <a:off x="3328043" y="1244630"/>
                <a:ext cx="374400" cy="39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B42A37-4DB8-10AE-0641-73FA1A7ACD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19043" y="1235630"/>
                  <a:ext cx="3920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0DD690-4683-CD69-306C-8D3CD11493ED}"/>
                    </a:ext>
                  </a:extLst>
                </p14:cNvPr>
                <p14:cNvContentPartPr/>
                <p14:nvPr/>
              </p14:nvContentPartPr>
              <p14:xfrm>
                <a:off x="3852923" y="1390430"/>
                <a:ext cx="783360" cy="45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0DD690-4683-CD69-306C-8D3CD11493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44283" y="1381430"/>
                  <a:ext cx="801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B5C01E4-53ED-436B-FC05-8DAF6C7FC467}"/>
                    </a:ext>
                  </a:extLst>
                </p14:cNvPr>
                <p14:cNvContentPartPr/>
                <p14:nvPr/>
              </p14:nvContentPartPr>
              <p14:xfrm>
                <a:off x="4845803" y="1593830"/>
                <a:ext cx="30600" cy="34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B5C01E4-53ED-436B-FC05-8DAF6C7FC46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36803" y="1584830"/>
                  <a:ext cx="4824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5955915-1825-37A1-8065-9A712934BE62}"/>
                  </a:ext>
                </a:extLst>
              </p14:cNvPr>
              <p14:cNvContentPartPr/>
              <p14:nvPr/>
            </p14:nvContentPartPr>
            <p14:xfrm>
              <a:off x="995243" y="2167310"/>
              <a:ext cx="6480" cy="9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5955915-1825-37A1-8065-9A712934BE6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6603" y="2158670"/>
                <a:ext cx="241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0D83488-96C3-5974-B19B-A8A652C2BA40}"/>
                  </a:ext>
                </a:extLst>
              </p14:cNvPr>
              <p14:cNvContentPartPr/>
              <p14:nvPr/>
            </p14:nvContentPartPr>
            <p14:xfrm>
              <a:off x="952763" y="2261270"/>
              <a:ext cx="290520" cy="272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0D83488-96C3-5974-B19B-A8A652C2BA4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3763" y="2252630"/>
                <a:ext cx="3081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06B2177-6C26-4D61-26D4-2DBE4C429090}"/>
                  </a:ext>
                </a:extLst>
              </p14:cNvPr>
              <p14:cNvContentPartPr/>
              <p14:nvPr/>
            </p14:nvContentPartPr>
            <p14:xfrm>
              <a:off x="1279283" y="2302310"/>
              <a:ext cx="168480" cy="221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06B2177-6C26-4D61-26D4-2DBE4C42909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70283" y="2293310"/>
                <a:ext cx="1861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871A739-6B33-48AF-8873-67D1DC401810}"/>
                  </a:ext>
                </a:extLst>
              </p14:cNvPr>
              <p14:cNvContentPartPr/>
              <p14:nvPr/>
            </p14:nvContentPartPr>
            <p14:xfrm>
              <a:off x="1433003" y="2288990"/>
              <a:ext cx="240480" cy="2757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871A739-6B33-48AF-8873-67D1DC40181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424363" y="2280350"/>
                <a:ext cx="25812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8ABEFEB-654D-33AC-C3C2-D50C9F5FC58F}"/>
                  </a:ext>
                </a:extLst>
              </p14:cNvPr>
              <p14:cNvContentPartPr/>
              <p14:nvPr/>
            </p14:nvContentPartPr>
            <p14:xfrm>
              <a:off x="1746203" y="2299790"/>
              <a:ext cx="48600" cy="218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8ABEFEB-654D-33AC-C3C2-D50C9F5FC5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737563" y="2291150"/>
                <a:ext cx="662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5D67E76-A766-9650-8F28-EA79D7BD58B7}"/>
                  </a:ext>
                </a:extLst>
              </p14:cNvPr>
              <p14:cNvContentPartPr/>
              <p14:nvPr/>
            </p14:nvContentPartPr>
            <p14:xfrm>
              <a:off x="1727123" y="2155070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5D67E76-A766-9650-8F28-EA79D7BD58B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18483" y="21464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E6562F2-FFC6-CF7F-CEF0-6F4BD0143692}"/>
                  </a:ext>
                </a:extLst>
              </p14:cNvPr>
              <p14:cNvContentPartPr/>
              <p14:nvPr/>
            </p14:nvContentPartPr>
            <p14:xfrm>
              <a:off x="1828643" y="2063630"/>
              <a:ext cx="211680" cy="409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E6562F2-FFC6-CF7F-CEF0-6F4BD014369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819643" y="2054990"/>
                <a:ext cx="22932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431A145-BBEA-70BF-429B-891A6761ED5A}"/>
                  </a:ext>
                </a:extLst>
              </p14:cNvPr>
              <p14:cNvContentPartPr/>
              <p14:nvPr/>
            </p14:nvContentPartPr>
            <p14:xfrm>
              <a:off x="1963283" y="2135990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431A145-BBEA-70BF-429B-891A6761ED5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954643" y="21273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6582912-E9FD-72FB-1BDE-7F2394B2E090}"/>
                  </a:ext>
                </a:extLst>
              </p14:cNvPr>
              <p14:cNvContentPartPr/>
              <p14:nvPr/>
            </p14:nvContentPartPr>
            <p14:xfrm>
              <a:off x="2023403" y="2077310"/>
              <a:ext cx="56880" cy="372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6582912-E9FD-72FB-1BDE-7F2394B2E09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014763" y="2068310"/>
                <a:ext cx="745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3BBEA6B-2A42-8CAD-C8B6-DDDF71034596}"/>
                  </a:ext>
                </a:extLst>
              </p14:cNvPr>
              <p14:cNvContentPartPr/>
              <p14:nvPr/>
            </p14:nvContentPartPr>
            <p14:xfrm>
              <a:off x="2046803" y="2270630"/>
              <a:ext cx="153000" cy="177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3BBEA6B-2A42-8CAD-C8B6-DDDF7103459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038163" y="2261630"/>
                <a:ext cx="1706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5FD9BDA-F99E-0876-09FC-CD149B4AEC26}"/>
                  </a:ext>
                </a:extLst>
              </p14:cNvPr>
              <p14:cNvContentPartPr/>
              <p14:nvPr/>
            </p14:nvContentPartPr>
            <p14:xfrm>
              <a:off x="2215643" y="2158670"/>
              <a:ext cx="30600" cy="281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5FD9BDA-F99E-0876-09FC-CD149B4AEC2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206643" y="2149670"/>
                <a:ext cx="4824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799F5567-0063-F5B5-BAC6-7689A9C2C643}"/>
              </a:ext>
            </a:extLst>
          </p:cNvPr>
          <p:cNvGrpSpPr/>
          <p:nvPr/>
        </p:nvGrpSpPr>
        <p:grpSpPr>
          <a:xfrm>
            <a:off x="2509403" y="1869590"/>
            <a:ext cx="3080880" cy="627840"/>
            <a:chOff x="2509403" y="1869590"/>
            <a:chExt cx="3080880" cy="6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DF7C1C-FCCB-EC3D-031D-C205F4ACD278}"/>
                    </a:ext>
                  </a:extLst>
                </p14:cNvPr>
                <p14:cNvContentPartPr/>
                <p14:nvPr/>
              </p14:nvContentPartPr>
              <p14:xfrm>
                <a:off x="2509403" y="2194310"/>
                <a:ext cx="285120" cy="274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DF7C1C-FCCB-EC3D-031D-C205F4ACD27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00763" y="2185310"/>
                  <a:ext cx="3027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CBCA6C2-FCA1-362F-5D64-70EDE285DEB5}"/>
                    </a:ext>
                  </a:extLst>
                </p14:cNvPr>
                <p14:cNvContentPartPr/>
                <p14:nvPr/>
              </p14:nvContentPartPr>
              <p14:xfrm>
                <a:off x="2797043" y="2175230"/>
                <a:ext cx="187560" cy="270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CBCA6C2-FCA1-362F-5D64-70EDE285DEB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788043" y="2166590"/>
                  <a:ext cx="205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CC6CA71-B1C2-4440-0C3D-453E70418AB0}"/>
                    </a:ext>
                  </a:extLst>
                </p14:cNvPr>
                <p14:cNvContentPartPr/>
                <p14:nvPr/>
              </p14:nvContentPartPr>
              <p14:xfrm>
                <a:off x="2981723" y="2183870"/>
                <a:ext cx="192240" cy="249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CC6CA71-B1C2-4440-0C3D-453E70418AB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972723" y="2175230"/>
                  <a:ext cx="209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364D9E-F5DB-FAC6-9E25-C3D997E3AA63}"/>
                    </a:ext>
                  </a:extLst>
                </p14:cNvPr>
                <p14:cNvContentPartPr/>
                <p14:nvPr/>
              </p14:nvContentPartPr>
              <p14:xfrm>
                <a:off x="3167123" y="2110070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364D9E-F5DB-FAC6-9E25-C3D997E3AA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58483" y="2101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6D304F1-D4BB-6E06-BED2-69EB90439220}"/>
                    </a:ext>
                  </a:extLst>
                </p14:cNvPr>
                <p14:cNvContentPartPr/>
                <p14:nvPr/>
              </p14:nvContentPartPr>
              <p14:xfrm>
                <a:off x="3270803" y="2185670"/>
                <a:ext cx="88200" cy="254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6D304F1-D4BB-6E06-BED2-69EB904392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61803" y="2177030"/>
                  <a:ext cx="105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80775A-54DA-A037-287A-3F73BC731517}"/>
                    </a:ext>
                  </a:extLst>
                </p14:cNvPr>
                <p14:cNvContentPartPr/>
                <p14:nvPr/>
              </p14:nvContentPartPr>
              <p14:xfrm>
                <a:off x="3431003" y="2045990"/>
                <a:ext cx="44280" cy="401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80775A-54DA-A037-287A-3F73BC73151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22003" y="2036990"/>
                  <a:ext cx="619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3C982A-1F7D-FA4D-4070-BA3EB91DA7CA}"/>
                    </a:ext>
                  </a:extLst>
                </p14:cNvPr>
                <p14:cNvContentPartPr/>
                <p14:nvPr/>
              </p14:nvContentPartPr>
              <p14:xfrm>
                <a:off x="3380603" y="2238950"/>
                <a:ext cx="214920" cy="26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3C982A-1F7D-FA4D-4070-BA3EB91DA7C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71963" y="2229950"/>
                  <a:ext cx="232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9D303D-BD38-6BF3-7865-B928D27868C0}"/>
                    </a:ext>
                  </a:extLst>
                </p14:cNvPr>
                <p14:cNvContentPartPr/>
                <p14:nvPr/>
              </p14:nvContentPartPr>
              <p14:xfrm>
                <a:off x="3551963" y="2173070"/>
                <a:ext cx="235800" cy="260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9D303D-BD38-6BF3-7865-B928D27868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42963" y="2164430"/>
                  <a:ext cx="2534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AB7CEF7-6190-A878-A47D-47AD057FCBCA}"/>
                    </a:ext>
                  </a:extLst>
                </p14:cNvPr>
                <p14:cNvContentPartPr/>
                <p14:nvPr/>
              </p14:nvContentPartPr>
              <p14:xfrm>
                <a:off x="3802163" y="2187830"/>
                <a:ext cx="150120" cy="252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AB7CEF7-6190-A878-A47D-47AD057FCB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93523" y="2179190"/>
                  <a:ext cx="167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BFA3BC4-7F2A-141E-F7CA-62F072A9C04D}"/>
                    </a:ext>
                  </a:extLst>
                </p14:cNvPr>
                <p14:cNvContentPartPr/>
                <p14:nvPr/>
              </p14:nvContentPartPr>
              <p14:xfrm>
                <a:off x="4001963" y="2113310"/>
                <a:ext cx="295920" cy="384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BFA3BC4-7F2A-141E-F7CA-62F072A9C04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92963" y="2104310"/>
                  <a:ext cx="3135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4EEBC9-2A24-EE79-05C6-8022A34A8B64}"/>
                    </a:ext>
                  </a:extLst>
                </p14:cNvPr>
                <p14:cNvContentPartPr/>
                <p14:nvPr/>
              </p14:nvContentPartPr>
              <p14:xfrm>
                <a:off x="4277003" y="2073710"/>
                <a:ext cx="5400" cy="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4EEBC9-2A24-EE79-05C6-8022A34A8B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68003" y="2065070"/>
                  <a:ext cx="23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EA28F69-566F-9B1C-0042-DD36ABB95C10}"/>
                    </a:ext>
                  </a:extLst>
                </p14:cNvPr>
                <p14:cNvContentPartPr/>
                <p14:nvPr/>
              </p14:nvContentPartPr>
              <p14:xfrm>
                <a:off x="4516763" y="1869590"/>
                <a:ext cx="197280" cy="47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EA28F69-566F-9B1C-0042-DD36ABB95C1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07763" y="1860590"/>
                  <a:ext cx="21492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3375CAC-D209-838A-D31B-A43F3173054C}"/>
                    </a:ext>
                  </a:extLst>
                </p14:cNvPr>
                <p14:cNvContentPartPr/>
                <p14:nvPr/>
              </p14:nvContentPartPr>
              <p14:xfrm>
                <a:off x="4792883" y="2099990"/>
                <a:ext cx="259200" cy="238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3375CAC-D209-838A-D31B-A43F3173054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83883" y="2091350"/>
                  <a:ext cx="2768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989183-2CF9-4E87-A04D-D718E11058D3}"/>
                    </a:ext>
                  </a:extLst>
                </p14:cNvPr>
                <p14:cNvContentPartPr/>
                <p14:nvPr/>
              </p14:nvContentPartPr>
              <p14:xfrm>
                <a:off x="5018963" y="1887590"/>
                <a:ext cx="78120" cy="470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989183-2CF9-4E87-A04D-D718E11058D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09963" y="1878590"/>
                  <a:ext cx="957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B3494A7-46D2-B2D9-9230-B40521739AE7}"/>
                    </a:ext>
                  </a:extLst>
                </p14:cNvPr>
                <p14:cNvContentPartPr/>
                <p14:nvPr/>
              </p14:nvContentPartPr>
              <p14:xfrm>
                <a:off x="5129123" y="2071550"/>
                <a:ext cx="177480" cy="231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B3494A7-46D2-B2D9-9230-B40521739AE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20483" y="2062910"/>
                  <a:ext cx="195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0BA4CE1-1692-6856-9B75-7EB192033962}"/>
                    </a:ext>
                  </a:extLst>
                </p14:cNvPr>
                <p14:cNvContentPartPr/>
                <p14:nvPr/>
              </p14:nvContentPartPr>
              <p14:xfrm>
                <a:off x="5332883" y="2062550"/>
                <a:ext cx="257400" cy="244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0BA4CE1-1692-6856-9B75-7EB19203396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23883" y="2053910"/>
                  <a:ext cx="27504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F069947-4D40-0110-7AF8-A160CE325212}"/>
              </a:ext>
            </a:extLst>
          </p:cNvPr>
          <p:cNvGrpSpPr/>
          <p:nvPr/>
        </p:nvGrpSpPr>
        <p:grpSpPr>
          <a:xfrm>
            <a:off x="5858123" y="1633790"/>
            <a:ext cx="1771920" cy="668520"/>
            <a:chOff x="5858123" y="1633790"/>
            <a:chExt cx="1771920" cy="66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3226313-6290-84DE-38AB-78CC5BDD786D}"/>
                    </a:ext>
                  </a:extLst>
                </p14:cNvPr>
                <p14:cNvContentPartPr/>
                <p14:nvPr/>
              </p14:nvContentPartPr>
              <p14:xfrm>
                <a:off x="5884763" y="2111150"/>
                <a:ext cx="9972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3226313-6290-84DE-38AB-78CC5BDD786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875763" y="2102510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81108BB-59D2-715C-16A7-A70C71A6DE97}"/>
                    </a:ext>
                  </a:extLst>
                </p14:cNvPr>
                <p14:cNvContentPartPr/>
                <p14:nvPr/>
              </p14:nvContentPartPr>
              <p14:xfrm>
                <a:off x="5858123" y="2164430"/>
                <a:ext cx="136440" cy="23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81108BB-59D2-715C-16A7-A70C71A6DE9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49483" y="2155430"/>
                  <a:ext cx="154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E726A44-5CFB-FC07-7E0F-BFF3B2A63499}"/>
                    </a:ext>
                  </a:extLst>
                </p14:cNvPr>
                <p14:cNvContentPartPr/>
                <p14:nvPr/>
              </p14:nvContentPartPr>
              <p14:xfrm>
                <a:off x="6209843" y="1796510"/>
                <a:ext cx="221400" cy="408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E726A44-5CFB-FC07-7E0F-BFF3B2A6349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201203" y="1787870"/>
                  <a:ext cx="23904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C8344E1-F2A4-BB09-02D2-F08455192348}"/>
                    </a:ext>
                  </a:extLst>
                </p14:cNvPr>
                <p14:cNvContentPartPr/>
                <p14:nvPr/>
              </p14:nvContentPartPr>
              <p14:xfrm>
                <a:off x="6468323" y="2038070"/>
                <a:ext cx="200520" cy="264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C8344E1-F2A4-BB09-02D2-F0845519234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459683" y="2029430"/>
                  <a:ext cx="218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FB3126A-2005-1C2D-D528-D7517BD8A16B}"/>
                    </a:ext>
                  </a:extLst>
                </p14:cNvPr>
                <p14:cNvContentPartPr/>
                <p14:nvPr/>
              </p14:nvContentPartPr>
              <p14:xfrm>
                <a:off x="6810323" y="1720190"/>
                <a:ext cx="123480" cy="400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B3126A-2005-1C2D-D528-D7517BD8A16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801683" y="1711550"/>
                  <a:ext cx="1411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BEA50CD-5E4B-418B-A305-637A339B587F}"/>
                    </a:ext>
                  </a:extLst>
                </p14:cNvPr>
                <p14:cNvContentPartPr/>
                <p14:nvPr/>
              </p14:nvContentPartPr>
              <p14:xfrm>
                <a:off x="7065203" y="1759790"/>
                <a:ext cx="421920" cy="284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BEA50CD-5E4B-418B-A305-637A339B587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56563" y="1751150"/>
                  <a:ext cx="4395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3772D8-5D8B-1D4D-26F6-5766D6FE876F}"/>
                    </a:ext>
                  </a:extLst>
                </p14:cNvPr>
                <p14:cNvContentPartPr/>
                <p14:nvPr/>
              </p14:nvContentPartPr>
              <p14:xfrm>
                <a:off x="7463003" y="1633790"/>
                <a:ext cx="167040" cy="526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3772D8-5D8B-1D4D-26F6-5766D6FE87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54363" y="1625150"/>
                  <a:ext cx="184680" cy="54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91BFC81-5F93-168E-CF38-B18DD27B0E08}"/>
                  </a:ext>
                </a:extLst>
              </p14:cNvPr>
              <p14:cNvContentPartPr/>
              <p14:nvPr/>
            </p14:nvContentPartPr>
            <p14:xfrm>
              <a:off x="589883" y="2398070"/>
              <a:ext cx="138600" cy="219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91BFC81-5F93-168E-CF38-B18DD27B0E0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81243" y="2389430"/>
                <a:ext cx="1562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BB006D3-1EE8-84F1-BB27-0F86215080CB}"/>
                  </a:ext>
                </a:extLst>
              </p14:cNvPr>
              <p14:cNvContentPartPr/>
              <p14:nvPr/>
            </p14:nvContentPartPr>
            <p14:xfrm>
              <a:off x="689243" y="3195830"/>
              <a:ext cx="176040" cy="16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BB006D3-1EE8-84F1-BB27-0F86215080CB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80243" y="3186830"/>
                <a:ext cx="19368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07D8BD7F-99DC-4EE1-7278-C4191A1E49C9}"/>
              </a:ext>
            </a:extLst>
          </p:cNvPr>
          <p:cNvGrpSpPr/>
          <p:nvPr/>
        </p:nvGrpSpPr>
        <p:grpSpPr>
          <a:xfrm>
            <a:off x="1174523" y="2836550"/>
            <a:ext cx="1395720" cy="685080"/>
            <a:chOff x="1174523" y="2836550"/>
            <a:chExt cx="139572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1563E51-C865-BE65-0BF0-E4CC5F9363D7}"/>
                    </a:ext>
                  </a:extLst>
                </p14:cNvPr>
                <p14:cNvContentPartPr/>
                <p14:nvPr/>
              </p14:nvContentPartPr>
              <p14:xfrm>
                <a:off x="1180643" y="3026630"/>
                <a:ext cx="41040" cy="238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1563E51-C865-BE65-0BF0-E4CC5F9363D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72003" y="3017630"/>
                  <a:ext cx="58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758F0BE-146B-5C87-A2FE-6D3D49AF18F1}"/>
                    </a:ext>
                  </a:extLst>
                </p14:cNvPr>
                <p14:cNvContentPartPr/>
                <p14:nvPr/>
              </p14:nvContentPartPr>
              <p14:xfrm>
                <a:off x="1174523" y="2836550"/>
                <a:ext cx="269280" cy="397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758F0BE-146B-5C87-A2FE-6D3D49AF18F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65883" y="2827550"/>
                  <a:ext cx="2869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E5970E1-0527-02D1-1D36-3F464D39DCF0}"/>
                    </a:ext>
                  </a:extLst>
                </p14:cNvPr>
                <p14:cNvContentPartPr/>
                <p14:nvPr/>
              </p14:nvContentPartPr>
              <p14:xfrm>
                <a:off x="1483763" y="3139310"/>
                <a:ext cx="142920" cy="238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E5970E1-0527-02D1-1D36-3F464D39DCF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474763" y="3130310"/>
                  <a:ext cx="160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53B9936-AF90-66BF-DC3F-BEE27A9893BC}"/>
                    </a:ext>
                  </a:extLst>
                </p14:cNvPr>
                <p14:cNvContentPartPr/>
                <p14:nvPr/>
              </p14:nvContentPartPr>
              <p14:xfrm>
                <a:off x="1817483" y="3281510"/>
                <a:ext cx="23400" cy="240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3B9936-AF90-66BF-DC3F-BEE27A9893B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808843" y="3272870"/>
                  <a:ext cx="41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5D757C1-939C-28C9-6870-29324F84E65C}"/>
                    </a:ext>
                  </a:extLst>
                </p14:cNvPr>
                <p14:cNvContentPartPr/>
                <p14:nvPr/>
              </p14:nvContentPartPr>
              <p14:xfrm>
                <a:off x="1806323" y="3157310"/>
                <a:ext cx="21600" cy="7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5D757C1-939C-28C9-6870-29324F84E65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797683" y="3148670"/>
                  <a:ext cx="39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87F6329-FDDB-4CB3-5FA0-28CC8B1AD71C}"/>
                    </a:ext>
                  </a:extLst>
                </p14:cNvPr>
                <p14:cNvContentPartPr/>
                <p14:nvPr/>
              </p14:nvContentPartPr>
              <p14:xfrm>
                <a:off x="1925483" y="3038870"/>
                <a:ext cx="174960" cy="480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87F6329-FDDB-4CB3-5FA0-28CC8B1AD71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16483" y="3029870"/>
                  <a:ext cx="1926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194FF8D-7A8B-AF56-C001-4765E8A533D1}"/>
                    </a:ext>
                  </a:extLst>
                </p14:cNvPr>
                <p14:cNvContentPartPr/>
                <p14:nvPr/>
              </p14:nvContentPartPr>
              <p14:xfrm>
                <a:off x="2171723" y="3295910"/>
                <a:ext cx="122040" cy="185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194FF8D-7A8B-AF56-C001-4765E8A533D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162723" y="3286910"/>
                  <a:ext cx="139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CB232B7-77BD-DAF6-F473-0240865615D4}"/>
                    </a:ext>
                  </a:extLst>
                </p14:cNvPr>
                <p14:cNvContentPartPr/>
                <p14:nvPr/>
              </p14:nvContentPartPr>
              <p14:xfrm>
                <a:off x="2326523" y="3262070"/>
                <a:ext cx="151920" cy="185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CB232B7-77BD-DAF6-F473-0240865615D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317523" y="3253430"/>
                  <a:ext cx="169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6339C49-E3BB-3CA7-4B15-187AC4A71CAD}"/>
                    </a:ext>
                  </a:extLst>
                </p14:cNvPr>
                <p14:cNvContentPartPr/>
                <p14:nvPr/>
              </p14:nvContentPartPr>
              <p14:xfrm>
                <a:off x="2507963" y="2975510"/>
                <a:ext cx="62280" cy="510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6339C49-E3BB-3CA7-4B15-187AC4A71CA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499323" y="2966510"/>
                  <a:ext cx="79920" cy="52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82A25D1-D457-C3A2-2434-01C51DF4190A}"/>
              </a:ext>
            </a:extLst>
          </p:cNvPr>
          <p:cNvGrpSpPr/>
          <p:nvPr/>
        </p:nvGrpSpPr>
        <p:grpSpPr>
          <a:xfrm>
            <a:off x="2912243" y="3025550"/>
            <a:ext cx="133200" cy="109800"/>
            <a:chOff x="2912243" y="3025550"/>
            <a:chExt cx="133200" cy="10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2F35D7-71D6-E24C-2FD3-E683FC0B5389}"/>
                    </a:ext>
                  </a:extLst>
                </p14:cNvPr>
                <p14:cNvContentPartPr/>
                <p14:nvPr/>
              </p14:nvContentPartPr>
              <p14:xfrm>
                <a:off x="2933843" y="3025550"/>
                <a:ext cx="111600" cy="13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2F35D7-71D6-E24C-2FD3-E683FC0B538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925203" y="3016910"/>
                  <a:ext cx="129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CBF65A2-0A4B-1325-7C9C-57F7CEAA942E}"/>
                    </a:ext>
                  </a:extLst>
                </p14:cNvPr>
                <p14:cNvContentPartPr/>
                <p14:nvPr/>
              </p14:nvContentPartPr>
              <p14:xfrm>
                <a:off x="2912243" y="3125630"/>
                <a:ext cx="132840" cy="9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CBF65A2-0A4B-1325-7C9C-57F7CEAA942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03603" y="3116630"/>
                  <a:ext cx="15048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D41B917-A283-BF11-8A2B-12240779ED7E}"/>
                  </a:ext>
                </a:extLst>
              </p14:cNvPr>
              <p14:cNvContentPartPr/>
              <p14:nvPr/>
            </p14:nvContentPartPr>
            <p14:xfrm>
              <a:off x="3307163" y="2958590"/>
              <a:ext cx="372960" cy="261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D41B917-A283-BF11-8A2B-12240779ED7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298163" y="2949590"/>
                <a:ext cx="39060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F3E15D6-EF7B-FD97-16E4-0C76FCAACD92}"/>
                  </a:ext>
                </a:extLst>
              </p14:cNvPr>
              <p14:cNvContentPartPr/>
              <p14:nvPr/>
            </p14:nvContentPartPr>
            <p14:xfrm>
              <a:off x="6076643" y="24590"/>
              <a:ext cx="59400" cy="1634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F3E15D6-EF7B-FD97-16E4-0C76FCAACD9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067643" y="15590"/>
                <a:ext cx="77040" cy="16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E0F42C32-96AB-9CFA-1802-E892A3B203F6}"/>
                  </a:ext>
                </a:extLst>
              </p14:cNvPr>
              <p14:cNvContentPartPr/>
              <p14:nvPr/>
            </p14:nvContentPartPr>
            <p14:xfrm>
              <a:off x="6018323" y="1594910"/>
              <a:ext cx="1781640" cy="52754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E0F42C32-96AB-9CFA-1802-E892A3B203F6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009323" y="1585910"/>
                <a:ext cx="1799280" cy="529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6BEC6900-5266-BE67-0CF1-EB9EAB9D6D81}"/>
              </a:ext>
            </a:extLst>
          </p:cNvPr>
          <p:cNvGrpSpPr/>
          <p:nvPr/>
        </p:nvGrpSpPr>
        <p:grpSpPr>
          <a:xfrm>
            <a:off x="224483" y="4024049"/>
            <a:ext cx="5607000" cy="1988280"/>
            <a:chOff x="224483" y="4024049"/>
            <a:chExt cx="5607000" cy="19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3A554B-4CE2-6EF4-3171-CCDF2B539484}"/>
                    </a:ext>
                  </a:extLst>
                </p14:cNvPr>
                <p14:cNvContentPartPr/>
                <p14:nvPr/>
              </p14:nvContentPartPr>
              <p14:xfrm>
                <a:off x="1754843" y="4253009"/>
                <a:ext cx="213840" cy="263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3A554B-4CE2-6EF4-3171-CCDF2B53948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746203" y="4244369"/>
                  <a:ext cx="231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CB4A546-0BD3-87E6-F37E-8FEF514F0D65}"/>
                    </a:ext>
                  </a:extLst>
                </p14:cNvPr>
                <p14:cNvContentPartPr/>
                <p14:nvPr/>
              </p14:nvContentPartPr>
              <p14:xfrm>
                <a:off x="2032403" y="4263089"/>
                <a:ext cx="142920" cy="270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CB4A546-0BD3-87E6-F37E-8FEF514F0D6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023403" y="4254449"/>
                  <a:ext cx="160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1B6197-438C-3361-026D-B84E94776A44}"/>
                    </a:ext>
                  </a:extLst>
                </p14:cNvPr>
                <p14:cNvContentPartPr/>
                <p14:nvPr/>
              </p14:nvContentPartPr>
              <p14:xfrm>
                <a:off x="2237963" y="4108649"/>
                <a:ext cx="8280" cy="459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1B6197-438C-3361-026D-B84E94776A4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229323" y="4099649"/>
                  <a:ext cx="2592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C63312A-0140-2E55-C44E-9FB264FD7CCF}"/>
                    </a:ext>
                  </a:extLst>
                </p14:cNvPr>
                <p14:cNvContentPartPr/>
                <p14:nvPr/>
              </p14:nvContentPartPr>
              <p14:xfrm>
                <a:off x="2314643" y="4175249"/>
                <a:ext cx="30600" cy="381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C63312A-0140-2E55-C44E-9FB264FD7CC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306003" y="4166249"/>
                  <a:ext cx="482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11968D9-2EE8-F61B-B01D-35DC648064F3}"/>
                    </a:ext>
                  </a:extLst>
                </p14:cNvPr>
                <p14:cNvContentPartPr/>
                <p14:nvPr/>
              </p14:nvContentPartPr>
              <p14:xfrm>
                <a:off x="2250923" y="4300169"/>
                <a:ext cx="454680" cy="263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11968D9-2EE8-F61B-B01D-35DC648064F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241923" y="4291529"/>
                  <a:ext cx="4723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24ADD82-49E6-AD90-9555-8351FB85C06A}"/>
                    </a:ext>
                  </a:extLst>
                </p14:cNvPr>
                <p14:cNvContentPartPr/>
                <p14:nvPr/>
              </p14:nvContentPartPr>
              <p14:xfrm>
                <a:off x="2757803" y="4329689"/>
                <a:ext cx="199800" cy="241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24ADD82-49E6-AD90-9555-8351FB85C06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749163" y="4321049"/>
                  <a:ext cx="217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A52F55-D58E-62F4-FC62-20C502757311}"/>
                    </a:ext>
                  </a:extLst>
                </p14:cNvPr>
                <p14:cNvContentPartPr/>
                <p14:nvPr/>
              </p14:nvContentPartPr>
              <p14:xfrm>
                <a:off x="2963723" y="4132049"/>
                <a:ext cx="29160" cy="43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A52F55-D58E-62F4-FC62-20C50275731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55083" y="4123409"/>
                  <a:ext cx="468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EC53B04-C4A0-6741-B567-FDA1CADE49D9}"/>
                    </a:ext>
                  </a:extLst>
                </p14:cNvPr>
                <p14:cNvContentPartPr/>
                <p14:nvPr/>
              </p14:nvContentPartPr>
              <p14:xfrm>
                <a:off x="2903603" y="4308449"/>
                <a:ext cx="148320" cy="44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EC53B04-C4A0-6741-B567-FDA1CADE49D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94603" y="4299449"/>
                  <a:ext cx="165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F465F63-8839-987A-8436-E43001545E7F}"/>
                    </a:ext>
                  </a:extLst>
                </p14:cNvPr>
                <p14:cNvContentPartPr/>
                <p14:nvPr/>
              </p14:nvContentPartPr>
              <p14:xfrm>
                <a:off x="3076763" y="4304489"/>
                <a:ext cx="241560" cy="252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F465F63-8839-987A-8436-E43001545E7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068123" y="4295849"/>
                  <a:ext cx="259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5DACF22-1DE0-9782-C894-D7925F89C5A1}"/>
                    </a:ext>
                  </a:extLst>
                </p14:cNvPr>
                <p14:cNvContentPartPr/>
                <p14:nvPr/>
              </p14:nvContentPartPr>
              <p14:xfrm>
                <a:off x="3305363" y="4315289"/>
                <a:ext cx="167400" cy="267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5DACF22-1DE0-9782-C894-D7925F89C5A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296363" y="4306289"/>
                  <a:ext cx="185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8DF8D8A-A968-0B4B-F339-3BAAE9A96DB1}"/>
                    </a:ext>
                  </a:extLst>
                </p14:cNvPr>
                <p14:cNvContentPartPr/>
                <p14:nvPr/>
              </p14:nvContentPartPr>
              <p14:xfrm>
                <a:off x="3767963" y="4221329"/>
                <a:ext cx="126360" cy="252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8DF8D8A-A968-0B4B-F339-3BAAE9A96DB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759323" y="4212689"/>
                  <a:ext cx="1440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5BF01E0-B198-E43A-7FD8-1B7BF3C60BAE}"/>
                    </a:ext>
                  </a:extLst>
                </p14:cNvPr>
                <p14:cNvContentPartPr/>
                <p14:nvPr/>
              </p14:nvContentPartPr>
              <p14:xfrm>
                <a:off x="3918083" y="4241849"/>
                <a:ext cx="185040" cy="221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5BF01E0-B198-E43A-7FD8-1B7BF3C60BA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909083" y="4232849"/>
                  <a:ext cx="202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9F41A10-2D6F-B7B2-9AD7-C968F74E908D}"/>
                    </a:ext>
                  </a:extLst>
                </p14:cNvPr>
                <p14:cNvContentPartPr/>
                <p14:nvPr/>
              </p14:nvContentPartPr>
              <p14:xfrm>
                <a:off x="4092323" y="4024049"/>
                <a:ext cx="122400" cy="469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9F41A10-2D6F-B7B2-9AD7-C968F74E908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083323" y="4015049"/>
                  <a:ext cx="14004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191EC95-B700-045F-E9AF-48F55ACA54A1}"/>
                    </a:ext>
                  </a:extLst>
                </p14:cNvPr>
                <p14:cNvContentPartPr/>
                <p14:nvPr/>
              </p14:nvContentPartPr>
              <p14:xfrm>
                <a:off x="4258283" y="4250849"/>
                <a:ext cx="198720" cy="250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191EC95-B700-045F-E9AF-48F55ACA54A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249283" y="4241849"/>
                  <a:ext cx="216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75600D7-9FE4-F25E-686A-B95D8E09A525}"/>
                    </a:ext>
                  </a:extLst>
                </p14:cNvPr>
                <p14:cNvContentPartPr/>
                <p14:nvPr/>
              </p14:nvContentPartPr>
              <p14:xfrm>
                <a:off x="4451963" y="4241849"/>
                <a:ext cx="149760" cy="244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75600D7-9FE4-F25E-686A-B95D8E09A52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443323" y="4232849"/>
                  <a:ext cx="1674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1776018-1253-5C4B-2298-047FBAC833A9}"/>
                    </a:ext>
                  </a:extLst>
                </p14:cNvPr>
                <p14:cNvContentPartPr/>
                <p14:nvPr/>
              </p14:nvContentPartPr>
              <p14:xfrm>
                <a:off x="4623323" y="4065449"/>
                <a:ext cx="164880" cy="423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1776018-1253-5C4B-2298-047FBAC833A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614683" y="4056809"/>
                  <a:ext cx="1825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5F715B4-193E-0F70-7F7F-2119EA917258}"/>
                    </a:ext>
                  </a:extLst>
                </p14:cNvPr>
                <p14:cNvContentPartPr/>
                <p14:nvPr/>
              </p14:nvContentPartPr>
              <p14:xfrm>
                <a:off x="4829243" y="4251209"/>
                <a:ext cx="197640" cy="231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5F715B4-193E-0F70-7F7F-2119EA91725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820243" y="4242209"/>
                  <a:ext cx="215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F0EF9FC-2A15-A971-0A1B-9BAF08AB701D}"/>
                    </a:ext>
                  </a:extLst>
                </p14:cNvPr>
                <p14:cNvContentPartPr/>
                <p14:nvPr/>
              </p14:nvContentPartPr>
              <p14:xfrm>
                <a:off x="5041643" y="4251929"/>
                <a:ext cx="167400" cy="226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F0EF9FC-2A15-A971-0A1B-9BAF08AB701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032643" y="4242929"/>
                  <a:ext cx="185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1F4A40D-1233-D1CC-9B82-639138A94633}"/>
                    </a:ext>
                  </a:extLst>
                </p14:cNvPr>
                <p14:cNvContentPartPr/>
                <p14:nvPr/>
              </p14:nvContentPartPr>
              <p14:xfrm>
                <a:off x="5254763" y="4260929"/>
                <a:ext cx="159840" cy="250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1F4A40D-1233-D1CC-9B82-639138A9463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45763" y="4252289"/>
                  <a:ext cx="177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D69BB7-E1C3-A3F6-DE23-60D6271AAEF3}"/>
                    </a:ext>
                  </a:extLst>
                </p14:cNvPr>
                <p14:cNvContentPartPr/>
                <p14:nvPr/>
              </p14:nvContentPartPr>
              <p14:xfrm>
                <a:off x="263003" y="4159769"/>
                <a:ext cx="206640" cy="449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D69BB7-E1C3-A3F6-DE23-60D6271AAEF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54363" y="4150769"/>
                  <a:ext cx="2242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443DAAA-9E42-7CBD-B9F4-4EA8028A60D4}"/>
                    </a:ext>
                  </a:extLst>
                </p14:cNvPr>
                <p14:cNvContentPartPr/>
                <p14:nvPr/>
              </p14:nvContentPartPr>
              <p14:xfrm>
                <a:off x="523283" y="4389809"/>
                <a:ext cx="191160" cy="200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443DAAA-9E42-7CBD-B9F4-4EA8028A60D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14643" y="4381169"/>
                  <a:ext cx="208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ABC552-1480-FDF1-020D-F740E2819EA7}"/>
                    </a:ext>
                  </a:extLst>
                </p14:cNvPr>
                <p14:cNvContentPartPr/>
                <p14:nvPr/>
              </p14:nvContentPartPr>
              <p14:xfrm>
                <a:off x="696443" y="4114049"/>
                <a:ext cx="199800" cy="438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ABC552-1480-FDF1-020D-F740E2819EA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87803" y="4105409"/>
                  <a:ext cx="21744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FAC336B-EB68-E310-9C5C-7D1DA7176885}"/>
                    </a:ext>
                  </a:extLst>
                </p14:cNvPr>
                <p14:cNvContentPartPr/>
                <p14:nvPr/>
              </p14:nvContentPartPr>
              <p14:xfrm>
                <a:off x="977963" y="4267769"/>
                <a:ext cx="136800" cy="270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FAC336B-EB68-E310-9C5C-7D1DA717688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68963" y="4258769"/>
                  <a:ext cx="1544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D6F7859-BA1D-2B53-3761-F0562658E0C6}"/>
                    </a:ext>
                  </a:extLst>
                </p14:cNvPr>
                <p14:cNvContentPartPr/>
                <p14:nvPr/>
              </p14:nvContentPartPr>
              <p14:xfrm>
                <a:off x="1149683" y="4304849"/>
                <a:ext cx="131040" cy="207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D6F7859-BA1D-2B53-3761-F0562658E0C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40683" y="4296209"/>
                  <a:ext cx="148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BB06170-2555-2491-5A6B-2D508EC757EF}"/>
                    </a:ext>
                  </a:extLst>
                </p14:cNvPr>
                <p14:cNvContentPartPr/>
                <p14:nvPr/>
              </p14:nvContentPartPr>
              <p14:xfrm>
                <a:off x="1298003" y="4041689"/>
                <a:ext cx="225360" cy="490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BB06170-2555-2491-5A6B-2D508EC757E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289003" y="4033049"/>
                  <a:ext cx="24300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2354D35-30E4-563D-462A-EEC576F42FC3}"/>
                    </a:ext>
                  </a:extLst>
                </p14:cNvPr>
                <p14:cNvContentPartPr/>
                <p14:nvPr/>
              </p14:nvContentPartPr>
              <p14:xfrm>
                <a:off x="224483" y="4927289"/>
                <a:ext cx="234000" cy="254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2354D35-30E4-563D-462A-EEC576F42FC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15483" y="4918289"/>
                  <a:ext cx="251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54FF95D-5381-ED92-5C14-EFDAEF603193}"/>
                    </a:ext>
                  </a:extLst>
                </p14:cNvPr>
                <p14:cNvContentPartPr/>
                <p14:nvPr/>
              </p14:nvContentPartPr>
              <p14:xfrm>
                <a:off x="364883" y="4702289"/>
                <a:ext cx="78840" cy="471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54FF95D-5381-ED92-5C14-EFDAEF60319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55883" y="4693289"/>
                  <a:ext cx="96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9EC2393-1A83-312D-C60A-4CA1CD6D0574}"/>
                    </a:ext>
                  </a:extLst>
                </p14:cNvPr>
                <p14:cNvContentPartPr/>
                <p14:nvPr/>
              </p14:nvContentPartPr>
              <p14:xfrm>
                <a:off x="520763" y="5032769"/>
                <a:ext cx="23040" cy="175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9EC2393-1A83-312D-C60A-4CA1CD6D057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12123" y="5023769"/>
                  <a:ext cx="40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778CE5F-AD8C-D179-02B0-8EE9578AE062}"/>
                    </a:ext>
                  </a:extLst>
                </p14:cNvPr>
                <p14:cNvContentPartPr/>
                <p14:nvPr/>
              </p14:nvContentPartPr>
              <p14:xfrm>
                <a:off x="488363" y="4912889"/>
                <a:ext cx="52920" cy="15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778CE5F-AD8C-D179-02B0-8EE9578AE06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79363" y="4903889"/>
                  <a:ext cx="70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2D4D2F6-86D0-9323-32C1-E1B6626A949A}"/>
                    </a:ext>
                  </a:extLst>
                </p14:cNvPr>
                <p14:cNvContentPartPr/>
                <p14:nvPr/>
              </p14:nvContentPartPr>
              <p14:xfrm>
                <a:off x="606083" y="4746929"/>
                <a:ext cx="219600" cy="447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2D4D2F6-86D0-9323-32C1-E1B6626A949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97443" y="4737929"/>
                  <a:ext cx="23724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EC55929-0084-6DAD-7BEF-63FB1AEDC3C8}"/>
                    </a:ext>
                  </a:extLst>
                </p14:cNvPr>
                <p14:cNvContentPartPr/>
                <p14:nvPr/>
              </p14:nvContentPartPr>
              <p14:xfrm>
                <a:off x="886163" y="4948889"/>
                <a:ext cx="178560" cy="261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EC55929-0084-6DAD-7BEF-63FB1AEDC3C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77523" y="4940249"/>
                  <a:ext cx="196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6B89D66-D44F-3F48-62DC-65618395C513}"/>
                    </a:ext>
                  </a:extLst>
                </p14:cNvPr>
                <p14:cNvContentPartPr/>
                <p14:nvPr/>
              </p14:nvContentPartPr>
              <p14:xfrm>
                <a:off x="1065803" y="4992089"/>
                <a:ext cx="191160" cy="208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6B89D66-D44F-3F48-62DC-65618395C51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56803" y="4983089"/>
                  <a:ext cx="208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C57D250-7F4D-CAAE-A659-95996DA5A8C4}"/>
                    </a:ext>
                  </a:extLst>
                </p14:cNvPr>
                <p14:cNvContentPartPr/>
                <p14:nvPr/>
              </p14:nvContentPartPr>
              <p14:xfrm>
                <a:off x="1292963" y="4804529"/>
                <a:ext cx="74520" cy="406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57D250-7F4D-CAAE-A659-95996DA5A8C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283963" y="4795889"/>
                  <a:ext cx="9216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C2BBE9E-3FE2-1636-5B00-BAC608BBC561}"/>
                    </a:ext>
                  </a:extLst>
                </p14:cNvPr>
                <p14:cNvContentPartPr/>
                <p14:nvPr/>
              </p14:nvContentPartPr>
              <p14:xfrm>
                <a:off x="1275323" y="4919729"/>
                <a:ext cx="275400" cy="287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C2BBE9E-3FE2-1636-5B00-BAC608BBC56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266683" y="4910729"/>
                  <a:ext cx="2930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E923E2-5497-04DA-5DDE-07C20E015C03}"/>
                    </a:ext>
                  </a:extLst>
                </p14:cNvPr>
                <p14:cNvContentPartPr/>
                <p14:nvPr/>
              </p14:nvContentPartPr>
              <p14:xfrm>
                <a:off x="1615523" y="4790849"/>
                <a:ext cx="56160" cy="437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E923E2-5497-04DA-5DDE-07C20E015C0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606883" y="4781849"/>
                  <a:ext cx="738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0EE19ED-7902-13AC-A906-5FC3055BEFE3}"/>
                    </a:ext>
                  </a:extLst>
                </p14:cNvPr>
                <p14:cNvContentPartPr/>
                <p14:nvPr/>
              </p14:nvContentPartPr>
              <p14:xfrm>
                <a:off x="1637123" y="4985249"/>
                <a:ext cx="156960" cy="154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0EE19ED-7902-13AC-A906-5FC3055BEFE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628123" y="4976249"/>
                  <a:ext cx="174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4C4060A-8443-9D14-024A-B7AEE64E4FD8}"/>
                    </a:ext>
                  </a:extLst>
                </p14:cNvPr>
                <p14:cNvContentPartPr/>
                <p14:nvPr/>
              </p14:nvContentPartPr>
              <p14:xfrm>
                <a:off x="2138963" y="4877249"/>
                <a:ext cx="559080" cy="259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4C4060A-8443-9D14-024A-B7AEE64E4FD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30323" y="4868609"/>
                  <a:ext cx="576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C7BDCFE-E675-67E3-761A-C521159A5430}"/>
                    </a:ext>
                  </a:extLst>
                </p14:cNvPr>
                <p14:cNvContentPartPr/>
                <p14:nvPr/>
              </p14:nvContentPartPr>
              <p14:xfrm>
                <a:off x="2693723" y="4882649"/>
                <a:ext cx="168840" cy="235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C7BDCFE-E675-67E3-761A-C521159A543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684723" y="4874009"/>
                  <a:ext cx="186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1E2E031-0C65-FC52-4621-EF8DF5DF3269}"/>
                    </a:ext>
                  </a:extLst>
                </p14:cNvPr>
                <p14:cNvContentPartPr/>
                <p14:nvPr/>
              </p14:nvContentPartPr>
              <p14:xfrm>
                <a:off x="2858963" y="4837289"/>
                <a:ext cx="184320" cy="524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1E2E031-0C65-FC52-4621-EF8DF5DF326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850323" y="4828289"/>
                  <a:ext cx="20196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8E0AB1D-B037-3D48-7B76-1D1C11953DBD}"/>
                    </a:ext>
                  </a:extLst>
                </p14:cNvPr>
                <p14:cNvContentPartPr/>
                <p14:nvPr/>
              </p14:nvContentPartPr>
              <p14:xfrm>
                <a:off x="3101603" y="4849889"/>
                <a:ext cx="186120" cy="470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8E0AB1D-B037-3D48-7B76-1D1C11953DB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092963" y="4840889"/>
                  <a:ext cx="2037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8205EC-0A5C-8D4D-DF23-18E0612D4726}"/>
                    </a:ext>
                  </a:extLst>
                </p14:cNvPr>
                <p14:cNvContentPartPr/>
                <p14:nvPr/>
              </p14:nvContentPartPr>
              <p14:xfrm>
                <a:off x="3355043" y="4873289"/>
                <a:ext cx="203040" cy="290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8205EC-0A5C-8D4D-DF23-18E0612D472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346403" y="4864649"/>
                  <a:ext cx="2206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0B086F-2215-157E-52EC-9490F844746A}"/>
                    </a:ext>
                  </a:extLst>
                </p14:cNvPr>
                <p14:cNvContentPartPr/>
                <p14:nvPr/>
              </p14:nvContentPartPr>
              <p14:xfrm>
                <a:off x="3625403" y="4883729"/>
                <a:ext cx="205920" cy="274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0B086F-2215-157E-52EC-9490F844746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616763" y="4875089"/>
                  <a:ext cx="2235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B90B1F3-F3D0-15A8-22BC-D2BE793C0552}"/>
                    </a:ext>
                  </a:extLst>
                </p14:cNvPr>
                <p14:cNvContentPartPr/>
                <p14:nvPr/>
              </p14:nvContentPartPr>
              <p14:xfrm>
                <a:off x="3850043" y="4813169"/>
                <a:ext cx="205200" cy="267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B90B1F3-F3D0-15A8-22BC-D2BE793C055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841043" y="4804169"/>
                  <a:ext cx="222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0CF8FEF-ADC1-FF44-63AE-4C4F2477D3E3}"/>
                    </a:ext>
                  </a:extLst>
                </p14:cNvPr>
                <p14:cNvContentPartPr/>
                <p14:nvPr/>
              </p14:nvContentPartPr>
              <p14:xfrm>
                <a:off x="4077203" y="4656569"/>
                <a:ext cx="61920" cy="471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0CF8FEF-ADC1-FF44-63AE-4C4F2477D3E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068563" y="4647569"/>
                  <a:ext cx="7956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1D45CA3-AE21-EF35-0533-D862CDCF0F3E}"/>
                    </a:ext>
                  </a:extLst>
                </p14:cNvPr>
                <p14:cNvContentPartPr/>
                <p14:nvPr/>
              </p14:nvContentPartPr>
              <p14:xfrm>
                <a:off x="4087283" y="4875809"/>
                <a:ext cx="168840" cy="164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1D45CA3-AE21-EF35-0533-D862CDCF0F3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078643" y="4866809"/>
                  <a:ext cx="186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792ED58-868D-A4E6-2DD3-1A1D1E6E0EEB}"/>
                    </a:ext>
                  </a:extLst>
                </p14:cNvPr>
                <p14:cNvContentPartPr/>
                <p14:nvPr/>
              </p14:nvContentPartPr>
              <p14:xfrm>
                <a:off x="4270163" y="4809929"/>
                <a:ext cx="172800" cy="251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792ED58-868D-A4E6-2DD3-1A1D1E6E0EE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261523" y="4800929"/>
                  <a:ext cx="1904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A0756B0-0178-F454-A3E8-8F2E0E8E9E37}"/>
                    </a:ext>
                  </a:extLst>
                </p14:cNvPr>
                <p14:cNvContentPartPr/>
                <p14:nvPr/>
              </p14:nvContentPartPr>
              <p14:xfrm>
                <a:off x="4495523" y="4817489"/>
                <a:ext cx="172440" cy="244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A0756B0-0178-F454-A3E8-8F2E0E8E9E3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486523" y="4808489"/>
                  <a:ext cx="190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E48EFFE-1F0E-51ED-1728-3D742E10E471}"/>
                    </a:ext>
                  </a:extLst>
                </p14:cNvPr>
                <p14:cNvContentPartPr/>
                <p14:nvPr/>
              </p14:nvContentPartPr>
              <p14:xfrm>
                <a:off x="4949483" y="4533089"/>
                <a:ext cx="30960" cy="464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E48EFFE-1F0E-51ED-1728-3D742E10E47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40483" y="4524449"/>
                  <a:ext cx="486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28BFB91-57CF-8502-A14C-6952DC2D2D34}"/>
                    </a:ext>
                  </a:extLst>
                </p14:cNvPr>
                <p14:cNvContentPartPr/>
                <p14:nvPr/>
              </p14:nvContentPartPr>
              <p14:xfrm>
                <a:off x="4947323" y="4748009"/>
                <a:ext cx="188640" cy="297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28BFB91-57CF-8502-A14C-6952DC2D2D3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938683" y="4739009"/>
                  <a:ext cx="2062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0C5F318-C40F-7A8A-90E5-6D2E07D297CB}"/>
                    </a:ext>
                  </a:extLst>
                </p14:cNvPr>
                <p14:cNvContentPartPr/>
                <p14:nvPr/>
              </p14:nvContentPartPr>
              <p14:xfrm>
                <a:off x="5204003" y="4754849"/>
                <a:ext cx="134640" cy="249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0C5F318-C40F-7A8A-90E5-6D2E07D297C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195363" y="4745849"/>
                  <a:ext cx="152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5361F53-65BE-8939-2C30-363482025EB9}"/>
                    </a:ext>
                  </a:extLst>
                </p14:cNvPr>
                <p14:cNvContentPartPr/>
                <p14:nvPr/>
              </p14:nvContentPartPr>
              <p14:xfrm>
                <a:off x="5393003" y="4719209"/>
                <a:ext cx="239040" cy="2865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5361F53-65BE-8939-2C30-363482025EB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384363" y="4710209"/>
                  <a:ext cx="256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64DA20A-8377-201A-AC0A-A561C7D484DF}"/>
                    </a:ext>
                  </a:extLst>
                </p14:cNvPr>
                <p14:cNvContentPartPr/>
                <p14:nvPr/>
              </p14:nvContentPartPr>
              <p14:xfrm>
                <a:off x="5715563" y="4843769"/>
                <a:ext cx="115920" cy="18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64DA20A-8377-201A-AC0A-A561C7D484D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706923" y="4835129"/>
                  <a:ext cx="133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9DCEAE6-F6DB-F604-9186-042CEF3AF183}"/>
                    </a:ext>
                  </a:extLst>
                </p14:cNvPr>
                <p14:cNvContentPartPr/>
                <p14:nvPr/>
              </p14:nvContentPartPr>
              <p14:xfrm>
                <a:off x="242123" y="5485649"/>
                <a:ext cx="89280" cy="526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9DCEAE6-F6DB-F604-9186-042CEF3AF18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33483" y="5477009"/>
                  <a:ext cx="1069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DE5DD96-5FB7-A276-A541-4C139884E1DD}"/>
                    </a:ext>
                  </a:extLst>
                </p14:cNvPr>
                <p14:cNvContentPartPr/>
                <p14:nvPr/>
              </p14:nvContentPartPr>
              <p14:xfrm>
                <a:off x="234563" y="5501129"/>
                <a:ext cx="227160" cy="226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DE5DD96-5FB7-A276-A541-4C139884E1D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25923" y="5492129"/>
                  <a:ext cx="244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37C485A-18FB-E415-462F-618A60A8B42B}"/>
                    </a:ext>
                  </a:extLst>
                </p14:cNvPr>
                <p14:cNvContentPartPr/>
                <p14:nvPr/>
              </p14:nvContentPartPr>
              <p14:xfrm>
                <a:off x="512843" y="5508329"/>
                <a:ext cx="214200" cy="228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37C485A-18FB-E415-462F-618A60A8B42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04203" y="5499329"/>
                  <a:ext cx="231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1B306A-7AC1-F391-17BA-0B2B2AD71B04}"/>
                    </a:ext>
                  </a:extLst>
                </p14:cNvPr>
                <p14:cNvContentPartPr/>
                <p14:nvPr/>
              </p14:nvContentPartPr>
              <p14:xfrm>
                <a:off x="769523" y="5497529"/>
                <a:ext cx="164880" cy="217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1B306A-7AC1-F391-17BA-0B2B2AD71B0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0523" y="5488889"/>
                  <a:ext cx="182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D395EBB-EBE7-1958-F88E-3CE762BD1F83}"/>
                    </a:ext>
                  </a:extLst>
                </p14:cNvPr>
                <p14:cNvContentPartPr/>
                <p14:nvPr/>
              </p14:nvContentPartPr>
              <p14:xfrm>
                <a:off x="972923" y="5513729"/>
                <a:ext cx="144720" cy="203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D395EBB-EBE7-1958-F88E-3CE762BD1F8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63923" y="5504729"/>
                  <a:ext cx="1623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821C43A-7138-CC52-B784-AE627C52B94E}"/>
                    </a:ext>
                  </a:extLst>
                </p14:cNvPr>
                <p14:cNvContentPartPr/>
                <p14:nvPr/>
              </p14:nvContentPartPr>
              <p14:xfrm>
                <a:off x="1177403" y="5499329"/>
                <a:ext cx="168480" cy="216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821C43A-7138-CC52-B784-AE627C52B94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68763" y="5490329"/>
                  <a:ext cx="186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9E4A7C8-5847-44E5-5687-BA1B95F87494}"/>
                    </a:ext>
                  </a:extLst>
                </p14:cNvPr>
                <p14:cNvContentPartPr/>
                <p14:nvPr/>
              </p14:nvContentPartPr>
              <p14:xfrm>
                <a:off x="1611923" y="5521649"/>
                <a:ext cx="82080" cy="478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9E4A7C8-5847-44E5-5687-BA1B95F8749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602923" y="5513009"/>
                  <a:ext cx="997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A319327-85CB-6007-BA52-BFC1A6948CB2}"/>
                    </a:ext>
                  </a:extLst>
                </p14:cNvPr>
                <p14:cNvContentPartPr/>
                <p14:nvPr/>
              </p14:nvContentPartPr>
              <p14:xfrm>
                <a:off x="1594283" y="5486009"/>
                <a:ext cx="178920" cy="222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A319327-85CB-6007-BA52-BFC1A6948CB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585283" y="5477369"/>
                  <a:ext cx="196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CC63DF4-FA7F-C1BE-0D9B-6D185E768EB0}"/>
                    </a:ext>
                  </a:extLst>
                </p14:cNvPr>
                <p14:cNvContentPartPr/>
                <p14:nvPr/>
              </p14:nvContentPartPr>
              <p14:xfrm>
                <a:off x="1814963" y="5515889"/>
                <a:ext cx="148680" cy="211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CC63DF4-FA7F-C1BE-0D9B-6D185E768EB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806323" y="5507249"/>
                  <a:ext cx="166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5D84BD8-4FDB-B2A8-1221-92583D768214}"/>
                    </a:ext>
                  </a:extLst>
                </p14:cNvPr>
                <p14:cNvContentPartPr/>
                <p14:nvPr/>
              </p14:nvContentPartPr>
              <p14:xfrm>
                <a:off x="2046083" y="5382689"/>
                <a:ext cx="64800" cy="420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5D84BD8-4FDB-B2A8-1221-92583D76821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037443" y="5374049"/>
                  <a:ext cx="824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04CD1FB-1E17-422F-F03E-1846EF91928E}"/>
                    </a:ext>
                  </a:extLst>
                </p14:cNvPr>
                <p14:cNvContentPartPr/>
                <p14:nvPr/>
              </p14:nvContentPartPr>
              <p14:xfrm>
                <a:off x="1973363" y="5531009"/>
                <a:ext cx="185040" cy="9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04CD1FB-1E17-422F-F03E-1846EF91928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964363" y="5522009"/>
                  <a:ext cx="202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6DD6387-768A-419E-E6F0-9C2B1011E899}"/>
                    </a:ext>
                  </a:extLst>
                </p14:cNvPr>
                <p14:cNvContentPartPr/>
                <p14:nvPr/>
              </p14:nvContentPartPr>
              <p14:xfrm>
                <a:off x="2152283" y="5511209"/>
                <a:ext cx="165240" cy="241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6DD6387-768A-419E-E6F0-9C2B1011E89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143643" y="5502209"/>
                  <a:ext cx="1828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5D39171-E476-8AA1-CE1E-E9FD8B33A028}"/>
                    </a:ext>
                  </a:extLst>
                </p14:cNvPr>
                <p14:cNvContentPartPr/>
                <p14:nvPr/>
              </p14:nvContentPartPr>
              <p14:xfrm>
                <a:off x="2378723" y="5524169"/>
                <a:ext cx="160920" cy="222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5D39171-E476-8AA1-CE1E-E9FD8B33A02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370083" y="5515169"/>
                  <a:ext cx="178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7EC3D8C-1030-1EBC-8CC9-529F2486F60E}"/>
                    </a:ext>
                  </a:extLst>
                </p14:cNvPr>
                <p14:cNvContentPartPr/>
                <p14:nvPr/>
              </p14:nvContentPartPr>
              <p14:xfrm>
                <a:off x="2814323" y="5360369"/>
                <a:ext cx="168480" cy="406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7EC3D8C-1030-1EBC-8CC9-529F2486F60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805683" y="5351369"/>
                  <a:ext cx="1861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48EEE69-77D4-5C89-91C1-BB1198BF576F}"/>
                    </a:ext>
                  </a:extLst>
                </p14:cNvPr>
                <p14:cNvContentPartPr/>
                <p14:nvPr/>
              </p14:nvContentPartPr>
              <p14:xfrm>
                <a:off x="3026363" y="5439209"/>
                <a:ext cx="186120" cy="502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48EEE69-77D4-5C89-91C1-BB1198BF576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017723" y="5430569"/>
                  <a:ext cx="2037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2A2B10D-6014-1576-D1F8-102E639B8C0D}"/>
                    </a:ext>
                  </a:extLst>
                </p14:cNvPr>
                <p14:cNvContentPartPr/>
                <p14:nvPr/>
              </p14:nvContentPartPr>
              <p14:xfrm>
                <a:off x="3231923" y="5437769"/>
                <a:ext cx="157680" cy="231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2A2B10D-6014-1576-D1F8-102E639B8C0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223283" y="5428769"/>
                  <a:ext cx="175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037ECB6-D967-01C8-A1BF-F6C3EB3CAE53}"/>
                    </a:ext>
                  </a:extLst>
                </p14:cNvPr>
                <p14:cNvContentPartPr/>
                <p14:nvPr/>
              </p14:nvContentPartPr>
              <p14:xfrm>
                <a:off x="3454403" y="5256329"/>
                <a:ext cx="45720" cy="444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037ECB6-D967-01C8-A1BF-F6C3EB3CAE5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445763" y="5247689"/>
                  <a:ext cx="633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964546C-607B-C5B1-CC12-26CD1892C91B}"/>
                    </a:ext>
                  </a:extLst>
                </p14:cNvPr>
                <p14:cNvContentPartPr/>
                <p14:nvPr/>
              </p14:nvContentPartPr>
              <p14:xfrm>
                <a:off x="3518843" y="5422289"/>
                <a:ext cx="144720" cy="251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964546C-607B-C5B1-CC12-26CD1892C91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509843" y="5413649"/>
                  <a:ext cx="1623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7251B34-EF08-19DD-CCA6-B626FB67C072}"/>
                    </a:ext>
                  </a:extLst>
                </p14:cNvPr>
                <p14:cNvContentPartPr/>
                <p14:nvPr/>
              </p14:nvContentPartPr>
              <p14:xfrm>
                <a:off x="3694163" y="5444969"/>
                <a:ext cx="146160" cy="218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7251B34-EF08-19DD-CCA6-B626FB67C07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685523" y="5436329"/>
                  <a:ext cx="163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AC43A7B-C7E8-9074-3986-41BA085D3EE8}"/>
                    </a:ext>
                  </a:extLst>
                </p14:cNvPr>
                <p14:cNvContentPartPr/>
                <p14:nvPr/>
              </p14:nvContentPartPr>
              <p14:xfrm>
                <a:off x="3899003" y="5448209"/>
                <a:ext cx="131400" cy="207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AC43A7B-C7E8-9074-3986-41BA085D3EE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890363" y="5439569"/>
                  <a:ext cx="1490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A38EC63-F4EE-085A-DAA7-3D4505F978EC}"/>
                    </a:ext>
                  </a:extLst>
                </p14:cNvPr>
                <p14:cNvContentPartPr/>
                <p14:nvPr/>
              </p14:nvContentPartPr>
              <p14:xfrm>
                <a:off x="4090883" y="5421929"/>
                <a:ext cx="131040" cy="257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A38EC63-F4EE-085A-DAA7-3D4505F978E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082243" y="5413289"/>
                  <a:ext cx="1486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42EF152-3515-B07B-D183-52CFFBF17B07}"/>
                    </a:ext>
                  </a:extLst>
                </p14:cNvPr>
                <p14:cNvContentPartPr/>
                <p14:nvPr/>
              </p14:nvContentPartPr>
              <p14:xfrm>
                <a:off x="4323443" y="5392049"/>
                <a:ext cx="280440" cy="223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42EF152-3515-B07B-D183-52CFFBF17B0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314443" y="5383049"/>
                  <a:ext cx="2980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6B839D8-4551-5086-8657-B01C4F9FE935}"/>
                    </a:ext>
                  </a:extLst>
                </p14:cNvPr>
                <p14:cNvContentPartPr/>
                <p14:nvPr/>
              </p14:nvContentPartPr>
              <p14:xfrm>
                <a:off x="4676963" y="5384849"/>
                <a:ext cx="196560" cy="254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6B839D8-4551-5086-8657-B01C4F9FE93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668323" y="5375849"/>
                  <a:ext cx="214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6B6ECB3-F8A0-ED66-9F06-33B09F69DBB8}"/>
                    </a:ext>
                  </a:extLst>
                </p14:cNvPr>
                <p14:cNvContentPartPr/>
                <p14:nvPr/>
              </p14:nvContentPartPr>
              <p14:xfrm>
                <a:off x="4869563" y="5247329"/>
                <a:ext cx="47160" cy="369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6B6ECB3-F8A0-ED66-9F06-33B09F69DBB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860563" y="5238329"/>
                  <a:ext cx="648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6FAB090-963A-CF53-4690-6295B19A193B}"/>
                    </a:ext>
                  </a:extLst>
                </p14:cNvPr>
                <p14:cNvContentPartPr/>
                <p14:nvPr/>
              </p14:nvContentPartPr>
              <p14:xfrm>
                <a:off x="4818083" y="5410049"/>
                <a:ext cx="155880" cy="36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6FAB090-963A-CF53-4690-6295B19A193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809083" y="5401049"/>
                  <a:ext cx="173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38E00D3-BB09-BB93-79D7-19D902C05EAC}"/>
                    </a:ext>
                  </a:extLst>
                </p14:cNvPr>
                <p14:cNvContentPartPr/>
                <p14:nvPr/>
              </p14:nvContentPartPr>
              <p14:xfrm>
                <a:off x="4964963" y="5397089"/>
                <a:ext cx="212400" cy="232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38E00D3-BB09-BB93-79D7-19D902C05EA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955963" y="5388449"/>
                  <a:ext cx="2300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FE632DA-91C4-477B-2B53-1647BF1A9865}"/>
                    </a:ext>
                  </a:extLst>
                </p14:cNvPr>
                <p14:cNvContentPartPr/>
                <p14:nvPr/>
              </p14:nvContentPartPr>
              <p14:xfrm>
                <a:off x="5209763" y="5380529"/>
                <a:ext cx="126720" cy="250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FE632DA-91C4-477B-2B53-1647BF1A986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200763" y="5371889"/>
                  <a:ext cx="1443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6B4D133-DB5D-A17D-AF3B-E04B393C992F}"/>
                    </a:ext>
                  </a:extLst>
                </p14:cNvPr>
                <p14:cNvContentPartPr/>
                <p14:nvPr/>
              </p14:nvContentPartPr>
              <p14:xfrm>
                <a:off x="5256203" y="5206649"/>
                <a:ext cx="256320" cy="619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6B4D133-DB5D-A17D-AF3B-E04B393C992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247203" y="5197649"/>
                  <a:ext cx="27396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A9969B1-6A09-DDE2-0AE1-C9505AEB5310}"/>
                    </a:ext>
                  </a:extLst>
                </p14:cNvPr>
                <p14:cNvContentPartPr/>
                <p14:nvPr/>
              </p14:nvContentPartPr>
              <p14:xfrm>
                <a:off x="5617643" y="5745569"/>
                <a:ext cx="360" cy="2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A9969B1-6A09-DDE2-0AE1-C9505AEB53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09003" y="5736569"/>
                  <a:ext cx="18000" cy="20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6" name="Picture 185">
            <a:extLst>
              <a:ext uri="{FF2B5EF4-FFF2-40B4-BE49-F238E27FC236}">
                <a16:creationId xmlns:a16="http://schemas.microsoft.com/office/drawing/2014/main" id="{79507AF5-02FA-E3D4-E7BE-CF3D2ECC354B}"/>
              </a:ext>
            </a:extLst>
          </p:cNvPr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6185723" y="2316793"/>
            <a:ext cx="5119200" cy="4479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252CF7F-C30D-89E4-D9F4-98D8A57571B7}"/>
                  </a:ext>
                </a:extLst>
              </p14:cNvPr>
              <p14:cNvContentPartPr/>
              <p14:nvPr/>
            </p14:nvContentPartPr>
            <p14:xfrm>
              <a:off x="176040" y="62640"/>
              <a:ext cx="12126600" cy="68878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252CF7F-C30D-89E4-D9F4-98D8A57571B7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166680" y="53280"/>
                <a:ext cx="12145320" cy="690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42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642E6CB-031A-01BD-A193-25FD74690CDD}"/>
              </a:ext>
            </a:extLst>
          </p:cNvPr>
          <p:cNvGrpSpPr/>
          <p:nvPr/>
        </p:nvGrpSpPr>
        <p:grpSpPr>
          <a:xfrm>
            <a:off x="352643" y="198470"/>
            <a:ext cx="1447920" cy="586440"/>
            <a:chOff x="352643" y="198470"/>
            <a:chExt cx="1447920" cy="58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8FD5A29-D965-CDD1-3B4F-C5574040CAF9}"/>
                    </a:ext>
                  </a:extLst>
                </p14:cNvPr>
                <p14:cNvContentPartPr/>
                <p14:nvPr/>
              </p14:nvContentPartPr>
              <p14:xfrm>
                <a:off x="1385843" y="662870"/>
                <a:ext cx="12960" cy="21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8FD5A29-D965-CDD1-3B4F-C5574040CA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76843" y="653870"/>
                  <a:ext cx="30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EBD2E79-C0C2-0DFE-034E-A1EAC1C14732}"/>
                    </a:ext>
                  </a:extLst>
                </p14:cNvPr>
                <p14:cNvContentPartPr/>
                <p14:nvPr/>
              </p14:nvContentPartPr>
              <p14:xfrm>
                <a:off x="352643" y="198470"/>
                <a:ext cx="271800" cy="513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EBD2E79-C0C2-0DFE-034E-A1EAC1C147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3643" y="189470"/>
                  <a:ext cx="28944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8922E8-90DF-C4AC-F49D-57C9CFA32722}"/>
                    </a:ext>
                  </a:extLst>
                </p14:cNvPr>
                <p14:cNvContentPartPr/>
                <p14:nvPr/>
              </p14:nvContentPartPr>
              <p14:xfrm>
                <a:off x="639923" y="510230"/>
                <a:ext cx="112680" cy="206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8922E8-90DF-C4AC-F49D-57C9CFA327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1283" y="501590"/>
                  <a:ext cx="130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DF90A3-2432-D972-BF46-260C9A7A1354}"/>
                    </a:ext>
                  </a:extLst>
                </p14:cNvPr>
                <p14:cNvContentPartPr/>
                <p14:nvPr/>
              </p14:nvContentPartPr>
              <p14:xfrm>
                <a:off x="823523" y="327350"/>
                <a:ext cx="69840" cy="387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DF90A3-2432-D972-BF46-260C9A7A13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4523" y="318350"/>
                  <a:ext cx="874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7FEC428-57DA-1177-9304-A7B6B3D91151}"/>
                    </a:ext>
                  </a:extLst>
                </p14:cNvPr>
                <p14:cNvContentPartPr/>
                <p14:nvPr/>
              </p14:nvContentPartPr>
              <p14:xfrm>
                <a:off x="953843" y="358670"/>
                <a:ext cx="9360" cy="335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7FEC428-57DA-1177-9304-A7B6B3D911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5203" y="350030"/>
                  <a:ext cx="270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A1C350-0D0A-16FF-CD24-162C66B0C5F5}"/>
                    </a:ext>
                  </a:extLst>
                </p14:cNvPr>
                <p14:cNvContentPartPr/>
                <p14:nvPr/>
              </p14:nvContentPartPr>
              <p14:xfrm>
                <a:off x="909923" y="556670"/>
                <a:ext cx="122040" cy="1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A1C350-0D0A-16FF-CD24-162C66B0C5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1283" y="547670"/>
                  <a:ext cx="139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19B3CA8-1A1C-D197-2E22-4A64B9D7AD45}"/>
                    </a:ext>
                  </a:extLst>
                </p14:cNvPr>
                <p14:cNvContentPartPr/>
                <p14:nvPr/>
              </p14:nvContentPartPr>
              <p14:xfrm>
                <a:off x="1044203" y="527510"/>
                <a:ext cx="189720" cy="213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19B3CA8-1A1C-D197-2E22-4A64B9D7AD4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5563" y="518510"/>
                  <a:ext cx="207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EB47DC-D132-D612-B8F6-30BDF84D1D93}"/>
                    </a:ext>
                  </a:extLst>
                </p14:cNvPr>
                <p14:cNvContentPartPr/>
                <p14:nvPr/>
              </p14:nvContentPartPr>
              <p14:xfrm>
                <a:off x="1306643" y="549830"/>
                <a:ext cx="142200" cy="19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EB47DC-D132-D612-B8F6-30BDF84D1D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98003" y="540830"/>
                  <a:ext cx="159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A5F4F84-EEF3-1026-2240-3BC4FFC00BDC}"/>
                    </a:ext>
                  </a:extLst>
                </p14:cNvPr>
                <p14:cNvContentPartPr/>
                <p14:nvPr/>
              </p14:nvContentPartPr>
              <p14:xfrm>
                <a:off x="1453523" y="413390"/>
                <a:ext cx="68760" cy="324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A5F4F84-EEF3-1026-2240-3BC4FFC00B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44883" y="404390"/>
                  <a:ext cx="864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554DEB9-0766-B25F-F111-679F866E9D48}"/>
                    </a:ext>
                  </a:extLst>
                </p14:cNvPr>
                <p14:cNvContentPartPr/>
                <p14:nvPr/>
              </p14:nvContentPartPr>
              <p14:xfrm>
                <a:off x="1433363" y="497990"/>
                <a:ext cx="136080" cy="3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554DEB9-0766-B25F-F111-679F866E9D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24723" y="488990"/>
                  <a:ext cx="153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3C3EBE-A649-9A94-259A-9D71BF2736B1}"/>
                    </a:ext>
                  </a:extLst>
                </p14:cNvPr>
                <p14:cNvContentPartPr/>
                <p14:nvPr/>
              </p14:nvContentPartPr>
              <p14:xfrm>
                <a:off x="1570523" y="546230"/>
                <a:ext cx="108360" cy="178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3C3EBE-A649-9A94-259A-9D71BF2736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61523" y="537590"/>
                  <a:ext cx="1260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D02602-072F-8CCC-CF07-C5BD2B0203C7}"/>
                    </a:ext>
                  </a:extLst>
                </p14:cNvPr>
                <p14:cNvContentPartPr/>
                <p14:nvPr/>
              </p14:nvContentPartPr>
              <p14:xfrm>
                <a:off x="1681763" y="562070"/>
                <a:ext cx="118800" cy="222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D02602-072F-8CCC-CF07-C5BD2B0203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73123" y="553430"/>
                  <a:ext cx="13644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09E8108-75AB-CB63-37B0-5B0CBBC4DAAD}"/>
                  </a:ext>
                </a:extLst>
              </p14:cNvPr>
              <p14:cNvContentPartPr/>
              <p14:nvPr/>
            </p14:nvContentPartPr>
            <p14:xfrm>
              <a:off x="1991003" y="604190"/>
              <a:ext cx="20520" cy="113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09E8108-75AB-CB63-37B0-5B0CBBC4DAA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82003" y="595190"/>
                <a:ext cx="3816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F7463CA-5EBB-D17A-8670-ABBB2C9DA4F8}"/>
              </a:ext>
            </a:extLst>
          </p:cNvPr>
          <p:cNvGrpSpPr/>
          <p:nvPr/>
        </p:nvGrpSpPr>
        <p:grpSpPr>
          <a:xfrm>
            <a:off x="2766443" y="207470"/>
            <a:ext cx="1160640" cy="499320"/>
            <a:chOff x="2766443" y="207470"/>
            <a:chExt cx="1160640" cy="4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22B7D0-2E02-2166-4C0D-2C67514D9C23}"/>
                    </a:ext>
                  </a:extLst>
                </p14:cNvPr>
                <p14:cNvContentPartPr/>
                <p14:nvPr/>
              </p14:nvContentPartPr>
              <p14:xfrm>
                <a:off x="2766443" y="450110"/>
                <a:ext cx="417600" cy="21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22B7D0-2E02-2166-4C0D-2C67514D9C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57803" y="441470"/>
                  <a:ext cx="435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33303AE-026F-C2D6-BCC5-68593C036665}"/>
                    </a:ext>
                  </a:extLst>
                </p14:cNvPr>
                <p14:cNvContentPartPr/>
                <p14:nvPr/>
              </p14:nvContentPartPr>
              <p14:xfrm>
                <a:off x="3203843" y="207470"/>
                <a:ext cx="384480" cy="49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33303AE-026F-C2D6-BCC5-68593C0366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94843" y="198470"/>
                  <a:ext cx="40212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512EA7-EDA7-7FAC-20CB-A3AB01517680}"/>
                    </a:ext>
                  </a:extLst>
                </p14:cNvPr>
                <p14:cNvContentPartPr/>
                <p14:nvPr/>
              </p14:nvContentPartPr>
              <p14:xfrm>
                <a:off x="3272603" y="351110"/>
                <a:ext cx="174960" cy="20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6512EA7-EDA7-7FAC-20CB-A3AB0151768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63963" y="342110"/>
                  <a:ext cx="192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67F5CA9-65E9-761E-1110-5F2E58033231}"/>
                    </a:ext>
                  </a:extLst>
                </p14:cNvPr>
                <p14:cNvContentPartPr/>
                <p14:nvPr/>
              </p14:nvContentPartPr>
              <p14:xfrm>
                <a:off x="3557723" y="431030"/>
                <a:ext cx="369360" cy="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67F5CA9-65E9-761E-1110-5F2E580332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48723" y="422390"/>
                  <a:ext cx="38700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A5F652A-8C46-227F-A640-E7C80048F369}"/>
                  </a:ext>
                </a:extLst>
              </p14:cNvPr>
              <p14:cNvContentPartPr/>
              <p14:nvPr/>
            </p14:nvContentPartPr>
            <p14:xfrm>
              <a:off x="1699763" y="1635950"/>
              <a:ext cx="105480" cy="125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A5F652A-8C46-227F-A640-E7C80048F36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90763" y="1627310"/>
                <a:ext cx="12312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F70CCEB-48D8-68C2-F1D2-4424E14B89A7}"/>
              </a:ext>
            </a:extLst>
          </p:cNvPr>
          <p:cNvGrpSpPr/>
          <p:nvPr/>
        </p:nvGrpSpPr>
        <p:grpSpPr>
          <a:xfrm>
            <a:off x="1624163" y="1546310"/>
            <a:ext cx="1496880" cy="283680"/>
            <a:chOff x="1624163" y="1546310"/>
            <a:chExt cx="14968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8B1BBB-DEF3-ACC2-45D6-883C17C410F7}"/>
                    </a:ext>
                  </a:extLst>
                </p14:cNvPr>
                <p14:cNvContentPartPr/>
                <p14:nvPr/>
              </p14:nvContentPartPr>
              <p14:xfrm>
                <a:off x="1688243" y="1579070"/>
                <a:ext cx="1432800" cy="9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8B1BBB-DEF3-ACC2-45D6-883C17C410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79603" y="1570070"/>
                  <a:ext cx="1450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C38798A-A49B-058C-D386-BA6A90B2A69D}"/>
                    </a:ext>
                  </a:extLst>
                </p14:cNvPr>
                <p14:cNvContentPartPr/>
                <p14:nvPr/>
              </p14:nvContentPartPr>
              <p14:xfrm>
                <a:off x="1624163" y="1546310"/>
                <a:ext cx="146880" cy="283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C38798A-A49B-058C-D386-BA6A90B2A6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15163" y="1537670"/>
                  <a:ext cx="164520" cy="3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88A5F47-A02A-3B46-0126-CE6E1BAA494E}"/>
                  </a:ext>
                </a:extLst>
              </p14:cNvPr>
              <p14:cNvContentPartPr/>
              <p14:nvPr/>
            </p14:nvContentPartPr>
            <p14:xfrm>
              <a:off x="3103043" y="1583390"/>
              <a:ext cx="30600" cy="401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88A5F47-A02A-3B46-0126-CE6E1BAA494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94403" y="1574750"/>
                <a:ext cx="482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729758C-ECF4-104C-9B65-65896673715E}"/>
                  </a:ext>
                </a:extLst>
              </p14:cNvPr>
              <p14:cNvContentPartPr/>
              <p14:nvPr/>
            </p14:nvContentPartPr>
            <p14:xfrm>
              <a:off x="2957603" y="1973630"/>
              <a:ext cx="455040" cy="601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729758C-ECF4-104C-9B65-65896673715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948963" y="1964990"/>
                <a:ext cx="472680" cy="6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0EF53F0-EF6C-8835-AFEC-FE005DD2B4EB}"/>
                  </a:ext>
                </a:extLst>
              </p14:cNvPr>
              <p14:cNvContentPartPr/>
              <p14:nvPr/>
            </p14:nvContentPartPr>
            <p14:xfrm>
              <a:off x="3070643" y="2139590"/>
              <a:ext cx="167400" cy="2487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0EF53F0-EF6C-8835-AFEC-FE005DD2B4E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61643" y="2130590"/>
                <a:ext cx="1850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65FFEE3-26A7-19A7-B322-5E24597C333A}"/>
                  </a:ext>
                </a:extLst>
              </p14:cNvPr>
              <p14:cNvContentPartPr/>
              <p14:nvPr/>
            </p14:nvContentPartPr>
            <p14:xfrm>
              <a:off x="3165323" y="2548190"/>
              <a:ext cx="17280" cy="615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65FFEE3-26A7-19A7-B322-5E24597C333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56323" y="2539550"/>
                <a:ext cx="34920" cy="63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359573D5-093F-C8BE-5AC1-6CC444B07937}"/>
              </a:ext>
            </a:extLst>
          </p:cNvPr>
          <p:cNvGrpSpPr/>
          <p:nvPr/>
        </p:nvGrpSpPr>
        <p:grpSpPr>
          <a:xfrm>
            <a:off x="2938883" y="1604630"/>
            <a:ext cx="453600" cy="1497240"/>
            <a:chOff x="2938883" y="1604630"/>
            <a:chExt cx="453600" cy="149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920CED-3034-443E-489D-1F8C1D945554}"/>
                    </a:ext>
                  </a:extLst>
                </p14:cNvPr>
                <p14:cNvContentPartPr/>
                <p14:nvPr/>
              </p14:nvContentPartPr>
              <p14:xfrm>
                <a:off x="3092963" y="1604630"/>
                <a:ext cx="12240" cy="38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920CED-3034-443E-489D-1F8C1D94555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84323" y="1595990"/>
                  <a:ext cx="298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AA7280E-C0FB-2380-F2A7-E7E3E2D5BB0B}"/>
                    </a:ext>
                  </a:extLst>
                </p14:cNvPr>
                <p14:cNvContentPartPr/>
                <p14:nvPr/>
              </p14:nvContentPartPr>
              <p14:xfrm>
                <a:off x="2938883" y="1994510"/>
                <a:ext cx="453600" cy="539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AA7280E-C0FB-2380-F2A7-E7E3E2D5BB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29883" y="1985870"/>
                  <a:ext cx="4712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5ADA37-B23F-0024-32CA-4900A78AE59E}"/>
                    </a:ext>
                  </a:extLst>
                </p14:cNvPr>
                <p14:cNvContentPartPr/>
                <p14:nvPr/>
              </p14:nvContentPartPr>
              <p14:xfrm>
                <a:off x="3110963" y="2137070"/>
                <a:ext cx="126720" cy="255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5ADA37-B23F-0024-32CA-4900A78AE5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02323" y="2128430"/>
                  <a:ext cx="144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C4FBDC-0994-D9DA-EBE9-68EC6EA98EFB}"/>
                    </a:ext>
                  </a:extLst>
                </p14:cNvPr>
                <p14:cNvContentPartPr/>
                <p14:nvPr/>
              </p14:nvContentPartPr>
              <p14:xfrm>
                <a:off x="3095483" y="2564390"/>
                <a:ext cx="25560" cy="506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C4FBDC-0994-D9DA-EBE9-68EC6EA98E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86843" y="2555390"/>
                  <a:ext cx="4320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092A73-5070-E8F6-3727-E74852A42B53}"/>
                    </a:ext>
                  </a:extLst>
                </p14:cNvPr>
                <p14:cNvContentPartPr/>
                <p14:nvPr/>
              </p14:nvContentPartPr>
              <p14:xfrm>
                <a:off x="3147683" y="2599310"/>
                <a:ext cx="30960" cy="502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092A73-5070-E8F6-3727-E74852A42B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39043" y="2590310"/>
                  <a:ext cx="48600" cy="52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E14A29B-F239-416F-737E-6DC9853669AB}"/>
              </a:ext>
            </a:extLst>
          </p:cNvPr>
          <p:cNvGrpSpPr/>
          <p:nvPr/>
        </p:nvGrpSpPr>
        <p:grpSpPr>
          <a:xfrm>
            <a:off x="1539563" y="2911070"/>
            <a:ext cx="1602720" cy="446400"/>
            <a:chOff x="1539563" y="2911070"/>
            <a:chExt cx="160272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D52EBC-4969-2668-5382-307321DBC368}"/>
                    </a:ext>
                  </a:extLst>
                </p14:cNvPr>
                <p14:cNvContentPartPr/>
                <p14:nvPr/>
              </p14:nvContentPartPr>
              <p14:xfrm>
                <a:off x="1754123" y="3088550"/>
                <a:ext cx="61200" cy="69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D52EBC-4969-2668-5382-307321DBC3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45123" y="3079550"/>
                  <a:ext cx="78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78D4E8-0685-3491-6420-C5942F8C63F9}"/>
                    </a:ext>
                  </a:extLst>
                </p14:cNvPr>
                <p14:cNvContentPartPr/>
                <p14:nvPr/>
              </p14:nvContentPartPr>
              <p14:xfrm>
                <a:off x="1554323" y="2977670"/>
                <a:ext cx="154440" cy="342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78D4E8-0685-3491-6420-C5942F8C63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45683" y="2969030"/>
                  <a:ext cx="1720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7EFCC2-9FAF-2712-0942-081C63B76573}"/>
                    </a:ext>
                  </a:extLst>
                </p14:cNvPr>
                <p14:cNvContentPartPr/>
                <p14:nvPr/>
              </p14:nvContentPartPr>
              <p14:xfrm>
                <a:off x="1801283" y="3130310"/>
                <a:ext cx="1341000" cy="36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7EFCC2-9FAF-2712-0942-081C63B7657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92643" y="3121310"/>
                  <a:ext cx="1358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E33EE4B-83E7-328B-4240-1EE4B1925CFD}"/>
                    </a:ext>
                  </a:extLst>
                </p14:cNvPr>
                <p14:cNvContentPartPr/>
                <p14:nvPr/>
              </p14:nvContentPartPr>
              <p14:xfrm>
                <a:off x="1539563" y="2911070"/>
                <a:ext cx="177840" cy="44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E33EE4B-83E7-328B-4240-1EE4B1925C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30923" y="2902430"/>
                  <a:ext cx="1954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60D209-B4EA-03B4-FF21-A934B6E397DB}"/>
                    </a:ext>
                  </a:extLst>
                </p14:cNvPr>
                <p14:cNvContentPartPr/>
                <p14:nvPr/>
              </p14:nvContentPartPr>
              <p14:xfrm>
                <a:off x="1738283" y="3060470"/>
                <a:ext cx="88200" cy="124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60D209-B4EA-03B4-FF21-A934B6E397D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29283" y="3051830"/>
                  <a:ext cx="10584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5B87E0-82A5-DB99-DBC5-FAC7CC2BCD13}"/>
              </a:ext>
            </a:extLst>
          </p:cNvPr>
          <p:cNvGrpSpPr/>
          <p:nvPr/>
        </p:nvGrpSpPr>
        <p:grpSpPr>
          <a:xfrm>
            <a:off x="111443" y="1648910"/>
            <a:ext cx="1614960" cy="1656000"/>
            <a:chOff x="111443" y="1648910"/>
            <a:chExt cx="1614960" cy="165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376C29-A677-1577-9D79-60389019CC73}"/>
                    </a:ext>
                  </a:extLst>
                </p14:cNvPr>
                <p14:cNvContentPartPr/>
                <p14:nvPr/>
              </p14:nvContentPartPr>
              <p14:xfrm>
                <a:off x="752963" y="1648910"/>
                <a:ext cx="884160" cy="453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376C29-A677-1577-9D79-60389019CC7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4323" y="1640270"/>
                  <a:ext cx="9018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94D2F9-679C-EA3A-DCBA-9126050637B7}"/>
                    </a:ext>
                  </a:extLst>
                </p14:cNvPr>
                <p14:cNvContentPartPr/>
                <p14:nvPr/>
              </p14:nvContentPartPr>
              <p14:xfrm>
                <a:off x="544883" y="2124830"/>
                <a:ext cx="592560" cy="693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94D2F9-679C-EA3A-DCBA-9126050637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6243" y="2115830"/>
                  <a:ext cx="61020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2DBE15-892D-5D6F-788C-5895D434531E}"/>
                    </a:ext>
                  </a:extLst>
                </p14:cNvPr>
                <p14:cNvContentPartPr/>
                <p14:nvPr/>
              </p14:nvContentPartPr>
              <p14:xfrm>
                <a:off x="721643" y="2371070"/>
                <a:ext cx="132840" cy="33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2DBE15-892D-5D6F-788C-5895D434531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3003" y="2362070"/>
                  <a:ext cx="150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5C0B84-19D7-EF31-6FC1-32DFAD83FC58}"/>
                    </a:ext>
                  </a:extLst>
                </p14:cNvPr>
                <p14:cNvContentPartPr/>
                <p14:nvPr/>
              </p14:nvContentPartPr>
              <p14:xfrm>
                <a:off x="747923" y="2371070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5C0B84-19D7-EF31-6FC1-32DFAD83FC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9283" y="2362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CC0CE6-380A-303E-050D-6E8C8B0BB2BF}"/>
                    </a:ext>
                  </a:extLst>
                </p14:cNvPr>
                <p14:cNvContentPartPr/>
                <p14:nvPr/>
              </p14:nvContentPartPr>
              <p14:xfrm>
                <a:off x="747923" y="2332550"/>
                <a:ext cx="31680" cy="16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CC0CE6-380A-303E-050D-6E8C8B0BB2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9283" y="2323910"/>
                  <a:ext cx="49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BA66A9-2FC8-1871-65F8-EAD990C397FB}"/>
                    </a:ext>
                  </a:extLst>
                </p14:cNvPr>
                <p14:cNvContentPartPr/>
                <p14:nvPr/>
              </p14:nvContentPartPr>
              <p14:xfrm>
                <a:off x="752963" y="2597150"/>
                <a:ext cx="119520" cy="15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BA66A9-2FC8-1871-65F8-EAD990C397F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4323" y="2588150"/>
                  <a:ext cx="137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006A69E-D783-75C0-198A-0D8518EEC1AF}"/>
                    </a:ext>
                  </a:extLst>
                </p14:cNvPr>
                <p14:cNvContentPartPr/>
                <p14:nvPr/>
              </p14:nvContentPartPr>
              <p14:xfrm>
                <a:off x="828203" y="2782190"/>
                <a:ext cx="898200" cy="522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006A69E-D783-75C0-198A-0D8518EEC1A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9563" y="2773550"/>
                  <a:ext cx="91584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11E7D56-4890-DE45-B602-3FD28831263F}"/>
                    </a:ext>
                  </a:extLst>
                </p14:cNvPr>
                <p14:cNvContentPartPr/>
                <p14:nvPr/>
              </p14:nvContentPartPr>
              <p14:xfrm>
                <a:off x="111443" y="2344790"/>
                <a:ext cx="70920" cy="252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11E7D56-4890-DE45-B602-3FD28831263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803" y="2336150"/>
                  <a:ext cx="885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BD6A12-B063-F5F4-E0EE-5EC4E8C1CE9C}"/>
                    </a:ext>
                  </a:extLst>
                </p14:cNvPr>
                <p14:cNvContentPartPr/>
                <p14:nvPr/>
              </p14:nvContentPartPr>
              <p14:xfrm>
                <a:off x="194603" y="2403110"/>
                <a:ext cx="165960" cy="231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BD6A12-B063-F5F4-E0EE-5EC4E8C1CE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5603" y="2394110"/>
                  <a:ext cx="1836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252150D-B45F-61EF-C0AB-CB9600FF4DCA}"/>
                    </a:ext>
                  </a:extLst>
                </p14:cNvPr>
                <p14:cNvContentPartPr/>
                <p14:nvPr/>
              </p14:nvContentPartPr>
              <p14:xfrm>
                <a:off x="1065803" y="2777870"/>
                <a:ext cx="104400" cy="3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252150D-B45F-61EF-C0AB-CB9600FF4DC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6803" y="2768870"/>
                  <a:ext cx="122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5B11B4C-5983-B7A2-2104-66F7FDB75C10}"/>
                    </a:ext>
                  </a:extLst>
                </p14:cNvPr>
                <p14:cNvContentPartPr/>
                <p14:nvPr/>
              </p14:nvContentPartPr>
              <p14:xfrm>
                <a:off x="833603" y="2772110"/>
                <a:ext cx="773640" cy="448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5B11B4C-5983-B7A2-2104-66F7FDB75C1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4603" y="2763110"/>
                  <a:ext cx="791280" cy="46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B48D51A-F71B-1B76-C63E-28BD37343F49}"/>
              </a:ext>
            </a:extLst>
          </p:cNvPr>
          <p:cNvGrpSpPr/>
          <p:nvPr/>
        </p:nvGrpSpPr>
        <p:grpSpPr>
          <a:xfrm>
            <a:off x="4120043" y="2164430"/>
            <a:ext cx="509040" cy="235440"/>
            <a:chOff x="4120043" y="2164430"/>
            <a:chExt cx="50904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F4CCB5-C0B6-A04C-B3B4-70F86E5158D2}"/>
                    </a:ext>
                  </a:extLst>
                </p14:cNvPr>
                <p14:cNvContentPartPr/>
                <p14:nvPr/>
              </p14:nvContentPartPr>
              <p14:xfrm>
                <a:off x="4138763" y="2164430"/>
                <a:ext cx="490320" cy="235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F4CCB5-C0B6-A04C-B3B4-70F86E5158D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30123" y="2155430"/>
                  <a:ext cx="507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0B3083B-75E8-50CF-DDC3-CBDF5E696D59}"/>
                    </a:ext>
                  </a:extLst>
                </p14:cNvPr>
                <p14:cNvContentPartPr/>
                <p14:nvPr/>
              </p14:nvContentPartPr>
              <p14:xfrm>
                <a:off x="4120043" y="2201150"/>
                <a:ext cx="120960" cy="19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0B3083B-75E8-50CF-DDC3-CBDF5E696D5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11043" y="2192510"/>
                  <a:ext cx="13860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DA24A40-C20F-FC23-E430-C03852732AB1}"/>
              </a:ext>
            </a:extLst>
          </p:cNvPr>
          <p:cNvGrpSpPr/>
          <p:nvPr/>
        </p:nvGrpSpPr>
        <p:grpSpPr>
          <a:xfrm>
            <a:off x="6507203" y="3017270"/>
            <a:ext cx="734040" cy="313920"/>
            <a:chOff x="6507203" y="3017270"/>
            <a:chExt cx="73404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C0173C2-470D-2CBB-C3A4-68A3479CEA05}"/>
                    </a:ext>
                  </a:extLst>
                </p14:cNvPr>
                <p14:cNvContentPartPr/>
                <p14:nvPr/>
              </p14:nvContentPartPr>
              <p14:xfrm>
                <a:off x="6596843" y="3087470"/>
                <a:ext cx="74520" cy="88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C0173C2-470D-2CBB-C3A4-68A3479CEA0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87843" y="3078470"/>
                  <a:ext cx="92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83169EC-4AE7-F219-FF40-5D46014ED385}"/>
                    </a:ext>
                  </a:extLst>
                </p14:cNvPr>
                <p14:cNvContentPartPr/>
                <p14:nvPr/>
              </p14:nvContentPartPr>
              <p14:xfrm>
                <a:off x="6507203" y="3017270"/>
                <a:ext cx="78840" cy="313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83169EC-4AE7-F219-FF40-5D46014ED38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98563" y="3008630"/>
                  <a:ext cx="964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729163-F2CF-903D-4D47-6A6AD044E548}"/>
                    </a:ext>
                  </a:extLst>
                </p14:cNvPr>
                <p14:cNvContentPartPr/>
                <p14:nvPr/>
              </p14:nvContentPartPr>
              <p14:xfrm>
                <a:off x="6648323" y="3161270"/>
                <a:ext cx="592920" cy="13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729163-F2CF-903D-4D47-6A6AD044E54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39683" y="3152630"/>
                  <a:ext cx="6105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5DC928F-492C-0258-5D19-100AF37A905C}"/>
              </a:ext>
            </a:extLst>
          </p:cNvPr>
          <p:cNvGrpSpPr/>
          <p:nvPr/>
        </p:nvGrpSpPr>
        <p:grpSpPr>
          <a:xfrm>
            <a:off x="8212523" y="1437950"/>
            <a:ext cx="992880" cy="1724040"/>
            <a:chOff x="8212523" y="1437950"/>
            <a:chExt cx="992880" cy="172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2B449C-B3A7-1C41-8756-99ADE93715DC}"/>
                    </a:ext>
                  </a:extLst>
                </p14:cNvPr>
                <p14:cNvContentPartPr/>
                <p14:nvPr/>
              </p14:nvContentPartPr>
              <p14:xfrm>
                <a:off x="8283803" y="1437950"/>
                <a:ext cx="580680" cy="465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2B449C-B3A7-1C41-8756-99ADE93715D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75163" y="1428950"/>
                  <a:ext cx="5983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9B8ED8-B5C5-1E49-6FB0-648BCA57902C}"/>
                    </a:ext>
                  </a:extLst>
                </p14:cNvPr>
                <p14:cNvContentPartPr/>
                <p14:nvPr/>
              </p14:nvContentPartPr>
              <p14:xfrm>
                <a:off x="8561003" y="1900910"/>
                <a:ext cx="644400" cy="718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9B8ED8-B5C5-1E49-6FB0-648BCA5790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52003" y="1892270"/>
                  <a:ext cx="66204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0AE567-2F24-9CE0-BF78-802FB1F4BAC0}"/>
                    </a:ext>
                  </a:extLst>
                </p14:cNvPr>
                <p14:cNvContentPartPr/>
                <p14:nvPr/>
              </p14:nvContentPartPr>
              <p14:xfrm>
                <a:off x="8674763" y="2105750"/>
                <a:ext cx="448560" cy="129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0AE567-2F24-9CE0-BF78-802FB1F4BA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65763" y="2096750"/>
                  <a:ext cx="466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4A7E843-5923-C3D2-0CE8-D5EACFD12C8E}"/>
                    </a:ext>
                  </a:extLst>
                </p14:cNvPr>
                <p14:cNvContentPartPr/>
                <p14:nvPr/>
              </p14:nvContentPartPr>
              <p14:xfrm>
                <a:off x="8880323" y="2219510"/>
                <a:ext cx="29160" cy="264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4A7E843-5923-C3D2-0CE8-D5EACFD12C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71683" y="2210870"/>
                  <a:ext cx="468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703FED-E5C4-DD2B-D22E-4099541DAA27}"/>
                    </a:ext>
                  </a:extLst>
                </p14:cNvPr>
                <p14:cNvContentPartPr/>
                <p14:nvPr/>
              </p14:nvContentPartPr>
              <p14:xfrm>
                <a:off x="8821283" y="2195750"/>
                <a:ext cx="153360" cy="126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703FED-E5C4-DD2B-D22E-4099541DAA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12643" y="2186750"/>
                  <a:ext cx="171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9B1CA2-2DEA-1C28-06C4-72FFA5A21AFA}"/>
                    </a:ext>
                  </a:extLst>
                </p14:cNvPr>
                <p14:cNvContentPartPr/>
                <p14:nvPr/>
              </p14:nvContentPartPr>
              <p14:xfrm>
                <a:off x="8212523" y="3101870"/>
                <a:ext cx="660960" cy="60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9B1CA2-2DEA-1C28-06C4-72FFA5A21A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03523" y="3093230"/>
                  <a:ext cx="678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DC0CF6E-2A28-3FEB-63D9-792563080DE6}"/>
                    </a:ext>
                  </a:extLst>
                </p14:cNvPr>
                <p14:cNvContentPartPr/>
                <p14:nvPr/>
              </p14:nvContentPartPr>
              <p14:xfrm>
                <a:off x="8849003" y="2608310"/>
                <a:ext cx="46080" cy="463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DC0CF6E-2A28-3FEB-63D9-792563080DE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40363" y="2599670"/>
                  <a:ext cx="6372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C4A9EBF-D72C-F762-4639-3717037AAECF}"/>
                    </a:ext>
                  </a:extLst>
                </p14:cNvPr>
                <p14:cNvContentPartPr/>
                <p14:nvPr/>
              </p14:nvContentPartPr>
              <p14:xfrm>
                <a:off x="8874563" y="3030950"/>
                <a:ext cx="42480" cy="108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C4A9EBF-D72C-F762-4639-3717037AAEC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65923" y="3022310"/>
                  <a:ext cx="6012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0FAB586-8DB5-1F86-8014-A8DB8D7CC646}"/>
              </a:ext>
            </a:extLst>
          </p:cNvPr>
          <p:cNvGrpSpPr/>
          <p:nvPr/>
        </p:nvGrpSpPr>
        <p:grpSpPr>
          <a:xfrm>
            <a:off x="9363803" y="1767710"/>
            <a:ext cx="497880" cy="504720"/>
            <a:chOff x="9363803" y="1767710"/>
            <a:chExt cx="49788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4B98F0F-1D44-3142-9990-7BE88D426488}"/>
                    </a:ext>
                  </a:extLst>
                </p14:cNvPr>
                <p14:cNvContentPartPr/>
                <p14:nvPr/>
              </p14:nvContentPartPr>
              <p14:xfrm>
                <a:off x="9430403" y="1791470"/>
                <a:ext cx="25560" cy="332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4B98F0F-1D44-3142-9990-7BE88D42648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21403" y="1782470"/>
                  <a:ext cx="432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855E1B9-C48C-6EC1-14C7-057D04411E9A}"/>
                    </a:ext>
                  </a:extLst>
                </p14:cNvPr>
                <p14:cNvContentPartPr/>
                <p14:nvPr/>
              </p14:nvContentPartPr>
              <p14:xfrm>
                <a:off x="9363803" y="2137070"/>
                <a:ext cx="103320" cy="29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855E1B9-C48C-6EC1-14C7-057D04411E9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54803" y="2128430"/>
                  <a:ext cx="120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8E7F697-03BD-1537-5B81-B4F033C09373}"/>
                    </a:ext>
                  </a:extLst>
                </p14:cNvPr>
                <p14:cNvContentPartPr/>
                <p14:nvPr/>
              </p14:nvContentPartPr>
              <p14:xfrm>
                <a:off x="9395123" y="1767710"/>
                <a:ext cx="132120" cy="6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8E7F697-03BD-1537-5B81-B4F033C093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86483" y="1759070"/>
                  <a:ext cx="149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BE35BE3-3ECB-A910-824E-8EB844E1457E}"/>
                    </a:ext>
                  </a:extLst>
                </p14:cNvPr>
                <p14:cNvContentPartPr/>
                <p14:nvPr/>
              </p14:nvContentPartPr>
              <p14:xfrm>
                <a:off x="9589883" y="2069390"/>
                <a:ext cx="23760" cy="180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BE35BE3-3ECB-A910-824E-8EB844E145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80883" y="2060390"/>
                  <a:ext cx="41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612ACAC-3D40-1401-36FB-BEF02747658B}"/>
                    </a:ext>
                  </a:extLst>
                </p14:cNvPr>
                <p14:cNvContentPartPr/>
                <p14:nvPr/>
              </p14:nvContentPartPr>
              <p14:xfrm>
                <a:off x="9579803" y="2065070"/>
                <a:ext cx="117000" cy="9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612ACAC-3D40-1401-36FB-BEF02747658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70803" y="2056430"/>
                  <a:ext cx="134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0A1F9EE-6DED-05A6-38D7-97014FB00011}"/>
                    </a:ext>
                  </a:extLst>
                </p14:cNvPr>
                <p14:cNvContentPartPr/>
                <p14:nvPr/>
              </p14:nvContentPartPr>
              <p14:xfrm>
                <a:off x="9584843" y="2169830"/>
                <a:ext cx="120960" cy="5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0A1F9EE-6DED-05A6-38D7-97014FB000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75843" y="2161190"/>
                  <a:ext cx="138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507C607-EA57-7744-BEBE-76522BDA3603}"/>
                    </a:ext>
                  </a:extLst>
                </p14:cNvPr>
                <p14:cNvContentPartPr/>
                <p14:nvPr/>
              </p14:nvContentPartPr>
              <p14:xfrm>
                <a:off x="9731723" y="2061110"/>
                <a:ext cx="129960" cy="211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507C607-EA57-7744-BEBE-76522BDA36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722723" y="2052110"/>
                  <a:ext cx="1476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FBC5252-A880-DC28-4FBF-D2FA61F4016A}"/>
              </a:ext>
            </a:extLst>
          </p:cNvPr>
          <p:cNvGrpSpPr/>
          <p:nvPr/>
        </p:nvGrpSpPr>
        <p:grpSpPr>
          <a:xfrm>
            <a:off x="9422843" y="2459990"/>
            <a:ext cx="546480" cy="447840"/>
            <a:chOff x="9422843" y="2459990"/>
            <a:chExt cx="54648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C9F09FA-46C3-A64F-DBA7-AA4B01476A17}"/>
                    </a:ext>
                  </a:extLst>
                </p14:cNvPr>
                <p14:cNvContentPartPr/>
                <p14:nvPr/>
              </p14:nvContentPartPr>
              <p14:xfrm>
                <a:off x="9422843" y="2459990"/>
                <a:ext cx="226800" cy="319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C9F09FA-46C3-A64F-DBA7-AA4B01476A1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13843" y="2450990"/>
                  <a:ext cx="2444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BBF9E82-5F7E-0B0A-4CFB-8E5D76F8794C}"/>
                    </a:ext>
                  </a:extLst>
                </p14:cNvPr>
                <p14:cNvContentPartPr/>
                <p14:nvPr/>
              </p14:nvContentPartPr>
              <p14:xfrm>
                <a:off x="9734243" y="2726750"/>
                <a:ext cx="235080" cy="181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BBF9E82-5F7E-0B0A-4CFB-8E5D76F8794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25243" y="2718110"/>
                  <a:ext cx="25272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C718231-4EC7-0CD6-6649-15C28653803B}"/>
              </a:ext>
            </a:extLst>
          </p:cNvPr>
          <p:cNvGrpSpPr/>
          <p:nvPr/>
        </p:nvGrpSpPr>
        <p:grpSpPr>
          <a:xfrm>
            <a:off x="4666163" y="1470350"/>
            <a:ext cx="1926000" cy="1711080"/>
            <a:chOff x="4666163" y="1470350"/>
            <a:chExt cx="1926000" cy="171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349474B-8A1E-D3C6-9D3E-F3D483F0AD2E}"/>
                    </a:ext>
                  </a:extLst>
                </p14:cNvPr>
                <p14:cNvContentPartPr/>
                <p14:nvPr/>
              </p14:nvContentPartPr>
              <p14:xfrm>
                <a:off x="5607563" y="1649990"/>
                <a:ext cx="7200" cy="37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349474B-8A1E-D3C6-9D3E-F3D483F0AD2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98923" y="1640990"/>
                  <a:ext cx="24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DF9E47-D449-DFDB-737E-2496CC489B47}"/>
                    </a:ext>
                  </a:extLst>
                </p14:cNvPr>
                <p14:cNvContentPartPr/>
                <p14:nvPr/>
              </p14:nvContentPartPr>
              <p14:xfrm>
                <a:off x="5173043" y="2033750"/>
                <a:ext cx="706320" cy="693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DF9E47-D449-DFDB-737E-2496CC489B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64403" y="2024750"/>
                  <a:ext cx="72396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1666B3A-6825-9086-9BB1-3C67CBD34D81}"/>
                    </a:ext>
                  </a:extLst>
                </p14:cNvPr>
                <p14:cNvContentPartPr/>
                <p14:nvPr/>
              </p14:nvContentPartPr>
              <p14:xfrm>
                <a:off x="5433323" y="2250110"/>
                <a:ext cx="157320" cy="6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1666B3A-6825-9086-9BB1-3C67CBD34D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424323" y="2241470"/>
                  <a:ext cx="174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19CAFE5-4E36-5F71-2FE6-58212F2F81BF}"/>
                    </a:ext>
                  </a:extLst>
                </p14:cNvPr>
                <p14:cNvContentPartPr/>
                <p14:nvPr/>
              </p14:nvContentPartPr>
              <p14:xfrm>
                <a:off x="5520803" y="2189270"/>
                <a:ext cx="3240" cy="214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19CAFE5-4E36-5F71-2FE6-58212F2F81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12163" y="2180270"/>
                  <a:ext cx="20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760A63-7578-DB4A-9814-2C8821A0A8E4}"/>
                    </a:ext>
                  </a:extLst>
                </p14:cNvPr>
                <p14:cNvContentPartPr/>
                <p14:nvPr/>
              </p14:nvContentPartPr>
              <p14:xfrm>
                <a:off x="5402363" y="2484110"/>
                <a:ext cx="194040" cy="57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A760A63-7578-DB4A-9814-2C8821A0A8E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393363" y="2475110"/>
                  <a:ext cx="211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818EB1A-66C1-8BF9-9B80-E4B7AB1BD7A9}"/>
                    </a:ext>
                  </a:extLst>
                </p14:cNvPr>
                <p14:cNvContentPartPr/>
                <p14:nvPr/>
              </p14:nvContentPartPr>
              <p14:xfrm>
                <a:off x="5514683" y="2742950"/>
                <a:ext cx="34560" cy="438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818EB1A-66C1-8BF9-9B80-E4B7AB1BD7A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06043" y="2733950"/>
                  <a:ext cx="522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FE7F2DA-A9F9-37E9-C45F-F2E0E90C59A5}"/>
                    </a:ext>
                  </a:extLst>
                </p14:cNvPr>
                <p14:cNvContentPartPr/>
                <p14:nvPr/>
              </p14:nvContentPartPr>
              <p14:xfrm>
                <a:off x="5622683" y="1470350"/>
                <a:ext cx="969480" cy="243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FE7F2DA-A9F9-37E9-C45F-F2E0E90C59A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614043" y="1461710"/>
                  <a:ext cx="987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B2D7DF5-3DA8-B6EC-DE13-47A699E393D8}"/>
                    </a:ext>
                  </a:extLst>
                </p14:cNvPr>
                <p14:cNvContentPartPr/>
                <p14:nvPr/>
              </p14:nvContentPartPr>
              <p14:xfrm>
                <a:off x="5538803" y="3116630"/>
                <a:ext cx="1042200" cy="57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B2D7DF5-3DA8-B6EC-DE13-47A699E393D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29803" y="3107990"/>
                  <a:ext cx="1059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231B32-ECF0-A465-E8D5-D7EF556E51F9}"/>
                    </a:ext>
                  </a:extLst>
                </p14:cNvPr>
                <p14:cNvContentPartPr/>
                <p14:nvPr/>
              </p14:nvContentPartPr>
              <p14:xfrm>
                <a:off x="4666163" y="2262350"/>
                <a:ext cx="107280" cy="285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231B32-ECF0-A465-E8D5-D7EF556E51F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57163" y="2253710"/>
                  <a:ext cx="1249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B8141A-65C6-C720-AFB1-FCBAAE3B322D}"/>
                    </a:ext>
                  </a:extLst>
                </p14:cNvPr>
                <p14:cNvContentPartPr/>
                <p14:nvPr/>
              </p14:nvContentPartPr>
              <p14:xfrm>
                <a:off x="4830683" y="2297630"/>
                <a:ext cx="201240" cy="238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B8141A-65C6-C720-AFB1-FCBAAE3B322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21683" y="2288630"/>
                  <a:ext cx="2188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80E56CD-1CE0-93E0-F709-53F56BBBB94E}"/>
                    </a:ext>
                  </a:extLst>
                </p14:cNvPr>
                <p14:cNvContentPartPr/>
                <p14:nvPr/>
              </p14:nvContentPartPr>
              <p14:xfrm>
                <a:off x="5087363" y="1853750"/>
                <a:ext cx="923760" cy="945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80E56CD-1CE0-93E0-F709-53F56BBBB94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78363" y="1844750"/>
                  <a:ext cx="941400" cy="9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C907B7F-9D6B-BEEC-A423-9BC38F79C09C}"/>
              </a:ext>
            </a:extLst>
          </p:cNvPr>
          <p:cNvGrpSpPr/>
          <p:nvPr/>
        </p:nvGrpSpPr>
        <p:grpSpPr>
          <a:xfrm>
            <a:off x="6550763" y="1293230"/>
            <a:ext cx="689760" cy="370800"/>
            <a:chOff x="6550763" y="1293230"/>
            <a:chExt cx="68976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362E26-E13B-5B5C-C61E-713458C5785C}"/>
                    </a:ext>
                  </a:extLst>
                </p14:cNvPr>
                <p14:cNvContentPartPr/>
                <p14:nvPr/>
              </p14:nvContentPartPr>
              <p14:xfrm>
                <a:off x="6600443" y="1397270"/>
                <a:ext cx="64440" cy="156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362E26-E13B-5B5C-C61E-713458C5785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91803" y="1388270"/>
                  <a:ext cx="82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FBF48A6-EE13-E289-C2E9-9D8772D8F42A}"/>
                    </a:ext>
                  </a:extLst>
                </p14:cNvPr>
                <p14:cNvContentPartPr/>
                <p14:nvPr/>
              </p14:nvContentPartPr>
              <p14:xfrm>
                <a:off x="6649763" y="1467830"/>
                <a:ext cx="590760" cy="3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FBF48A6-EE13-E289-C2E9-9D8772D8F4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40763" y="1458830"/>
                  <a:ext cx="608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D3C3C85-A6D5-3133-8948-5A54A620F0AB}"/>
                    </a:ext>
                  </a:extLst>
                </p14:cNvPr>
                <p14:cNvContentPartPr/>
                <p14:nvPr/>
              </p14:nvContentPartPr>
              <p14:xfrm>
                <a:off x="6583163" y="1365590"/>
                <a:ext cx="137160" cy="278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D3C3C85-A6D5-3133-8948-5A54A620F0A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74523" y="1356590"/>
                  <a:ext cx="154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78FEBA0-5E62-8A04-4CB0-F181F369C1FB}"/>
                    </a:ext>
                  </a:extLst>
                </p14:cNvPr>
                <p14:cNvContentPartPr/>
                <p14:nvPr/>
              </p14:nvContentPartPr>
              <p14:xfrm>
                <a:off x="6550763" y="1293230"/>
                <a:ext cx="129600" cy="370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78FEBA0-5E62-8A04-4CB0-F181F369C1F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42123" y="1284230"/>
                  <a:ext cx="14724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969571B-DCCE-2C2B-EB78-3E7313E9741D}"/>
              </a:ext>
            </a:extLst>
          </p:cNvPr>
          <p:cNvGrpSpPr/>
          <p:nvPr/>
        </p:nvGrpSpPr>
        <p:grpSpPr>
          <a:xfrm>
            <a:off x="10167683" y="1589150"/>
            <a:ext cx="1446120" cy="582480"/>
            <a:chOff x="10167683" y="1589150"/>
            <a:chExt cx="1446120" cy="58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B414776-2ED5-D615-E62A-3D12ECF57CFF}"/>
                    </a:ext>
                  </a:extLst>
                </p14:cNvPr>
                <p14:cNvContentPartPr/>
                <p14:nvPr/>
              </p14:nvContentPartPr>
              <p14:xfrm>
                <a:off x="10167683" y="1836470"/>
                <a:ext cx="271080" cy="47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B414776-2ED5-D615-E62A-3D12ECF57C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159043" y="1827830"/>
                  <a:ext cx="288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9360E9C-9593-F4EA-0B05-AE71275BB151}"/>
                    </a:ext>
                  </a:extLst>
                </p14:cNvPr>
                <p14:cNvContentPartPr/>
                <p14:nvPr/>
              </p14:nvContentPartPr>
              <p14:xfrm>
                <a:off x="10204763" y="1901990"/>
                <a:ext cx="240120" cy="36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9360E9C-9593-F4EA-0B05-AE71275BB1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96123" y="1893350"/>
                  <a:ext cx="257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27F22C7-D01D-C3AC-7EA6-7040A9FF666F}"/>
                    </a:ext>
                  </a:extLst>
                </p14:cNvPr>
                <p14:cNvContentPartPr/>
                <p14:nvPr/>
              </p14:nvContentPartPr>
              <p14:xfrm>
                <a:off x="10684283" y="1670510"/>
                <a:ext cx="52560" cy="261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27F22C7-D01D-C3AC-7EA6-7040A9FF666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75643" y="1661870"/>
                  <a:ext cx="70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59BC006-A6B7-027E-08F8-A3AFCBF08F3D}"/>
                    </a:ext>
                  </a:extLst>
                </p14:cNvPr>
                <p14:cNvContentPartPr/>
                <p14:nvPr/>
              </p14:nvContentPartPr>
              <p14:xfrm>
                <a:off x="10801283" y="1724870"/>
                <a:ext cx="289080" cy="446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59BC006-A6B7-027E-08F8-A3AFCBF08F3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792283" y="1715870"/>
                  <a:ext cx="3067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BA2FC51-7D67-4552-C915-DEBBBCA05326}"/>
                    </a:ext>
                  </a:extLst>
                </p14:cNvPr>
                <p14:cNvContentPartPr/>
                <p14:nvPr/>
              </p14:nvContentPartPr>
              <p14:xfrm>
                <a:off x="11182883" y="1597790"/>
                <a:ext cx="121680" cy="297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BA2FC51-7D67-4552-C915-DEBBBCA0532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173883" y="1588790"/>
                  <a:ext cx="139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A913EBD-783C-0D3C-1235-CDD89CC08E4D}"/>
                    </a:ext>
                  </a:extLst>
                </p14:cNvPr>
                <p14:cNvContentPartPr/>
                <p14:nvPr/>
              </p14:nvContentPartPr>
              <p14:xfrm>
                <a:off x="11308523" y="1589150"/>
                <a:ext cx="87120" cy="264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A913EBD-783C-0D3C-1235-CDD89CC08E4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299523" y="1580510"/>
                  <a:ext cx="104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97B983E-A9F8-386F-CC32-FA6761267D12}"/>
                    </a:ext>
                  </a:extLst>
                </p14:cNvPr>
                <p14:cNvContentPartPr/>
                <p14:nvPr/>
              </p14:nvContentPartPr>
              <p14:xfrm>
                <a:off x="11225363" y="1721270"/>
                <a:ext cx="148320" cy="1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97B983E-A9F8-386F-CC32-FA6761267D1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216723" y="1712630"/>
                  <a:ext cx="165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0E92C09-FE3C-E859-FB8F-574A156B4F0E}"/>
                    </a:ext>
                  </a:extLst>
                </p14:cNvPr>
                <p14:cNvContentPartPr/>
                <p14:nvPr/>
              </p14:nvContentPartPr>
              <p14:xfrm>
                <a:off x="11599763" y="1864910"/>
                <a:ext cx="14040" cy="11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0E92C09-FE3C-E859-FB8F-574A156B4F0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590763" y="1855910"/>
                  <a:ext cx="316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716CFB7-4649-EFD6-115C-BE24599D667C}"/>
              </a:ext>
            </a:extLst>
          </p:cNvPr>
          <p:cNvGrpSpPr/>
          <p:nvPr/>
        </p:nvGrpSpPr>
        <p:grpSpPr>
          <a:xfrm>
            <a:off x="10412483" y="2600390"/>
            <a:ext cx="159480" cy="95400"/>
            <a:chOff x="10412483" y="2600390"/>
            <a:chExt cx="159480" cy="9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E710B6C-CDBE-E0A2-563E-6433E6FA26EC}"/>
                    </a:ext>
                  </a:extLst>
                </p14:cNvPr>
                <p14:cNvContentPartPr/>
                <p14:nvPr/>
              </p14:nvContentPartPr>
              <p14:xfrm>
                <a:off x="10412483" y="2682830"/>
                <a:ext cx="151560" cy="12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E710B6C-CDBE-E0A2-563E-6433E6FA26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403483" y="2674190"/>
                  <a:ext cx="169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E7A2729-4B78-6B57-7B28-45B9D6C4A6B5}"/>
                    </a:ext>
                  </a:extLst>
                </p14:cNvPr>
                <p14:cNvContentPartPr/>
                <p14:nvPr/>
              </p14:nvContentPartPr>
              <p14:xfrm>
                <a:off x="10437323" y="2600390"/>
                <a:ext cx="134640" cy="5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E7A2729-4B78-6B57-7B28-45B9D6C4A6B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28323" y="2591390"/>
                  <a:ext cx="1522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E78ABF6-A133-E36E-9AAC-C4A4F6294563}"/>
              </a:ext>
            </a:extLst>
          </p:cNvPr>
          <p:cNvGrpSpPr/>
          <p:nvPr/>
        </p:nvGrpSpPr>
        <p:grpSpPr>
          <a:xfrm>
            <a:off x="10836203" y="2424350"/>
            <a:ext cx="982080" cy="307440"/>
            <a:chOff x="10836203" y="2424350"/>
            <a:chExt cx="98208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0B61121-2509-7A13-1228-1089BF6F1D3A}"/>
                    </a:ext>
                  </a:extLst>
                </p14:cNvPr>
                <p14:cNvContentPartPr/>
                <p14:nvPr/>
              </p14:nvContentPartPr>
              <p14:xfrm>
                <a:off x="10836203" y="2463230"/>
                <a:ext cx="78840" cy="268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0B61121-2509-7A13-1228-1089BF6F1D3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27563" y="2454230"/>
                  <a:ext cx="96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D3893B5-4A63-C8F4-361B-9F6633905F65}"/>
                    </a:ext>
                  </a:extLst>
                </p14:cNvPr>
                <p14:cNvContentPartPr/>
                <p14:nvPr/>
              </p14:nvContentPartPr>
              <p14:xfrm>
                <a:off x="10984523" y="2463590"/>
                <a:ext cx="30600" cy="217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D3893B5-4A63-C8F4-361B-9F6633905F6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75523" y="2454950"/>
                  <a:ext cx="48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80D4E7-AC46-695C-8402-90C7342AC069}"/>
                    </a:ext>
                  </a:extLst>
                </p14:cNvPr>
                <p14:cNvContentPartPr/>
                <p14:nvPr/>
              </p14:nvContentPartPr>
              <p14:xfrm>
                <a:off x="11013323" y="2456390"/>
                <a:ext cx="139680" cy="263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80D4E7-AC46-695C-8402-90C7342AC06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004683" y="2447390"/>
                  <a:ext cx="1573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0A42415-416A-ABDA-CEB3-747D25552776}"/>
                    </a:ext>
                  </a:extLst>
                </p14:cNvPr>
                <p14:cNvContentPartPr/>
                <p14:nvPr/>
              </p14:nvContentPartPr>
              <p14:xfrm>
                <a:off x="11245523" y="2424350"/>
                <a:ext cx="356400" cy="247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0A42415-416A-ABDA-CEB3-747D2555277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36883" y="2415350"/>
                  <a:ext cx="374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BD35ABA-C821-3CAE-3D1E-077810DFE171}"/>
                    </a:ext>
                  </a:extLst>
                </p14:cNvPr>
                <p14:cNvContentPartPr/>
                <p14:nvPr/>
              </p14:nvContentPartPr>
              <p14:xfrm>
                <a:off x="11811803" y="2712350"/>
                <a:ext cx="6480" cy="14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BD35ABA-C821-3CAE-3D1E-077810DFE17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802803" y="2703350"/>
                  <a:ext cx="241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556FEDE7-866B-9353-83A0-998B789F4C50}"/>
                  </a:ext>
                </a:extLst>
              </p14:cNvPr>
              <p14:cNvContentPartPr/>
              <p14:nvPr/>
            </p14:nvContentPartPr>
            <p14:xfrm>
              <a:off x="7248443" y="1477190"/>
              <a:ext cx="32040" cy="25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556FEDE7-866B-9353-83A0-998B789F4C5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239803" y="1468550"/>
                <a:ext cx="496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0D71507-6CAB-C009-4266-492D584B1FA0}"/>
                  </a:ext>
                </a:extLst>
              </p14:cNvPr>
              <p14:cNvContentPartPr/>
              <p14:nvPr/>
            </p14:nvContentPartPr>
            <p14:xfrm>
              <a:off x="7234763" y="3172070"/>
              <a:ext cx="1111320" cy="255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0D71507-6CAB-C009-4266-492D584B1FA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225763" y="3163070"/>
                <a:ext cx="11289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1D3B916-3C21-83DD-F2ED-63FA151D5553}"/>
                  </a:ext>
                </a:extLst>
              </p14:cNvPr>
              <p14:cNvContentPartPr/>
              <p14:nvPr/>
            </p14:nvContentPartPr>
            <p14:xfrm>
              <a:off x="6110123" y="963110"/>
              <a:ext cx="687600" cy="148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1D3B916-3C21-83DD-F2ED-63FA151D555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101483" y="954110"/>
                <a:ext cx="705240" cy="1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CE757EF-1A4B-A727-D63C-8EEA53630311}"/>
              </a:ext>
            </a:extLst>
          </p:cNvPr>
          <p:cNvGrpSpPr/>
          <p:nvPr/>
        </p:nvGrpSpPr>
        <p:grpSpPr>
          <a:xfrm>
            <a:off x="6219203" y="356510"/>
            <a:ext cx="635760" cy="452160"/>
            <a:chOff x="6219203" y="356510"/>
            <a:chExt cx="635760" cy="4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3EF8839-08BF-C61D-6637-1DB55FC88F19}"/>
                    </a:ext>
                  </a:extLst>
                </p14:cNvPr>
                <p14:cNvContentPartPr/>
                <p14:nvPr/>
              </p14:nvContentPartPr>
              <p14:xfrm>
                <a:off x="6290483" y="417710"/>
                <a:ext cx="30600" cy="359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3EF8839-08BF-C61D-6637-1DB55FC88F1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81843" y="408710"/>
                  <a:ext cx="482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A3FBB1C-C10D-F5AF-6F13-C49F5B90D12D}"/>
                    </a:ext>
                  </a:extLst>
                </p14:cNvPr>
                <p14:cNvContentPartPr/>
                <p14:nvPr/>
              </p14:nvContentPartPr>
              <p14:xfrm>
                <a:off x="6219923" y="769070"/>
                <a:ext cx="95040" cy="34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A3FBB1C-C10D-F5AF-6F13-C49F5B90D1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11283" y="760070"/>
                  <a:ext cx="112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2E91983-1DDA-4A76-B09D-935F6CCEE48A}"/>
                    </a:ext>
                  </a:extLst>
                </p14:cNvPr>
                <p14:cNvContentPartPr/>
                <p14:nvPr/>
              </p14:nvContentPartPr>
              <p14:xfrm>
                <a:off x="6219203" y="356510"/>
                <a:ext cx="163440" cy="73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2E91983-1DDA-4A76-B09D-935F6CCEE48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10203" y="347870"/>
                  <a:ext cx="181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F196DE7-6A71-7AF6-1C08-3EE2ACB72BA0}"/>
                    </a:ext>
                  </a:extLst>
                </p14:cNvPr>
                <p14:cNvContentPartPr/>
                <p14:nvPr/>
              </p14:nvContentPartPr>
              <p14:xfrm>
                <a:off x="6488843" y="615350"/>
                <a:ext cx="98280" cy="15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F196DE7-6A71-7AF6-1C08-3EE2ACB72BA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80203" y="606350"/>
                  <a:ext cx="115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0217CF1-BC5F-4008-C290-1AA4B25265A9}"/>
                    </a:ext>
                  </a:extLst>
                </p14:cNvPr>
                <p14:cNvContentPartPr/>
                <p14:nvPr/>
              </p14:nvContentPartPr>
              <p14:xfrm>
                <a:off x="6482723" y="690950"/>
                <a:ext cx="117000" cy="12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0217CF1-BC5F-4008-C290-1AA4B25265A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473723" y="682310"/>
                  <a:ext cx="134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6B8AE99-D0FC-4342-BD95-38E48E90EB0F}"/>
                    </a:ext>
                  </a:extLst>
                </p14:cNvPr>
                <p14:cNvContentPartPr/>
                <p14:nvPr/>
              </p14:nvContentPartPr>
              <p14:xfrm>
                <a:off x="6711323" y="363710"/>
                <a:ext cx="143640" cy="303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6B8AE99-D0FC-4342-BD95-38E48E90EB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702323" y="354710"/>
                  <a:ext cx="161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75A0CAA-9E75-ABBA-67CD-754DC5196F9C}"/>
                    </a:ext>
                  </a:extLst>
                </p14:cNvPr>
                <p14:cNvContentPartPr/>
                <p14:nvPr/>
              </p14:nvContentPartPr>
              <p14:xfrm>
                <a:off x="6797003" y="756470"/>
                <a:ext cx="22680" cy="52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75A0CAA-9E75-ABBA-67CD-754DC5196F9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88003" y="747830"/>
                  <a:ext cx="4032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B0DD053-ADF5-D4BA-28E8-F28AC9667AA9}"/>
              </a:ext>
            </a:extLst>
          </p:cNvPr>
          <p:cNvGrpSpPr/>
          <p:nvPr/>
        </p:nvGrpSpPr>
        <p:grpSpPr>
          <a:xfrm>
            <a:off x="2694083" y="3555830"/>
            <a:ext cx="1271160" cy="882000"/>
            <a:chOff x="2694083" y="3555830"/>
            <a:chExt cx="1271160" cy="88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C66B967-65FB-E627-884B-D2D0F8DAE050}"/>
                    </a:ext>
                  </a:extLst>
                </p14:cNvPr>
                <p14:cNvContentPartPr/>
                <p14:nvPr/>
              </p14:nvContentPartPr>
              <p14:xfrm>
                <a:off x="2752763" y="3966230"/>
                <a:ext cx="29160" cy="381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C66B967-65FB-E627-884B-D2D0F8DAE05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44123" y="3957590"/>
                  <a:ext cx="468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8C9684D-E65B-C607-596D-46E09CD8A689}"/>
                    </a:ext>
                  </a:extLst>
                </p14:cNvPr>
                <p14:cNvContentPartPr/>
                <p14:nvPr/>
              </p14:nvContentPartPr>
              <p14:xfrm>
                <a:off x="2715323" y="4365110"/>
                <a:ext cx="132120" cy="72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8C9684D-E65B-C607-596D-46E09CD8A68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06323" y="4356470"/>
                  <a:ext cx="149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9574014-4C78-157F-B481-320E3216684D}"/>
                    </a:ext>
                  </a:extLst>
                </p14:cNvPr>
                <p14:cNvContentPartPr/>
                <p14:nvPr/>
              </p14:nvContentPartPr>
              <p14:xfrm>
                <a:off x="2694083" y="3918710"/>
                <a:ext cx="160920" cy="3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9574014-4C78-157F-B481-320E3216684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85083" y="3910070"/>
                  <a:ext cx="178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7AE08BC-82BD-6E14-317E-0022DF4BF74D}"/>
                    </a:ext>
                  </a:extLst>
                </p14:cNvPr>
                <p14:cNvContentPartPr/>
                <p14:nvPr/>
              </p14:nvContentPartPr>
              <p14:xfrm>
                <a:off x="3011603" y="4124630"/>
                <a:ext cx="125280" cy="11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7AE08BC-82BD-6E14-317E-0022DF4BF74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002603" y="4115630"/>
                  <a:ext cx="142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5D20794-4591-9092-6ECB-DD7A89A2CF02}"/>
                    </a:ext>
                  </a:extLst>
                </p14:cNvPr>
                <p14:cNvContentPartPr/>
                <p14:nvPr/>
              </p14:nvContentPartPr>
              <p14:xfrm>
                <a:off x="3014843" y="4216070"/>
                <a:ext cx="121320" cy="10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5D20794-4591-9092-6ECB-DD7A89A2CF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06203" y="4207070"/>
                  <a:ext cx="138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353E778-EF81-461F-AA5B-8FDF07AA63DD}"/>
                    </a:ext>
                  </a:extLst>
                </p14:cNvPr>
                <p14:cNvContentPartPr/>
                <p14:nvPr/>
              </p14:nvContentPartPr>
              <p14:xfrm>
                <a:off x="3525683" y="3555830"/>
                <a:ext cx="175680" cy="341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353E778-EF81-461F-AA5B-8FDF07AA63D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17043" y="3546830"/>
                  <a:ext cx="1933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49FA6D0-01C0-453B-BD80-5AEB2F83FA78}"/>
                    </a:ext>
                  </a:extLst>
                </p14:cNvPr>
                <p14:cNvContentPartPr/>
                <p14:nvPr/>
              </p14:nvContentPartPr>
              <p14:xfrm>
                <a:off x="3373763" y="4119950"/>
                <a:ext cx="591480" cy="38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49FA6D0-01C0-453B-BD80-5AEB2F83FA7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65123" y="4111310"/>
                  <a:ext cx="6091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839D0B5C-0556-68CD-08A9-C418CCCAAC86}"/>
              </a:ext>
            </a:extLst>
          </p:cNvPr>
          <p:cNvGrpSpPr/>
          <p:nvPr/>
        </p:nvGrpSpPr>
        <p:grpSpPr>
          <a:xfrm>
            <a:off x="3487163" y="4388150"/>
            <a:ext cx="357120" cy="316440"/>
            <a:chOff x="3487163" y="4388150"/>
            <a:chExt cx="35712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D5A0C6F-6AF8-2D91-E32B-01699C48FFC3}"/>
                    </a:ext>
                  </a:extLst>
                </p14:cNvPr>
                <p14:cNvContentPartPr/>
                <p14:nvPr/>
              </p14:nvContentPartPr>
              <p14:xfrm>
                <a:off x="3487163" y="4388150"/>
                <a:ext cx="46800" cy="281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D5A0C6F-6AF8-2D91-E32B-01699C48FFC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78523" y="4379150"/>
                  <a:ext cx="64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25EA9AC-A74F-AA0C-5D8E-EA043F963041}"/>
                    </a:ext>
                  </a:extLst>
                </p14:cNvPr>
                <p14:cNvContentPartPr/>
                <p14:nvPr/>
              </p14:nvContentPartPr>
              <p14:xfrm>
                <a:off x="3646643" y="4420550"/>
                <a:ext cx="8640" cy="284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25EA9AC-A74F-AA0C-5D8E-EA043F96304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38003" y="4411550"/>
                  <a:ext cx="262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3EEDD94-EA8D-5E4E-2CF4-27C31C422AF3}"/>
                    </a:ext>
                  </a:extLst>
                </p14:cNvPr>
                <p14:cNvContentPartPr/>
                <p14:nvPr/>
              </p14:nvContentPartPr>
              <p14:xfrm>
                <a:off x="3644123" y="4460150"/>
                <a:ext cx="200160" cy="200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3EEDD94-EA8D-5E4E-2CF4-27C31C422AF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35123" y="4451150"/>
                  <a:ext cx="21780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A49821A-650A-7FFC-E732-76786F86CC08}"/>
              </a:ext>
            </a:extLst>
          </p:cNvPr>
          <p:cNvGrpSpPr/>
          <p:nvPr/>
        </p:nvGrpSpPr>
        <p:grpSpPr>
          <a:xfrm>
            <a:off x="4063523" y="3807470"/>
            <a:ext cx="1332360" cy="431280"/>
            <a:chOff x="4063523" y="3807470"/>
            <a:chExt cx="133236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BD981F6-CDA6-DB69-5661-791B26AD575F}"/>
                    </a:ext>
                  </a:extLst>
                </p14:cNvPr>
                <p14:cNvContentPartPr/>
                <p14:nvPr/>
              </p14:nvContentPartPr>
              <p14:xfrm>
                <a:off x="4076123" y="4071350"/>
                <a:ext cx="79560" cy="33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BD981F6-CDA6-DB69-5661-791B26AD575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67123" y="4062710"/>
                  <a:ext cx="972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E205C42-E009-29D6-910B-50FEE0C2541A}"/>
                    </a:ext>
                  </a:extLst>
                </p14:cNvPr>
                <p14:cNvContentPartPr/>
                <p14:nvPr/>
              </p14:nvContentPartPr>
              <p14:xfrm>
                <a:off x="4063523" y="4024910"/>
                <a:ext cx="74520" cy="46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E205C42-E009-29D6-910B-50FEE0C2541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54883" y="4016270"/>
                  <a:ext cx="921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8526DA8-B742-122B-4405-533B15CA35F2}"/>
                    </a:ext>
                  </a:extLst>
                </p14:cNvPr>
                <p14:cNvContentPartPr/>
                <p14:nvPr/>
              </p14:nvContentPartPr>
              <p14:xfrm>
                <a:off x="4403723" y="3916910"/>
                <a:ext cx="114480" cy="265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8526DA8-B742-122B-4405-533B15CA35F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95083" y="3907910"/>
                  <a:ext cx="132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93593B7-EC74-4761-A799-DA37ED59EF21}"/>
                    </a:ext>
                  </a:extLst>
                </p14:cNvPr>
                <p14:cNvContentPartPr/>
                <p14:nvPr/>
              </p14:nvContentPartPr>
              <p14:xfrm>
                <a:off x="4602083" y="3989990"/>
                <a:ext cx="227520" cy="166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93593B7-EC74-4761-A799-DA37ED59EF2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93443" y="3980990"/>
                  <a:ext cx="245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2C61F15-4740-A4ED-72C7-30F53A41C11A}"/>
                    </a:ext>
                  </a:extLst>
                </p14:cNvPr>
                <p14:cNvContentPartPr/>
                <p14:nvPr/>
              </p14:nvContentPartPr>
              <p14:xfrm>
                <a:off x="4952003" y="3820430"/>
                <a:ext cx="89640" cy="236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2C61F15-4740-A4ED-72C7-30F53A41C11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943363" y="3811430"/>
                  <a:ext cx="107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202FC17-517C-F81A-78C2-78945F45A648}"/>
                    </a:ext>
                  </a:extLst>
                </p14:cNvPr>
                <p14:cNvContentPartPr/>
                <p14:nvPr/>
              </p14:nvContentPartPr>
              <p14:xfrm>
                <a:off x="5036603" y="3807470"/>
                <a:ext cx="101520" cy="298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202FC17-517C-F81A-78C2-78945F45A64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027603" y="3798830"/>
                  <a:ext cx="1191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322FACF-D0C8-043B-6537-1B561D3C6CEA}"/>
                    </a:ext>
                  </a:extLst>
                </p14:cNvPr>
                <p14:cNvContentPartPr/>
                <p14:nvPr/>
              </p14:nvContentPartPr>
              <p14:xfrm>
                <a:off x="4936163" y="3948230"/>
                <a:ext cx="146160" cy="72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322FACF-D0C8-043B-6537-1B561D3C6CE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927163" y="3939590"/>
                  <a:ext cx="163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6A60B5E-527B-0325-14DB-DCCA7960CFF6}"/>
                    </a:ext>
                  </a:extLst>
                </p14:cNvPr>
                <p14:cNvContentPartPr/>
                <p14:nvPr/>
              </p14:nvContentPartPr>
              <p14:xfrm>
                <a:off x="5330363" y="4202390"/>
                <a:ext cx="65520" cy="36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6A60B5E-527B-0325-14DB-DCCA7960CFF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21363" y="4193750"/>
                  <a:ext cx="8316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0A7CACB-6315-72A3-BD14-6447E11239EA}"/>
                  </a:ext>
                </a:extLst>
              </p14:cNvPr>
              <p14:cNvContentPartPr/>
              <p14:nvPr/>
            </p14:nvContentPartPr>
            <p14:xfrm>
              <a:off x="-435757" y="4616030"/>
              <a:ext cx="31680" cy="27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0A7CACB-6315-72A3-BD14-6447E11239E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-440077" y="4611710"/>
                <a:ext cx="40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C3BA72E-2D5B-8BE7-690D-754F72CB1B74}"/>
                  </a:ext>
                </a:extLst>
              </p14:cNvPr>
              <p14:cNvContentPartPr/>
              <p14:nvPr/>
            </p14:nvContentPartPr>
            <p14:xfrm>
              <a:off x="7245923" y="1340390"/>
              <a:ext cx="973800" cy="2977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C3BA72E-2D5B-8BE7-690D-754F72CB1B7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241603" y="1336070"/>
                <a:ext cx="982440" cy="3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029C176-96AD-10E9-9267-E4296F42F804}"/>
              </a:ext>
            </a:extLst>
          </p:cNvPr>
          <p:cNvGrpSpPr/>
          <p:nvPr/>
        </p:nvGrpSpPr>
        <p:grpSpPr>
          <a:xfrm>
            <a:off x="7550123" y="775550"/>
            <a:ext cx="307440" cy="380520"/>
            <a:chOff x="7550123" y="775550"/>
            <a:chExt cx="307440" cy="3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F65DC7B-95A0-8DF9-DF7B-499667EF5F36}"/>
                    </a:ext>
                  </a:extLst>
                </p14:cNvPr>
                <p14:cNvContentPartPr/>
                <p14:nvPr/>
              </p14:nvContentPartPr>
              <p14:xfrm>
                <a:off x="7550123" y="775550"/>
                <a:ext cx="152280" cy="300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F65DC7B-95A0-8DF9-DF7B-499667EF5F3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545803" y="771230"/>
                  <a:ext cx="1609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3409701-16A8-AA3D-F70F-0C7F8A5D8BAD}"/>
                    </a:ext>
                  </a:extLst>
                </p14:cNvPr>
                <p14:cNvContentPartPr/>
                <p14:nvPr/>
              </p14:nvContentPartPr>
              <p14:xfrm>
                <a:off x="7715363" y="962030"/>
                <a:ext cx="142200" cy="194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3409701-16A8-AA3D-F70F-0C7F8A5D8BA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711043" y="957710"/>
                  <a:ext cx="15084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99CC4C2-9623-18C7-1CCF-58D1BC176418}"/>
                  </a:ext>
                </a:extLst>
              </p14:cNvPr>
              <p14:cNvContentPartPr/>
              <p14:nvPr/>
            </p14:nvContentPartPr>
            <p14:xfrm>
              <a:off x="8231603" y="1454870"/>
              <a:ext cx="115920" cy="104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99CC4C2-9623-18C7-1CCF-58D1BC17641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222603" y="1445870"/>
                <a:ext cx="1335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F8582DC-3C90-DCB9-289F-2BBA9436C15A}"/>
                  </a:ext>
                </a:extLst>
              </p14:cNvPr>
              <p14:cNvContentPartPr/>
              <p14:nvPr/>
            </p14:nvContentPartPr>
            <p14:xfrm>
              <a:off x="7126763" y="3822950"/>
              <a:ext cx="6480" cy="3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F8582DC-3C90-DCB9-289F-2BBA9436C15A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117763" y="3813950"/>
                <a:ext cx="24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CBC3AC2-2C30-70FE-0F6C-870A163542B3}"/>
                  </a:ext>
                </a:extLst>
              </p14:cNvPr>
              <p14:cNvContentPartPr/>
              <p14:nvPr/>
            </p14:nvContentPartPr>
            <p14:xfrm>
              <a:off x="5740763" y="4000070"/>
              <a:ext cx="326880" cy="1519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CBC3AC2-2C30-70FE-0F6C-870A163542B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731763" y="3991430"/>
                <a:ext cx="34452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73628B9E-0732-4498-1E6C-225377802262}"/>
              </a:ext>
            </a:extLst>
          </p:cNvPr>
          <p:cNvGrpSpPr/>
          <p:nvPr/>
        </p:nvGrpSpPr>
        <p:grpSpPr>
          <a:xfrm>
            <a:off x="6785123" y="3793430"/>
            <a:ext cx="528480" cy="617400"/>
            <a:chOff x="6785123" y="3793430"/>
            <a:chExt cx="52848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0657D42-6653-CE03-884A-54B8CC91AA0C}"/>
                    </a:ext>
                  </a:extLst>
                </p14:cNvPr>
                <p14:cNvContentPartPr/>
                <p14:nvPr/>
              </p14:nvContentPartPr>
              <p14:xfrm>
                <a:off x="6812843" y="3845270"/>
                <a:ext cx="50400" cy="325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0657D42-6653-CE03-884A-54B8CC91AA0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04203" y="3836630"/>
                  <a:ext cx="680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0B2EDA9-7070-D32E-8636-07203F5550CA}"/>
                    </a:ext>
                  </a:extLst>
                </p14:cNvPr>
                <p14:cNvContentPartPr/>
                <p14:nvPr/>
              </p14:nvContentPartPr>
              <p14:xfrm>
                <a:off x="6785123" y="4179710"/>
                <a:ext cx="120960" cy="45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0B2EDA9-7070-D32E-8636-07203F5550C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776483" y="4171070"/>
                  <a:ext cx="138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07AD00B-693A-B9E9-8138-0345BF1BCAC2}"/>
                    </a:ext>
                  </a:extLst>
                </p14:cNvPr>
                <p14:cNvContentPartPr/>
                <p14:nvPr/>
              </p14:nvContentPartPr>
              <p14:xfrm>
                <a:off x="6809243" y="3793430"/>
                <a:ext cx="148320" cy="38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07AD00B-693A-B9E9-8138-0345BF1BCAC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00243" y="3784790"/>
                  <a:ext cx="1659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AB6D80A-8451-5032-A4E3-45C539EA970A}"/>
                    </a:ext>
                  </a:extLst>
                </p14:cNvPr>
                <p14:cNvContentPartPr/>
                <p14:nvPr/>
              </p14:nvContentPartPr>
              <p14:xfrm>
                <a:off x="6997523" y="4144790"/>
                <a:ext cx="40680" cy="266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AB6D80A-8451-5032-A4E3-45C539EA970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88523" y="4136150"/>
                  <a:ext cx="58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072DEFA-927A-5C83-6379-2133A7BD707D}"/>
                    </a:ext>
                  </a:extLst>
                </p14:cNvPr>
                <p14:cNvContentPartPr/>
                <p14:nvPr/>
              </p14:nvContentPartPr>
              <p14:xfrm>
                <a:off x="6982403" y="4169630"/>
                <a:ext cx="159840" cy="10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072DEFA-927A-5C83-6379-2133A7BD707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73403" y="4160630"/>
                  <a:ext cx="177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F03F1F2-D837-48A2-24B2-FDE3AFD61D4D}"/>
                    </a:ext>
                  </a:extLst>
                </p14:cNvPr>
                <p14:cNvContentPartPr/>
                <p14:nvPr/>
              </p14:nvContentPartPr>
              <p14:xfrm>
                <a:off x="6969803" y="4256750"/>
                <a:ext cx="159840" cy="3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F03F1F2-D837-48A2-24B2-FDE3AFD61D4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60803" y="4247750"/>
                  <a:ext cx="177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DDD0C38-01D7-B66A-208C-5530A8226E14}"/>
                    </a:ext>
                  </a:extLst>
                </p14:cNvPr>
                <p14:cNvContentPartPr/>
                <p14:nvPr/>
              </p14:nvContentPartPr>
              <p14:xfrm>
                <a:off x="7190843" y="4180430"/>
                <a:ext cx="122760" cy="227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DDD0C38-01D7-B66A-208C-5530A8226E1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81843" y="4171430"/>
                  <a:ext cx="14040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7FD58FDC-4BCD-AFCA-2444-299AFBC97D21}"/>
              </a:ext>
            </a:extLst>
          </p:cNvPr>
          <p:cNvGrpSpPr/>
          <p:nvPr/>
        </p:nvGrpSpPr>
        <p:grpSpPr>
          <a:xfrm>
            <a:off x="7675403" y="3308150"/>
            <a:ext cx="2017440" cy="678960"/>
            <a:chOff x="7675403" y="3308150"/>
            <a:chExt cx="2017440" cy="67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9F6A082-F49A-0983-EB28-C2ED8C972EA8}"/>
                    </a:ext>
                  </a:extLst>
                </p14:cNvPr>
                <p14:cNvContentPartPr/>
                <p14:nvPr/>
              </p14:nvContentPartPr>
              <p14:xfrm>
                <a:off x="7691963" y="3977750"/>
                <a:ext cx="127800" cy="9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9F6A082-F49A-0983-EB28-C2ED8C972EA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83323" y="3968750"/>
                  <a:ext cx="145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BA7C945-C714-56A4-8285-764D5AB0C065}"/>
                    </a:ext>
                  </a:extLst>
                </p14:cNvPr>
                <p14:cNvContentPartPr/>
                <p14:nvPr/>
              </p14:nvContentPartPr>
              <p14:xfrm>
                <a:off x="7675403" y="3888470"/>
                <a:ext cx="137160" cy="205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BA7C945-C714-56A4-8285-764D5AB0C06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666403" y="3879470"/>
                  <a:ext cx="154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1D5A0F0-8ADF-43E3-A512-8FD115914457}"/>
                    </a:ext>
                  </a:extLst>
                </p14:cNvPr>
                <p14:cNvContentPartPr/>
                <p14:nvPr/>
              </p14:nvContentPartPr>
              <p14:xfrm>
                <a:off x="8448683" y="3465830"/>
                <a:ext cx="360" cy="6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1D5A0F0-8ADF-43E3-A512-8FD11591445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39683" y="3456830"/>
                  <a:ext cx="18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62C1866-BF2B-E701-0B98-0CE7C671324A}"/>
                    </a:ext>
                  </a:extLst>
                </p14:cNvPr>
                <p14:cNvContentPartPr/>
                <p14:nvPr/>
              </p14:nvContentPartPr>
              <p14:xfrm>
                <a:off x="8379563" y="3308150"/>
                <a:ext cx="310320" cy="331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62C1866-BF2B-E701-0B98-0CE7C671324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70923" y="3299510"/>
                  <a:ext cx="3279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3ED8D6F-1A1E-1CDC-7D25-682ED8752E01}"/>
                    </a:ext>
                  </a:extLst>
                </p14:cNvPr>
                <p14:cNvContentPartPr/>
                <p14:nvPr/>
              </p14:nvContentPartPr>
              <p14:xfrm>
                <a:off x="8665043" y="3527750"/>
                <a:ext cx="143280" cy="245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3ED8D6F-1A1E-1CDC-7D25-682ED8752E0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56043" y="3519110"/>
                  <a:ext cx="160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3DD1E87-C56C-A834-390A-FAC44DE1E727}"/>
                    </a:ext>
                  </a:extLst>
                </p14:cNvPr>
                <p14:cNvContentPartPr/>
                <p14:nvPr/>
              </p14:nvContentPartPr>
              <p14:xfrm>
                <a:off x="8866643" y="3550430"/>
                <a:ext cx="134280" cy="244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3DD1E87-C56C-A834-390A-FAC44DE1E72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857643" y="3541790"/>
                  <a:ext cx="151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84417C1-A6CE-F0B2-0420-B6920DE4FAB3}"/>
                    </a:ext>
                  </a:extLst>
                </p14:cNvPr>
                <p14:cNvContentPartPr/>
                <p14:nvPr/>
              </p14:nvContentPartPr>
              <p14:xfrm>
                <a:off x="8028203" y="3906470"/>
                <a:ext cx="1664640" cy="35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84417C1-A6CE-F0B2-0420-B6920DE4FAB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19563" y="3897470"/>
                  <a:ext cx="168228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D9EBF37-062A-AF55-DA70-ED14D79ED53F}"/>
              </a:ext>
            </a:extLst>
          </p:cNvPr>
          <p:cNvGrpSpPr/>
          <p:nvPr/>
        </p:nvGrpSpPr>
        <p:grpSpPr>
          <a:xfrm>
            <a:off x="8188763" y="4018790"/>
            <a:ext cx="778680" cy="521640"/>
            <a:chOff x="8188763" y="4018790"/>
            <a:chExt cx="77868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3439EDE-1A22-112E-D8F1-3488C94752D9}"/>
                    </a:ext>
                  </a:extLst>
                </p14:cNvPr>
                <p14:cNvContentPartPr/>
                <p14:nvPr/>
              </p14:nvContentPartPr>
              <p14:xfrm>
                <a:off x="8188763" y="4018790"/>
                <a:ext cx="186120" cy="462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3439EDE-1A22-112E-D8F1-3488C94752D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179763" y="4010150"/>
                  <a:ext cx="20376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C6C93BF-A0A1-1F27-9EB2-2231B0184799}"/>
                    </a:ext>
                  </a:extLst>
                </p14:cNvPr>
                <p14:cNvContentPartPr/>
                <p14:nvPr/>
              </p14:nvContentPartPr>
              <p14:xfrm>
                <a:off x="8351843" y="4339190"/>
                <a:ext cx="171720" cy="201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C6C93BF-A0A1-1F27-9EB2-2231B018479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43203" y="4330550"/>
                  <a:ext cx="189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CB28B41-5129-22AA-0F78-4407DB8A457E}"/>
                    </a:ext>
                  </a:extLst>
                </p14:cNvPr>
                <p14:cNvContentPartPr/>
                <p14:nvPr/>
              </p14:nvContentPartPr>
              <p14:xfrm>
                <a:off x="8697803" y="4173230"/>
                <a:ext cx="269640" cy="6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CB28B41-5129-22AA-0F78-4407DB8A457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89163" y="4164230"/>
                  <a:ext cx="287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1B50A62-BF3D-C0AF-3F73-9DA5A7A78A08}"/>
                    </a:ext>
                  </a:extLst>
                </p14:cNvPr>
                <p14:cNvContentPartPr/>
                <p14:nvPr/>
              </p14:nvContentPartPr>
              <p14:xfrm>
                <a:off x="8796443" y="4045070"/>
                <a:ext cx="38160" cy="354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1B50A62-BF3D-C0AF-3F73-9DA5A7A78A0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787443" y="4036070"/>
                  <a:ext cx="5580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26B8BD30-76A1-3A70-5CD1-E5B1EFAE6975}"/>
              </a:ext>
            </a:extLst>
          </p:cNvPr>
          <p:cNvGrpSpPr/>
          <p:nvPr/>
        </p:nvGrpSpPr>
        <p:grpSpPr>
          <a:xfrm>
            <a:off x="9260483" y="3960470"/>
            <a:ext cx="475200" cy="488520"/>
            <a:chOff x="9260483" y="3960470"/>
            <a:chExt cx="47520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D329F36-B84A-9EC2-6C77-FC1647BE89CD}"/>
                    </a:ext>
                  </a:extLst>
                </p14:cNvPr>
                <p14:cNvContentPartPr/>
                <p14:nvPr/>
              </p14:nvContentPartPr>
              <p14:xfrm>
                <a:off x="9260843" y="3998270"/>
                <a:ext cx="25560" cy="335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D329F36-B84A-9EC2-6C77-FC1647BE89C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252203" y="3989270"/>
                  <a:ext cx="432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449EC73-A437-4FA7-8CC3-0ABA2F89F1D5}"/>
                    </a:ext>
                  </a:extLst>
                </p14:cNvPr>
                <p14:cNvContentPartPr/>
                <p14:nvPr/>
              </p14:nvContentPartPr>
              <p14:xfrm>
                <a:off x="9260483" y="3960470"/>
                <a:ext cx="190440" cy="388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449EC73-A437-4FA7-8CC3-0ABA2F89F1D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251483" y="3951830"/>
                  <a:ext cx="2080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2CED24B-E8A1-8F5C-6CBC-14D9E69EA932}"/>
                    </a:ext>
                  </a:extLst>
                </p14:cNvPr>
                <p14:cNvContentPartPr/>
                <p14:nvPr/>
              </p14:nvContentPartPr>
              <p14:xfrm>
                <a:off x="9516803" y="4261790"/>
                <a:ext cx="218880" cy="187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2CED24B-E8A1-8F5C-6CBC-14D9E69EA93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07803" y="4253150"/>
                  <a:ext cx="2365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28676043-1F29-50DB-F694-C7DC562ACBDB}"/>
              </a:ext>
            </a:extLst>
          </p:cNvPr>
          <p:cNvGrpSpPr/>
          <p:nvPr/>
        </p:nvGrpSpPr>
        <p:grpSpPr>
          <a:xfrm>
            <a:off x="6986003" y="4983230"/>
            <a:ext cx="360720" cy="613800"/>
            <a:chOff x="6986003" y="4983230"/>
            <a:chExt cx="36072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2672C75-F5A3-069D-6EBB-5AC5085A4020}"/>
                    </a:ext>
                  </a:extLst>
                </p14:cNvPr>
                <p14:cNvContentPartPr/>
                <p14:nvPr/>
              </p14:nvContentPartPr>
              <p14:xfrm>
                <a:off x="6986003" y="4983230"/>
                <a:ext cx="32760" cy="478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2672C75-F5A3-069D-6EBB-5AC5085A402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77363" y="4974230"/>
                  <a:ext cx="5040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653F5DC-F57C-8151-F430-FB940FE32D89}"/>
                    </a:ext>
                  </a:extLst>
                </p14:cNvPr>
                <p14:cNvContentPartPr/>
                <p14:nvPr/>
              </p14:nvContentPartPr>
              <p14:xfrm>
                <a:off x="6989963" y="5002310"/>
                <a:ext cx="220680" cy="464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653F5DC-F57C-8151-F430-FB940FE32D8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980963" y="4993670"/>
                  <a:ext cx="23832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3B03D2E-6E79-D896-E6AA-600DCB961608}"/>
                    </a:ext>
                  </a:extLst>
                </p14:cNvPr>
                <p14:cNvContentPartPr/>
                <p14:nvPr/>
              </p14:nvContentPartPr>
              <p14:xfrm>
                <a:off x="7239803" y="5368070"/>
                <a:ext cx="106920" cy="228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3B03D2E-6E79-D896-E6AA-600DCB96160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230803" y="5359430"/>
                  <a:ext cx="12456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5194818-3B5F-4842-1239-352FEF5179A9}"/>
              </a:ext>
            </a:extLst>
          </p:cNvPr>
          <p:cNvGrpSpPr/>
          <p:nvPr/>
        </p:nvGrpSpPr>
        <p:grpSpPr>
          <a:xfrm>
            <a:off x="7675403" y="5254310"/>
            <a:ext cx="147240" cy="88560"/>
            <a:chOff x="7675403" y="5254310"/>
            <a:chExt cx="147240" cy="8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663174B-B094-8915-9097-B8A570AD33F8}"/>
                    </a:ext>
                  </a:extLst>
                </p14:cNvPr>
                <p14:cNvContentPartPr/>
                <p14:nvPr/>
              </p14:nvContentPartPr>
              <p14:xfrm>
                <a:off x="7688003" y="5337830"/>
                <a:ext cx="134640" cy="50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663174B-B094-8915-9097-B8A570AD33F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679003" y="5329190"/>
                  <a:ext cx="152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3AC40DF-D6E1-944B-958B-FEE05A8B4904}"/>
                    </a:ext>
                  </a:extLst>
                </p14:cNvPr>
                <p14:cNvContentPartPr/>
                <p14:nvPr/>
              </p14:nvContentPartPr>
              <p14:xfrm>
                <a:off x="7675403" y="5254310"/>
                <a:ext cx="100800" cy="82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3AC40DF-D6E1-944B-958B-FEE05A8B490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666403" y="5245310"/>
                  <a:ext cx="11844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8D01B6D-3A2F-01C3-796F-F5140D6CB6E0}"/>
                  </a:ext>
                </a:extLst>
              </p14:cNvPr>
              <p14:cNvContentPartPr/>
              <p14:nvPr/>
            </p14:nvContentPartPr>
            <p14:xfrm>
              <a:off x="8340683" y="4701710"/>
              <a:ext cx="333000" cy="4687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8D01B6D-3A2F-01C3-796F-F5140D6CB6E0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331683" y="4693070"/>
                <a:ext cx="35064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AB0107A1-DB3A-F177-A311-53FA6342E671}"/>
                  </a:ext>
                </a:extLst>
              </p14:cNvPr>
              <p14:cNvContentPartPr/>
              <p14:nvPr/>
            </p14:nvContentPartPr>
            <p14:xfrm>
              <a:off x="8655323" y="4980350"/>
              <a:ext cx="159480" cy="2696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AB0107A1-DB3A-F177-A311-53FA6342E671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8646323" y="4971710"/>
                <a:ext cx="1771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C7BA86CD-B482-2A1C-8BFC-02230E8D1010}"/>
                  </a:ext>
                </a:extLst>
              </p14:cNvPr>
              <p14:cNvContentPartPr/>
              <p14:nvPr/>
            </p14:nvContentPartPr>
            <p14:xfrm>
              <a:off x="8830283" y="4976390"/>
              <a:ext cx="143280" cy="2646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C7BA86CD-B482-2A1C-8BFC-02230E8D1010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8821643" y="4967390"/>
                <a:ext cx="16092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570C16F-E10D-F621-26AE-3980527904B1}"/>
                  </a:ext>
                </a:extLst>
              </p14:cNvPr>
              <p14:cNvContentPartPr/>
              <p14:nvPr/>
            </p14:nvContentPartPr>
            <p14:xfrm>
              <a:off x="8254643" y="5279150"/>
              <a:ext cx="905400" cy="331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570C16F-E10D-F621-26AE-3980527904B1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8245643" y="5270150"/>
                <a:ext cx="9230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39E3E39-1EF1-8061-365B-40A7D2B1A094}"/>
                  </a:ext>
                </a:extLst>
              </p14:cNvPr>
              <p14:cNvContentPartPr/>
              <p14:nvPr/>
            </p14:nvContentPartPr>
            <p14:xfrm>
              <a:off x="8584043" y="5439710"/>
              <a:ext cx="52200" cy="3988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39E3E39-1EF1-8061-365B-40A7D2B1A094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8575403" y="5431070"/>
                <a:ext cx="698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3FE385CA-BA0D-A234-0FB6-43D58C3F1312}"/>
                  </a:ext>
                </a:extLst>
              </p14:cNvPr>
              <p14:cNvContentPartPr/>
              <p14:nvPr/>
            </p14:nvContentPartPr>
            <p14:xfrm>
              <a:off x="8567843" y="5783150"/>
              <a:ext cx="118440" cy="680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3FE385CA-BA0D-A234-0FB6-43D58C3F1312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8559203" y="5774150"/>
                <a:ext cx="1360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C4361BB-7889-D597-8CFD-A9DCB7264823}"/>
                  </a:ext>
                </a:extLst>
              </p14:cNvPr>
              <p14:cNvContentPartPr/>
              <p14:nvPr/>
            </p14:nvContentPartPr>
            <p14:xfrm>
              <a:off x="8503763" y="5421350"/>
              <a:ext cx="180000" cy="352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C4361BB-7889-D597-8CFD-A9DCB7264823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8495123" y="5412710"/>
                <a:ext cx="197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4B5319F-ABB1-E170-7D4B-F79A1FB24E0D}"/>
                  </a:ext>
                </a:extLst>
              </p14:cNvPr>
              <p14:cNvContentPartPr/>
              <p14:nvPr/>
            </p14:nvContentPartPr>
            <p14:xfrm>
              <a:off x="8791403" y="5747870"/>
              <a:ext cx="31680" cy="214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4B5319F-ABB1-E170-7D4B-F79A1FB24E0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8782403" y="5739230"/>
                <a:ext cx="493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9565C440-A1CA-5B13-255D-2C660354DC92}"/>
                  </a:ext>
                </a:extLst>
              </p14:cNvPr>
              <p14:cNvContentPartPr/>
              <p14:nvPr/>
            </p14:nvContentPartPr>
            <p14:xfrm>
              <a:off x="8760083" y="5732030"/>
              <a:ext cx="159840" cy="72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9565C440-A1CA-5B13-255D-2C660354DC92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8751083" y="5723390"/>
                <a:ext cx="1774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ADF8F27-7046-E512-0472-02ED64014E56}"/>
                  </a:ext>
                </a:extLst>
              </p14:cNvPr>
              <p14:cNvContentPartPr/>
              <p14:nvPr/>
            </p14:nvContentPartPr>
            <p14:xfrm>
              <a:off x="8782403" y="5803310"/>
              <a:ext cx="130680" cy="72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ADF8F27-7046-E512-0472-02ED64014E56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8773763" y="5794670"/>
                <a:ext cx="1483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8F2E3028-A07B-D8A7-03FB-CC96A85DBC0D}"/>
                  </a:ext>
                </a:extLst>
              </p14:cNvPr>
              <p14:cNvContentPartPr/>
              <p14:nvPr/>
            </p14:nvContentPartPr>
            <p14:xfrm>
              <a:off x="8941883" y="5689190"/>
              <a:ext cx="154440" cy="2257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8F2E3028-A07B-D8A7-03FB-CC96A85DBC0D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8933243" y="5680550"/>
                <a:ext cx="172080" cy="24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D411D8A5-1BBC-CC85-7861-5C7A1DAC1196}"/>
              </a:ext>
            </a:extLst>
          </p:cNvPr>
          <p:cNvGrpSpPr/>
          <p:nvPr/>
        </p:nvGrpSpPr>
        <p:grpSpPr>
          <a:xfrm>
            <a:off x="9351923" y="4964870"/>
            <a:ext cx="939240" cy="479520"/>
            <a:chOff x="9351923" y="4964870"/>
            <a:chExt cx="93924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6AEF4FD-D5B9-8053-87D5-5DA6DA491758}"/>
                    </a:ext>
                  </a:extLst>
                </p14:cNvPr>
                <p14:cNvContentPartPr/>
                <p14:nvPr/>
              </p14:nvContentPartPr>
              <p14:xfrm>
                <a:off x="9351923" y="5280230"/>
                <a:ext cx="289440" cy="5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6AEF4FD-D5B9-8053-87D5-5DA6DA49175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42923" y="5271590"/>
                  <a:ext cx="307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F8D8AFB-7A62-477D-EF77-2212C2078B59}"/>
                    </a:ext>
                  </a:extLst>
                </p14:cNvPr>
                <p14:cNvContentPartPr/>
                <p14:nvPr/>
              </p14:nvContentPartPr>
              <p14:xfrm>
                <a:off x="9801923" y="4964870"/>
                <a:ext cx="215640" cy="418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F8D8AFB-7A62-477D-EF77-2212C2078B5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793283" y="4955870"/>
                  <a:ext cx="23328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384BB5C-A2A2-568B-2104-97FDA197B3D1}"/>
                    </a:ext>
                  </a:extLst>
                </p14:cNvPr>
                <p14:cNvContentPartPr/>
                <p14:nvPr/>
              </p14:nvContentPartPr>
              <p14:xfrm>
                <a:off x="10076963" y="5282390"/>
                <a:ext cx="214200" cy="162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384BB5C-A2A2-568B-2104-97FDA197B3D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068323" y="5273750"/>
                  <a:ext cx="23184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98771E0C-8F3E-566E-841E-E7E21B585654}"/>
                  </a:ext>
                </a:extLst>
              </p14:cNvPr>
              <p14:cNvContentPartPr/>
              <p14:nvPr/>
            </p14:nvContentPartPr>
            <p14:xfrm>
              <a:off x="10713443" y="2941670"/>
              <a:ext cx="789840" cy="309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98771E0C-8F3E-566E-841E-E7E21B585654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0704443" y="2932670"/>
                <a:ext cx="80748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B419971-D1FF-2AFE-2D2C-4E0D99136CFC}"/>
              </a:ext>
            </a:extLst>
          </p:cNvPr>
          <p:cNvGrpSpPr/>
          <p:nvPr/>
        </p:nvGrpSpPr>
        <p:grpSpPr>
          <a:xfrm>
            <a:off x="2627123" y="4846790"/>
            <a:ext cx="2172600" cy="1145880"/>
            <a:chOff x="2627123" y="4846790"/>
            <a:chExt cx="2172600" cy="11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C46222C-5611-C6E9-58A5-6C5241A90EBC}"/>
                    </a:ext>
                  </a:extLst>
                </p14:cNvPr>
                <p14:cNvContentPartPr/>
                <p14:nvPr/>
              </p14:nvContentPartPr>
              <p14:xfrm>
                <a:off x="2673563" y="5100590"/>
                <a:ext cx="28440" cy="391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C46222C-5611-C6E9-58A5-6C5241A90EB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664923" y="5091950"/>
                  <a:ext cx="460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A77E1A5-0082-01B9-CBF4-D9D5A86A3D1E}"/>
                    </a:ext>
                  </a:extLst>
                </p14:cNvPr>
                <p14:cNvContentPartPr/>
                <p14:nvPr/>
              </p14:nvContentPartPr>
              <p14:xfrm>
                <a:off x="2627123" y="5083310"/>
                <a:ext cx="210600" cy="4536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A77E1A5-0082-01B9-CBF4-D9D5A86A3D1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618483" y="5074670"/>
                  <a:ext cx="2282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578FED3-4958-D92A-2119-89D0EAFB0BB6}"/>
                    </a:ext>
                  </a:extLst>
                </p14:cNvPr>
                <p14:cNvContentPartPr/>
                <p14:nvPr/>
              </p14:nvContentPartPr>
              <p14:xfrm>
                <a:off x="2846003" y="5415950"/>
                <a:ext cx="87120" cy="1821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578FED3-4958-D92A-2119-89D0EAFB0BB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837003" y="5406950"/>
                  <a:ext cx="1047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3C995FF-58C0-9CD5-079A-DD1CC16FD846}"/>
                    </a:ext>
                  </a:extLst>
                </p14:cNvPr>
                <p14:cNvContentPartPr/>
                <p14:nvPr/>
              </p14:nvContentPartPr>
              <p14:xfrm>
                <a:off x="3076763" y="5405510"/>
                <a:ext cx="149760" cy="3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3C995FF-58C0-9CD5-079A-DD1CC16FD84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068123" y="5396870"/>
                  <a:ext cx="167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BE41F54-D9D1-64D4-C51B-4FC2C4F4694B}"/>
                    </a:ext>
                  </a:extLst>
                </p14:cNvPr>
                <p14:cNvContentPartPr/>
                <p14:nvPr/>
              </p14:nvContentPartPr>
              <p14:xfrm>
                <a:off x="3064163" y="5264390"/>
                <a:ext cx="217440" cy="21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BE41F54-D9D1-64D4-C51B-4FC2C4F4694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055523" y="5255750"/>
                  <a:ext cx="235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93E6975-AA75-6076-FBFC-243182814DB7}"/>
                    </a:ext>
                  </a:extLst>
                </p14:cNvPr>
                <p14:cNvContentPartPr/>
                <p14:nvPr/>
              </p14:nvContentPartPr>
              <p14:xfrm>
                <a:off x="3523163" y="4846790"/>
                <a:ext cx="127800" cy="266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93E6975-AA75-6076-FBFC-243182814DB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14163" y="4837790"/>
                  <a:ext cx="1454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4730C0-CE87-62CE-3C73-175F0F9470B2}"/>
                    </a:ext>
                  </a:extLst>
                </p14:cNvPr>
                <p14:cNvContentPartPr/>
                <p14:nvPr/>
              </p14:nvContentPartPr>
              <p14:xfrm>
                <a:off x="3446483" y="5300390"/>
                <a:ext cx="425160" cy="12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4730C0-CE87-62CE-3C73-175F0F9470B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437483" y="5291750"/>
                  <a:ext cx="442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7BB5BC6-F99D-4AD3-294C-DB2F7D29259D}"/>
                    </a:ext>
                  </a:extLst>
                </p14:cNvPr>
                <p14:cNvContentPartPr/>
                <p14:nvPr/>
              </p14:nvContentPartPr>
              <p14:xfrm>
                <a:off x="3474923" y="5477510"/>
                <a:ext cx="64440" cy="2624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7BB5BC6-F99D-4AD3-294C-DB2F7D29259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65923" y="5468870"/>
                  <a:ext cx="820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3643D98-784D-6729-B95B-B2FF9777F022}"/>
                    </a:ext>
                  </a:extLst>
                </p14:cNvPr>
                <p14:cNvContentPartPr/>
                <p14:nvPr/>
              </p14:nvContentPartPr>
              <p14:xfrm>
                <a:off x="3581483" y="5481470"/>
                <a:ext cx="206280" cy="511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3643D98-784D-6729-B95B-B2FF9777F02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572483" y="5472470"/>
                  <a:ext cx="22392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AE80DB6-1F32-8ABB-B79D-07C42363CE67}"/>
                    </a:ext>
                  </a:extLst>
                </p14:cNvPr>
                <p14:cNvContentPartPr/>
                <p14:nvPr/>
              </p14:nvContentPartPr>
              <p14:xfrm>
                <a:off x="3998363" y="5283110"/>
                <a:ext cx="181080" cy="3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AE80DB6-1F32-8ABB-B79D-07C42363CE6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89363" y="5274470"/>
                  <a:ext cx="198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30C7FD2-FDEA-EEB1-5162-EB3A3A3A2274}"/>
                    </a:ext>
                  </a:extLst>
                </p14:cNvPr>
                <p14:cNvContentPartPr/>
                <p14:nvPr/>
              </p14:nvContentPartPr>
              <p14:xfrm>
                <a:off x="4349723" y="5143070"/>
                <a:ext cx="64440" cy="2527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30C7FD2-FDEA-EEB1-5162-EB3A3A3A227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341083" y="5134070"/>
                  <a:ext cx="82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0D65AD8-12E7-7BAB-70E9-03A568B793AD}"/>
                    </a:ext>
                  </a:extLst>
                </p14:cNvPr>
                <p14:cNvContentPartPr/>
                <p14:nvPr/>
              </p14:nvContentPartPr>
              <p14:xfrm>
                <a:off x="4550603" y="5093750"/>
                <a:ext cx="360" cy="259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0D65AD8-12E7-7BAB-70E9-03A568B793A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541963" y="5085110"/>
                  <a:ext cx="180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8F334D2-2F6A-C771-C84B-D19C8DC7A8DB}"/>
                    </a:ext>
                  </a:extLst>
                </p14:cNvPr>
                <p14:cNvContentPartPr/>
                <p14:nvPr/>
              </p14:nvContentPartPr>
              <p14:xfrm>
                <a:off x="4558883" y="5097350"/>
                <a:ext cx="240840" cy="223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8F334D2-2F6A-C771-C84B-D19C8DC7A8D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49883" y="5088350"/>
                  <a:ext cx="25848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8C4A3861-1E5F-4581-6C5B-F2F6AB444141}"/>
              </a:ext>
            </a:extLst>
          </p:cNvPr>
          <p:cNvGrpSpPr/>
          <p:nvPr/>
        </p:nvGrpSpPr>
        <p:grpSpPr>
          <a:xfrm>
            <a:off x="480803" y="3813950"/>
            <a:ext cx="808560" cy="560520"/>
            <a:chOff x="480803" y="3813950"/>
            <a:chExt cx="808560" cy="56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BA8423F-0CB8-3917-C459-2A9B335D41BB}"/>
                    </a:ext>
                  </a:extLst>
                </p14:cNvPr>
                <p14:cNvContentPartPr/>
                <p14:nvPr/>
              </p14:nvContentPartPr>
              <p14:xfrm>
                <a:off x="610043" y="3813950"/>
                <a:ext cx="3240" cy="444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BA8423F-0CB8-3917-C459-2A9B335D41B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05723" y="3809630"/>
                  <a:ext cx="118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A7558FE-D3BF-3BA1-D260-6C2699BB7814}"/>
                    </a:ext>
                  </a:extLst>
                </p14:cNvPr>
                <p14:cNvContentPartPr/>
                <p14:nvPr/>
              </p14:nvContentPartPr>
              <p14:xfrm>
                <a:off x="480803" y="3886670"/>
                <a:ext cx="270360" cy="6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A7558FE-D3BF-3BA1-D260-6C2699BB781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76483" y="3882350"/>
                  <a:ext cx="279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A184F29-A172-8E45-EC68-E453BACF484A}"/>
                    </a:ext>
                  </a:extLst>
                </p14:cNvPr>
                <p14:cNvContentPartPr/>
                <p14:nvPr/>
              </p14:nvContentPartPr>
              <p14:xfrm>
                <a:off x="755843" y="4045430"/>
                <a:ext cx="105120" cy="1778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A184F29-A172-8E45-EC68-E453BACF484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51523" y="4041110"/>
                  <a:ext cx="1137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9A06E73-8723-A37C-11E0-2491D4E30F00}"/>
                    </a:ext>
                  </a:extLst>
                </p14:cNvPr>
                <p14:cNvContentPartPr/>
                <p14:nvPr/>
              </p14:nvContentPartPr>
              <p14:xfrm>
                <a:off x="901283" y="4034270"/>
                <a:ext cx="99360" cy="177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9A06E73-8723-A37C-11E0-2491D4E30F0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96963" y="4029950"/>
                  <a:ext cx="108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F864E80-433C-2D1D-2252-89EA7DFFF7E5}"/>
                    </a:ext>
                  </a:extLst>
                </p14:cNvPr>
                <p14:cNvContentPartPr/>
                <p14:nvPr/>
              </p14:nvContentPartPr>
              <p14:xfrm>
                <a:off x="1025483" y="4061270"/>
                <a:ext cx="104760" cy="313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F864E80-433C-2D1D-2252-89EA7DFFF7E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21163" y="4056950"/>
                  <a:ext cx="1134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0BFECC9-8073-D8B0-0501-3DB8FF18F938}"/>
                    </a:ext>
                  </a:extLst>
                </p14:cNvPr>
                <p14:cNvContentPartPr/>
                <p14:nvPr/>
              </p14:nvContentPartPr>
              <p14:xfrm>
                <a:off x="1198283" y="4011590"/>
                <a:ext cx="91080" cy="183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0BFECC9-8073-D8B0-0501-3DB8FF18F93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93963" y="4007270"/>
                  <a:ext cx="997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DF0C79F-B8EA-B614-E0C0-C295A857B8AF}"/>
              </a:ext>
            </a:extLst>
          </p:cNvPr>
          <p:cNvGrpSpPr/>
          <p:nvPr/>
        </p:nvGrpSpPr>
        <p:grpSpPr>
          <a:xfrm>
            <a:off x="1625243" y="3783350"/>
            <a:ext cx="831960" cy="469080"/>
            <a:chOff x="1625243" y="3783350"/>
            <a:chExt cx="83196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3DCFD99-725A-0D6F-4E89-DE477C48CFAC}"/>
                    </a:ext>
                  </a:extLst>
                </p14:cNvPr>
                <p14:cNvContentPartPr/>
                <p14:nvPr/>
              </p14:nvContentPartPr>
              <p14:xfrm>
                <a:off x="1625243" y="3783350"/>
                <a:ext cx="206280" cy="396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3DCFD99-725A-0D6F-4E89-DE477C48CFA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620923" y="3779030"/>
                  <a:ext cx="2149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152195B-45C5-1AB2-F282-3A43A5E5D915}"/>
                    </a:ext>
                  </a:extLst>
                </p14:cNvPr>
                <p14:cNvContentPartPr/>
                <p14:nvPr/>
              </p14:nvContentPartPr>
              <p14:xfrm>
                <a:off x="1902803" y="4050830"/>
                <a:ext cx="84600" cy="2016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152195B-45C5-1AB2-F282-3A43A5E5D91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898483" y="4046510"/>
                  <a:ext cx="93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CDDDAB3-0CCC-86EE-00C2-6A118F7C33B7}"/>
                    </a:ext>
                  </a:extLst>
                </p14:cNvPr>
                <p14:cNvContentPartPr/>
                <p14:nvPr/>
              </p14:nvContentPartPr>
              <p14:xfrm>
                <a:off x="2137163" y="4013750"/>
                <a:ext cx="320040" cy="222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CDDDAB3-0CCC-86EE-00C2-6A118F7C33B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132843" y="4009430"/>
                  <a:ext cx="32868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278B5080-74B8-CEBB-9D1C-52D0F645AFF0}"/>
              </a:ext>
            </a:extLst>
          </p:cNvPr>
          <p:cNvGrpSpPr/>
          <p:nvPr/>
        </p:nvGrpSpPr>
        <p:grpSpPr>
          <a:xfrm>
            <a:off x="692843" y="5166110"/>
            <a:ext cx="369360" cy="544680"/>
            <a:chOff x="692843" y="5166110"/>
            <a:chExt cx="369360" cy="54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57F6E44-80A0-455B-06E1-66D3E3EE9567}"/>
                    </a:ext>
                  </a:extLst>
                </p14:cNvPr>
                <p14:cNvContentPartPr/>
                <p14:nvPr/>
              </p14:nvContentPartPr>
              <p14:xfrm>
                <a:off x="692843" y="5171870"/>
                <a:ext cx="60840" cy="2822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57F6E44-80A0-455B-06E1-66D3E3EE956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88523" y="5167550"/>
                  <a:ext cx="69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4786082-43CE-0C65-FC90-79EC2C507403}"/>
                    </a:ext>
                  </a:extLst>
                </p14:cNvPr>
                <p14:cNvContentPartPr/>
                <p14:nvPr/>
              </p14:nvContentPartPr>
              <p14:xfrm>
                <a:off x="707603" y="5166110"/>
                <a:ext cx="186120" cy="327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4786082-43CE-0C65-FC90-79EC2C50740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03283" y="5161790"/>
                  <a:ext cx="1947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7343D0E-FA87-7016-3542-8FC0A4181CA9}"/>
                    </a:ext>
                  </a:extLst>
                </p14:cNvPr>
                <p14:cNvContentPartPr/>
                <p14:nvPr/>
              </p14:nvContentPartPr>
              <p14:xfrm>
                <a:off x="920003" y="5304710"/>
                <a:ext cx="142200" cy="4060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7343D0E-FA87-7016-3542-8FC0A4181CA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15683" y="5300390"/>
                  <a:ext cx="150840" cy="4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037283F5-2A24-7F7E-30BF-04864D1C4D67}"/>
              </a:ext>
            </a:extLst>
          </p:cNvPr>
          <p:cNvGrpSpPr/>
          <p:nvPr/>
        </p:nvGrpSpPr>
        <p:grpSpPr>
          <a:xfrm>
            <a:off x="1308083" y="5138030"/>
            <a:ext cx="335160" cy="399240"/>
            <a:chOff x="1308083" y="5138030"/>
            <a:chExt cx="33516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B6A001E-D830-96D5-8CAD-4D63BB085F04}"/>
                    </a:ext>
                  </a:extLst>
                </p14:cNvPr>
                <p14:cNvContentPartPr/>
                <p14:nvPr/>
              </p14:nvContentPartPr>
              <p14:xfrm>
                <a:off x="1308083" y="5138030"/>
                <a:ext cx="200880" cy="329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B6A001E-D830-96D5-8CAD-4D63BB085F0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303763" y="5133710"/>
                  <a:ext cx="2095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FD51838-9A4E-ADA7-3DBE-A192B1D557F9}"/>
                    </a:ext>
                  </a:extLst>
                </p14:cNvPr>
                <p14:cNvContentPartPr/>
                <p14:nvPr/>
              </p14:nvContentPartPr>
              <p14:xfrm>
                <a:off x="1563323" y="5343230"/>
                <a:ext cx="79920" cy="194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FD51838-9A4E-ADA7-3DBE-A192B1D557F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59003" y="5338910"/>
                  <a:ext cx="8856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CDA25E3-09E8-5760-6465-84FFB530925A}"/>
                  </a:ext>
                </a:extLst>
              </p14:cNvPr>
              <p14:cNvContentPartPr/>
              <p14:nvPr/>
            </p14:nvContentPartPr>
            <p14:xfrm>
              <a:off x="599963" y="4270790"/>
              <a:ext cx="1279800" cy="302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CDA25E3-09E8-5760-6465-84FFB530925A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590963" y="4261790"/>
                <a:ext cx="12974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5CA04AFF-39FA-038F-5719-ECB41DB773B7}"/>
                  </a:ext>
                </a:extLst>
              </p14:cNvPr>
              <p14:cNvContentPartPr/>
              <p14:nvPr/>
            </p14:nvContentPartPr>
            <p14:xfrm>
              <a:off x="765563" y="5621150"/>
              <a:ext cx="874080" cy="720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5CA04AFF-39FA-038F-5719-ECB41DB773B7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756923" y="5612510"/>
                <a:ext cx="89172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7141BDBF-C138-04D9-FAFA-89FEC5248305}"/>
              </a:ext>
            </a:extLst>
          </p:cNvPr>
          <p:cNvGrpSpPr/>
          <p:nvPr/>
        </p:nvGrpSpPr>
        <p:grpSpPr>
          <a:xfrm>
            <a:off x="1937003" y="5297150"/>
            <a:ext cx="25200" cy="114480"/>
            <a:chOff x="1937003" y="5297150"/>
            <a:chExt cx="2520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275E9D0-E05E-05E8-33E1-F3A1AB40DEE1}"/>
                    </a:ext>
                  </a:extLst>
                </p14:cNvPr>
                <p14:cNvContentPartPr/>
                <p14:nvPr/>
              </p14:nvContentPartPr>
              <p14:xfrm>
                <a:off x="1937003" y="5297150"/>
                <a:ext cx="7920" cy="34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275E9D0-E05E-05E8-33E1-F3A1AB40DEE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928003" y="5288510"/>
                  <a:ext cx="25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7120D9C-1178-1022-002A-364E7762D293}"/>
                    </a:ext>
                  </a:extLst>
                </p14:cNvPr>
                <p14:cNvContentPartPr/>
                <p14:nvPr/>
              </p14:nvContentPartPr>
              <p14:xfrm>
                <a:off x="1955723" y="5397590"/>
                <a:ext cx="6480" cy="14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7120D9C-1178-1022-002A-364E7762D29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947083" y="5388950"/>
                  <a:ext cx="241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ADA9296-F994-B481-B00F-3D74E02CF224}"/>
              </a:ext>
            </a:extLst>
          </p:cNvPr>
          <p:cNvGrpSpPr/>
          <p:nvPr/>
        </p:nvGrpSpPr>
        <p:grpSpPr>
          <a:xfrm>
            <a:off x="2078843" y="4023830"/>
            <a:ext cx="28080" cy="129240"/>
            <a:chOff x="2078843" y="4023830"/>
            <a:chExt cx="28080" cy="1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FEB88CC-DC08-FA2E-A0CF-EEAA19EACA87}"/>
                    </a:ext>
                  </a:extLst>
                </p14:cNvPr>
                <p14:cNvContentPartPr/>
                <p14:nvPr/>
              </p14:nvContentPartPr>
              <p14:xfrm>
                <a:off x="2078843" y="4023830"/>
                <a:ext cx="6480" cy="29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FEB88CC-DC08-FA2E-A0CF-EEAA19EACA8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069843" y="4015190"/>
                  <a:ext cx="24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D8308D8-2162-BFB7-3A62-A865F6270FCC}"/>
                    </a:ext>
                  </a:extLst>
                </p14:cNvPr>
                <p14:cNvContentPartPr/>
                <p14:nvPr/>
              </p14:nvContentPartPr>
              <p14:xfrm>
                <a:off x="2096483" y="4131110"/>
                <a:ext cx="10440" cy="21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D8308D8-2162-BFB7-3A62-A865F6270FC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087483" y="4122470"/>
                  <a:ext cx="280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45B31BBF-54F0-14B6-EB6D-026B0FFA2D77}"/>
                  </a:ext>
                </a:extLst>
              </p14:cNvPr>
              <p14:cNvContentPartPr/>
              <p14:nvPr/>
            </p14:nvContentPartPr>
            <p14:xfrm>
              <a:off x="2182163" y="5186990"/>
              <a:ext cx="338760" cy="29844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45B31BBF-54F0-14B6-EB6D-026B0FFA2D77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2177843" y="5182670"/>
                <a:ext cx="34740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DA2878E-52F5-D5BE-667D-9104CE5D7A04}"/>
              </a:ext>
            </a:extLst>
          </p:cNvPr>
          <p:cNvGrpSpPr/>
          <p:nvPr/>
        </p:nvGrpSpPr>
        <p:grpSpPr>
          <a:xfrm>
            <a:off x="3456923" y="6167990"/>
            <a:ext cx="814680" cy="408600"/>
            <a:chOff x="3456923" y="6167990"/>
            <a:chExt cx="81468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6E97AEE-6412-B0CD-E453-609D95BE77C4}"/>
                    </a:ext>
                  </a:extLst>
                </p14:cNvPr>
                <p14:cNvContentPartPr/>
                <p14:nvPr/>
              </p14:nvContentPartPr>
              <p14:xfrm>
                <a:off x="3456923" y="6174830"/>
                <a:ext cx="167760" cy="2444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6E97AEE-6412-B0CD-E453-609D95BE77C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447923" y="6166190"/>
                  <a:ext cx="185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A30BEDC-4284-920F-7D10-20194B716C61}"/>
                    </a:ext>
                  </a:extLst>
                </p14:cNvPr>
                <p14:cNvContentPartPr/>
                <p14:nvPr/>
              </p14:nvContentPartPr>
              <p14:xfrm>
                <a:off x="3718283" y="6455270"/>
                <a:ext cx="360" cy="1213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A30BEDC-4284-920F-7D10-20194B716C6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709643" y="6446270"/>
                  <a:ext cx="18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A409B32-09F3-951E-3C6E-1A1D80FCCDD4}"/>
                    </a:ext>
                  </a:extLst>
                </p14:cNvPr>
                <p14:cNvContentPartPr/>
                <p14:nvPr/>
              </p14:nvContentPartPr>
              <p14:xfrm>
                <a:off x="3760403" y="6200750"/>
                <a:ext cx="142560" cy="1591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A409B32-09F3-951E-3C6E-1A1D80FCCDD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751763" y="6191750"/>
                  <a:ext cx="160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4CB7D9F-F92D-C367-D9ED-20F3C21BB124}"/>
                    </a:ext>
                  </a:extLst>
                </p14:cNvPr>
                <p14:cNvContentPartPr/>
                <p14:nvPr/>
              </p14:nvContentPartPr>
              <p14:xfrm>
                <a:off x="3798563" y="6203270"/>
                <a:ext cx="92160" cy="244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4CB7D9F-F92D-C367-D9ED-20F3C21BB12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789923" y="6194630"/>
                  <a:ext cx="109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35D793F-6247-D3F9-E7B0-617FE00DC19B}"/>
                    </a:ext>
                  </a:extLst>
                </p14:cNvPr>
                <p14:cNvContentPartPr/>
                <p14:nvPr/>
              </p14:nvContentPartPr>
              <p14:xfrm>
                <a:off x="3930323" y="6185270"/>
                <a:ext cx="118440" cy="288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35D793F-6247-D3F9-E7B0-617FE00DC19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921683" y="6176270"/>
                  <a:ext cx="1360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FB548CB-546F-B16E-88E0-B1D3E800AA76}"/>
                    </a:ext>
                  </a:extLst>
                </p14:cNvPr>
                <p14:cNvContentPartPr/>
                <p14:nvPr/>
              </p14:nvContentPartPr>
              <p14:xfrm>
                <a:off x="4082963" y="6167990"/>
                <a:ext cx="188640" cy="365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FB548CB-546F-B16E-88E0-B1D3E800AA7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074323" y="6158990"/>
                  <a:ext cx="20628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A247D636-E9A8-A1F5-CEE8-CF7280EDDD1C}"/>
              </a:ext>
            </a:extLst>
          </p:cNvPr>
          <p:cNvGrpSpPr/>
          <p:nvPr/>
        </p:nvGrpSpPr>
        <p:grpSpPr>
          <a:xfrm>
            <a:off x="4475363" y="6185270"/>
            <a:ext cx="852120" cy="317880"/>
            <a:chOff x="4475363" y="6185270"/>
            <a:chExt cx="85212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6087448-EB51-BEC8-CD4F-5116C2BD5163}"/>
                    </a:ext>
                  </a:extLst>
                </p14:cNvPr>
                <p14:cNvContentPartPr/>
                <p14:nvPr/>
              </p14:nvContentPartPr>
              <p14:xfrm>
                <a:off x="4475363" y="6201110"/>
                <a:ext cx="241560" cy="3020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6087448-EB51-BEC8-CD4F-5116C2BD516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466363" y="6192110"/>
                  <a:ext cx="259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5B7B314-CC45-1C23-6F24-51F413687334}"/>
                    </a:ext>
                  </a:extLst>
                </p14:cNvPr>
                <p14:cNvContentPartPr/>
                <p14:nvPr/>
              </p14:nvContentPartPr>
              <p14:xfrm>
                <a:off x="4831763" y="6185270"/>
                <a:ext cx="495720" cy="265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5B7B314-CC45-1C23-6F24-51F41368733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823123" y="6176270"/>
                  <a:ext cx="51336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66D5E6F-AB4D-D7C1-F4C9-A4908EDC7848}"/>
              </a:ext>
            </a:extLst>
          </p:cNvPr>
          <p:cNvGrpSpPr/>
          <p:nvPr/>
        </p:nvGrpSpPr>
        <p:grpSpPr>
          <a:xfrm>
            <a:off x="2731523" y="6065750"/>
            <a:ext cx="497520" cy="441720"/>
            <a:chOff x="2731523" y="6065750"/>
            <a:chExt cx="49752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5947558-DDC4-3F4D-21B1-8BF42DE6751F}"/>
                    </a:ext>
                  </a:extLst>
                </p14:cNvPr>
                <p14:cNvContentPartPr/>
                <p14:nvPr/>
              </p14:nvContentPartPr>
              <p14:xfrm>
                <a:off x="3084323" y="6284630"/>
                <a:ext cx="144720" cy="11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5947558-DDC4-3F4D-21B1-8BF42DE6751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075683" y="6275990"/>
                  <a:ext cx="162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4DA7830-CBCB-DF55-90E6-EEE8D07ECCA9}"/>
                    </a:ext>
                  </a:extLst>
                </p14:cNvPr>
                <p14:cNvContentPartPr/>
                <p14:nvPr/>
              </p14:nvContentPartPr>
              <p14:xfrm>
                <a:off x="3069203" y="6377150"/>
                <a:ext cx="154800" cy="151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4DA7830-CBCB-DF55-90E6-EEE8D07ECCA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060563" y="6368510"/>
                  <a:ext cx="172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260EB2C-CF9E-B323-6B04-D14C2FF320BC}"/>
                    </a:ext>
                  </a:extLst>
                </p14:cNvPr>
                <p14:cNvContentPartPr/>
                <p14:nvPr/>
              </p14:nvContentPartPr>
              <p14:xfrm>
                <a:off x="2731523" y="6065750"/>
                <a:ext cx="168840" cy="369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260EB2C-CF9E-B323-6B04-D14C2FF320B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722883" y="6056750"/>
                  <a:ext cx="1864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6FA7FB3-B966-D28B-AA99-9E0A70058B04}"/>
                    </a:ext>
                  </a:extLst>
                </p14:cNvPr>
                <p14:cNvContentPartPr/>
                <p14:nvPr/>
              </p14:nvContentPartPr>
              <p14:xfrm>
                <a:off x="2893523" y="6349070"/>
                <a:ext cx="85320" cy="158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6FA7FB3-B966-D28B-AA99-9E0A70058B0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884883" y="6340430"/>
                  <a:ext cx="10296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64B288A5-1D46-3912-134C-0EEBAA29851B}"/>
                  </a:ext>
                </a:extLst>
              </p14:cNvPr>
              <p14:cNvContentPartPr/>
              <p14:nvPr/>
            </p14:nvContentPartPr>
            <p14:xfrm>
              <a:off x="2744123" y="6646070"/>
              <a:ext cx="2359440" cy="4572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64B288A5-1D46-3912-134C-0EEBAA29851B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2735123" y="6637430"/>
                <a:ext cx="23770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C1BF9DC1-9472-C69C-5A2B-170F76900E2F}"/>
                  </a:ext>
                </a:extLst>
              </p14:cNvPr>
              <p14:cNvContentPartPr/>
              <p14:nvPr/>
            </p14:nvContentPartPr>
            <p14:xfrm>
              <a:off x="5585243" y="6379670"/>
              <a:ext cx="393480" cy="1828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C1BF9DC1-9472-C69C-5A2B-170F76900E2F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5576243" y="6370670"/>
                <a:ext cx="411120" cy="20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F6DAE20-1BA7-537E-BE1F-6A33ED59F9AC}"/>
              </a:ext>
            </a:extLst>
          </p:cNvPr>
          <p:cNvGrpSpPr/>
          <p:nvPr/>
        </p:nvGrpSpPr>
        <p:grpSpPr>
          <a:xfrm>
            <a:off x="6503963" y="6203270"/>
            <a:ext cx="811440" cy="513360"/>
            <a:chOff x="6503963" y="6203270"/>
            <a:chExt cx="811440" cy="51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67C3774-7BC0-C0AE-C3D5-3CF4E17FCF97}"/>
                    </a:ext>
                  </a:extLst>
                </p14:cNvPr>
                <p14:cNvContentPartPr/>
                <p14:nvPr/>
              </p14:nvContentPartPr>
              <p14:xfrm>
                <a:off x="6503963" y="6203270"/>
                <a:ext cx="237600" cy="362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67C3774-7BC0-C0AE-C3D5-3CF4E17FCF9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495323" y="6194270"/>
                  <a:ext cx="2552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8A27C2F-B0F4-BC69-99A5-F7A3FDC59560}"/>
                    </a:ext>
                  </a:extLst>
                </p14:cNvPr>
                <p14:cNvContentPartPr/>
                <p14:nvPr/>
              </p14:nvContentPartPr>
              <p14:xfrm>
                <a:off x="6815363" y="6482270"/>
                <a:ext cx="212400" cy="234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8A27C2F-B0F4-BC69-99A5-F7A3FDC5956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806363" y="6473630"/>
                  <a:ext cx="2300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199A10B-C0A2-7875-61CF-75545EBA7ACA}"/>
                    </a:ext>
                  </a:extLst>
                </p14:cNvPr>
                <p14:cNvContentPartPr/>
                <p14:nvPr/>
              </p14:nvContentPartPr>
              <p14:xfrm>
                <a:off x="7212083" y="6490190"/>
                <a:ext cx="103320" cy="10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199A10B-C0A2-7875-61CF-75545EBA7AC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203083" y="6481550"/>
                  <a:ext cx="120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8617C68-7219-0F5A-9196-22212AEBF847}"/>
                    </a:ext>
                  </a:extLst>
                </p14:cNvPr>
                <p14:cNvContentPartPr/>
                <p14:nvPr/>
              </p14:nvContentPartPr>
              <p14:xfrm>
                <a:off x="7195883" y="6432590"/>
                <a:ext cx="106920" cy="129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8617C68-7219-0F5A-9196-22212AEBF84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186883" y="6423950"/>
                  <a:ext cx="1245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2B983AAF-7F66-4B4E-90C0-15FF33F112F7}"/>
              </a:ext>
            </a:extLst>
          </p:cNvPr>
          <p:cNvGrpSpPr/>
          <p:nvPr/>
        </p:nvGrpSpPr>
        <p:grpSpPr>
          <a:xfrm>
            <a:off x="7427363" y="6250790"/>
            <a:ext cx="1540080" cy="417960"/>
            <a:chOff x="7427363" y="6250790"/>
            <a:chExt cx="154008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CE8B7BD-4CB2-853F-626F-580CF53E0B56}"/>
                    </a:ext>
                  </a:extLst>
                </p14:cNvPr>
                <p14:cNvContentPartPr/>
                <p14:nvPr/>
              </p14:nvContentPartPr>
              <p14:xfrm>
                <a:off x="7427363" y="6260870"/>
                <a:ext cx="198360" cy="378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CE8B7BD-4CB2-853F-626F-580CF53E0B5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18363" y="6252230"/>
                  <a:ext cx="2160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62F541E-6533-43BE-6B02-A9EAC1D245D2}"/>
                    </a:ext>
                  </a:extLst>
                </p14:cNvPr>
                <p14:cNvContentPartPr/>
                <p14:nvPr/>
              </p14:nvContentPartPr>
              <p14:xfrm>
                <a:off x="7666763" y="6483350"/>
                <a:ext cx="65160" cy="1558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62F541E-6533-43BE-6B02-A9EAC1D245D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658123" y="6474710"/>
                  <a:ext cx="82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3ADC0E0-7E35-F490-87DB-6EDA51823B37}"/>
                    </a:ext>
                  </a:extLst>
                </p14:cNvPr>
                <p14:cNvContentPartPr/>
                <p14:nvPr/>
              </p14:nvContentPartPr>
              <p14:xfrm>
                <a:off x="7872323" y="6440510"/>
                <a:ext cx="171000" cy="151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3ADC0E0-7E35-F490-87DB-6EDA51823B3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863323" y="6431870"/>
                  <a:ext cx="188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2E7A9BD-CDBD-368F-84E7-E3C5E6619AF9}"/>
                    </a:ext>
                  </a:extLst>
                </p14:cNvPr>
                <p14:cNvContentPartPr/>
                <p14:nvPr/>
              </p14:nvContentPartPr>
              <p14:xfrm>
                <a:off x="7951523" y="6379670"/>
                <a:ext cx="21600" cy="1832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2E7A9BD-CDBD-368F-84E7-E3C5E6619AF9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42523" y="6370670"/>
                  <a:ext cx="39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D57D060-6874-1026-3FE2-F8134BA2D818}"/>
                    </a:ext>
                  </a:extLst>
                </p14:cNvPr>
                <p14:cNvContentPartPr/>
                <p14:nvPr/>
              </p14:nvContentPartPr>
              <p14:xfrm>
                <a:off x="8215403" y="6250790"/>
                <a:ext cx="164880" cy="3294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D57D060-6874-1026-3FE2-F8134BA2D81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206763" y="6241790"/>
                  <a:ext cx="182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3F29594-F5AC-3DAF-F595-3561FFA026BD}"/>
                    </a:ext>
                  </a:extLst>
                </p14:cNvPr>
                <p14:cNvContentPartPr/>
                <p14:nvPr/>
              </p14:nvContentPartPr>
              <p14:xfrm>
                <a:off x="8475683" y="6491630"/>
                <a:ext cx="194400" cy="1771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3F29594-F5AC-3DAF-F595-3561FFA026B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466683" y="6482630"/>
                  <a:ext cx="212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8F64589-9AEF-EF2B-D8CE-46A3198B910D}"/>
                    </a:ext>
                  </a:extLst>
                </p14:cNvPr>
                <p14:cNvContentPartPr/>
                <p14:nvPr/>
              </p14:nvContentPartPr>
              <p14:xfrm>
                <a:off x="8887883" y="6416750"/>
                <a:ext cx="77040" cy="18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8F64589-9AEF-EF2B-D8CE-46A3198B910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878883" y="6408110"/>
                  <a:ext cx="94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A5DB36F-24DD-34E1-519C-D5B278095D71}"/>
                    </a:ext>
                  </a:extLst>
                </p14:cNvPr>
                <p14:cNvContentPartPr/>
                <p14:nvPr/>
              </p14:nvContentPartPr>
              <p14:xfrm>
                <a:off x="8876723" y="6362750"/>
                <a:ext cx="90720" cy="727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A5DB36F-24DD-34E1-519C-D5B278095D7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867723" y="6353750"/>
                  <a:ext cx="10836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8CEED033-6C68-0B18-60AF-58C782134555}"/>
              </a:ext>
            </a:extLst>
          </p:cNvPr>
          <p:cNvGrpSpPr/>
          <p:nvPr/>
        </p:nvGrpSpPr>
        <p:grpSpPr>
          <a:xfrm>
            <a:off x="9265163" y="6280670"/>
            <a:ext cx="465480" cy="263160"/>
            <a:chOff x="9265163" y="6280670"/>
            <a:chExt cx="46548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2121062-B659-CD1E-5419-958D3D655B66}"/>
                    </a:ext>
                  </a:extLst>
                </p14:cNvPr>
                <p14:cNvContentPartPr/>
                <p14:nvPr/>
              </p14:nvContentPartPr>
              <p14:xfrm>
                <a:off x="9265163" y="6305150"/>
                <a:ext cx="162720" cy="2386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2121062-B659-CD1E-5419-958D3D655B6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256523" y="6296510"/>
                  <a:ext cx="180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D8640E8-A219-FD4E-F4AA-88953A521242}"/>
                    </a:ext>
                  </a:extLst>
                </p14:cNvPr>
                <p14:cNvContentPartPr/>
                <p14:nvPr/>
              </p14:nvContentPartPr>
              <p14:xfrm>
                <a:off x="9511763" y="6280670"/>
                <a:ext cx="218880" cy="2581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D8640E8-A219-FD4E-F4AA-88953A52124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503123" y="6271670"/>
                  <a:ext cx="23652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046158EC-A93F-A24B-EC63-470A1DFC366B}"/>
                  </a:ext>
                </a:extLst>
              </p14:cNvPr>
              <p14:cNvContentPartPr/>
              <p14:nvPr/>
            </p14:nvContentPartPr>
            <p14:xfrm>
              <a:off x="9859523" y="6292910"/>
              <a:ext cx="511200" cy="2034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046158EC-A93F-A24B-EC63-470A1DFC366B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9850883" y="6283910"/>
                <a:ext cx="52884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3" name="Group 312">
            <a:extLst>
              <a:ext uri="{FF2B5EF4-FFF2-40B4-BE49-F238E27FC236}">
                <a16:creationId xmlns:a16="http://schemas.microsoft.com/office/drawing/2014/main" id="{3BEF7DB1-BBE0-1240-970C-D4A44B8315B1}"/>
              </a:ext>
            </a:extLst>
          </p:cNvPr>
          <p:cNvGrpSpPr/>
          <p:nvPr/>
        </p:nvGrpSpPr>
        <p:grpSpPr>
          <a:xfrm>
            <a:off x="9318083" y="6615830"/>
            <a:ext cx="1090440" cy="168480"/>
            <a:chOff x="9318083" y="6615830"/>
            <a:chExt cx="1090440" cy="1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3D6EC9E-B3C1-A42E-C04C-1DBF0C2AFE96}"/>
                    </a:ext>
                  </a:extLst>
                </p14:cNvPr>
                <p14:cNvContentPartPr/>
                <p14:nvPr/>
              </p14:nvContentPartPr>
              <p14:xfrm>
                <a:off x="9318083" y="6615830"/>
                <a:ext cx="1090440" cy="1540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3D6EC9E-B3C1-A42E-C04C-1DBF0C2AFE9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309443" y="6606830"/>
                  <a:ext cx="1108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BE41B3D-2C89-313F-2DFB-944993B9E80D}"/>
                    </a:ext>
                  </a:extLst>
                </p14:cNvPr>
                <p14:cNvContentPartPr/>
                <p14:nvPr/>
              </p14:nvContentPartPr>
              <p14:xfrm>
                <a:off x="9902363" y="6619430"/>
                <a:ext cx="10440" cy="113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BE41B3D-2C89-313F-2DFB-944993B9E80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893363" y="6610430"/>
                  <a:ext cx="28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27D8E64-DCF1-8D05-37DC-0E514D6C9B75}"/>
                    </a:ext>
                  </a:extLst>
                </p14:cNvPr>
                <p14:cNvContentPartPr/>
                <p14:nvPr/>
              </p14:nvContentPartPr>
              <p14:xfrm>
                <a:off x="9952403" y="6622670"/>
                <a:ext cx="14040" cy="161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27D8E64-DCF1-8D05-37DC-0E514D6C9B7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943763" y="6613670"/>
                  <a:ext cx="3168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2754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35EAD46-7EB4-09FA-2BBF-AC2441A54CC3}"/>
              </a:ext>
            </a:extLst>
          </p:cNvPr>
          <p:cNvGrpSpPr/>
          <p:nvPr/>
        </p:nvGrpSpPr>
        <p:grpSpPr>
          <a:xfrm>
            <a:off x="259403" y="334910"/>
            <a:ext cx="3502440" cy="2772000"/>
            <a:chOff x="259403" y="334910"/>
            <a:chExt cx="3502440" cy="27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7E77367-A4AB-6A11-8EB8-B10809DCE20A}"/>
                    </a:ext>
                  </a:extLst>
                </p14:cNvPr>
                <p14:cNvContentPartPr/>
                <p14:nvPr/>
              </p14:nvContentPartPr>
              <p14:xfrm>
                <a:off x="368483" y="350750"/>
                <a:ext cx="224280" cy="377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7E77367-A4AB-6A11-8EB8-B10809DCE2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9483" y="342110"/>
                  <a:ext cx="2419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DD663D8-B886-1578-B0AC-3C1E6A006412}"/>
                    </a:ext>
                  </a:extLst>
                </p14:cNvPr>
                <p14:cNvContentPartPr/>
                <p14:nvPr/>
              </p14:nvContentPartPr>
              <p14:xfrm>
                <a:off x="474323" y="334910"/>
                <a:ext cx="297720" cy="917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DD663D8-B886-1578-B0AC-3C1E6A0064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5683" y="325910"/>
                  <a:ext cx="315360" cy="9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45210F-62D0-E071-D4A5-3981BAF52542}"/>
                    </a:ext>
                  </a:extLst>
                </p14:cNvPr>
                <p14:cNvContentPartPr/>
                <p14:nvPr/>
              </p14:nvContentPartPr>
              <p14:xfrm>
                <a:off x="1225283" y="954110"/>
                <a:ext cx="2281320" cy="418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45210F-62D0-E071-D4A5-3981BAF525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16643" y="945470"/>
                  <a:ext cx="22989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238056-775B-0DB0-BFA7-F7B4A8FCF630}"/>
                    </a:ext>
                  </a:extLst>
                </p14:cNvPr>
                <p14:cNvContentPartPr/>
                <p14:nvPr/>
              </p14:nvContentPartPr>
              <p14:xfrm>
                <a:off x="3408323" y="1100990"/>
                <a:ext cx="353520" cy="1909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238056-775B-0DB0-BFA7-F7B4A8FCF6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99323" y="1092350"/>
                  <a:ext cx="371160" cy="19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E6C166-0C59-4992-8F52-2FBF251B8B6F}"/>
                    </a:ext>
                  </a:extLst>
                </p14:cNvPr>
                <p14:cNvContentPartPr/>
                <p14:nvPr/>
              </p14:nvContentPartPr>
              <p14:xfrm>
                <a:off x="1324283" y="3035270"/>
                <a:ext cx="2190960" cy="71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E6C166-0C59-4992-8F52-2FBF251B8B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5643" y="3026630"/>
                  <a:ext cx="2208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CFB0B9-696A-0ED2-C680-FCA3806DC321}"/>
                    </a:ext>
                  </a:extLst>
                </p14:cNvPr>
                <p14:cNvContentPartPr/>
                <p14:nvPr/>
              </p14:nvContentPartPr>
              <p14:xfrm>
                <a:off x="1246523" y="1094510"/>
                <a:ext cx="73080" cy="402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CFB0B9-696A-0ED2-C680-FCA3806DC3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37523" y="1085510"/>
                  <a:ext cx="907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F5C1DC-ADE8-6F97-917B-F346407E8F50}"/>
                    </a:ext>
                  </a:extLst>
                </p14:cNvPr>
                <p14:cNvContentPartPr/>
                <p14:nvPr/>
              </p14:nvContentPartPr>
              <p14:xfrm>
                <a:off x="914963" y="1603550"/>
                <a:ext cx="739800" cy="771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F5C1DC-ADE8-6F97-917B-F346407E8F5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6323" y="1594550"/>
                  <a:ext cx="75744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EB401F5-5EF7-279F-B1EE-5EE0F61F9B13}"/>
                    </a:ext>
                  </a:extLst>
                </p14:cNvPr>
                <p14:cNvContentPartPr/>
                <p14:nvPr/>
              </p14:nvContentPartPr>
              <p14:xfrm>
                <a:off x="1311683" y="1385750"/>
                <a:ext cx="5400" cy="270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EB401F5-5EF7-279F-B1EE-5EE0F61F9B1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03043" y="1377110"/>
                  <a:ext cx="230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BFCDEE5-AE05-6FB2-D084-7BBF77B611DB}"/>
                    </a:ext>
                  </a:extLst>
                </p14:cNvPr>
                <p14:cNvContentPartPr/>
                <p14:nvPr/>
              </p14:nvContentPartPr>
              <p14:xfrm>
                <a:off x="1190003" y="1872830"/>
                <a:ext cx="162360" cy="32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BFCDEE5-AE05-6FB2-D084-7BBF77B611D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81003" y="1863830"/>
                  <a:ext cx="180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AE8C35B-74F3-73FC-55D6-9DCAF3763E34}"/>
                    </a:ext>
                  </a:extLst>
                </p14:cNvPr>
                <p14:cNvContentPartPr/>
                <p14:nvPr/>
              </p14:nvContentPartPr>
              <p14:xfrm>
                <a:off x="1271723" y="1824230"/>
                <a:ext cx="14040" cy="159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AE8C35B-74F3-73FC-55D6-9DCAF3763E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62723" y="1815230"/>
                  <a:ext cx="31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6CD730D-53DC-FBA1-8676-1CCFF833A07B}"/>
                    </a:ext>
                  </a:extLst>
                </p14:cNvPr>
                <p14:cNvContentPartPr/>
                <p14:nvPr/>
              </p14:nvContentPartPr>
              <p14:xfrm>
                <a:off x="1198643" y="2161910"/>
                <a:ext cx="150840" cy="35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6CD730D-53DC-FBA1-8676-1CCFF833A0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0003" y="2153270"/>
                  <a:ext cx="168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19A6A90-2D58-021B-CDC1-40249D3B8F4C}"/>
                    </a:ext>
                  </a:extLst>
                </p14:cNvPr>
                <p14:cNvContentPartPr/>
                <p14:nvPr/>
              </p14:nvContentPartPr>
              <p14:xfrm>
                <a:off x="1305563" y="2402750"/>
                <a:ext cx="25560" cy="66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19A6A90-2D58-021B-CDC1-40249D3B8F4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96563" y="2393750"/>
                  <a:ext cx="4320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F96836E-59BA-F9C0-0B0D-712206307353}"/>
                    </a:ext>
                  </a:extLst>
                </p14:cNvPr>
                <p14:cNvContentPartPr/>
                <p14:nvPr/>
              </p14:nvContentPartPr>
              <p14:xfrm>
                <a:off x="259403" y="1904150"/>
                <a:ext cx="289440" cy="455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F96836E-59BA-F9C0-0B0D-7122063073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0763" y="1895510"/>
                  <a:ext cx="3070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3D28D4-B4CB-37CB-E7AF-F6B21CE584F4}"/>
                    </a:ext>
                  </a:extLst>
                </p14:cNvPr>
                <p14:cNvContentPartPr/>
                <p14:nvPr/>
              </p14:nvContentPartPr>
              <p14:xfrm>
                <a:off x="547043" y="2286470"/>
                <a:ext cx="118080" cy="264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3D28D4-B4CB-37CB-E7AF-F6B21CE584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8403" y="2277470"/>
                  <a:ext cx="13572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F87EF5E-3327-A52B-A88F-9C4F53D8917C}"/>
              </a:ext>
            </a:extLst>
          </p:cNvPr>
          <p:cNvGrpSpPr/>
          <p:nvPr/>
        </p:nvGrpSpPr>
        <p:grpSpPr>
          <a:xfrm>
            <a:off x="2032043" y="317990"/>
            <a:ext cx="305640" cy="382320"/>
            <a:chOff x="2032043" y="317990"/>
            <a:chExt cx="3056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B9D011-7CF6-27A2-1B14-5BE37A845C7F}"/>
                    </a:ext>
                  </a:extLst>
                </p14:cNvPr>
                <p14:cNvContentPartPr/>
                <p14:nvPr/>
              </p14:nvContentPartPr>
              <p14:xfrm>
                <a:off x="2032043" y="317990"/>
                <a:ext cx="215280" cy="357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B9D011-7CF6-27A2-1B14-5BE37A845C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23403" y="309350"/>
                  <a:ext cx="2329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9EE8A12-5CEE-FF81-288D-C4D3EFB94808}"/>
                    </a:ext>
                  </a:extLst>
                </p14:cNvPr>
                <p14:cNvContentPartPr/>
                <p14:nvPr/>
              </p14:nvContentPartPr>
              <p14:xfrm>
                <a:off x="2324723" y="510230"/>
                <a:ext cx="12960" cy="19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9EE8A12-5CEE-FF81-288D-C4D3EFB948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16083" y="501590"/>
                  <a:ext cx="3060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CA6F943-B13D-26D9-4C8D-8E40D40DFDA3}"/>
              </a:ext>
            </a:extLst>
          </p:cNvPr>
          <p:cNvGrpSpPr/>
          <p:nvPr/>
        </p:nvGrpSpPr>
        <p:grpSpPr>
          <a:xfrm>
            <a:off x="2814323" y="1790390"/>
            <a:ext cx="379440" cy="515520"/>
            <a:chOff x="2814323" y="1790390"/>
            <a:chExt cx="37944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4441ED-A900-4BC4-B87C-E53D5EA1EE17}"/>
                    </a:ext>
                  </a:extLst>
                </p14:cNvPr>
                <p14:cNvContentPartPr/>
                <p14:nvPr/>
              </p14:nvContentPartPr>
              <p14:xfrm>
                <a:off x="2814323" y="1790390"/>
                <a:ext cx="174960" cy="39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4441ED-A900-4BC4-B87C-E53D5EA1EE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05683" y="1781390"/>
                  <a:ext cx="1926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9A5DB2-BC6B-3613-3959-B3D53EF54240}"/>
                    </a:ext>
                  </a:extLst>
                </p14:cNvPr>
                <p14:cNvContentPartPr/>
                <p14:nvPr/>
              </p14:nvContentPartPr>
              <p14:xfrm>
                <a:off x="3037883" y="2160830"/>
                <a:ext cx="155880" cy="14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9A5DB2-BC6B-3613-3959-B3D53EF542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29243" y="2152190"/>
                  <a:ext cx="1735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1C83A46-C14A-2B1E-FE62-D182B7A19933}"/>
              </a:ext>
            </a:extLst>
          </p:cNvPr>
          <p:cNvGrpSpPr/>
          <p:nvPr/>
        </p:nvGrpSpPr>
        <p:grpSpPr>
          <a:xfrm>
            <a:off x="3451883" y="1219430"/>
            <a:ext cx="1634760" cy="1682640"/>
            <a:chOff x="3451883" y="1219430"/>
            <a:chExt cx="1634760" cy="16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8BADAF-18AC-5565-C3C8-250180C09D8E}"/>
                    </a:ext>
                  </a:extLst>
                </p14:cNvPr>
                <p14:cNvContentPartPr/>
                <p14:nvPr/>
              </p14:nvContentPartPr>
              <p14:xfrm>
                <a:off x="3451883" y="1219430"/>
                <a:ext cx="1352520" cy="596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8BADAF-18AC-5565-C3C8-250180C09D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43243" y="1210430"/>
                  <a:ext cx="137016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F0087AA-6FE0-A7FB-DC09-6BBB88066233}"/>
                    </a:ext>
                  </a:extLst>
                </p14:cNvPr>
                <p14:cNvContentPartPr/>
                <p14:nvPr/>
              </p14:nvContentPartPr>
              <p14:xfrm>
                <a:off x="4407323" y="1745750"/>
                <a:ext cx="679320" cy="665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F0087AA-6FE0-A7FB-DC09-6BBB880662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98323" y="1736750"/>
                  <a:ext cx="69696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588B3F-CB11-BEE8-924F-BF0ECD33CC6C}"/>
                    </a:ext>
                  </a:extLst>
                </p14:cNvPr>
                <p14:cNvContentPartPr/>
                <p14:nvPr/>
              </p14:nvContentPartPr>
              <p14:xfrm>
                <a:off x="4691003" y="1894070"/>
                <a:ext cx="216360" cy="276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588B3F-CB11-BEE8-924F-BF0ECD33CC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82363" y="1885430"/>
                  <a:ext cx="2340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6AC319C-844C-7AF6-6DFD-C04DE0FEA7F7}"/>
                    </a:ext>
                  </a:extLst>
                </p14:cNvPr>
                <p14:cNvContentPartPr/>
                <p14:nvPr/>
              </p14:nvContentPartPr>
              <p14:xfrm>
                <a:off x="3499763" y="2391950"/>
                <a:ext cx="1307160" cy="510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6AC319C-844C-7AF6-6DFD-C04DE0FEA7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91123" y="2383310"/>
                  <a:ext cx="1324800" cy="52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F6557F8-C63C-7A34-8245-50F3F3506BDA}"/>
              </a:ext>
            </a:extLst>
          </p:cNvPr>
          <p:cNvGrpSpPr/>
          <p:nvPr/>
        </p:nvGrpSpPr>
        <p:grpSpPr>
          <a:xfrm>
            <a:off x="4945163" y="2443430"/>
            <a:ext cx="394200" cy="446760"/>
            <a:chOff x="4945163" y="2443430"/>
            <a:chExt cx="39420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30CBFB2-E09D-C01D-07DC-E49A15A7B901}"/>
                    </a:ext>
                  </a:extLst>
                </p14:cNvPr>
                <p14:cNvContentPartPr/>
                <p14:nvPr/>
              </p14:nvContentPartPr>
              <p14:xfrm>
                <a:off x="4945163" y="2443430"/>
                <a:ext cx="150840" cy="324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30CBFB2-E09D-C01D-07DC-E49A15A7B9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36523" y="2434430"/>
                  <a:ext cx="1684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F137FA2-5892-2B49-A7D2-2C5F5053510C}"/>
                    </a:ext>
                  </a:extLst>
                </p14:cNvPr>
                <p14:cNvContentPartPr/>
                <p14:nvPr/>
              </p14:nvContentPartPr>
              <p14:xfrm>
                <a:off x="5135603" y="2682110"/>
                <a:ext cx="203760" cy="208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F137FA2-5892-2B49-A7D2-2C5F5053510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26963" y="2673110"/>
                  <a:ext cx="2214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F24B3A6-EE5A-4A95-31B5-373A22EAF677}"/>
              </a:ext>
            </a:extLst>
          </p:cNvPr>
          <p:cNvGrpSpPr/>
          <p:nvPr/>
        </p:nvGrpSpPr>
        <p:grpSpPr>
          <a:xfrm>
            <a:off x="6194363" y="261110"/>
            <a:ext cx="1234080" cy="561240"/>
            <a:chOff x="6194363" y="261110"/>
            <a:chExt cx="123408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6387D1-FF39-9CE5-BCF9-A5B2F583F256}"/>
                    </a:ext>
                  </a:extLst>
                </p14:cNvPr>
                <p14:cNvContentPartPr/>
                <p14:nvPr/>
              </p14:nvContentPartPr>
              <p14:xfrm>
                <a:off x="6196523" y="277310"/>
                <a:ext cx="35640" cy="38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6387D1-FF39-9CE5-BCF9-A5B2F583F25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87523" y="268670"/>
                  <a:ext cx="532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A459C48-0A9C-1056-784D-124239D4410F}"/>
                    </a:ext>
                  </a:extLst>
                </p14:cNvPr>
                <p14:cNvContentPartPr/>
                <p14:nvPr/>
              </p14:nvContentPartPr>
              <p14:xfrm>
                <a:off x="6194363" y="261110"/>
                <a:ext cx="193680" cy="42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A459C48-0A9C-1056-784D-124239D441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85723" y="252470"/>
                  <a:ext cx="2113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DA037B-6D84-8F77-ED60-2B733A53B988}"/>
                    </a:ext>
                  </a:extLst>
                </p14:cNvPr>
                <p14:cNvContentPartPr/>
                <p14:nvPr/>
              </p14:nvContentPartPr>
              <p14:xfrm>
                <a:off x="6512963" y="624350"/>
                <a:ext cx="10440" cy="194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DA037B-6D84-8F77-ED60-2B733A53B98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03963" y="615710"/>
                  <a:ext cx="28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43A2B6-CFC8-09DE-CC12-7593CF5085CD}"/>
                    </a:ext>
                  </a:extLst>
                </p14:cNvPr>
                <p14:cNvContentPartPr/>
                <p14:nvPr/>
              </p14:nvContentPartPr>
              <p14:xfrm>
                <a:off x="6672803" y="490790"/>
                <a:ext cx="135720" cy="14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43A2B6-CFC8-09DE-CC12-7593CF5085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63803" y="482150"/>
                  <a:ext cx="153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7F7B81A-3E6C-7B5D-E606-27FE979DB13B}"/>
                    </a:ext>
                  </a:extLst>
                </p14:cNvPr>
                <p14:cNvContentPartPr/>
                <p14:nvPr/>
              </p14:nvContentPartPr>
              <p14:xfrm>
                <a:off x="6677123" y="566750"/>
                <a:ext cx="176040" cy="2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7F7B81A-3E6C-7B5D-E606-27FE979DB13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68483" y="557750"/>
                  <a:ext cx="193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17BBEE-1CAF-009E-7DD2-1F2425DAAFA7}"/>
                    </a:ext>
                  </a:extLst>
                </p14:cNvPr>
                <p14:cNvContentPartPr/>
                <p14:nvPr/>
              </p14:nvContentPartPr>
              <p14:xfrm>
                <a:off x="6998603" y="305390"/>
                <a:ext cx="180000" cy="374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17BBEE-1CAF-009E-7DD2-1F2425DAAF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89963" y="296390"/>
                  <a:ext cx="1976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305B5FB-1CBF-B30E-8E5D-7BA4775A0EA3}"/>
                    </a:ext>
                  </a:extLst>
                </p14:cNvPr>
                <p14:cNvContentPartPr/>
                <p14:nvPr/>
              </p14:nvContentPartPr>
              <p14:xfrm>
                <a:off x="7245923" y="621830"/>
                <a:ext cx="18252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305B5FB-1CBF-B30E-8E5D-7BA4775A0E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37283" y="613190"/>
                  <a:ext cx="2001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CDE084-8695-E0C9-5B2D-E04F50DCE2C5}"/>
              </a:ext>
            </a:extLst>
          </p:cNvPr>
          <p:cNvGrpSpPr/>
          <p:nvPr/>
        </p:nvGrpSpPr>
        <p:grpSpPr>
          <a:xfrm>
            <a:off x="6539243" y="1086230"/>
            <a:ext cx="414720" cy="280800"/>
            <a:chOff x="6539243" y="1086230"/>
            <a:chExt cx="41472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A1B175-013E-77C5-D535-17814A9040CD}"/>
                    </a:ext>
                  </a:extLst>
                </p14:cNvPr>
                <p14:cNvContentPartPr/>
                <p14:nvPr/>
              </p14:nvContentPartPr>
              <p14:xfrm>
                <a:off x="6539243" y="1086230"/>
                <a:ext cx="25560" cy="28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A1B175-013E-77C5-D535-17814A9040C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30243" y="1077230"/>
                  <a:ext cx="432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1F51A4-8B31-9B8A-129A-133FC05CCF1B}"/>
                    </a:ext>
                  </a:extLst>
                </p14:cNvPr>
                <p14:cNvContentPartPr/>
                <p14:nvPr/>
              </p14:nvContentPartPr>
              <p14:xfrm>
                <a:off x="6624563" y="1111430"/>
                <a:ext cx="104400" cy="219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C1F51A4-8B31-9B8A-129A-133FC05CCF1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15923" y="1102430"/>
                  <a:ext cx="122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B554292-845A-180F-4F28-BA033EBE0170}"/>
                    </a:ext>
                  </a:extLst>
                </p14:cNvPr>
                <p14:cNvContentPartPr/>
                <p14:nvPr/>
              </p14:nvContentPartPr>
              <p14:xfrm>
                <a:off x="6817883" y="1113230"/>
                <a:ext cx="136080" cy="253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B554292-845A-180F-4F28-BA033EBE017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08883" y="1104590"/>
                  <a:ext cx="1537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4DFE467-DE53-E7AF-D113-8267401CB222}"/>
              </a:ext>
            </a:extLst>
          </p:cNvPr>
          <p:cNvGrpSpPr/>
          <p:nvPr/>
        </p:nvGrpSpPr>
        <p:grpSpPr>
          <a:xfrm>
            <a:off x="6570563" y="1655390"/>
            <a:ext cx="359280" cy="285480"/>
            <a:chOff x="6570563" y="1655390"/>
            <a:chExt cx="35928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433473C-7130-AE98-75AE-91C9AFAC2724}"/>
                    </a:ext>
                  </a:extLst>
                </p14:cNvPr>
                <p14:cNvContentPartPr/>
                <p14:nvPr/>
              </p14:nvContentPartPr>
              <p14:xfrm>
                <a:off x="6570563" y="1655390"/>
                <a:ext cx="72000" cy="285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433473C-7130-AE98-75AE-91C9AFAC27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61563" y="1646750"/>
                  <a:ext cx="89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7F5E7E1-94F6-8994-F07A-25CEBF11284E}"/>
                    </a:ext>
                  </a:extLst>
                </p14:cNvPr>
                <p14:cNvContentPartPr/>
                <p14:nvPr/>
              </p14:nvContentPartPr>
              <p14:xfrm>
                <a:off x="6768923" y="1660790"/>
                <a:ext cx="1440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7F5E7E1-94F6-8994-F07A-25CEBF1128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59923" y="1651790"/>
                  <a:ext cx="320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89A731-5280-3E03-F5F6-3FDF28A374C7}"/>
                    </a:ext>
                  </a:extLst>
                </p14:cNvPr>
                <p14:cNvContentPartPr/>
                <p14:nvPr/>
              </p14:nvContentPartPr>
              <p14:xfrm>
                <a:off x="6763163" y="1669430"/>
                <a:ext cx="166680" cy="229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789A731-5280-3E03-F5F6-3FDF28A374C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54523" y="1660790"/>
                  <a:ext cx="18432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1DE2397-29ED-603E-7C31-1E24ACDB7E88}"/>
              </a:ext>
            </a:extLst>
          </p:cNvPr>
          <p:cNvGrpSpPr/>
          <p:nvPr/>
        </p:nvGrpSpPr>
        <p:grpSpPr>
          <a:xfrm>
            <a:off x="6618443" y="2364230"/>
            <a:ext cx="501120" cy="347400"/>
            <a:chOff x="6618443" y="2364230"/>
            <a:chExt cx="50112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22E818E-0910-1ACA-76FA-C93A41ED98BD}"/>
                    </a:ext>
                  </a:extLst>
                </p14:cNvPr>
                <p14:cNvContentPartPr/>
                <p14:nvPr/>
              </p14:nvContentPartPr>
              <p14:xfrm>
                <a:off x="6618443" y="2364230"/>
                <a:ext cx="23040" cy="347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22E818E-0910-1ACA-76FA-C93A41ED98B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09443" y="2355590"/>
                  <a:ext cx="406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5B166C-F0E5-F110-0D9C-E764EAD9B483}"/>
                    </a:ext>
                  </a:extLst>
                </p14:cNvPr>
                <p14:cNvContentPartPr/>
                <p14:nvPr/>
              </p14:nvContentPartPr>
              <p14:xfrm>
                <a:off x="6711323" y="2417510"/>
                <a:ext cx="135720" cy="255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5B166C-F0E5-F110-0D9C-E764EAD9B48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02683" y="2408510"/>
                  <a:ext cx="153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8E7778-7887-DF19-5DE3-2A3B4908D9E3}"/>
                    </a:ext>
                  </a:extLst>
                </p14:cNvPr>
                <p14:cNvContentPartPr/>
                <p14:nvPr/>
              </p14:nvContentPartPr>
              <p14:xfrm>
                <a:off x="6899243" y="2424710"/>
                <a:ext cx="39600" cy="267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8E7778-7887-DF19-5DE3-2A3B4908D9E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90603" y="2416070"/>
                  <a:ext cx="57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782B4B-BB66-1106-E240-152571A2D4E8}"/>
                    </a:ext>
                  </a:extLst>
                </p14:cNvPr>
                <p14:cNvContentPartPr/>
                <p14:nvPr/>
              </p14:nvContentPartPr>
              <p14:xfrm>
                <a:off x="6930563" y="2455310"/>
                <a:ext cx="189000" cy="23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782B4B-BB66-1106-E240-152571A2D4E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21563" y="2446310"/>
                  <a:ext cx="20664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2164462-E84E-460B-4192-CECB107727A5}"/>
              </a:ext>
            </a:extLst>
          </p:cNvPr>
          <p:cNvGrpSpPr/>
          <p:nvPr/>
        </p:nvGrpSpPr>
        <p:grpSpPr>
          <a:xfrm>
            <a:off x="6640043" y="3202670"/>
            <a:ext cx="707760" cy="301680"/>
            <a:chOff x="6640043" y="3202670"/>
            <a:chExt cx="70776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3401C40-B278-DA36-C286-97D0E1B0C7EC}"/>
                    </a:ext>
                  </a:extLst>
                </p14:cNvPr>
                <p14:cNvContentPartPr/>
                <p14:nvPr/>
              </p14:nvContentPartPr>
              <p14:xfrm>
                <a:off x="6640043" y="3202670"/>
                <a:ext cx="16200" cy="260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3401C40-B278-DA36-C286-97D0E1B0C7E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31403" y="3193670"/>
                  <a:ext cx="338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22DB012-6F2B-E639-C98D-686E33A94D98}"/>
                    </a:ext>
                  </a:extLst>
                </p14:cNvPr>
                <p14:cNvContentPartPr/>
                <p14:nvPr/>
              </p14:nvContentPartPr>
              <p14:xfrm>
                <a:off x="6744803" y="3221750"/>
                <a:ext cx="122400" cy="255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22DB012-6F2B-E639-C98D-686E33A94D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36163" y="3213110"/>
                  <a:ext cx="140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0DD2C5-68E8-91B5-73FB-F17975837330}"/>
                    </a:ext>
                  </a:extLst>
                </p14:cNvPr>
                <p14:cNvContentPartPr/>
                <p14:nvPr/>
              </p14:nvContentPartPr>
              <p14:xfrm>
                <a:off x="6928403" y="3235430"/>
                <a:ext cx="137520" cy="255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0DD2C5-68E8-91B5-73FB-F179758373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19403" y="3226430"/>
                  <a:ext cx="1551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42E3FAA-FBB2-5ACF-89E7-4D16498597F7}"/>
                    </a:ext>
                  </a:extLst>
                </p14:cNvPr>
                <p14:cNvContentPartPr/>
                <p14:nvPr/>
              </p14:nvContentPartPr>
              <p14:xfrm>
                <a:off x="7159163" y="3229670"/>
                <a:ext cx="4320" cy="274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42E3FAA-FBB2-5ACF-89E7-4D16498597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50523" y="3221030"/>
                  <a:ext cx="21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4137EE3-8A9E-6E0C-944E-F09C5DB747AB}"/>
                    </a:ext>
                  </a:extLst>
                </p14:cNvPr>
                <p14:cNvContentPartPr/>
                <p14:nvPr/>
              </p14:nvContentPartPr>
              <p14:xfrm>
                <a:off x="7170683" y="3259910"/>
                <a:ext cx="177120" cy="226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4137EE3-8A9E-6E0C-944E-F09C5DB747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61683" y="3251270"/>
                  <a:ext cx="1947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8829B72-2A30-EA33-B541-9013F65EFD65}"/>
              </a:ext>
            </a:extLst>
          </p:cNvPr>
          <p:cNvGrpSpPr/>
          <p:nvPr/>
        </p:nvGrpSpPr>
        <p:grpSpPr>
          <a:xfrm>
            <a:off x="6650843" y="3901790"/>
            <a:ext cx="395640" cy="352800"/>
            <a:chOff x="6650843" y="3901790"/>
            <a:chExt cx="39564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7C52E0-77D2-F5D5-531A-B4402C1D621E}"/>
                    </a:ext>
                  </a:extLst>
                </p14:cNvPr>
                <p14:cNvContentPartPr/>
                <p14:nvPr/>
              </p14:nvContentPartPr>
              <p14:xfrm>
                <a:off x="6650843" y="3901790"/>
                <a:ext cx="28080" cy="348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7C52E0-77D2-F5D5-531A-B4402C1D62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41843" y="3893150"/>
                  <a:ext cx="457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E0855F-9E3F-233C-D2D9-1A7BD46B3C46}"/>
                    </a:ext>
                  </a:extLst>
                </p14:cNvPr>
                <p14:cNvContentPartPr/>
                <p14:nvPr/>
              </p14:nvContentPartPr>
              <p14:xfrm>
                <a:off x="6800243" y="3946070"/>
                <a:ext cx="246240" cy="308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E0855F-9E3F-233C-D2D9-1A7BD46B3C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91603" y="3937430"/>
                  <a:ext cx="26388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DE79726-B967-1B5C-6A24-517B32DD08B7}"/>
              </a:ext>
            </a:extLst>
          </p:cNvPr>
          <p:cNvGrpSpPr/>
          <p:nvPr/>
        </p:nvGrpSpPr>
        <p:grpSpPr>
          <a:xfrm>
            <a:off x="6667403" y="4590110"/>
            <a:ext cx="550080" cy="368280"/>
            <a:chOff x="6667403" y="4590110"/>
            <a:chExt cx="55008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D4A264-C123-03C6-9057-60A7723A0E05}"/>
                    </a:ext>
                  </a:extLst>
                </p14:cNvPr>
                <p14:cNvContentPartPr/>
                <p14:nvPr/>
              </p14:nvContentPartPr>
              <p14:xfrm>
                <a:off x="6667403" y="4590110"/>
                <a:ext cx="3960" cy="354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D4A264-C123-03C6-9057-60A7723A0E0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58403" y="4581110"/>
                  <a:ext cx="216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E563A63-3EC5-ED96-F468-77413D0E7511}"/>
                    </a:ext>
                  </a:extLst>
                </p14:cNvPr>
                <p14:cNvContentPartPr/>
                <p14:nvPr/>
              </p14:nvContentPartPr>
              <p14:xfrm>
                <a:off x="6732923" y="4605950"/>
                <a:ext cx="151200" cy="297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E563A63-3EC5-ED96-F468-77413D0E751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24283" y="4596950"/>
                  <a:ext cx="1688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3F34B3C-E49A-CD32-B3EC-BD583306E3D8}"/>
                    </a:ext>
                  </a:extLst>
                </p14:cNvPr>
                <p14:cNvContentPartPr/>
                <p14:nvPr/>
              </p14:nvContentPartPr>
              <p14:xfrm>
                <a:off x="6950363" y="4645190"/>
                <a:ext cx="267120" cy="313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3F34B3C-E49A-CD32-B3EC-BD583306E3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41723" y="4636550"/>
                  <a:ext cx="2847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3EFEAC7-5EC0-4DCB-CC13-2C06A3963176}"/>
              </a:ext>
            </a:extLst>
          </p:cNvPr>
          <p:cNvGrpSpPr/>
          <p:nvPr/>
        </p:nvGrpSpPr>
        <p:grpSpPr>
          <a:xfrm>
            <a:off x="8113523" y="146270"/>
            <a:ext cx="491760" cy="769680"/>
            <a:chOff x="8113523" y="146270"/>
            <a:chExt cx="491760" cy="76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BA3C5BC-995D-3BA1-4FC7-19AEB182E5FF}"/>
                    </a:ext>
                  </a:extLst>
                </p14:cNvPr>
                <p14:cNvContentPartPr/>
                <p14:nvPr/>
              </p14:nvContentPartPr>
              <p14:xfrm>
                <a:off x="8113523" y="146270"/>
                <a:ext cx="181080" cy="36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BA3C5BC-995D-3BA1-4FC7-19AEB182E5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04523" y="137630"/>
                  <a:ext cx="1987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7649D2-2F5F-96EE-AA7E-6BA0AFA1D67D}"/>
                    </a:ext>
                  </a:extLst>
                </p14:cNvPr>
                <p14:cNvContentPartPr/>
                <p14:nvPr/>
              </p14:nvContentPartPr>
              <p14:xfrm>
                <a:off x="8325203" y="317270"/>
                <a:ext cx="116280" cy="232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7649D2-2F5F-96EE-AA7E-6BA0AFA1D67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16203" y="308270"/>
                  <a:ext cx="133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B60A97D-122B-F389-9699-E41E3081A108}"/>
                    </a:ext>
                  </a:extLst>
                </p14:cNvPr>
                <p14:cNvContentPartPr/>
                <p14:nvPr/>
              </p14:nvContentPartPr>
              <p14:xfrm>
                <a:off x="8495483" y="473150"/>
                <a:ext cx="109800" cy="112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B60A97D-122B-F389-9699-E41E3081A10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86483" y="464150"/>
                  <a:ext cx="127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B0896D1-6FEF-6C99-2E36-80C9F65FF4D9}"/>
                    </a:ext>
                  </a:extLst>
                </p14:cNvPr>
                <p14:cNvContentPartPr/>
                <p14:nvPr/>
              </p14:nvContentPartPr>
              <p14:xfrm>
                <a:off x="8138363" y="643430"/>
                <a:ext cx="75600" cy="205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B0896D1-6FEF-6C99-2E36-80C9F65FF4D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29723" y="634790"/>
                  <a:ext cx="932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D7E31D4-4D34-B43F-AFD5-FC99087A7D6F}"/>
                    </a:ext>
                  </a:extLst>
                </p14:cNvPr>
                <p14:cNvContentPartPr/>
                <p14:nvPr/>
              </p14:nvContentPartPr>
              <p14:xfrm>
                <a:off x="8288843" y="672950"/>
                <a:ext cx="15840" cy="195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D7E31D4-4D34-B43F-AFD5-FC99087A7D6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79843" y="664310"/>
                  <a:ext cx="334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39AD86-529A-1C84-528D-CEE437E6DD35}"/>
                    </a:ext>
                  </a:extLst>
                </p14:cNvPr>
                <p14:cNvContentPartPr/>
                <p14:nvPr/>
              </p14:nvContentPartPr>
              <p14:xfrm>
                <a:off x="8216483" y="690950"/>
                <a:ext cx="14220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39AD86-529A-1C84-528D-CEE437E6DD3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07483" y="682310"/>
                  <a:ext cx="159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36A8CF4-3A0F-6D42-EE5C-5B1D71F85C9A}"/>
                    </a:ext>
                  </a:extLst>
                </p14:cNvPr>
                <p14:cNvContentPartPr/>
                <p14:nvPr/>
              </p14:nvContentPartPr>
              <p14:xfrm>
                <a:off x="8488643" y="659270"/>
                <a:ext cx="75600" cy="256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36A8CF4-3A0F-6D42-EE5C-5B1D71F85C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80003" y="650630"/>
                  <a:ext cx="932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B2AB6D6-E481-EE9A-06CD-A6226458B128}"/>
                  </a:ext>
                </a:extLst>
              </p14:cNvPr>
              <p14:cNvContentPartPr/>
              <p14:nvPr/>
            </p14:nvContentPartPr>
            <p14:xfrm>
              <a:off x="8820203" y="5791"/>
              <a:ext cx="97200" cy="5319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B2AB6D6-E481-EE9A-06CD-A6226458B12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811563" y="-3209"/>
                <a:ext cx="114840" cy="533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19CC678-1D8E-33F6-200F-F96397CB7478}"/>
                  </a:ext>
                </a:extLst>
              </p14:cNvPr>
              <p14:cNvContentPartPr/>
              <p14:nvPr/>
            </p14:nvContentPartPr>
            <p14:xfrm>
              <a:off x="6184283" y="5114551"/>
              <a:ext cx="6057360" cy="705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19CC678-1D8E-33F6-200F-F96397CB747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175283" y="5105551"/>
                <a:ext cx="607500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EC61F7D-7DA3-C95B-1F1B-E2B5C199C716}"/>
              </a:ext>
            </a:extLst>
          </p:cNvPr>
          <p:cNvGrpSpPr/>
          <p:nvPr/>
        </p:nvGrpSpPr>
        <p:grpSpPr>
          <a:xfrm>
            <a:off x="818483" y="3417511"/>
            <a:ext cx="3218040" cy="1458000"/>
            <a:chOff x="818483" y="3417511"/>
            <a:chExt cx="3218040" cy="145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1BB5C8F-7BC4-349C-1473-67E665B10B03}"/>
                    </a:ext>
                  </a:extLst>
                </p14:cNvPr>
                <p14:cNvContentPartPr/>
                <p14:nvPr/>
              </p14:nvContentPartPr>
              <p14:xfrm>
                <a:off x="818483" y="3779311"/>
                <a:ext cx="392040" cy="548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1BB5C8F-7BC4-349C-1473-67E665B10B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9483" y="3770311"/>
                  <a:ext cx="4096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501D8CB-4369-2F58-A9BB-931F570CA67A}"/>
                    </a:ext>
                  </a:extLst>
                </p14:cNvPr>
                <p14:cNvContentPartPr/>
                <p14:nvPr/>
              </p14:nvContentPartPr>
              <p14:xfrm>
                <a:off x="1159763" y="4164151"/>
                <a:ext cx="184320" cy="346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501D8CB-4369-2F58-A9BB-931F570CA67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1123" y="4155511"/>
                  <a:ext cx="201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D42BB16-29EA-4573-3F3F-B312143EABA4}"/>
                    </a:ext>
                  </a:extLst>
                </p14:cNvPr>
                <p14:cNvContentPartPr/>
                <p14:nvPr/>
              </p14:nvContentPartPr>
              <p14:xfrm>
                <a:off x="1413563" y="4453591"/>
                <a:ext cx="143640" cy="137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D42BB16-29EA-4573-3F3F-B312143EABA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04563" y="4444951"/>
                  <a:ext cx="161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78E2A8A-F3D9-03CE-5A5F-8014A459539D}"/>
                    </a:ext>
                  </a:extLst>
                </p14:cNvPr>
                <p14:cNvContentPartPr/>
                <p14:nvPr/>
              </p14:nvContentPartPr>
              <p14:xfrm>
                <a:off x="1668083" y="4179271"/>
                <a:ext cx="129600" cy="9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78E2A8A-F3D9-03CE-5A5F-8014A459539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59083" y="4170631"/>
                  <a:ext cx="147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6297974-0B3D-FEB9-382D-6E1CA2A57B23}"/>
                    </a:ext>
                  </a:extLst>
                </p14:cNvPr>
                <p14:cNvContentPartPr/>
                <p14:nvPr/>
              </p14:nvContentPartPr>
              <p14:xfrm>
                <a:off x="1641803" y="4102231"/>
                <a:ext cx="149760" cy="16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6297974-0B3D-FEB9-382D-6E1CA2A57B2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33163" y="4093591"/>
                  <a:ext cx="167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3524E11-580D-9535-7B93-B44816AE3C69}"/>
                    </a:ext>
                  </a:extLst>
                </p14:cNvPr>
                <p14:cNvContentPartPr/>
                <p14:nvPr/>
              </p14:nvContentPartPr>
              <p14:xfrm>
                <a:off x="2336243" y="3417511"/>
                <a:ext cx="219960" cy="423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3524E11-580D-9535-7B93-B44816AE3C6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27243" y="3408871"/>
                  <a:ext cx="2376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73603AE-8EF8-9DCB-8634-A8022E83CBD3}"/>
                    </a:ext>
                  </a:extLst>
                </p14:cNvPr>
                <p14:cNvContentPartPr/>
                <p14:nvPr/>
              </p14:nvContentPartPr>
              <p14:xfrm>
                <a:off x="2645483" y="3726391"/>
                <a:ext cx="244440" cy="201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73603AE-8EF8-9DCB-8634-A8022E83CBD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36843" y="3717391"/>
                  <a:ext cx="262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81AF70E-9292-EE28-9B64-F00FF9691422}"/>
                    </a:ext>
                  </a:extLst>
                </p14:cNvPr>
                <p14:cNvContentPartPr/>
                <p14:nvPr/>
              </p14:nvContentPartPr>
              <p14:xfrm>
                <a:off x="2088563" y="4172431"/>
                <a:ext cx="1213920" cy="13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81AF70E-9292-EE28-9B64-F00FF96914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079923" y="4163431"/>
                  <a:ext cx="1231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627CCF0-BFB0-05B5-2A9E-18145F103B0B}"/>
                    </a:ext>
                  </a:extLst>
                </p14:cNvPr>
                <p14:cNvContentPartPr/>
                <p14:nvPr/>
              </p14:nvContentPartPr>
              <p14:xfrm>
                <a:off x="2002883" y="4391671"/>
                <a:ext cx="182880" cy="318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627CCF0-BFB0-05B5-2A9E-18145F103B0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993883" y="4382671"/>
                  <a:ext cx="2005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4A4075F-A709-119D-2F26-7CA3C584A815}"/>
                    </a:ext>
                  </a:extLst>
                </p14:cNvPr>
                <p14:cNvContentPartPr/>
                <p14:nvPr/>
              </p14:nvContentPartPr>
              <p14:xfrm>
                <a:off x="2250923" y="4658071"/>
                <a:ext cx="45720" cy="191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A4075F-A709-119D-2F26-7CA3C584A81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241923" y="4649431"/>
                  <a:ext cx="633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EBF42BF-5305-1F4D-1E2C-01615F975E7D}"/>
                    </a:ext>
                  </a:extLst>
                </p14:cNvPr>
                <p14:cNvContentPartPr/>
                <p14:nvPr/>
              </p14:nvContentPartPr>
              <p14:xfrm>
                <a:off x="2419043" y="4568791"/>
                <a:ext cx="232920" cy="26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EBF42BF-5305-1F4D-1E2C-01615F975E7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10043" y="4560151"/>
                  <a:ext cx="250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1A1DB04-045C-9195-5E8E-A097061F9A14}"/>
                    </a:ext>
                  </a:extLst>
                </p14:cNvPr>
                <p14:cNvContentPartPr/>
                <p14:nvPr/>
              </p14:nvContentPartPr>
              <p14:xfrm>
                <a:off x="2564483" y="4473031"/>
                <a:ext cx="29160" cy="270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1A1DB04-045C-9195-5E8E-A097061F9A1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55843" y="4464031"/>
                  <a:ext cx="46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72BA36-04E4-EBC5-1DC0-9CC359B8DA36}"/>
                    </a:ext>
                  </a:extLst>
                </p14:cNvPr>
                <p14:cNvContentPartPr/>
                <p14:nvPr/>
              </p14:nvContentPartPr>
              <p14:xfrm>
                <a:off x="2792003" y="4417591"/>
                <a:ext cx="197640" cy="360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72BA36-04E4-EBC5-1DC0-9CC359B8DA3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83003" y="4408591"/>
                  <a:ext cx="2152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C600292-D079-ACEA-E325-D476F09DEB97}"/>
                    </a:ext>
                  </a:extLst>
                </p14:cNvPr>
                <p14:cNvContentPartPr/>
                <p14:nvPr/>
              </p14:nvContentPartPr>
              <p14:xfrm>
                <a:off x="3025283" y="4691551"/>
                <a:ext cx="201240" cy="183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C600292-D079-ACEA-E325-D476F09DEB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16643" y="4682911"/>
                  <a:ext cx="218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22FEC74-E848-60BF-49C4-8F3EFAEEBEDC}"/>
                    </a:ext>
                  </a:extLst>
                </p14:cNvPr>
                <p14:cNvContentPartPr/>
                <p14:nvPr/>
              </p14:nvContentPartPr>
              <p14:xfrm>
                <a:off x="3499763" y="4133911"/>
                <a:ext cx="1440" cy="6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22FEC74-E848-60BF-49C4-8F3EFAEEBED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91123" y="4125271"/>
                  <a:ext cx="19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4B03570-E06F-9680-1F61-0361DCD11523}"/>
                    </a:ext>
                  </a:extLst>
                </p14:cNvPr>
                <p14:cNvContentPartPr/>
                <p14:nvPr/>
              </p14:nvContentPartPr>
              <p14:xfrm>
                <a:off x="3636563" y="3848071"/>
                <a:ext cx="319320" cy="505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4B03570-E06F-9680-1F61-0361DCD1152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27923" y="3839071"/>
                  <a:ext cx="33696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627F635-DCB4-ACB0-9E81-E61C04AF35DD}"/>
                    </a:ext>
                  </a:extLst>
                </p14:cNvPr>
                <p14:cNvContentPartPr/>
                <p14:nvPr/>
              </p14:nvContentPartPr>
              <p14:xfrm>
                <a:off x="3871643" y="4202311"/>
                <a:ext cx="164880" cy="246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627F635-DCB4-ACB0-9E81-E61C04AF35D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62643" y="4193311"/>
                  <a:ext cx="18252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46233EF-409E-CC2E-90F3-0C0372C78780}"/>
              </a:ext>
            </a:extLst>
          </p:cNvPr>
          <p:cNvGrpSpPr/>
          <p:nvPr/>
        </p:nvGrpSpPr>
        <p:grpSpPr>
          <a:xfrm>
            <a:off x="497003" y="2613631"/>
            <a:ext cx="421200" cy="523440"/>
            <a:chOff x="497003" y="2613631"/>
            <a:chExt cx="42120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DFD68B4-976F-22D4-C869-85B37E3061FE}"/>
                    </a:ext>
                  </a:extLst>
                </p14:cNvPr>
                <p14:cNvContentPartPr/>
                <p14:nvPr/>
              </p14:nvContentPartPr>
              <p14:xfrm>
                <a:off x="497003" y="2638111"/>
                <a:ext cx="24120" cy="131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DFD68B4-976F-22D4-C869-85B37E3061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8003" y="2629471"/>
                  <a:ext cx="417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F5E3D47-4B85-047F-B91C-C8D6EBE42DCD}"/>
                    </a:ext>
                  </a:extLst>
                </p14:cNvPr>
                <p14:cNvContentPartPr/>
                <p14:nvPr/>
              </p14:nvContentPartPr>
              <p14:xfrm>
                <a:off x="497003" y="2668711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F5E3D47-4B85-047F-B91C-C8D6EBE42DC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8003" y="265971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6A1A27F-E5AD-F328-411A-076D2D122ED4}"/>
                    </a:ext>
                  </a:extLst>
                </p14:cNvPr>
                <p14:cNvContentPartPr/>
                <p14:nvPr/>
              </p14:nvContentPartPr>
              <p14:xfrm>
                <a:off x="497003" y="2613631"/>
                <a:ext cx="127080" cy="160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6A1A27F-E5AD-F328-411A-076D2D122ED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8003" y="2604631"/>
                  <a:ext cx="144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B89133A-8EFB-8D3E-72F9-E824434DA84A}"/>
                    </a:ext>
                  </a:extLst>
                </p14:cNvPr>
                <p14:cNvContentPartPr/>
                <p14:nvPr/>
              </p14:nvContentPartPr>
              <p14:xfrm>
                <a:off x="534803" y="2855551"/>
                <a:ext cx="112680" cy="281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B89133A-8EFB-8D3E-72F9-E824434DA84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5803" y="2846551"/>
                  <a:ext cx="1303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9DF2EEE-A104-3B5C-685B-B52A70CBC9DB}"/>
                    </a:ext>
                  </a:extLst>
                </p14:cNvPr>
                <p14:cNvContentPartPr/>
                <p14:nvPr/>
              </p14:nvContentPartPr>
              <p14:xfrm>
                <a:off x="739283" y="2875351"/>
                <a:ext cx="178920" cy="216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9DF2EEE-A104-3B5C-685B-B52A70CBC9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30643" y="2866711"/>
                  <a:ext cx="19656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9616EBB-5862-DF1A-6234-FCCF3CA7ED7D}"/>
              </a:ext>
            </a:extLst>
          </p:cNvPr>
          <p:cNvGrpSpPr/>
          <p:nvPr/>
        </p:nvGrpSpPr>
        <p:grpSpPr>
          <a:xfrm>
            <a:off x="8121083" y="1103791"/>
            <a:ext cx="630360" cy="289800"/>
            <a:chOff x="8121083" y="1103791"/>
            <a:chExt cx="63036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7CEA1AE-D3D8-B6E8-1E80-9B1DF55E20C8}"/>
                    </a:ext>
                  </a:extLst>
                </p14:cNvPr>
                <p14:cNvContentPartPr/>
                <p14:nvPr/>
              </p14:nvContentPartPr>
              <p14:xfrm>
                <a:off x="8121083" y="1103791"/>
                <a:ext cx="41760" cy="264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7CEA1AE-D3D8-B6E8-1E80-9B1DF55E20C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12083" y="1094791"/>
                  <a:ext cx="594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A7B8C57-68D0-1F32-B8A5-7C8AAC1FCDD9}"/>
                    </a:ext>
                  </a:extLst>
                </p14:cNvPr>
                <p14:cNvContentPartPr/>
                <p14:nvPr/>
              </p14:nvContentPartPr>
              <p14:xfrm>
                <a:off x="8229083" y="1290271"/>
                <a:ext cx="10440" cy="103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A7B8C57-68D0-1F32-B8A5-7C8AAC1FCD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20083" y="1281271"/>
                  <a:ext cx="280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F5AF61F-E75B-9EEC-0CBB-37A928C588AF}"/>
                    </a:ext>
                  </a:extLst>
                </p14:cNvPr>
                <p14:cNvContentPartPr/>
                <p14:nvPr/>
              </p14:nvContentPartPr>
              <p14:xfrm>
                <a:off x="8294243" y="1116031"/>
                <a:ext cx="139680" cy="231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F5AF61F-E75B-9EEC-0CBB-37A928C588A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85243" y="1107391"/>
                  <a:ext cx="157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BFE31AE-1939-60A4-E6F7-C670A3B0216B}"/>
                    </a:ext>
                  </a:extLst>
                </p14:cNvPr>
                <p14:cNvContentPartPr/>
                <p14:nvPr/>
              </p14:nvContentPartPr>
              <p14:xfrm>
                <a:off x="8327003" y="1138711"/>
                <a:ext cx="120960" cy="3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BFE31AE-1939-60A4-E6F7-C670A3B0216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18003" y="1130071"/>
                  <a:ext cx="138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D1457BB-8269-0353-EAEA-28EF606F793D}"/>
                    </a:ext>
                  </a:extLst>
                </p14:cNvPr>
                <p14:cNvContentPartPr/>
                <p14:nvPr/>
              </p14:nvContentPartPr>
              <p14:xfrm>
                <a:off x="8630483" y="1212151"/>
                <a:ext cx="120960" cy="163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D1457BB-8269-0353-EAEA-28EF606F793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21843" y="1203511"/>
                  <a:ext cx="1386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73886B2-193A-1ABA-44B6-C34866825DE2}"/>
              </a:ext>
            </a:extLst>
          </p:cNvPr>
          <p:cNvGrpSpPr/>
          <p:nvPr/>
        </p:nvGrpSpPr>
        <p:grpSpPr>
          <a:xfrm>
            <a:off x="8107043" y="1764031"/>
            <a:ext cx="680760" cy="283680"/>
            <a:chOff x="8107043" y="1764031"/>
            <a:chExt cx="68076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211FAEB-63FB-3AD8-3DE0-0CA6F7308BD7}"/>
                    </a:ext>
                  </a:extLst>
                </p14:cNvPr>
                <p14:cNvContentPartPr/>
                <p14:nvPr/>
              </p14:nvContentPartPr>
              <p14:xfrm>
                <a:off x="8107043" y="1764031"/>
                <a:ext cx="78120" cy="236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211FAEB-63FB-3AD8-3DE0-0CA6F7308BD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98403" y="1755031"/>
                  <a:ext cx="95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9A9223F-1CA0-C5C0-7D94-D27A9B7EF651}"/>
                    </a:ext>
                  </a:extLst>
                </p14:cNvPr>
                <p14:cNvContentPartPr/>
                <p14:nvPr/>
              </p14:nvContentPartPr>
              <p14:xfrm>
                <a:off x="8285603" y="1919551"/>
                <a:ext cx="20520" cy="125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9A9223F-1CA0-C5C0-7D94-D27A9B7EF65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76963" y="1910911"/>
                  <a:ext cx="381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F08A9EC-5CDD-28B0-20FD-914BF5F56324}"/>
                    </a:ext>
                  </a:extLst>
                </p14:cNvPr>
                <p14:cNvContentPartPr/>
                <p14:nvPr/>
              </p14:nvContentPartPr>
              <p14:xfrm>
                <a:off x="8364443" y="1764031"/>
                <a:ext cx="139680" cy="283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F08A9EC-5CDD-28B0-20FD-914BF5F563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55803" y="1755031"/>
                  <a:ext cx="157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E765941-490F-4AB8-C60F-02B8A49C08A7}"/>
                    </a:ext>
                  </a:extLst>
                </p14:cNvPr>
                <p14:cNvContentPartPr/>
                <p14:nvPr/>
              </p14:nvContentPartPr>
              <p14:xfrm>
                <a:off x="8423483" y="1791751"/>
                <a:ext cx="97200" cy="3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E765941-490F-4AB8-C60F-02B8A49C08A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14843" y="1783111"/>
                  <a:ext cx="114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39E0C89-56BF-1729-6D2E-E4D5335E7FB1}"/>
                    </a:ext>
                  </a:extLst>
                </p14:cNvPr>
                <p14:cNvContentPartPr/>
                <p14:nvPr/>
              </p14:nvContentPartPr>
              <p14:xfrm>
                <a:off x="8676923" y="1852951"/>
                <a:ext cx="110880" cy="120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39E0C89-56BF-1729-6D2E-E4D5335E7FB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68283" y="1843951"/>
                  <a:ext cx="12852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6CE7F23-8436-0294-73FF-B4EEEE361A41}"/>
              </a:ext>
            </a:extLst>
          </p:cNvPr>
          <p:cNvGrpSpPr/>
          <p:nvPr/>
        </p:nvGrpSpPr>
        <p:grpSpPr>
          <a:xfrm>
            <a:off x="8006603" y="2455231"/>
            <a:ext cx="679680" cy="358560"/>
            <a:chOff x="8006603" y="2455231"/>
            <a:chExt cx="6796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3AA6129-77FA-DFDD-642F-993C68C76D3B}"/>
                    </a:ext>
                  </a:extLst>
                </p14:cNvPr>
                <p14:cNvContentPartPr/>
                <p14:nvPr/>
              </p14:nvContentPartPr>
              <p14:xfrm>
                <a:off x="8006603" y="2477551"/>
                <a:ext cx="82080" cy="250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3AA6129-77FA-DFDD-642F-993C68C76D3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97963" y="2468911"/>
                  <a:ext cx="99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F15192B-647E-FB7D-7C8A-EA85E8C27E18}"/>
                    </a:ext>
                  </a:extLst>
                </p14:cNvPr>
                <p14:cNvContentPartPr/>
                <p14:nvPr/>
              </p14:nvContentPartPr>
              <p14:xfrm>
                <a:off x="8145923" y="2702551"/>
                <a:ext cx="20520" cy="111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F15192B-647E-FB7D-7C8A-EA85E8C27E1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37283" y="2693551"/>
                  <a:ext cx="38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AF263CA-22C8-36D6-F74C-CB28FB313530}"/>
                    </a:ext>
                  </a:extLst>
                </p14:cNvPr>
                <p14:cNvContentPartPr/>
                <p14:nvPr/>
              </p14:nvContentPartPr>
              <p14:xfrm>
                <a:off x="8265443" y="2478631"/>
                <a:ext cx="126000" cy="230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AF263CA-22C8-36D6-F74C-CB28FB31353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56443" y="2469991"/>
                  <a:ext cx="143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9C4E461-3649-A0E8-EBF1-571970AF7880}"/>
                    </a:ext>
                  </a:extLst>
                </p14:cNvPr>
                <p14:cNvContentPartPr/>
                <p14:nvPr/>
              </p14:nvContentPartPr>
              <p14:xfrm>
                <a:off x="8318003" y="2455231"/>
                <a:ext cx="77040" cy="23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9C4E461-3649-A0E8-EBF1-571970AF788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309363" y="2446231"/>
                  <a:ext cx="94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4ED6D1-CCB9-087B-A64D-07D1E5092B31}"/>
                    </a:ext>
                  </a:extLst>
                </p14:cNvPr>
                <p14:cNvContentPartPr/>
                <p14:nvPr/>
              </p14:nvContentPartPr>
              <p14:xfrm>
                <a:off x="8513843" y="2508151"/>
                <a:ext cx="172440" cy="198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4ED6D1-CCB9-087B-A64D-07D1E5092B3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505203" y="2499511"/>
                  <a:ext cx="19008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6FC3D1B-D7BA-810F-5AC6-B58BD8E2FF7E}"/>
              </a:ext>
            </a:extLst>
          </p:cNvPr>
          <p:cNvGrpSpPr/>
          <p:nvPr/>
        </p:nvGrpSpPr>
        <p:grpSpPr>
          <a:xfrm>
            <a:off x="8048003" y="3196831"/>
            <a:ext cx="601920" cy="362520"/>
            <a:chOff x="8048003" y="3196831"/>
            <a:chExt cx="60192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BBB7A65-1613-E45E-9A1A-342956DAA424}"/>
                    </a:ext>
                  </a:extLst>
                </p14:cNvPr>
                <p14:cNvContentPartPr/>
                <p14:nvPr/>
              </p14:nvContentPartPr>
              <p14:xfrm>
                <a:off x="8048003" y="3196831"/>
                <a:ext cx="56880" cy="257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BBB7A65-1613-E45E-9A1A-342956DAA42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39363" y="3187831"/>
                  <a:ext cx="745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B6506AE-3617-C532-8AA7-8DAC1CD12570}"/>
                    </a:ext>
                  </a:extLst>
                </p14:cNvPr>
                <p14:cNvContentPartPr/>
                <p14:nvPr/>
              </p14:nvContentPartPr>
              <p14:xfrm>
                <a:off x="8180123" y="3454951"/>
                <a:ext cx="25560" cy="104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B6506AE-3617-C532-8AA7-8DAC1CD1257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71123" y="3446311"/>
                  <a:ext cx="43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5F97B44-4673-0093-7D90-A3E5B2127C45}"/>
                    </a:ext>
                  </a:extLst>
                </p14:cNvPr>
                <p14:cNvContentPartPr/>
                <p14:nvPr/>
              </p14:nvContentPartPr>
              <p14:xfrm>
                <a:off x="8295323" y="3202951"/>
                <a:ext cx="151200" cy="307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5F97B44-4673-0093-7D90-A3E5B2127C4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86683" y="3194311"/>
                  <a:ext cx="1688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1BD5AF4-0636-D0E9-4C01-A750D31BCB0D}"/>
                    </a:ext>
                  </a:extLst>
                </p14:cNvPr>
                <p14:cNvContentPartPr/>
                <p14:nvPr/>
              </p14:nvContentPartPr>
              <p14:xfrm>
                <a:off x="8334203" y="3198631"/>
                <a:ext cx="119520" cy="1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1BD5AF4-0636-D0E9-4C01-A750D31BCB0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325563" y="3189631"/>
                  <a:ext cx="137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A3DE90B-8FE3-DB7E-0D6A-3E8BDB3B0D88}"/>
                    </a:ext>
                  </a:extLst>
                </p14:cNvPr>
                <p14:cNvContentPartPr/>
                <p14:nvPr/>
              </p14:nvContentPartPr>
              <p14:xfrm>
                <a:off x="8526443" y="3306991"/>
                <a:ext cx="123480" cy="174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A3DE90B-8FE3-DB7E-0D6A-3E8BDB3B0D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517803" y="3297991"/>
                  <a:ext cx="1411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A7CB74E-6F4C-CF6B-3BEB-03275475A053}"/>
              </a:ext>
            </a:extLst>
          </p:cNvPr>
          <p:cNvGrpSpPr/>
          <p:nvPr/>
        </p:nvGrpSpPr>
        <p:grpSpPr>
          <a:xfrm>
            <a:off x="8059523" y="3990631"/>
            <a:ext cx="560160" cy="329040"/>
            <a:chOff x="8059523" y="3990631"/>
            <a:chExt cx="5601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164BA9-9882-A1DA-3C87-62470282B20E}"/>
                    </a:ext>
                  </a:extLst>
                </p14:cNvPr>
                <p14:cNvContentPartPr/>
                <p14:nvPr/>
              </p14:nvContentPartPr>
              <p14:xfrm>
                <a:off x="8059523" y="3994951"/>
                <a:ext cx="49320" cy="267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164BA9-9882-A1DA-3C87-62470282B2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050523" y="3986311"/>
                  <a:ext cx="66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2501DC7-5DBF-5169-3800-E9146ABB2CE2}"/>
                    </a:ext>
                  </a:extLst>
                </p14:cNvPr>
                <p14:cNvContentPartPr/>
                <p14:nvPr/>
              </p14:nvContentPartPr>
              <p14:xfrm>
                <a:off x="8161043" y="4251631"/>
                <a:ext cx="41760" cy="68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2501DC7-5DBF-5169-3800-E9146ABB2C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52403" y="4242631"/>
                  <a:ext cx="59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12D5F2C-3DA2-47D2-BD8A-428A789A1FC3}"/>
                    </a:ext>
                  </a:extLst>
                </p14:cNvPr>
                <p14:cNvContentPartPr/>
                <p14:nvPr/>
              </p14:nvContentPartPr>
              <p14:xfrm>
                <a:off x="8280563" y="4012951"/>
                <a:ext cx="102600" cy="261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12D5F2C-3DA2-47D2-BD8A-428A789A1F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271563" y="4004311"/>
                  <a:ext cx="1202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7A23A8C-B809-468A-212C-12BD4198481D}"/>
                    </a:ext>
                  </a:extLst>
                </p14:cNvPr>
                <p14:cNvContentPartPr/>
                <p14:nvPr/>
              </p14:nvContentPartPr>
              <p14:xfrm>
                <a:off x="8332043" y="4003951"/>
                <a:ext cx="360" cy="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7A23A8C-B809-468A-212C-12BD419848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323043" y="399531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34767EC-3AAB-23AD-4CE6-D4464B42D655}"/>
                    </a:ext>
                  </a:extLst>
                </p14:cNvPr>
                <p14:cNvContentPartPr/>
                <p14:nvPr/>
              </p14:nvContentPartPr>
              <p14:xfrm>
                <a:off x="8466323" y="4088911"/>
                <a:ext cx="153360" cy="175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34767EC-3AAB-23AD-4CE6-D4464B42D65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57323" y="4079911"/>
                  <a:ext cx="171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447F043-CAB5-FC18-9180-C747639227DE}"/>
                    </a:ext>
                  </a:extLst>
                </p14:cNvPr>
                <p14:cNvContentPartPr/>
                <p14:nvPr/>
              </p14:nvContentPartPr>
              <p14:xfrm>
                <a:off x="8328083" y="3990631"/>
                <a:ext cx="131040" cy="21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447F043-CAB5-FC18-9180-C747639227D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19443" y="3981631"/>
                  <a:ext cx="1486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55BB176-6C2C-2F51-F445-E2C294FA7F2B}"/>
              </a:ext>
            </a:extLst>
          </p:cNvPr>
          <p:cNvGrpSpPr/>
          <p:nvPr/>
        </p:nvGrpSpPr>
        <p:grpSpPr>
          <a:xfrm>
            <a:off x="8072123" y="4649071"/>
            <a:ext cx="614880" cy="352080"/>
            <a:chOff x="8072123" y="4649071"/>
            <a:chExt cx="6148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6107CCE-E284-A562-7F2B-62615F14BC69}"/>
                    </a:ext>
                  </a:extLst>
                </p14:cNvPr>
                <p14:cNvContentPartPr/>
                <p14:nvPr/>
              </p14:nvContentPartPr>
              <p14:xfrm>
                <a:off x="8072123" y="4649071"/>
                <a:ext cx="4320" cy="282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6107CCE-E284-A562-7F2B-62615F14BC6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063123" y="4640431"/>
                  <a:ext cx="21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6E3B010-5BB5-CE66-77E3-146D2DA8FB79}"/>
                    </a:ext>
                  </a:extLst>
                </p14:cNvPr>
                <p14:cNvContentPartPr/>
                <p14:nvPr/>
              </p14:nvContentPartPr>
              <p14:xfrm>
                <a:off x="8154923" y="4914751"/>
                <a:ext cx="39240" cy="86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6E3B010-5BB5-CE66-77E3-146D2DA8FB7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45923" y="4905751"/>
                  <a:ext cx="56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4A73A0A-7760-CBA6-73D4-FF504B5F4DA0}"/>
                    </a:ext>
                  </a:extLst>
                </p14:cNvPr>
                <p14:cNvContentPartPr/>
                <p14:nvPr/>
              </p14:nvContentPartPr>
              <p14:xfrm>
                <a:off x="8260403" y="4678591"/>
                <a:ext cx="102600" cy="249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4A73A0A-7760-CBA6-73D4-FF504B5F4D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251403" y="4669591"/>
                  <a:ext cx="1202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CE5ED15-234F-3FC4-DE7D-014F4C70018A}"/>
                    </a:ext>
                  </a:extLst>
                </p14:cNvPr>
                <p14:cNvContentPartPr/>
                <p14:nvPr/>
              </p14:nvContentPartPr>
              <p14:xfrm>
                <a:off x="8311883" y="4678591"/>
                <a:ext cx="104400" cy="2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CE5ED15-234F-3FC4-DE7D-014F4C70018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302883" y="4669591"/>
                  <a:ext cx="122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99306A0-99C3-0D11-390F-98F92DEF9C12}"/>
                    </a:ext>
                  </a:extLst>
                </p14:cNvPr>
                <p14:cNvContentPartPr/>
                <p14:nvPr/>
              </p14:nvContentPartPr>
              <p14:xfrm>
                <a:off x="8537603" y="4792711"/>
                <a:ext cx="149400" cy="176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99306A0-99C3-0D11-390F-98F92DEF9C1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28963" y="4783711"/>
                  <a:ext cx="1670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E65087C-4AF0-A284-05BA-1EBF49057BE8}"/>
              </a:ext>
            </a:extLst>
          </p:cNvPr>
          <p:cNvGrpSpPr/>
          <p:nvPr/>
        </p:nvGrpSpPr>
        <p:grpSpPr>
          <a:xfrm>
            <a:off x="9376763" y="859351"/>
            <a:ext cx="288720" cy="41400"/>
            <a:chOff x="9376763" y="859351"/>
            <a:chExt cx="288720" cy="4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0A83853-A4CD-A2B0-B670-BCEF43F61FCB}"/>
                    </a:ext>
                  </a:extLst>
                </p14:cNvPr>
                <p14:cNvContentPartPr/>
                <p14:nvPr/>
              </p14:nvContentPartPr>
              <p14:xfrm>
                <a:off x="9376763" y="859351"/>
                <a:ext cx="46080" cy="7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0A83853-A4CD-A2B0-B670-BCEF43F61FC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367763" y="850711"/>
                  <a:ext cx="63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37EAEEE-D681-F735-4B63-20CCC7561FDE}"/>
                    </a:ext>
                  </a:extLst>
                </p14:cNvPr>
                <p14:cNvContentPartPr/>
                <p14:nvPr/>
              </p14:nvContentPartPr>
              <p14:xfrm>
                <a:off x="9623723" y="879151"/>
                <a:ext cx="41760" cy="21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37EAEEE-D681-F735-4B63-20CCC7561FD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614723" y="870511"/>
                  <a:ext cx="5940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DF314C3-4BDD-F283-4E7B-E76BF71CF3E4}"/>
                  </a:ext>
                </a:extLst>
              </p14:cNvPr>
              <p14:cNvContentPartPr/>
              <p14:nvPr/>
            </p14:nvContentPartPr>
            <p14:xfrm>
              <a:off x="5316323" y="2563591"/>
              <a:ext cx="11520" cy="3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DF314C3-4BDD-F283-4E7B-E76BF71CF3E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307683" y="2554591"/>
                <a:ext cx="291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82D4358-B30F-4031-C31B-A3EBB2055F6C}"/>
              </a:ext>
            </a:extLst>
          </p:cNvPr>
          <p:cNvGrpSpPr/>
          <p:nvPr/>
        </p:nvGrpSpPr>
        <p:grpSpPr>
          <a:xfrm>
            <a:off x="5325683" y="2480071"/>
            <a:ext cx="534960" cy="218880"/>
            <a:chOff x="5325683" y="2480071"/>
            <a:chExt cx="53496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059C81-3E4A-6483-DEA1-A480B94FB1EA}"/>
                    </a:ext>
                  </a:extLst>
                </p14:cNvPr>
                <p14:cNvContentPartPr/>
                <p14:nvPr/>
              </p14:nvContentPartPr>
              <p14:xfrm>
                <a:off x="5325683" y="2583751"/>
                <a:ext cx="114120" cy="8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059C81-3E4A-6483-DEA1-A480B94FB1E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17043" y="2575111"/>
                  <a:ext cx="131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2B8E738-02CD-21D6-BCEA-1BD1FF20B846}"/>
                    </a:ext>
                  </a:extLst>
                </p14:cNvPr>
                <p14:cNvContentPartPr/>
                <p14:nvPr/>
              </p14:nvContentPartPr>
              <p14:xfrm>
                <a:off x="5348723" y="2620111"/>
                <a:ext cx="92520" cy="25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2B8E738-02CD-21D6-BCEA-1BD1FF20B84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339723" y="2611111"/>
                  <a:ext cx="110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ACBE0E9-900B-5CBC-FA3B-CA9971731F9C}"/>
                    </a:ext>
                  </a:extLst>
                </p14:cNvPr>
                <p14:cNvContentPartPr/>
                <p14:nvPr/>
              </p14:nvContentPartPr>
              <p14:xfrm>
                <a:off x="5521163" y="2498071"/>
                <a:ext cx="103320" cy="200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ACBE0E9-900B-5CBC-FA3B-CA9971731F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12163" y="2489071"/>
                  <a:ext cx="120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0D9701-DC5B-320E-FCA3-C1C5E3104AFA}"/>
                    </a:ext>
                  </a:extLst>
                </p14:cNvPr>
                <p14:cNvContentPartPr/>
                <p14:nvPr/>
              </p14:nvContentPartPr>
              <p14:xfrm>
                <a:off x="5682803" y="2480071"/>
                <a:ext cx="177840" cy="218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0D9701-DC5B-320E-FCA3-C1C5E3104A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674163" y="2471071"/>
                  <a:ext cx="19548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517A44D-882E-EC2B-8948-7F8E6B1E6C95}"/>
              </a:ext>
            </a:extLst>
          </p:cNvPr>
          <p:cNvGrpSpPr/>
          <p:nvPr/>
        </p:nvGrpSpPr>
        <p:grpSpPr>
          <a:xfrm>
            <a:off x="9100283" y="315751"/>
            <a:ext cx="866520" cy="381600"/>
            <a:chOff x="9100283" y="315751"/>
            <a:chExt cx="86652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4D0F233-2FFD-B2D4-0F53-15EDAA784FB4}"/>
                    </a:ext>
                  </a:extLst>
                </p14:cNvPr>
                <p14:cNvContentPartPr/>
                <p14:nvPr/>
              </p14:nvContentPartPr>
              <p14:xfrm>
                <a:off x="9100283" y="315751"/>
                <a:ext cx="142200" cy="344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4D0F233-2FFD-B2D4-0F53-15EDAA784FB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91283" y="307111"/>
                  <a:ext cx="159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772043-E953-17A2-5102-BA9FD1EC796B}"/>
                    </a:ext>
                  </a:extLst>
                </p14:cNvPr>
                <p14:cNvContentPartPr/>
                <p14:nvPr/>
              </p14:nvContentPartPr>
              <p14:xfrm>
                <a:off x="9270563" y="554791"/>
                <a:ext cx="93600" cy="117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772043-E953-17A2-5102-BA9FD1EC796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61923" y="545791"/>
                  <a:ext cx="111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84E3A48-4C10-0C21-645D-12C12E014210}"/>
                    </a:ext>
                  </a:extLst>
                </p14:cNvPr>
                <p14:cNvContentPartPr/>
                <p14:nvPr/>
              </p14:nvContentPartPr>
              <p14:xfrm>
                <a:off x="9455603" y="365791"/>
                <a:ext cx="122400" cy="244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84E3A48-4C10-0C21-645D-12C12E01421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446603" y="357151"/>
                  <a:ext cx="140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F7C2504-6A52-3BAE-2F11-7FFCD27BF6C7}"/>
                    </a:ext>
                  </a:extLst>
                </p14:cNvPr>
                <p14:cNvContentPartPr/>
                <p14:nvPr/>
              </p14:nvContentPartPr>
              <p14:xfrm>
                <a:off x="9517163" y="386671"/>
                <a:ext cx="102600" cy="209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F7C2504-6A52-3BAE-2F11-7FFCD27BF6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08163" y="378031"/>
                  <a:ext cx="120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D9BECDF-6BDB-EE89-6C18-DD51D910E4A1}"/>
                    </a:ext>
                  </a:extLst>
                </p14:cNvPr>
                <p14:cNvContentPartPr/>
                <p14:nvPr/>
              </p14:nvContentPartPr>
              <p14:xfrm>
                <a:off x="9653963" y="356791"/>
                <a:ext cx="144000" cy="268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D9BECDF-6BDB-EE89-6C18-DD51D910E4A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44963" y="348151"/>
                  <a:ext cx="161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8E0509E-8329-9BFC-BC9C-376831F2FB76}"/>
                    </a:ext>
                  </a:extLst>
                </p14:cNvPr>
                <p14:cNvContentPartPr/>
                <p14:nvPr/>
              </p14:nvContentPartPr>
              <p14:xfrm>
                <a:off x="9858443" y="543991"/>
                <a:ext cx="108360" cy="153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8E0509E-8329-9BFC-BC9C-376831F2FB7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49443" y="534991"/>
                  <a:ext cx="12600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454F43F3-030B-916F-6C7B-B0A5AE47CA8E}"/>
                  </a:ext>
                </a:extLst>
              </p14:cNvPr>
              <p14:cNvContentPartPr/>
              <p14:nvPr/>
            </p14:nvContentPartPr>
            <p14:xfrm>
              <a:off x="10021883" y="9031"/>
              <a:ext cx="223560" cy="51058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454F43F3-030B-916F-6C7B-B0A5AE47CA8E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012883" y="391"/>
                <a:ext cx="241200" cy="512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BACA6E1-B17B-8ACD-FDD2-7B2B9BA29C99}"/>
              </a:ext>
            </a:extLst>
          </p:cNvPr>
          <p:cNvGrpSpPr/>
          <p:nvPr/>
        </p:nvGrpSpPr>
        <p:grpSpPr>
          <a:xfrm>
            <a:off x="10526243" y="64831"/>
            <a:ext cx="508320" cy="449640"/>
            <a:chOff x="10526243" y="64831"/>
            <a:chExt cx="50832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A5F0F26-F9E6-084C-64DB-179F9C227458}"/>
                    </a:ext>
                  </a:extLst>
                </p14:cNvPr>
                <p14:cNvContentPartPr/>
                <p14:nvPr/>
              </p14:nvContentPartPr>
              <p14:xfrm>
                <a:off x="10526243" y="64831"/>
                <a:ext cx="209160" cy="276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A5F0F26-F9E6-084C-64DB-179F9C22745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17603" y="56191"/>
                  <a:ext cx="226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B9F2B05-7026-3105-77A6-57DB87F47E65}"/>
                    </a:ext>
                  </a:extLst>
                </p14:cNvPr>
                <p14:cNvContentPartPr/>
                <p14:nvPr/>
              </p14:nvContentPartPr>
              <p14:xfrm>
                <a:off x="10769243" y="188311"/>
                <a:ext cx="113760" cy="245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B9F2B05-7026-3105-77A6-57DB87F47E6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760603" y="179671"/>
                  <a:ext cx="131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E7EC71C-80EF-36D5-FC79-AE171566F7EF}"/>
                    </a:ext>
                  </a:extLst>
                </p14:cNvPr>
                <p14:cNvContentPartPr/>
                <p14:nvPr/>
              </p14:nvContentPartPr>
              <p14:xfrm>
                <a:off x="10949243" y="374071"/>
                <a:ext cx="85320" cy="140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E7EC71C-80EF-36D5-FC79-AE171566F7E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40603" y="365071"/>
                  <a:ext cx="102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6EAD3F1-B1D2-7197-4B8D-09E6C71081AA}"/>
                    </a:ext>
                  </a:extLst>
                </p14:cNvPr>
                <p14:cNvContentPartPr/>
                <p14:nvPr/>
              </p14:nvContentPartPr>
              <p14:xfrm>
                <a:off x="10754843" y="319351"/>
                <a:ext cx="35640" cy="115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6EAD3F1-B1D2-7197-4B8D-09E6C71081A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745843" y="310351"/>
                  <a:ext cx="5328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5BBA221-6683-59ED-FBDD-B2D8886DFEF9}"/>
              </a:ext>
            </a:extLst>
          </p:cNvPr>
          <p:cNvGrpSpPr/>
          <p:nvPr/>
        </p:nvGrpSpPr>
        <p:grpSpPr>
          <a:xfrm>
            <a:off x="10649363" y="571711"/>
            <a:ext cx="258840" cy="245880"/>
            <a:chOff x="10649363" y="571711"/>
            <a:chExt cx="25884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29DFEBD-8CEB-4738-D335-C1AFD2642282}"/>
                    </a:ext>
                  </a:extLst>
                </p14:cNvPr>
                <p14:cNvContentPartPr/>
                <p14:nvPr/>
              </p14:nvContentPartPr>
              <p14:xfrm>
                <a:off x="10649363" y="571711"/>
                <a:ext cx="88200" cy="245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29DFEBD-8CEB-4738-D335-C1AFD264228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640363" y="562711"/>
                  <a:ext cx="105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1C771CA-B460-3408-F9CF-91304D347B73}"/>
                    </a:ext>
                  </a:extLst>
                </p14:cNvPr>
                <p14:cNvContentPartPr/>
                <p14:nvPr/>
              </p14:nvContentPartPr>
              <p14:xfrm>
                <a:off x="10789763" y="597631"/>
                <a:ext cx="118440" cy="211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1C771CA-B460-3408-F9CF-91304D347B7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781123" y="588991"/>
                  <a:ext cx="13608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A45EC55-8D86-07CA-10CC-3D27BBCD2F81}"/>
              </a:ext>
            </a:extLst>
          </p:cNvPr>
          <p:cNvGrpSpPr/>
          <p:nvPr/>
        </p:nvGrpSpPr>
        <p:grpSpPr>
          <a:xfrm>
            <a:off x="5857403" y="-17530"/>
            <a:ext cx="6307560" cy="5279760"/>
            <a:chOff x="5857403" y="-17530"/>
            <a:chExt cx="6307560" cy="527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91D469-BDC7-5198-ECF8-1F152E718851}"/>
                    </a:ext>
                  </a:extLst>
                </p14:cNvPr>
                <p14:cNvContentPartPr/>
                <p14:nvPr/>
              </p14:nvContentPartPr>
              <p14:xfrm>
                <a:off x="7611323" y="-17530"/>
                <a:ext cx="152640" cy="5279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91D469-BDC7-5198-ECF8-1F152E71885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602323" y="-26170"/>
                  <a:ext cx="170280" cy="52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32A579-539A-08AF-924E-B5E98C353738}"/>
                    </a:ext>
                  </a:extLst>
                </p14:cNvPr>
                <p14:cNvContentPartPr/>
                <p14:nvPr/>
              </p14:nvContentPartPr>
              <p14:xfrm>
                <a:off x="5857403" y="903271"/>
                <a:ext cx="6263640" cy="47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32A579-539A-08AF-924E-B5E98C35373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48763" y="894271"/>
                  <a:ext cx="6281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DCDDA5-4217-40E9-C2D1-6A82F4CA7E89}"/>
                    </a:ext>
                  </a:extLst>
                </p14:cNvPr>
                <p14:cNvContentPartPr/>
                <p14:nvPr/>
              </p14:nvContentPartPr>
              <p14:xfrm>
                <a:off x="5966123" y="1381711"/>
                <a:ext cx="6110280" cy="17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DCDDA5-4217-40E9-C2D1-6A82F4CA7E8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957483" y="1373071"/>
                  <a:ext cx="6127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67E910D-314D-8AEB-B816-D9469CD8A622}"/>
                    </a:ext>
                  </a:extLst>
                </p14:cNvPr>
                <p14:cNvContentPartPr/>
                <p14:nvPr/>
              </p14:nvContentPartPr>
              <p14:xfrm>
                <a:off x="6136403" y="2075431"/>
                <a:ext cx="6028560" cy="1360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67E910D-314D-8AEB-B816-D9469CD8A62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27403" y="2066791"/>
                  <a:ext cx="6046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C5BCA26-B2D6-CBE3-41BF-739A63B1F25D}"/>
                    </a:ext>
                  </a:extLst>
                </p14:cNvPr>
                <p14:cNvContentPartPr/>
                <p14:nvPr/>
              </p14:nvContentPartPr>
              <p14:xfrm>
                <a:off x="6219203" y="2943751"/>
                <a:ext cx="5785560" cy="52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C5BCA26-B2D6-CBE3-41BF-739A63B1F25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210203" y="2934751"/>
                  <a:ext cx="5803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350C480-8F50-ABF3-B57C-E6EAB840AB43}"/>
                    </a:ext>
                  </a:extLst>
                </p14:cNvPr>
                <p14:cNvContentPartPr/>
                <p14:nvPr/>
              </p14:nvContentPartPr>
              <p14:xfrm>
                <a:off x="6240443" y="3709111"/>
                <a:ext cx="5896440" cy="56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350C480-8F50-ABF3-B57C-E6EAB840AB4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31443" y="3700471"/>
                  <a:ext cx="5914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C019CA0-6308-0D65-FFDA-BDE3AD48A358}"/>
                    </a:ext>
                  </a:extLst>
                </p14:cNvPr>
                <p14:cNvContentPartPr/>
                <p14:nvPr/>
              </p14:nvContentPartPr>
              <p14:xfrm>
                <a:off x="6186443" y="4416871"/>
                <a:ext cx="5888160" cy="118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C019CA0-6308-0D65-FFDA-BDE3AD48A35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77443" y="4408231"/>
                  <a:ext cx="5905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CD81E87-932C-5600-1B71-6010383CB6DC}"/>
                    </a:ext>
                  </a:extLst>
                </p14:cNvPr>
                <p14:cNvContentPartPr/>
                <p14:nvPr/>
              </p14:nvContentPartPr>
              <p14:xfrm>
                <a:off x="11303483" y="28111"/>
                <a:ext cx="161640" cy="5152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CD81E87-932C-5600-1B71-6010383CB6D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94483" y="19471"/>
                  <a:ext cx="179280" cy="517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0767BA9-324A-569B-C708-816FAE67F49A}"/>
                  </a:ext>
                </a:extLst>
              </p14:cNvPr>
              <p14:cNvContentPartPr/>
              <p14:nvPr/>
            </p14:nvContentPartPr>
            <p14:xfrm>
              <a:off x="10914323" y="593311"/>
              <a:ext cx="104760" cy="2624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0767BA9-324A-569B-C708-816FAE67F49A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905323" y="584311"/>
                <a:ext cx="12240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8D71389-6AF7-16BD-D856-39A871F03C31}"/>
              </a:ext>
            </a:extLst>
          </p:cNvPr>
          <p:cNvGrpSpPr/>
          <p:nvPr/>
        </p:nvGrpSpPr>
        <p:grpSpPr>
          <a:xfrm>
            <a:off x="995243" y="5414791"/>
            <a:ext cx="1577160" cy="590400"/>
            <a:chOff x="995243" y="5414791"/>
            <a:chExt cx="1577160" cy="59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3ECCFDA-EB89-2736-633F-DDED566446B6}"/>
                    </a:ext>
                  </a:extLst>
                </p14:cNvPr>
                <p14:cNvContentPartPr/>
                <p14:nvPr/>
              </p14:nvContentPartPr>
              <p14:xfrm>
                <a:off x="995243" y="5414791"/>
                <a:ext cx="206280" cy="462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3ECCFDA-EB89-2736-633F-DDED566446B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6603" y="5405791"/>
                  <a:ext cx="2239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E28499-653D-83A7-C2BF-9F534C7ADCC3}"/>
                    </a:ext>
                  </a:extLst>
                </p14:cNvPr>
                <p14:cNvContentPartPr/>
                <p14:nvPr/>
              </p14:nvContentPartPr>
              <p14:xfrm>
                <a:off x="1260563" y="5785231"/>
                <a:ext cx="208440" cy="171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E28499-653D-83A7-C2BF-9F534C7ADCC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251923" y="5776591"/>
                  <a:ext cx="226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A66F49B-B65A-01A4-F059-49AC7A702D03}"/>
                    </a:ext>
                  </a:extLst>
                </p14:cNvPr>
                <p14:cNvContentPartPr/>
                <p14:nvPr/>
              </p14:nvContentPartPr>
              <p14:xfrm>
                <a:off x="1487363" y="5489671"/>
                <a:ext cx="100800" cy="402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A66F49B-B65A-01A4-F059-49AC7A702D0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478723" y="5480671"/>
                  <a:ext cx="1184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EA1CC9A-21C9-74B8-65CC-E3071E043960}"/>
                    </a:ext>
                  </a:extLst>
                </p14:cNvPr>
                <p14:cNvContentPartPr/>
                <p14:nvPr/>
              </p14:nvContentPartPr>
              <p14:xfrm>
                <a:off x="1540283" y="5503351"/>
                <a:ext cx="109440" cy="419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EA1CC9A-21C9-74B8-65CC-E3071E04396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31283" y="5494351"/>
                  <a:ext cx="1270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D72FD02-FC8F-A44D-72BF-1AB3F6975E29}"/>
                    </a:ext>
                  </a:extLst>
                </p14:cNvPr>
                <p14:cNvContentPartPr/>
                <p14:nvPr/>
              </p14:nvContentPartPr>
              <p14:xfrm>
                <a:off x="1739723" y="5500831"/>
                <a:ext cx="222480" cy="397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D72FD02-FC8F-A44D-72BF-1AB3F6975E2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731083" y="5491831"/>
                  <a:ext cx="2401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B7B5DFB-5127-1F8C-3444-1103B03D744D}"/>
                    </a:ext>
                  </a:extLst>
                </p14:cNvPr>
                <p14:cNvContentPartPr/>
                <p14:nvPr/>
              </p14:nvContentPartPr>
              <p14:xfrm>
                <a:off x="2050043" y="5810071"/>
                <a:ext cx="139680" cy="195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B7B5DFB-5127-1F8C-3444-1103B03D744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041043" y="5801071"/>
                  <a:ext cx="157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F07592D-DFE1-7622-B2F1-6BF9174AF0F7}"/>
                    </a:ext>
                  </a:extLst>
                </p14:cNvPr>
                <p14:cNvContentPartPr/>
                <p14:nvPr/>
              </p14:nvContentPartPr>
              <p14:xfrm>
                <a:off x="2432723" y="5818351"/>
                <a:ext cx="139680" cy="8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F07592D-DFE1-7622-B2F1-6BF9174AF0F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424083" y="5809711"/>
                  <a:ext cx="157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0C2CF6A-2386-619B-0A73-D89FE3097B8B}"/>
                    </a:ext>
                  </a:extLst>
                </p14:cNvPr>
                <p14:cNvContentPartPr/>
                <p14:nvPr/>
              </p14:nvContentPartPr>
              <p14:xfrm>
                <a:off x="2392763" y="5724751"/>
                <a:ext cx="155880" cy="8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0C2CF6A-2386-619B-0A73-D89FE3097B8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383763" y="5715751"/>
                  <a:ext cx="1735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81972CB7-7304-B3F9-4A4C-5622FFDE1B36}"/>
              </a:ext>
            </a:extLst>
          </p:cNvPr>
          <p:cNvGrpSpPr/>
          <p:nvPr/>
        </p:nvGrpSpPr>
        <p:grpSpPr>
          <a:xfrm>
            <a:off x="2864723" y="5302111"/>
            <a:ext cx="1460160" cy="1049760"/>
            <a:chOff x="2864723" y="5302111"/>
            <a:chExt cx="1460160" cy="10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A938DE5-D533-9AF3-7D57-17463389F6BD}"/>
                    </a:ext>
                  </a:extLst>
                </p14:cNvPr>
                <p14:cNvContentPartPr/>
                <p14:nvPr/>
              </p14:nvContentPartPr>
              <p14:xfrm>
                <a:off x="2917643" y="5368711"/>
                <a:ext cx="19080" cy="435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A938DE5-D533-9AF3-7D57-17463389F6B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08643" y="5359711"/>
                  <a:ext cx="3672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6D15F95-F5D2-4B27-238D-EFAA7A8D7A81}"/>
                    </a:ext>
                  </a:extLst>
                </p14:cNvPr>
                <p14:cNvContentPartPr/>
                <p14:nvPr/>
              </p14:nvContentPartPr>
              <p14:xfrm>
                <a:off x="2896763" y="5374831"/>
                <a:ext cx="217800" cy="4294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6D15F95-F5D2-4B27-238D-EFAA7A8D7A8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888123" y="5366191"/>
                  <a:ext cx="2354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87C1ED-F5F1-87C9-E9BB-1C3C20662141}"/>
                    </a:ext>
                  </a:extLst>
                </p14:cNvPr>
                <p14:cNvContentPartPr/>
                <p14:nvPr/>
              </p14:nvContentPartPr>
              <p14:xfrm>
                <a:off x="3162083" y="5554831"/>
                <a:ext cx="288000" cy="289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87C1ED-F5F1-87C9-E9BB-1C3C2066214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53443" y="5545831"/>
                  <a:ext cx="305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F62D508-987F-09FB-D6D6-59FFC63074E4}"/>
                    </a:ext>
                  </a:extLst>
                </p14:cNvPr>
                <p14:cNvContentPartPr/>
                <p14:nvPr/>
              </p14:nvContentPartPr>
              <p14:xfrm>
                <a:off x="3573923" y="5717911"/>
                <a:ext cx="3960" cy="10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F62D508-987F-09FB-D6D6-59FFC63074E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65283" y="5709271"/>
                  <a:ext cx="21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AD30C3E-FCC6-082B-0610-8F662368A153}"/>
                    </a:ext>
                  </a:extLst>
                </p14:cNvPr>
                <p14:cNvContentPartPr/>
                <p14:nvPr/>
              </p14:nvContentPartPr>
              <p14:xfrm>
                <a:off x="3676883" y="5302111"/>
                <a:ext cx="198720" cy="4521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AD30C3E-FCC6-082B-0610-8F662368A15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668243" y="5293111"/>
                  <a:ext cx="2163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3177A53-9632-3D89-1710-E3F065E8AC57}"/>
                    </a:ext>
                  </a:extLst>
                </p14:cNvPr>
                <p14:cNvContentPartPr/>
                <p14:nvPr/>
              </p14:nvContentPartPr>
              <p14:xfrm>
                <a:off x="3960563" y="5590831"/>
                <a:ext cx="195120" cy="176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3177A53-9632-3D89-1710-E3F065E8AC5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951923" y="5581831"/>
                  <a:ext cx="212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213C017-F436-0F18-1D90-891E41AD0DFC}"/>
                    </a:ext>
                  </a:extLst>
                </p14:cNvPr>
                <p14:cNvContentPartPr/>
                <p14:nvPr/>
              </p14:nvContentPartPr>
              <p14:xfrm>
                <a:off x="2864723" y="5871631"/>
                <a:ext cx="1308600" cy="40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213C017-F436-0F18-1D90-891E41AD0DF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855723" y="5862631"/>
                  <a:ext cx="1326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B45B2C1-D6D3-0D37-949F-8498DC6ADF34}"/>
                    </a:ext>
                  </a:extLst>
                </p14:cNvPr>
                <p14:cNvContentPartPr/>
                <p14:nvPr/>
              </p14:nvContentPartPr>
              <p14:xfrm>
                <a:off x="3181523" y="5981791"/>
                <a:ext cx="194400" cy="295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B45B2C1-D6D3-0D37-949F-8498DC6ADF3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172883" y="5972791"/>
                  <a:ext cx="212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8EA1FA2-3FBD-8097-BF74-A74AABF27D08}"/>
                    </a:ext>
                  </a:extLst>
                </p14:cNvPr>
                <p14:cNvContentPartPr/>
                <p14:nvPr/>
              </p14:nvContentPartPr>
              <p14:xfrm>
                <a:off x="3399323" y="6210391"/>
                <a:ext cx="164880" cy="127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8EA1FA2-3FBD-8097-BF74-A74AABF27D0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390683" y="6201751"/>
                  <a:ext cx="182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9FB7F8E-2852-56A6-5101-F6AB6E1FC73D}"/>
                    </a:ext>
                  </a:extLst>
                </p14:cNvPr>
                <p14:cNvContentPartPr/>
                <p14:nvPr/>
              </p14:nvContentPartPr>
              <p14:xfrm>
                <a:off x="3589043" y="6165391"/>
                <a:ext cx="132120" cy="61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9FB7F8E-2852-56A6-5101-F6AB6E1FC73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80043" y="6156391"/>
                  <a:ext cx="149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55AA05F-CAC0-5BE8-F138-F0E64B8D0AEC}"/>
                    </a:ext>
                  </a:extLst>
                </p14:cNvPr>
                <p14:cNvContentPartPr/>
                <p14:nvPr/>
              </p14:nvContentPartPr>
              <p14:xfrm>
                <a:off x="3651683" y="6080791"/>
                <a:ext cx="33120" cy="191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55AA05F-CAC0-5BE8-F138-F0E64B8D0AE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43043" y="6071791"/>
                  <a:ext cx="50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D3CB8FD-D422-4F33-8EB8-28C6E0B5324B}"/>
                    </a:ext>
                  </a:extLst>
                </p14:cNvPr>
                <p14:cNvContentPartPr/>
                <p14:nvPr/>
              </p14:nvContentPartPr>
              <p14:xfrm>
                <a:off x="3812243" y="5984311"/>
                <a:ext cx="186120" cy="289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D3CB8FD-D422-4F33-8EB8-28C6E0B5324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803243" y="5975671"/>
                  <a:ext cx="2037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02B1DAA-E2E9-41B4-E62D-B7962D9F8727}"/>
                    </a:ext>
                  </a:extLst>
                </p14:cNvPr>
                <p14:cNvContentPartPr/>
                <p14:nvPr/>
              </p14:nvContentPartPr>
              <p14:xfrm>
                <a:off x="4066043" y="6122191"/>
                <a:ext cx="258840" cy="2296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02B1DAA-E2E9-41B4-E62D-B7962D9F872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057403" y="6113551"/>
                  <a:ext cx="27648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37BB3269-916B-135E-1686-55468E7BBD4E}"/>
              </a:ext>
            </a:extLst>
          </p:cNvPr>
          <p:cNvGrpSpPr/>
          <p:nvPr/>
        </p:nvGrpSpPr>
        <p:grpSpPr>
          <a:xfrm>
            <a:off x="668723" y="5030671"/>
            <a:ext cx="3760200" cy="1576800"/>
            <a:chOff x="668723" y="5030671"/>
            <a:chExt cx="3760200" cy="157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FC5B503-888C-4F06-05B7-13BA71B774C5}"/>
                    </a:ext>
                  </a:extLst>
                </p14:cNvPr>
                <p14:cNvContentPartPr/>
                <p14:nvPr/>
              </p14:nvContentPartPr>
              <p14:xfrm>
                <a:off x="701483" y="5197351"/>
                <a:ext cx="100800" cy="1294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FC5B503-888C-4F06-05B7-13BA71B774C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97163" y="5193031"/>
                  <a:ext cx="109440" cy="13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2F120B4-753A-CFA3-9AD6-3BA097132430}"/>
                    </a:ext>
                  </a:extLst>
                </p14:cNvPr>
                <p14:cNvContentPartPr/>
                <p14:nvPr/>
              </p14:nvContentPartPr>
              <p14:xfrm>
                <a:off x="668723" y="5030671"/>
                <a:ext cx="3680280" cy="185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2F120B4-753A-CFA3-9AD6-3BA09713243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64403" y="5026351"/>
                  <a:ext cx="3688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B94C09D-8676-DB77-A314-615022DFAF2C}"/>
                    </a:ext>
                  </a:extLst>
                </p14:cNvPr>
                <p14:cNvContentPartPr/>
                <p14:nvPr/>
              </p14:nvContentPartPr>
              <p14:xfrm>
                <a:off x="731723" y="5148031"/>
                <a:ext cx="3697200" cy="1459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B94C09D-8676-DB77-A314-615022DFAF2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27403" y="5143711"/>
                  <a:ext cx="3705840" cy="146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3BDEAC0-56BA-25EF-01BF-D588E26BEAF6}"/>
              </a:ext>
            </a:extLst>
          </p:cNvPr>
          <p:cNvGrpSpPr/>
          <p:nvPr/>
        </p:nvGrpSpPr>
        <p:grpSpPr>
          <a:xfrm>
            <a:off x="10467203" y="1019191"/>
            <a:ext cx="857160" cy="351360"/>
            <a:chOff x="10467203" y="1019191"/>
            <a:chExt cx="85716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70A7C08-F8A1-016F-F902-97E1119756AE}"/>
                    </a:ext>
                  </a:extLst>
                </p14:cNvPr>
                <p14:cNvContentPartPr/>
                <p14:nvPr/>
              </p14:nvContentPartPr>
              <p14:xfrm>
                <a:off x="10467203" y="1029991"/>
                <a:ext cx="36360" cy="311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70A7C08-F8A1-016F-F902-97E1119756A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458563" y="1021351"/>
                  <a:ext cx="54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3EEAB32-BC58-1D9A-FE9B-ED35A2F5A59E}"/>
                    </a:ext>
                  </a:extLst>
                </p14:cNvPr>
                <p14:cNvContentPartPr/>
                <p14:nvPr/>
              </p14:nvContentPartPr>
              <p14:xfrm>
                <a:off x="10591403" y="1256431"/>
                <a:ext cx="52200" cy="1141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3EEAB32-BC58-1D9A-FE9B-ED35A2F5A59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582763" y="1247431"/>
                  <a:ext cx="69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1B7378C-44E3-AC9D-AEB3-B5E50922D21C}"/>
                    </a:ext>
                  </a:extLst>
                </p14:cNvPr>
                <p14:cNvContentPartPr/>
                <p14:nvPr/>
              </p14:nvContentPartPr>
              <p14:xfrm>
                <a:off x="10690763" y="1066711"/>
                <a:ext cx="119880" cy="1666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1B7378C-44E3-AC9D-AEB3-B5E50922D21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681763" y="1057711"/>
                  <a:ext cx="137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8C6E867-075B-4ED1-75C3-76DBAC848166}"/>
                    </a:ext>
                  </a:extLst>
                </p14:cNvPr>
                <p14:cNvContentPartPr/>
                <p14:nvPr/>
              </p14:nvContentPartPr>
              <p14:xfrm>
                <a:off x="10799843" y="1068871"/>
                <a:ext cx="4320" cy="248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8C6E867-075B-4ED1-75C3-76DBAC84816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790843" y="1059871"/>
                  <a:ext cx="21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D3B912D-413F-1FB3-88CC-19EE23B7EADC}"/>
                    </a:ext>
                  </a:extLst>
                </p14:cNvPr>
                <p14:cNvContentPartPr/>
                <p14:nvPr/>
              </p14:nvContentPartPr>
              <p14:xfrm>
                <a:off x="10862483" y="1061671"/>
                <a:ext cx="87120" cy="215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D3B912D-413F-1FB3-88CC-19EE23B7EAD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853843" y="1052671"/>
                  <a:ext cx="1047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7E09B74-E3BC-355B-0BB0-9F10D49688FE}"/>
                    </a:ext>
                  </a:extLst>
                </p14:cNvPr>
                <p14:cNvContentPartPr/>
                <p14:nvPr/>
              </p14:nvContentPartPr>
              <p14:xfrm>
                <a:off x="10978043" y="1038271"/>
                <a:ext cx="101880" cy="263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7E09B74-E3BC-355B-0BB0-9F10D49688F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969403" y="1029271"/>
                  <a:ext cx="119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D4B8FCA-976F-4FF4-CA0D-4CE0CB1733F0}"/>
                    </a:ext>
                  </a:extLst>
                </p14:cNvPr>
                <p14:cNvContentPartPr/>
                <p14:nvPr/>
              </p14:nvContentPartPr>
              <p14:xfrm>
                <a:off x="11125283" y="1045831"/>
                <a:ext cx="84240" cy="2156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D4B8FCA-976F-4FF4-CA0D-4CE0CB1733F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116283" y="1036831"/>
                  <a:ext cx="101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14F2DEC-C70C-E0B9-0EB5-E103874991D8}"/>
                    </a:ext>
                  </a:extLst>
                </p14:cNvPr>
                <p14:cNvContentPartPr/>
                <p14:nvPr/>
              </p14:nvContentPartPr>
              <p14:xfrm>
                <a:off x="11253803" y="1019191"/>
                <a:ext cx="70560" cy="254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14F2DEC-C70C-E0B9-0EB5-E103874991D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244803" y="1010191"/>
                  <a:ext cx="88200" cy="27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C206C5A1-ED64-1F19-DE4C-BBD9B215533B}"/>
                  </a:ext>
                </a:extLst>
              </p14:cNvPr>
              <p14:cNvContentPartPr/>
              <p14:nvPr/>
            </p14:nvContentPartPr>
            <p14:xfrm>
              <a:off x="9410603" y="2189551"/>
              <a:ext cx="240480" cy="3888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C206C5A1-ED64-1F19-DE4C-BBD9B215533B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9401963" y="2180911"/>
                <a:ext cx="25812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824781B7-DC3B-E70A-FFE2-10048167E8A1}"/>
              </a:ext>
            </a:extLst>
          </p:cNvPr>
          <p:cNvGrpSpPr/>
          <p:nvPr/>
        </p:nvGrpSpPr>
        <p:grpSpPr>
          <a:xfrm>
            <a:off x="9100283" y="1718311"/>
            <a:ext cx="902880" cy="410040"/>
            <a:chOff x="9100283" y="1718311"/>
            <a:chExt cx="90288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E6AC81B-AFD5-4EEA-938F-0514413C857C}"/>
                    </a:ext>
                  </a:extLst>
                </p14:cNvPr>
                <p14:cNvContentPartPr/>
                <p14:nvPr/>
              </p14:nvContentPartPr>
              <p14:xfrm>
                <a:off x="9100283" y="1718311"/>
                <a:ext cx="139320" cy="358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E6AC81B-AFD5-4EEA-938F-0514413C857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091283" y="1709671"/>
                  <a:ext cx="1569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19AD36D-E73F-D1B5-CDF3-ED289C8C3666}"/>
                    </a:ext>
                  </a:extLst>
                </p14:cNvPr>
                <p14:cNvContentPartPr/>
                <p14:nvPr/>
              </p14:nvContentPartPr>
              <p14:xfrm>
                <a:off x="9275963" y="1775191"/>
                <a:ext cx="105840" cy="2689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19AD36D-E73F-D1B5-CDF3-ED289C8C366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266963" y="1766191"/>
                  <a:ext cx="123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2607286-BA62-2729-F8DC-0FB0FA184439}"/>
                    </a:ext>
                  </a:extLst>
                </p14:cNvPr>
                <p14:cNvContentPartPr/>
                <p14:nvPr/>
              </p14:nvContentPartPr>
              <p14:xfrm>
                <a:off x="9430403" y="1748551"/>
                <a:ext cx="151200" cy="2995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2607286-BA62-2729-F8DC-0FB0FA18443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421403" y="1739551"/>
                  <a:ext cx="1688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24C1442-3CB5-70A0-8661-F04A8DBA3A39}"/>
                    </a:ext>
                  </a:extLst>
                </p14:cNvPr>
                <p14:cNvContentPartPr/>
                <p14:nvPr/>
              </p14:nvContentPartPr>
              <p14:xfrm>
                <a:off x="9627323" y="2050591"/>
                <a:ext cx="16560" cy="47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24C1442-3CB5-70A0-8661-F04A8DBA3A3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18683" y="2041951"/>
                  <a:ext cx="34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C3EC5D8-BD06-97B4-2007-E0504248B1D8}"/>
                    </a:ext>
                  </a:extLst>
                </p14:cNvPr>
                <p14:cNvContentPartPr/>
                <p14:nvPr/>
              </p14:nvContentPartPr>
              <p14:xfrm>
                <a:off x="9738563" y="1794991"/>
                <a:ext cx="92520" cy="1893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C3EC5D8-BD06-97B4-2007-E0504248B1D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729923" y="1786351"/>
                  <a:ext cx="110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8311A3A-D513-5076-3AE7-549E53E55B21}"/>
                    </a:ext>
                  </a:extLst>
                </p14:cNvPr>
                <p14:cNvContentPartPr/>
                <p14:nvPr/>
              </p14:nvContentPartPr>
              <p14:xfrm>
                <a:off x="9884723" y="1820191"/>
                <a:ext cx="99000" cy="308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8311A3A-D513-5076-3AE7-549E53E55B2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876083" y="1811191"/>
                  <a:ext cx="1166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A8E50CB-5391-D12A-C576-FBE38359024C}"/>
                    </a:ext>
                  </a:extLst>
                </p14:cNvPr>
                <p14:cNvContentPartPr/>
                <p14:nvPr/>
              </p14:nvContentPartPr>
              <p14:xfrm>
                <a:off x="9923603" y="1913791"/>
                <a:ext cx="79560" cy="5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A8E50CB-5391-D12A-C576-FBE38359024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914963" y="1905151"/>
                  <a:ext cx="972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95F687C0-70D1-4E3A-F0C5-AA1C1CAF1177}"/>
              </a:ext>
            </a:extLst>
          </p:cNvPr>
          <p:cNvGrpSpPr/>
          <p:nvPr/>
        </p:nvGrpSpPr>
        <p:grpSpPr>
          <a:xfrm>
            <a:off x="10409603" y="1732351"/>
            <a:ext cx="898200" cy="363960"/>
            <a:chOff x="10409603" y="1732351"/>
            <a:chExt cx="89820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96FA99B-7909-F36D-C0F5-5661990A4F68}"/>
                    </a:ext>
                  </a:extLst>
                </p14:cNvPr>
                <p14:cNvContentPartPr/>
                <p14:nvPr/>
              </p14:nvContentPartPr>
              <p14:xfrm>
                <a:off x="10409603" y="1732351"/>
                <a:ext cx="15840" cy="2635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96FA99B-7909-F36D-C0F5-5661990A4F6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00603" y="1723351"/>
                  <a:ext cx="33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81F62F7-0822-DFC7-DD7C-14C3D91E72A8}"/>
                    </a:ext>
                  </a:extLst>
                </p14:cNvPr>
                <p14:cNvContentPartPr/>
                <p14:nvPr/>
              </p14:nvContentPartPr>
              <p14:xfrm>
                <a:off x="10546403" y="1941151"/>
                <a:ext cx="45720" cy="155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81F62F7-0822-DFC7-DD7C-14C3D91E72A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537403" y="1932151"/>
                  <a:ext cx="633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62FA618-27D1-5865-04F5-53839A93DD22}"/>
                    </a:ext>
                  </a:extLst>
                </p14:cNvPr>
                <p14:cNvContentPartPr/>
                <p14:nvPr/>
              </p14:nvContentPartPr>
              <p14:xfrm>
                <a:off x="10690763" y="1771231"/>
                <a:ext cx="110880" cy="155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62FA618-27D1-5865-04F5-53839A93DD2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681763" y="1762231"/>
                  <a:ext cx="128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0658EF6-7140-4586-E73C-15FD272445E5}"/>
                    </a:ext>
                  </a:extLst>
                </p14:cNvPr>
                <p14:cNvContentPartPr/>
                <p14:nvPr/>
              </p14:nvContentPartPr>
              <p14:xfrm>
                <a:off x="10789763" y="1764391"/>
                <a:ext cx="7920" cy="272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0658EF6-7140-4586-E73C-15FD272445E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81123" y="1755751"/>
                  <a:ext cx="25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2089C02-A0D6-8AF0-EE16-56411F009090}"/>
                    </a:ext>
                  </a:extLst>
                </p14:cNvPr>
                <p14:cNvContentPartPr/>
                <p14:nvPr/>
              </p14:nvContentPartPr>
              <p14:xfrm>
                <a:off x="10831163" y="1785991"/>
                <a:ext cx="77040" cy="2386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2089C02-A0D6-8AF0-EE16-56411F00909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822523" y="1776991"/>
                  <a:ext cx="94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D3B184B-F76F-C18C-619F-F004D64E999B}"/>
                    </a:ext>
                  </a:extLst>
                </p14:cNvPr>
                <p14:cNvContentPartPr/>
                <p14:nvPr/>
              </p14:nvContentPartPr>
              <p14:xfrm>
                <a:off x="10949243" y="1775911"/>
                <a:ext cx="96840" cy="2296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D3B184B-F76F-C18C-619F-F004D64E999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940603" y="1767271"/>
                  <a:ext cx="114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178E3E7-8466-C77F-90B1-8FDF285A124C}"/>
                    </a:ext>
                  </a:extLst>
                </p14:cNvPr>
                <p14:cNvContentPartPr/>
                <p14:nvPr/>
              </p14:nvContentPartPr>
              <p14:xfrm>
                <a:off x="11075963" y="1762591"/>
                <a:ext cx="68400" cy="2264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178E3E7-8466-C77F-90B1-8FDF285A124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067323" y="1753591"/>
                  <a:ext cx="860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48820C5-BA2D-F511-D85C-C47B22F860AE}"/>
                    </a:ext>
                  </a:extLst>
                </p14:cNvPr>
                <p14:cNvContentPartPr/>
                <p14:nvPr/>
              </p14:nvContentPartPr>
              <p14:xfrm>
                <a:off x="11087483" y="1856191"/>
                <a:ext cx="66960" cy="21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48820C5-BA2D-F511-D85C-C47B22F860A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078483" y="1847551"/>
                  <a:ext cx="84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7CB9A04-00CB-1391-EF1B-9E15019109C9}"/>
                    </a:ext>
                  </a:extLst>
                </p14:cNvPr>
                <p14:cNvContentPartPr/>
                <p14:nvPr/>
              </p14:nvContentPartPr>
              <p14:xfrm>
                <a:off x="11185403" y="1776271"/>
                <a:ext cx="83520" cy="1728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7CB9A04-00CB-1391-EF1B-9E15019109C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176403" y="1767631"/>
                  <a:ext cx="101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3D40019-4E39-D354-6F91-6C0C5FCB2146}"/>
                    </a:ext>
                  </a:extLst>
                </p14:cNvPr>
                <p14:cNvContentPartPr/>
                <p14:nvPr/>
              </p14:nvContentPartPr>
              <p14:xfrm>
                <a:off x="11215643" y="1795351"/>
                <a:ext cx="92160" cy="18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3D40019-4E39-D354-6F91-6C0C5FCB214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206643" y="1786351"/>
                  <a:ext cx="1098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203A80D1-6EDC-B8C4-36CD-26257F77BD12}"/>
                  </a:ext>
                </a:extLst>
              </p14:cNvPr>
              <p14:cNvContentPartPr/>
              <p14:nvPr/>
            </p14:nvContentPartPr>
            <p14:xfrm>
              <a:off x="11703083" y="423031"/>
              <a:ext cx="176760" cy="31176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203A80D1-6EDC-B8C4-36CD-26257F77BD12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11694443" y="414031"/>
                <a:ext cx="19440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Group 286">
            <a:extLst>
              <a:ext uri="{FF2B5EF4-FFF2-40B4-BE49-F238E27FC236}">
                <a16:creationId xmlns:a16="http://schemas.microsoft.com/office/drawing/2014/main" id="{A071540B-634B-340C-5716-CC8DAB34AB45}"/>
              </a:ext>
            </a:extLst>
          </p:cNvPr>
          <p:cNvGrpSpPr/>
          <p:nvPr/>
        </p:nvGrpSpPr>
        <p:grpSpPr>
          <a:xfrm>
            <a:off x="8992283" y="2386471"/>
            <a:ext cx="1134720" cy="491040"/>
            <a:chOff x="8992283" y="2386471"/>
            <a:chExt cx="113472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7E33B70-A35A-F176-2FFB-D53B74955BB4}"/>
                    </a:ext>
                  </a:extLst>
                </p14:cNvPr>
                <p14:cNvContentPartPr/>
                <p14:nvPr/>
              </p14:nvContentPartPr>
              <p14:xfrm>
                <a:off x="8992283" y="2386471"/>
                <a:ext cx="135360" cy="3268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7E33B70-A35A-F176-2FFB-D53B74955BB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983283" y="2377831"/>
                  <a:ext cx="153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8C60AF8-3498-CC52-E60D-F7333D74568D}"/>
                    </a:ext>
                  </a:extLst>
                </p14:cNvPr>
                <p14:cNvContentPartPr/>
                <p14:nvPr/>
              </p14:nvContentPartPr>
              <p14:xfrm>
                <a:off x="9209363" y="2447311"/>
                <a:ext cx="132840" cy="307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8C60AF8-3498-CC52-E60D-F7333D74568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200723" y="2438311"/>
                  <a:ext cx="1504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9CCF44F-C787-402F-41D9-29C4A99D402D}"/>
                    </a:ext>
                  </a:extLst>
                </p14:cNvPr>
                <p14:cNvContentPartPr/>
                <p14:nvPr/>
              </p14:nvContentPartPr>
              <p14:xfrm>
                <a:off x="9360923" y="2476111"/>
                <a:ext cx="119880" cy="259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9CCF44F-C787-402F-41D9-29C4A99D402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352283" y="2467111"/>
                  <a:ext cx="1375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AE2D91A-FB1C-3D4C-685E-EE58B2A9A10A}"/>
                    </a:ext>
                  </a:extLst>
                </p14:cNvPr>
                <p14:cNvContentPartPr/>
                <p14:nvPr/>
              </p14:nvContentPartPr>
              <p14:xfrm>
                <a:off x="9502763" y="2456311"/>
                <a:ext cx="145440" cy="280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AE2D91A-FB1C-3D4C-685E-EE58B2A9A10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493763" y="2447311"/>
                  <a:ext cx="163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97322F8-DBCA-06A6-FF39-790346E01B3B}"/>
                    </a:ext>
                  </a:extLst>
                </p14:cNvPr>
                <p14:cNvContentPartPr/>
                <p14:nvPr/>
              </p14:nvContentPartPr>
              <p14:xfrm>
                <a:off x="9740363" y="2771311"/>
                <a:ext cx="26640" cy="1062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97322F8-DBCA-06A6-FF39-790346E01B3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731363" y="2762671"/>
                  <a:ext cx="44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C561CA0-1302-1412-0030-3B3931EEB7C8}"/>
                    </a:ext>
                  </a:extLst>
                </p14:cNvPr>
                <p14:cNvContentPartPr/>
                <p14:nvPr/>
              </p14:nvContentPartPr>
              <p14:xfrm>
                <a:off x="9800843" y="2442991"/>
                <a:ext cx="120960" cy="296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C561CA0-1302-1412-0030-3B3931EEB7C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791843" y="2433991"/>
                  <a:ext cx="138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33D3785-E585-41E8-0D7E-F0EB0F5C88B6}"/>
                    </a:ext>
                  </a:extLst>
                </p14:cNvPr>
                <p14:cNvContentPartPr/>
                <p14:nvPr/>
              </p14:nvContentPartPr>
              <p14:xfrm>
                <a:off x="9840803" y="2594191"/>
                <a:ext cx="99360" cy="12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33D3785-E585-41E8-0D7E-F0EB0F5C88B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32163" y="2585191"/>
                  <a:ext cx="117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90593DF-53B2-8384-0595-881E29B5309D}"/>
                    </a:ext>
                  </a:extLst>
                </p14:cNvPr>
                <p14:cNvContentPartPr/>
                <p14:nvPr/>
              </p14:nvContentPartPr>
              <p14:xfrm>
                <a:off x="9975083" y="2396911"/>
                <a:ext cx="151920" cy="293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90593DF-53B2-8384-0595-881E29B5309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66083" y="2387911"/>
                  <a:ext cx="16956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50A46B6E-BF63-C44C-2FDE-F51540195A29}"/>
              </a:ext>
            </a:extLst>
          </p:cNvPr>
          <p:cNvGrpSpPr/>
          <p:nvPr/>
        </p:nvGrpSpPr>
        <p:grpSpPr>
          <a:xfrm>
            <a:off x="10451003" y="2481151"/>
            <a:ext cx="751320" cy="338040"/>
            <a:chOff x="10451003" y="2481151"/>
            <a:chExt cx="75132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B35E82B-7A25-8F38-8E70-501CAF56E76F}"/>
                    </a:ext>
                  </a:extLst>
                </p14:cNvPr>
                <p14:cNvContentPartPr/>
                <p14:nvPr/>
              </p14:nvContentPartPr>
              <p14:xfrm>
                <a:off x="10451003" y="2481151"/>
                <a:ext cx="30960" cy="2682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B35E82B-7A25-8F38-8E70-501CAF56E76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442003" y="2472151"/>
                  <a:ext cx="486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D63552D-75D5-6E54-5E7D-652F46B2F3DB}"/>
                    </a:ext>
                  </a:extLst>
                </p14:cNvPr>
                <p14:cNvContentPartPr/>
                <p14:nvPr/>
              </p14:nvContentPartPr>
              <p14:xfrm>
                <a:off x="10530203" y="2718391"/>
                <a:ext cx="36720" cy="100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D63552D-75D5-6E54-5E7D-652F46B2F3D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521203" y="2709391"/>
                  <a:ext cx="54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4A62829-052C-C698-FF92-40CFFFDA4A22}"/>
                    </a:ext>
                  </a:extLst>
                </p14:cNvPr>
                <p14:cNvContentPartPr/>
                <p14:nvPr/>
              </p14:nvContentPartPr>
              <p14:xfrm>
                <a:off x="10635323" y="2481151"/>
                <a:ext cx="100800" cy="1630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4A62829-052C-C698-FF92-40CFFFDA4A2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626683" y="2472151"/>
                  <a:ext cx="118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A6DA1F3-24BD-D858-1C63-B6CA7FB38D19}"/>
                    </a:ext>
                  </a:extLst>
                </p14:cNvPr>
                <p14:cNvContentPartPr/>
                <p14:nvPr/>
              </p14:nvContentPartPr>
              <p14:xfrm>
                <a:off x="10732883" y="2524711"/>
                <a:ext cx="14760" cy="254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A6DA1F3-24BD-D858-1C63-B6CA7FB38D1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724243" y="2516071"/>
                  <a:ext cx="324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B246BD0-5784-8E53-F3CF-C6AB2673F20F}"/>
                    </a:ext>
                  </a:extLst>
                </p14:cNvPr>
                <p14:cNvContentPartPr/>
                <p14:nvPr/>
              </p14:nvContentPartPr>
              <p14:xfrm>
                <a:off x="10767443" y="2533351"/>
                <a:ext cx="115920" cy="2318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B246BD0-5784-8E53-F3CF-C6AB2673F20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758443" y="2524711"/>
                  <a:ext cx="133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4BEFDB6-85AC-1ECE-18AC-F8AD8E535B3A}"/>
                    </a:ext>
                  </a:extLst>
                </p14:cNvPr>
                <p14:cNvContentPartPr/>
                <p14:nvPr/>
              </p14:nvContentPartPr>
              <p14:xfrm>
                <a:off x="10931603" y="2529751"/>
                <a:ext cx="99720" cy="231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4BEFDB6-85AC-1ECE-18AC-F8AD8E535B3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922963" y="2520751"/>
                  <a:ext cx="117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DF36C80-FE24-DB4E-CBF2-B9CED7238594}"/>
                    </a:ext>
                  </a:extLst>
                </p14:cNvPr>
                <p14:cNvContentPartPr/>
                <p14:nvPr/>
              </p14:nvContentPartPr>
              <p14:xfrm>
                <a:off x="10970843" y="2630191"/>
                <a:ext cx="87120" cy="27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DF36C80-FE24-DB4E-CBF2-B9CED723859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961843" y="2621551"/>
                  <a:ext cx="104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B37220B-B755-50B6-783C-26296C8C4B86}"/>
                    </a:ext>
                  </a:extLst>
                </p14:cNvPr>
                <p14:cNvContentPartPr/>
                <p14:nvPr/>
              </p14:nvContentPartPr>
              <p14:xfrm>
                <a:off x="11081003" y="2526151"/>
                <a:ext cx="110880" cy="223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B37220B-B755-50B6-783C-26296C8C4B8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072363" y="2517151"/>
                  <a:ext cx="128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CCD281B-28C3-C324-C9A8-A5A82F6E163E}"/>
                    </a:ext>
                  </a:extLst>
                </p14:cNvPr>
                <p14:cNvContentPartPr/>
                <p14:nvPr/>
              </p14:nvContentPartPr>
              <p14:xfrm>
                <a:off x="11105123" y="2508151"/>
                <a:ext cx="97200" cy="18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CCD281B-28C3-C324-C9A8-A5A82F6E163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096123" y="2499511"/>
                  <a:ext cx="114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60667085-AB8C-730C-A162-8E3C2C4D4AE9}"/>
              </a:ext>
            </a:extLst>
          </p:cNvPr>
          <p:cNvGrpSpPr/>
          <p:nvPr/>
        </p:nvGrpSpPr>
        <p:grpSpPr>
          <a:xfrm>
            <a:off x="9049883" y="3188551"/>
            <a:ext cx="994320" cy="465840"/>
            <a:chOff x="9049883" y="3188551"/>
            <a:chExt cx="99432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4999C09-F676-E277-B771-000A160A319B}"/>
                    </a:ext>
                  </a:extLst>
                </p14:cNvPr>
                <p14:cNvContentPartPr/>
                <p14:nvPr/>
              </p14:nvContentPartPr>
              <p14:xfrm>
                <a:off x="9049883" y="3188551"/>
                <a:ext cx="130680" cy="3326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4999C09-F676-E277-B771-000A160A319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41243" y="3179551"/>
                  <a:ext cx="148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A4AEFEE-1B98-C3A4-A15F-E249011FF18C}"/>
                    </a:ext>
                  </a:extLst>
                </p14:cNvPr>
                <p14:cNvContentPartPr/>
                <p14:nvPr/>
              </p14:nvContentPartPr>
              <p14:xfrm>
                <a:off x="9200723" y="3258391"/>
                <a:ext cx="124560" cy="235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A4AEFEE-1B98-C3A4-A15F-E249011FF18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191723" y="3249391"/>
                  <a:ext cx="142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534F3AE-0649-F2DB-4DEF-A18CE2A5C44F}"/>
                    </a:ext>
                  </a:extLst>
                </p14:cNvPr>
                <p14:cNvContentPartPr/>
                <p14:nvPr/>
              </p14:nvContentPartPr>
              <p14:xfrm>
                <a:off x="9362363" y="3308071"/>
                <a:ext cx="104760" cy="2145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534F3AE-0649-F2DB-4DEF-A18CE2A5C44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53723" y="3299431"/>
                  <a:ext cx="122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3A395E1-9A5D-C3CD-5049-CE8BECF708A6}"/>
                    </a:ext>
                  </a:extLst>
                </p14:cNvPr>
                <p14:cNvContentPartPr/>
                <p14:nvPr/>
              </p14:nvContentPartPr>
              <p14:xfrm>
                <a:off x="9392603" y="3375751"/>
                <a:ext cx="134640" cy="219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3A395E1-9A5D-C3CD-5049-CE8BECF708A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383963" y="3367111"/>
                  <a:ext cx="152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1076BA5-006B-FD5D-45CF-91A9686E3E95}"/>
                    </a:ext>
                  </a:extLst>
                </p14:cNvPr>
                <p14:cNvContentPartPr/>
                <p14:nvPr/>
              </p14:nvContentPartPr>
              <p14:xfrm>
                <a:off x="9556043" y="3300511"/>
                <a:ext cx="78120" cy="2667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1076BA5-006B-FD5D-45CF-91A9686E3E9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547043" y="3291511"/>
                  <a:ext cx="95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E470D13-8B63-8826-1C3A-32C1639A35B5}"/>
                    </a:ext>
                  </a:extLst>
                </p14:cNvPr>
                <p14:cNvContentPartPr/>
                <p14:nvPr/>
              </p14:nvContentPartPr>
              <p14:xfrm>
                <a:off x="9567203" y="3431191"/>
                <a:ext cx="105840" cy="183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E470D13-8B63-8826-1C3A-32C1639A35B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558203" y="3422551"/>
                  <a:ext cx="123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8947D1E-9BA3-75E5-E290-7107BCE503FC}"/>
                    </a:ext>
                  </a:extLst>
                </p14:cNvPr>
                <p14:cNvContentPartPr/>
                <p14:nvPr/>
              </p14:nvContentPartPr>
              <p14:xfrm>
                <a:off x="9691403" y="3285391"/>
                <a:ext cx="79560" cy="1216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8947D1E-9BA3-75E5-E290-7107BCE503F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682763" y="3276751"/>
                  <a:ext cx="97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49D1837-BAE2-946E-6424-8C7E7DB7ADAF}"/>
                    </a:ext>
                  </a:extLst>
                </p14:cNvPr>
                <p14:cNvContentPartPr/>
                <p14:nvPr/>
              </p14:nvContentPartPr>
              <p14:xfrm>
                <a:off x="9784283" y="3291871"/>
                <a:ext cx="10800" cy="254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49D1837-BAE2-946E-6424-8C7E7DB7ADAF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775643" y="3283231"/>
                  <a:ext cx="284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B4C335D-0BEF-2F46-1BE0-524A2A8AE83D}"/>
                    </a:ext>
                  </a:extLst>
                </p14:cNvPr>
                <p14:cNvContentPartPr/>
                <p14:nvPr/>
              </p14:nvContentPartPr>
              <p14:xfrm>
                <a:off x="9853403" y="3533071"/>
                <a:ext cx="14040" cy="121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B4C335D-0BEF-2F46-1BE0-524A2A8AE83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844403" y="3524071"/>
                  <a:ext cx="31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751E6A9-2FA0-5675-7AE8-24E272ECFE06}"/>
                    </a:ext>
                  </a:extLst>
                </p14:cNvPr>
                <p14:cNvContentPartPr/>
                <p14:nvPr/>
              </p14:nvContentPartPr>
              <p14:xfrm>
                <a:off x="9929723" y="3378631"/>
                <a:ext cx="114480" cy="1501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751E6A9-2FA0-5675-7AE8-24E272ECFE0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921083" y="3369631"/>
                  <a:ext cx="13212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10CDEAC7-A46C-3A68-179B-C8D6F564DF4A}"/>
              </a:ext>
            </a:extLst>
          </p:cNvPr>
          <p:cNvGrpSpPr/>
          <p:nvPr/>
        </p:nvGrpSpPr>
        <p:grpSpPr>
          <a:xfrm>
            <a:off x="10408883" y="3323911"/>
            <a:ext cx="765720" cy="359640"/>
            <a:chOff x="10408883" y="3323911"/>
            <a:chExt cx="76572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AC0B020-9584-350A-2045-DC3AE1127E56}"/>
                    </a:ext>
                  </a:extLst>
                </p14:cNvPr>
                <p14:cNvContentPartPr/>
                <p14:nvPr/>
              </p14:nvContentPartPr>
              <p14:xfrm>
                <a:off x="10408883" y="3323911"/>
                <a:ext cx="38520" cy="283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AC0B020-9584-350A-2045-DC3AE1127E5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400243" y="3315271"/>
                  <a:ext cx="561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584C6C4-8734-719A-38C2-8D8187AE8948}"/>
                    </a:ext>
                  </a:extLst>
                </p14:cNvPr>
                <p14:cNvContentPartPr/>
                <p14:nvPr/>
              </p14:nvContentPartPr>
              <p14:xfrm>
                <a:off x="10496003" y="3560071"/>
                <a:ext cx="85680" cy="1234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584C6C4-8734-719A-38C2-8D8187AE894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487363" y="3551071"/>
                  <a:ext cx="103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CD267EB-6C0A-3E62-8AF5-3845A5205C75}"/>
                    </a:ext>
                  </a:extLst>
                </p14:cNvPr>
                <p14:cNvContentPartPr/>
                <p14:nvPr/>
              </p14:nvContentPartPr>
              <p14:xfrm>
                <a:off x="10641803" y="3390511"/>
                <a:ext cx="113400" cy="1249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CD267EB-6C0A-3E62-8AF5-3845A5205C7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632803" y="3381871"/>
                  <a:ext cx="131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3BA1916-38C1-A5D0-0C28-154887618D17}"/>
                    </a:ext>
                  </a:extLst>
                </p14:cNvPr>
                <p14:cNvContentPartPr/>
                <p14:nvPr/>
              </p14:nvContentPartPr>
              <p14:xfrm>
                <a:off x="10769963" y="3376831"/>
                <a:ext cx="3240" cy="2397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3BA1916-38C1-A5D0-0C28-154887618D17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761323" y="3368191"/>
                  <a:ext cx="20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09DF975-89F1-44FE-5FA9-3662296FA726}"/>
                    </a:ext>
                  </a:extLst>
                </p14:cNvPr>
                <p14:cNvContentPartPr/>
                <p14:nvPr/>
              </p14:nvContentPartPr>
              <p14:xfrm>
                <a:off x="10793723" y="3444871"/>
                <a:ext cx="152280" cy="1958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09DF975-89F1-44FE-5FA9-3662296FA72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784723" y="3435871"/>
                  <a:ext cx="169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16A98D8-A60E-6729-097C-365B61BA9BA5}"/>
                    </a:ext>
                  </a:extLst>
                </p14:cNvPr>
                <p14:cNvContentPartPr/>
                <p14:nvPr/>
              </p14:nvContentPartPr>
              <p14:xfrm>
                <a:off x="10882643" y="3535231"/>
                <a:ext cx="108360" cy="129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16A98D8-A60E-6729-097C-365B61BA9BA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874003" y="3526231"/>
                  <a:ext cx="126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0CFD6F6-2098-38F4-7131-3E6970CD9B7D}"/>
                    </a:ext>
                  </a:extLst>
                </p14:cNvPr>
                <p14:cNvContentPartPr/>
                <p14:nvPr/>
              </p14:nvContentPartPr>
              <p14:xfrm>
                <a:off x="11013323" y="3404191"/>
                <a:ext cx="120960" cy="230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0CFD6F6-2098-38F4-7131-3E6970CD9B7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004683" y="3395191"/>
                  <a:ext cx="1386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CC16581-8466-5C55-9AB6-770600DA76B8}"/>
                    </a:ext>
                  </a:extLst>
                </p14:cNvPr>
                <p14:cNvContentPartPr/>
                <p14:nvPr/>
              </p14:nvContentPartPr>
              <p14:xfrm>
                <a:off x="11028443" y="3429031"/>
                <a:ext cx="146160" cy="25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CC16581-8466-5C55-9AB6-770600DA76B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019443" y="3420031"/>
                  <a:ext cx="1638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63E03C06-DECB-33CD-10CA-73ECD088B3E6}"/>
              </a:ext>
            </a:extLst>
          </p:cNvPr>
          <p:cNvGrpSpPr/>
          <p:nvPr/>
        </p:nvGrpSpPr>
        <p:grpSpPr>
          <a:xfrm>
            <a:off x="9061403" y="4052911"/>
            <a:ext cx="761040" cy="323640"/>
            <a:chOff x="9061403" y="4052911"/>
            <a:chExt cx="76104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B59C1BB-B559-44F4-B58B-52C4A4A4E297}"/>
                    </a:ext>
                  </a:extLst>
                </p14:cNvPr>
                <p14:cNvContentPartPr/>
                <p14:nvPr/>
              </p14:nvContentPartPr>
              <p14:xfrm>
                <a:off x="9061403" y="4087831"/>
                <a:ext cx="119520" cy="288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B59C1BB-B559-44F4-B58B-52C4A4A4E29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052763" y="4078831"/>
                  <a:ext cx="137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B5EEB25-828F-7722-3A74-11BC1834B551}"/>
                    </a:ext>
                  </a:extLst>
                </p14:cNvPr>
                <p14:cNvContentPartPr/>
                <p14:nvPr/>
              </p14:nvContentPartPr>
              <p14:xfrm>
                <a:off x="9093803" y="4210951"/>
                <a:ext cx="129600" cy="115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B5EEB25-828F-7722-3A74-11BC1834B5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85163" y="4201951"/>
                  <a:ext cx="147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4AAAD5F-35C9-4D21-2C18-EFB5E21C6223}"/>
                    </a:ext>
                  </a:extLst>
                </p14:cNvPr>
                <p14:cNvContentPartPr/>
                <p14:nvPr/>
              </p14:nvContentPartPr>
              <p14:xfrm>
                <a:off x="9243923" y="4052911"/>
                <a:ext cx="111960" cy="2487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4AAAD5F-35C9-4D21-2C18-EFB5E21C622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234923" y="4043911"/>
                  <a:ext cx="1296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8ED1D1C-289C-1980-D600-979B7A45ACAC}"/>
                    </a:ext>
                  </a:extLst>
                </p14:cNvPr>
                <p14:cNvContentPartPr/>
                <p14:nvPr/>
              </p14:nvContentPartPr>
              <p14:xfrm>
                <a:off x="9294683" y="4073791"/>
                <a:ext cx="248760" cy="2404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8ED1D1C-289C-1980-D600-979B7A45ACA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286043" y="4065151"/>
                  <a:ext cx="266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341F03D4-FCEA-0834-C036-6D31DE46EAF4}"/>
                    </a:ext>
                  </a:extLst>
                </p14:cNvPr>
                <p14:cNvContentPartPr/>
                <p14:nvPr/>
              </p14:nvContentPartPr>
              <p14:xfrm>
                <a:off x="9643883" y="4076311"/>
                <a:ext cx="7920" cy="2606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341F03D4-FCEA-0834-C036-6D31DE46EAF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634883" y="4067671"/>
                  <a:ext cx="255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FC6DB0B-CFE7-0D35-3A82-AF2AEF203A5E}"/>
                    </a:ext>
                  </a:extLst>
                </p14:cNvPr>
                <p14:cNvContentPartPr/>
                <p14:nvPr/>
              </p14:nvContentPartPr>
              <p14:xfrm>
                <a:off x="9659363" y="4086391"/>
                <a:ext cx="163080" cy="228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FC6DB0B-CFE7-0D35-3A82-AF2AEF203A5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650363" y="4077751"/>
                  <a:ext cx="18072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A1895C47-CD5F-CBF7-00C5-2DAF0CD4DC32}"/>
              </a:ext>
            </a:extLst>
          </p:cNvPr>
          <p:cNvGrpSpPr/>
          <p:nvPr/>
        </p:nvGrpSpPr>
        <p:grpSpPr>
          <a:xfrm>
            <a:off x="10458203" y="4012951"/>
            <a:ext cx="700560" cy="392040"/>
            <a:chOff x="10458203" y="4012951"/>
            <a:chExt cx="7005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FF30982-04BD-A018-430E-770724F9F33A}"/>
                    </a:ext>
                  </a:extLst>
                </p14:cNvPr>
                <p14:cNvContentPartPr/>
                <p14:nvPr/>
              </p14:nvContentPartPr>
              <p14:xfrm>
                <a:off x="10458203" y="4012951"/>
                <a:ext cx="54720" cy="3146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FF30982-04BD-A018-430E-770724F9F33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449203" y="4004311"/>
                  <a:ext cx="723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6374EAE-97E3-BF26-AC93-AA5257E7BA86}"/>
                    </a:ext>
                  </a:extLst>
                </p14:cNvPr>
                <p14:cNvContentPartPr/>
                <p14:nvPr/>
              </p14:nvContentPartPr>
              <p14:xfrm>
                <a:off x="10597883" y="4277551"/>
                <a:ext cx="58320" cy="1274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6374EAE-97E3-BF26-AC93-AA5257E7BA8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588883" y="4268551"/>
                  <a:ext cx="75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95A3470-24C8-7D70-D5A2-9E5E02347FE8}"/>
                    </a:ext>
                  </a:extLst>
                </p14:cNvPr>
                <p14:cNvContentPartPr/>
                <p14:nvPr/>
              </p14:nvContentPartPr>
              <p14:xfrm>
                <a:off x="10703003" y="4089631"/>
                <a:ext cx="117360" cy="2368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95A3470-24C8-7D70-D5A2-9E5E02347FE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694363" y="4080991"/>
                  <a:ext cx="135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F04105F-12CE-E1C2-79B8-90C4DC1A2676}"/>
                    </a:ext>
                  </a:extLst>
                </p14:cNvPr>
                <p14:cNvContentPartPr/>
                <p14:nvPr/>
              </p14:nvContentPartPr>
              <p14:xfrm>
                <a:off x="10867523" y="4041031"/>
                <a:ext cx="113760" cy="2966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F04105F-12CE-E1C2-79B8-90C4DC1A267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858883" y="4032391"/>
                  <a:ext cx="131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1C1F811-49EC-C76E-D8DC-59FAEA0866C0}"/>
                    </a:ext>
                  </a:extLst>
                </p14:cNvPr>
                <p14:cNvContentPartPr/>
                <p14:nvPr/>
              </p14:nvContentPartPr>
              <p14:xfrm>
                <a:off x="11035283" y="4096831"/>
                <a:ext cx="123480" cy="2638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1C1F811-49EC-C76E-D8DC-59FAEA0866C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026283" y="4087831"/>
                  <a:ext cx="14112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1364D0A2-40A8-A12A-AB36-C576B2C7A154}"/>
              </a:ext>
            </a:extLst>
          </p:cNvPr>
          <p:cNvGrpSpPr/>
          <p:nvPr/>
        </p:nvGrpSpPr>
        <p:grpSpPr>
          <a:xfrm>
            <a:off x="11140043" y="164911"/>
            <a:ext cx="263520" cy="366480"/>
            <a:chOff x="11140043" y="164911"/>
            <a:chExt cx="26352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2E3789A-98CD-C4C1-8AC9-FA17DDDD1550}"/>
                    </a:ext>
                  </a:extLst>
                </p14:cNvPr>
                <p14:cNvContentPartPr/>
                <p14:nvPr/>
              </p14:nvContentPartPr>
              <p14:xfrm>
                <a:off x="11140043" y="209191"/>
                <a:ext cx="54360" cy="2502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2E3789A-98CD-C4C1-8AC9-FA17DDDD155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131403" y="200191"/>
                  <a:ext cx="72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E4DE0BC-AF0F-0D1D-6855-11C779878F2B}"/>
                    </a:ext>
                  </a:extLst>
                </p14:cNvPr>
                <p14:cNvContentPartPr/>
                <p14:nvPr/>
              </p14:nvContentPartPr>
              <p14:xfrm>
                <a:off x="11257043" y="295951"/>
                <a:ext cx="78120" cy="1530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E4DE0BC-AF0F-0D1D-6855-11C779878F2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248043" y="287311"/>
                  <a:ext cx="95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41CC223-E122-59C7-AA45-986B172428BA}"/>
                    </a:ext>
                  </a:extLst>
                </p14:cNvPr>
                <p14:cNvContentPartPr/>
                <p14:nvPr/>
              </p14:nvContentPartPr>
              <p14:xfrm>
                <a:off x="11264603" y="164911"/>
                <a:ext cx="138960" cy="3664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41CC223-E122-59C7-AA45-986B172428B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255603" y="156271"/>
                  <a:ext cx="15660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F618A62A-A19B-5728-A51E-B7B7FCCB7B0C}"/>
              </a:ext>
            </a:extLst>
          </p:cNvPr>
          <p:cNvGrpSpPr/>
          <p:nvPr/>
        </p:nvGrpSpPr>
        <p:grpSpPr>
          <a:xfrm>
            <a:off x="9098843" y="699511"/>
            <a:ext cx="940680" cy="765000"/>
            <a:chOff x="9098843" y="699511"/>
            <a:chExt cx="940680" cy="76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35151AE-9690-5723-307F-76C26DB8D25F}"/>
                    </a:ext>
                  </a:extLst>
                </p14:cNvPr>
                <p14:cNvContentPartPr/>
                <p14:nvPr/>
              </p14:nvContentPartPr>
              <p14:xfrm>
                <a:off x="9098843" y="1042951"/>
                <a:ext cx="159120" cy="297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35151AE-9690-5723-307F-76C26DB8D25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089843" y="1033951"/>
                  <a:ext cx="176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BFAEC82-EFBE-C6D2-28EC-60F1967D972F}"/>
                    </a:ext>
                  </a:extLst>
                </p14:cNvPr>
                <p14:cNvContentPartPr/>
                <p14:nvPr/>
              </p14:nvContentPartPr>
              <p14:xfrm>
                <a:off x="9296123" y="1056991"/>
                <a:ext cx="144720" cy="326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BFAEC82-EFBE-C6D2-28EC-60F1967D972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287123" y="1048351"/>
                  <a:ext cx="1623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91BD95B-1BE5-7893-C7E8-E7A980E3B618}"/>
                    </a:ext>
                  </a:extLst>
                </p14:cNvPr>
                <p14:cNvContentPartPr/>
                <p14:nvPr/>
              </p14:nvContentPartPr>
              <p14:xfrm>
                <a:off x="9472883" y="1343191"/>
                <a:ext cx="19080" cy="121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91BD95B-1BE5-7893-C7E8-E7A980E3B61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464243" y="1334551"/>
                  <a:ext cx="36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A1D2C18-47C9-3E55-56AE-70DD817C33A0}"/>
                    </a:ext>
                  </a:extLst>
                </p14:cNvPr>
                <p14:cNvContentPartPr/>
                <p14:nvPr/>
              </p14:nvContentPartPr>
              <p14:xfrm>
                <a:off x="9561083" y="1074991"/>
                <a:ext cx="106200" cy="3052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A1D2C18-47C9-3E55-56AE-70DD817C33A0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552083" y="1066351"/>
                  <a:ext cx="123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EFB5D05-A474-0260-6FBC-08EAB56F789D}"/>
                    </a:ext>
                  </a:extLst>
                </p14:cNvPr>
                <p14:cNvContentPartPr/>
                <p14:nvPr/>
              </p14:nvContentPartPr>
              <p14:xfrm>
                <a:off x="9711563" y="1083271"/>
                <a:ext cx="108000" cy="2962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EFB5D05-A474-0260-6FBC-08EAB56F789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702563" y="1074631"/>
                  <a:ext cx="1256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5E752EF-29DF-5629-C51A-7A4BE7DFF948}"/>
                    </a:ext>
                  </a:extLst>
                </p14:cNvPr>
                <p14:cNvContentPartPr/>
                <p14:nvPr/>
              </p14:nvContentPartPr>
              <p14:xfrm>
                <a:off x="9927563" y="1081111"/>
                <a:ext cx="1440" cy="2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5E752EF-29DF-5629-C51A-7A4BE7DFF94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918563" y="1072471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5E750B-FF46-2C7B-DC5B-51369D7E0030}"/>
                    </a:ext>
                  </a:extLst>
                </p14:cNvPr>
                <p14:cNvContentPartPr/>
                <p14:nvPr/>
              </p14:nvContentPartPr>
              <p14:xfrm>
                <a:off x="9881123" y="1080031"/>
                <a:ext cx="122400" cy="272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C5E750B-FF46-2C7B-DC5B-51369D7E003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872123" y="1071391"/>
                  <a:ext cx="1400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A23A2DD-3EBA-5B2B-F503-3A4E5BC4361B}"/>
                    </a:ext>
                  </a:extLst>
                </p14:cNvPr>
                <p14:cNvContentPartPr/>
                <p14:nvPr/>
              </p14:nvContentPartPr>
              <p14:xfrm>
                <a:off x="9917483" y="1185151"/>
                <a:ext cx="122040" cy="28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A23A2DD-3EBA-5B2B-F503-3A4E5BC4361B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908483" y="1176511"/>
                  <a:ext cx="139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62890E3-EBA8-7CDF-67B5-74C4AF293B1B}"/>
                    </a:ext>
                  </a:extLst>
                </p14:cNvPr>
                <p14:cNvContentPartPr/>
                <p14:nvPr/>
              </p14:nvContentPartPr>
              <p14:xfrm>
                <a:off x="9432923" y="1078951"/>
                <a:ext cx="21600" cy="2062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62890E3-EBA8-7CDF-67B5-74C4AF293B1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423923" y="1070311"/>
                  <a:ext cx="39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51E418B-3945-A4E6-DEC4-AD1CB96398EF}"/>
                    </a:ext>
                  </a:extLst>
                </p14:cNvPr>
                <p14:cNvContentPartPr/>
                <p14:nvPr/>
              </p14:nvContentPartPr>
              <p14:xfrm>
                <a:off x="9385403" y="702751"/>
                <a:ext cx="56880" cy="1652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51E418B-3945-A4E6-DEC4-AD1CB96398E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376403" y="694111"/>
                  <a:ext cx="74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B8C8E51-94C8-604F-BF0D-5969C9476EF6}"/>
                    </a:ext>
                  </a:extLst>
                </p14:cNvPr>
                <p14:cNvContentPartPr/>
                <p14:nvPr/>
              </p14:nvContentPartPr>
              <p14:xfrm>
                <a:off x="9500603" y="699511"/>
                <a:ext cx="219960" cy="1515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B8C8E51-94C8-604F-BF0D-5969C9476EF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491963" y="690871"/>
                  <a:ext cx="237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21882E5-93E9-E9B0-4B77-DE736A1B40C7}"/>
                    </a:ext>
                  </a:extLst>
                </p14:cNvPr>
                <p14:cNvContentPartPr/>
                <p14:nvPr/>
              </p14:nvContentPartPr>
              <p14:xfrm>
                <a:off x="9766643" y="705991"/>
                <a:ext cx="73800" cy="2401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21882E5-93E9-E9B0-4B77-DE736A1B40C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758003" y="697351"/>
                  <a:ext cx="9144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962A640D-E1B2-4BE8-0360-27B42C887FA6}"/>
              </a:ext>
            </a:extLst>
          </p:cNvPr>
          <p:cNvGrpSpPr/>
          <p:nvPr/>
        </p:nvGrpSpPr>
        <p:grpSpPr>
          <a:xfrm>
            <a:off x="8524643" y="91471"/>
            <a:ext cx="332280" cy="452160"/>
            <a:chOff x="8524643" y="91471"/>
            <a:chExt cx="332280" cy="4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BFB556C-C009-D692-2C78-A40A49444144}"/>
                    </a:ext>
                  </a:extLst>
                </p14:cNvPr>
                <p14:cNvContentPartPr/>
                <p14:nvPr/>
              </p14:nvContentPartPr>
              <p14:xfrm>
                <a:off x="8524643" y="119911"/>
                <a:ext cx="97560" cy="2649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BFB556C-C009-D692-2C78-A40A4944414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515643" y="110911"/>
                  <a:ext cx="1152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D7840DD-AE3A-1827-2948-0AA9DC11C138}"/>
                    </a:ext>
                  </a:extLst>
                </p14:cNvPr>
                <p14:cNvContentPartPr/>
                <p14:nvPr/>
              </p14:nvContentPartPr>
              <p14:xfrm>
                <a:off x="8634443" y="181831"/>
                <a:ext cx="117000" cy="140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D7840DD-AE3A-1827-2948-0AA9DC11C13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625443" y="173191"/>
                  <a:ext cx="13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3F763D9A-0A4E-FC24-FEB2-D09A6D6306BD}"/>
                    </a:ext>
                  </a:extLst>
                </p14:cNvPr>
                <p14:cNvContentPartPr/>
                <p14:nvPr/>
              </p14:nvContentPartPr>
              <p14:xfrm>
                <a:off x="8679443" y="91471"/>
                <a:ext cx="177480" cy="4521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3F763D9A-0A4E-FC24-FEB2-D09A6D6306B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670803" y="82831"/>
                  <a:ext cx="195120" cy="46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69978B7A-4E4E-5EE5-C00E-893547231B2C}"/>
              </a:ext>
            </a:extLst>
          </p:cNvPr>
          <p:cNvGrpSpPr/>
          <p:nvPr/>
        </p:nvGrpSpPr>
        <p:grpSpPr>
          <a:xfrm>
            <a:off x="8960603" y="4625671"/>
            <a:ext cx="938160" cy="465480"/>
            <a:chOff x="8960603" y="4625671"/>
            <a:chExt cx="93816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64BDAD2D-2620-F648-61FA-A8D881EB8738}"/>
                    </a:ext>
                  </a:extLst>
                </p14:cNvPr>
                <p14:cNvContentPartPr/>
                <p14:nvPr/>
              </p14:nvContentPartPr>
              <p14:xfrm>
                <a:off x="8960603" y="4660231"/>
                <a:ext cx="120600" cy="277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64BDAD2D-2620-F648-61FA-A8D881EB873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951603" y="4651591"/>
                  <a:ext cx="1382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E58AC60-4E40-4205-3726-5CF5EC14D7F4}"/>
                    </a:ext>
                  </a:extLst>
                </p14:cNvPr>
                <p14:cNvContentPartPr/>
                <p14:nvPr/>
              </p14:nvContentPartPr>
              <p14:xfrm>
                <a:off x="9154283" y="4948591"/>
                <a:ext cx="2880" cy="1425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E58AC60-4E40-4205-3726-5CF5EC14D7F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145283" y="4939591"/>
                  <a:ext cx="20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A316546-E38C-CAA9-7B16-46A009155D6D}"/>
                    </a:ext>
                  </a:extLst>
                </p14:cNvPr>
                <p14:cNvContentPartPr/>
                <p14:nvPr/>
              </p14:nvContentPartPr>
              <p14:xfrm>
                <a:off x="9245723" y="4676071"/>
                <a:ext cx="145440" cy="284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A316546-E38C-CAA9-7B16-46A009155D6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237083" y="4667431"/>
                  <a:ext cx="16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2B4B5876-1E57-B10D-48B6-7743C3708052}"/>
                    </a:ext>
                  </a:extLst>
                </p14:cNvPr>
                <p14:cNvContentPartPr/>
                <p14:nvPr/>
              </p14:nvContentPartPr>
              <p14:xfrm>
                <a:off x="9441563" y="4671391"/>
                <a:ext cx="75600" cy="2955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2B4B5876-1E57-B10D-48B6-7743C3708052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432923" y="4662751"/>
                  <a:ext cx="932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AF6C69C-2AAD-EE20-4F58-14632187C5EE}"/>
                    </a:ext>
                  </a:extLst>
                </p14:cNvPr>
                <p14:cNvContentPartPr/>
                <p14:nvPr/>
              </p14:nvContentPartPr>
              <p14:xfrm>
                <a:off x="9682763" y="4650151"/>
                <a:ext cx="25560" cy="293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AF6C69C-2AAD-EE20-4F58-14632187C5EE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673763" y="4641511"/>
                  <a:ext cx="432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C09D3D15-D3CD-BEC8-8E66-42890A5FE2B9}"/>
                    </a:ext>
                  </a:extLst>
                </p14:cNvPr>
                <p14:cNvContentPartPr/>
                <p14:nvPr/>
              </p14:nvContentPartPr>
              <p14:xfrm>
                <a:off x="9693923" y="4625671"/>
                <a:ext cx="204840" cy="3200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C09D3D15-D3CD-BEC8-8E66-42890A5FE2B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685283" y="4616671"/>
                  <a:ext cx="22248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36B41A5B-B4F6-EEB2-37A7-8A2D3BF4B433}"/>
              </a:ext>
            </a:extLst>
          </p:cNvPr>
          <p:cNvGrpSpPr/>
          <p:nvPr/>
        </p:nvGrpSpPr>
        <p:grpSpPr>
          <a:xfrm>
            <a:off x="10498523" y="4606231"/>
            <a:ext cx="623160" cy="408240"/>
            <a:chOff x="10498523" y="4606231"/>
            <a:chExt cx="62316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79BF0078-1F85-B811-E91D-69BEE6E3E8BC}"/>
                    </a:ext>
                  </a:extLst>
                </p14:cNvPr>
                <p14:cNvContentPartPr/>
                <p14:nvPr/>
              </p14:nvContentPartPr>
              <p14:xfrm>
                <a:off x="10498523" y="4679311"/>
                <a:ext cx="131400" cy="2473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79BF0078-1F85-B811-E91D-69BEE6E3E8BC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489883" y="4670671"/>
                  <a:ext cx="149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5C924CD-F109-2C89-744B-EEC4BF98D0DF}"/>
                    </a:ext>
                  </a:extLst>
                </p14:cNvPr>
                <p14:cNvContentPartPr/>
                <p14:nvPr/>
              </p14:nvContentPartPr>
              <p14:xfrm>
                <a:off x="10652963" y="4919071"/>
                <a:ext cx="41760" cy="95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5C924CD-F109-2C89-744B-EEC4BF98D0D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644323" y="4910431"/>
                  <a:ext cx="59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EEDD2079-D72B-44A5-13FE-4584241E3130}"/>
                    </a:ext>
                  </a:extLst>
                </p14:cNvPr>
                <p14:cNvContentPartPr/>
                <p14:nvPr/>
              </p14:nvContentPartPr>
              <p14:xfrm>
                <a:off x="10782203" y="4705591"/>
                <a:ext cx="120240" cy="2815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EEDD2079-D72B-44A5-13FE-4584241E313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773563" y="4696951"/>
                  <a:ext cx="137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695BF65F-595B-8913-A2DE-91E885C2080D}"/>
                    </a:ext>
                  </a:extLst>
                </p14:cNvPr>
                <p14:cNvContentPartPr/>
                <p14:nvPr/>
              </p14:nvContentPartPr>
              <p14:xfrm>
                <a:off x="10766003" y="4661671"/>
                <a:ext cx="192600" cy="82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695BF65F-595B-8913-A2DE-91E885C2080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0757363" y="4652671"/>
                  <a:ext cx="210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FAFE5E9-6993-ED0B-8071-C32DA983BCD7}"/>
                    </a:ext>
                  </a:extLst>
                </p14:cNvPr>
                <p14:cNvContentPartPr/>
                <p14:nvPr/>
              </p14:nvContentPartPr>
              <p14:xfrm>
                <a:off x="10917923" y="4606231"/>
                <a:ext cx="203760" cy="4035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FAFE5E9-6993-ED0B-8071-C32DA983BCD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909283" y="4597591"/>
                  <a:ext cx="221400" cy="42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74633E0A-AFCC-E4E8-8F07-B01C8C1708E2}"/>
                  </a:ext>
                </a:extLst>
              </p14:cNvPr>
              <p14:cNvContentPartPr/>
              <p14:nvPr/>
            </p14:nvContentPartPr>
            <p14:xfrm>
              <a:off x="5920403" y="2526151"/>
              <a:ext cx="298080" cy="20052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74633E0A-AFCC-E4E8-8F07-B01C8C1708E2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5911403" y="2517511"/>
                <a:ext cx="31572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" name="Group 370">
            <a:extLst>
              <a:ext uri="{FF2B5EF4-FFF2-40B4-BE49-F238E27FC236}">
                <a16:creationId xmlns:a16="http://schemas.microsoft.com/office/drawing/2014/main" id="{FB83B3BC-9B2A-2B51-CFAE-4D5836239F2A}"/>
              </a:ext>
            </a:extLst>
          </p:cNvPr>
          <p:cNvGrpSpPr/>
          <p:nvPr/>
        </p:nvGrpSpPr>
        <p:grpSpPr>
          <a:xfrm>
            <a:off x="4936883" y="5643391"/>
            <a:ext cx="676080" cy="727560"/>
            <a:chOff x="4936883" y="5643391"/>
            <a:chExt cx="676080" cy="72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C2443C80-09EE-951F-4AE0-F4FF31471842}"/>
                    </a:ext>
                  </a:extLst>
                </p14:cNvPr>
                <p14:cNvContentPartPr/>
                <p14:nvPr/>
              </p14:nvContentPartPr>
              <p14:xfrm>
                <a:off x="4936883" y="5643391"/>
                <a:ext cx="255600" cy="3960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C2443C80-09EE-951F-4AE0-F4FF3147184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28243" y="5634391"/>
                  <a:ext cx="2732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37B7DB74-0E5B-A8AB-3E43-5565A606DE8D}"/>
                    </a:ext>
                  </a:extLst>
                </p14:cNvPr>
                <p14:cNvContentPartPr/>
                <p14:nvPr/>
              </p14:nvContentPartPr>
              <p14:xfrm>
                <a:off x="5179163" y="5943271"/>
                <a:ext cx="144360" cy="3106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37B7DB74-0E5B-A8AB-3E43-5565A606DE8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170523" y="5934271"/>
                  <a:ext cx="1620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6D55B1D-940D-AE8F-50F2-A383CBE76F1E}"/>
                    </a:ext>
                  </a:extLst>
                </p14:cNvPr>
                <p14:cNvContentPartPr/>
                <p14:nvPr/>
              </p14:nvContentPartPr>
              <p14:xfrm>
                <a:off x="5410643" y="6220831"/>
                <a:ext cx="147960" cy="1501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6D55B1D-940D-AE8F-50F2-A383CBE76F1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401643" y="6212191"/>
                  <a:ext cx="165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2BA67AF-E4A4-A57F-7C40-B3C501E5DB87}"/>
                    </a:ext>
                  </a:extLst>
                </p14:cNvPr>
                <p14:cNvContentPartPr/>
                <p14:nvPr/>
              </p14:nvContentPartPr>
              <p14:xfrm>
                <a:off x="5544923" y="5927071"/>
                <a:ext cx="68040" cy="1360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2BA67AF-E4A4-A57F-7C40-B3C501E5DB8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535923" y="5918071"/>
                  <a:ext cx="856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C88F41BA-C9B1-0A3B-0680-EA6ADF7F3F47}"/>
              </a:ext>
            </a:extLst>
          </p:cNvPr>
          <p:cNvGrpSpPr/>
          <p:nvPr/>
        </p:nvGrpSpPr>
        <p:grpSpPr>
          <a:xfrm>
            <a:off x="5915363" y="5937151"/>
            <a:ext cx="183600" cy="101880"/>
            <a:chOff x="5915363" y="5937151"/>
            <a:chExt cx="183600" cy="10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A811954-419E-F60E-4C5A-95B4A65E4F9C}"/>
                    </a:ext>
                  </a:extLst>
                </p14:cNvPr>
                <p14:cNvContentPartPr/>
                <p14:nvPr/>
              </p14:nvContentPartPr>
              <p14:xfrm>
                <a:off x="5975483" y="6027511"/>
                <a:ext cx="81720" cy="1152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A811954-419E-F60E-4C5A-95B4A65E4F9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966843" y="6018871"/>
                  <a:ext cx="99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FC1179DE-8046-B78C-47FA-4AC1CF015C7A}"/>
                    </a:ext>
                  </a:extLst>
                </p14:cNvPr>
                <p14:cNvContentPartPr/>
                <p14:nvPr/>
              </p14:nvContentPartPr>
              <p14:xfrm>
                <a:off x="5915363" y="5937151"/>
                <a:ext cx="183600" cy="284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FC1179DE-8046-B78C-47FA-4AC1CF015C7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906363" y="5928151"/>
                  <a:ext cx="2012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475B962D-9B67-D81A-442D-E88CC7B8224D}"/>
              </a:ext>
            </a:extLst>
          </p:cNvPr>
          <p:cNvGrpSpPr/>
          <p:nvPr/>
        </p:nvGrpSpPr>
        <p:grpSpPr>
          <a:xfrm>
            <a:off x="485483" y="5392471"/>
            <a:ext cx="457560" cy="594720"/>
            <a:chOff x="485483" y="5392471"/>
            <a:chExt cx="457560" cy="59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290227DA-D9E2-1C8B-B5C1-7BC3E2AB6756}"/>
                    </a:ext>
                  </a:extLst>
                </p14:cNvPr>
                <p14:cNvContentPartPr/>
                <p14:nvPr/>
              </p14:nvContentPartPr>
              <p14:xfrm>
                <a:off x="485483" y="5575711"/>
                <a:ext cx="147240" cy="360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290227DA-D9E2-1C8B-B5C1-7BC3E2AB675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76843" y="5566711"/>
                  <a:ext cx="1648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947275B-4BFD-9178-D83A-C57DA75518AB}"/>
                    </a:ext>
                  </a:extLst>
                </p14:cNvPr>
                <p14:cNvContentPartPr/>
                <p14:nvPr/>
              </p14:nvContentPartPr>
              <p14:xfrm>
                <a:off x="678083" y="5878111"/>
                <a:ext cx="100440" cy="1090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947275B-4BFD-9178-D83A-C57DA75518A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69443" y="5869471"/>
                  <a:ext cx="118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3E3EA331-85E9-A338-45C7-FCC73AEF0CD2}"/>
                    </a:ext>
                  </a:extLst>
                </p14:cNvPr>
                <p14:cNvContentPartPr/>
                <p14:nvPr/>
              </p14:nvContentPartPr>
              <p14:xfrm>
                <a:off x="740363" y="5392471"/>
                <a:ext cx="54360" cy="1767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3E3EA331-85E9-A338-45C7-FCC73AEF0CD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31723" y="5383831"/>
                  <a:ext cx="72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6FD194E-E94B-324B-4A36-7596FCEE20C5}"/>
                    </a:ext>
                  </a:extLst>
                </p14:cNvPr>
                <p14:cNvContentPartPr/>
                <p14:nvPr/>
              </p14:nvContentPartPr>
              <p14:xfrm>
                <a:off x="837203" y="5707111"/>
                <a:ext cx="100800" cy="140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6FD194E-E94B-324B-4A36-7596FCEE20C5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28563" y="5698111"/>
                  <a:ext cx="11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A1C70233-80AD-5888-1226-33F062BBDEAF}"/>
                    </a:ext>
                  </a:extLst>
                </p14:cNvPr>
                <p14:cNvContentPartPr/>
                <p14:nvPr/>
              </p14:nvContentPartPr>
              <p14:xfrm>
                <a:off x="834683" y="5793511"/>
                <a:ext cx="108360" cy="183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A1C70233-80AD-5888-1226-33F062BBDEAF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26043" y="5784871"/>
                  <a:ext cx="12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98FEDC2B-BFD9-46CC-6BF0-D93214734EFB}"/>
              </a:ext>
            </a:extLst>
          </p:cNvPr>
          <p:cNvGrpSpPr/>
          <p:nvPr/>
        </p:nvGrpSpPr>
        <p:grpSpPr>
          <a:xfrm>
            <a:off x="6341963" y="5375551"/>
            <a:ext cx="1165680" cy="1132920"/>
            <a:chOff x="6341963" y="5375551"/>
            <a:chExt cx="1165680" cy="11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8245667-9682-5D9B-8C9F-C501A33C9C3C}"/>
                    </a:ext>
                  </a:extLst>
                </p14:cNvPr>
                <p14:cNvContentPartPr/>
                <p14:nvPr/>
              </p14:nvContentPartPr>
              <p14:xfrm>
                <a:off x="6603323" y="5563471"/>
                <a:ext cx="155880" cy="2757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8245667-9682-5D9B-8C9F-C501A33C9C3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594323" y="5554471"/>
                  <a:ext cx="173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6E8ACF9-ACF0-E112-1A4D-C6F38B6E7EBF}"/>
                    </a:ext>
                  </a:extLst>
                </p14:cNvPr>
                <p14:cNvContentPartPr/>
                <p14:nvPr/>
              </p14:nvContentPartPr>
              <p14:xfrm>
                <a:off x="6788003" y="5774791"/>
                <a:ext cx="106560" cy="939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6E8ACF9-ACF0-E112-1A4D-C6F38B6E7EBF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779363" y="5765791"/>
                  <a:ext cx="124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21E4FB7-6713-7377-ED1B-DADA691373CD}"/>
                    </a:ext>
                  </a:extLst>
                </p14:cNvPr>
                <p14:cNvContentPartPr/>
                <p14:nvPr/>
              </p14:nvContentPartPr>
              <p14:xfrm>
                <a:off x="6987443" y="5375551"/>
                <a:ext cx="79560" cy="1314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21E4FB7-6713-7377-ED1B-DADA691373CD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978443" y="5366911"/>
                  <a:ext cx="97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4F041E4-6374-8E6A-078D-187EDD1938CB}"/>
                    </a:ext>
                  </a:extLst>
                </p14:cNvPr>
                <p14:cNvContentPartPr/>
                <p14:nvPr/>
              </p14:nvContentPartPr>
              <p14:xfrm>
                <a:off x="6365003" y="5978911"/>
                <a:ext cx="905400" cy="104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4F041E4-6374-8E6A-078D-187EDD1938C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356003" y="5970271"/>
                  <a:ext cx="923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B44437B-395D-23E0-B2DF-3431F383F994}"/>
                    </a:ext>
                  </a:extLst>
                </p14:cNvPr>
                <p14:cNvContentPartPr/>
                <p14:nvPr/>
              </p14:nvContentPartPr>
              <p14:xfrm>
                <a:off x="6341963" y="6169711"/>
                <a:ext cx="164880" cy="2840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B44437B-395D-23E0-B2DF-3431F383F99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333323" y="6161071"/>
                  <a:ext cx="1825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480C0E7-F924-0054-CE43-9F8D91B30633}"/>
                    </a:ext>
                  </a:extLst>
                </p14:cNvPr>
                <p14:cNvContentPartPr/>
                <p14:nvPr/>
              </p14:nvContentPartPr>
              <p14:xfrm>
                <a:off x="6505403" y="6407311"/>
                <a:ext cx="129600" cy="1011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480C0E7-F924-0054-CE43-9F8D91B30633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6496403" y="6398671"/>
                  <a:ext cx="147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EF7FFD73-DACB-C864-A77A-47ECD7796B32}"/>
                    </a:ext>
                  </a:extLst>
                </p14:cNvPr>
                <p14:cNvContentPartPr/>
                <p14:nvPr/>
              </p14:nvContentPartPr>
              <p14:xfrm>
                <a:off x="6659843" y="6072871"/>
                <a:ext cx="72000" cy="1688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EF7FFD73-DACB-C864-A77A-47ECD7796B3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650843" y="6063871"/>
                  <a:ext cx="89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0909753-43AA-AFDC-5452-4665FF2946B5}"/>
                    </a:ext>
                  </a:extLst>
                </p14:cNvPr>
                <p14:cNvContentPartPr/>
                <p14:nvPr/>
              </p14:nvContentPartPr>
              <p14:xfrm>
                <a:off x="6777203" y="6359791"/>
                <a:ext cx="168120" cy="15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0909753-43AA-AFDC-5452-4665FF2946B5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768203" y="6350791"/>
                  <a:ext cx="185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CFD6D4F2-8FFA-28C3-9430-E0DA706C3A6F}"/>
                    </a:ext>
                  </a:extLst>
                </p14:cNvPr>
                <p14:cNvContentPartPr/>
                <p14:nvPr/>
              </p14:nvContentPartPr>
              <p14:xfrm>
                <a:off x="6879443" y="6273751"/>
                <a:ext cx="26640" cy="1990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CFD6D4F2-8FFA-28C3-9430-E0DA706C3A6F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870443" y="6265111"/>
                  <a:ext cx="44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825FF65-90E7-C719-D1D0-A95AD5A94A5C}"/>
                    </a:ext>
                  </a:extLst>
                </p14:cNvPr>
                <p14:cNvContentPartPr/>
                <p14:nvPr/>
              </p14:nvContentPartPr>
              <p14:xfrm>
                <a:off x="7092923" y="6131551"/>
                <a:ext cx="164880" cy="2840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825FF65-90E7-C719-D1D0-A95AD5A94A5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083923" y="6122551"/>
                  <a:ext cx="1825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FB6D31B-4EAC-5DCE-20D7-0A0872B8BE7A}"/>
                    </a:ext>
                  </a:extLst>
                </p14:cNvPr>
                <p14:cNvContentPartPr/>
                <p14:nvPr/>
              </p14:nvContentPartPr>
              <p14:xfrm>
                <a:off x="7331243" y="6369871"/>
                <a:ext cx="2880" cy="1256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FB6D31B-4EAC-5DCE-20D7-0A0872B8BE7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322603" y="6360871"/>
                  <a:ext cx="20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4D56B3DD-4CC4-1404-3426-5274D3F3A5FB}"/>
                    </a:ext>
                  </a:extLst>
                </p14:cNvPr>
                <p14:cNvContentPartPr/>
                <p14:nvPr/>
              </p14:nvContentPartPr>
              <p14:xfrm>
                <a:off x="7479563" y="5929231"/>
                <a:ext cx="28080" cy="352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4D56B3DD-4CC4-1404-3426-5274D3F3A5FB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470563" y="5920591"/>
                  <a:ext cx="457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6F909E50-3859-2CC5-2FD0-D3735266ACD6}"/>
              </a:ext>
            </a:extLst>
          </p:cNvPr>
          <p:cNvGrpSpPr/>
          <p:nvPr/>
        </p:nvGrpSpPr>
        <p:grpSpPr>
          <a:xfrm>
            <a:off x="7755683" y="5738071"/>
            <a:ext cx="379440" cy="496440"/>
            <a:chOff x="7755683" y="5738071"/>
            <a:chExt cx="37944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27DE28EC-6F15-0A80-75BE-C500D18F433B}"/>
                    </a:ext>
                  </a:extLst>
                </p14:cNvPr>
                <p14:cNvContentPartPr/>
                <p14:nvPr/>
              </p14:nvContentPartPr>
              <p14:xfrm>
                <a:off x="7755683" y="5738071"/>
                <a:ext cx="252720" cy="3690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27DE28EC-6F15-0A80-75BE-C500D18F433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746683" y="5729431"/>
                  <a:ext cx="2703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B577C8A-A8A0-1B7D-F56D-C1EE5E012FC1}"/>
                    </a:ext>
                  </a:extLst>
                </p14:cNvPr>
                <p14:cNvContentPartPr/>
                <p14:nvPr/>
              </p14:nvContentPartPr>
              <p14:xfrm>
                <a:off x="7991483" y="5997991"/>
                <a:ext cx="143640" cy="2365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B577C8A-A8A0-1B7D-F56D-C1EE5E012FC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982843" y="5989351"/>
                  <a:ext cx="16128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0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AE19DAF8-FB59-0E4F-5A25-9A1740B8A09E}"/>
                  </a:ext>
                </a:extLst>
              </p14:cNvPr>
              <p14:cNvContentPartPr/>
              <p14:nvPr/>
            </p14:nvContentPartPr>
            <p14:xfrm>
              <a:off x="4742123" y="5341711"/>
              <a:ext cx="3564000" cy="120816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AE19DAF8-FB59-0E4F-5A25-9A1740B8A09E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4733483" y="5333071"/>
                <a:ext cx="3581640" cy="122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971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BBAED7-DCBE-5912-F720-73DBE291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5335" cy="174360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D8E2D25-65A3-42D5-4A3E-D9B25826907C}"/>
              </a:ext>
            </a:extLst>
          </p:cNvPr>
          <p:cNvGrpSpPr/>
          <p:nvPr/>
        </p:nvGrpSpPr>
        <p:grpSpPr>
          <a:xfrm>
            <a:off x="366898" y="1886896"/>
            <a:ext cx="881280" cy="546840"/>
            <a:chOff x="366898" y="1886896"/>
            <a:chExt cx="881280" cy="5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001ECD1-AB62-D3E3-8445-88F3E8022258}"/>
                    </a:ext>
                  </a:extLst>
                </p14:cNvPr>
                <p14:cNvContentPartPr/>
                <p14:nvPr/>
              </p14:nvContentPartPr>
              <p14:xfrm>
                <a:off x="366898" y="1886896"/>
                <a:ext cx="347040" cy="496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001ECD1-AB62-D3E3-8445-88F3E802225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7898" y="1878256"/>
                  <a:ext cx="36468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B33405-C729-840E-FEC1-7638586821B4}"/>
                    </a:ext>
                  </a:extLst>
                </p14:cNvPr>
                <p14:cNvContentPartPr/>
                <p14:nvPr/>
              </p14:nvContentPartPr>
              <p14:xfrm>
                <a:off x="648418" y="2156176"/>
                <a:ext cx="198720" cy="27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B33405-C729-840E-FEC1-7638586821B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9418" y="2147536"/>
                  <a:ext cx="216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7E7A3A-DF7D-1ABD-131D-9AE791AF6C1D}"/>
                    </a:ext>
                  </a:extLst>
                </p14:cNvPr>
                <p14:cNvContentPartPr/>
                <p14:nvPr/>
              </p14:nvContentPartPr>
              <p14:xfrm>
                <a:off x="932458" y="2138536"/>
                <a:ext cx="315720" cy="271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7E7A3A-DF7D-1ABD-131D-9AE791AF6C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3818" y="2129536"/>
                  <a:ext cx="333360" cy="28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1BE11E7-960C-7F95-B9A5-C32EAAD81B1C}"/>
                  </a:ext>
                </a:extLst>
              </p14:cNvPr>
              <p14:cNvContentPartPr/>
              <p14:nvPr/>
            </p14:nvContentPartPr>
            <p14:xfrm>
              <a:off x="337738" y="2603296"/>
              <a:ext cx="1033200" cy="56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1BE11E7-960C-7F95-B9A5-C32EAAD81B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9098" y="2594656"/>
                <a:ext cx="10508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1C82C18-1BF0-BAB5-977B-F3CF274DF028}"/>
                  </a:ext>
                </a:extLst>
              </p14:cNvPr>
              <p14:cNvContentPartPr/>
              <p14:nvPr/>
            </p14:nvContentPartPr>
            <p14:xfrm>
              <a:off x="1598818" y="2403856"/>
              <a:ext cx="8280" cy="2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1C82C18-1BF0-BAB5-977B-F3CF274DF02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90178" y="2395216"/>
                <a:ext cx="259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D2F22AB-8594-C0B2-423C-75CB6BADCCEE}"/>
                  </a:ext>
                </a:extLst>
              </p14:cNvPr>
              <p14:cNvContentPartPr/>
              <p14:nvPr/>
            </p14:nvContentPartPr>
            <p14:xfrm>
              <a:off x="1631938" y="2180656"/>
              <a:ext cx="11160" cy="28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D2F22AB-8594-C0B2-423C-75CB6BADCC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22938" y="2171656"/>
                <a:ext cx="2880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CDF7CFB-2246-DF7F-05FC-64134CF31782}"/>
              </a:ext>
            </a:extLst>
          </p:cNvPr>
          <p:cNvGrpSpPr/>
          <p:nvPr/>
        </p:nvGrpSpPr>
        <p:grpSpPr>
          <a:xfrm>
            <a:off x="2244298" y="2377216"/>
            <a:ext cx="933120" cy="744120"/>
            <a:chOff x="2244298" y="2377216"/>
            <a:chExt cx="93312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E68D3B-3AC5-EBB5-084A-EA76F9BBAEF1}"/>
                    </a:ext>
                  </a:extLst>
                </p14:cNvPr>
                <p14:cNvContentPartPr/>
                <p14:nvPr/>
              </p14:nvContentPartPr>
              <p14:xfrm>
                <a:off x="2244298" y="2377216"/>
                <a:ext cx="326160" cy="660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E68D3B-3AC5-EBB5-084A-EA76F9BBAEF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35298" y="2368576"/>
                  <a:ext cx="34380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85CCF2-68E7-B035-7D3C-76E0709F7458}"/>
                    </a:ext>
                  </a:extLst>
                </p14:cNvPr>
                <p14:cNvContentPartPr/>
                <p14:nvPr/>
              </p14:nvContentPartPr>
              <p14:xfrm>
                <a:off x="2597818" y="2828296"/>
                <a:ext cx="138600" cy="293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85CCF2-68E7-B035-7D3C-76E0709F745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9178" y="2819656"/>
                  <a:ext cx="1562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CF2C08-6D22-857B-9A36-3568893DD16C}"/>
                    </a:ext>
                  </a:extLst>
                </p14:cNvPr>
                <p14:cNvContentPartPr/>
                <p14:nvPr/>
              </p14:nvContentPartPr>
              <p14:xfrm>
                <a:off x="3000658" y="2704456"/>
                <a:ext cx="151920" cy="27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CF2C08-6D22-857B-9A36-3568893DD16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91658" y="2695816"/>
                  <a:ext cx="169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6FCEB4-30BA-D59E-3D75-037E19EE3671}"/>
                    </a:ext>
                  </a:extLst>
                </p14:cNvPr>
                <p14:cNvContentPartPr/>
                <p14:nvPr/>
              </p14:nvContentPartPr>
              <p14:xfrm>
                <a:off x="3005338" y="2790136"/>
                <a:ext cx="172080" cy="3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6FCEB4-30BA-D59E-3D75-037E19EE367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96338" y="2781496"/>
                  <a:ext cx="1897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83C46A-FB87-C301-2D60-A7666FE60DBA}"/>
              </a:ext>
            </a:extLst>
          </p:cNvPr>
          <p:cNvGrpSpPr/>
          <p:nvPr/>
        </p:nvGrpSpPr>
        <p:grpSpPr>
          <a:xfrm>
            <a:off x="3571978" y="2469376"/>
            <a:ext cx="1495440" cy="443520"/>
            <a:chOff x="3571978" y="2469376"/>
            <a:chExt cx="149544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F791B4-B387-E2C4-250A-FA8EBA1FAAA9}"/>
                    </a:ext>
                  </a:extLst>
                </p14:cNvPr>
                <p14:cNvContentPartPr/>
                <p14:nvPr/>
              </p14:nvContentPartPr>
              <p14:xfrm>
                <a:off x="3571978" y="2480176"/>
                <a:ext cx="226800" cy="432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F791B4-B387-E2C4-250A-FA8EBA1FAA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62978" y="2471536"/>
                  <a:ext cx="2444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B9032D-8101-5DA3-0492-547069D277BB}"/>
                    </a:ext>
                  </a:extLst>
                </p14:cNvPr>
                <p14:cNvContentPartPr/>
                <p14:nvPr/>
              </p14:nvContentPartPr>
              <p14:xfrm>
                <a:off x="3853858" y="2469376"/>
                <a:ext cx="202320" cy="378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B9032D-8101-5DA3-0492-547069D277B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44858" y="2460736"/>
                  <a:ext cx="2199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88F285-9167-1D5E-026D-9AFB7A425264}"/>
                    </a:ext>
                  </a:extLst>
                </p14:cNvPr>
                <p14:cNvContentPartPr/>
                <p14:nvPr/>
              </p14:nvContentPartPr>
              <p14:xfrm>
                <a:off x="4156978" y="2503576"/>
                <a:ext cx="248760" cy="317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88F285-9167-1D5E-026D-9AFB7A42526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47978" y="2494576"/>
                  <a:ext cx="2664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ED7067-C12D-7361-6A11-47947C6DD0B5}"/>
                    </a:ext>
                  </a:extLst>
                </p14:cNvPr>
                <p14:cNvContentPartPr/>
                <p14:nvPr/>
              </p14:nvContentPartPr>
              <p14:xfrm>
                <a:off x="4554058" y="2478016"/>
                <a:ext cx="513360" cy="273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ED7067-C12D-7361-6A11-47947C6DD0B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45058" y="2469016"/>
                  <a:ext cx="531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0E0370-B085-8B80-B026-305A7F178E4E}"/>
                    </a:ext>
                  </a:extLst>
                </p14:cNvPr>
                <p14:cNvContentPartPr/>
                <p14:nvPr/>
              </p14:nvContentPartPr>
              <p14:xfrm>
                <a:off x="3671698" y="2596456"/>
                <a:ext cx="18288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0E0370-B085-8B80-B026-305A7F178E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62698" y="2587456"/>
                  <a:ext cx="2005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104B19-4833-22B2-E757-60C31186E9AD}"/>
              </a:ext>
            </a:extLst>
          </p:cNvPr>
          <p:cNvGrpSpPr/>
          <p:nvPr/>
        </p:nvGrpSpPr>
        <p:grpSpPr>
          <a:xfrm>
            <a:off x="2340418" y="3348856"/>
            <a:ext cx="766440" cy="639720"/>
            <a:chOff x="2340418" y="3348856"/>
            <a:chExt cx="766440" cy="63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108136-DF95-E3AD-C58D-82343E14DB93}"/>
                    </a:ext>
                  </a:extLst>
                </p14:cNvPr>
                <p14:cNvContentPartPr/>
                <p14:nvPr/>
              </p14:nvContentPartPr>
              <p14:xfrm>
                <a:off x="2340418" y="3440656"/>
                <a:ext cx="31680" cy="420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108136-DF95-E3AD-C58D-82343E14DB9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31418" y="3431656"/>
                  <a:ext cx="493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28D34CA-2F60-6271-929A-C47D6B0F8BCB}"/>
                    </a:ext>
                  </a:extLst>
                </p14:cNvPr>
                <p14:cNvContentPartPr/>
                <p14:nvPr/>
              </p14:nvContentPartPr>
              <p14:xfrm>
                <a:off x="2376418" y="3348856"/>
                <a:ext cx="261000" cy="45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28D34CA-2F60-6271-929A-C47D6B0F8B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367418" y="3339856"/>
                  <a:ext cx="2786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17BD16-ED7B-8664-3D87-CF2E2EDB2FD7}"/>
                    </a:ext>
                  </a:extLst>
                </p14:cNvPr>
                <p14:cNvContentPartPr/>
                <p14:nvPr/>
              </p14:nvContentPartPr>
              <p14:xfrm>
                <a:off x="2791138" y="3704536"/>
                <a:ext cx="315720" cy="284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17BD16-ED7B-8664-3D87-CF2E2EDB2F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82498" y="3695896"/>
                  <a:ext cx="33336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92B6F2-DB2B-A275-5EE3-D5928B0D42BD}"/>
              </a:ext>
            </a:extLst>
          </p:cNvPr>
          <p:cNvGrpSpPr/>
          <p:nvPr/>
        </p:nvGrpSpPr>
        <p:grpSpPr>
          <a:xfrm>
            <a:off x="3417178" y="3509416"/>
            <a:ext cx="178200" cy="129600"/>
            <a:chOff x="3417178" y="3509416"/>
            <a:chExt cx="17820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E98786B-EB1C-F8F8-0729-8E31A56EA6C0}"/>
                    </a:ext>
                  </a:extLst>
                </p14:cNvPr>
                <p14:cNvContentPartPr/>
                <p14:nvPr/>
              </p14:nvContentPartPr>
              <p14:xfrm>
                <a:off x="3417178" y="3627496"/>
                <a:ext cx="153360" cy="11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E98786B-EB1C-F8F8-0729-8E31A56EA6C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08538" y="3618496"/>
                  <a:ext cx="171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EF4B58-722B-54D7-7746-F72A02482C01}"/>
                    </a:ext>
                  </a:extLst>
                </p14:cNvPr>
                <p14:cNvContentPartPr/>
                <p14:nvPr/>
              </p14:nvContentPartPr>
              <p14:xfrm>
                <a:off x="3459298" y="3509416"/>
                <a:ext cx="136080" cy="29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EF4B58-722B-54D7-7746-F72A02482C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50658" y="3500416"/>
                  <a:ext cx="1537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56A83E4-CA53-105A-50EA-AED9342528D8}"/>
              </a:ext>
            </a:extLst>
          </p:cNvPr>
          <p:cNvGrpSpPr/>
          <p:nvPr/>
        </p:nvGrpSpPr>
        <p:grpSpPr>
          <a:xfrm>
            <a:off x="6162178" y="3172096"/>
            <a:ext cx="1393200" cy="426600"/>
            <a:chOff x="6162178" y="3172096"/>
            <a:chExt cx="139320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668254F-7D19-D653-605C-41A150E61FA7}"/>
                    </a:ext>
                  </a:extLst>
                </p14:cNvPr>
                <p14:cNvContentPartPr/>
                <p14:nvPr/>
              </p14:nvContentPartPr>
              <p14:xfrm>
                <a:off x="6162178" y="3172096"/>
                <a:ext cx="244440" cy="403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668254F-7D19-D653-605C-41A150E61FA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153178" y="3163456"/>
                  <a:ext cx="2620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9C3FF7-74B5-4ECE-BA53-61BF8880313A}"/>
                    </a:ext>
                  </a:extLst>
                </p14:cNvPr>
                <p14:cNvContentPartPr/>
                <p14:nvPr/>
              </p14:nvContentPartPr>
              <p14:xfrm>
                <a:off x="6486898" y="3229696"/>
                <a:ext cx="164880" cy="348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9C3FF7-74B5-4ECE-BA53-61BF888031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477898" y="3221056"/>
                  <a:ext cx="1825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797FE9-AD84-DECD-B429-24C5647A7019}"/>
                    </a:ext>
                  </a:extLst>
                </p14:cNvPr>
                <p14:cNvContentPartPr/>
                <p14:nvPr/>
              </p14:nvContentPartPr>
              <p14:xfrm>
                <a:off x="6701098" y="3210616"/>
                <a:ext cx="183960" cy="38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797FE9-AD84-DECD-B429-24C5647A701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92098" y="3201616"/>
                  <a:ext cx="2016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6C37BF8-FE14-7669-9FD8-76605CB64285}"/>
                    </a:ext>
                  </a:extLst>
                </p14:cNvPr>
                <p14:cNvContentPartPr/>
                <p14:nvPr/>
              </p14:nvContentPartPr>
              <p14:xfrm>
                <a:off x="7025818" y="3254536"/>
                <a:ext cx="529560" cy="343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6C37BF8-FE14-7669-9FD8-76605CB6428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16818" y="3245536"/>
                  <a:ext cx="54720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E2453AF-39F5-D816-5EB3-E9F607D0E819}"/>
              </a:ext>
            </a:extLst>
          </p:cNvPr>
          <p:cNvGrpSpPr/>
          <p:nvPr/>
        </p:nvGrpSpPr>
        <p:grpSpPr>
          <a:xfrm>
            <a:off x="3796618" y="3326896"/>
            <a:ext cx="1932480" cy="952560"/>
            <a:chOff x="3796618" y="3326896"/>
            <a:chExt cx="1932480" cy="95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D14C0E-4EF5-2CF7-435F-D97BE62B3FCF}"/>
                    </a:ext>
                  </a:extLst>
                </p14:cNvPr>
                <p14:cNvContentPartPr/>
                <p14:nvPr/>
              </p14:nvContentPartPr>
              <p14:xfrm>
                <a:off x="3796618" y="3346336"/>
                <a:ext cx="145080" cy="352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D14C0E-4EF5-2CF7-435F-D97BE62B3FC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87618" y="3337696"/>
                  <a:ext cx="1627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D41129-55AC-0233-7479-06F2ED0A2D7B}"/>
                    </a:ext>
                  </a:extLst>
                </p14:cNvPr>
                <p14:cNvContentPartPr/>
                <p14:nvPr/>
              </p14:nvContentPartPr>
              <p14:xfrm>
                <a:off x="3986698" y="3363976"/>
                <a:ext cx="141840" cy="320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D41129-55AC-0233-7479-06F2ED0A2D7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78058" y="3354976"/>
                  <a:ext cx="1594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C22C24-C500-FA19-847A-0F814CF02F1B}"/>
                    </a:ext>
                  </a:extLst>
                </p14:cNvPr>
                <p14:cNvContentPartPr/>
                <p14:nvPr/>
              </p14:nvContentPartPr>
              <p14:xfrm>
                <a:off x="4190818" y="3361816"/>
                <a:ext cx="179280" cy="299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C22C24-C500-FA19-847A-0F814CF02F1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81818" y="3353176"/>
                  <a:ext cx="1969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AB6C595-3BE5-C9AE-29AA-982966D93118}"/>
                    </a:ext>
                  </a:extLst>
                </p14:cNvPr>
                <p14:cNvContentPartPr/>
                <p14:nvPr/>
              </p14:nvContentPartPr>
              <p14:xfrm>
                <a:off x="4542538" y="3499696"/>
                <a:ext cx="200520" cy="17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AB6C595-3BE5-C9AE-29AA-982966D9311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33898" y="3490696"/>
                  <a:ext cx="21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801873-F1F2-8F27-6A8D-549B1A44C599}"/>
                    </a:ext>
                  </a:extLst>
                </p14:cNvPr>
                <p14:cNvContentPartPr/>
                <p14:nvPr/>
              </p14:nvContentPartPr>
              <p14:xfrm>
                <a:off x="4673578" y="3412576"/>
                <a:ext cx="28440" cy="21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801873-F1F2-8F27-6A8D-549B1A44C5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664938" y="3403576"/>
                  <a:ext cx="46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7EFB75-0BE7-2390-F753-B68214BA45C0}"/>
                    </a:ext>
                  </a:extLst>
                </p14:cNvPr>
                <p14:cNvContentPartPr/>
                <p14:nvPr/>
              </p14:nvContentPartPr>
              <p14:xfrm>
                <a:off x="4878058" y="3338056"/>
                <a:ext cx="180000" cy="210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7EFB75-0BE7-2390-F753-B68214BA45C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869418" y="3329056"/>
                  <a:ext cx="197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069337E-4240-95F4-53B7-888E1F38B3D4}"/>
                    </a:ext>
                  </a:extLst>
                </p14:cNvPr>
                <p14:cNvContentPartPr/>
                <p14:nvPr/>
              </p14:nvContentPartPr>
              <p14:xfrm>
                <a:off x="5034298" y="3326896"/>
                <a:ext cx="12960" cy="334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069337E-4240-95F4-53B7-888E1F38B3D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25298" y="3317896"/>
                  <a:ext cx="306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61DA43-7201-17EB-8B18-D5B49433A27A}"/>
                    </a:ext>
                  </a:extLst>
                </p14:cNvPr>
                <p14:cNvContentPartPr/>
                <p14:nvPr/>
              </p14:nvContentPartPr>
              <p14:xfrm>
                <a:off x="5124298" y="3374416"/>
                <a:ext cx="177840" cy="320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61DA43-7201-17EB-8B18-D5B49433A27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115298" y="3365776"/>
                  <a:ext cx="1954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81CDD6-7A7E-56C3-58C2-4EEB81C9834C}"/>
                    </a:ext>
                  </a:extLst>
                </p14:cNvPr>
                <p14:cNvContentPartPr/>
                <p14:nvPr/>
              </p14:nvContentPartPr>
              <p14:xfrm>
                <a:off x="5594458" y="3484216"/>
                <a:ext cx="114120" cy="11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81CDD6-7A7E-56C3-58C2-4EEB81C9834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85818" y="3475216"/>
                  <a:ext cx="131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829BFB8-1413-002F-D2B1-B7C1586FA25C}"/>
                    </a:ext>
                  </a:extLst>
                </p14:cNvPr>
                <p14:cNvContentPartPr/>
                <p14:nvPr/>
              </p14:nvContentPartPr>
              <p14:xfrm>
                <a:off x="5594458" y="3484216"/>
                <a:ext cx="134640" cy="10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829BFB8-1413-002F-D2B1-B7C1586FA25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85818" y="3475216"/>
                  <a:ext cx="152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58CB478-55EB-5427-B75A-8DD20E265DDF}"/>
                    </a:ext>
                  </a:extLst>
                </p14:cNvPr>
                <p14:cNvContentPartPr/>
                <p14:nvPr/>
              </p14:nvContentPartPr>
              <p14:xfrm>
                <a:off x="3944938" y="3819016"/>
                <a:ext cx="189360" cy="381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58CB478-55EB-5427-B75A-8DD20E265DD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35938" y="3810016"/>
                  <a:ext cx="2070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7D6B80-82B4-362C-E1B7-322DF68D759B}"/>
                    </a:ext>
                  </a:extLst>
                </p14:cNvPr>
                <p14:cNvContentPartPr/>
                <p14:nvPr/>
              </p14:nvContentPartPr>
              <p14:xfrm>
                <a:off x="4187938" y="4036096"/>
                <a:ext cx="93600" cy="243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7D6B80-82B4-362C-E1B7-322DF68D759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79298" y="4027096"/>
                  <a:ext cx="111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839C71-0E80-3BC2-B60A-1E43CBC39159}"/>
                    </a:ext>
                  </a:extLst>
                </p14:cNvPr>
                <p14:cNvContentPartPr/>
                <p14:nvPr/>
              </p14:nvContentPartPr>
              <p14:xfrm>
                <a:off x="4576738" y="4038976"/>
                <a:ext cx="184680" cy="10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839C71-0E80-3BC2-B60A-1E43CBC3915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68098" y="4029976"/>
                  <a:ext cx="202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EBA15E-BFA3-5365-61C4-84863B479955}"/>
                    </a:ext>
                  </a:extLst>
                </p14:cNvPr>
                <p14:cNvContentPartPr/>
                <p14:nvPr/>
              </p14:nvContentPartPr>
              <p14:xfrm>
                <a:off x="4656658" y="3909736"/>
                <a:ext cx="51840" cy="263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EBA15E-BFA3-5365-61C4-84863B47995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647658" y="3900736"/>
                  <a:ext cx="694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857DCC-01FD-26EE-587C-3D8AE61DF6E3}"/>
                    </a:ext>
                  </a:extLst>
                </p14:cNvPr>
                <p14:cNvContentPartPr/>
                <p14:nvPr/>
              </p14:nvContentPartPr>
              <p14:xfrm>
                <a:off x="4973098" y="3781936"/>
                <a:ext cx="179280" cy="379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857DCC-01FD-26EE-587C-3D8AE61DF6E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64458" y="3772936"/>
                  <a:ext cx="1969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07CBE31-6257-794D-4F4E-A9A4999CD9AB}"/>
                    </a:ext>
                  </a:extLst>
                </p14:cNvPr>
                <p14:cNvContentPartPr/>
                <p14:nvPr/>
              </p14:nvContentPartPr>
              <p14:xfrm>
                <a:off x="5212138" y="3996136"/>
                <a:ext cx="197280" cy="21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07CBE31-6257-794D-4F4E-A9A4999CD9A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203138" y="3987136"/>
                  <a:ext cx="214920" cy="22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881389-2AD1-8397-BC04-22CE362B2627}"/>
                  </a:ext>
                </a:extLst>
              </p14:cNvPr>
              <p14:cNvContentPartPr/>
              <p14:nvPr/>
            </p14:nvContentPartPr>
            <p14:xfrm>
              <a:off x="9060898" y="809776"/>
              <a:ext cx="257400" cy="356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881389-2AD1-8397-BC04-22CE362B262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052258" y="800776"/>
                <a:ext cx="2750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B22CAD89-C851-B7D7-CBE2-3252960CF8F5}"/>
              </a:ext>
            </a:extLst>
          </p:cNvPr>
          <p:cNvGrpSpPr/>
          <p:nvPr/>
        </p:nvGrpSpPr>
        <p:grpSpPr>
          <a:xfrm>
            <a:off x="9016618" y="98416"/>
            <a:ext cx="327960" cy="306720"/>
            <a:chOff x="9016618" y="98416"/>
            <a:chExt cx="32796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530B52-BA24-DEC0-EAA0-8787F39CA2B1}"/>
                    </a:ext>
                  </a:extLst>
                </p14:cNvPr>
                <p14:cNvContentPartPr/>
                <p14:nvPr/>
              </p14:nvContentPartPr>
              <p14:xfrm>
                <a:off x="9016618" y="98416"/>
                <a:ext cx="158400" cy="242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530B52-BA24-DEC0-EAA0-8787F39CA2B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07978" y="89776"/>
                  <a:ext cx="1760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A7B77C-6555-C6B6-D00B-AD5BBA3462B6}"/>
                    </a:ext>
                  </a:extLst>
                </p14:cNvPr>
                <p14:cNvContentPartPr/>
                <p14:nvPr/>
              </p14:nvContentPartPr>
              <p14:xfrm>
                <a:off x="9201298" y="274456"/>
                <a:ext cx="143280" cy="105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A7B77C-6555-C6B6-D00B-AD5BBA3462B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92658" y="265816"/>
                  <a:ext cx="160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A9AB8D-B544-46FA-D610-26A9E3D6B3AD}"/>
                    </a:ext>
                  </a:extLst>
                </p14:cNvPr>
                <p14:cNvContentPartPr/>
                <p14:nvPr/>
              </p14:nvContentPartPr>
              <p14:xfrm>
                <a:off x="9257458" y="286696"/>
                <a:ext cx="22320" cy="118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A9AB8D-B544-46FA-D610-26A9E3D6B3A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248818" y="278056"/>
                  <a:ext cx="3996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1911973-BB6D-EC91-20C4-863B9C74C1C8}"/>
              </a:ext>
            </a:extLst>
          </p:cNvPr>
          <p:cNvGrpSpPr/>
          <p:nvPr/>
        </p:nvGrpSpPr>
        <p:grpSpPr>
          <a:xfrm>
            <a:off x="3601498" y="4009096"/>
            <a:ext cx="206280" cy="131400"/>
            <a:chOff x="3601498" y="4009096"/>
            <a:chExt cx="20628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6E1F652-A43E-2B9F-D7D5-5FF9C2E5869E}"/>
                    </a:ext>
                  </a:extLst>
                </p14:cNvPr>
                <p14:cNvContentPartPr/>
                <p14:nvPr/>
              </p14:nvContentPartPr>
              <p14:xfrm>
                <a:off x="3610858" y="4009096"/>
                <a:ext cx="118440" cy="11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6E1F652-A43E-2B9F-D7D5-5FF9C2E5869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01858" y="4000096"/>
                  <a:ext cx="136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BD83CF0-5245-A1F7-4413-5750E99E383E}"/>
                    </a:ext>
                  </a:extLst>
                </p14:cNvPr>
                <p14:cNvContentPartPr/>
                <p14:nvPr/>
              </p14:nvContentPartPr>
              <p14:xfrm>
                <a:off x="3601498" y="4118896"/>
                <a:ext cx="206280" cy="21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BD83CF0-5245-A1F7-4413-5750E99E383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592498" y="4110256"/>
                  <a:ext cx="22392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41EA336-896C-CCFD-ECD7-34C4808B3777}"/>
                  </a:ext>
                </a:extLst>
              </p14:cNvPr>
              <p14:cNvContentPartPr/>
              <p14:nvPr/>
            </p14:nvContentPartPr>
            <p14:xfrm>
              <a:off x="540778" y="4886776"/>
              <a:ext cx="3501360" cy="459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41EA336-896C-CCFD-ECD7-34C4808B377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31778" y="4877776"/>
                <a:ext cx="351900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7F5D1B7-2B18-9A32-8216-FD5413764149}"/>
                  </a:ext>
                </a:extLst>
              </p14:cNvPr>
              <p14:cNvContentPartPr/>
              <p14:nvPr/>
            </p14:nvContentPartPr>
            <p14:xfrm>
              <a:off x="6895498" y="4609576"/>
              <a:ext cx="299160" cy="5241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7F5D1B7-2B18-9A32-8216-FD541376414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886858" y="4600576"/>
                <a:ext cx="31680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D9A5E71-3829-4519-4821-A5260A050A4A}"/>
                  </a:ext>
                </a:extLst>
              </p14:cNvPr>
              <p14:cNvContentPartPr/>
              <p14:nvPr/>
            </p14:nvContentPartPr>
            <p14:xfrm>
              <a:off x="6387898" y="4524976"/>
              <a:ext cx="266760" cy="680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D9A5E71-3829-4519-4821-A5260A050A4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379258" y="4515976"/>
                <a:ext cx="28440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53E278B-8E95-F7F0-BA5F-0331A0815F95}"/>
                  </a:ext>
                </a:extLst>
              </p14:cNvPr>
              <p14:cNvContentPartPr/>
              <p14:nvPr/>
            </p14:nvContentPartPr>
            <p14:xfrm>
              <a:off x="5884978" y="4629016"/>
              <a:ext cx="239400" cy="3639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53E278B-8E95-F7F0-BA5F-0331A0815F9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875978" y="4620376"/>
                <a:ext cx="2570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1A8A983-DF83-C8BB-DE2E-340B5E3D32AC}"/>
                  </a:ext>
                </a:extLst>
              </p14:cNvPr>
              <p14:cNvContentPartPr/>
              <p14:nvPr/>
            </p14:nvContentPartPr>
            <p14:xfrm>
              <a:off x="7366018" y="4489696"/>
              <a:ext cx="381240" cy="639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1A8A983-DF83-C8BB-DE2E-340B5E3D32A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357018" y="4481056"/>
                <a:ext cx="398880" cy="65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55B9AB57-6F75-07F4-5AF9-A7AE652A8A06}"/>
              </a:ext>
            </a:extLst>
          </p:cNvPr>
          <p:cNvGrpSpPr/>
          <p:nvPr/>
        </p:nvGrpSpPr>
        <p:grpSpPr>
          <a:xfrm>
            <a:off x="7871098" y="4468816"/>
            <a:ext cx="1240200" cy="514440"/>
            <a:chOff x="7871098" y="4468816"/>
            <a:chExt cx="1240200" cy="51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1719AEF-ACA8-0E3B-CC24-975B198A55F4}"/>
                    </a:ext>
                  </a:extLst>
                </p14:cNvPr>
                <p14:cNvContentPartPr/>
                <p14:nvPr/>
              </p14:nvContentPartPr>
              <p14:xfrm>
                <a:off x="7871098" y="4468816"/>
                <a:ext cx="214560" cy="514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1719AEF-ACA8-0E3B-CC24-975B198A55F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62098" y="4459816"/>
                  <a:ext cx="23220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619B65E-F25D-08FF-E44F-B2FD2CD50A66}"/>
                    </a:ext>
                  </a:extLst>
                </p14:cNvPr>
                <p14:cNvContentPartPr/>
                <p14:nvPr/>
              </p14:nvContentPartPr>
              <p14:xfrm>
                <a:off x="8176018" y="4599496"/>
                <a:ext cx="211680" cy="305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619B65E-F25D-08FF-E44F-B2FD2CD50A6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67018" y="4590496"/>
                  <a:ext cx="229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5B8AFD0-B0FB-B3F3-21D7-AA7FAAE0E033}"/>
                    </a:ext>
                  </a:extLst>
                </p14:cNvPr>
                <p14:cNvContentPartPr/>
                <p14:nvPr/>
              </p14:nvContentPartPr>
              <p14:xfrm>
                <a:off x="8554738" y="4571056"/>
                <a:ext cx="556560" cy="382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5B8AFD0-B0FB-B3F3-21D7-AA7FAAE0E03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545738" y="4562416"/>
                  <a:ext cx="574200" cy="40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BC1FCDB-54CD-8067-0301-FDE219C0A0EA}"/>
                  </a:ext>
                </a:extLst>
              </p14:cNvPr>
              <p14:cNvContentPartPr/>
              <p14:nvPr/>
            </p14:nvContentPartPr>
            <p14:xfrm>
              <a:off x="9443218" y="5039056"/>
              <a:ext cx="56520" cy="201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BC1FCDB-54CD-8067-0301-FDE219C0A0E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434578" y="5030056"/>
                <a:ext cx="7416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7D8193E-5407-36F6-4637-3CEC814A9B30}"/>
              </a:ext>
            </a:extLst>
          </p:cNvPr>
          <p:cNvGrpSpPr/>
          <p:nvPr/>
        </p:nvGrpSpPr>
        <p:grpSpPr>
          <a:xfrm>
            <a:off x="1194898" y="4222936"/>
            <a:ext cx="2759400" cy="501840"/>
            <a:chOff x="1194898" y="4222936"/>
            <a:chExt cx="275940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0E11D3-F49C-1BCA-4354-A5C3D522A940}"/>
                    </a:ext>
                  </a:extLst>
                </p14:cNvPr>
                <p14:cNvContentPartPr/>
                <p14:nvPr/>
              </p14:nvContentPartPr>
              <p14:xfrm>
                <a:off x="1194898" y="4222936"/>
                <a:ext cx="210960" cy="353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0E11D3-F49C-1BCA-4354-A5C3D522A94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85898" y="4213936"/>
                  <a:ext cx="2286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05C72D5-7B9B-EE39-B5CF-DCF04AF6744A}"/>
                    </a:ext>
                  </a:extLst>
                </p14:cNvPr>
                <p14:cNvContentPartPr/>
                <p14:nvPr/>
              </p14:nvContentPartPr>
              <p14:xfrm>
                <a:off x="1497658" y="4446136"/>
                <a:ext cx="36360" cy="163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05C72D5-7B9B-EE39-B5CF-DCF04AF6744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488658" y="4437496"/>
                  <a:ext cx="54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01A0E33-FA03-4238-AF9F-B0149459B96C}"/>
                    </a:ext>
                  </a:extLst>
                </p14:cNvPr>
                <p14:cNvContentPartPr/>
                <p14:nvPr/>
              </p14:nvContentPartPr>
              <p14:xfrm>
                <a:off x="2530138" y="4307176"/>
                <a:ext cx="162360" cy="376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01A0E33-FA03-4238-AF9F-B0149459B9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521498" y="4298536"/>
                  <a:ext cx="1800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C9B6515-C926-150D-6000-D7B5C92A1586}"/>
                    </a:ext>
                  </a:extLst>
                </p14:cNvPr>
                <p14:cNvContentPartPr/>
                <p14:nvPr/>
              </p14:nvContentPartPr>
              <p14:xfrm>
                <a:off x="2764858" y="4537936"/>
                <a:ext cx="214200" cy="186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C9B6515-C926-150D-6000-D7B5C92A158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56218" y="4528936"/>
                  <a:ext cx="231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6F16C24-7561-A996-FFC8-7D327DA0721D}"/>
                    </a:ext>
                  </a:extLst>
                </p14:cNvPr>
                <p14:cNvContentPartPr/>
                <p14:nvPr/>
              </p14:nvContentPartPr>
              <p14:xfrm>
                <a:off x="3010018" y="4586536"/>
                <a:ext cx="84240" cy="8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6F16C24-7561-A996-FFC8-7D327DA0721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001378" y="4577896"/>
                  <a:ext cx="101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3073931-1E52-ED4B-CA4B-A2B607B6539B}"/>
                    </a:ext>
                  </a:extLst>
                </p14:cNvPr>
                <p14:cNvContentPartPr/>
                <p14:nvPr/>
              </p14:nvContentPartPr>
              <p14:xfrm>
                <a:off x="2995258" y="4518856"/>
                <a:ext cx="104040" cy="25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3073931-1E52-ED4B-CA4B-A2B607B6539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986258" y="4510216"/>
                  <a:ext cx="121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4628537-65EC-103E-EE6E-AA328D019CA0}"/>
                    </a:ext>
                  </a:extLst>
                </p14:cNvPr>
                <p14:cNvContentPartPr/>
                <p14:nvPr/>
              </p14:nvContentPartPr>
              <p14:xfrm>
                <a:off x="3157618" y="4470256"/>
                <a:ext cx="119520" cy="168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4628537-65EC-103E-EE6E-AA328D019CA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148978" y="4461256"/>
                  <a:ext cx="137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8F171D-E13C-8A54-E983-27168BA9B1DF}"/>
                    </a:ext>
                  </a:extLst>
                </p14:cNvPr>
                <p14:cNvContentPartPr/>
                <p14:nvPr/>
              </p14:nvContentPartPr>
              <p14:xfrm>
                <a:off x="3206578" y="4491136"/>
                <a:ext cx="173520" cy="26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8F171D-E13C-8A54-E983-27168BA9B1D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197578" y="4482496"/>
                  <a:ext cx="191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314A68-B035-8F07-0F2B-FF814CF0E785}"/>
                    </a:ext>
                  </a:extLst>
                </p14:cNvPr>
                <p14:cNvContentPartPr/>
                <p14:nvPr/>
              </p14:nvContentPartPr>
              <p14:xfrm>
                <a:off x="3318178" y="4450456"/>
                <a:ext cx="162000" cy="216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314A68-B035-8F07-0F2B-FF814CF0E78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309538" y="4441456"/>
                  <a:ext cx="179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21C3B1-295D-6C34-3A2A-54F89F6B91AF}"/>
                    </a:ext>
                  </a:extLst>
                </p14:cNvPr>
                <p14:cNvContentPartPr/>
                <p14:nvPr/>
              </p14:nvContentPartPr>
              <p14:xfrm>
                <a:off x="3588898" y="4464136"/>
                <a:ext cx="365400" cy="232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21C3B1-295D-6C34-3A2A-54F89F6B91A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580258" y="4455136"/>
                  <a:ext cx="383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9959491-5C35-3E90-77BB-DF7D0B34CF40}"/>
                    </a:ext>
                  </a:extLst>
                </p14:cNvPr>
                <p14:cNvContentPartPr/>
                <p14:nvPr/>
              </p14:nvContentPartPr>
              <p14:xfrm>
                <a:off x="1659658" y="4298536"/>
                <a:ext cx="112680" cy="106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9959491-5C35-3E90-77BB-DF7D0B34CF4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651018" y="4289536"/>
                  <a:ext cx="130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BAEF72C-4B96-5491-F9E1-E2A45131656F}"/>
                    </a:ext>
                  </a:extLst>
                </p14:cNvPr>
                <p14:cNvContentPartPr/>
                <p14:nvPr/>
              </p14:nvContentPartPr>
              <p14:xfrm>
                <a:off x="1662898" y="4298896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BAEF72C-4B96-5491-F9E1-E2A45131656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654258" y="4289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2B96DA-ADB7-BE37-859F-D7831C15CA86}"/>
                    </a:ext>
                  </a:extLst>
                </p14:cNvPr>
                <p14:cNvContentPartPr/>
                <p14:nvPr/>
              </p14:nvContentPartPr>
              <p14:xfrm>
                <a:off x="1662898" y="4279096"/>
                <a:ext cx="129960" cy="259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2B96DA-ADB7-BE37-859F-D7831C15CA8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54258" y="4270096"/>
                  <a:ext cx="147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63F8DEA-2823-AE0E-3CE4-7AA3C1C667D0}"/>
                    </a:ext>
                  </a:extLst>
                </p14:cNvPr>
                <p14:cNvContentPartPr/>
                <p14:nvPr/>
              </p14:nvContentPartPr>
              <p14:xfrm>
                <a:off x="1839298" y="4275496"/>
                <a:ext cx="126720" cy="279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63F8DEA-2823-AE0E-3CE4-7AA3C1C667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30658" y="4266496"/>
                  <a:ext cx="144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5F28CB7-14EB-96D9-4A5B-0A3ED8835CA1}"/>
                    </a:ext>
                  </a:extLst>
                </p14:cNvPr>
                <p14:cNvContentPartPr/>
                <p14:nvPr/>
              </p14:nvContentPartPr>
              <p14:xfrm>
                <a:off x="1875298" y="4408336"/>
                <a:ext cx="90720" cy="7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5F28CB7-14EB-96D9-4A5B-0A3ED8835CA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866298" y="4399336"/>
                  <a:ext cx="108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0CBD9A4-B50F-9C1F-FCD3-D98FD8EE3F8A}"/>
                    </a:ext>
                  </a:extLst>
                </p14:cNvPr>
                <p14:cNvContentPartPr/>
                <p14:nvPr/>
              </p14:nvContentPartPr>
              <p14:xfrm>
                <a:off x="2050258" y="4270456"/>
                <a:ext cx="245160" cy="194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0CBD9A4-B50F-9C1F-FCD3-D98FD8EE3F8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041618" y="4261816"/>
                  <a:ext cx="26280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3C2D4F5-E937-83B5-EB7D-76981FC265D4}"/>
              </a:ext>
            </a:extLst>
          </p:cNvPr>
          <p:cNvGrpSpPr/>
          <p:nvPr/>
        </p:nvGrpSpPr>
        <p:grpSpPr>
          <a:xfrm>
            <a:off x="162778" y="5034016"/>
            <a:ext cx="5515200" cy="1543320"/>
            <a:chOff x="162778" y="5034016"/>
            <a:chExt cx="5515200" cy="154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22CDE3-5BFD-92E1-1D2C-42B62E425FEA}"/>
                    </a:ext>
                  </a:extLst>
                </p14:cNvPr>
                <p14:cNvContentPartPr/>
                <p14:nvPr/>
              </p14:nvContentPartPr>
              <p14:xfrm>
                <a:off x="536818" y="5034016"/>
                <a:ext cx="3824280" cy="1543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22CDE3-5BFD-92E1-1D2C-42B62E425F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27818" y="5025376"/>
                  <a:ext cx="3841920" cy="15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6D6285-0190-91A7-0DBB-937A4196F647}"/>
                    </a:ext>
                  </a:extLst>
                </p14:cNvPr>
                <p14:cNvContentPartPr/>
                <p14:nvPr/>
              </p14:nvContentPartPr>
              <p14:xfrm>
                <a:off x="495418" y="5133736"/>
                <a:ext cx="47160" cy="306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6D6285-0190-91A7-0DBB-937A4196F64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86418" y="5125096"/>
                  <a:ext cx="648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834EF8-FC9C-0AFA-1BE8-1CC0FD7C4B09}"/>
                    </a:ext>
                  </a:extLst>
                </p14:cNvPr>
                <p14:cNvContentPartPr/>
                <p14:nvPr/>
              </p14:nvContentPartPr>
              <p14:xfrm>
                <a:off x="162778" y="5469976"/>
                <a:ext cx="768960" cy="685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834EF8-FC9C-0AFA-1BE8-1CC0FD7C4B0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4138" y="5461336"/>
                  <a:ext cx="78660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C0EB8E-4FA3-D10D-14AC-2EDF3EAEDC75}"/>
                    </a:ext>
                  </a:extLst>
                </p14:cNvPr>
                <p14:cNvContentPartPr/>
                <p14:nvPr/>
              </p14:nvContentPartPr>
              <p14:xfrm>
                <a:off x="409738" y="5710456"/>
                <a:ext cx="140760" cy="11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C0EB8E-4FA3-D10D-14AC-2EDF3EAEDC7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00738" y="5701456"/>
                  <a:ext cx="158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AC217A-0462-E2F6-805E-8D598A305AE1}"/>
                    </a:ext>
                  </a:extLst>
                </p14:cNvPr>
                <p14:cNvContentPartPr/>
                <p14:nvPr/>
              </p14:nvContentPartPr>
              <p14:xfrm>
                <a:off x="409738" y="5638816"/>
                <a:ext cx="90720" cy="198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AC217A-0462-E2F6-805E-8D598A305AE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0738" y="5629816"/>
                  <a:ext cx="108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0326E34-EBBA-82F4-9AAA-25DBD004DF08}"/>
                    </a:ext>
                  </a:extLst>
                </p14:cNvPr>
                <p14:cNvContentPartPr/>
                <p14:nvPr/>
              </p14:nvContentPartPr>
              <p14:xfrm>
                <a:off x="422338" y="5886136"/>
                <a:ext cx="159480" cy="32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0326E34-EBBA-82F4-9AAA-25DBD004DF0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3338" y="5877136"/>
                  <a:ext cx="177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4B0D34A-7E93-332C-667A-FA1E79A42874}"/>
                    </a:ext>
                  </a:extLst>
                </p14:cNvPr>
                <p14:cNvContentPartPr/>
                <p14:nvPr/>
              </p14:nvContentPartPr>
              <p14:xfrm>
                <a:off x="542218" y="6112216"/>
                <a:ext cx="19080" cy="368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4B0D34A-7E93-332C-667A-FA1E79A4287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33578" y="6103216"/>
                  <a:ext cx="367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1B90FD5-28B3-7B78-94CC-E9F638602F5C}"/>
                    </a:ext>
                  </a:extLst>
                </p14:cNvPr>
                <p14:cNvContentPartPr/>
                <p14:nvPr/>
              </p14:nvContentPartPr>
              <p14:xfrm>
                <a:off x="4462978" y="5658256"/>
                <a:ext cx="172440" cy="319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1B90FD5-28B3-7B78-94CC-E9F638602F5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453978" y="5649616"/>
                  <a:ext cx="1900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A766C8-3687-45FB-E000-E02CA1E635E1}"/>
                    </a:ext>
                  </a:extLst>
                </p14:cNvPr>
                <p14:cNvContentPartPr/>
                <p14:nvPr/>
              </p14:nvContentPartPr>
              <p14:xfrm>
                <a:off x="4587898" y="5898016"/>
                <a:ext cx="251640" cy="245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A766C8-3687-45FB-E000-E02CA1E635E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78898" y="5889016"/>
                  <a:ext cx="269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A4B0E45-DB1F-2E6E-37DF-A34A07063B73}"/>
                    </a:ext>
                  </a:extLst>
                </p14:cNvPr>
                <p14:cNvContentPartPr/>
                <p14:nvPr/>
              </p14:nvContentPartPr>
              <p14:xfrm>
                <a:off x="4909018" y="5793256"/>
                <a:ext cx="145800" cy="11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A4B0E45-DB1F-2E6E-37DF-A34A07063B7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900378" y="5784616"/>
                  <a:ext cx="163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B55CDD-32FA-A6A2-5401-143B75C9D5D6}"/>
                    </a:ext>
                  </a:extLst>
                </p14:cNvPr>
                <p14:cNvContentPartPr/>
                <p14:nvPr/>
              </p14:nvContentPartPr>
              <p14:xfrm>
                <a:off x="4937458" y="5853736"/>
                <a:ext cx="117000" cy="8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B55CDD-32FA-A6A2-5401-143B75C9D5D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928458" y="5844736"/>
                  <a:ext cx="134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22AB16A-9AEB-F485-26BA-C731FED05934}"/>
                    </a:ext>
                  </a:extLst>
                </p14:cNvPr>
                <p14:cNvContentPartPr/>
                <p14:nvPr/>
              </p14:nvContentPartPr>
              <p14:xfrm>
                <a:off x="5146618" y="5742856"/>
                <a:ext cx="27000" cy="230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22AB16A-9AEB-F485-26BA-C731FED0593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37618" y="5733856"/>
                  <a:ext cx="44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0A845C1-4CEE-EBB7-9230-4486911B44AA}"/>
                    </a:ext>
                  </a:extLst>
                </p14:cNvPr>
                <p14:cNvContentPartPr/>
                <p14:nvPr/>
              </p14:nvContentPartPr>
              <p14:xfrm>
                <a:off x="5240218" y="5732776"/>
                <a:ext cx="160200" cy="206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0A845C1-4CEE-EBB7-9230-4486911B44A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231578" y="5724136"/>
                  <a:ext cx="177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E68883-C7B4-5DF3-209D-AA8165246665}"/>
                    </a:ext>
                  </a:extLst>
                </p14:cNvPr>
                <p14:cNvContentPartPr/>
                <p14:nvPr/>
              </p14:nvContentPartPr>
              <p14:xfrm>
                <a:off x="5455498" y="5745016"/>
                <a:ext cx="222480" cy="200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E68883-C7B4-5DF3-209D-AA816524666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446858" y="5736016"/>
                  <a:ext cx="240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63F28AE-C7A9-228B-D784-DD4191CB9468}"/>
                    </a:ext>
                  </a:extLst>
                </p14:cNvPr>
                <p14:cNvContentPartPr/>
                <p14:nvPr/>
              </p14:nvContentPartPr>
              <p14:xfrm>
                <a:off x="1029298" y="5604976"/>
                <a:ext cx="225000" cy="36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63F28AE-C7A9-228B-D784-DD4191CB946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20658" y="5595976"/>
                  <a:ext cx="242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BE1A3C2-F570-41EC-F53D-A36C24D5562A}"/>
                    </a:ext>
                  </a:extLst>
                </p14:cNvPr>
                <p14:cNvContentPartPr/>
                <p14:nvPr/>
              </p14:nvContentPartPr>
              <p14:xfrm>
                <a:off x="1191658" y="5949136"/>
                <a:ext cx="84600" cy="163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BE1A3C2-F570-41EC-F53D-A36C24D5562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82658" y="5940496"/>
                  <a:ext cx="102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EE5245E-DB8F-1F0A-B6EF-FB140F8E761B}"/>
                    </a:ext>
                  </a:extLst>
                </p14:cNvPr>
                <p14:cNvContentPartPr/>
                <p14:nvPr/>
              </p14:nvContentPartPr>
              <p14:xfrm>
                <a:off x="1445458" y="5829616"/>
                <a:ext cx="104760" cy="22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EE5245E-DB8F-1F0A-B6EF-FB140F8E761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36818" y="5820976"/>
                  <a:ext cx="122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314B040-F982-1AEA-A9E0-5E86ECFD63EE}"/>
                    </a:ext>
                  </a:extLst>
                </p14:cNvPr>
                <p14:cNvContentPartPr/>
                <p14:nvPr/>
              </p14:nvContentPartPr>
              <p14:xfrm>
                <a:off x="1444378" y="5732776"/>
                <a:ext cx="156600" cy="97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314B040-F982-1AEA-A9E0-5E86ECFD63E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435738" y="5724136"/>
                  <a:ext cx="174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CBB80A6-3C11-AE2E-B79A-B3AD4FE6A0B4}"/>
                    </a:ext>
                  </a:extLst>
                </p14:cNvPr>
                <p14:cNvContentPartPr/>
                <p14:nvPr/>
              </p14:nvContentPartPr>
              <p14:xfrm>
                <a:off x="1722298" y="5605336"/>
                <a:ext cx="156600" cy="267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CBB80A6-3C11-AE2E-B79A-B3AD4FE6A0B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713298" y="5596336"/>
                  <a:ext cx="1742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59E48A7-79B0-8C13-00F5-406386B43788}"/>
                    </a:ext>
                  </a:extLst>
                </p14:cNvPr>
                <p14:cNvContentPartPr/>
                <p14:nvPr/>
              </p14:nvContentPartPr>
              <p14:xfrm>
                <a:off x="1864498" y="5908456"/>
                <a:ext cx="46080" cy="140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59E48A7-79B0-8C13-00F5-406386B4378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855498" y="5899456"/>
                  <a:ext cx="6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EA6A206-58AF-8C79-B976-0A863F848498}"/>
                    </a:ext>
                  </a:extLst>
                </p14:cNvPr>
                <p14:cNvContentPartPr/>
                <p14:nvPr/>
              </p14:nvContentPartPr>
              <p14:xfrm>
                <a:off x="2021458" y="5695336"/>
                <a:ext cx="196200" cy="241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EA6A206-58AF-8C79-B976-0A863F84849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012458" y="5686336"/>
                  <a:ext cx="213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6D74F1-B733-89BE-4FA4-BA8793A929E5}"/>
                    </a:ext>
                  </a:extLst>
                </p14:cNvPr>
                <p14:cNvContentPartPr/>
                <p14:nvPr/>
              </p14:nvContentPartPr>
              <p14:xfrm>
                <a:off x="2246818" y="5642416"/>
                <a:ext cx="343800" cy="234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6D74F1-B733-89BE-4FA4-BA8793A929E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237818" y="5633416"/>
                  <a:ext cx="361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A9A3888-B81B-737B-4C71-A50612A4D961}"/>
                    </a:ext>
                  </a:extLst>
                </p14:cNvPr>
                <p14:cNvContentPartPr/>
                <p14:nvPr/>
              </p14:nvContentPartPr>
              <p14:xfrm>
                <a:off x="2777458" y="5864896"/>
                <a:ext cx="36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A9A3888-B81B-737B-4C71-A50612A4D96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68458" y="5856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23708FB-A9F4-08B9-EE3B-6DF4D895B733}"/>
                  </a:ext>
                </a:extLst>
              </p14:cNvPr>
              <p14:cNvContentPartPr/>
              <p14:nvPr/>
            </p14:nvContentPartPr>
            <p14:xfrm>
              <a:off x="7692178" y="1202896"/>
              <a:ext cx="1732680" cy="29023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23708FB-A9F4-08B9-EE3B-6DF4D895B73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683178" y="1194256"/>
                <a:ext cx="1750320" cy="29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BA92937-61D8-8E2E-2AC6-C6C1EE6D2322}"/>
                  </a:ext>
                </a:extLst>
              </p14:cNvPr>
              <p14:cNvContentPartPr/>
              <p14:nvPr/>
            </p14:nvContentPartPr>
            <p14:xfrm>
              <a:off x="6409138" y="4079656"/>
              <a:ext cx="3022560" cy="27338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BA92937-61D8-8E2E-2AC6-C6C1EE6D232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400498" y="4070656"/>
                <a:ext cx="3040200" cy="27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964D0DC-A82F-A2BB-3591-3F72232F21E1}"/>
              </a:ext>
            </a:extLst>
          </p:cNvPr>
          <p:cNvGrpSpPr/>
          <p:nvPr/>
        </p:nvGrpSpPr>
        <p:grpSpPr>
          <a:xfrm>
            <a:off x="2914978" y="5282416"/>
            <a:ext cx="1181520" cy="1011960"/>
            <a:chOff x="2914978" y="5282416"/>
            <a:chExt cx="1181520" cy="10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A120118-7F42-D6F9-21C9-D64E48716D5F}"/>
                    </a:ext>
                  </a:extLst>
                </p14:cNvPr>
                <p14:cNvContentPartPr/>
                <p14:nvPr/>
              </p14:nvContentPartPr>
              <p14:xfrm>
                <a:off x="3153298" y="5282416"/>
                <a:ext cx="943200" cy="373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A120118-7F42-D6F9-21C9-D64E48716D5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144658" y="5273416"/>
                  <a:ext cx="9608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D2F6466-6546-23AD-8C68-946FBC10BFB7}"/>
                    </a:ext>
                  </a:extLst>
                </p14:cNvPr>
                <p14:cNvContentPartPr/>
                <p14:nvPr/>
              </p14:nvContentPartPr>
              <p14:xfrm>
                <a:off x="2914978" y="5580136"/>
                <a:ext cx="552960" cy="524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D2F6466-6546-23AD-8C68-946FBC10BFB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05978" y="5571136"/>
                  <a:ext cx="57060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D50BE3-0F38-8BEE-CB7F-0BF7AD570B63}"/>
                    </a:ext>
                  </a:extLst>
                </p14:cNvPr>
                <p14:cNvContentPartPr/>
                <p14:nvPr/>
              </p14:nvContentPartPr>
              <p14:xfrm>
                <a:off x="3103618" y="5701816"/>
                <a:ext cx="209520" cy="183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D50BE3-0F38-8BEE-CB7F-0BF7AD570B6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94618" y="5693176"/>
                  <a:ext cx="227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AE5B7DA-94C8-7D88-5CC0-3DD0AEAE1A84}"/>
                    </a:ext>
                  </a:extLst>
                </p14:cNvPr>
                <p14:cNvContentPartPr/>
                <p14:nvPr/>
              </p14:nvContentPartPr>
              <p14:xfrm>
                <a:off x="3215938" y="6017896"/>
                <a:ext cx="825120" cy="276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AE5B7DA-94C8-7D88-5CC0-3DD0AEAE1A8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06938" y="6009256"/>
                  <a:ext cx="8427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552C4DC-8C55-F2BE-F883-EB6F2D7CD317}"/>
                    </a:ext>
                  </a:extLst>
                </p14:cNvPr>
                <p14:cNvContentPartPr/>
                <p14:nvPr/>
              </p14:nvContentPartPr>
              <p14:xfrm>
                <a:off x="3759538" y="5363776"/>
                <a:ext cx="155880" cy="12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552C4DC-8C55-F2BE-F883-EB6F2D7CD31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50898" y="5354776"/>
                  <a:ext cx="173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58F7737-1655-A41B-EF6E-6884859558BC}"/>
                    </a:ext>
                  </a:extLst>
                </p14:cNvPr>
                <p14:cNvContentPartPr/>
                <p14:nvPr/>
              </p14:nvContentPartPr>
              <p14:xfrm>
                <a:off x="3834058" y="5283496"/>
                <a:ext cx="48600" cy="217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58F7737-1655-A41B-EF6E-6884859558B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25058" y="5274496"/>
                  <a:ext cx="6624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C9A32A0E-EB05-4656-D829-DBB1244BC875}"/>
              </a:ext>
            </a:extLst>
          </p:cNvPr>
          <p:cNvGrpSpPr/>
          <p:nvPr/>
        </p:nvGrpSpPr>
        <p:grpSpPr>
          <a:xfrm>
            <a:off x="5132218" y="6024736"/>
            <a:ext cx="657720" cy="686520"/>
            <a:chOff x="5132218" y="6024736"/>
            <a:chExt cx="657720" cy="68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E1E5771-1CB7-09C7-C98C-5AEB6167A0BA}"/>
                    </a:ext>
                  </a:extLst>
                </p14:cNvPr>
                <p14:cNvContentPartPr/>
                <p14:nvPr/>
              </p14:nvContentPartPr>
              <p14:xfrm>
                <a:off x="5132218" y="6070816"/>
                <a:ext cx="158400" cy="182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E1E5771-1CB7-09C7-C98C-5AEB6167A0B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23578" y="6062176"/>
                  <a:ext cx="176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7AEFBB8-22EF-6531-8EBC-B7FF8CEBD416}"/>
                    </a:ext>
                  </a:extLst>
                </p14:cNvPr>
                <p14:cNvContentPartPr/>
                <p14:nvPr/>
              </p14:nvContentPartPr>
              <p14:xfrm>
                <a:off x="5327338" y="6034816"/>
                <a:ext cx="111600" cy="203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7AEFBB8-22EF-6531-8EBC-B7FF8CEBD41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18698" y="6026176"/>
                  <a:ext cx="129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E2D47FB-369B-4298-6384-5F6EAD3BD671}"/>
                    </a:ext>
                  </a:extLst>
                </p14:cNvPr>
                <p14:cNvContentPartPr/>
                <p14:nvPr/>
              </p14:nvContentPartPr>
              <p14:xfrm>
                <a:off x="5514538" y="6024736"/>
                <a:ext cx="136080" cy="207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E2D47FB-369B-4298-6384-5F6EAD3BD67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05538" y="6016096"/>
                  <a:ext cx="153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9DF91ED-3506-BF42-584D-790A6B65664E}"/>
                    </a:ext>
                  </a:extLst>
                </p14:cNvPr>
                <p14:cNvContentPartPr/>
                <p14:nvPr/>
              </p14:nvContentPartPr>
              <p14:xfrm>
                <a:off x="5148058" y="6285016"/>
                <a:ext cx="105840" cy="175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9DF91ED-3506-BF42-584D-790A6B65664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39418" y="6276016"/>
                  <a:ext cx="123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6FBF092-A860-0A06-959C-065591F823F0}"/>
                    </a:ext>
                  </a:extLst>
                </p14:cNvPr>
                <p14:cNvContentPartPr/>
                <p14:nvPr/>
              </p14:nvContentPartPr>
              <p14:xfrm>
                <a:off x="5355418" y="6309856"/>
                <a:ext cx="116280" cy="162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6FBF092-A860-0A06-959C-065591F823F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46778" y="6301216"/>
                  <a:ext cx="133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0B1F9A6-088D-D5BC-BE9F-776CB31952FE}"/>
                    </a:ext>
                  </a:extLst>
                </p14:cNvPr>
                <p14:cNvContentPartPr/>
                <p14:nvPr/>
              </p14:nvContentPartPr>
              <p14:xfrm>
                <a:off x="5511658" y="6292936"/>
                <a:ext cx="164520" cy="160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0B1F9A6-088D-D5BC-BE9F-776CB31952F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503018" y="6284296"/>
                  <a:ext cx="182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34D4478-AC48-3D4E-7BD4-9537206FC365}"/>
                    </a:ext>
                  </a:extLst>
                </p14:cNvPr>
                <p14:cNvContentPartPr/>
                <p14:nvPr/>
              </p14:nvContentPartPr>
              <p14:xfrm>
                <a:off x="5176138" y="6480136"/>
                <a:ext cx="86040" cy="123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34D4478-AC48-3D4E-7BD4-9537206FC36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167498" y="6471136"/>
                  <a:ext cx="103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2FB46FB-B864-A01D-9749-FA816A071475}"/>
                    </a:ext>
                  </a:extLst>
                </p14:cNvPr>
                <p14:cNvContentPartPr/>
                <p14:nvPr/>
              </p14:nvContentPartPr>
              <p14:xfrm>
                <a:off x="5176138" y="6484456"/>
                <a:ext cx="360" cy="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2FB46FB-B864-A01D-9749-FA816A07147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67498" y="64754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1E6E2E2-514D-F75E-C4C0-ABE43C0AB8E9}"/>
                    </a:ext>
                  </a:extLst>
                </p14:cNvPr>
                <p14:cNvContentPartPr/>
                <p14:nvPr/>
              </p14:nvContentPartPr>
              <p14:xfrm>
                <a:off x="5176138" y="6460336"/>
                <a:ext cx="109440" cy="250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1E6E2E2-514D-F75E-C4C0-ABE43C0AB8E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167498" y="6451336"/>
                  <a:ext cx="127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FC5187B-21FA-D5B9-5916-2609859C0E82}"/>
                    </a:ext>
                  </a:extLst>
                </p14:cNvPr>
                <p14:cNvContentPartPr/>
                <p14:nvPr/>
              </p14:nvContentPartPr>
              <p14:xfrm>
                <a:off x="5418058" y="6496696"/>
                <a:ext cx="114480" cy="192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FC5187B-21FA-D5B9-5916-2609859C0E8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09418" y="6488056"/>
                  <a:ext cx="132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0C8D0EF-D732-DAF5-1674-EB2DC46DACDC}"/>
                    </a:ext>
                  </a:extLst>
                </p14:cNvPr>
                <p14:cNvContentPartPr/>
                <p14:nvPr/>
              </p14:nvContentPartPr>
              <p14:xfrm>
                <a:off x="5561698" y="6460696"/>
                <a:ext cx="228240" cy="220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0C8D0EF-D732-DAF5-1674-EB2DC46DACD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553058" y="6452056"/>
                  <a:ext cx="2458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74992AB-165A-08BC-C4EE-5728DF67C82A}"/>
              </a:ext>
            </a:extLst>
          </p:cNvPr>
          <p:cNvGrpSpPr/>
          <p:nvPr/>
        </p:nvGrpSpPr>
        <p:grpSpPr>
          <a:xfrm>
            <a:off x="7742578" y="1271656"/>
            <a:ext cx="4428000" cy="1250640"/>
            <a:chOff x="7742578" y="1271656"/>
            <a:chExt cx="4428000" cy="12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AEEF12B-3650-D677-E903-78A674727DED}"/>
                    </a:ext>
                  </a:extLst>
                </p14:cNvPr>
                <p14:cNvContentPartPr/>
                <p14:nvPr/>
              </p14:nvContentPartPr>
              <p14:xfrm>
                <a:off x="8033818" y="1271656"/>
                <a:ext cx="168840" cy="412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AEEF12B-3650-D677-E903-78A674727DE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025178" y="1262656"/>
                  <a:ext cx="1864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0C99EE9-EABB-1E31-94E2-39EBF5D3D590}"/>
                    </a:ext>
                  </a:extLst>
                </p14:cNvPr>
                <p14:cNvContentPartPr/>
                <p14:nvPr/>
              </p14:nvContentPartPr>
              <p14:xfrm>
                <a:off x="8294458" y="1578376"/>
                <a:ext cx="121320" cy="334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0C99EE9-EABB-1E31-94E2-39EBF5D3D59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285818" y="1569736"/>
                  <a:ext cx="1389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B51822C-A2D4-18D8-7DE4-C42D52C19770}"/>
                    </a:ext>
                  </a:extLst>
                </p14:cNvPr>
                <p14:cNvContentPartPr/>
                <p14:nvPr/>
              </p14:nvContentPartPr>
              <p14:xfrm>
                <a:off x="8578498" y="1295776"/>
                <a:ext cx="50400" cy="126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B51822C-A2D4-18D8-7DE4-C42D52C1977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569858" y="1286776"/>
                  <a:ext cx="68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11BA1CA-C152-EA64-19CD-07BC5E1147BE}"/>
                    </a:ext>
                  </a:extLst>
                </p14:cNvPr>
                <p14:cNvContentPartPr/>
                <p14:nvPr/>
              </p14:nvContentPartPr>
              <p14:xfrm>
                <a:off x="8792338" y="1521856"/>
                <a:ext cx="93960" cy="12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11BA1CA-C152-EA64-19CD-07BC5E1147B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83698" y="1512856"/>
                  <a:ext cx="111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CBB6E39-DE06-F31E-D204-9230664AE0F4}"/>
                    </a:ext>
                  </a:extLst>
                </p14:cNvPr>
                <p14:cNvContentPartPr/>
                <p14:nvPr/>
              </p14:nvContentPartPr>
              <p14:xfrm>
                <a:off x="8792338" y="1521856"/>
                <a:ext cx="89280" cy="87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CBB6E39-DE06-F31E-D204-9230664AE0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783698" y="1512856"/>
                  <a:ext cx="106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CF28CD2-F9AF-C194-741B-A67EFDFE312B}"/>
                    </a:ext>
                  </a:extLst>
                </p14:cNvPr>
                <p14:cNvContentPartPr/>
                <p14:nvPr/>
              </p14:nvContentPartPr>
              <p14:xfrm>
                <a:off x="9237298" y="1296856"/>
                <a:ext cx="170640" cy="372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CF28CD2-F9AF-C194-741B-A67EFDFE312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28298" y="1288216"/>
                  <a:ext cx="1882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6BD5ABA-B2A0-3718-C850-DF4BFB41B57E}"/>
                    </a:ext>
                  </a:extLst>
                </p14:cNvPr>
                <p14:cNvContentPartPr/>
                <p14:nvPr/>
              </p14:nvContentPartPr>
              <p14:xfrm>
                <a:off x="9488578" y="1604656"/>
                <a:ext cx="156600" cy="275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6BD5ABA-B2A0-3718-C850-DF4BFB41B57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79938" y="1596016"/>
                  <a:ext cx="174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6B15050-C75A-386D-3DAE-5B9FD8EEC0B5}"/>
                    </a:ext>
                  </a:extLst>
                </p14:cNvPr>
                <p14:cNvContentPartPr/>
                <p14:nvPr/>
              </p14:nvContentPartPr>
              <p14:xfrm>
                <a:off x="9788458" y="1360216"/>
                <a:ext cx="123480" cy="251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6B15050-C75A-386D-3DAE-5B9FD8EEC0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779818" y="1351576"/>
                  <a:ext cx="141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EC49566-1B49-8AA8-94F0-BEDE56EDFD93}"/>
                    </a:ext>
                  </a:extLst>
                </p14:cNvPr>
                <p14:cNvContentPartPr/>
                <p14:nvPr/>
              </p14:nvContentPartPr>
              <p14:xfrm>
                <a:off x="9892858" y="1340776"/>
                <a:ext cx="162720" cy="284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EC49566-1B49-8AA8-94F0-BEDE56EDFD9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83858" y="1331776"/>
                  <a:ext cx="1803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AA3652A-CB4C-6ABE-DB92-4452C9DEF47A}"/>
                    </a:ext>
                  </a:extLst>
                </p14:cNvPr>
                <p14:cNvContentPartPr/>
                <p14:nvPr/>
              </p14:nvContentPartPr>
              <p14:xfrm>
                <a:off x="10126498" y="1361296"/>
                <a:ext cx="108720" cy="275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AA3652A-CB4C-6ABE-DB92-4452C9DEF47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17858" y="1352296"/>
                  <a:ext cx="1263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0A7EDC-501C-FCAA-5182-34FD423DA8A6}"/>
                    </a:ext>
                  </a:extLst>
                </p14:cNvPr>
                <p14:cNvContentPartPr/>
                <p14:nvPr/>
              </p14:nvContentPartPr>
              <p14:xfrm>
                <a:off x="10329178" y="1361656"/>
                <a:ext cx="138600" cy="235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0A7EDC-501C-FCAA-5182-34FD423DA8A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320178" y="1353016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5216AEB-E8BA-D1B2-DB35-F65B3CB22389}"/>
                    </a:ext>
                  </a:extLst>
                </p14:cNvPr>
                <p14:cNvContentPartPr/>
                <p14:nvPr/>
              </p14:nvContentPartPr>
              <p14:xfrm>
                <a:off x="10507738" y="1332496"/>
                <a:ext cx="225720" cy="275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5216AEB-E8BA-D1B2-DB35-F65B3CB2238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499098" y="1323856"/>
                  <a:ext cx="243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1790AC3-D0D2-FC1E-C0B2-4B5B10D2EC31}"/>
                    </a:ext>
                  </a:extLst>
                </p14:cNvPr>
                <p14:cNvContentPartPr/>
                <p14:nvPr/>
              </p14:nvContentPartPr>
              <p14:xfrm>
                <a:off x="8762818" y="2231056"/>
                <a:ext cx="134640" cy="7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1790AC3-D0D2-FC1E-C0B2-4B5B10D2EC3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54178" y="2222416"/>
                  <a:ext cx="152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B0EDB2C-33A0-14D2-902C-0909AB16CF46}"/>
                    </a:ext>
                  </a:extLst>
                </p14:cNvPr>
                <p14:cNvContentPartPr/>
                <p14:nvPr/>
              </p14:nvContentPartPr>
              <p14:xfrm>
                <a:off x="8784778" y="2322496"/>
                <a:ext cx="136080" cy="17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B0EDB2C-33A0-14D2-902C-0909AB16CF4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75778" y="2313496"/>
                  <a:ext cx="153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F4A193C-25B9-1916-2A70-8EE0F0CCFF0F}"/>
                    </a:ext>
                  </a:extLst>
                </p14:cNvPr>
                <p14:cNvContentPartPr/>
                <p14:nvPr/>
              </p14:nvContentPartPr>
              <p14:xfrm>
                <a:off x="9293458" y="2153656"/>
                <a:ext cx="37800" cy="247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F4A193C-25B9-1916-2A70-8EE0F0CCFF0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284818" y="2145016"/>
                  <a:ext cx="554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965BB7F-9D3A-D934-C4FB-1204C97BD57A}"/>
                    </a:ext>
                  </a:extLst>
                </p14:cNvPr>
                <p14:cNvContentPartPr/>
                <p14:nvPr/>
              </p14:nvContentPartPr>
              <p14:xfrm>
                <a:off x="9393898" y="2161576"/>
                <a:ext cx="105480" cy="21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965BB7F-9D3A-D934-C4FB-1204C97BD57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384898" y="2152936"/>
                  <a:ext cx="123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AA988E5-4234-98DE-DC4D-D67BDE81A2A1}"/>
                    </a:ext>
                  </a:extLst>
                </p14:cNvPr>
                <p14:cNvContentPartPr/>
                <p14:nvPr/>
              </p14:nvContentPartPr>
              <p14:xfrm>
                <a:off x="9624658" y="2190376"/>
                <a:ext cx="93960" cy="222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AA988E5-4234-98DE-DC4D-D67BDE81A2A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15658" y="2181736"/>
                  <a:ext cx="111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876F669-0B06-7828-70C3-FF3B28D084EB}"/>
                    </a:ext>
                  </a:extLst>
                </p14:cNvPr>
                <p14:cNvContentPartPr/>
                <p14:nvPr/>
              </p14:nvContentPartPr>
              <p14:xfrm>
                <a:off x="9862618" y="2062216"/>
                <a:ext cx="204480" cy="405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876F669-0B06-7828-70C3-FF3B28D084E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53618" y="2053216"/>
                  <a:ext cx="2221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701318D-20CF-087C-8FD3-38979B68432F}"/>
                    </a:ext>
                  </a:extLst>
                </p14:cNvPr>
                <p14:cNvContentPartPr/>
                <p14:nvPr/>
              </p14:nvContentPartPr>
              <p14:xfrm>
                <a:off x="9934978" y="2119096"/>
                <a:ext cx="190800" cy="335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701318D-20CF-087C-8FD3-38979B68432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25978" y="2110456"/>
                  <a:ext cx="2084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DB5DF88-CDD9-B513-04A5-E775FB324860}"/>
                    </a:ext>
                  </a:extLst>
                </p14:cNvPr>
                <p14:cNvContentPartPr/>
                <p14:nvPr/>
              </p14:nvContentPartPr>
              <p14:xfrm>
                <a:off x="10195258" y="2100376"/>
                <a:ext cx="93600" cy="342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DB5DF88-CDD9-B513-04A5-E775FB32486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86618" y="2091736"/>
                  <a:ext cx="1112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FE3D9C7-CC04-7CBD-A5BC-9B8201CD3505}"/>
                    </a:ext>
                  </a:extLst>
                </p14:cNvPr>
                <p14:cNvContentPartPr/>
                <p14:nvPr/>
              </p14:nvContentPartPr>
              <p14:xfrm>
                <a:off x="10370218" y="2175616"/>
                <a:ext cx="96120" cy="261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FE3D9C7-CC04-7CBD-A5BC-9B8201CD350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61578" y="2166976"/>
                  <a:ext cx="113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343E3D1-6B03-6774-FBFA-107783D25518}"/>
                    </a:ext>
                  </a:extLst>
                </p14:cNvPr>
                <p14:cNvContentPartPr/>
                <p14:nvPr/>
              </p14:nvContentPartPr>
              <p14:xfrm>
                <a:off x="10531138" y="2174896"/>
                <a:ext cx="135360" cy="320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343E3D1-6B03-6774-FBFA-107783D2551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522138" y="2166256"/>
                  <a:ext cx="153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A99A90E-D242-993E-1688-4F1221A71E8F}"/>
                    </a:ext>
                  </a:extLst>
                </p14:cNvPr>
                <p14:cNvContentPartPr/>
                <p14:nvPr/>
              </p14:nvContentPartPr>
              <p14:xfrm>
                <a:off x="10993738" y="2217016"/>
                <a:ext cx="96480" cy="1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A99A90E-D242-993E-1688-4F1221A71E8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984738" y="2208376"/>
                  <a:ext cx="1141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1AECAC2-E12F-A055-91E2-1353F308AA19}"/>
                    </a:ext>
                  </a:extLst>
                </p14:cNvPr>
                <p14:cNvContentPartPr/>
                <p14:nvPr/>
              </p14:nvContentPartPr>
              <p14:xfrm>
                <a:off x="10994818" y="2218456"/>
                <a:ext cx="87840" cy="131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1AECAC2-E12F-A055-91E2-1353F308AA1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85818" y="2209816"/>
                  <a:ext cx="105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308BC7A-8AE4-76D9-33FD-49D595B75877}"/>
                    </a:ext>
                  </a:extLst>
                </p14:cNvPr>
                <p14:cNvContentPartPr/>
                <p14:nvPr/>
              </p14:nvContentPartPr>
              <p14:xfrm>
                <a:off x="11338618" y="2007856"/>
                <a:ext cx="138600" cy="375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308BC7A-8AE4-76D9-33FD-49D595B7587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29978" y="1998856"/>
                  <a:ext cx="1562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397CFDF-DDA2-F01C-AA63-294C5839E8C0}"/>
                    </a:ext>
                  </a:extLst>
                </p14:cNvPr>
                <p14:cNvContentPartPr/>
                <p14:nvPr/>
              </p14:nvContentPartPr>
              <p14:xfrm>
                <a:off x="11521858" y="1988056"/>
                <a:ext cx="171360" cy="389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397CFDF-DDA2-F01C-AA63-294C5839E8C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513218" y="1979056"/>
                  <a:ext cx="1890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942869D-7220-3427-00FC-ADFD6CBC51B0}"/>
                    </a:ext>
                  </a:extLst>
                </p14:cNvPr>
                <p14:cNvContentPartPr/>
                <p14:nvPr/>
              </p14:nvContentPartPr>
              <p14:xfrm>
                <a:off x="11732818" y="2336536"/>
                <a:ext cx="51840" cy="88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942869D-7220-3427-00FC-ADFD6CBC51B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724178" y="2327536"/>
                  <a:ext cx="69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766CCCC-5641-D526-821F-503281C67887}"/>
                    </a:ext>
                  </a:extLst>
                </p14:cNvPr>
                <p14:cNvContentPartPr/>
                <p14:nvPr/>
              </p14:nvContentPartPr>
              <p14:xfrm>
                <a:off x="11882578" y="2004976"/>
                <a:ext cx="133200" cy="353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766CCCC-5641-D526-821F-503281C6788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873938" y="1996336"/>
                  <a:ext cx="1508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0E6C1AF-97EF-4454-8949-09468558487B}"/>
                    </a:ext>
                  </a:extLst>
                </p14:cNvPr>
                <p14:cNvContentPartPr/>
                <p14:nvPr/>
              </p14:nvContentPartPr>
              <p14:xfrm>
                <a:off x="8246218" y="2388376"/>
                <a:ext cx="360" cy="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0E6C1AF-97EF-4454-8949-09468558487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37578" y="2379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2FD8735-E9D7-2F34-7B15-19DF440AB79B}"/>
                    </a:ext>
                  </a:extLst>
                </p14:cNvPr>
                <p14:cNvContentPartPr/>
                <p14:nvPr/>
              </p14:nvContentPartPr>
              <p14:xfrm>
                <a:off x="8553658" y="1825336"/>
                <a:ext cx="22320" cy="206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2FD8735-E9D7-2F34-7B15-19DF440AB79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545018" y="1816696"/>
                  <a:ext cx="39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3D3CD74-3D25-3432-A03A-EA9D0F296F6A}"/>
                    </a:ext>
                  </a:extLst>
                </p14:cNvPr>
                <p14:cNvContentPartPr/>
                <p14:nvPr/>
              </p14:nvContentPartPr>
              <p14:xfrm>
                <a:off x="7742578" y="2472616"/>
                <a:ext cx="4428000" cy="49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3D3CD74-3D25-3432-A03A-EA9D0F296F6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33938" y="2463976"/>
                  <a:ext cx="444564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0F03EB59-0AED-B9C1-2CB8-3EF32B90D49D}"/>
                  </a:ext>
                </a:extLst>
              </p14:cNvPr>
              <p14:cNvContentPartPr/>
              <p14:nvPr/>
            </p14:nvContentPartPr>
            <p14:xfrm>
              <a:off x="9959818" y="2770696"/>
              <a:ext cx="407880" cy="2937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0F03EB59-0AED-B9C1-2CB8-3EF32B90D49D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951178" y="2761696"/>
                <a:ext cx="425520" cy="31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D9EEEB1-D29A-1386-D899-7073AE117099}"/>
              </a:ext>
            </a:extLst>
          </p:cNvPr>
          <p:cNvGrpSpPr/>
          <p:nvPr/>
        </p:nvGrpSpPr>
        <p:grpSpPr>
          <a:xfrm>
            <a:off x="7720258" y="2686096"/>
            <a:ext cx="4489920" cy="798480"/>
            <a:chOff x="7720258" y="2686096"/>
            <a:chExt cx="4489920" cy="79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E359DF0-E78F-611F-3839-58731E41E7B8}"/>
                    </a:ext>
                  </a:extLst>
                </p14:cNvPr>
                <p14:cNvContentPartPr/>
                <p14:nvPr/>
              </p14:nvContentPartPr>
              <p14:xfrm>
                <a:off x="8161618" y="2795896"/>
                <a:ext cx="199080" cy="441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E359DF0-E78F-611F-3839-58731E41E7B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52618" y="2786896"/>
                  <a:ext cx="2167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213EC0C-83EE-C283-8624-F2CDCFF8E617}"/>
                    </a:ext>
                  </a:extLst>
                </p14:cNvPr>
                <p14:cNvContentPartPr/>
                <p14:nvPr/>
              </p14:nvContentPartPr>
              <p14:xfrm>
                <a:off x="8349178" y="3130696"/>
                <a:ext cx="123840" cy="2415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213EC0C-83EE-C283-8624-F2CDCFF8E61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40538" y="3122056"/>
                  <a:ext cx="141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4889814-638C-8F47-04FD-DA3968ABE802}"/>
                    </a:ext>
                  </a:extLst>
                </p14:cNvPr>
                <p14:cNvContentPartPr/>
                <p14:nvPr/>
              </p14:nvContentPartPr>
              <p14:xfrm>
                <a:off x="8488138" y="2686096"/>
                <a:ext cx="70560" cy="1814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4889814-638C-8F47-04FD-DA3968ABE80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479498" y="2677456"/>
                  <a:ext cx="88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C3B0CB9-576E-E469-AD9C-926120D23FBB}"/>
                    </a:ext>
                  </a:extLst>
                </p14:cNvPr>
                <p14:cNvContentPartPr/>
                <p14:nvPr/>
              </p14:nvContentPartPr>
              <p14:xfrm>
                <a:off x="8577058" y="3244456"/>
                <a:ext cx="156600" cy="171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C3B0CB9-576E-E469-AD9C-926120D23FB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68418" y="3235456"/>
                  <a:ext cx="17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821914B-C753-98C8-14B5-A081CCE8DCC1}"/>
                    </a:ext>
                  </a:extLst>
                </p14:cNvPr>
                <p14:cNvContentPartPr/>
                <p14:nvPr/>
              </p14:nvContentPartPr>
              <p14:xfrm>
                <a:off x="9022378" y="3002176"/>
                <a:ext cx="110880" cy="6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821914B-C753-98C8-14B5-A081CCE8DCC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13738" y="2993536"/>
                  <a:ext cx="128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B7DCBFF-3BCA-D4E8-E4B2-05D0E4EB1310}"/>
                    </a:ext>
                  </a:extLst>
                </p14:cNvPr>
                <p14:cNvContentPartPr/>
                <p14:nvPr/>
              </p14:nvContentPartPr>
              <p14:xfrm>
                <a:off x="9023458" y="3002176"/>
                <a:ext cx="360" cy="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B7DCBFF-3BCA-D4E8-E4B2-05D0E4EB131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14818" y="2993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33AB189-F9FA-B9AC-C8C2-961D8A37856B}"/>
                    </a:ext>
                  </a:extLst>
                </p14:cNvPr>
                <p14:cNvContentPartPr/>
                <p14:nvPr/>
              </p14:nvContentPartPr>
              <p14:xfrm>
                <a:off x="9023458" y="3002176"/>
                <a:ext cx="111240" cy="112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33AB189-F9FA-B9AC-C8C2-961D8A37856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014818" y="2993536"/>
                  <a:ext cx="128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0BDF766-01C8-5D4D-51CD-8C79EAD10E50}"/>
                    </a:ext>
                  </a:extLst>
                </p14:cNvPr>
                <p14:cNvContentPartPr/>
                <p14:nvPr/>
              </p14:nvContentPartPr>
              <p14:xfrm>
                <a:off x="9399658" y="2854936"/>
                <a:ext cx="76680" cy="268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0BDF766-01C8-5D4D-51CD-8C79EAD10E5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390658" y="2845936"/>
                  <a:ext cx="94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8F34AB6-02C9-76B7-5A54-62FC921BF57E}"/>
                    </a:ext>
                  </a:extLst>
                </p14:cNvPr>
                <p14:cNvContentPartPr/>
                <p14:nvPr/>
              </p14:nvContentPartPr>
              <p14:xfrm>
                <a:off x="9561658" y="2826136"/>
                <a:ext cx="150480" cy="281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8F34AB6-02C9-76B7-5A54-62FC921BF57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552658" y="2817136"/>
                  <a:ext cx="1681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144D253-D4D9-25DC-BA45-C24389AD5776}"/>
                    </a:ext>
                  </a:extLst>
                </p14:cNvPr>
                <p14:cNvContentPartPr/>
                <p14:nvPr/>
              </p14:nvContentPartPr>
              <p14:xfrm>
                <a:off x="9770818" y="2782936"/>
                <a:ext cx="115200" cy="278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144D253-D4D9-25DC-BA45-C24389AD577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761818" y="2773936"/>
                  <a:ext cx="1328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150235-3408-EDC7-2545-400EFA34677B}"/>
                    </a:ext>
                  </a:extLst>
                </p14:cNvPr>
                <p14:cNvContentPartPr/>
                <p14:nvPr/>
              </p14:nvContentPartPr>
              <p14:xfrm>
                <a:off x="7720258" y="3399976"/>
                <a:ext cx="4489920" cy="84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150235-3408-EDC7-2545-400EFA34677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711618" y="3390976"/>
                  <a:ext cx="450756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643C1C7-FFC7-B522-30A5-28FEF2E5D7CC}"/>
              </a:ext>
            </a:extLst>
          </p:cNvPr>
          <p:cNvGrpSpPr/>
          <p:nvPr/>
        </p:nvGrpSpPr>
        <p:grpSpPr>
          <a:xfrm>
            <a:off x="8697298" y="3498256"/>
            <a:ext cx="2375640" cy="565920"/>
            <a:chOff x="8697298" y="3498256"/>
            <a:chExt cx="237564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A79727B-8988-879C-89B1-D5897521826F}"/>
                    </a:ext>
                  </a:extLst>
                </p14:cNvPr>
                <p14:cNvContentPartPr/>
                <p14:nvPr/>
              </p14:nvContentPartPr>
              <p14:xfrm>
                <a:off x="8697298" y="3535696"/>
                <a:ext cx="225000" cy="284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A79727B-8988-879C-89B1-D5897521826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688298" y="3526696"/>
                  <a:ext cx="242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FB181EA-B277-DCD1-3BB3-FC31F8A205A1}"/>
                    </a:ext>
                  </a:extLst>
                </p14:cNvPr>
                <p14:cNvContentPartPr/>
                <p14:nvPr/>
              </p14:nvContentPartPr>
              <p14:xfrm>
                <a:off x="8985658" y="3767896"/>
                <a:ext cx="79200" cy="228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FB181EA-B277-DCD1-3BB3-FC31F8A205A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977018" y="3758896"/>
                  <a:ext cx="96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A500449-07FC-BB43-57AD-29F2B2E9BA33}"/>
                    </a:ext>
                  </a:extLst>
                </p14:cNvPr>
                <p14:cNvContentPartPr/>
                <p14:nvPr/>
              </p14:nvContentPartPr>
              <p14:xfrm>
                <a:off x="9252778" y="3498256"/>
                <a:ext cx="75240" cy="139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A500449-07FC-BB43-57AD-29F2B2E9BA3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244138" y="3489256"/>
                  <a:ext cx="92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9FC5112-8930-F435-318C-4BA859DB676E}"/>
                    </a:ext>
                  </a:extLst>
                </p14:cNvPr>
                <p14:cNvContentPartPr/>
                <p14:nvPr/>
              </p14:nvContentPartPr>
              <p14:xfrm>
                <a:off x="9220018" y="3853576"/>
                <a:ext cx="105840" cy="210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9FC5112-8930-F435-318C-4BA859DB676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211018" y="3844576"/>
                  <a:ext cx="123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B61E432-DF1F-B7AE-6CB4-DA65A948CB3F}"/>
                    </a:ext>
                  </a:extLst>
                </p14:cNvPr>
                <p14:cNvContentPartPr/>
                <p14:nvPr/>
              </p14:nvContentPartPr>
              <p14:xfrm>
                <a:off x="9655618" y="3690496"/>
                <a:ext cx="106560" cy="1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B61E432-DF1F-B7AE-6CB4-DA65A948CB3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646618" y="3681856"/>
                  <a:ext cx="12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1A234D1-C5EF-AB1C-B272-54E5AF20D1A9}"/>
                    </a:ext>
                  </a:extLst>
                </p14:cNvPr>
                <p14:cNvContentPartPr/>
                <p14:nvPr/>
              </p14:nvContentPartPr>
              <p14:xfrm>
                <a:off x="9630778" y="3690496"/>
                <a:ext cx="90720" cy="100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1A234D1-C5EF-AB1C-B272-54E5AF20D1A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621778" y="3681856"/>
                  <a:ext cx="1083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6A31F98-4FA4-22CE-5681-FD56BFF02EA5}"/>
                    </a:ext>
                  </a:extLst>
                </p14:cNvPr>
                <p14:cNvContentPartPr/>
                <p14:nvPr/>
              </p14:nvContentPartPr>
              <p14:xfrm>
                <a:off x="9928498" y="3625336"/>
                <a:ext cx="212760" cy="283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6A31F98-4FA4-22CE-5681-FD56BFF02EA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919858" y="3616336"/>
                  <a:ext cx="230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2865D1B-DC8F-3881-863B-13148ECC8F0A}"/>
                    </a:ext>
                  </a:extLst>
                </p14:cNvPr>
                <p14:cNvContentPartPr/>
                <p14:nvPr/>
              </p14:nvContentPartPr>
              <p14:xfrm>
                <a:off x="10257538" y="3600496"/>
                <a:ext cx="5400" cy="351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2865D1B-DC8F-3881-863B-13148ECC8F0A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248898" y="3591856"/>
                  <a:ext cx="230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BE2EF3E-F2F5-87BC-CC98-07F292BAAEE4}"/>
                    </a:ext>
                  </a:extLst>
                </p14:cNvPr>
                <p14:cNvContentPartPr/>
                <p14:nvPr/>
              </p14:nvContentPartPr>
              <p14:xfrm>
                <a:off x="10367338" y="3549376"/>
                <a:ext cx="170640" cy="3906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BE2EF3E-F2F5-87BC-CC98-07F292BAAEE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358338" y="3540736"/>
                  <a:ext cx="1882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48A44BD-FA95-C4C5-E1B2-0A5C365D57C6}"/>
                    </a:ext>
                  </a:extLst>
                </p14:cNvPr>
                <p14:cNvContentPartPr/>
                <p14:nvPr/>
              </p14:nvContentPartPr>
              <p14:xfrm>
                <a:off x="10643458" y="3690856"/>
                <a:ext cx="429480" cy="2491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48A44BD-FA95-C4C5-E1B2-0A5C365D57C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634818" y="3682216"/>
                  <a:ext cx="44712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E910072F-0EC4-B711-867E-D12AF0DB5B8D}"/>
                  </a:ext>
                </a:extLst>
              </p14:cNvPr>
              <p14:cNvContentPartPr/>
              <p14:nvPr/>
            </p14:nvContentPartPr>
            <p14:xfrm>
              <a:off x="9421618" y="4374136"/>
              <a:ext cx="2848680" cy="907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E910072F-0EC4-B711-867E-D12AF0DB5B8D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9412618" y="4365136"/>
                <a:ext cx="286632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9BCF42E-8203-26AB-5D1B-2CE1465FAD53}"/>
              </a:ext>
            </a:extLst>
          </p:cNvPr>
          <p:cNvGrpSpPr/>
          <p:nvPr/>
        </p:nvGrpSpPr>
        <p:grpSpPr>
          <a:xfrm>
            <a:off x="9588298" y="4524976"/>
            <a:ext cx="2080800" cy="772200"/>
            <a:chOff x="9588298" y="4524976"/>
            <a:chExt cx="2080800" cy="77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045D01C-891E-EA1E-D893-F9E5EABD62AB}"/>
                    </a:ext>
                  </a:extLst>
                </p14:cNvPr>
                <p14:cNvContentPartPr/>
                <p14:nvPr/>
              </p14:nvContentPartPr>
              <p14:xfrm>
                <a:off x="9588298" y="4564216"/>
                <a:ext cx="3600" cy="4788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045D01C-891E-EA1E-D893-F9E5EABD62A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583978" y="4559896"/>
                  <a:ext cx="122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FFF2C1E-5341-2B52-5314-356D162D7583}"/>
                    </a:ext>
                  </a:extLst>
                </p14:cNvPr>
                <p14:cNvContentPartPr/>
                <p14:nvPr/>
              </p14:nvContentPartPr>
              <p14:xfrm>
                <a:off x="9601978" y="4563856"/>
                <a:ext cx="198000" cy="385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FFF2C1E-5341-2B52-5314-356D162D758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597658" y="4559536"/>
                  <a:ext cx="2066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59AC95F-D5FB-2842-4387-A9A39FAF59EB}"/>
                    </a:ext>
                  </a:extLst>
                </p14:cNvPr>
                <p14:cNvContentPartPr/>
                <p14:nvPr/>
              </p14:nvContentPartPr>
              <p14:xfrm>
                <a:off x="9830218" y="4923136"/>
                <a:ext cx="52200" cy="228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59AC95F-D5FB-2842-4387-A9A39FAF59E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825898" y="4918816"/>
                  <a:ext cx="60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CE05A44-7A23-F6B1-2DC8-BFCAE28C8C01}"/>
                    </a:ext>
                  </a:extLst>
                </p14:cNvPr>
                <p14:cNvContentPartPr/>
                <p14:nvPr/>
              </p14:nvContentPartPr>
              <p14:xfrm>
                <a:off x="10022458" y="4524976"/>
                <a:ext cx="76680" cy="159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CE05A44-7A23-F6B1-2DC8-BFCAE28C8C0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018138" y="4520656"/>
                  <a:ext cx="85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2208418-1BED-CE6B-5700-C05E812BDFA3}"/>
                    </a:ext>
                  </a:extLst>
                </p14:cNvPr>
                <p14:cNvContentPartPr/>
                <p14:nvPr/>
              </p14:nvContentPartPr>
              <p14:xfrm>
                <a:off x="10037938" y="4991176"/>
                <a:ext cx="101880" cy="194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2208418-1BED-CE6B-5700-C05E812BDFA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033618" y="4986856"/>
                  <a:ext cx="110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7BB26E9-1EF2-ABB0-2747-FFBDF5858B1A}"/>
                    </a:ext>
                  </a:extLst>
                </p14:cNvPr>
                <p14:cNvContentPartPr/>
                <p14:nvPr/>
              </p14:nvContentPartPr>
              <p14:xfrm>
                <a:off x="10154938" y="4997296"/>
                <a:ext cx="9720" cy="299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7BB26E9-1EF2-ABB0-2747-FFBDF5858B1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150618" y="4992976"/>
                  <a:ext cx="183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563D7BB-D9EA-BC88-FD26-5F4E1E05A9D3}"/>
                    </a:ext>
                  </a:extLst>
                </p14:cNvPr>
                <p14:cNvContentPartPr/>
                <p14:nvPr/>
              </p14:nvContentPartPr>
              <p14:xfrm>
                <a:off x="10340698" y="4774816"/>
                <a:ext cx="78480" cy="11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563D7BB-D9EA-BC88-FD26-5F4E1E05A9D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336378" y="4770496"/>
                  <a:ext cx="87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180E8FA-5941-11FC-A1EE-95A58E84E306}"/>
                    </a:ext>
                  </a:extLst>
                </p14:cNvPr>
                <p14:cNvContentPartPr/>
                <p14:nvPr/>
              </p14:nvContentPartPr>
              <p14:xfrm>
                <a:off x="10307938" y="4668256"/>
                <a:ext cx="129960" cy="24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180E8FA-5941-11FC-A1EE-95A58E84E30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303618" y="4663936"/>
                  <a:ext cx="138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5B0750B-77E9-0744-A60F-16071230AAE3}"/>
                    </a:ext>
                  </a:extLst>
                </p14:cNvPr>
                <p14:cNvContentPartPr/>
                <p14:nvPr/>
              </p14:nvContentPartPr>
              <p14:xfrm>
                <a:off x="10608898" y="4603096"/>
                <a:ext cx="173880" cy="265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5B0750B-77E9-0744-A60F-16071230AAE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604578" y="4598776"/>
                  <a:ext cx="182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7B61A03-C544-3565-A123-B36BD3F0FADE}"/>
                    </a:ext>
                  </a:extLst>
                </p14:cNvPr>
                <p14:cNvContentPartPr/>
                <p14:nvPr/>
              </p14:nvContentPartPr>
              <p14:xfrm>
                <a:off x="10858738" y="4569256"/>
                <a:ext cx="136440" cy="270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7B61A03-C544-3565-A123-B36BD3F0FAD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854418" y="4564936"/>
                  <a:ext cx="145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7C877A4-CA03-B448-E5D7-1267569BFCBE}"/>
                    </a:ext>
                  </a:extLst>
                </p14:cNvPr>
                <p14:cNvContentPartPr/>
                <p14:nvPr/>
              </p14:nvContentPartPr>
              <p14:xfrm>
                <a:off x="11058538" y="4582216"/>
                <a:ext cx="122400" cy="2649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7C877A4-CA03-B448-E5D7-1267569BFCB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054218" y="4577896"/>
                  <a:ext cx="1310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CF74C00-DF20-8588-F79F-34772D45C86C}"/>
                    </a:ext>
                  </a:extLst>
                </p14:cNvPr>
                <p14:cNvContentPartPr/>
                <p14:nvPr/>
              </p14:nvContentPartPr>
              <p14:xfrm>
                <a:off x="11281738" y="4590496"/>
                <a:ext cx="387360" cy="2455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CF74C00-DF20-8588-F79F-34772D45C86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277418" y="4586176"/>
                  <a:ext cx="39600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8A3A1E67-C813-4453-22FC-B0EE38DF6342}"/>
                  </a:ext>
                </a:extLst>
              </p14:cNvPr>
              <p14:cNvContentPartPr/>
              <p14:nvPr/>
            </p14:nvContentPartPr>
            <p14:xfrm>
              <a:off x="9380938" y="5361976"/>
              <a:ext cx="2758680" cy="720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8A3A1E67-C813-4453-22FC-B0EE38DF6342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371938" y="5353336"/>
                <a:ext cx="277632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46D78B3-08FD-5C16-1F7E-BD151DCDC4D5}"/>
              </a:ext>
            </a:extLst>
          </p:cNvPr>
          <p:cNvGrpSpPr/>
          <p:nvPr/>
        </p:nvGrpSpPr>
        <p:grpSpPr>
          <a:xfrm>
            <a:off x="11406658" y="1291456"/>
            <a:ext cx="5040" cy="35640"/>
            <a:chOff x="11406658" y="1291456"/>
            <a:chExt cx="5040" cy="3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E397B6-C078-026C-D9FB-B084F9C757D9}"/>
                    </a:ext>
                  </a:extLst>
                </p14:cNvPr>
                <p14:cNvContentPartPr/>
                <p14:nvPr/>
              </p14:nvContentPartPr>
              <p14:xfrm>
                <a:off x="11406658" y="1320976"/>
                <a:ext cx="360" cy="6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E397B6-C078-026C-D9FB-B084F9C757D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398018" y="1311976"/>
                  <a:ext cx="18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B8DD8C1-861B-9462-10A6-27C9624D8D22}"/>
                    </a:ext>
                  </a:extLst>
                </p14:cNvPr>
                <p14:cNvContentPartPr/>
                <p14:nvPr/>
              </p14:nvContentPartPr>
              <p14:xfrm>
                <a:off x="11406658" y="1291456"/>
                <a:ext cx="5040" cy="35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B8DD8C1-861B-9462-10A6-27C9624D8D2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398018" y="1282816"/>
                  <a:ext cx="2268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896246B-1B56-47A3-5F6E-8BA65A1358A7}"/>
              </a:ext>
            </a:extLst>
          </p:cNvPr>
          <p:cNvGrpSpPr/>
          <p:nvPr/>
        </p:nvGrpSpPr>
        <p:grpSpPr>
          <a:xfrm>
            <a:off x="5791018" y="5673736"/>
            <a:ext cx="1074600" cy="288360"/>
            <a:chOff x="5791018" y="5673736"/>
            <a:chExt cx="107460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CD46C54-05FA-3400-ADEE-27B9943FD76F}"/>
                    </a:ext>
                  </a:extLst>
                </p14:cNvPr>
                <p14:cNvContentPartPr/>
                <p14:nvPr/>
              </p14:nvContentPartPr>
              <p14:xfrm>
                <a:off x="5791018" y="5821336"/>
                <a:ext cx="144000" cy="162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CD46C54-05FA-3400-ADEE-27B9943FD76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782378" y="5812696"/>
                  <a:ext cx="161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51D2ACB-03FC-DDE4-3B97-870B0AE03949}"/>
                    </a:ext>
                  </a:extLst>
                </p14:cNvPr>
                <p14:cNvContentPartPr/>
                <p14:nvPr/>
              </p14:nvContentPartPr>
              <p14:xfrm>
                <a:off x="5870938" y="5756896"/>
                <a:ext cx="95400" cy="142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51D2ACB-03FC-DDE4-3B97-870B0AE0394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861938" y="5747896"/>
                  <a:ext cx="113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F35264E-6166-664D-4AAE-5CD655292664}"/>
                    </a:ext>
                  </a:extLst>
                </p14:cNvPr>
                <p14:cNvContentPartPr/>
                <p14:nvPr/>
              </p14:nvContentPartPr>
              <p14:xfrm>
                <a:off x="6062458" y="5692816"/>
                <a:ext cx="117720" cy="205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F35264E-6166-664D-4AAE-5CD65529266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053458" y="5683816"/>
                  <a:ext cx="135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66DD9A2-4E1B-A654-D81C-53A761BCAB82}"/>
                    </a:ext>
                  </a:extLst>
                </p14:cNvPr>
                <p14:cNvContentPartPr/>
                <p14:nvPr/>
              </p14:nvContentPartPr>
              <p14:xfrm>
                <a:off x="6214018" y="5852296"/>
                <a:ext cx="17640" cy="109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66DD9A2-4E1B-A654-D81C-53A761BCAB8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205378" y="5843296"/>
                  <a:ext cx="35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9A2A749-C378-BEB5-2C9C-E7D0DD7CF782}"/>
                    </a:ext>
                  </a:extLst>
                </p14:cNvPr>
                <p14:cNvContentPartPr/>
                <p14:nvPr/>
              </p14:nvContentPartPr>
              <p14:xfrm>
                <a:off x="6319858" y="5718736"/>
                <a:ext cx="90000" cy="167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9A2A749-C378-BEB5-2C9C-E7D0DD7CF78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310858" y="5709736"/>
                  <a:ext cx="107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8414A37-2AA6-2D08-7B6D-D30666DDEEF1}"/>
                    </a:ext>
                  </a:extLst>
                </p14:cNvPr>
                <p14:cNvContentPartPr/>
                <p14:nvPr/>
              </p14:nvContentPartPr>
              <p14:xfrm>
                <a:off x="6468538" y="5673736"/>
                <a:ext cx="130680" cy="232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8414A37-2AA6-2D08-7B6D-D30666DDEEF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459898" y="5664736"/>
                  <a:ext cx="1483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59245FB-846C-79A5-A3EA-FB13597ACDCD}"/>
                    </a:ext>
                  </a:extLst>
                </p14:cNvPr>
                <p14:cNvContentPartPr/>
                <p14:nvPr/>
              </p14:nvContentPartPr>
              <p14:xfrm>
                <a:off x="6680938" y="5699656"/>
                <a:ext cx="184680" cy="2008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59245FB-846C-79A5-A3EA-FB13597ACDC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671938" y="5691016"/>
                  <a:ext cx="20232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0ADB5EAE-C9A2-D405-9304-BC9BED1E2885}"/>
                  </a:ext>
                </a:extLst>
              </p14:cNvPr>
              <p14:cNvContentPartPr/>
              <p14:nvPr/>
            </p14:nvContentPartPr>
            <p14:xfrm>
              <a:off x="7107538" y="5777776"/>
              <a:ext cx="221040" cy="612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0ADB5EAE-C9A2-D405-9304-BC9BED1E2885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098898" y="5769136"/>
                <a:ext cx="238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8BD0A1EF-22F1-D076-6537-67D37F31D2DD}"/>
                  </a:ext>
                </a:extLst>
              </p14:cNvPr>
              <p14:cNvContentPartPr/>
              <p14:nvPr/>
            </p14:nvContentPartPr>
            <p14:xfrm>
              <a:off x="7286458" y="5704696"/>
              <a:ext cx="100440" cy="1573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8BD0A1EF-22F1-D076-6537-67D37F31D2DD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7277458" y="5696056"/>
                <a:ext cx="1180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E8616B64-6B12-F5AC-8296-C92CAEC573CD}"/>
                  </a:ext>
                </a:extLst>
              </p14:cNvPr>
              <p14:cNvContentPartPr/>
              <p14:nvPr/>
            </p14:nvContentPartPr>
            <p14:xfrm>
              <a:off x="7819978" y="5724496"/>
              <a:ext cx="32760" cy="3132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E8616B64-6B12-F5AC-8296-C92CAEC573CD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7811338" y="5715496"/>
                <a:ext cx="50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3F4C5893-218D-EE26-3C14-925887FBD1ED}"/>
                  </a:ext>
                </a:extLst>
              </p14:cNvPr>
              <p14:cNvContentPartPr/>
              <p14:nvPr/>
            </p14:nvContentPartPr>
            <p14:xfrm>
              <a:off x="8451418" y="5678056"/>
              <a:ext cx="290160" cy="396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3F4C5893-218D-EE26-3C14-925887FBD1ED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8442418" y="5669416"/>
                <a:ext cx="3078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74CC51C0-3114-6366-64D5-94CEEDCD816B}"/>
                  </a:ext>
                </a:extLst>
              </p14:cNvPr>
              <p14:cNvContentPartPr/>
              <p14:nvPr/>
            </p14:nvContentPartPr>
            <p14:xfrm>
              <a:off x="8659858" y="5627656"/>
              <a:ext cx="121320" cy="2023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74CC51C0-3114-6366-64D5-94CEEDCD816B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651218" y="5619016"/>
                <a:ext cx="1389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EF465BBC-FB64-D2F3-72E3-053CBC80E492}"/>
                  </a:ext>
                </a:extLst>
              </p14:cNvPr>
              <p14:cNvContentPartPr/>
              <p14:nvPr/>
            </p14:nvContentPartPr>
            <p14:xfrm>
              <a:off x="9051178" y="5569696"/>
              <a:ext cx="129240" cy="2116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EF465BBC-FB64-D2F3-72E3-053CBC80E492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042178" y="5561056"/>
                <a:ext cx="1468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D0005B9C-3C93-1BFD-8F83-9657BAD3C464}"/>
                  </a:ext>
                </a:extLst>
              </p14:cNvPr>
              <p14:cNvContentPartPr/>
              <p14:nvPr/>
            </p14:nvContentPartPr>
            <p14:xfrm>
              <a:off x="9277978" y="5584096"/>
              <a:ext cx="148680" cy="2563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D0005B9C-3C93-1BFD-8F83-9657BAD3C464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9268978" y="5575096"/>
                <a:ext cx="1663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3D362962-A772-543A-D1B0-28D4D481F303}"/>
                  </a:ext>
                </a:extLst>
              </p14:cNvPr>
              <p14:cNvContentPartPr/>
              <p14:nvPr/>
            </p14:nvContentPartPr>
            <p14:xfrm>
              <a:off x="9607018" y="5469616"/>
              <a:ext cx="48960" cy="5724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3D362962-A772-543A-D1B0-28D4D481F303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9598378" y="5460616"/>
                <a:ext cx="666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D2A85F92-2FE2-1E85-B559-41809033BFA4}"/>
                  </a:ext>
                </a:extLst>
              </p14:cNvPr>
              <p14:cNvContentPartPr/>
              <p14:nvPr/>
            </p14:nvContentPartPr>
            <p14:xfrm>
              <a:off x="9568138" y="5509576"/>
              <a:ext cx="212760" cy="3474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D2A85F92-2FE2-1E85-B559-41809033BFA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9559498" y="5500576"/>
                <a:ext cx="23040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536D382B-0B2D-25EC-43AC-86921B98AE39}"/>
                  </a:ext>
                </a:extLst>
              </p14:cNvPr>
              <p14:cNvContentPartPr/>
              <p14:nvPr/>
            </p14:nvContentPartPr>
            <p14:xfrm>
              <a:off x="9758578" y="5687416"/>
              <a:ext cx="50400" cy="1242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536D382B-0B2D-25EC-43AC-86921B98AE39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9749578" y="5678776"/>
                <a:ext cx="680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A1D6D865-89A6-C2C8-D511-CA98F39C358C}"/>
                  </a:ext>
                </a:extLst>
              </p14:cNvPr>
              <p14:cNvContentPartPr/>
              <p14:nvPr/>
            </p14:nvContentPartPr>
            <p14:xfrm>
              <a:off x="10140178" y="5549896"/>
              <a:ext cx="135360" cy="2912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A1D6D865-89A6-C2C8-D511-CA98F39C358C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10131178" y="5541256"/>
                <a:ext cx="15300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4371DB5D-91AA-83B4-2E76-3DD498E1C6E8}"/>
                  </a:ext>
                </a:extLst>
              </p14:cNvPr>
              <p14:cNvContentPartPr/>
              <p14:nvPr/>
            </p14:nvContentPartPr>
            <p14:xfrm>
              <a:off x="10296418" y="5636656"/>
              <a:ext cx="119160" cy="16848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4371DB5D-91AA-83B4-2E76-3DD498E1C6E8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10287778" y="5627656"/>
                <a:ext cx="1368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EB6F8DBF-ECB4-F824-1C52-9C740E56304F}"/>
                  </a:ext>
                </a:extLst>
              </p14:cNvPr>
              <p14:cNvContentPartPr/>
              <p14:nvPr/>
            </p14:nvContentPartPr>
            <p14:xfrm>
              <a:off x="10434298" y="5645296"/>
              <a:ext cx="141120" cy="1803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EB6F8DBF-ECB4-F824-1C52-9C740E56304F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10425658" y="5636656"/>
                <a:ext cx="1587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FAC46076-3C8B-5085-6298-4CEEE11D8856}"/>
                  </a:ext>
                </a:extLst>
              </p14:cNvPr>
              <p14:cNvContentPartPr/>
              <p14:nvPr/>
            </p14:nvContentPartPr>
            <p14:xfrm>
              <a:off x="10607458" y="5633056"/>
              <a:ext cx="99000" cy="1944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FAC46076-3C8B-5085-6298-4CEEE11D8856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10598818" y="5624416"/>
                <a:ext cx="1166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764BB9F2-C396-9E88-53AB-43659485F988}"/>
                  </a:ext>
                </a:extLst>
              </p14:cNvPr>
              <p14:cNvContentPartPr/>
              <p14:nvPr/>
            </p14:nvContentPartPr>
            <p14:xfrm>
              <a:off x="10810498" y="5620456"/>
              <a:ext cx="209520" cy="1926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764BB9F2-C396-9E88-53AB-43659485F988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10801498" y="5611816"/>
                <a:ext cx="2271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72CF3F3C-A8F5-4CD7-48CA-2C6F915517AE}"/>
                  </a:ext>
                </a:extLst>
              </p14:cNvPr>
              <p14:cNvContentPartPr/>
              <p14:nvPr/>
            </p14:nvContentPartPr>
            <p14:xfrm>
              <a:off x="5891098" y="6530536"/>
              <a:ext cx="314280" cy="2221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72CF3F3C-A8F5-4CD7-48CA-2C6F915517AE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5882098" y="6521896"/>
                <a:ext cx="33192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54B62810-6852-A3EB-D7CB-12BD475498DF}"/>
              </a:ext>
            </a:extLst>
          </p:cNvPr>
          <p:cNvGrpSpPr/>
          <p:nvPr/>
        </p:nvGrpSpPr>
        <p:grpSpPr>
          <a:xfrm>
            <a:off x="5750698" y="6071536"/>
            <a:ext cx="438840" cy="137880"/>
            <a:chOff x="5750698" y="6071536"/>
            <a:chExt cx="43884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60DA1FA-2EAF-7CE8-91BF-4FC4CA48A7E8}"/>
                    </a:ext>
                  </a:extLst>
                </p14:cNvPr>
                <p14:cNvContentPartPr/>
                <p14:nvPr/>
              </p14:nvContentPartPr>
              <p14:xfrm>
                <a:off x="5750698" y="6081256"/>
                <a:ext cx="263880" cy="1281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60DA1FA-2EAF-7CE8-91BF-4FC4CA48A7E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741698" y="6072256"/>
                  <a:ext cx="281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EE8A79E-B65F-2E45-C5E0-AD46826D3FF9}"/>
                    </a:ext>
                  </a:extLst>
                </p14:cNvPr>
                <p14:cNvContentPartPr/>
                <p14:nvPr/>
              </p14:nvContentPartPr>
              <p14:xfrm>
                <a:off x="6171898" y="6071536"/>
                <a:ext cx="17640" cy="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EE8A79E-B65F-2E45-C5E0-AD46826D3FF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162898" y="6062536"/>
                  <a:ext cx="352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B95E6F4D-C8FE-BFE8-E181-0ED03B259166}"/>
              </a:ext>
            </a:extLst>
          </p:cNvPr>
          <p:cNvGrpSpPr/>
          <p:nvPr/>
        </p:nvGrpSpPr>
        <p:grpSpPr>
          <a:xfrm>
            <a:off x="6259378" y="6517936"/>
            <a:ext cx="677880" cy="326520"/>
            <a:chOff x="6259378" y="6517936"/>
            <a:chExt cx="6778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B244CC5-EABC-8AB1-3CFF-07E29C8BAEB1}"/>
                    </a:ext>
                  </a:extLst>
                </p14:cNvPr>
                <p14:cNvContentPartPr/>
                <p14:nvPr/>
              </p14:nvContentPartPr>
              <p14:xfrm>
                <a:off x="6259378" y="6517936"/>
                <a:ext cx="115920" cy="205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B244CC5-EABC-8AB1-3CFF-07E29C8BAEB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250378" y="6509296"/>
                  <a:ext cx="133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FC887F3-6393-922E-D731-C41FB7823F24}"/>
                    </a:ext>
                  </a:extLst>
                </p14:cNvPr>
                <p14:cNvContentPartPr/>
                <p14:nvPr/>
              </p14:nvContentPartPr>
              <p14:xfrm>
                <a:off x="6412378" y="6754096"/>
                <a:ext cx="29880" cy="903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FC887F3-6393-922E-D731-C41FB7823F2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403378" y="6745096"/>
                  <a:ext cx="47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E31B98E-A53D-CA85-3D4E-540F9A803DE3}"/>
                    </a:ext>
                  </a:extLst>
                </p14:cNvPr>
                <p14:cNvContentPartPr/>
                <p14:nvPr/>
              </p14:nvContentPartPr>
              <p14:xfrm>
                <a:off x="6540178" y="6551776"/>
                <a:ext cx="11160" cy="1803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E31B98E-A53D-CA85-3D4E-540F9A803DE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531538" y="6542776"/>
                  <a:ext cx="28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FB1C0CA-84DA-FE01-2975-553FD6608FAA}"/>
                    </a:ext>
                  </a:extLst>
                </p14:cNvPr>
                <p14:cNvContentPartPr/>
                <p14:nvPr/>
              </p14:nvContentPartPr>
              <p14:xfrm>
                <a:off x="6540178" y="6581296"/>
                <a:ext cx="360" cy="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FB1C0CA-84DA-FE01-2975-553FD6608FA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531538" y="65722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28EEDE1-4EC6-3292-2738-9BB494DB1F92}"/>
                    </a:ext>
                  </a:extLst>
                </p14:cNvPr>
                <p14:cNvContentPartPr/>
                <p14:nvPr/>
              </p14:nvContentPartPr>
              <p14:xfrm>
                <a:off x="6540178" y="6549256"/>
                <a:ext cx="201600" cy="1206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28EEDE1-4EC6-3292-2738-9BB494DB1F9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531538" y="6540256"/>
                  <a:ext cx="219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57C21C3-134A-E836-F2B7-132126CAD87F}"/>
                    </a:ext>
                  </a:extLst>
                </p14:cNvPr>
                <p14:cNvContentPartPr/>
                <p14:nvPr/>
              </p14:nvContentPartPr>
              <p14:xfrm>
                <a:off x="6737098" y="6568696"/>
                <a:ext cx="5040" cy="2041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57C21C3-134A-E836-F2B7-132126CAD87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728098" y="6559696"/>
                  <a:ext cx="22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8CED093-7330-74A3-2F2A-F407A9E1C21A}"/>
                    </a:ext>
                  </a:extLst>
                </p14:cNvPr>
                <p14:cNvContentPartPr/>
                <p14:nvPr/>
              </p14:nvContentPartPr>
              <p14:xfrm>
                <a:off x="6850858" y="6553216"/>
                <a:ext cx="59400" cy="131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8CED093-7330-74A3-2F2A-F407A9E1C21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842218" y="6544216"/>
                  <a:ext cx="77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A62BE0C-9994-B69D-1309-94306EA7F42C}"/>
                    </a:ext>
                  </a:extLst>
                </p14:cNvPr>
                <p14:cNvContentPartPr/>
                <p14:nvPr/>
              </p14:nvContentPartPr>
              <p14:xfrm>
                <a:off x="6850858" y="6536656"/>
                <a:ext cx="86400" cy="269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A62BE0C-9994-B69D-1309-94306EA7F42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842218" y="6528016"/>
                  <a:ext cx="10404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BA02DC94-617B-058D-82E4-28EB8078F9E5}"/>
              </a:ext>
            </a:extLst>
          </p:cNvPr>
          <p:cNvGrpSpPr/>
          <p:nvPr/>
        </p:nvGrpSpPr>
        <p:grpSpPr>
          <a:xfrm>
            <a:off x="7158298" y="6534496"/>
            <a:ext cx="713880" cy="250920"/>
            <a:chOff x="7158298" y="6534496"/>
            <a:chExt cx="71388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64EB717-1EB1-A64A-A83A-8D287B44A397}"/>
                    </a:ext>
                  </a:extLst>
                </p14:cNvPr>
                <p14:cNvContentPartPr/>
                <p14:nvPr/>
              </p14:nvContentPartPr>
              <p14:xfrm>
                <a:off x="7158298" y="6534496"/>
                <a:ext cx="190800" cy="1980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64EB717-1EB1-A64A-A83A-8D287B44A39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149658" y="6525496"/>
                  <a:ext cx="208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F185464-7CCB-67B5-02F7-C3B7E8FD0028}"/>
                    </a:ext>
                  </a:extLst>
                </p14:cNvPr>
                <p14:cNvContentPartPr/>
                <p14:nvPr/>
              </p14:nvContentPartPr>
              <p14:xfrm>
                <a:off x="7523338" y="6616936"/>
                <a:ext cx="348840" cy="168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F185464-7CCB-67B5-02F7-C3B7E8FD002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514698" y="6608296"/>
                  <a:ext cx="3664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CE18A610-FD45-1A60-EEE8-EC1959B5DCFB}"/>
              </a:ext>
            </a:extLst>
          </p:cNvPr>
          <p:cNvGrpSpPr/>
          <p:nvPr/>
        </p:nvGrpSpPr>
        <p:grpSpPr>
          <a:xfrm>
            <a:off x="8039578" y="6540256"/>
            <a:ext cx="710280" cy="311400"/>
            <a:chOff x="8039578" y="6540256"/>
            <a:chExt cx="71028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AEFB3AD-AB20-1C30-2EFB-05098AF2EA80}"/>
                    </a:ext>
                  </a:extLst>
                </p14:cNvPr>
                <p14:cNvContentPartPr/>
                <p14:nvPr/>
              </p14:nvContentPartPr>
              <p14:xfrm>
                <a:off x="8039578" y="6540256"/>
                <a:ext cx="128520" cy="214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AEFB3AD-AB20-1C30-2EFB-05098AF2EA8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030578" y="6531616"/>
                  <a:ext cx="146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34C5896-CF9F-2E37-BC6B-53919A4C1FFD}"/>
                    </a:ext>
                  </a:extLst>
                </p14:cNvPr>
                <p14:cNvContentPartPr/>
                <p14:nvPr/>
              </p14:nvContentPartPr>
              <p14:xfrm>
                <a:off x="8241538" y="6744376"/>
                <a:ext cx="22320" cy="107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34C5896-CF9F-2E37-BC6B-53919A4C1FF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232898" y="6735376"/>
                  <a:ext cx="39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AA49BF1-07DD-3137-739A-5798BCB2DB7C}"/>
                    </a:ext>
                  </a:extLst>
                </p14:cNvPr>
                <p14:cNvContentPartPr/>
                <p14:nvPr/>
              </p14:nvContentPartPr>
              <p14:xfrm>
                <a:off x="8375818" y="6545656"/>
                <a:ext cx="19080" cy="219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AA49BF1-07DD-3137-739A-5798BCB2DB7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366818" y="6537016"/>
                  <a:ext cx="36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C2A8541-A2BB-6280-4426-6AC5140AE7C2}"/>
                    </a:ext>
                  </a:extLst>
                </p14:cNvPr>
                <p14:cNvContentPartPr/>
                <p14:nvPr/>
              </p14:nvContentPartPr>
              <p14:xfrm>
                <a:off x="8460058" y="6562936"/>
                <a:ext cx="84600" cy="230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C2A8541-A2BB-6280-4426-6AC5140AE7C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451058" y="6554296"/>
                  <a:ext cx="102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8956145-9301-14CB-CC85-59F01DB50D1A}"/>
                    </a:ext>
                  </a:extLst>
                </p14:cNvPr>
                <p14:cNvContentPartPr/>
                <p14:nvPr/>
              </p14:nvContentPartPr>
              <p14:xfrm>
                <a:off x="8480218" y="6581296"/>
                <a:ext cx="104760" cy="129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8956145-9301-14CB-CC85-59F01DB50D1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71578" y="6572296"/>
                  <a:ext cx="122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755C3E6-6460-ADFB-82E0-32CF519E6947}"/>
                    </a:ext>
                  </a:extLst>
                </p14:cNvPr>
                <p14:cNvContentPartPr/>
                <p14:nvPr/>
              </p14:nvContentPartPr>
              <p14:xfrm>
                <a:off x="8624938" y="6556096"/>
                <a:ext cx="124920" cy="2815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755C3E6-6460-ADFB-82E0-32CF519E6947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615938" y="6547096"/>
                  <a:ext cx="14256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3C153DE2-0B85-B059-8C7E-1B79768217F2}"/>
              </a:ext>
            </a:extLst>
          </p:cNvPr>
          <p:cNvGrpSpPr/>
          <p:nvPr/>
        </p:nvGrpSpPr>
        <p:grpSpPr>
          <a:xfrm>
            <a:off x="8964058" y="6412816"/>
            <a:ext cx="1111680" cy="337680"/>
            <a:chOff x="8964058" y="6412816"/>
            <a:chExt cx="111168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90D96D7-E8E4-83BC-9393-FAC0AB0D4305}"/>
                    </a:ext>
                  </a:extLst>
                </p14:cNvPr>
                <p14:cNvContentPartPr/>
                <p14:nvPr/>
              </p14:nvContentPartPr>
              <p14:xfrm>
                <a:off x="8964058" y="6568696"/>
                <a:ext cx="349200" cy="1785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90D96D7-E8E4-83BC-9393-FAC0AB0D430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955418" y="6559696"/>
                  <a:ext cx="366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06B1801-40F1-BBC1-ED51-781C2662D3A6}"/>
                    </a:ext>
                  </a:extLst>
                </p14:cNvPr>
                <p14:cNvContentPartPr/>
                <p14:nvPr/>
              </p14:nvContentPartPr>
              <p14:xfrm>
                <a:off x="9546178" y="6427936"/>
                <a:ext cx="172080" cy="3225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06B1801-40F1-BBC1-ED51-781C2662D3A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537538" y="6418936"/>
                  <a:ext cx="1897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148D22F-DAAE-E3D2-EA1D-E54F96BF13F3}"/>
                    </a:ext>
                  </a:extLst>
                </p14:cNvPr>
                <p14:cNvContentPartPr/>
                <p14:nvPr/>
              </p14:nvContentPartPr>
              <p14:xfrm>
                <a:off x="9829858" y="6434056"/>
                <a:ext cx="55440" cy="105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148D22F-DAAE-E3D2-EA1D-E54F96BF13F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820858" y="6425056"/>
                  <a:ext cx="73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0CE6AA1-6B52-DC3A-5991-2EC23FAB3C11}"/>
                    </a:ext>
                  </a:extLst>
                </p14:cNvPr>
                <p14:cNvContentPartPr/>
                <p14:nvPr/>
              </p14:nvContentPartPr>
              <p14:xfrm>
                <a:off x="9838138" y="6412816"/>
                <a:ext cx="237600" cy="2883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0CE6AA1-6B52-DC3A-5991-2EC23FAB3C1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829498" y="6403816"/>
                  <a:ext cx="255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1DACD6C-BFCC-A26B-682C-5A060E442832}"/>
                    </a:ext>
                  </a:extLst>
                </p14:cNvPr>
                <p14:cNvContentPartPr/>
                <p14:nvPr/>
              </p14:nvContentPartPr>
              <p14:xfrm>
                <a:off x="10001938" y="6668416"/>
                <a:ext cx="38160" cy="597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1DACD6C-BFCC-A26B-682C-5A060E44283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992938" y="6659416"/>
                  <a:ext cx="5580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F2D63E5-B989-0BEC-D492-0D95CEFCE08D}"/>
              </a:ext>
            </a:extLst>
          </p:cNvPr>
          <p:cNvGrpSpPr/>
          <p:nvPr/>
        </p:nvGrpSpPr>
        <p:grpSpPr>
          <a:xfrm>
            <a:off x="10433578" y="6483016"/>
            <a:ext cx="920520" cy="282240"/>
            <a:chOff x="10433578" y="6483016"/>
            <a:chExt cx="92052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BF9E0E6-D38C-C5C8-1C60-2D8D87EADEEB}"/>
                    </a:ext>
                  </a:extLst>
                </p14:cNvPr>
                <p14:cNvContentPartPr/>
                <p14:nvPr/>
              </p14:nvContentPartPr>
              <p14:xfrm>
                <a:off x="10433578" y="6483016"/>
                <a:ext cx="109080" cy="2574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BF9E0E6-D38C-C5C8-1C60-2D8D87EADEE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424578" y="6474376"/>
                  <a:ext cx="126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6F4B96E-A1FB-40B5-15A8-11C6ACB4EB62}"/>
                    </a:ext>
                  </a:extLst>
                </p14:cNvPr>
                <p14:cNvContentPartPr/>
                <p14:nvPr/>
              </p14:nvContentPartPr>
              <p14:xfrm>
                <a:off x="10617178" y="6540256"/>
                <a:ext cx="126720" cy="1944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6F4B96E-A1FB-40B5-15A8-11C6ACB4EB6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608178" y="6531256"/>
                  <a:ext cx="144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C3D244F-C869-FC87-C436-26BF9E76722E}"/>
                    </a:ext>
                  </a:extLst>
                </p14:cNvPr>
                <p14:cNvContentPartPr/>
                <p14:nvPr/>
              </p14:nvContentPartPr>
              <p14:xfrm>
                <a:off x="10777738" y="6546016"/>
                <a:ext cx="137880" cy="1702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C3D244F-C869-FC87-C436-26BF9E76722E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769098" y="6537376"/>
                  <a:ext cx="155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F76A450-990E-D5FD-2871-18CB074C9833}"/>
                    </a:ext>
                  </a:extLst>
                </p14:cNvPr>
                <p14:cNvContentPartPr/>
                <p14:nvPr/>
              </p14:nvContentPartPr>
              <p14:xfrm>
                <a:off x="10918858" y="6556096"/>
                <a:ext cx="123120" cy="188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F76A450-990E-D5FD-2871-18CB074C983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910218" y="6547096"/>
                  <a:ext cx="140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5245D1D-F1D1-54C0-D9E5-ADC5C768CFAC}"/>
                    </a:ext>
                  </a:extLst>
                </p14:cNvPr>
                <p14:cNvContentPartPr/>
                <p14:nvPr/>
              </p14:nvContentPartPr>
              <p14:xfrm>
                <a:off x="10968178" y="6522256"/>
                <a:ext cx="31680" cy="49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5245D1D-F1D1-54C0-D9E5-ADC5C768CFAC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959538" y="6513616"/>
                  <a:ext cx="49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0B7E29F-0128-45AC-47E2-983301EEFB79}"/>
                    </a:ext>
                  </a:extLst>
                </p14:cNvPr>
                <p14:cNvContentPartPr/>
                <p14:nvPr/>
              </p14:nvContentPartPr>
              <p14:xfrm>
                <a:off x="11091298" y="6570496"/>
                <a:ext cx="134280" cy="1947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0B7E29F-0128-45AC-47E2-983301EEFB79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082658" y="6561496"/>
                  <a:ext cx="151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C5D829A-A880-98F4-5E45-F0E6B6B24ED7}"/>
                    </a:ext>
                  </a:extLst>
                </p14:cNvPr>
                <p14:cNvContentPartPr/>
                <p14:nvPr/>
              </p14:nvContentPartPr>
              <p14:xfrm>
                <a:off x="11341138" y="6690736"/>
                <a:ext cx="12960" cy="75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C5D829A-A880-98F4-5E45-F0E6B6B24ED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332498" y="6682096"/>
                  <a:ext cx="306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FCC67A24-F3EF-4023-9385-7B65A8FF1BF6}"/>
              </a:ext>
            </a:extLst>
          </p:cNvPr>
          <p:cNvGrpSpPr/>
          <p:nvPr/>
        </p:nvGrpSpPr>
        <p:grpSpPr>
          <a:xfrm>
            <a:off x="7624858" y="5599936"/>
            <a:ext cx="751320" cy="374760"/>
            <a:chOff x="7624858" y="5599936"/>
            <a:chExt cx="7513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84D2A36-9801-0E41-E31C-ADAE721E39B8}"/>
                    </a:ext>
                  </a:extLst>
                </p14:cNvPr>
                <p14:cNvContentPartPr/>
                <p14:nvPr/>
              </p14:nvContentPartPr>
              <p14:xfrm>
                <a:off x="7624858" y="5626216"/>
                <a:ext cx="109800" cy="199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84D2A36-9801-0E41-E31C-ADAE721E39B8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616218" y="5617216"/>
                  <a:ext cx="127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A357D68-B277-105C-B894-593CFD11FB41}"/>
                    </a:ext>
                  </a:extLst>
                </p14:cNvPr>
                <p14:cNvContentPartPr/>
                <p14:nvPr/>
              </p14:nvContentPartPr>
              <p14:xfrm>
                <a:off x="7762378" y="5755456"/>
                <a:ext cx="57960" cy="115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A357D68-B277-105C-B894-593CFD11FB4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753738" y="5746456"/>
                  <a:ext cx="75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77B6CBE-4D82-A77F-245F-FCB8DF5CAAA0}"/>
                    </a:ext>
                  </a:extLst>
                </p14:cNvPr>
                <p14:cNvContentPartPr/>
                <p14:nvPr/>
              </p14:nvContentPartPr>
              <p14:xfrm>
                <a:off x="7819978" y="5755456"/>
                <a:ext cx="360" cy="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77B6CBE-4D82-A77F-245F-FCB8DF5CAAA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11338" y="57464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C97FEE6-9254-06BA-A69C-E1C34D329638}"/>
                    </a:ext>
                  </a:extLst>
                </p14:cNvPr>
                <p14:cNvContentPartPr/>
                <p14:nvPr/>
              </p14:nvContentPartPr>
              <p14:xfrm>
                <a:off x="7905298" y="5638096"/>
                <a:ext cx="130680" cy="1828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C97FEE6-9254-06BA-A69C-E1C34D32963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896298" y="5629456"/>
                  <a:ext cx="148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B78F6FC-933B-F537-365E-94071E420A83}"/>
                    </a:ext>
                  </a:extLst>
                </p14:cNvPr>
                <p14:cNvContentPartPr/>
                <p14:nvPr/>
              </p14:nvContentPartPr>
              <p14:xfrm>
                <a:off x="8087098" y="5611456"/>
                <a:ext cx="106560" cy="2862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B78F6FC-933B-F537-365E-94071E420A8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078098" y="5602456"/>
                  <a:ext cx="1242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2CF451E-345C-5338-E7AA-AE302035220E}"/>
                    </a:ext>
                  </a:extLst>
                </p14:cNvPr>
                <p14:cNvContentPartPr/>
                <p14:nvPr/>
              </p14:nvContentPartPr>
              <p14:xfrm>
                <a:off x="8250898" y="5599936"/>
                <a:ext cx="125280" cy="374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2CF451E-345C-5338-E7AA-AE302035220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242258" y="5590936"/>
                  <a:ext cx="142920" cy="39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5877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22A61C-E97D-8BF4-7B85-97AB80221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07" y="1099751"/>
            <a:ext cx="11473464" cy="47340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46C2D75-A50E-3F51-F202-EE423A13EC01}"/>
                  </a:ext>
                </a:extLst>
              </p14:cNvPr>
              <p14:cNvContentPartPr/>
              <p14:nvPr/>
            </p14:nvContentPartPr>
            <p14:xfrm>
              <a:off x="5918040" y="2528640"/>
              <a:ext cx="4604400" cy="206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46C2D75-A50E-3F51-F202-EE423A13EC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8680" y="2519280"/>
                <a:ext cx="4623120" cy="208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642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FE694-2F02-A0DC-5351-68BEEC1538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39" b="2029"/>
          <a:stretch/>
        </p:blipFill>
        <p:spPr>
          <a:xfrm>
            <a:off x="207066" y="99392"/>
            <a:ext cx="3086100" cy="591378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411FB30-1C0E-9BBD-8151-7C8C8EEAEF8F}"/>
              </a:ext>
            </a:extLst>
          </p:cNvPr>
          <p:cNvGrpSpPr/>
          <p:nvPr/>
        </p:nvGrpSpPr>
        <p:grpSpPr>
          <a:xfrm>
            <a:off x="6513668" y="179750"/>
            <a:ext cx="2926440" cy="1085400"/>
            <a:chOff x="6513668" y="179750"/>
            <a:chExt cx="2926440" cy="10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417772-218A-EF37-6183-6D16B34C6B93}"/>
                    </a:ext>
                  </a:extLst>
                </p14:cNvPr>
                <p14:cNvContentPartPr/>
                <p14:nvPr/>
              </p14:nvContentPartPr>
              <p14:xfrm>
                <a:off x="6917228" y="179750"/>
                <a:ext cx="264240" cy="37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417772-218A-EF37-6183-6D16B34C6B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08228" y="171110"/>
                  <a:ext cx="2818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22B0F5-1B95-371B-8004-5166D688369E}"/>
                    </a:ext>
                  </a:extLst>
                </p14:cNvPr>
                <p14:cNvContentPartPr/>
                <p14:nvPr/>
              </p14:nvContentPartPr>
              <p14:xfrm>
                <a:off x="7252748" y="348230"/>
                <a:ext cx="204480" cy="145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22B0F5-1B95-371B-8004-5166D68836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43748" y="339230"/>
                  <a:ext cx="222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2507BE-6E06-58AD-3A8B-EC76E17D31C3}"/>
                    </a:ext>
                  </a:extLst>
                </p14:cNvPr>
                <p14:cNvContentPartPr/>
                <p14:nvPr/>
              </p14:nvContentPartPr>
              <p14:xfrm>
                <a:off x="6513668" y="611750"/>
                <a:ext cx="1420920" cy="10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2507BE-6E06-58AD-3A8B-EC76E17D31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04668" y="603110"/>
                  <a:ext cx="1438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645DE1-4851-F3F8-2EC3-54BE4BF0C99A}"/>
                    </a:ext>
                  </a:extLst>
                </p14:cNvPr>
                <p14:cNvContentPartPr/>
                <p14:nvPr/>
              </p14:nvContentPartPr>
              <p14:xfrm>
                <a:off x="6633548" y="864830"/>
                <a:ext cx="216360" cy="323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645DE1-4851-F3F8-2EC3-54BE4BF0C99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24908" y="855830"/>
                  <a:ext cx="2340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FDCCED-2B69-EE24-6CB3-C131795DCBBB}"/>
                    </a:ext>
                  </a:extLst>
                </p14:cNvPr>
                <p14:cNvContentPartPr/>
                <p14:nvPr/>
              </p14:nvContentPartPr>
              <p14:xfrm>
                <a:off x="6949988" y="1085150"/>
                <a:ext cx="23040" cy="164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FDCCED-2B69-EE24-6CB3-C131795DCBB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41348" y="1076510"/>
                  <a:ext cx="40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D4B057-D5DE-60F1-CBD7-4C698D904721}"/>
                    </a:ext>
                  </a:extLst>
                </p14:cNvPr>
                <p14:cNvContentPartPr/>
                <p14:nvPr/>
              </p14:nvContentPartPr>
              <p14:xfrm>
                <a:off x="7093268" y="999470"/>
                <a:ext cx="202320" cy="14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D4B057-D5DE-60F1-CBD7-4C698D9047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84268" y="990470"/>
                  <a:ext cx="219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22D838-8156-EA54-2CCC-3715DB36F8E1}"/>
                    </a:ext>
                  </a:extLst>
                </p14:cNvPr>
                <p14:cNvContentPartPr/>
                <p14:nvPr/>
              </p14:nvContentPartPr>
              <p14:xfrm>
                <a:off x="7221068" y="924950"/>
                <a:ext cx="19080" cy="219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22D838-8156-EA54-2CCC-3715DB36F8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12428" y="915950"/>
                  <a:ext cx="36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FA9AEE-6E8F-2537-ADB8-900A7C0F68AE}"/>
                    </a:ext>
                  </a:extLst>
                </p14:cNvPr>
                <p14:cNvContentPartPr/>
                <p14:nvPr/>
              </p14:nvContentPartPr>
              <p14:xfrm>
                <a:off x="7478828" y="805430"/>
                <a:ext cx="216000" cy="339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FA9AEE-6E8F-2537-ADB8-900A7C0F68A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69828" y="796430"/>
                  <a:ext cx="2336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4B2295-0A46-7C18-A10D-7E5A9AD1DD93}"/>
                    </a:ext>
                  </a:extLst>
                </p14:cNvPr>
                <p14:cNvContentPartPr/>
                <p14:nvPr/>
              </p14:nvContentPartPr>
              <p14:xfrm>
                <a:off x="7727228" y="1044470"/>
                <a:ext cx="172440" cy="20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4B2295-0A46-7C18-A10D-7E5A9AD1DD9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18228" y="1035830"/>
                  <a:ext cx="190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F854D5-DBD7-042B-B85B-7F972361237F}"/>
                    </a:ext>
                  </a:extLst>
                </p14:cNvPr>
                <p14:cNvContentPartPr/>
                <p14:nvPr/>
              </p14:nvContentPartPr>
              <p14:xfrm>
                <a:off x="7954388" y="1005230"/>
                <a:ext cx="164880" cy="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F854D5-DBD7-042B-B85B-7F97236123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45388" y="996230"/>
                  <a:ext cx="182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D0C66F-DAF8-21F7-E894-B81BB3D53D3F}"/>
                    </a:ext>
                  </a:extLst>
                </p14:cNvPr>
                <p14:cNvContentPartPr/>
                <p14:nvPr/>
              </p14:nvContentPartPr>
              <p14:xfrm>
                <a:off x="8028548" y="893270"/>
                <a:ext cx="25560" cy="232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D0C66F-DAF8-21F7-E894-B81BB3D53D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19548" y="884270"/>
                  <a:ext cx="432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0FEFA8-0B25-D56E-83EB-F8E250A64510}"/>
                    </a:ext>
                  </a:extLst>
                </p14:cNvPr>
                <p14:cNvContentPartPr/>
                <p14:nvPr/>
              </p14:nvContentPartPr>
              <p14:xfrm>
                <a:off x="8227988" y="803990"/>
                <a:ext cx="228960" cy="314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0FEFA8-0B25-D56E-83EB-F8E250A6451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19348" y="794990"/>
                  <a:ext cx="2466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258385-4986-5970-CE36-7DEC1D748EC5}"/>
                    </a:ext>
                  </a:extLst>
                </p14:cNvPr>
                <p14:cNvContentPartPr/>
                <p14:nvPr/>
              </p14:nvContentPartPr>
              <p14:xfrm>
                <a:off x="8490428" y="1037630"/>
                <a:ext cx="126000" cy="227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258385-4986-5970-CE36-7DEC1D748E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81788" y="1028630"/>
                  <a:ext cx="143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CF27AE-3E48-40E4-F6C2-27B9B553F01F}"/>
                    </a:ext>
                  </a:extLst>
                </p14:cNvPr>
                <p14:cNvContentPartPr/>
                <p14:nvPr/>
              </p14:nvContentPartPr>
              <p14:xfrm>
                <a:off x="8811908" y="710390"/>
                <a:ext cx="6480" cy="1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CF27AE-3E48-40E4-F6C2-27B9B553F0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02908" y="701390"/>
                  <a:ext cx="24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D85792-B765-DC7B-923E-7C32A3FAF3D6}"/>
                    </a:ext>
                  </a:extLst>
                </p14:cNvPr>
                <p14:cNvContentPartPr/>
                <p14:nvPr/>
              </p14:nvContentPartPr>
              <p14:xfrm>
                <a:off x="9059228" y="334910"/>
                <a:ext cx="263160" cy="461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D85792-B765-DC7B-923E-7C32A3FAF3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50228" y="325910"/>
                  <a:ext cx="2808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31F9A2F-6CA5-C387-924E-9A098C67E70A}"/>
                    </a:ext>
                  </a:extLst>
                </p14:cNvPr>
                <p14:cNvContentPartPr/>
                <p14:nvPr/>
              </p14:nvContentPartPr>
              <p14:xfrm>
                <a:off x="9304028" y="664310"/>
                <a:ext cx="136080" cy="20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31F9A2F-6CA5-C387-924E-9A098C67E70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95028" y="655670"/>
                  <a:ext cx="153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5F8852-0906-7E97-A83B-2540A154A3A3}"/>
                    </a:ext>
                  </a:extLst>
                </p14:cNvPr>
                <p14:cNvContentPartPr/>
                <p14:nvPr/>
              </p14:nvContentPartPr>
              <p14:xfrm>
                <a:off x="7911548" y="602750"/>
                <a:ext cx="636840" cy="27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5F8852-0906-7E97-A83B-2540A154A3A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02908" y="594110"/>
                  <a:ext cx="6544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72FB15-B315-5358-1D8B-A926DE5569A6}"/>
              </a:ext>
            </a:extLst>
          </p:cNvPr>
          <p:cNvGrpSpPr/>
          <p:nvPr/>
        </p:nvGrpSpPr>
        <p:grpSpPr>
          <a:xfrm>
            <a:off x="9741068" y="658190"/>
            <a:ext cx="127080" cy="130680"/>
            <a:chOff x="9741068" y="658190"/>
            <a:chExt cx="1270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7BA960-CF7A-2FF0-1D1A-51E89EC3579A}"/>
                    </a:ext>
                  </a:extLst>
                </p14:cNvPr>
                <p14:cNvContentPartPr/>
                <p14:nvPr/>
              </p14:nvContentPartPr>
              <p14:xfrm>
                <a:off x="9748268" y="658190"/>
                <a:ext cx="119880" cy="19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7BA960-CF7A-2FF0-1D1A-51E89EC3579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39628" y="649550"/>
                  <a:ext cx="137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9F480B-1955-A247-6EAB-ADFDDB3CEDB7}"/>
                    </a:ext>
                  </a:extLst>
                </p14:cNvPr>
                <p14:cNvContentPartPr/>
                <p14:nvPr/>
              </p14:nvContentPartPr>
              <p14:xfrm>
                <a:off x="9741068" y="770150"/>
                <a:ext cx="121680" cy="18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9F480B-1955-A247-6EAB-ADFDDB3CEDB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32428" y="761150"/>
                  <a:ext cx="13932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66F8A19-CA4E-DE02-E986-D8B48FB8D6A6}"/>
              </a:ext>
            </a:extLst>
          </p:cNvPr>
          <p:cNvGrpSpPr/>
          <p:nvPr/>
        </p:nvGrpSpPr>
        <p:grpSpPr>
          <a:xfrm>
            <a:off x="10318148" y="354350"/>
            <a:ext cx="932760" cy="628560"/>
            <a:chOff x="10318148" y="354350"/>
            <a:chExt cx="932760" cy="6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6BC7B2-856A-C19C-76A0-3CA065566A08}"/>
                    </a:ext>
                  </a:extLst>
                </p14:cNvPr>
                <p14:cNvContentPartPr/>
                <p14:nvPr/>
              </p14:nvContentPartPr>
              <p14:xfrm>
                <a:off x="10318148" y="468470"/>
                <a:ext cx="56880" cy="378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6BC7B2-856A-C19C-76A0-3CA065566A0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09508" y="459470"/>
                  <a:ext cx="745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E65AA4-C60A-E0AD-4483-0487AE837B61}"/>
                    </a:ext>
                  </a:extLst>
                </p14:cNvPr>
                <p14:cNvContentPartPr/>
                <p14:nvPr/>
              </p14:nvContentPartPr>
              <p14:xfrm>
                <a:off x="10526588" y="820910"/>
                <a:ext cx="48240" cy="162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E65AA4-C60A-E0AD-4483-0487AE837B6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17948" y="812270"/>
                  <a:ext cx="65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90BCB8E-39CC-04DF-1816-C3D70933A0E3}"/>
                    </a:ext>
                  </a:extLst>
                </p14:cNvPr>
                <p14:cNvContentPartPr/>
                <p14:nvPr/>
              </p14:nvContentPartPr>
              <p14:xfrm>
                <a:off x="10688588" y="445790"/>
                <a:ext cx="192600" cy="385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90BCB8E-39CC-04DF-1816-C3D70933A0E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79588" y="436790"/>
                  <a:ext cx="2102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5B5ED96-B569-F894-7D9F-AE18ACF4F8C4}"/>
                    </a:ext>
                  </a:extLst>
                </p14:cNvPr>
                <p14:cNvContentPartPr/>
                <p14:nvPr/>
              </p14:nvContentPartPr>
              <p14:xfrm>
                <a:off x="11003228" y="354350"/>
                <a:ext cx="247680" cy="457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5B5ED96-B569-F894-7D9F-AE18ACF4F8C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94588" y="345350"/>
                  <a:ext cx="265320" cy="47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93B24B1-CEEE-26A8-3326-11FBA0B94121}"/>
                  </a:ext>
                </a:extLst>
              </p14:cNvPr>
              <p14:cNvContentPartPr/>
              <p14:nvPr/>
            </p14:nvContentPartPr>
            <p14:xfrm>
              <a:off x="11562308" y="680870"/>
              <a:ext cx="360" cy="42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93B24B1-CEEE-26A8-3326-11FBA0B9412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553668" y="671870"/>
                <a:ext cx="1800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4A430CA4-1D16-E690-F530-EEC1191D9096}"/>
              </a:ext>
            </a:extLst>
          </p:cNvPr>
          <p:cNvGrpSpPr/>
          <p:nvPr/>
        </p:nvGrpSpPr>
        <p:grpSpPr>
          <a:xfrm>
            <a:off x="4829588" y="447230"/>
            <a:ext cx="1308600" cy="986760"/>
            <a:chOff x="4829588" y="447230"/>
            <a:chExt cx="130860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55FC8A-C70E-F5E0-7B88-6915585CDE5F}"/>
                    </a:ext>
                  </a:extLst>
                </p14:cNvPr>
                <p14:cNvContentPartPr/>
                <p14:nvPr/>
              </p14:nvContentPartPr>
              <p14:xfrm>
                <a:off x="4829588" y="447230"/>
                <a:ext cx="322920" cy="425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55FC8A-C70E-F5E0-7B88-6915585CDE5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20948" y="438590"/>
                  <a:ext cx="3405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FA1E1F3-67A9-5472-4B7F-FD52D41F34B8}"/>
                    </a:ext>
                  </a:extLst>
                </p14:cNvPr>
                <p14:cNvContentPartPr/>
                <p14:nvPr/>
              </p14:nvContentPartPr>
              <p14:xfrm>
                <a:off x="5226308" y="752150"/>
                <a:ext cx="201600" cy="37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FA1E1F3-67A9-5472-4B7F-FD52D41F34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17668" y="743510"/>
                  <a:ext cx="2192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87ABD0-46B8-1802-48A0-3A22A1CB7F04}"/>
                    </a:ext>
                  </a:extLst>
                </p14:cNvPr>
                <p14:cNvContentPartPr/>
                <p14:nvPr/>
              </p14:nvContentPartPr>
              <p14:xfrm>
                <a:off x="5471108" y="1022150"/>
                <a:ext cx="182520" cy="17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87ABD0-46B8-1802-48A0-3A22A1CB7F0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62468" y="1013510"/>
                  <a:ext cx="200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5F60F3-97C0-53AE-8070-EE723FDE8C96}"/>
                    </a:ext>
                  </a:extLst>
                </p14:cNvPr>
                <p14:cNvContentPartPr/>
                <p14:nvPr/>
              </p14:nvContentPartPr>
              <p14:xfrm>
                <a:off x="5950628" y="765110"/>
                <a:ext cx="187560" cy="9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5F60F3-97C0-53AE-8070-EE723FDE8C9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41988" y="756470"/>
                  <a:ext cx="205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0851AA3-549D-E227-6D36-1F033864B2C4}"/>
                    </a:ext>
                  </a:extLst>
                </p14:cNvPr>
                <p14:cNvContentPartPr/>
                <p14:nvPr/>
              </p14:nvContentPartPr>
              <p14:xfrm>
                <a:off x="5926868" y="676190"/>
                <a:ext cx="133560" cy="6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0851AA3-549D-E227-6D36-1F033864B2C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18228" y="667550"/>
                  <a:ext cx="151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9179F7B-50FB-98A0-671B-E978172DCDA7}"/>
                    </a:ext>
                  </a:extLst>
                </p14:cNvPr>
                <p14:cNvContentPartPr/>
                <p14:nvPr/>
              </p14:nvContentPartPr>
              <p14:xfrm>
                <a:off x="5750108" y="1137350"/>
                <a:ext cx="25920" cy="296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9179F7B-50FB-98A0-671B-E978172DCDA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741108" y="1128350"/>
                  <a:ext cx="43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5B7C1C-93AF-77A2-4ADE-F5704D902FE2}"/>
                    </a:ext>
                  </a:extLst>
                </p14:cNvPr>
                <p14:cNvContentPartPr/>
                <p14:nvPr/>
              </p14:nvContentPartPr>
              <p14:xfrm>
                <a:off x="5674508" y="1141670"/>
                <a:ext cx="214560" cy="77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5B7C1C-93AF-77A2-4ADE-F5704D902FE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665868" y="1133030"/>
                  <a:ext cx="2322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8BF830-8D71-F5AB-787C-57D8274172BB}"/>
              </a:ext>
            </a:extLst>
          </p:cNvPr>
          <p:cNvGrpSpPr/>
          <p:nvPr/>
        </p:nvGrpSpPr>
        <p:grpSpPr>
          <a:xfrm>
            <a:off x="4936508" y="1876430"/>
            <a:ext cx="1750320" cy="1211760"/>
            <a:chOff x="4936508" y="1876430"/>
            <a:chExt cx="1750320" cy="12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E440E5A-9873-60DC-2F86-6F1523AC1A8B}"/>
                    </a:ext>
                  </a:extLst>
                </p14:cNvPr>
                <p14:cNvContentPartPr/>
                <p14:nvPr/>
              </p14:nvContentPartPr>
              <p14:xfrm>
                <a:off x="4936508" y="1876430"/>
                <a:ext cx="375840" cy="468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E440E5A-9873-60DC-2F86-6F1523AC1A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27508" y="1867790"/>
                  <a:ext cx="3934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5FCD7B-E2D7-ECB0-8879-E65B6A358F45}"/>
                    </a:ext>
                  </a:extLst>
                </p14:cNvPr>
                <p14:cNvContentPartPr/>
                <p14:nvPr/>
              </p14:nvContentPartPr>
              <p14:xfrm>
                <a:off x="5292908" y="2281790"/>
                <a:ext cx="163800" cy="332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5FCD7B-E2D7-ECB0-8879-E65B6A358F4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84268" y="2273150"/>
                  <a:ext cx="1814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745845-5636-02AC-77EC-10FB8A8DECF0}"/>
                    </a:ext>
                  </a:extLst>
                </p14:cNvPr>
                <p14:cNvContentPartPr/>
                <p14:nvPr/>
              </p14:nvContentPartPr>
              <p14:xfrm>
                <a:off x="5543828" y="2562230"/>
                <a:ext cx="142200" cy="137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745845-5636-02AC-77EC-10FB8A8DECF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34828" y="2553590"/>
                  <a:ext cx="159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E251DEE-1DCB-502C-9FAC-C0401D9A51B2}"/>
                    </a:ext>
                  </a:extLst>
                </p14:cNvPr>
                <p14:cNvContentPartPr/>
                <p14:nvPr/>
              </p14:nvContentPartPr>
              <p14:xfrm>
                <a:off x="5661908" y="2686070"/>
                <a:ext cx="99360" cy="235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E251DEE-1DCB-502C-9FAC-C0401D9A51B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53268" y="2677430"/>
                  <a:ext cx="1170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6529F77-B552-10B6-A714-969C29B4E40B}"/>
                    </a:ext>
                  </a:extLst>
                </p14:cNvPr>
                <p14:cNvContentPartPr/>
                <p14:nvPr/>
              </p14:nvContentPartPr>
              <p14:xfrm>
                <a:off x="5766308" y="2644310"/>
                <a:ext cx="104400" cy="313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6529F77-B552-10B6-A714-969C29B4E40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57308" y="2635670"/>
                  <a:ext cx="1220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371F16-E2B6-2DE2-639E-65A08BE90A45}"/>
                    </a:ext>
                  </a:extLst>
                </p14:cNvPr>
                <p14:cNvContentPartPr/>
                <p14:nvPr/>
              </p14:nvContentPartPr>
              <p14:xfrm>
                <a:off x="5684588" y="2792270"/>
                <a:ext cx="192600" cy="6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371F16-E2B6-2DE2-639E-65A08BE90A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75948" y="2783630"/>
                  <a:ext cx="210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44C7BC8-B002-013E-569C-33FFB9FA8F5D}"/>
                    </a:ext>
                  </a:extLst>
                </p14:cNvPr>
                <p14:cNvContentPartPr/>
                <p14:nvPr/>
              </p14:nvContentPartPr>
              <p14:xfrm>
                <a:off x="5886908" y="2749430"/>
                <a:ext cx="136080" cy="19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44C7BC8-B002-013E-569C-33FFB9FA8F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77908" y="2740790"/>
                  <a:ext cx="153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70A293-46AD-9354-B44C-5B3150598F7F}"/>
                    </a:ext>
                  </a:extLst>
                </p14:cNvPr>
                <p14:cNvContentPartPr/>
                <p14:nvPr/>
              </p14:nvContentPartPr>
              <p14:xfrm>
                <a:off x="6071228" y="2727110"/>
                <a:ext cx="119880" cy="206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70A293-46AD-9354-B44C-5B3150598F7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62228" y="2718110"/>
                  <a:ext cx="137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2119BA-9752-56BF-CADB-01EDD67BD11B}"/>
                    </a:ext>
                  </a:extLst>
                </p14:cNvPr>
                <p14:cNvContentPartPr/>
                <p14:nvPr/>
              </p14:nvContentPartPr>
              <p14:xfrm>
                <a:off x="6206948" y="2564390"/>
                <a:ext cx="63360" cy="324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2119BA-9752-56BF-CADB-01EDD67BD11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97948" y="2555390"/>
                  <a:ext cx="810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35F3FA-896D-9818-4FB2-8D8E8F1D556C}"/>
                    </a:ext>
                  </a:extLst>
                </p14:cNvPr>
                <p14:cNvContentPartPr/>
                <p14:nvPr/>
              </p14:nvContentPartPr>
              <p14:xfrm>
                <a:off x="6325748" y="2721350"/>
                <a:ext cx="100080" cy="171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35F3FA-896D-9818-4FB2-8D8E8F1D556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17108" y="2712350"/>
                  <a:ext cx="117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BC57F1-D562-57C6-EA20-8CCA6E0E19C5}"/>
                    </a:ext>
                  </a:extLst>
                </p14:cNvPr>
                <p14:cNvContentPartPr/>
                <p14:nvPr/>
              </p14:nvContentPartPr>
              <p14:xfrm>
                <a:off x="6462548" y="2737190"/>
                <a:ext cx="224280" cy="351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BC57F1-D562-57C6-EA20-8CCA6E0E19C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53908" y="2728190"/>
                  <a:ext cx="24192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B4571B8-0909-EF0E-AE1F-5805C55948A7}"/>
              </a:ext>
            </a:extLst>
          </p:cNvPr>
          <p:cNvGrpSpPr/>
          <p:nvPr/>
        </p:nvGrpSpPr>
        <p:grpSpPr>
          <a:xfrm>
            <a:off x="6811388" y="2253350"/>
            <a:ext cx="170640" cy="148320"/>
            <a:chOff x="6811388" y="2253350"/>
            <a:chExt cx="17064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1E527DC-F963-C879-7C6A-96DA4B4A254F}"/>
                    </a:ext>
                  </a:extLst>
                </p14:cNvPr>
                <p14:cNvContentPartPr/>
                <p14:nvPr/>
              </p14:nvContentPartPr>
              <p14:xfrm>
                <a:off x="6811388" y="2253350"/>
                <a:ext cx="145080" cy="18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1E527DC-F963-C879-7C6A-96DA4B4A254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02748" y="2244710"/>
                  <a:ext cx="162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28F4D3-CAB2-595F-886D-4CB6524AB746}"/>
                    </a:ext>
                  </a:extLst>
                </p14:cNvPr>
                <p14:cNvContentPartPr/>
                <p14:nvPr/>
              </p14:nvContentPartPr>
              <p14:xfrm>
                <a:off x="6827228" y="2375390"/>
                <a:ext cx="154800" cy="26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28F4D3-CAB2-595F-886D-4CB6524AB74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18228" y="2366750"/>
                  <a:ext cx="1724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5309D8E-9EA0-93CC-5CC5-EB9446F23F9C}"/>
              </a:ext>
            </a:extLst>
          </p:cNvPr>
          <p:cNvGrpSpPr/>
          <p:nvPr/>
        </p:nvGrpSpPr>
        <p:grpSpPr>
          <a:xfrm>
            <a:off x="7345628" y="1521470"/>
            <a:ext cx="2976480" cy="1361520"/>
            <a:chOff x="7345628" y="1521470"/>
            <a:chExt cx="2976480" cy="13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CC8C009-4FFB-12C5-2269-80A3717CD0E2}"/>
                    </a:ext>
                  </a:extLst>
                </p14:cNvPr>
                <p14:cNvContentPartPr/>
                <p14:nvPr/>
              </p14:nvContentPartPr>
              <p14:xfrm>
                <a:off x="7875188" y="1628390"/>
                <a:ext cx="31680" cy="358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CC8C009-4FFB-12C5-2269-80A3717CD0E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66548" y="1619390"/>
                  <a:ext cx="493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D8F2C23-73CC-52D6-CC41-BE1F4CF45500}"/>
                    </a:ext>
                  </a:extLst>
                </p14:cNvPr>
                <p14:cNvContentPartPr/>
                <p14:nvPr/>
              </p14:nvContentPartPr>
              <p14:xfrm>
                <a:off x="7876988" y="1627670"/>
                <a:ext cx="207000" cy="343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D8F2C23-73CC-52D6-CC41-BE1F4CF4550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68348" y="1618670"/>
                  <a:ext cx="224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80AE88F-6EE4-DF2C-D09C-8B734C20C465}"/>
                    </a:ext>
                  </a:extLst>
                </p14:cNvPr>
                <p14:cNvContentPartPr/>
                <p14:nvPr/>
              </p14:nvContentPartPr>
              <p14:xfrm>
                <a:off x="8209268" y="1898390"/>
                <a:ext cx="207360" cy="183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80AE88F-6EE4-DF2C-D09C-8B734C20C46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00268" y="1889390"/>
                  <a:ext cx="225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F71EE57-DE6D-9D9E-6529-C1228F9320DD}"/>
                    </a:ext>
                  </a:extLst>
                </p14:cNvPr>
                <p14:cNvContentPartPr/>
                <p14:nvPr/>
              </p14:nvContentPartPr>
              <p14:xfrm>
                <a:off x="7345628" y="2176670"/>
                <a:ext cx="1377720" cy="95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F71EE57-DE6D-9D9E-6529-C1228F9320D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336628" y="2168030"/>
                  <a:ext cx="13953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89591A3-7BB5-48B5-165D-80EC70903557}"/>
                    </a:ext>
                  </a:extLst>
                </p14:cNvPr>
                <p14:cNvContentPartPr/>
                <p14:nvPr/>
              </p14:nvContentPartPr>
              <p14:xfrm>
                <a:off x="8454068" y="1521470"/>
                <a:ext cx="66960" cy="145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89591A3-7BB5-48B5-165D-80EC7090355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45068" y="1512470"/>
                  <a:ext cx="84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DCE874B-E8FE-9559-C9B0-07BC99962641}"/>
                    </a:ext>
                  </a:extLst>
                </p14:cNvPr>
                <p14:cNvContentPartPr/>
                <p14:nvPr/>
              </p14:nvContentPartPr>
              <p14:xfrm>
                <a:off x="7574948" y="2431910"/>
                <a:ext cx="220680" cy="334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DCE874B-E8FE-9559-C9B0-07BC9996264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66308" y="2423270"/>
                  <a:ext cx="238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AFC0A7D-4689-E9F5-7E5A-4A87FFD3ED46}"/>
                    </a:ext>
                  </a:extLst>
                </p14:cNvPr>
                <p14:cNvContentPartPr/>
                <p14:nvPr/>
              </p14:nvContentPartPr>
              <p14:xfrm>
                <a:off x="7920548" y="2709830"/>
                <a:ext cx="10440" cy="173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AFC0A7D-4689-E9F5-7E5A-4A87FFD3ED4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11548" y="2701190"/>
                  <a:ext cx="28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2D0F20-217F-3124-3A2C-A588E11DE3CF}"/>
                    </a:ext>
                  </a:extLst>
                </p14:cNvPr>
                <p14:cNvContentPartPr/>
                <p14:nvPr/>
              </p14:nvContentPartPr>
              <p14:xfrm>
                <a:off x="8087588" y="2587790"/>
                <a:ext cx="149400" cy="9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2D0F20-217F-3124-3A2C-A588E11DE3C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78588" y="2579150"/>
                  <a:ext cx="167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5907A51-A0A8-955D-383A-C4ED3548595F}"/>
                    </a:ext>
                  </a:extLst>
                </p14:cNvPr>
                <p14:cNvContentPartPr/>
                <p14:nvPr/>
              </p14:nvContentPartPr>
              <p14:xfrm>
                <a:off x="8157788" y="2489510"/>
                <a:ext cx="28080" cy="216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5907A51-A0A8-955D-383A-C4ED3548595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48788" y="2480870"/>
                  <a:ext cx="457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3CA34DA-4CF4-BF60-715C-A2F57A26B548}"/>
                    </a:ext>
                  </a:extLst>
                </p14:cNvPr>
                <p14:cNvContentPartPr/>
                <p14:nvPr/>
              </p14:nvContentPartPr>
              <p14:xfrm>
                <a:off x="8349668" y="2368190"/>
                <a:ext cx="175320" cy="309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3CA34DA-4CF4-BF60-715C-A2F57A26B54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41028" y="2359550"/>
                  <a:ext cx="192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FA5E18-57CF-8B80-EBF4-FEB031C8901F}"/>
                    </a:ext>
                  </a:extLst>
                </p14:cNvPr>
                <p14:cNvContentPartPr/>
                <p14:nvPr/>
              </p14:nvContentPartPr>
              <p14:xfrm>
                <a:off x="8600948" y="2629550"/>
                <a:ext cx="156960" cy="203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FA5E18-57CF-8B80-EBF4-FEB031C8901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592308" y="2620550"/>
                  <a:ext cx="174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D99F55A-A0B1-81E2-57A7-4600B8A0E5DB}"/>
                    </a:ext>
                  </a:extLst>
                </p14:cNvPr>
                <p14:cNvContentPartPr/>
                <p14:nvPr/>
              </p14:nvContentPartPr>
              <p14:xfrm>
                <a:off x="8767988" y="2317790"/>
                <a:ext cx="38160" cy="153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D99F55A-A0B1-81E2-57A7-4600B8A0E5D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58988" y="2309150"/>
                  <a:ext cx="55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278CA6-60EC-B335-32C3-B9055614970D}"/>
                    </a:ext>
                  </a:extLst>
                </p14:cNvPr>
                <p14:cNvContentPartPr/>
                <p14:nvPr/>
              </p14:nvContentPartPr>
              <p14:xfrm>
                <a:off x="8958068" y="2627390"/>
                <a:ext cx="182880" cy="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278CA6-60EC-B335-32C3-B9055614970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49068" y="2618750"/>
                  <a:ext cx="200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F9AF00F-1DF7-8977-B308-3832561CFEA4}"/>
                    </a:ext>
                  </a:extLst>
                </p14:cNvPr>
                <p14:cNvContentPartPr/>
                <p14:nvPr/>
              </p14:nvContentPartPr>
              <p14:xfrm>
                <a:off x="9114308" y="2495270"/>
                <a:ext cx="18000" cy="193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F9AF00F-1DF7-8977-B308-3832561CFEA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105308" y="2486630"/>
                  <a:ext cx="35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00F1FB-D13D-BFBF-FCAC-7D930DF32C0F}"/>
                    </a:ext>
                  </a:extLst>
                </p14:cNvPr>
                <p14:cNvContentPartPr/>
                <p14:nvPr/>
              </p14:nvContentPartPr>
              <p14:xfrm>
                <a:off x="9338948" y="2368910"/>
                <a:ext cx="188640" cy="318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00F1FB-D13D-BFBF-FCAC-7D930DF32C0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330308" y="2360270"/>
                  <a:ext cx="2062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C72AC66-C614-17A8-FF3A-2236E6AC5EB7}"/>
                    </a:ext>
                  </a:extLst>
                </p14:cNvPr>
                <p14:cNvContentPartPr/>
                <p14:nvPr/>
              </p14:nvContentPartPr>
              <p14:xfrm>
                <a:off x="9596348" y="2602550"/>
                <a:ext cx="138600" cy="20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C72AC66-C614-17A8-FF3A-2236E6AC5EB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87708" y="2593550"/>
                  <a:ext cx="156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7DCA67C-1324-7BAD-CDE4-FC2DAFE6F022}"/>
                    </a:ext>
                  </a:extLst>
                </p14:cNvPr>
                <p14:cNvContentPartPr/>
                <p14:nvPr/>
              </p14:nvContentPartPr>
              <p14:xfrm>
                <a:off x="8716508" y="2126270"/>
                <a:ext cx="869040" cy="99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7DCA67C-1324-7BAD-CDE4-FC2DAFE6F02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707508" y="2117630"/>
                  <a:ext cx="886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F9DF34-669A-C343-3B7A-247E0F1F0232}"/>
                    </a:ext>
                  </a:extLst>
                </p14:cNvPr>
                <p14:cNvContentPartPr/>
                <p14:nvPr/>
              </p14:nvContentPartPr>
              <p14:xfrm>
                <a:off x="9788588" y="2194670"/>
                <a:ext cx="12960" cy="5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F9DF34-669A-C343-3B7A-247E0F1F023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779588" y="2186030"/>
                  <a:ext cx="30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E96434B-E9A4-C793-9AD5-6BA79E6A6275}"/>
                    </a:ext>
                  </a:extLst>
                </p14:cNvPr>
                <p14:cNvContentPartPr/>
                <p14:nvPr/>
              </p14:nvContentPartPr>
              <p14:xfrm>
                <a:off x="9967868" y="1831070"/>
                <a:ext cx="284040" cy="471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E96434B-E9A4-C793-9AD5-6BA79E6A627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959228" y="1822070"/>
                  <a:ext cx="3016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B17C45A-D740-B833-E42E-553C7E195763}"/>
                    </a:ext>
                  </a:extLst>
                </p14:cNvPr>
                <p14:cNvContentPartPr/>
                <p14:nvPr/>
              </p14:nvContentPartPr>
              <p14:xfrm>
                <a:off x="10210148" y="2152190"/>
                <a:ext cx="111960" cy="261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B17C45A-D740-B833-E42E-553C7E19576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201508" y="2143190"/>
                  <a:ext cx="12960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F6693DB-3F89-BB78-7D28-9E063A0A2575}"/>
              </a:ext>
            </a:extLst>
          </p:cNvPr>
          <p:cNvGrpSpPr/>
          <p:nvPr/>
        </p:nvGrpSpPr>
        <p:grpSpPr>
          <a:xfrm>
            <a:off x="10615868" y="2117990"/>
            <a:ext cx="159840" cy="119880"/>
            <a:chOff x="10615868" y="2117990"/>
            <a:chExt cx="15984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29B8004-04F2-2AC9-31EF-530FABC042E1}"/>
                    </a:ext>
                  </a:extLst>
                </p14:cNvPr>
                <p14:cNvContentPartPr/>
                <p14:nvPr/>
              </p14:nvContentPartPr>
              <p14:xfrm>
                <a:off x="10628828" y="2218430"/>
                <a:ext cx="110880" cy="19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29B8004-04F2-2AC9-31EF-530FABC042E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619828" y="2209790"/>
                  <a:ext cx="128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C55E45-BC5B-FD65-B253-8D08BE282729}"/>
                    </a:ext>
                  </a:extLst>
                </p14:cNvPr>
                <p14:cNvContentPartPr/>
                <p14:nvPr/>
              </p14:nvContentPartPr>
              <p14:xfrm>
                <a:off x="10615868" y="2117990"/>
                <a:ext cx="159840" cy="28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C55E45-BC5B-FD65-B253-8D08BE28272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606868" y="2108990"/>
                  <a:ext cx="1774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6CCB173-74CB-CF4B-7415-2D0081FBB97E}"/>
              </a:ext>
            </a:extLst>
          </p:cNvPr>
          <p:cNvGrpSpPr/>
          <p:nvPr/>
        </p:nvGrpSpPr>
        <p:grpSpPr>
          <a:xfrm>
            <a:off x="11021228" y="1980830"/>
            <a:ext cx="487440" cy="496800"/>
            <a:chOff x="11021228" y="1980830"/>
            <a:chExt cx="487440" cy="49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69DFDBF-4C88-E954-6CF8-50F9100AA1D1}"/>
                    </a:ext>
                  </a:extLst>
                </p14:cNvPr>
                <p14:cNvContentPartPr/>
                <p14:nvPr/>
              </p14:nvContentPartPr>
              <p14:xfrm>
                <a:off x="11021228" y="1980830"/>
                <a:ext cx="73080" cy="347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69DFDBF-4C88-E954-6CF8-50F9100AA1D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012588" y="1971830"/>
                  <a:ext cx="90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7BCEDE-551C-620F-689A-48929BA9689F}"/>
                    </a:ext>
                  </a:extLst>
                </p14:cNvPr>
                <p14:cNvContentPartPr/>
                <p14:nvPr/>
              </p14:nvContentPartPr>
              <p14:xfrm>
                <a:off x="11230748" y="2280710"/>
                <a:ext cx="62640" cy="196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7BCEDE-551C-620F-689A-48929BA9689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221748" y="2271710"/>
                  <a:ext cx="80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12B5C8-7037-F5B3-AD5B-A200963F5E72}"/>
                    </a:ext>
                  </a:extLst>
                </p14:cNvPr>
                <p14:cNvContentPartPr/>
                <p14:nvPr/>
              </p14:nvContentPartPr>
              <p14:xfrm>
                <a:off x="11432348" y="2005670"/>
                <a:ext cx="76320" cy="327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12B5C8-7037-F5B3-AD5B-A200963F5E7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423708" y="1997030"/>
                  <a:ext cx="93960" cy="34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6A3558E-3370-64EE-0D38-4CE566C586AC}"/>
                  </a:ext>
                </a:extLst>
              </p14:cNvPr>
              <p14:cNvContentPartPr/>
              <p14:nvPr/>
            </p14:nvContentPartPr>
            <p14:xfrm>
              <a:off x="4809788" y="3811430"/>
              <a:ext cx="9000" cy="162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6A3558E-3370-64EE-0D38-4CE566C586AC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800788" y="3802790"/>
                <a:ext cx="2664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17112560-E18F-A951-4DFE-269C687B52EB}"/>
              </a:ext>
            </a:extLst>
          </p:cNvPr>
          <p:cNvGrpSpPr/>
          <p:nvPr/>
        </p:nvGrpSpPr>
        <p:grpSpPr>
          <a:xfrm>
            <a:off x="5211908" y="3559430"/>
            <a:ext cx="677880" cy="666360"/>
            <a:chOff x="5211908" y="3559430"/>
            <a:chExt cx="67788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EBF7309-64B5-D1B0-30C3-DFB3325E7F97}"/>
                    </a:ext>
                  </a:extLst>
                </p14:cNvPr>
                <p14:cNvContentPartPr/>
                <p14:nvPr/>
              </p14:nvContentPartPr>
              <p14:xfrm>
                <a:off x="5211908" y="3757070"/>
                <a:ext cx="263160" cy="38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EBF7309-64B5-D1B0-30C3-DFB3325E7F9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03268" y="3748070"/>
                  <a:ext cx="2808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161CE3-CDED-6699-DB66-8D758F130391}"/>
                    </a:ext>
                  </a:extLst>
                </p14:cNvPr>
                <p14:cNvContentPartPr/>
                <p14:nvPr/>
              </p14:nvContentPartPr>
              <p14:xfrm>
                <a:off x="5581988" y="4099790"/>
                <a:ext cx="169200" cy="126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161CE3-CDED-6699-DB66-8D758F13039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572988" y="4091150"/>
                  <a:ext cx="1868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5FEBC2C-AC0C-6727-7B80-EB416B3CE632}"/>
                    </a:ext>
                  </a:extLst>
                </p14:cNvPr>
                <p14:cNvContentPartPr/>
                <p14:nvPr/>
              </p14:nvContentPartPr>
              <p14:xfrm>
                <a:off x="5851628" y="3559430"/>
                <a:ext cx="38160" cy="177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5FEBC2C-AC0C-6727-7B80-EB416B3CE63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42628" y="3550790"/>
                  <a:ext cx="55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D8F4901-1BE2-CA6D-B236-2CDEE49278D3}"/>
              </a:ext>
            </a:extLst>
          </p:cNvPr>
          <p:cNvGrpSpPr/>
          <p:nvPr/>
        </p:nvGrpSpPr>
        <p:grpSpPr>
          <a:xfrm>
            <a:off x="6194348" y="3955790"/>
            <a:ext cx="203760" cy="99000"/>
            <a:chOff x="6194348" y="3955790"/>
            <a:chExt cx="203760" cy="9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FDF6A1A-00D9-23BC-D46E-0CA5CFA5D37B}"/>
                    </a:ext>
                  </a:extLst>
                </p14:cNvPr>
                <p14:cNvContentPartPr/>
                <p14:nvPr/>
              </p14:nvContentPartPr>
              <p14:xfrm>
                <a:off x="6194348" y="3955790"/>
                <a:ext cx="156960" cy="3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FDF6A1A-00D9-23BC-D46E-0CA5CFA5D37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85348" y="3947150"/>
                  <a:ext cx="174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F5904EE-A857-AEF0-E917-6F91E096EE60}"/>
                    </a:ext>
                  </a:extLst>
                </p14:cNvPr>
                <p14:cNvContentPartPr/>
                <p14:nvPr/>
              </p14:nvContentPartPr>
              <p14:xfrm>
                <a:off x="6225668" y="4044350"/>
                <a:ext cx="172440" cy="10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F5904EE-A857-AEF0-E917-6F91E096EE6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217028" y="4035350"/>
                  <a:ext cx="1900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3078309-CAA6-AE35-A76E-4EAEC913C972}"/>
              </a:ext>
            </a:extLst>
          </p:cNvPr>
          <p:cNvGrpSpPr/>
          <p:nvPr/>
        </p:nvGrpSpPr>
        <p:grpSpPr>
          <a:xfrm>
            <a:off x="6885908" y="3392390"/>
            <a:ext cx="525240" cy="412560"/>
            <a:chOff x="6885908" y="3392390"/>
            <a:chExt cx="5252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E22ACEB-8E87-4F02-BC4A-09DD2254BAE0}"/>
                    </a:ext>
                  </a:extLst>
                </p14:cNvPr>
                <p14:cNvContentPartPr/>
                <p14:nvPr/>
              </p14:nvContentPartPr>
              <p14:xfrm>
                <a:off x="6885908" y="3418310"/>
                <a:ext cx="75600" cy="327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E22ACEB-8E87-4F02-BC4A-09DD2254BAE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77268" y="3409670"/>
                  <a:ext cx="932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92FBE95-E907-0A29-CBDB-7270F942314D}"/>
                    </a:ext>
                  </a:extLst>
                </p14:cNvPr>
                <p14:cNvContentPartPr/>
                <p14:nvPr/>
              </p14:nvContentPartPr>
              <p14:xfrm>
                <a:off x="7098308" y="3660230"/>
                <a:ext cx="78840" cy="144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92FBE95-E907-0A29-CBDB-7270F942314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89308" y="3651230"/>
                  <a:ext cx="96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690A5F4-7F2F-110C-995F-1CEBCBB41856}"/>
                    </a:ext>
                  </a:extLst>
                </p14:cNvPr>
                <p14:cNvContentPartPr/>
                <p14:nvPr/>
              </p14:nvContentPartPr>
              <p14:xfrm>
                <a:off x="7370468" y="3392390"/>
                <a:ext cx="40680" cy="316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690A5F4-7F2F-110C-995F-1CEBCBB4185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61828" y="3383750"/>
                  <a:ext cx="5832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7A0BDB6-0B8C-D2F9-0545-D970D6951507}"/>
              </a:ext>
            </a:extLst>
          </p:cNvPr>
          <p:cNvGrpSpPr/>
          <p:nvPr/>
        </p:nvGrpSpPr>
        <p:grpSpPr>
          <a:xfrm>
            <a:off x="6918668" y="3984590"/>
            <a:ext cx="650520" cy="696240"/>
            <a:chOff x="6918668" y="3984590"/>
            <a:chExt cx="650520" cy="69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307C990-0689-82A5-CA4D-FB4D142DC05B}"/>
                    </a:ext>
                  </a:extLst>
                </p14:cNvPr>
                <p14:cNvContentPartPr/>
                <p14:nvPr/>
              </p14:nvContentPartPr>
              <p14:xfrm>
                <a:off x="6918668" y="3984590"/>
                <a:ext cx="650520" cy="63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307C990-0689-82A5-CA4D-FB4D142DC05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10028" y="3975590"/>
                  <a:ext cx="668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4F79748-6ABA-E77C-2C6D-B89C47CCE395}"/>
                    </a:ext>
                  </a:extLst>
                </p14:cNvPr>
                <p14:cNvContentPartPr/>
                <p14:nvPr/>
              </p14:nvContentPartPr>
              <p14:xfrm>
                <a:off x="7080668" y="4149470"/>
                <a:ext cx="213840" cy="374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4F79748-6ABA-E77C-2C6D-B89C47CCE39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071668" y="4140830"/>
                  <a:ext cx="2314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F5BA58-56D9-1BCC-7136-E98EDAA31B90}"/>
                    </a:ext>
                  </a:extLst>
                </p14:cNvPr>
                <p14:cNvContentPartPr/>
                <p14:nvPr/>
              </p14:nvContentPartPr>
              <p14:xfrm>
                <a:off x="7258868" y="4377350"/>
                <a:ext cx="161640" cy="303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F5BA58-56D9-1BCC-7136-E98EDAA31B9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250228" y="4368710"/>
                  <a:ext cx="17928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26130A3-B910-4B0E-5F84-814EC931A415}"/>
              </a:ext>
            </a:extLst>
          </p:cNvPr>
          <p:cNvGrpSpPr/>
          <p:nvPr/>
        </p:nvGrpSpPr>
        <p:grpSpPr>
          <a:xfrm>
            <a:off x="7925228" y="3454670"/>
            <a:ext cx="2000520" cy="621720"/>
            <a:chOff x="7925228" y="3454670"/>
            <a:chExt cx="200052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823159-67D6-9847-C33E-771D1D0D18E1}"/>
                    </a:ext>
                  </a:extLst>
                </p14:cNvPr>
                <p14:cNvContentPartPr/>
                <p14:nvPr/>
              </p14:nvContentPartPr>
              <p14:xfrm>
                <a:off x="7925228" y="3637550"/>
                <a:ext cx="118800" cy="438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823159-67D6-9847-C33E-771D1D0D18E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916228" y="3628550"/>
                  <a:ext cx="13644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0639DC-0630-B94D-8E93-9C4E5F91186B}"/>
                    </a:ext>
                  </a:extLst>
                </p14:cNvPr>
                <p14:cNvContentPartPr/>
                <p14:nvPr/>
              </p14:nvContentPartPr>
              <p14:xfrm>
                <a:off x="8165348" y="3685430"/>
                <a:ext cx="216360" cy="351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0639DC-0630-B94D-8E93-9C4E5F91186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56348" y="3676790"/>
                  <a:ext cx="2340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C58285F-8BD2-250A-77AD-B309F4ACFB47}"/>
                    </a:ext>
                  </a:extLst>
                </p14:cNvPr>
                <p14:cNvContentPartPr/>
                <p14:nvPr/>
              </p14:nvContentPartPr>
              <p14:xfrm>
                <a:off x="8500508" y="3933470"/>
                <a:ext cx="33120" cy="141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C58285F-8BD2-250A-77AD-B309F4ACFB4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91508" y="3924830"/>
                  <a:ext cx="507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F155827-01F1-9C70-7B0E-FDD82A79CD56}"/>
                    </a:ext>
                  </a:extLst>
                </p14:cNvPr>
                <p14:cNvContentPartPr/>
                <p14:nvPr/>
              </p14:nvContentPartPr>
              <p14:xfrm>
                <a:off x="8613548" y="3804590"/>
                <a:ext cx="18108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F155827-01F1-9C70-7B0E-FDD82A79CD5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04548" y="3795950"/>
                  <a:ext cx="19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0A15925-2040-A713-CBC6-EEB59ECDFB3F}"/>
                    </a:ext>
                  </a:extLst>
                </p14:cNvPr>
                <p14:cNvContentPartPr/>
                <p14:nvPr/>
              </p14:nvContentPartPr>
              <p14:xfrm>
                <a:off x="8697428" y="3741590"/>
                <a:ext cx="26640" cy="195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0A15925-2040-A713-CBC6-EEB59ECDFB3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688788" y="3732590"/>
                  <a:ext cx="44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F00DDA4-1078-CBE1-6C1F-B806EAA47451}"/>
                    </a:ext>
                  </a:extLst>
                </p14:cNvPr>
                <p14:cNvContentPartPr/>
                <p14:nvPr/>
              </p14:nvContentPartPr>
              <p14:xfrm>
                <a:off x="8951948" y="3605510"/>
                <a:ext cx="259560" cy="360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F00DDA4-1078-CBE1-6C1F-B806EAA4745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943308" y="3596870"/>
                  <a:ext cx="2772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0014394-47D9-3C45-03D1-8112FAE53BB7}"/>
                    </a:ext>
                  </a:extLst>
                </p14:cNvPr>
                <p14:cNvContentPartPr/>
                <p14:nvPr/>
              </p14:nvContentPartPr>
              <p14:xfrm>
                <a:off x="9283868" y="3906470"/>
                <a:ext cx="132120" cy="164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0014394-47D9-3C45-03D1-8112FAE53BB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74868" y="3897470"/>
                  <a:ext cx="149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D95F298-2C70-DF8C-2745-8CE659F4A850}"/>
                    </a:ext>
                  </a:extLst>
                </p14:cNvPr>
                <p14:cNvContentPartPr/>
                <p14:nvPr/>
              </p14:nvContentPartPr>
              <p14:xfrm>
                <a:off x="9612908" y="3454670"/>
                <a:ext cx="79560" cy="168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D95F298-2C70-DF8C-2745-8CE659F4A85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03908" y="3445670"/>
                  <a:ext cx="972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587E5A7-6E47-2D13-30E3-D26BC7CBD9CA}"/>
                    </a:ext>
                  </a:extLst>
                </p14:cNvPr>
                <p14:cNvContentPartPr/>
                <p14:nvPr/>
              </p14:nvContentPartPr>
              <p14:xfrm>
                <a:off x="9753308" y="3768590"/>
                <a:ext cx="171000" cy="34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587E5A7-6E47-2D13-30E3-D26BC7CBD9C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744668" y="3759950"/>
                  <a:ext cx="188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156AE0F-871B-962F-482E-E7D102F41B3C}"/>
                    </a:ext>
                  </a:extLst>
                </p14:cNvPr>
                <p14:cNvContentPartPr/>
                <p14:nvPr/>
              </p14:nvContentPartPr>
              <p14:xfrm>
                <a:off x="9891548" y="3661310"/>
                <a:ext cx="34200" cy="253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156AE0F-871B-962F-482E-E7D102F41B3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882548" y="3652310"/>
                  <a:ext cx="5184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C2A4347-A0BC-CD57-3C8E-EB23F030B175}"/>
              </a:ext>
            </a:extLst>
          </p:cNvPr>
          <p:cNvGrpSpPr/>
          <p:nvPr/>
        </p:nvGrpSpPr>
        <p:grpSpPr>
          <a:xfrm>
            <a:off x="10162628" y="3483830"/>
            <a:ext cx="580320" cy="648000"/>
            <a:chOff x="10162628" y="3483830"/>
            <a:chExt cx="58032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1BF2EEA-070B-2712-88C2-D6C8180B4243}"/>
                    </a:ext>
                  </a:extLst>
                </p14:cNvPr>
                <p14:cNvContentPartPr/>
                <p14:nvPr/>
              </p14:nvContentPartPr>
              <p14:xfrm>
                <a:off x="10162628" y="3608030"/>
                <a:ext cx="191160" cy="390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1BF2EEA-070B-2712-88C2-D6C8180B424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53628" y="3599390"/>
                  <a:ext cx="2088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FF19797-13FE-1C66-2AE2-1E91BC3B91DF}"/>
                    </a:ext>
                  </a:extLst>
                </p14:cNvPr>
                <p14:cNvContentPartPr/>
                <p14:nvPr/>
              </p14:nvContentPartPr>
              <p14:xfrm>
                <a:off x="10383668" y="3854270"/>
                <a:ext cx="139320" cy="277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FF19797-13FE-1C66-2AE2-1E91BC3B91D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374668" y="3845270"/>
                  <a:ext cx="1569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736407D-6956-09B7-C25F-DF72DA4A308F}"/>
                    </a:ext>
                  </a:extLst>
                </p14:cNvPr>
                <p14:cNvContentPartPr/>
                <p14:nvPr/>
              </p14:nvContentPartPr>
              <p14:xfrm>
                <a:off x="10642148" y="3483830"/>
                <a:ext cx="100800" cy="581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736407D-6956-09B7-C25F-DF72DA4A308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33508" y="3475190"/>
                  <a:ext cx="118440" cy="59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7F648E-2BF8-5E66-6C3D-34377E5A0081}"/>
              </a:ext>
            </a:extLst>
          </p:cNvPr>
          <p:cNvGrpSpPr/>
          <p:nvPr/>
        </p:nvGrpSpPr>
        <p:grpSpPr>
          <a:xfrm>
            <a:off x="4104908" y="4831670"/>
            <a:ext cx="1249920" cy="667800"/>
            <a:chOff x="4104908" y="4831670"/>
            <a:chExt cx="124992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3C475AB-FA9A-B4FD-2A2E-9C41914AE7D8}"/>
                    </a:ext>
                  </a:extLst>
                </p14:cNvPr>
                <p14:cNvContentPartPr/>
                <p14:nvPr/>
              </p14:nvContentPartPr>
              <p14:xfrm>
                <a:off x="4104908" y="5012390"/>
                <a:ext cx="281880" cy="406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3C475AB-FA9A-B4FD-2A2E-9C41914AE7D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096268" y="5003750"/>
                  <a:ext cx="2995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9C825C9-0F00-D2BF-E844-01450611E153}"/>
                    </a:ext>
                  </a:extLst>
                </p14:cNvPr>
                <p14:cNvContentPartPr/>
                <p14:nvPr/>
              </p14:nvContentPartPr>
              <p14:xfrm>
                <a:off x="4463108" y="5356190"/>
                <a:ext cx="174960" cy="143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9C825C9-0F00-D2BF-E844-01450611E15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454468" y="5347190"/>
                  <a:ext cx="192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FA43D5B-6718-FFFC-7C85-58A4AEECB5A9}"/>
                    </a:ext>
                  </a:extLst>
                </p14:cNvPr>
                <p14:cNvContentPartPr/>
                <p14:nvPr/>
              </p14:nvContentPartPr>
              <p14:xfrm>
                <a:off x="4756868" y="4831670"/>
                <a:ext cx="74520" cy="242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FA43D5B-6718-FFFC-7C85-58A4AEECB5A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748228" y="4823030"/>
                  <a:ext cx="921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33E44D-0F73-09BC-BE67-B256774C616C}"/>
                    </a:ext>
                  </a:extLst>
                </p14:cNvPr>
                <p14:cNvContentPartPr/>
                <p14:nvPr/>
              </p14:nvContentPartPr>
              <p14:xfrm>
                <a:off x="5023268" y="4939310"/>
                <a:ext cx="153360" cy="383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33E44D-0F73-09BC-BE67-B256774C616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14268" y="4930310"/>
                  <a:ext cx="1710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778D369-B53A-B42B-A40C-41ACF30114EE}"/>
                    </a:ext>
                  </a:extLst>
                </p14:cNvPr>
                <p14:cNvContentPartPr/>
                <p14:nvPr/>
              </p14:nvContentPartPr>
              <p14:xfrm>
                <a:off x="5318108" y="4965590"/>
                <a:ext cx="36720" cy="276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778D369-B53A-B42B-A40C-41ACF30114E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09108" y="4956590"/>
                  <a:ext cx="54360" cy="29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AA3E800-8FB3-EEC0-6C85-7668D94ED2FA}"/>
                  </a:ext>
                </a:extLst>
              </p14:cNvPr>
              <p14:cNvContentPartPr/>
              <p14:nvPr/>
            </p14:nvContentPartPr>
            <p14:xfrm>
              <a:off x="5611148" y="5078990"/>
              <a:ext cx="243360" cy="82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AA3E800-8FB3-EEC0-6C85-7668D94ED2F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602148" y="5070350"/>
                <a:ext cx="26100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A6A80BA-950A-0E1C-3B12-18B52008001E}"/>
              </a:ext>
            </a:extLst>
          </p:cNvPr>
          <p:cNvGrpSpPr/>
          <p:nvPr/>
        </p:nvGrpSpPr>
        <p:grpSpPr>
          <a:xfrm>
            <a:off x="5094548" y="5962790"/>
            <a:ext cx="636840" cy="497880"/>
            <a:chOff x="5094548" y="5962790"/>
            <a:chExt cx="636840" cy="49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9A87A3F-FD85-39B0-E2D5-4FD473571E02}"/>
                    </a:ext>
                  </a:extLst>
                </p14:cNvPr>
                <p14:cNvContentPartPr/>
                <p14:nvPr/>
              </p14:nvContentPartPr>
              <p14:xfrm>
                <a:off x="5113268" y="6188510"/>
                <a:ext cx="23760" cy="105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9A87A3F-FD85-39B0-E2D5-4FD473571E0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04268" y="6179510"/>
                  <a:ext cx="41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EAE4535-8F37-AD1B-2EC8-B97E8A505179}"/>
                    </a:ext>
                  </a:extLst>
                </p14:cNvPr>
                <p14:cNvContentPartPr/>
                <p14:nvPr/>
              </p14:nvContentPartPr>
              <p14:xfrm>
                <a:off x="5128388" y="6076910"/>
                <a:ext cx="70920" cy="307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EAE4535-8F37-AD1B-2EC8-B97E8A50517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119748" y="6067910"/>
                  <a:ext cx="885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3130934-6076-3361-0004-420090276404}"/>
                    </a:ext>
                  </a:extLst>
                </p14:cNvPr>
                <p14:cNvContentPartPr/>
                <p14:nvPr/>
              </p14:nvContentPartPr>
              <p14:xfrm>
                <a:off x="5094548" y="6034430"/>
                <a:ext cx="266400" cy="345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3130934-6076-3361-0004-42009027640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085908" y="6025790"/>
                  <a:ext cx="2840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10EDB3E-7D3D-C28F-8A6A-D361F0459FFA}"/>
                    </a:ext>
                  </a:extLst>
                </p14:cNvPr>
                <p14:cNvContentPartPr/>
                <p14:nvPr/>
              </p14:nvContentPartPr>
              <p14:xfrm>
                <a:off x="5447348" y="6326390"/>
                <a:ext cx="191520" cy="134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10EDB3E-7D3D-C28F-8A6A-D361F0459FF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438348" y="6317390"/>
                  <a:ext cx="20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09FAF1A-9BC5-BAE3-54C9-36C90F92F300}"/>
                    </a:ext>
                  </a:extLst>
                </p14:cNvPr>
                <p14:cNvContentPartPr/>
                <p14:nvPr/>
              </p14:nvContentPartPr>
              <p14:xfrm>
                <a:off x="5669468" y="5962790"/>
                <a:ext cx="61920" cy="2160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09FAF1A-9BC5-BAE3-54C9-36C90F92F30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660828" y="5953790"/>
                  <a:ext cx="7956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4A48874-7C28-DDCE-0F66-7DF2DD74A957}"/>
              </a:ext>
            </a:extLst>
          </p:cNvPr>
          <p:cNvGrpSpPr/>
          <p:nvPr/>
        </p:nvGrpSpPr>
        <p:grpSpPr>
          <a:xfrm>
            <a:off x="6136748" y="4672190"/>
            <a:ext cx="4117680" cy="2210400"/>
            <a:chOff x="6136748" y="4672190"/>
            <a:chExt cx="4117680" cy="22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5F6D80-2DDE-04AB-767A-0291962DB43F}"/>
                    </a:ext>
                  </a:extLst>
                </p14:cNvPr>
                <p14:cNvContentPartPr/>
                <p14:nvPr/>
              </p14:nvContentPartPr>
              <p14:xfrm>
                <a:off x="8578268" y="4868750"/>
                <a:ext cx="181080" cy="422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5F6D80-2DDE-04AB-767A-0291962DB43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69268" y="4860110"/>
                  <a:ext cx="1987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0F99836-ABCE-2326-DF99-24F3B6F9DA06}"/>
                    </a:ext>
                  </a:extLst>
                </p14:cNvPr>
                <p14:cNvContentPartPr/>
                <p14:nvPr/>
              </p14:nvContentPartPr>
              <p14:xfrm>
                <a:off x="8811908" y="4882790"/>
                <a:ext cx="207720" cy="333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0F99836-ABCE-2326-DF99-24F3B6F9DA0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802908" y="4874150"/>
                  <a:ext cx="2253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20CB7BD-D047-F635-091B-DD55ACF8FBFB}"/>
                    </a:ext>
                  </a:extLst>
                </p14:cNvPr>
                <p14:cNvContentPartPr/>
                <p14:nvPr/>
              </p14:nvContentPartPr>
              <p14:xfrm>
                <a:off x="9178388" y="5150270"/>
                <a:ext cx="21600" cy="147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20CB7BD-D047-F635-091B-DD55ACF8FBF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169748" y="5141630"/>
                  <a:ext cx="39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DDCE001-7ACB-FAA1-C33F-5C4722F9B8A2}"/>
                    </a:ext>
                  </a:extLst>
                </p14:cNvPr>
                <p14:cNvContentPartPr/>
                <p14:nvPr/>
              </p14:nvContentPartPr>
              <p14:xfrm>
                <a:off x="9286388" y="4965230"/>
                <a:ext cx="178920" cy="17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DDCE001-7ACB-FAA1-C33F-5C4722F9B8A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277388" y="4956230"/>
                  <a:ext cx="196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6E58792-4E0B-81AB-8BCB-0240279E5B75}"/>
                    </a:ext>
                  </a:extLst>
                </p14:cNvPr>
                <p14:cNvContentPartPr/>
                <p14:nvPr/>
              </p14:nvContentPartPr>
              <p14:xfrm>
                <a:off x="9352988" y="4875950"/>
                <a:ext cx="24120" cy="242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6E58792-4E0B-81AB-8BCB-0240279E5B7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343988" y="4866950"/>
                  <a:ext cx="41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2C8A1D7-2FF2-15E2-133B-173A3B40DCD0}"/>
                    </a:ext>
                  </a:extLst>
                </p14:cNvPr>
                <p14:cNvContentPartPr/>
                <p14:nvPr/>
              </p14:nvContentPartPr>
              <p14:xfrm>
                <a:off x="9556388" y="4815830"/>
                <a:ext cx="28080" cy="265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2C8A1D7-2FF2-15E2-133B-173A3B40DCD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547388" y="4807190"/>
                  <a:ext cx="457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FE8D2C5-9826-367D-3B3C-6149F406A586}"/>
                    </a:ext>
                  </a:extLst>
                </p14:cNvPr>
                <p14:cNvContentPartPr/>
                <p14:nvPr/>
              </p14:nvContentPartPr>
              <p14:xfrm>
                <a:off x="9556388" y="4815830"/>
                <a:ext cx="36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FE8D2C5-9826-367D-3B3C-6149F406A58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47388" y="48071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40620A3-3314-AA3E-F4EA-917FB56F5769}"/>
                    </a:ext>
                  </a:extLst>
                </p14:cNvPr>
                <p14:cNvContentPartPr/>
                <p14:nvPr/>
              </p14:nvContentPartPr>
              <p14:xfrm>
                <a:off x="9554948" y="4754990"/>
                <a:ext cx="216360" cy="348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40620A3-3314-AA3E-F4EA-917FB56F576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6308" y="4746350"/>
                  <a:ext cx="2340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0DDA4D0-88B5-C841-0E61-C2606CBCC65C}"/>
                    </a:ext>
                  </a:extLst>
                </p14:cNvPr>
                <p14:cNvContentPartPr/>
                <p14:nvPr/>
              </p14:nvContentPartPr>
              <p14:xfrm>
                <a:off x="9859148" y="5026070"/>
                <a:ext cx="115920" cy="218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0DDA4D0-88B5-C841-0E61-C2606CBCC65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850148" y="5017070"/>
                  <a:ext cx="133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15CA7D9-004B-9485-F7F2-74A1A1728650}"/>
                    </a:ext>
                  </a:extLst>
                </p14:cNvPr>
                <p14:cNvContentPartPr/>
                <p14:nvPr/>
              </p14:nvContentPartPr>
              <p14:xfrm>
                <a:off x="10085948" y="4681550"/>
                <a:ext cx="168480" cy="595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15CA7D9-004B-9485-F7F2-74A1A172865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077308" y="4672550"/>
                  <a:ext cx="18612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F6E100A-0765-DE62-AF7E-EC0CBD222F3A}"/>
                    </a:ext>
                  </a:extLst>
                </p14:cNvPr>
                <p14:cNvContentPartPr/>
                <p14:nvPr/>
              </p14:nvContentPartPr>
              <p14:xfrm>
                <a:off x="6173108" y="4674350"/>
                <a:ext cx="45720" cy="3258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F6E100A-0765-DE62-AF7E-EC0CBD222F3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164108" y="4665710"/>
                  <a:ext cx="633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0E83488-4665-8B24-30F0-553F8FC0BDF9}"/>
                    </a:ext>
                  </a:extLst>
                </p14:cNvPr>
                <p14:cNvContentPartPr/>
                <p14:nvPr/>
              </p14:nvContentPartPr>
              <p14:xfrm>
                <a:off x="6406388" y="4898270"/>
                <a:ext cx="57960" cy="114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0E83488-4665-8B24-30F0-553F8FC0BDF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397748" y="4889630"/>
                  <a:ext cx="756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7F006A3-4047-7EB9-0D02-0DAC7B916817}"/>
                    </a:ext>
                  </a:extLst>
                </p14:cNvPr>
                <p14:cNvContentPartPr/>
                <p14:nvPr/>
              </p14:nvContentPartPr>
              <p14:xfrm>
                <a:off x="6547148" y="4673630"/>
                <a:ext cx="46800" cy="293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7F006A3-4047-7EB9-0D02-0DAC7B91681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38148" y="4664990"/>
                  <a:ext cx="644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EC857CD-8E3C-0F67-8AD9-A05F012B6513}"/>
                    </a:ext>
                  </a:extLst>
                </p14:cNvPr>
                <p14:cNvContentPartPr/>
                <p14:nvPr/>
              </p14:nvContentPartPr>
              <p14:xfrm>
                <a:off x="6157988" y="5174750"/>
                <a:ext cx="524880" cy="40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EC857CD-8E3C-0F67-8AD9-A05F012B651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149348" y="5166110"/>
                  <a:ext cx="542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47D28CD-E9D5-3483-2B46-711E6366F5E8}"/>
                    </a:ext>
                  </a:extLst>
                </p14:cNvPr>
                <p14:cNvContentPartPr/>
                <p14:nvPr/>
              </p14:nvContentPartPr>
              <p14:xfrm>
                <a:off x="6304868" y="5338910"/>
                <a:ext cx="270360" cy="392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47D28CD-E9D5-3483-2B46-711E6366F5E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295868" y="5330270"/>
                  <a:ext cx="2880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7C966FE-363E-B73B-33B2-51A8E0B048CD}"/>
                    </a:ext>
                  </a:extLst>
                </p14:cNvPr>
                <p14:cNvContentPartPr/>
                <p14:nvPr/>
              </p14:nvContentPartPr>
              <p14:xfrm>
                <a:off x="6614828" y="5572190"/>
                <a:ext cx="97200" cy="211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7C966FE-363E-B73B-33B2-51A8E0B048C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06188" y="5563190"/>
                  <a:ext cx="114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991FD96-2F9A-5ED3-4255-EE0322E7F1F0}"/>
                    </a:ext>
                  </a:extLst>
                </p14:cNvPr>
                <p14:cNvContentPartPr/>
                <p14:nvPr/>
              </p14:nvContentPartPr>
              <p14:xfrm>
                <a:off x="6861068" y="4950470"/>
                <a:ext cx="118080" cy="47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991FD96-2F9A-5ED3-4255-EE0322E7F1F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852068" y="4941470"/>
                  <a:ext cx="1357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EF50AD9-B897-BC0A-AE47-3AF7998D46B3}"/>
                    </a:ext>
                  </a:extLst>
                </p14:cNvPr>
                <p14:cNvContentPartPr/>
                <p14:nvPr/>
              </p14:nvContentPartPr>
              <p14:xfrm>
                <a:off x="7368308" y="5093750"/>
                <a:ext cx="132120" cy="28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EF50AD9-B897-BC0A-AE47-3AF7998D46B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359668" y="5085110"/>
                  <a:ext cx="149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77BD18F-B35C-08AB-E646-BE03BACCA269}"/>
                    </a:ext>
                  </a:extLst>
                </p14:cNvPr>
                <p14:cNvContentPartPr/>
                <p14:nvPr/>
              </p14:nvContentPartPr>
              <p14:xfrm>
                <a:off x="7336628" y="5226950"/>
                <a:ext cx="136080" cy="8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77BD18F-B35C-08AB-E646-BE03BACCA26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327988" y="5217950"/>
                  <a:ext cx="153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B851648-89EA-0CA5-0CD8-8C9F3DE8AB03}"/>
                    </a:ext>
                  </a:extLst>
                </p14:cNvPr>
                <p14:cNvContentPartPr/>
                <p14:nvPr/>
              </p14:nvContentPartPr>
              <p14:xfrm>
                <a:off x="7909028" y="4733750"/>
                <a:ext cx="6480" cy="254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B851648-89EA-0CA5-0CD8-8C9F3DE8AB0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900388" y="4725110"/>
                  <a:ext cx="241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61DAF2D-B07D-64B4-AE22-92DB1914E4B4}"/>
                    </a:ext>
                  </a:extLst>
                </p14:cNvPr>
                <p14:cNvContentPartPr/>
                <p14:nvPr/>
              </p14:nvContentPartPr>
              <p14:xfrm>
                <a:off x="8038628" y="4979630"/>
                <a:ext cx="55440" cy="106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61DAF2D-B07D-64B4-AE22-92DB1914E4B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029628" y="4970990"/>
                  <a:ext cx="73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EDDCAA0-CDC2-AC48-A36B-CF08C240EECE}"/>
                    </a:ext>
                  </a:extLst>
                </p14:cNvPr>
                <p14:cNvContentPartPr/>
                <p14:nvPr/>
              </p14:nvContentPartPr>
              <p14:xfrm>
                <a:off x="8217908" y="4672190"/>
                <a:ext cx="31680" cy="333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EDDCAA0-CDC2-AC48-A36B-CF08C240EEC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209268" y="4663550"/>
                  <a:ext cx="493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8AAB4BD-9B44-A614-9050-137C54F594CE}"/>
                    </a:ext>
                  </a:extLst>
                </p14:cNvPr>
                <p14:cNvContentPartPr/>
                <p14:nvPr/>
              </p14:nvContentPartPr>
              <p14:xfrm>
                <a:off x="7835228" y="5169710"/>
                <a:ext cx="511200" cy="55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8AAB4BD-9B44-A614-9050-137C54F594C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26228" y="5160710"/>
                  <a:ext cx="528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2CC5635-DEAD-9720-566D-CA498DC965FA}"/>
                    </a:ext>
                  </a:extLst>
                </p14:cNvPr>
                <p14:cNvContentPartPr/>
                <p14:nvPr/>
              </p14:nvContentPartPr>
              <p14:xfrm>
                <a:off x="7905428" y="5344310"/>
                <a:ext cx="218880" cy="333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2CC5635-DEAD-9720-566D-CA498DC965F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896428" y="5335670"/>
                  <a:ext cx="2365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0F8F608-4C25-B231-080B-335E48E91497}"/>
                    </a:ext>
                  </a:extLst>
                </p14:cNvPr>
                <p14:cNvContentPartPr/>
                <p14:nvPr/>
              </p14:nvContentPartPr>
              <p14:xfrm>
                <a:off x="8123948" y="5528630"/>
                <a:ext cx="123480" cy="250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0F8F608-4C25-B231-080B-335E48E9149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114948" y="5519990"/>
                  <a:ext cx="141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0F743F5-63EC-0B40-78B9-227F34450728}"/>
                    </a:ext>
                  </a:extLst>
                </p14:cNvPr>
                <p14:cNvContentPartPr/>
                <p14:nvPr/>
              </p14:nvContentPartPr>
              <p14:xfrm>
                <a:off x="6150428" y="6196430"/>
                <a:ext cx="139320" cy="29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0F743F5-63EC-0B40-78B9-227F3445072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41428" y="6187790"/>
                  <a:ext cx="156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72FB949-3FE6-DB47-25F5-72CEF925EF34}"/>
                    </a:ext>
                  </a:extLst>
                </p14:cNvPr>
                <p14:cNvContentPartPr/>
                <p14:nvPr/>
              </p14:nvContentPartPr>
              <p14:xfrm>
                <a:off x="6136748" y="6328910"/>
                <a:ext cx="146160" cy="12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72FB949-3FE6-DB47-25F5-72CEF925EF3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127748" y="6319910"/>
                  <a:ext cx="163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AE71702-46DA-DE66-C304-C73B61C702EA}"/>
                    </a:ext>
                  </a:extLst>
                </p14:cNvPr>
                <p14:cNvContentPartPr/>
                <p14:nvPr/>
              </p14:nvContentPartPr>
              <p14:xfrm>
                <a:off x="6991388" y="5706110"/>
                <a:ext cx="43560" cy="159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AE71702-46DA-DE66-C304-C73B61C702E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982388" y="5697470"/>
                  <a:ext cx="612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2988D78-914C-D654-2758-0C6836D129B3}"/>
                    </a:ext>
                  </a:extLst>
                </p14:cNvPr>
                <p14:cNvContentPartPr/>
                <p14:nvPr/>
              </p14:nvContentPartPr>
              <p14:xfrm>
                <a:off x="7099028" y="5831390"/>
                <a:ext cx="37440" cy="107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2988D78-914C-D654-2758-0C6836D129B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090388" y="5822750"/>
                  <a:ext cx="55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871684F-F171-C74C-DF3B-011569CF2E2B}"/>
                    </a:ext>
                  </a:extLst>
                </p14:cNvPr>
                <p14:cNvContentPartPr/>
                <p14:nvPr/>
              </p14:nvContentPartPr>
              <p14:xfrm>
                <a:off x="7207388" y="5668310"/>
                <a:ext cx="18000" cy="186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871684F-F171-C74C-DF3B-011569CF2E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198388" y="5659310"/>
                  <a:ext cx="35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C39BCA0-1131-A690-216E-2CBFAAB81809}"/>
                    </a:ext>
                  </a:extLst>
                </p14:cNvPr>
                <p14:cNvContentPartPr/>
                <p14:nvPr/>
              </p14:nvContentPartPr>
              <p14:xfrm>
                <a:off x="6947468" y="5991590"/>
                <a:ext cx="430920" cy="14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C39BCA0-1131-A690-216E-2CBFAAB8180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938828" y="5982590"/>
                  <a:ext cx="448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6C43E58-5AFE-2F39-97DC-4A76DC4EC8BB}"/>
                    </a:ext>
                  </a:extLst>
                </p14:cNvPr>
                <p14:cNvContentPartPr/>
                <p14:nvPr/>
              </p14:nvContentPartPr>
              <p14:xfrm>
                <a:off x="7055468" y="6032270"/>
                <a:ext cx="172440" cy="187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6C43E58-5AFE-2F39-97DC-4A76DC4EC8B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046828" y="6023270"/>
                  <a:ext cx="1900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1911104-D4DE-40AC-6B20-385DF0186949}"/>
                    </a:ext>
                  </a:extLst>
                </p14:cNvPr>
                <p14:cNvContentPartPr/>
                <p14:nvPr/>
              </p14:nvContentPartPr>
              <p14:xfrm>
                <a:off x="7225028" y="6154310"/>
                <a:ext cx="75600" cy="152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1911104-D4DE-40AC-6B20-385DF018694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216028" y="6145310"/>
                  <a:ext cx="93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6C2DDEE-43FF-90E8-27AA-875945F11243}"/>
                    </a:ext>
                  </a:extLst>
                </p14:cNvPr>
                <p14:cNvContentPartPr/>
                <p14:nvPr/>
              </p14:nvContentPartPr>
              <p14:xfrm>
                <a:off x="7599428" y="5766590"/>
                <a:ext cx="91800" cy="269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6C2DDEE-43FF-90E8-27AA-875945F1124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590428" y="5757590"/>
                  <a:ext cx="1094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A2F1429-546E-5DF7-D4F1-514BEFE348A8}"/>
                    </a:ext>
                  </a:extLst>
                </p14:cNvPr>
                <p14:cNvContentPartPr/>
                <p14:nvPr/>
              </p14:nvContentPartPr>
              <p14:xfrm>
                <a:off x="7806428" y="5769470"/>
                <a:ext cx="127440" cy="232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A2F1429-546E-5DF7-D4F1-514BEFE348A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97428" y="5760830"/>
                  <a:ext cx="145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0372C09-93DE-760D-F064-4119B5713CE6}"/>
                    </a:ext>
                  </a:extLst>
                </p14:cNvPr>
                <p14:cNvContentPartPr/>
                <p14:nvPr/>
              </p14:nvContentPartPr>
              <p14:xfrm>
                <a:off x="8032148" y="5936510"/>
                <a:ext cx="2880" cy="110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0372C09-93DE-760D-F064-4119B5713CE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023508" y="5927870"/>
                  <a:ext cx="20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5D818F9-B06B-211D-5DFA-D4444324FE35}"/>
                    </a:ext>
                  </a:extLst>
                </p14:cNvPr>
                <p14:cNvContentPartPr/>
                <p14:nvPr/>
              </p14:nvContentPartPr>
              <p14:xfrm>
                <a:off x="8184068" y="5894750"/>
                <a:ext cx="133560" cy="16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5D818F9-B06B-211D-5DFA-D4444324FE3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175428" y="5886110"/>
                  <a:ext cx="151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51CBE58-E1C3-F1DB-AEF8-3E6FB1FE6ACA}"/>
                    </a:ext>
                  </a:extLst>
                </p14:cNvPr>
                <p14:cNvContentPartPr/>
                <p14:nvPr/>
              </p14:nvContentPartPr>
              <p14:xfrm>
                <a:off x="8247788" y="5830310"/>
                <a:ext cx="28440" cy="184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51CBE58-E1C3-F1DB-AEF8-3E6FB1FE6AC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238788" y="5821670"/>
                  <a:ext cx="4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EE682CA-ABE8-7D50-3DF0-104694F5D07A}"/>
                    </a:ext>
                  </a:extLst>
                </p14:cNvPr>
                <p14:cNvContentPartPr/>
                <p14:nvPr/>
              </p14:nvContentPartPr>
              <p14:xfrm>
                <a:off x="8471708" y="5780630"/>
                <a:ext cx="154080" cy="232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EE682CA-ABE8-7D50-3DF0-104694F5D07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62708" y="5771990"/>
                  <a:ext cx="171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6AC742-8B55-A919-8330-28D57C8660CF}"/>
                    </a:ext>
                  </a:extLst>
                </p14:cNvPr>
                <p14:cNvContentPartPr/>
                <p14:nvPr/>
              </p14:nvContentPartPr>
              <p14:xfrm>
                <a:off x="8619308" y="5921750"/>
                <a:ext cx="71640" cy="164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6AC742-8B55-A919-8330-28D57C8660C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610668" y="5912750"/>
                  <a:ext cx="89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1F2516B-8786-BAFD-1F86-76BFD550866C}"/>
                    </a:ext>
                  </a:extLst>
                </p14:cNvPr>
                <p14:cNvContentPartPr/>
                <p14:nvPr/>
              </p14:nvContentPartPr>
              <p14:xfrm>
                <a:off x="8778068" y="5717630"/>
                <a:ext cx="111240" cy="402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1F2516B-8786-BAFD-1F86-76BFD550866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769068" y="5708630"/>
                  <a:ext cx="1288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74B93DC-02CB-EB49-92AD-FE01A982924C}"/>
                    </a:ext>
                  </a:extLst>
                </p14:cNvPr>
                <p14:cNvContentPartPr/>
                <p14:nvPr/>
              </p14:nvContentPartPr>
              <p14:xfrm>
                <a:off x="6771788" y="6264110"/>
                <a:ext cx="2110680" cy="78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74B93DC-02CB-EB49-92AD-FE01A982924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763148" y="6255470"/>
                  <a:ext cx="2128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EB77F97-2307-3007-0FEC-3629C9DC6187}"/>
                    </a:ext>
                  </a:extLst>
                </p14:cNvPr>
                <p14:cNvContentPartPr/>
                <p14:nvPr/>
              </p14:nvContentPartPr>
              <p14:xfrm>
                <a:off x="7351748" y="6502430"/>
                <a:ext cx="55440" cy="230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EB77F97-2307-3007-0FEC-3629C9DC618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343108" y="6493430"/>
                  <a:ext cx="73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139C48F-9EB9-AA5F-12D0-1427F78820C8}"/>
                    </a:ext>
                  </a:extLst>
                </p14:cNvPr>
                <p14:cNvContentPartPr/>
                <p14:nvPr/>
              </p14:nvContentPartPr>
              <p14:xfrm>
                <a:off x="7640468" y="6601070"/>
                <a:ext cx="177480" cy="147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139C48F-9EB9-AA5F-12D0-1427F78820C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631828" y="6592070"/>
                  <a:ext cx="195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740ED91-EEFD-56E9-37D6-724A38EAAC05}"/>
                    </a:ext>
                  </a:extLst>
                </p14:cNvPr>
                <p14:cNvContentPartPr/>
                <p14:nvPr/>
              </p14:nvContentPartPr>
              <p14:xfrm>
                <a:off x="8049428" y="6344390"/>
                <a:ext cx="10800" cy="121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740ED91-EEFD-56E9-37D6-724A38EAAC0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040788" y="6335750"/>
                  <a:ext cx="28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1E5BBA5-3ED1-1FE2-FFBF-2048440ED8E2}"/>
                    </a:ext>
                  </a:extLst>
                </p14:cNvPr>
                <p14:cNvContentPartPr/>
                <p14:nvPr/>
              </p14:nvContentPartPr>
              <p14:xfrm>
                <a:off x="8134028" y="6416750"/>
                <a:ext cx="41760" cy="86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1E5BBA5-3ED1-1FE2-FFBF-2048440ED8E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125028" y="6408110"/>
                  <a:ext cx="59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BC38C14-0CD6-9B41-93CA-D70C118D8FFA}"/>
                    </a:ext>
                  </a:extLst>
                </p14:cNvPr>
                <p14:cNvContentPartPr/>
                <p14:nvPr/>
              </p14:nvContentPartPr>
              <p14:xfrm>
                <a:off x="8249228" y="6360590"/>
                <a:ext cx="11520" cy="1278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BC38C14-0CD6-9B41-93CA-D70C118D8FF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240588" y="6351950"/>
                  <a:ext cx="29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D98B844-DF12-8FC2-C841-8487FDBD1E76}"/>
                    </a:ext>
                  </a:extLst>
                </p14:cNvPr>
                <p14:cNvContentPartPr/>
                <p14:nvPr/>
              </p14:nvContentPartPr>
              <p14:xfrm>
                <a:off x="7975628" y="6603230"/>
                <a:ext cx="440640" cy="25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D98B844-DF12-8FC2-C841-8487FDBD1E7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966988" y="6594590"/>
                  <a:ext cx="458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AC9B24A-30B1-F95D-D521-D9A9BB57C157}"/>
                    </a:ext>
                  </a:extLst>
                </p14:cNvPr>
                <p14:cNvContentPartPr/>
                <p14:nvPr/>
              </p14:nvContentPartPr>
              <p14:xfrm>
                <a:off x="8080028" y="6664790"/>
                <a:ext cx="174600" cy="173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AC9B24A-30B1-F95D-D521-D9A9BB57C15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071028" y="6655790"/>
                  <a:ext cx="192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CAB0E66-E3FC-37C2-7489-B850DA613EB6}"/>
                    </a:ext>
                  </a:extLst>
                </p14:cNvPr>
                <p14:cNvContentPartPr/>
                <p14:nvPr/>
              </p14:nvContentPartPr>
              <p14:xfrm>
                <a:off x="8238068" y="6754430"/>
                <a:ext cx="88200" cy="128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CAB0E66-E3FC-37C2-7489-B850DA613EB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229428" y="6745790"/>
                  <a:ext cx="1058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C508030-BE89-9185-2828-270C8417D2F5}"/>
              </a:ext>
            </a:extLst>
          </p:cNvPr>
          <p:cNvGrpSpPr/>
          <p:nvPr/>
        </p:nvGrpSpPr>
        <p:grpSpPr>
          <a:xfrm>
            <a:off x="9177308" y="6188087"/>
            <a:ext cx="183600" cy="86040"/>
            <a:chOff x="9177308" y="6188087"/>
            <a:chExt cx="18360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6AC85D1-0BA0-86FF-0C2B-C3DE447EBD0D}"/>
                    </a:ext>
                  </a:extLst>
                </p14:cNvPr>
                <p14:cNvContentPartPr/>
                <p14:nvPr/>
              </p14:nvContentPartPr>
              <p14:xfrm>
                <a:off x="9217268" y="6261527"/>
                <a:ext cx="129600" cy="12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6AC85D1-0BA0-86FF-0C2B-C3DE447EBD0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208628" y="6252887"/>
                  <a:ext cx="147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F9959AC-99A2-E842-B20F-699211F4C353}"/>
                    </a:ext>
                  </a:extLst>
                </p14:cNvPr>
                <p14:cNvContentPartPr/>
                <p14:nvPr/>
              </p14:nvContentPartPr>
              <p14:xfrm>
                <a:off x="9177308" y="6188087"/>
                <a:ext cx="183600" cy="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F9959AC-99A2-E842-B20F-699211F4C35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168308" y="6179087"/>
                  <a:ext cx="20124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2EEBA57-4EBE-9CC8-8E86-9D5A3E633CE1}"/>
              </a:ext>
            </a:extLst>
          </p:cNvPr>
          <p:cNvGrpSpPr/>
          <p:nvPr/>
        </p:nvGrpSpPr>
        <p:grpSpPr>
          <a:xfrm>
            <a:off x="9512108" y="5558807"/>
            <a:ext cx="2634120" cy="996480"/>
            <a:chOff x="9512108" y="5558807"/>
            <a:chExt cx="2634120" cy="9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A463FD-6D44-B3D3-31B8-3328C15265B7}"/>
                    </a:ext>
                  </a:extLst>
                </p14:cNvPr>
                <p14:cNvContentPartPr/>
                <p14:nvPr/>
              </p14:nvContentPartPr>
              <p14:xfrm>
                <a:off x="9512108" y="5757527"/>
                <a:ext cx="111600" cy="217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A463FD-6D44-B3D3-31B8-3328C15265B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503468" y="5748527"/>
                  <a:ext cx="129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0CD26C9-1DB3-C981-CA37-25BD05190DEE}"/>
                    </a:ext>
                  </a:extLst>
                </p14:cNvPr>
                <p14:cNvContentPartPr/>
                <p14:nvPr/>
              </p14:nvContentPartPr>
              <p14:xfrm>
                <a:off x="9679148" y="5933567"/>
                <a:ext cx="360" cy="80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0CD26C9-1DB3-C981-CA37-25BD05190DE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670508" y="5924927"/>
                  <a:ext cx="18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12FAF5-6907-B81A-0DB6-2BF22F913273}"/>
                    </a:ext>
                  </a:extLst>
                </p14:cNvPr>
                <p14:cNvContentPartPr/>
                <p14:nvPr/>
              </p14:nvContentPartPr>
              <p14:xfrm>
                <a:off x="9706868" y="5763287"/>
                <a:ext cx="137880" cy="21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12FAF5-6907-B81A-0DB6-2BF22F91327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697868" y="5754287"/>
                  <a:ext cx="155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E08B3F-B5A7-D654-A8DA-3978546FCA7A}"/>
                    </a:ext>
                  </a:extLst>
                </p14:cNvPr>
                <p14:cNvContentPartPr/>
                <p14:nvPr/>
              </p14:nvContentPartPr>
              <p14:xfrm>
                <a:off x="9862028" y="5758607"/>
                <a:ext cx="98640" cy="202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E08B3F-B5A7-D654-A8DA-3978546FCA7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853388" y="5749967"/>
                  <a:ext cx="116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C4A4774-F24B-7510-7E5C-B79005D2CFAC}"/>
                    </a:ext>
                  </a:extLst>
                </p14:cNvPr>
                <p14:cNvContentPartPr/>
                <p14:nvPr/>
              </p14:nvContentPartPr>
              <p14:xfrm>
                <a:off x="10005308" y="5747447"/>
                <a:ext cx="114840" cy="259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C4A4774-F24B-7510-7E5C-B79005D2CFA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996308" y="5738447"/>
                  <a:ext cx="132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10E2920-4295-2FAC-B199-2D434376D2D6}"/>
                    </a:ext>
                  </a:extLst>
                </p14:cNvPr>
                <p14:cNvContentPartPr/>
                <p14:nvPr/>
              </p14:nvContentPartPr>
              <p14:xfrm>
                <a:off x="10036988" y="5880647"/>
                <a:ext cx="139680" cy="12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10E2920-4295-2FAC-B199-2D434376D2D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028348" y="5871647"/>
                  <a:ext cx="157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1153C51-CBFA-604D-5D67-9A81974B85AE}"/>
                    </a:ext>
                  </a:extLst>
                </p14:cNvPr>
                <p14:cNvContentPartPr/>
                <p14:nvPr/>
              </p14:nvContentPartPr>
              <p14:xfrm>
                <a:off x="10323908" y="5574287"/>
                <a:ext cx="113760" cy="425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1153C51-CBFA-604D-5D67-9A81974B85A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315268" y="5565647"/>
                  <a:ext cx="1314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948D5C5-7879-9166-AF45-8658CF705079}"/>
                    </a:ext>
                  </a:extLst>
                </p14:cNvPr>
                <p14:cNvContentPartPr/>
                <p14:nvPr/>
              </p14:nvContentPartPr>
              <p14:xfrm>
                <a:off x="10489148" y="5681927"/>
                <a:ext cx="124560" cy="131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948D5C5-7879-9166-AF45-8658CF70507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80148" y="5672927"/>
                  <a:ext cx="142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4EDB7D-609C-ECE9-75FE-265209DD853D}"/>
                    </a:ext>
                  </a:extLst>
                </p14:cNvPr>
                <p14:cNvContentPartPr/>
                <p14:nvPr/>
              </p14:nvContentPartPr>
              <p14:xfrm>
                <a:off x="10602188" y="5702087"/>
                <a:ext cx="21600" cy="219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84EDB7D-609C-ECE9-75FE-265209DD853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593188" y="5693447"/>
                  <a:ext cx="39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2F24EC4-1125-293C-81F1-8D39DFA51110}"/>
                    </a:ext>
                  </a:extLst>
                </p14:cNvPr>
                <p14:cNvContentPartPr/>
                <p14:nvPr/>
              </p14:nvContentPartPr>
              <p14:xfrm>
                <a:off x="10655828" y="5713247"/>
                <a:ext cx="128160" cy="243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2F24EC4-1125-293C-81F1-8D39DFA5111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647188" y="5704607"/>
                  <a:ext cx="145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1625854-7DAA-12CB-33D1-9A5F1A742CD7}"/>
                    </a:ext>
                  </a:extLst>
                </p14:cNvPr>
                <p14:cNvContentPartPr/>
                <p14:nvPr/>
              </p14:nvContentPartPr>
              <p14:xfrm>
                <a:off x="10716308" y="5807207"/>
                <a:ext cx="103320" cy="205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1625854-7DAA-12CB-33D1-9A5F1A742CD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707308" y="5798207"/>
                  <a:ext cx="12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A0269B0-1468-6B20-06DA-F7958ECBE8F9}"/>
                    </a:ext>
                  </a:extLst>
                </p14:cNvPr>
                <p14:cNvContentPartPr/>
                <p14:nvPr/>
              </p14:nvContentPartPr>
              <p14:xfrm>
                <a:off x="10900628" y="5755367"/>
                <a:ext cx="134640" cy="41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A0269B0-1468-6B20-06DA-F7958ECBE8F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891988" y="5746367"/>
                  <a:ext cx="152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517724B-04C1-18F4-FAAF-42017FFDB002}"/>
                    </a:ext>
                  </a:extLst>
                </p14:cNvPr>
                <p14:cNvContentPartPr/>
                <p14:nvPr/>
              </p14:nvContentPartPr>
              <p14:xfrm>
                <a:off x="10981268" y="5694167"/>
                <a:ext cx="360" cy="222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517724B-04C1-18F4-FAAF-42017FFDB00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972268" y="5685527"/>
                  <a:ext cx="18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D091E57-6603-95BA-462A-511732640897}"/>
                    </a:ext>
                  </a:extLst>
                </p14:cNvPr>
                <p14:cNvContentPartPr/>
                <p14:nvPr/>
              </p14:nvContentPartPr>
              <p14:xfrm>
                <a:off x="11092868" y="5710727"/>
                <a:ext cx="16560" cy="219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D091E57-6603-95BA-462A-51173264089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083868" y="5701727"/>
                  <a:ext cx="342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21FCB7A-4EFB-CF34-5802-0A936D08304A}"/>
                    </a:ext>
                  </a:extLst>
                </p14:cNvPr>
                <p14:cNvContentPartPr/>
                <p14:nvPr/>
              </p14:nvContentPartPr>
              <p14:xfrm>
                <a:off x="11160548" y="5721527"/>
                <a:ext cx="120960" cy="1800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21FCB7A-4EFB-CF34-5802-0A936D08304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151908" y="5712887"/>
                  <a:ext cx="138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08CE00F-9539-266C-E911-6059307F5D34}"/>
                    </a:ext>
                  </a:extLst>
                </p14:cNvPr>
                <p14:cNvContentPartPr/>
                <p14:nvPr/>
              </p14:nvContentPartPr>
              <p14:xfrm>
                <a:off x="11317148" y="5679407"/>
                <a:ext cx="101160" cy="191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08CE00F-9539-266C-E911-6059307F5D3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308508" y="5670767"/>
                  <a:ext cx="118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B611622-D5F3-CB8B-E515-BF7215FA2735}"/>
                    </a:ext>
                  </a:extLst>
                </p14:cNvPr>
                <p14:cNvContentPartPr/>
                <p14:nvPr/>
              </p14:nvContentPartPr>
              <p14:xfrm>
                <a:off x="11433068" y="5558807"/>
                <a:ext cx="89640" cy="411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B611622-D5F3-CB8B-E515-BF7215FA273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424068" y="5549807"/>
                  <a:ext cx="1072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70EBE80-8AF6-A103-82EE-68169572171B}"/>
                    </a:ext>
                  </a:extLst>
                </p14:cNvPr>
                <p14:cNvContentPartPr/>
                <p14:nvPr/>
              </p14:nvContentPartPr>
              <p14:xfrm>
                <a:off x="9563948" y="6031487"/>
                <a:ext cx="1974960" cy="149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70EBE80-8AF6-A103-82EE-68169572171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554948" y="6022487"/>
                  <a:ext cx="1992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89AC0C7-FA54-E2C2-F62C-FE66DBD4EE8C}"/>
                    </a:ext>
                  </a:extLst>
                </p14:cNvPr>
                <p14:cNvContentPartPr/>
                <p14:nvPr/>
              </p14:nvContentPartPr>
              <p14:xfrm>
                <a:off x="9711908" y="6318407"/>
                <a:ext cx="39600" cy="234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89AC0C7-FA54-E2C2-F62C-FE66DBD4EE8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703268" y="6309407"/>
                  <a:ext cx="57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27764B1-EA99-6B3F-80AD-E23B4C1FCFFE}"/>
                    </a:ext>
                  </a:extLst>
                </p14:cNvPr>
                <p14:cNvContentPartPr/>
                <p14:nvPr/>
              </p14:nvContentPartPr>
              <p14:xfrm>
                <a:off x="9974348" y="6469247"/>
                <a:ext cx="168480" cy="3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27764B1-EA99-6B3F-80AD-E23B4C1FCFF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965348" y="6460247"/>
                  <a:ext cx="186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534AAC6-9AE5-55A1-4DBB-D5A08D13B346}"/>
                    </a:ext>
                  </a:extLst>
                </p14:cNvPr>
                <p14:cNvContentPartPr/>
                <p14:nvPr/>
              </p14:nvContentPartPr>
              <p14:xfrm>
                <a:off x="10362068" y="6298607"/>
                <a:ext cx="146160" cy="159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534AAC6-9AE5-55A1-4DBB-D5A08D13B34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53428" y="6289607"/>
                  <a:ext cx="163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8059B1E-30EC-CA7D-6171-44ACB2AFC899}"/>
                    </a:ext>
                  </a:extLst>
                </p14:cNvPr>
                <p14:cNvContentPartPr/>
                <p14:nvPr/>
              </p14:nvContentPartPr>
              <p14:xfrm>
                <a:off x="10633508" y="6462407"/>
                <a:ext cx="21600" cy="92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8059B1E-30EC-CA7D-6171-44ACB2AFC89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624508" y="6453767"/>
                  <a:ext cx="39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5AACC58-542F-47D2-8AD3-C59E932EE5AC}"/>
                    </a:ext>
                  </a:extLst>
                </p14:cNvPr>
                <p14:cNvContentPartPr/>
                <p14:nvPr/>
              </p14:nvContentPartPr>
              <p14:xfrm>
                <a:off x="10757348" y="6280607"/>
                <a:ext cx="98640" cy="1461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5AACC58-542F-47D2-8AD3-C59E932EE5A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748348" y="6271607"/>
                  <a:ext cx="1162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41BF756-767F-F287-E2FF-20D7CD80A52E}"/>
                    </a:ext>
                  </a:extLst>
                </p14:cNvPr>
                <p14:cNvContentPartPr/>
                <p14:nvPr/>
              </p14:nvContentPartPr>
              <p14:xfrm>
                <a:off x="10903868" y="6221927"/>
                <a:ext cx="111600" cy="188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41BF756-767F-F287-E2FF-20D7CD80A52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895228" y="6213287"/>
                  <a:ext cx="129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BE6F8F4-B3F4-1366-E284-47A314C6259D}"/>
                    </a:ext>
                  </a:extLst>
                </p14:cNvPr>
                <p14:cNvContentPartPr/>
                <p14:nvPr/>
              </p14:nvContentPartPr>
              <p14:xfrm>
                <a:off x="11092868" y="6210407"/>
                <a:ext cx="106920" cy="304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BE6F8F4-B3F4-1366-E284-47A314C6259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083868" y="6201407"/>
                  <a:ext cx="1245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BDB59A6-12C1-D16E-555B-5F935E37466C}"/>
                    </a:ext>
                  </a:extLst>
                </p14:cNvPr>
                <p14:cNvContentPartPr/>
                <p14:nvPr/>
              </p14:nvContentPartPr>
              <p14:xfrm>
                <a:off x="11125628" y="6339287"/>
                <a:ext cx="132120" cy="2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BDB59A6-12C1-D16E-555B-5F935E37466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116628" y="6330647"/>
                  <a:ext cx="149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97B1371-B02E-2C48-AD12-168ECABFED12}"/>
                    </a:ext>
                  </a:extLst>
                </p14:cNvPr>
                <p14:cNvContentPartPr/>
                <p14:nvPr/>
              </p14:nvContentPartPr>
              <p14:xfrm>
                <a:off x="11585708" y="6100247"/>
                <a:ext cx="76320" cy="5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97B1371-B02E-2C48-AD12-168ECABFED1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576708" y="6091247"/>
                  <a:ext cx="93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F02D22E-0CD7-5C62-B92A-03A6150C457A}"/>
                    </a:ext>
                  </a:extLst>
                </p14:cNvPr>
                <p14:cNvContentPartPr/>
                <p14:nvPr/>
              </p14:nvContentPartPr>
              <p14:xfrm>
                <a:off x="11591108" y="6042287"/>
                <a:ext cx="98280" cy="5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F02D22E-0CD7-5C62-B92A-03A6150C457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582468" y="6033287"/>
                  <a:ext cx="115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AB6402F-9543-FE2F-D34F-C699295926A2}"/>
                    </a:ext>
                  </a:extLst>
                </p14:cNvPr>
                <p14:cNvContentPartPr/>
                <p14:nvPr/>
              </p14:nvContentPartPr>
              <p14:xfrm>
                <a:off x="11701268" y="5913767"/>
                <a:ext cx="185400" cy="346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AB6402F-9543-FE2F-D34F-C699295926A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692628" y="5904767"/>
                  <a:ext cx="203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E13A7A4-80D7-852E-61B3-F182F6B5D24F}"/>
                    </a:ext>
                  </a:extLst>
                </p14:cNvPr>
                <p14:cNvContentPartPr/>
                <p14:nvPr/>
              </p14:nvContentPartPr>
              <p14:xfrm>
                <a:off x="11901428" y="5987567"/>
                <a:ext cx="139680" cy="231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E13A7A4-80D7-852E-61B3-F182F6B5D24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892428" y="5978927"/>
                  <a:ext cx="1573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A26921B-4202-86D6-B7B6-623636159B62}"/>
                    </a:ext>
                  </a:extLst>
                </p14:cNvPr>
                <p14:cNvContentPartPr/>
                <p14:nvPr/>
              </p14:nvContentPartPr>
              <p14:xfrm>
                <a:off x="11919068" y="5983607"/>
                <a:ext cx="146160" cy="3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A26921B-4202-86D6-B7B6-623636159B62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910068" y="5974607"/>
                  <a:ext cx="163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2378941-B842-871C-1AB2-C6FFBDF05878}"/>
                    </a:ext>
                  </a:extLst>
                </p14:cNvPr>
                <p14:cNvContentPartPr/>
                <p14:nvPr/>
              </p14:nvContentPartPr>
              <p14:xfrm>
                <a:off x="12029948" y="6284207"/>
                <a:ext cx="47520" cy="71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2378941-B842-871C-1AB2-C6FFBDF0587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2021308" y="6275567"/>
                  <a:ext cx="65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C603693-B79D-C099-AF38-D078F895B534}"/>
                    </a:ext>
                  </a:extLst>
                </p14:cNvPr>
                <p14:cNvContentPartPr/>
                <p14:nvPr/>
              </p14:nvContentPartPr>
              <p14:xfrm>
                <a:off x="12127148" y="6014927"/>
                <a:ext cx="19080" cy="2304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C603693-B79D-C099-AF38-D078F895B53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2118508" y="6006287"/>
                  <a:ext cx="3672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64DBA24F-AB1E-6F7F-E749-C2065CE8F921}"/>
                  </a:ext>
                </a:extLst>
              </p14:cNvPr>
              <p14:cNvContentPartPr/>
              <p14:nvPr/>
            </p14:nvContentPartPr>
            <p14:xfrm>
              <a:off x="11918348" y="6492287"/>
              <a:ext cx="278280" cy="1537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64DBA24F-AB1E-6F7F-E749-C2065CE8F921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11909348" y="6483647"/>
                <a:ext cx="295920" cy="1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295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9DBF8C6-EA43-5212-D340-00BBCFCA275F}"/>
              </a:ext>
            </a:extLst>
          </p:cNvPr>
          <p:cNvGrpSpPr/>
          <p:nvPr/>
        </p:nvGrpSpPr>
        <p:grpSpPr>
          <a:xfrm>
            <a:off x="393974" y="273561"/>
            <a:ext cx="715680" cy="591480"/>
            <a:chOff x="393974" y="273561"/>
            <a:chExt cx="71568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D81909E-FD0C-5DEF-E8CF-D846C819242C}"/>
                    </a:ext>
                  </a:extLst>
                </p14:cNvPr>
                <p14:cNvContentPartPr/>
                <p14:nvPr/>
              </p14:nvContentPartPr>
              <p14:xfrm>
                <a:off x="393974" y="328641"/>
                <a:ext cx="259200" cy="447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D81909E-FD0C-5DEF-E8CF-D846C819242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5334" y="320001"/>
                  <a:ext cx="2768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E3AA998-E35B-24AB-4F53-F0D7BD3E618A}"/>
                    </a:ext>
                  </a:extLst>
                </p14:cNvPr>
                <p14:cNvContentPartPr/>
                <p14:nvPr/>
              </p14:nvContentPartPr>
              <p14:xfrm>
                <a:off x="738854" y="698001"/>
                <a:ext cx="166320" cy="167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E3AA998-E35B-24AB-4F53-F0D7BD3E61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854" y="689361"/>
                  <a:ext cx="183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89DA89-E11E-1257-48DE-3421C4007051}"/>
                    </a:ext>
                  </a:extLst>
                </p14:cNvPr>
                <p14:cNvContentPartPr/>
                <p14:nvPr/>
              </p14:nvContentPartPr>
              <p14:xfrm>
                <a:off x="1056374" y="273561"/>
                <a:ext cx="53280" cy="173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89DA89-E11E-1257-48DE-3421C40070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7734" y="264921"/>
                  <a:ext cx="7092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25A948-7FD0-D07F-EDE6-A61A884E523E}"/>
              </a:ext>
            </a:extLst>
          </p:cNvPr>
          <p:cNvGrpSpPr/>
          <p:nvPr/>
        </p:nvGrpSpPr>
        <p:grpSpPr>
          <a:xfrm>
            <a:off x="1333214" y="596841"/>
            <a:ext cx="174240" cy="108000"/>
            <a:chOff x="1333214" y="596841"/>
            <a:chExt cx="17424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393D15-0BF6-FD81-3E21-AF39DA198289}"/>
                    </a:ext>
                  </a:extLst>
                </p14:cNvPr>
                <p14:cNvContentPartPr/>
                <p14:nvPr/>
              </p14:nvContentPartPr>
              <p14:xfrm>
                <a:off x="1336094" y="596841"/>
                <a:ext cx="150480" cy="14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393D15-0BF6-FD81-3E21-AF39DA1982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27454" y="587841"/>
                  <a:ext cx="168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15D0F1C-CEE9-47CD-BCA2-91AA42929461}"/>
                    </a:ext>
                  </a:extLst>
                </p14:cNvPr>
                <p14:cNvContentPartPr/>
                <p14:nvPr/>
              </p14:nvContentPartPr>
              <p14:xfrm>
                <a:off x="1333214" y="693321"/>
                <a:ext cx="174240" cy="11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15D0F1C-CEE9-47CD-BCA2-91AA4292946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24574" y="684321"/>
                  <a:ext cx="1918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9B3329-0FA2-F07E-EB3F-A55BA660FF57}"/>
              </a:ext>
            </a:extLst>
          </p:cNvPr>
          <p:cNvGrpSpPr/>
          <p:nvPr/>
        </p:nvGrpSpPr>
        <p:grpSpPr>
          <a:xfrm>
            <a:off x="1820294" y="359961"/>
            <a:ext cx="1660320" cy="576000"/>
            <a:chOff x="1820294" y="359961"/>
            <a:chExt cx="1660320" cy="57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96F079-48D4-64EF-2C86-70AE25B1B71B}"/>
                    </a:ext>
                  </a:extLst>
                </p14:cNvPr>
                <p14:cNvContentPartPr/>
                <p14:nvPr/>
              </p14:nvContentPartPr>
              <p14:xfrm>
                <a:off x="1820294" y="371481"/>
                <a:ext cx="248760" cy="402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96F079-48D4-64EF-2C86-70AE25B1B7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11654" y="362841"/>
                  <a:ext cx="2664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84C75E-F622-523C-82E1-4E9DCEDC6C7B}"/>
                    </a:ext>
                  </a:extLst>
                </p14:cNvPr>
                <p14:cNvContentPartPr/>
                <p14:nvPr/>
              </p14:nvContentPartPr>
              <p14:xfrm>
                <a:off x="2157974" y="714561"/>
                <a:ext cx="144000" cy="204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84C75E-F622-523C-82E1-4E9DCEDC6C7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49334" y="705561"/>
                  <a:ext cx="161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66411D2-DA86-9826-B4C3-3BC358F5C96A}"/>
                    </a:ext>
                  </a:extLst>
                </p14:cNvPr>
                <p14:cNvContentPartPr/>
                <p14:nvPr/>
              </p14:nvContentPartPr>
              <p14:xfrm>
                <a:off x="2449934" y="373641"/>
                <a:ext cx="81720" cy="347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66411D2-DA86-9826-B4C3-3BC358F5C9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41294" y="365001"/>
                  <a:ext cx="993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65433F0-369F-B67C-6494-D25CB5883015}"/>
                    </a:ext>
                  </a:extLst>
                </p14:cNvPr>
                <p14:cNvContentPartPr/>
                <p14:nvPr/>
              </p14:nvContentPartPr>
              <p14:xfrm>
                <a:off x="2606534" y="359961"/>
                <a:ext cx="88200" cy="376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65433F0-369F-B67C-6494-D25CB588301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97894" y="351321"/>
                  <a:ext cx="1058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66951A-90DC-FC89-1D63-12D9C4137CAE}"/>
                    </a:ext>
                  </a:extLst>
                </p14:cNvPr>
                <p14:cNvContentPartPr/>
                <p14:nvPr/>
              </p14:nvContentPartPr>
              <p14:xfrm>
                <a:off x="2819654" y="367161"/>
                <a:ext cx="281520" cy="360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66951A-90DC-FC89-1D63-12D9C4137C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10654" y="358521"/>
                  <a:ext cx="2991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CC76745-55EA-BC37-3639-8DF8C4C780C3}"/>
                    </a:ext>
                  </a:extLst>
                </p14:cNvPr>
                <p14:cNvContentPartPr/>
                <p14:nvPr/>
              </p14:nvContentPartPr>
              <p14:xfrm>
                <a:off x="3214574" y="621681"/>
                <a:ext cx="266040" cy="314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CC76745-55EA-BC37-3639-8DF8C4C780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05934" y="613041"/>
                  <a:ext cx="2836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37BA52D-5099-38B1-D428-64E1BE336D84}"/>
                  </a:ext>
                </a:extLst>
              </p14:cNvPr>
              <p14:cNvContentPartPr/>
              <p14:nvPr/>
            </p14:nvContentPartPr>
            <p14:xfrm>
              <a:off x="3815774" y="728241"/>
              <a:ext cx="180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37BA52D-5099-38B1-D428-64E1BE336D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07134" y="719601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A6BA0BD-3B22-E673-5500-9626AA504E5F}"/>
                  </a:ext>
                </a:extLst>
              </p14:cNvPr>
              <p14:cNvContentPartPr/>
              <p14:nvPr/>
            </p14:nvContentPartPr>
            <p14:xfrm>
              <a:off x="751814" y="1492161"/>
              <a:ext cx="14400" cy="320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A6BA0BD-3B22-E673-5500-9626AA504E5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2814" y="1483521"/>
                <a:ext cx="320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08F6114-C309-0EE8-1401-212177D9A8B6}"/>
                  </a:ext>
                </a:extLst>
              </p14:cNvPr>
              <p14:cNvContentPartPr/>
              <p14:nvPr/>
            </p14:nvContentPartPr>
            <p14:xfrm>
              <a:off x="541574" y="1988961"/>
              <a:ext cx="444600" cy="356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08F6114-C309-0EE8-1401-212177D9A8B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2934" y="1980321"/>
                <a:ext cx="4622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5A1BFCF1-31EE-A830-99FF-0F22377B0CB3}"/>
              </a:ext>
            </a:extLst>
          </p:cNvPr>
          <p:cNvGrpSpPr/>
          <p:nvPr/>
        </p:nvGrpSpPr>
        <p:grpSpPr>
          <a:xfrm>
            <a:off x="595934" y="2172201"/>
            <a:ext cx="565200" cy="460080"/>
            <a:chOff x="595934" y="2172201"/>
            <a:chExt cx="56520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A48614-58AE-269D-7169-BF767E56E1D3}"/>
                    </a:ext>
                  </a:extLst>
                </p14:cNvPr>
                <p14:cNvContentPartPr/>
                <p14:nvPr/>
              </p14:nvContentPartPr>
              <p14:xfrm>
                <a:off x="595934" y="2180841"/>
                <a:ext cx="257760" cy="401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A48614-58AE-269D-7169-BF767E56E1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6934" y="2172201"/>
                  <a:ext cx="2754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8D27D3-DA99-9A70-5932-F9B5208679CC}"/>
                    </a:ext>
                  </a:extLst>
                </p14:cNvPr>
                <p14:cNvContentPartPr/>
                <p14:nvPr/>
              </p14:nvContentPartPr>
              <p14:xfrm>
                <a:off x="984014" y="2438961"/>
                <a:ext cx="167400" cy="193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8D27D3-DA99-9A70-5932-F9B5208679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5374" y="2429961"/>
                  <a:ext cx="185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62CCBB-5FAA-660B-2F5A-54136670D43A}"/>
                    </a:ext>
                  </a:extLst>
                </p14:cNvPr>
                <p14:cNvContentPartPr/>
                <p14:nvPr/>
              </p14:nvContentPartPr>
              <p14:xfrm>
                <a:off x="1119014" y="2172201"/>
                <a:ext cx="42120" cy="145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62CCBB-5FAA-660B-2F5A-54136670D43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10374" y="2163201"/>
                  <a:ext cx="597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1F399C-E18B-28A9-DBB5-4BE5B6074F54}"/>
              </a:ext>
            </a:extLst>
          </p:cNvPr>
          <p:cNvGrpSpPr/>
          <p:nvPr/>
        </p:nvGrpSpPr>
        <p:grpSpPr>
          <a:xfrm>
            <a:off x="1550294" y="1881681"/>
            <a:ext cx="181080" cy="103320"/>
            <a:chOff x="1550294" y="1881681"/>
            <a:chExt cx="18108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EAC308-D951-2FB3-E535-75C6838E6E4F}"/>
                    </a:ext>
                  </a:extLst>
                </p14:cNvPr>
                <p14:cNvContentPartPr/>
                <p14:nvPr/>
              </p14:nvContentPartPr>
              <p14:xfrm>
                <a:off x="1585214" y="1978161"/>
                <a:ext cx="122400" cy="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EAC308-D951-2FB3-E535-75C6838E6E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76574" y="1969161"/>
                  <a:ext cx="140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616932-DEE0-02D6-C79F-32AAA14E6C38}"/>
                    </a:ext>
                  </a:extLst>
                </p14:cNvPr>
                <p14:cNvContentPartPr/>
                <p14:nvPr/>
              </p14:nvContentPartPr>
              <p14:xfrm>
                <a:off x="1550294" y="1881681"/>
                <a:ext cx="181080" cy="1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616932-DEE0-02D6-C79F-32AAA14E6C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41654" y="1872681"/>
                  <a:ext cx="1987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88520E6-EB11-5B8D-5EFF-547F2D18EF33}"/>
              </a:ext>
            </a:extLst>
          </p:cNvPr>
          <p:cNvGrpSpPr/>
          <p:nvPr/>
        </p:nvGrpSpPr>
        <p:grpSpPr>
          <a:xfrm>
            <a:off x="2076614" y="1559841"/>
            <a:ext cx="304200" cy="347400"/>
            <a:chOff x="2076614" y="1559841"/>
            <a:chExt cx="30420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D0037B2-9E89-767E-1405-6FBFB33722C7}"/>
                    </a:ext>
                  </a:extLst>
                </p14:cNvPr>
                <p14:cNvContentPartPr/>
                <p14:nvPr/>
              </p14:nvContentPartPr>
              <p14:xfrm>
                <a:off x="2202974" y="1559841"/>
                <a:ext cx="64080" cy="218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D0037B2-9E89-767E-1405-6FBFB33722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94334" y="1550841"/>
                  <a:ext cx="817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FCB7A0-B919-06E3-7A78-01F4800FA942}"/>
                    </a:ext>
                  </a:extLst>
                </p14:cNvPr>
                <p14:cNvContentPartPr/>
                <p14:nvPr/>
              </p14:nvContentPartPr>
              <p14:xfrm>
                <a:off x="2076614" y="1860441"/>
                <a:ext cx="304200" cy="46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FCB7A0-B919-06E3-7A78-01F4800FA9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67614" y="1851441"/>
                  <a:ext cx="3218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DD22870-0618-0D8C-F2C1-E564BD304A5A}"/>
              </a:ext>
            </a:extLst>
          </p:cNvPr>
          <p:cNvGrpSpPr/>
          <p:nvPr/>
        </p:nvGrpSpPr>
        <p:grpSpPr>
          <a:xfrm>
            <a:off x="2162654" y="2090841"/>
            <a:ext cx="438840" cy="469080"/>
            <a:chOff x="2162654" y="2090841"/>
            <a:chExt cx="43884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D2512B1-443D-215C-9D99-A64C915AA409}"/>
                    </a:ext>
                  </a:extLst>
                </p14:cNvPr>
                <p14:cNvContentPartPr/>
                <p14:nvPr/>
              </p14:nvContentPartPr>
              <p14:xfrm>
                <a:off x="2162654" y="2090841"/>
                <a:ext cx="196920" cy="368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D2512B1-443D-215C-9D99-A64C915AA4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53654" y="2081841"/>
                  <a:ext cx="2145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B26C89-7E98-2699-0E0C-18570B2A255A}"/>
                    </a:ext>
                  </a:extLst>
                </p14:cNvPr>
                <p14:cNvContentPartPr/>
                <p14:nvPr/>
              </p14:nvContentPartPr>
              <p14:xfrm>
                <a:off x="2411774" y="2355081"/>
                <a:ext cx="189720" cy="204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B26C89-7E98-2699-0E0C-18570B2A25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03134" y="2346081"/>
                  <a:ext cx="20736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3953D7F-D2DA-7077-16C7-8087783446FF}"/>
              </a:ext>
            </a:extLst>
          </p:cNvPr>
          <p:cNvGrpSpPr/>
          <p:nvPr/>
        </p:nvGrpSpPr>
        <p:grpSpPr>
          <a:xfrm>
            <a:off x="2816774" y="1751361"/>
            <a:ext cx="155160" cy="227160"/>
            <a:chOff x="2816774" y="1751361"/>
            <a:chExt cx="15516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650D62-5C85-E97B-7E9A-896540A401E0}"/>
                    </a:ext>
                  </a:extLst>
                </p14:cNvPr>
                <p14:cNvContentPartPr/>
                <p14:nvPr/>
              </p14:nvContentPartPr>
              <p14:xfrm>
                <a:off x="2816774" y="1881681"/>
                <a:ext cx="155160" cy="20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3650D62-5C85-E97B-7E9A-896540A40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07774" y="1872681"/>
                  <a:ext cx="172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8F98A8-E461-1427-DA2C-04681EE37517}"/>
                    </a:ext>
                  </a:extLst>
                </p14:cNvPr>
                <p14:cNvContentPartPr/>
                <p14:nvPr/>
              </p14:nvContentPartPr>
              <p14:xfrm>
                <a:off x="2893094" y="1751361"/>
                <a:ext cx="43560" cy="227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8F98A8-E461-1427-DA2C-04681EE3751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4454" y="1742721"/>
                  <a:ext cx="6120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712DDB5-CC46-50E1-4C49-E100AA446EB2}"/>
                  </a:ext>
                </a:extLst>
              </p14:cNvPr>
              <p14:cNvContentPartPr/>
              <p14:nvPr/>
            </p14:nvContentPartPr>
            <p14:xfrm>
              <a:off x="3523094" y="1290561"/>
              <a:ext cx="18720" cy="345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712DDB5-CC46-50E1-4C49-E100AA446EB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14454" y="1281561"/>
                <a:ext cx="3636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F1AA9D1-85F5-322B-3FA0-1A580CB1831A}"/>
                  </a:ext>
                </a:extLst>
              </p14:cNvPr>
              <p14:cNvContentPartPr/>
              <p14:nvPr/>
            </p14:nvContentPartPr>
            <p14:xfrm>
              <a:off x="3309254" y="1785201"/>
              <a:ext cx="452520" cy="74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F1AA9D1-85F5-322B-3FA0-1A580CB1831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00614" y="1776561"/>
                <a:ext cx="47016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CEEF9193-7B43-B06B-AD0E-7BA8651A6E11}"/>
              </a:ext>
            </a:extLst>
          </p:cNvPr>
          <p:cNvGrpSpPr/>
          <p:nvPr/>
        </p:nvGrpSpPr>
        <p:grpSpPr>
          <a:xfrm>
            <a:off x="3419054" y="2021721"/>
            <a:ext cx="429120" cy="521640"/>
            <a:chOff x="3419054" y="2021721"/>
            <a:chExt cx="429120" cy="52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41ACB3-22D8-8844-CBC3-C10AAEB3B4D8}"/>
                    </a:ext>
                  </a:extLst>
                </p14:cNvPr>
                <p14:cNvContentPartPr/>
                <p14:nvPr/>
              </p14:nvContentPartPr>
              <p14:xfrm>
                <a:off x="3419054" y="2021721"/>
                <a:ext cx="224280" cy="398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41ACB3-22D8-8844-CBC3-C10AAEB3B4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10054" y="2013081"/>
                  <a:ext cx="2419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292A19-CD04-22C7-368C-ABE91B63CC9D}"/>
                    </a:ext>
                  </a:extLst>
                </p14:cNvPr>
                <p14:cNvContentPartPr/>
                <p14:nvPr/>
              </p14:nvContentPartPr>
              <p14:xfrm>
                <a:off x="3664214" y="2302521"/>
                <a:ext cx="183960" cy="240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292A19-CD04-22C7-368C-ABE91B63CC9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55214" y="2293521"/>
                  <a:ext cx="20160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86D7186-1BCD-5B55-F8B9-009D36623B0C}"/>
                  </a:ext>
                </a:extLst>
              </p14:cNvPr>
              <p14:cNvContentPartPr/>
              <p14:nvPr/>
            </p14:nvContentPartPr>
            <p14:xfrm>
              <a:off x="909134" y="3047721"/>
              <a:ext cx="33840" cy="358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86D7186-1BCD-5B55-F8B9-009D36623B0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00134" y="3038721"/>
                <a:ext cx="514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0EE1979-FC3A-7613-9A2D-D3787AEE5372}"/>
                  </a:ext>
                </a:extLst>
              </p14:cNvPr>
              <p14:cNvContentPartPr/>
              <p14:nvPr/>
            </p14:nvContentPartPr>
            <p14:xfrm>
              <a:off x="711494" y="3575841"/>
              <a:ext cx="441360" cy="34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0EE1979-FC3A-7613-9A2D-D3787AEE53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2494" y="3567201"/>
                <a:ext cx="45900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92C7EF8-D8F9-F2BF-FA1C-2547A1526E30}"/>
              </a:ext>
            </a:extLst>
          </p:cNvPr>
          <p:cNvGrpSpPr/>
          <p:nvPr/>
        </p:nvGrpSpPr>
        <p:grpSpPr>
          <a:xfrm>
            <a:off x="795014" y="3851601"/>
            <a:ext cx="511200" cy="555120"/>
            <a:chOff x="795014" y="3851601"/>
            <a:chExt cx="511200" cy="55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640D13-5648-A852-BE8F-EAFFBB31DDF4}"/>
                    </a:ext>
                  </a:extLst>
                </p14:cNvPr>
                <p14:cNvContentPartPr/>
                <p14:nvPr/>
              </p14:nvContentPartPr>
              <p14:xfrm>
                <a:off x="795014" y="3851601"/>
                <a:ext cx="259920" cy="449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640D13-5648-A852-BE8F-EAFFBB31DDF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6014" y="3842601"/>
                  <a:ext cx="2775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9AD8C4-A717-4311-7975-BA2AD68FCDF3}"/>
                    </a:ext>
                  </a:extLst>
                </p14:cNvPr>
                <p14:cNvContentPartPr/>
                <p14:nvPr/>
              </p14:nvContentPartPr>
              <p14:xfrm>
                <a:off x="1124774" y="4105761"/>
                <a:ext cx="181440" cy="300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9AD8C4-A717-4311-7975-BA2AD68FCDF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15774" y="4096761"/>
                  <a:ext cx="19908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03F6656-0258-A29D-0901-B0DDCEE5084F}"/>
              </a:ext>
            </a:extLst>
          </p:cNvPr>
          <p:cNvGrpSpPr/>
          <p:nvPr/>
        </p:nvGrpSpPr>
        <p:grpSpPr>
          <a:xfrm>
            <a:off x="1550294" y="3512121"/>
            <a:ext cx="180000" cy="165600"/>
            <a:chOff x="1550294" y="3512121"/>
            <a:chExt cx="18000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AB9AB45-014E-C3CC-0BAF-FBA4C9F8AEC4}"/>
                    </a:ext>
                  </a:extLst>
                </p14:cNvPr>
                <p14:cNvContentPartPr/>
                <p14:nvPr/>
              </p14:nvContentPartPr>
              <p14:xfrm>
                <a:off x="1572614" y="3642441"/>
                <a:ext cx="157680" cy="35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AB9AB45-014E-C3CC-0BAF-FBA4C9F8AE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63974" y="3633441"/>
                  <a:ext cx="175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18AA17-44C6-8E4D-E8F3-BC95908A295D}"/>
                    </a:ext>
                  </a:extLst>
                </p14:cNvPr>
                <p14:cNvContentPartPr/>
                <p14:nvPr/>
              </p14:nvContentPartPr>
              <p14:xfrm>
                <a:off x="1550294" y="3512121"/>
                <a:ext cx="175680" cy="21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18AA17-44C6-8E4D-E8F3-BC95908A29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41654" y="3503481"/>
                  <a:ext cx="19332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593226D-CFF7-B2AC-1B4E-3D7BBF40C799}"/>
                  </a:ext>
                </a:extLst>
              </p14:cNvPr>
              <p14:cNvContentPartPr/>
              <p14:nvPr/>
            </p14:nvContentPartPr>
            <p14:xfrm>
              <a:off x="2370014" y="3077601"/>
              <a:ext cx="45000" cy="2646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593226D-CFF7-B2AC-1B4E-3D7BBF40C79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61014" y="3068961"/>
                <a:ext cx="6264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42BAF4-02AB-46E8-4CF2-3EE8190058EC}"/>
                  </a:ext>
                </a:extLst>
              </p14:cNvPr>
              <p14:cNvContentPartPr/>
              <p14:nvPr/>
            </p14:nvContentPartPr>
            <p14:xfrm>
              <a:off x="2194694" y="3569721"/>
              <a:ext cx="330120" cy="280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42BAF4-02AB-46E8-4CF2-3EE8190058E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186054" y="3561081"/>
                <a:ext cx="34776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EE37434-7A61-893E-E9A3-193D66AC7314}"/>
              </a:ext>
            </a:extLst>
          </p:cNvPr>
          <p:cNvGrpSpPr/>
          <p:nvPr/>
        </p:nvGrpSpPr>
        <p:grpSpPr>
          <a:xfrm>
            <a:off x="2253014" y="3774921"/>
            <a:ext cx="420840" cy="573120"/>
            <a:chOff x="2253014" y="3774921"/>
            <a:chExt cx="420840" cy="57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28C644A-7D21-2603-A0BC-5DB5C72D48E4}"/>
                    </a:ext>
                  </a:extLst>
                </p14:cNvPr>
                <p14:cNvContentPartPr/>
                <p14:nvPr/>
              </p14:nvContentPartPr>
              <p14:xfrm>
                <a:off x="2253014" y="3774921"/>
                <a:ext cx="196560" cy="372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28C644A-7D21-2603-A0BC-5DB5C72D48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44374" y="3765921"/>
                  <a:ext cx="2142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05C60A-9453-E92B-9BF1-607B97AF9C68}"/>
                    </a:ext>
                  </a:extLst>
                </p14:cNvPr>
                <p14:cNvContentPartPr/>
                <p14:nvPr/>
              </p14:nvContentPartPr>
              <p14:xfrm>
                <a:off x="2502134" y="4132041"/>
                <a:ext cx="150480" cy="216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05C60A-9453-E92B-9BF1-607B97AF9C6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93494" y="4123041"/>
                  <a:ext cx="1681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BA2E88-44BC-0027-0E05-6B298B47CD12}"/>
                    </a:ext>
                  </a:extLst>
                </p14:cNvPr>
                <p14:cNvContentPartPr/>
                <p14:nvPr/>
              </p14:nvContentPartPr>
              <p14:xfrm>
                <a:off x="2628854" y="3832881"/>
                <a:ext cx="45000" cy="106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BA2E88-44BC-0027-0E05-6B298B47CD1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20214" y="3823881"/>
                  <a:ext cx="62640" cy="12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D3237EC-D2B6-8297-DBA0-3AFA9B9D3366}"/>
                  </a:ext>
                </a:extLst>
              </p14:cNvPr>
              <p14:cNvContentPartPr/>
              <p14:nvPr/>
            </p14:nvContentPartPr>
            <p14:xfrm>
              <a:off x="2974094" y="3593481"/>
              <a:ext cx="18648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D3237EC-D2B6-8297-DBA0-3AFA9B9D336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65454" y="3584841"/>
                <a:ext cx="204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92F55C1-003D-7BE5-8154-A5EE711FCC47}"/>
                  </a:ext>
                </a:extLst>
              </p14:cNvPr>
              <p14:cNvContentPartPr/>
              <p14:nvPr/>
            </p14:nvContentPartPr>
            <p14:xfrm>
              <a:off x="3527774" y="3025041"/>
              <a:ext cx="28080" cy="3560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92F55C1-003D-7BE5-8154-A5EE711FCC4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519134" y="3016041"/>
                <a:ext cx="457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C844257-D396-B442-6CCF-FF9F56053A8D}"/>
                  </a:ext>
                </a:extLst>
              </p14:cNvPr>
              <p14:cNvContentPartPr/>
              <p14:nvPr/>
            </p14:nvContentPartPr>
            <p14:xfrm>
              <a:off x="3401054" y="3585921"/>
              <a:ext cx="378720" cy="216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C844257-D396-B442-6CCF-FF9F56053A8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92414" y="3577281"/>
                <a:ext cx="39636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1646375-D6D6-2E6A-E378-7618DC897CA8}"/>
              </a:ext>
            </a:extLst>
          </p:cNvPr>
          <p:cNvGrpSpPr/>
          <p:nvPr/>
        </p:nvGrpSpPr>
        <p:grpSpPr>
          <a:xfrm>
            <a:off x="3576374" y="3761241"/>
            <a:ext cx="570240" cy="525960"/>
            <a:chOff x="3576374" y="3761241"/>
            <a:chExt cx="570240" cy="52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96EB29B-08D5-4614-49FA-5801D2F7EE54}"/>
                    </a:ext>
                  </a:extLst>
                </p14:cNvPr>
                <p14:cNvContentPartPr/>
                <p14:nvPr/>
              </p14:nvContentPartPr>
              <p14:xfrm>
                <a:off x="3576374" y="3761241"/>
                <a:ext cx="181440" cy="392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96EB29B-08D5-4614-49FA-5801D2F7EE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67734" y="3752601"/>
                  <a:ext cx="1990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1854C5-103A-310A-B0A9-90BBE24E3E11}"/>
                    </a:ext>
                  </a:extLst>
                </p14:cNvPr>
                <p14:cNvContentPartPr/>
                <p14:nvPr/>
              </p14:nvContentPartPr>
              <p14:xfrm>
                <a:off x="3924494" y="4098561"/>
                <a:ext cx="222120" cy="188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1854C5-103A-310A-B0A9-90BBE24E3E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15494" y="4089921"/>
                  <a:ext cx="23976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9AD0F21-D4C4-50D7-739A-BD8D9BDA2BE6}"/>
              </a:ext>
            </a:extLst>
          </p:cNvPr>
          <p:cNvGrpSpPr/>
          <p:nvPr/>
        </p:nvGrpSpPr>
        <p:grpSpPr>
          <a:xfrm>
            <a:off x="1572614" y="5105121"/>
            <a:ext cx="146520" cy="145800"/>
            <a:chOff x="1572614" y="5105121"/>
            <a:chExt cx="146520" cy="14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195761-987E-AA70-0D8D-6616D838F20D}"/>
                    </a:ext>
                  </a:extLst>
                </p14:cNvPr>
                <p14:cNvContentPartPr/>
                <p14:nvPr/>
              </p14:nvContentPartPr>
              <p14:xfrm>
                <a:off x="1584494" y="5105121"/>
                <a:ext cx="119160" cy="7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195761-987E-AA70-0D8D-6616D838F2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75854" y="5096121"/>
                  <a:ext cx="136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B7BC0B6-7410-D43E-FECF-8A927E5B42EA}"/>
                    </a:ext>
                  </a:extLst>
                </p14:cNvPr>
                <p14:cNvContentPartPr/>
                <p14:nvPr/>
              </p14:nvContentPartPr>
              <p14:xfrm>
                <a:off x="1572614" y="5204121"/>
                <a:ext cx="146520" cy="46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B7BC0B6-7410-D43E-FECF-8A927E5B42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63974" y="5195121"/>
                  <a:ext cx="16416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361392F-7412-C3B7-5C0C-0255FFEE5BB9}"/>
                  </a:ext>
                </a:extLst>
              </p14:cNvPr>
              <p14:cNvContentPartPr/>
              <p14:nvPr/>
            </p14:nvContentPartPr>
            <p14:xfrm>
              <a:off x="2253014" y="4683921"/>
              <a:ext cx="63000" cy="2685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361392F-7412-C3B7-5C0C-0255FFEE5BB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244374" y="4674921"/>
                <a:ext cx="806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944F4E3-CB99-6039-0CB0-16FA32B1446C}"/>
                  </a:ext>
                </a:extLst>
              </p14:cNvPr>
              <p14:cNvContentPartPr/>
              <p14:nvPr/>
            </p14:nvContentPartPr>
            <p14:xfrm>
              <a:off x="2144654" y="5118441"/>
              <a:ext cx="367560" cy="14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944F4E3-CB99-6039-0CB0-16FA32B144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35654" y="5109801"/>
                <a:ext cx="38520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DE1C914F-EDB1-3BF7-14CE-3F0A146FCC09}"/>
              </a:ext>
            </a:extLst>
          </p:cNvPr>
          <p:cNvGrpSpPr/>
          <p:nvPr/>
        </p:nvGrpSpPr>
        <p:grpSpPr>
          <a:xfrm>
            <a:off x="2070134" y="5317161"/>
            <a:ext cx="449280" cy="420120"/>
            <a:chOff x="2070134" y="5317161"/>
            <a:chExt cx="449280" cy="42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527D0D1-1FAE-D6F6-5D93-511067E3C512}"/>
                    </a:ext>
                  </a:extLst>
                </p14:cNvPr>
                <p14:cNvContentPartPr/>
                <p14:nvPr/>
              </p14:nvContentPartPr>
              <p14:xfrm>
                <a:off x="2070134" y="5317161"/>
                <a:ext cx="177840" cy="42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527D0D1-1FAE-D6F6-5D93-511067E3C51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61494" y="5308521"/>
                  <a:ext cx="19548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DBAC2B3-7AED-6AFE-78B9-4E329BA8E492}"/>
                    </a:ext>
                  </a:extLst>
                </p14:cNvPr>
                <p14:cNvContentPartPr/>
                <p14:nvPr/>
              </p14:nvContentPartPr>
              <p14:xfrm>
                <a:off x="2311694" y="5387001"/>
                <a:ext cx="132480" cy="272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DBAC2B3-7AED-6AFE-78B9-4E329BA8E49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02694" y="5378001"/>
                  <a:ext cx="1501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C1B8A5E-25CA-7DA4-DADA-52D23BC4C254}"/>
                    </a:ext>
                  </a:extLst>
                </p14:cNvPr>
                <p14:cNvContentPartPr/>
                <p14:nvPr/>
              </p14:nvContentPartPr>
              <p14:xfrm>
                <a:off x="2395214" y="5408241"/>
                <a:ext cx="124200" cy="5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C1B8A5E-25CA-7DA4-DADA-52D23BC4C2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86214" y="5399241"/>
                  <a:ext cx="14184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DC457FD-33F4-8E65-9C51-0F75DF15CE4B}"/>
                  </a:ext>
                </a:extLst>
              </p14:cNvPr>
              <p14:cNvContentPartPr/>
              <p14:nvPr/>
            </p14:nvContentPartPr>
            <p14:xfrm>
              <a:off x="2762414" y="5082441"/>
              <a:ext cx="171360" cy="378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DC457FD-33F4-8E65-9C51-0F75DF15CE4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53774" y="5073801"/>
                <a:ext cx="1890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DB10F73-7A52-CCA9-3A1C-0AD0E621964C}"/>
                  </a:ext>
                </a:extLst>
              </p14:cNvPr>
              <p14:cNvContentPartPr/>
              <p14:nvPr/>
            </p14:nvContentPartPr>
            <p14:xfrm>
              <a:off x="3252374" y="4782561"/>
              <a:ext cx="61560" cy="2962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DB10F73-7A52-CCA9-3A1C-0AD0E621964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43374" y="4773921"/>
                <a:ext cx="7920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6CEB284-265D-6EDC-4B6C-2BD0C2668687}"/>
                  </a:ext>
                </a:extLst>
              </p14:cNvPr>
              <p14:cNvContentPartPr/>
              <p14:nvPr/>
            </p14:nvContentPartPr>
            <p14:xfrm>
              <a:off x="3081014" y="5241561"/>
              <a:ext cx="397440" cy="367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6CEB284-265D-6EDC-4B6C-2BD0C266868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072374" y="5232921"/>
                <a:ext cx="41508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BDF6F61-C829-1462-BACA-699207482759}"/>
              </a:ext>
            </a:extLst>
          </p:cNvPr>
          <p:cNvGrpSpPr/>
          <p:nvPr/>
        </p:nvGrpSpPr>
        <p:grpSpPr>
          <a:xfrm>
            <a:off x="3073814" y="5444601"/>
            <a:ext cx="424800" cy="355680"/>
            <a:chOff x="3073814" y="5444601"/>
            <a:chExt cx="42480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BD76899-45FC-2D66-1FB9-754B9D91F62A}"/>
                    </a:ext>
                  </a:extLst>
                </p14:cNvPr>
                <p14:cNvContentPartPr/>
                <p14:nvPr/>
              </p14:nvContentPartPr>
              <p14:xfrm>
                <a:off x="3073814" y="5444601"/>
                <a:ext cx="181800" cy="345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BD76899-45FC-2D66-1FB9-754B9D91F6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064814" y="5435601"/>
                  <a:ext cx="1994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AC1575-81E4-0D0E-A158-020406BB2139}"/>
                    </a:ext>
                  </a:extLst>
                </p14:cNvPr>
                <p14:cNvContentPartPr/>
                <p14:nvPr/>
              </p14:nvContentPartPr>
              <p14:xfrm>
                <a:off x="3336974" y="5542521"/>
                <a:ext cx="161640" cy="257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AC1575-81E4-0D0E-A158-020406BB213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28334" y="5533521"/>
                  <a:ext cx="179280" cy="27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9D761FC-3DBE-CEE6-3885-5BE19BD0A60F}"/>
                  </a:ext>
                </a:extLst>
              </p14:cNvPr>
              <p14:cNvContentPartPr/>
              <p14:nvPr/>
            </p14:nvContentPartPr>
            <p14:xfrm>
              <a:off x="2438054" y="6285921"/>
              <a:ext cx="209160" cy="129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9D761FC-3DBE-CEE6-3885-5BE19BD0A60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429414" y="6277281"/>
                <a:ext cx="22680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D597BFC-3521-136B-A474-6EEFF6414DD5}"/>
              </a:ext>
            </a:extLst>
          </p:cNvPr>
          <p:cNvGrpSpPr/>
          <p:nvPr/>
        </p:nvGrpSpPr>
        <p:grpSpPr>
          <a:xfrm>
            <a:off x="2802374" y="6152361"/>
            <a:ext cx="1576080" cy="321840"/>
            <a:chOff x="2802374" y="6152361"/>
            <a:chExt cx="157608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497B06C-E93F-74B5-3241-550207C2BB8C}"/>
                    </a:ext>
                  </a:extLst>
                </p14:cNvPr>
                <p14:cNvContentPartPr/>
                <p14:nvPr/>
              </p14:nvContentPartPr>
              <p14:xfrm>
                <a:off x="2802374" y="6187281"/>
                <a:ext cx="210960" cy="286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497B06C-E93F-74B5-3241-550207C2BB8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93374" y="6178641"/>
                  <a:ext cx="2286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C1C1076-CF9A-3ED8-DF48-0006B9854A9B}"/>
                    </a:ext>
                  </a:extLst>
                </p14:cNvPr>
                <p14:cNvContentPartPr/>
                <p14:nvPr/>
              </p14:nvContentPartPr>
              <p14:xfrm>
                <a:off x="3046094" y="6154881"/>
                <a:ext cx="170640" cy="271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C1C1076-CF9A-3ED8-DF48-0006B9854A9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37094" y="6145881"/>
                  <a:ext cx="1882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417A735-E4F5-5E5E-FA1E-FAD7C8385968}"/>
                    </a:ext>
                  </a:extLst>
                </p14:cNvPr>
                <p14:cNvContentPartPr/>
                <p14:nvPr/>
              </p14:nvContentPartPr>
              <p14:xfrm>
                <a:off x="3312134" y="6412641"/>
                <a:ext cx="360" cy="7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417A735-E4F5-5E5E-FA1E-FAD7C83859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03134" y="6403641"/>
                  <a:ext cx="1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E8FA476-9213-AA75-5566-BC11EB271DA9}"/>
                    </a:ext>
                  </a:extLst>
                </p14:cNvPr>
                <p14:cNvContentPartPr/>
                <p14:nvPr/>
              </p14:nvContentPartPr>
              <p14:xfrm>
                <a:off x="3295574" y="6157041"/>
                <a:ext cx="157680" cy="262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E8FA476-9213-AA75-5566-BC11EB271DA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286574" y="6148041"/>
                  <a:ext cx="1753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F2D57D4-CF84-C803-E0CA-EDA5AA60A07B}"/>
                    </a:ext>
                  </a:extLst>
                </p14:cNvPr>
                <p14:cNvContentPartPr/>
                <p14:nvPr/>
              </p14:nvContentPartPr>
              <p14:xfrm>
                <a:off x="3492854" y="6160641"/>
                <a:ext cx="164880" cy="266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F2D57D4-CF84-C803-E0CA-EDA5AA60A0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84214" y="6151641"/>
                  <a:ext cx="1825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9F2BC8F-0F29-111C-F6A9-6F0CA0C33A27}"/>
                    </a:ext>
                  </a:extLst>
                </p14:cNvPr>
                <p14:cNvContentPartPr/>
                <p14:nvPr/>
              </p14:nvContentPartPr>
              <p14:xfrm>
                <a:off x="3741974" y="6152361"/>
                <a:ext cx="460440" cy="219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9F2BC8F-0F29-111C-F6A9-6F0CA0C33A2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33334" y="6143361"/>
                  <a:ext cx="4780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8E5D576-A565-591B-D532-CAD08FF6F7BE}"/>
                    </a:ext>
                  </a:extLst>
                </p14:cNvPr>
                <p14:cNvContentPartPr/>
                <p14:nvPr/>
              </p14:nvContentPartPr>
              <p14:xfrm>
                <a:off x="4364054" y="6372321"/>
                <a:ext cx="14400" cy="3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8E5D576-A565-591B-D532-CAD08FF6F7B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55414" y="6363681"/>
                  <a:ext cx="320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9EBEC07-4A37-4BB3-30D6-7AC09791238E}"/>
              </a:ext>
            </a:extLst>
          </p:cNvPr>
          <p:cNvGrpSpPr/>
          <p:nvPr/>
        </p:nvGrpSpPr>
        <p:grpSpPr>
          <a:xfrm>
            <a:off x="349334" y="5994321"/>
            <a:ext cx="1113840" cy="614160"/>
            <a:chOff x="349334" y="5994321"/>
            <a:chExt cx="1113840" cy="61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7B555A2-A51E-8B2D-72DE-E78B76BD2E0C}"/>
                    </a:ext>
                  </a:extLst>
                </p14:cNvPr>
                <p14:cNvContentPartPr/>
                <p14:nvPr/>
              </p14:nvContentPartPr>
              <p14:xfrm>
                <a:off x="349334" y="5994321"/>
                <a:ext cx="256680" cy="544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7B555A2-A51E-8B2D-72DE-E78B76BD2E0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0694" y="5985321"/>
                  <a:ext cx="27432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9B0E7B1-A0F3-B09E-AA8C-79CDB8A3AD3A}"/>
                    </a:ext>
                  </a:extLst>
                </p14:cNvPr>
                <p14:cNvContentPartPr/>
                <p14:nvPr/>
              </p14:nvContentPartPr>
              <p14:xfrm>
                <a:off x="595574" y="6309681"/>
                <a:ext cx="121680" cy="189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9B0E7B1-A0F3-B09E-AA8C-79CDB8A3AD3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6934" y="6301041"/>
                  <a:ext cx="139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D477553-9EDB-2F1A-D9E8-9F43540E4B0C}"/>
                    </a:ext>
                  </a:extLst>
                </p14:cNvPr>
                <p14:cNvContentPartPr/>
                <p14:nvPr/>
              </p14:nvContentPartPr>
              <p14:xfrm>
                <a:off x="770894" y="6323721"/>
                <a:ext cx="208080" cy="230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D477553-9EDB-2F1A-D9E8-9F43540E4B0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1894" y="6314721"/>
                  <a:ext cx="225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15C51C3-0A9A-E03F-3EB5-7444CEBEFF52}"/>
                    </a:ext>
                  </a:extLst>
                </p14:cNvPr>
                <p14:cNvContentPartPr/>
                <p14:nvPr/>
              </p14:nvContentPartPr>
              <p14:xfrm>
                <a:off x="1223774" y="6136161"/>
                <a:ext cx="239400" cy="413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15C51C3-0A9A-E03F-3EB5-7444CEBEFF5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15134" y="6127161"/>
                  <a:ext cx="2570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470FA6E-7077-4944-76DD-00FDE3641193}"/>
                    </a:ext>
                  </a:extLst>
                </p14:cNvPr>
                <p14:cNvContentPartPr/>
                <p14:nvPr/>
              </p14:nvContentPartPr>
              <p14:xfrm>
                <a:off x="1124774" y="5996481"/>
                <a:ext cx="67320" cy="612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470FA6E-7077-4944-76DD-00FDE36411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5774" y="5987481"/>
                  <a:ext cx="84960" cy="62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F86B14F-9C5A-007D-090E-EA56B351F701}"/>
              </a:ext>
            </a:extLst>
          </p:cNvPr>
          <p:cNvGrpSpPr/>
          <p:nvPr/>
        </p:nvGrpSpPr>
        <p:grpSpPr>
          <a:xfrm>
            <a:off x="1577294" y="6105561"/>
            <a:ext cx="755640" cy="546480"/>
            <a:chOff x="1577294" y="6105561"/>
            <a:chExt cx="755640" cy="54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FD66E93-ED66-8A83-DA2B-F4C25C61F56E}"/>
                    </a:ext>
                  </a:extLst>
                </p14:cNvPr>
                <p14:cNvContentPartPr/>
                <p14:nvPr/>
              </p14:nvContentPartPr>
              <p14:xfrm>
                <a:off x="1577294" y="6442521"/>
                <a:ext cx="217080" cy="209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FD66E93-ED66-8A83-DA2B-F4C25C61F5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68654" y="6433881"/>
                  <a:ext cx="234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C54CAC5-7136-756A-BBBC-A7974711A726}"/>
                    </a:ext>
                  </a:extLst>
                </p14:cNvPr>
                <p14:cNvContentPartPr/>
                <p14:nvPr/>
              </p14:nvContentPartPr>
              <p14:xfrm>
                <a:off x="2080574" y="6410121"/>
                <a:ext cx="131040" cy="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C54CAC5-7136-756A-BBBC-A7974711A72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71934" y="6401121"/>
                  <a:ext cx="148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34C4A0-5D69-68D4-3FE5-2E2E7184AA98}"/>
                    </a:ext>
                  </a:extLst>
                </p14:cNvPr>
                <p14:cNvContentPartPr/>
                <p14:nvPr/>
              </p14:nvContentPartPr>
              <p14:xfrm>
                <a:off x="2011094" y="6296001"/>
                <a:ext cx="203400" cy="21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34C4A0-5D69-68D4-3FE5-2E2E7184AA9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02094" y="6287361"/>
                  <a:ext cx="221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84622C-C8F8-94E8-3E6E-115515641A58}"/>
                    </a:ext>
                  </a:extLst>
                </p14:cNvPr>
                <p14:cNvContentPartPr/>
                <p14:nvPr/>
              </p14:nvContentPartPr>
              <p14:xfrm>
                <a:off x="1812014" y="6158121"/>
                <a:ext cx="95040" cy="468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84622C-C8F8-94E8-3E6E-115515641A5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03374" y="6149481"/>
                  <a:ext cx="1126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FC2928D-61FE-4D40-56EC-FDA8E2501DB4}"/>
                    </a:ext>
                  </a:extLst>
                </p14:cNvPr>
                <p14:cNvContentPartPr/>
                <p14:nvPr/>
              </p14:nvContentPartPr>
              <p14:xfrm>
                <a:off x="2311694" y="6105561"/>
                <a:ext cx="21240" cy="423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FC2928D-61FE-4D40-56EC-FDA8E2501DB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02694" y="6096921"/>
                  <a:ext cx="38880" cy="44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53AF443-8DFA-BF05-2531-3637412E01AA}"/>
                  </a:ext>
                </a:extLst>
              </p14:cNvPr>
              <p14:cNvContentPartPr/>
              <p14:nvPr/>
            </p14:nvContentPartPr>
            <p14:xfrm>
              <a:off x="4188734" y="6041841"/>
              <a:ext cx="24120" cy="4262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53AF443-8DFA-BF05-2531-3637412E01A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179734" y="6032841"/>
                <a:ext cx="4176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145EDE5-4D3D-F204-32B6-BB077330A692}"/>
                  </a:ext>
                </a:extLst>
              </p14:cNvPr>
              <p14:cNvContentPartPr/>
              <p14:nvPr/>
            </p14:nvContentPartPr>
            <p14:xfrm>
              <a:off x="4466294" y="6269721"/>
              <a:ext cx="123840" cy="255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145EDE5-4D3D-F204-32B6-BB077330A69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457654" y="6261081"/>
                <a:ext cx="1414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CD24C05-8591-6232-5E0A-1EAA16F49811}"/>
                  </a:ext>
                </a:extLst>
              </p14:cNvPr>
              <p14:cNvContentPartPr/>
              <p14:nvPr/>
            </p14:nvContentPartPr>
            <p14:xfrm>
              <a:off x="4432094" y="6378801"/>
              <a:ext cx="132480" cy="140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CD24C05-8591-6232-5E0A-1EAA16F4981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423454" y="6369801"/>
                <a:ext cx="1501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65561A4-0961-2C36-87ED-4050F4C71C2D}"/>
                  </a:ext>
                </a:extLst>
              </p14:cNvPr>
              <p14:cNvContentPartPr/>
              <p14:nvPr/>
            </p14:nvContentPartPr>
            <p14:xfrm>
              <a:off x="4776614" y="6196641"/>
              <a:ext cx="198720" cy="2714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65561A4-0961-2C36-87ED-4050F4C71C2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767614" y="6187641"/>
                <a:ext cx="21636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70E9B68-D298-14A1-CB50-7CB7D2A832FE}"/>
                  </a:ext>
                </a:extLst>
              </p14:cNvPr>
              <p14:cNvContentPartPr/>
              <p14:nvPr/>
            </p14:nvContentPartPr>
            <p14:xfrm>
              <a:off x="5001254" y="6190881"/>
              <a:ext cx="134280" cy="2746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70E9B68-D298-14A1-CB50-7CB7D2A832F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992254" y="6181881"/>
                <a:ext cx="1519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E72C482-1E4B-3ACB-69D6-DC3BBE3118E8}"/>
                  </a:ext>
                </a:extLst>
              </p14:cNvPr>
              <p14:cNvContentPartPr/>
              <p14:nvPr/>
            </p14:nvContentPartPr>
            <p14:xfrm>
              <a:off x="5139854" y="6209601"/>
              <a:ext cx="164520" cy="2484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E72C482-1E4B-3ACB-69D6-DC3BBE3118E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130854" y="6200601"/>
                <a:ext cx="1821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B2DBAF4-E284-9466-0DAC-892E7A92069A}"/>
                  </a:ext>
                </a:extLst>
              </p14:cNvPr>
              <p14:cNvContentPartPr/>
              <p14:nvPr/>
            </p14:nvContentPartPr>
            <p14:xfrm>
              <a:off x="5360534" y="6210681"/>
              <a:ext cx="161640" cy="2725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B2DBAF4-E284-9466-0DAC-892E7A92069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351534" y="6201681"/>
                <a:ext cx="179280" cy="29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B63B792-FC8F-50AF-C6DA-0F2FB28C95D1}"/>
              </a:ext>
            </a:extLst>
          </p:cNvPr>
          <p:cNvGrpSpPr/>
          <p:nvPr/>
        </p:nvGrpSpPr>
        <p:grpSpPr>
          <a:xfrm>
            <a:off x="5567894" y="6167121"/>
            <a:ext cx="1136520" cy="359640"/>
            <a:chOff x="5567894" y="6167121"/>
            <a:chExt cx="113652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9103ECB-1F3F-AA0A-B899-D3D8903B9C9E}"/>
                    </a:ext>
                  </a:extLst>
                </p14:cNvPr>
                <p14:cNvContentPartPr/>
                <p14:nvPr/>
              </p14:nvContentPartPr>
              <p14:xfrm>
                <a:off x="5567894" y="6411921"/>
                <a:ext cx="36720" cy="114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9103ECB-1F3F-AA0A-B899-D3D8903B9C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58894" y="6403281"/>
                  <a:ext cx="54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CF2B355-D0C0-9D08-72F0-5C16F115906D}"/>
                    </a:ext>
                  </a:extLst>
                </p14:cNvPr>
                <p14:cNvContentPartPr/>
                <p14:nvPr/>
              </p14:nvContentPartPr>
              <p14:xfrm>
                <a:off x="5745374" y="6182241"/>
                <a:ext cx="102960" cy="339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CF2B355-D0C0-9D08-72F0-5C16F115906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36734" y="6173241"/>
                  <a:ext cx="1206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527956C-9653-F5BF-5562-8DAE86079FE9}"/>
                    </a:ext>
                  </a:extLst>
                </p14:cNvPr>
                <p14:cNvContentPartPr/>
                <p14:nvPr/>
              </p14:nvContentPartPr>
              <p14:xfrm>
                <a:off x="5905574" y="6195921"/>
                <a:ext cx="169920" cy="283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527956C-9653-F5BF-5562-8DAE86079FE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96934" y="6187281"/>
                  <a:ext cx="187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D7FDE45-485A-F9CA-903B-CEB7352CC6AF}"/>
                    </a:ext>
                  </a:extLst>
                </p14:cNvPr>
                <p14:cNvContentPartPr/>
                <p14:nvPr/>
              </p14:nvContentPartPr>
              <p14:xfrm>
                <a:off x="6243974" y="6167121"/>
                <a:ext cx="460440" cy="263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D7FDE45-485A-F9CA-903B-CEB7352CC6A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35334" y="6158121"/>
                  <a:ext cx="47808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972B004-108E-4FFC-53D4-35D7F5A58398}"/>
                  </a:ext>
                </a:extLst>
              </p14:cNvPr>
              <p14:cNvContentPartPr/>
              <p14:nvPr/>
            </p14:nvContentPartPr>
            <p14:xfrm>
              <a:off x="6952454" y="6476361"/>
              <a:ext cx="360" cy="3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972B004-108E-4FFC-53D4-35D7F5A5839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43454" y="646772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883BAEE-0A3B-A912-0923-D59BAA3D990F}"/>
                  </a:ext>
                </a:extLst>
              </p14:cNvPr>
              <p14:cNvContentPartPr/>
              <p14:nvPr/>
            </p14:nvContentPartPr>
            <p14:xfrm>
              <a:off x="1948454" y="6554121"/>
              <a:ext cx="23400" cy="1317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883BAEE-0A3B-A912-0923-D59BAA3D990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939454" y="6545121"/>
                <a:ext cx="41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81D29DD-17F6-CE46-FA34-2E46065CA595}"/>
                  </a:ext>
                </a:extLst>
              </p14:cNvPr>
              <p14:cNvContentPartPr/>
              <p14:nvPr/>
            </p14:nvContentPartPr>
            <p14:xfrm>
              <a:off x="7049654" y="33081"/>
              <a:ext cx="168120" cy="67417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81D29DD-17F6-CE46-FA34-2E46065CA595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041014" y="24441"/>
                <a:ext cx="185760" cy="675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6C2EAF9-CF8B-B7D2-EEA8-C8EF44A19ABE}"/>
              </a:ext>
            </a:extLst>
          </p:cNvPr>
          <p:cNvGrpSpPr/>
          <p:nvPr/>
        </p:nvGrpSpPr>
        <p:grpSpPr>
          <a:xfrm>
            <a:off x="7415774" y="331161"/>
            <a:ext cx="390600" cy="516960"/>
            <a:chOff x="7415774" y="331161"/>
            <a:chExt cx="39060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6CAA59C-EB17-5802-0F6D-E05E3361F3E7}"/>
                    </a:ext>
                  </a:extLst>
                </p14:cNvPr>
                <p14:cNvContentPartPr/>
                <p14:nvPr/>
              </p14:nvContentPartPr>
              <p14:xfrm>
                <a:off x="7415774" y="331161"/>
                <a:ext cx="234000" cy="387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6CAA59C-EB17-5802-0F6D-E05E3361F3E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406774" y="322161"/>
                  <a:ext cx="2516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3BA089F-490B-38F3-473B-FA7120A64692}"/>
                    </a:ext>
                  </a:extLst>
                </p14:cNvPr>
                <p14:cNvContentPartPr/>
                <p14:nvPr/>
              </p14:nvContentPartPr>
              <p14:xfrm>
                <a:off x="7670294" y="632481"/>
                <a:ext cx="136080" cy="215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3BA089F-490B-38F3-473B-FA7120A6469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661654" y="623481"/>
                  <a:ext cx="153720" cy="23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D47F302-6D68-2DB6-86F2-CEA39EAC9604}"/>
                  </a:ext>
                </a:extLst>
              </p14:cNvPr>
              <p14:cNvContentPartPr/>
              <p14:nvPr/>
            </p14:nvContentPartPr>
            <p14:xfrm>
              <a:off x="7972334" y="223881"/>
              <a:ext cx="92520" cy="1602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D47F302-6D68-2DB6-86F2-CEA39EAC9604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963334" y="214881"/>
                <a:ext cx="11016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05017E9-30CE-77F1-E25D-3F3955D61DE0}"/>
              </a:ext>
            </a:extLst>
          </p:cNvPr>
          <p:cNvGrpSpPr/>
          <p:nvPr/>
        </p:nvGrpSpPr>
        <p:grpSpPr>
          <a:xfrm>
            <a:off x="8111294" y="523041"/>
            <a:ext cx="159120" cy="110520"/>
            <a:chOff x="8111294" y="523041"/>
            <a:chExt cx="15912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17E6D8-423F-65D6-15FA-E99F2A8DA0FD}"/>
                    </a:ext>
                  </a:extLst>
                </p14:cNvPr>
                <p14:cNvContentPartPr/>
                <p14:nvPr/>
              </p14:nvContentPartPr>
              <p14:xfrm>
                <a:off x="8135414" y="523041"/>
                <a:ext cx="135000" cy="5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17E6D8-423F-65D6-15FA-E99F2A8DA0F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26774" y="514041"/>
                  <a:ext cx="152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219BEC4-EC18-80EC-AC87-06A3EFDC00CD}"/>
                    </a:ext>
                  </a:extLst>
                </p14:cNvPr>
                <p14:cNvContentPartPr/>
                <p14:nvPr/>
              </p14:nvContentPartPr>
              <p14:xfrm>
                <a:off x="8111294" y="618081"/>
                <a:ext cx="128520" cy="15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219BEC4-EC18-80EC-AC87-06A3EFDC00C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102654" y="609081"/>
                  <a:ext cx="1461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2815827-D4AD-F8B1-0E6C-D622D4972F17}"/>
              </a:ext>
            </a:extLst>
          </p:cNvPr>
          <p:cNvGrpSpPr/>
          <p:nvPr/>
        </p:nvGrpSpPr>
        <p:grpSpPr>
          <a:xfrm>
            <a:off x="8570654" y="64041"/>
            <a:ext cx="1717560" cy="1584000"/>
            <a:chOff x="8570654" y="64041"/>
            <a:chExt cx="1717560" cy="158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AF725DB-55BE-4032-DEF8-5277D241A012}"/>
                    </a:ext>
                  </a:extLst>
                </p14:cNvPr>
                <p14:cNvContentPartPr/>
                <p14:nvPr/>
              </p14:nvContentPartPr>
              <p14:xfrm>
                <a:off x="8747414" y="64041"/>
                <a:ext cx="12960" cy="169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AF725DB-55BE-4032-DEF8-5277D241A01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738414" y="55041"/>
                  <a:ext cx="30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169919C-89F0-842A-C219-041003D6D4C8}"/>
                    </a:ext>
                  </a:extLst>
                </p14:cNvPr>
                <p14:cNvContentPartPr/>
                <p14:nvPr/>
              </p14:nvContentPartPr>
              <p14:xfrm>
                <a:off x="8834894" y="196161"/>
                <a:ext cx="7560" cy="90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169919C-89F0-842A-C219-041003D6D4C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826254" y="187161"/>
                  <a:ext cx="25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BF05EAA-4144-753F-5AF3-8313BBAEB74B}"/>
                    </a:ext>
                  </a:extLst>
                </p14:cNvPr>
                <p14:cNvContentPartPr/>
                <p14:nvPr/>
              </p14:nvContentPartPr>
              <p14:xfrm>
                <a:off x="8842094" y="196161"/>
                <a:ext cx="360" cy="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BF05EAA-4144-753F-5AF3-8313BBAEB7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33094" y="1871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6268823-7446-B6E9-D1F4-FBFA2B8C572B}"/>
                    </a:ext>
                  </a:extLst>
                </p14:cNvPr>
                <p14:cNvContentPartPr/>
                <p14:nvPr/>
              </p14:nvContentPartPr>
              <p14:xfrm>
                <a:off x="8842094" y="109401"/>
                <a:ext cx="174600" cy="168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6268823-7446-B6E9-D1F4-FBFA2B8C572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33094" y="100761"/>
                  <a:ext cx="1922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6F10DFE-A819-11A1-6437-15B625880C91}"/>
                    </a:ext>
                  </a:extLst>
                </p14:cNvPr>
                <p14:cNvContentPartPr/>
                <p14:nvPr/>
              </p14:nvContentPartPr>
              <p14:xfrm>
                <a:off x="8698454" y="392721"/>
                <a:ext cx="349560" cy="6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6F10DFE-A819-11A1-6437-15B625880C9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689814" y="383721"/>
                  <a:ext cx="367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30DBE36-4CD6-F9F1-BCB6-E0A2C372DCFA}"/>
                    </a:ext>
                  </a:extLst>
                </p14:cNvPr>
                <p14:cNvContentPartPr/>
                <p14:nvPr/>
              </p14:nvContentPartPr>
              <p14:xfrm>
                <a:off x="8800334" y="448881"/>
                <a:ext cx="118080" cy="160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30DBE36-4CD6-F9F1-BCB6-E0A2C372DCF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91334" y="440241"/>
                  <a:ext cx="135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BF58E0A-30E3-21D8-F923-36BDF94E42FF}"/>
                    </a:ext>
                  </a:extLst>
                </p14:cNvPr>
                <p14:cNvContentPartPr/>
                <p14:nvPr/>
              </p14:nvContentPartPr>
              <p14:xfrm>
                <a:off x="8898974" y="560481"/>
                <a:ext cx="45000" cy="108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BF58E0A-30E3-21D8-F923-36BDF94E42F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890334" y="551481"/>
                  <a:ext cx="62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829892E-B0A5-674D-3C0B-ADFFF08893A2}"/>
                    </a:ext>
                  </a:extLst>
                </p14:cNvPr>
                <p14:cNvContentPartPr/>
                <p14:nvPr/>
              </p14:nvContentPartPr>
              <p14:xfrm>
                <a:off x="9194534" y="204801"/>
                <a:ext cx="69480" cy="302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829892E-B0A5-674D-3C0B-ADFFF08893A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85534" y="195801"/>
                  <a:ext cx="871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2704B56-6E0B-F1CC-703F-7C7FB32D4B8C}"/>
                    </a:ext>
                  </a:extLst>
                </p14:cNvPr>
                <p14:cNvContentPartPr/>
                <p14:nvPr/>
              </p14:nvContentPartPr>
              <p14:xfrm>
                <a:off x="9302894" y="198681"/>
                <a:ext cx="123840" cy="263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2704B56-6E0B-F1CC-703F-7C7FB32D4B8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293894" y="189681"/>
                  <a:ext cx="141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7FFC07F-B8E9-4B6A-862B-7FAC48BEFFEF}"/>
                    </a:ext>
                  </a:extLst>
                </p14:cNvPr>
                <p14:cNvContentPartPr/>
                <p14:nvPr/>
              </p14:nvContentPartPr>
              <p14:xfrm>
                <a:off x="9501614" y="419001"/>
                <a:ext cx="14400" cy="79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7FFC07F-B8E9-4B6A-862B-7FAC48BEFF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92614" y="410001"/>
                  <a:ext cx="32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CF22899-4203-67E9-FD88-7769607D6A2A}"/>
                    </a:ext>
                  </a:extLst>
                </p14:cNvPr>
                <p14:cNvContentPartPr/>
                <p14:nvPr/>
              </p14:nvContentPartPr>
              <p14:xfrm>
                <a:off x="9572534" y="343761"/>
                <a:ext cx="121320" cy="21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CF22899-4203-67E9-FD88-7769607D6A2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63534" y="335121"/>
                  <a:ext cx="138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8584DF8-FE66-E1D3-4AF2-82172429366E}"/>
                    </a:ext>
                  </a:extLst>
                </p14:cNvPr>
                <p14:cNvContentPartPr/>
                <p14:nvPr/>
              </p14:nvContentPartPr>
              <p14:xfrm>
                <a:off x="9642014" y="277521"/>
                <a:ext cx="15840" cy="158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8584DF8-FE66-E1D3-4AF2-82172429366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33374" y="268521"/>
                  <a:ext cx="33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9738717-873D-8F10-8F90-BBF39D3D3293}"/>
                    </a:ext>
                  </a:extLst>
                </p14:cNvPr>
                <p14:cNvContentPartPr/>
                <p14:nvPr/>
              </p14:nvContentPartPr>
              <p14:xfrm>
                <a:off x="9813374" y="208401"/>
                <a:ext cx="125280" cy="236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9738717-873D-8F10-8F90-BBF39D3D329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04374" y="199761"/>
                  <a:ext cx="142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7DB735-8E5C-F667-27B7-C050814B6843}"/>
                    </a:ext>
                  </a:extLst>
                </p14:cNvPr>
                <p14:cNvContentPartPr/>
                <p14:nvPr/>
              </p14:nvContentPartPr>
              <p14:xfrm>
                <a:off x="9984374" y="373281"/>
                <a:ext cx="113040" cy="92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7DB735-8E5C-F667-27B7-C050814B684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75734" y="364641"/>
                  <a:ext cx="130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948CE83-253A-2884-57E7-7034A4A25EEA}"/>
                    </a:ext>
                  </a:extLst>
                </p14:cNvPr>
                <p14:cNvContentPartPr/>
                <p14:nvPr/>
              </p14:nvContentPartPr>
              <p14:xfrm>
                <a:off x="10184894" y="124521"/>
                <a:ext cx="103320" cy="374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948CE83-253A-2884-57E7-7034A4A25EE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75894" y="115881"/>
                  <a:ext cx="1209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314B0F0-E4AD-1D27-E97F-AFF404625098}"/>
                    </a:ext>
                  </a:extLst>
                </p14:cNvPr>
                <p14:cNvContentPartPr/>
                <p14:nvPr/>
              </p14:nvContentPartPr>
              <p14:xfrm>
                <a:off x="8570654" y="668841"/>
                <a:ext cx="1531080" cy="36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314B0F0-E4AD-1D27-E97F-AFF40462509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61654" y="660201"/>
                  <a:ext cx="1548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DA8BAEC-F47B-6C3A-6C0B-3634D00EEA90}"/>
                    </a:ext>
                  </a:extLst>
                </p14:cNvPr>
                <p14:cNvContentPartPr/>
                <p14:nvPr/>
              </p14:nvContentPartPr>
              <p14:xfrm>
                <a:off x="8836334" y="905001"/>
                <a:ext cx="45000" cy="272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DA8BAEC-F47B-6C3A-6C0B-3634D00EEA9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827694" y="896001"/>
                  <a:ext cx="626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B52430C-8B4A-BB06-7149-50417E94C821}"/>
                    </a:ext>
                  </a:extLst>
                </p14:cNvPr>
                <p14:cNvContentPartPr/>
                <p14:nvPr/>
              </p14:nvContentPartPr>
              <p14:xfrm>
                <a:off x="9072134" y="1050081"/>
                <a:ext cx="173520" cy="11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B52430C-8B4A-BB06-7149-50417E94C82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63494" y="1041441"/>
                  <a:ext cx="191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F8A2256-AA0C-B087-25ED-F8B46A078749}"/>
                    </a:ext>
                  </a:extLst>
                </p14:cNvPr>
                <p14:cNvContentPartPr/>
                <p14:nvPr/>
              </p14:nvContentPartPr>
              <p14:xfrm>
                <a:off x="9384614" y="781881"/>
                <a:ext cx="12960" cy="177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F8A2256-AA0C-B087-25ED-F8B46A07874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75614" y="773241"/>
                  <a:ext cx="30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71A8BC2-78C4-8C6D-E51D-BDB857A67DA4}"/>
                    </a:ext>
                  </a:extLst>
                </p14:cNvPr>
                <p14:cNvContentPartPr/>
                <p14:nvPr/>
              </p14:nvContentPartPr>
              <p14:xfrm>
                <a:off x="9500174" y="880881"/>
                <a:ext cx="5760" cy="129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71A8BC2-78C4-8C6D-E51D-BDB857A67DA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491174" y="872241"/>
                  <a:ext cx="23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A84D3D4-26B1-BE2C-20FE-136DAF366A32}"/>
                    </a:ext>
                  </a:extLst>
                </p14:cNvPr>
                <p14:cNvContentPartPr/>
                <p14:nvPr/>
              </p14:nvContentPartPr>
              <p14:xfrm>
                <a:off x="9598814" y="800601"/>
                <a:ext cx="84960" cy="244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A84D3D4-26B1-BE2C-20FE-136DAF366A3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590174" y="791601"/>
                  <a:ext cx="102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C2224FD-48F6-C44F-89C5-C77CC6C61574}"/>
                    </a:ext>
                  </a:extLst>
                </p14:cNvPr>
                <p14:cNvContentPartPr/>
                <p14:nvPr/>
              </p14:nvContentPartPr>
              <p14:xfrm>
                <a:off x="9431414" y="1157721"/>
                <a:ext cx="321120" cy="14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C2224FD-48F6-C44F-89C5-C77CC6C6157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22414" y="1149081"/>
                  <a:ext cx="338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0C293AA-F2F0-641C-E7AD-E0B5A02D88D9}"/>
                    </a:ext>
                  </a:extLst>
                </p14:cNvPr>
                <p14:cNvContentPartPr/>
                <p14:nvPr/>
              </p14:nvContentPartPr>
              <p14:xfrm>
                <a:off x="9523934" y="1275441"/>
                <a:ext cx="189720" cy="277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0C293AA-F2F0-641C-E7AD-E0B5A02D88D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514934" y="1266801"/>
                  <a:ext cx="207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ECEFA16-9E18-F7C5-89CB-21DF25A219FD}"/>
                    </a:ext>
                  </a:extLst>
                </p14:cNvPr>
                <p14:cNvContentPartPr/>
                <p14:nvPr/>
              </p14:nvContentPartPr>
              <p14:xfrm>
                <a:off x="9735254" y="1423401"/>
                <a:ext cx="83880" cy="224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ECEFA16-9E18-F7C5-89CB-21DF25A219F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26614" y="1414401"/>
                  <a:ext cx="101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86C7DB8-6ED9-7D60-CD76-95E986388429}"/>
                    </a:ext>
                  </a:extLst>
                </p14:cNvPr>
                <p14:cNvContentPartPr/>
                <p14:nvPr/>
              </p14:nvContentPartPr>
              <p14:xfrm>
                <a:off x="8654894" y="769641"/>
                <a:ext cx="216720" cy="549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86C7DB8-6ED9-7D60-CD76-95E98638842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645894" y="760641"/>
                  <a:ext cx="23436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7E1CB43-17E8-22DC-D35B-C029E43E2060}"/>
                    </a:ext>
                  </a:extLst>
                </p14:cNvPr>
                <p14:cNvContentPartPr/>
                <p14:nvPr/>
              </p14:nvContentPartPr>
              <p14:xfrm>
                <a:off x="9894734" y="761721"/>
                <a:ext cx="105120" cy="479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7E1CB43-17E8-22DC-D35B-C029E43E206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885734" y="752721"/>
                  <a:ext cx="122760" cy="49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269DCF6-38EF-89B3-1241-CCF987951351}"/>
              </a:ext>
            </a:extLst>
          </p:cNvPr>
          <p:cNvGrpSpPr/>
          <p:nvPr/>
        </p:nvGrpSpPr>
        <p:grpSpPr>
          <a:xfrm>
            <a:off x="10299374" y="594321"/>
            <a:ext cx="141120" cy="92880"/>
            <a:chOff x="10299374" y="594321"/>
            <a:chExt cx="14112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E5A67CB-F422-87F0-85A2-4CD02EEB0179}"/>
                    </a:ext>
                  </a:extLst>
                </p14:cNvPr>
                <p14:cNvContentPartPr/>
                <p14:nvPr/>
              </p14:nvContentPartPr>
              <p14:xfrm>
                <a:off x="10299374" y="673161"/>
                <a:ext cx="66240" cy="14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E5A67CB-F422-87F0-85A2-4CD02EEB017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290374" y="664161"/>
                  <a:ext cx="83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1F8F49C-BE4A-0661-7A95-B3E9050302CD}"/>
                    </a:ext>
                  </a:extLst>
                </p14:cNvPr>
                <p14:cNvContentPartPr/>
                <p14:nvPr/>
              </p14:nvContentPartPr>
              <p14:xfrm>
                <a:off x="10327814" y="594321"/>
                <a:ext cx="112680" cy="6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1F8F49C-BE4A-0661-7A95-B3E9050302C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19174" y="585321"/>
                  <a:ext cx="1303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971F531-0427-8F56-4848-F4C41C88BA3F}"/>
              </a:ext>
            </a:extLst>
          </p:cNvPr>
          <p:cNvGrpSpPr/>
          <p:nvPr/>
        </p:nvGrpSpPr>
        <p:grpSpPr>
          <a:xfrm>
            <a:off x="10650734" y="353481"/>
            <a:ext cx="1432440" cy="492840"/>
            <a:chOff x="10650734" y="353481"/>
            <a:chExt cx="143244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0A3B33D-9B74-8BF7-C496-E00CB8C47738}"/>
                    </a:ext>
                  </a:extLst>
                </p14:cNvPr>
                <p14:cNvContentPartPr/>
                <p14:nvPr/>
              </p14:nvContentPartPr>
              <p14:xfrm>
                <a:off x="10650734" y="367521"/>
                <a:ext cx="160920" cy="3639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0A3B33D-9B74-8BF7-C496-E00CB8C4773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42094" y="358521"/>
                  <a:ext cx="178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259DF4A-D502-7550-6335-4DE3CBDC3C92}"/>
                    </a:ext>
                  </a:extLst>
                </p14:cNvPr>
                <p14:cNvContentPartPr/>
                <p14:nvPr/>
              </p14:nvContentPartPr>
              <p14:xfrm>
                <a:off x="10863494" y="353481"/>
                <a:ext cx="183600" cy="371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259DF4A-D502-7550-6335-4DE3CBDC3C9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854854" y="344481"/>
                  <a:ext cx="2012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C590048-36FF-165B-A8D8-AE02522CEBFC}"/>
                    </a:ext>
                  </a:extLst>
                </p14:cNvPr>
                <p14:cNvContentPartPr/>
                <p14:nvPr/>
              </p14:nvContentPartPr>
              <p14:xfrm>
                <a:off x="11145014" y="719601"/>
                <a:ext cx="28080" cy="126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C590048-36FF-165B-A8D8-AE02522CEBF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136014" y="710601"/>
                  <a:ext cx="45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86B59E8-1E44-56BF-5EC8-2581A20A5A22}"/>
                    </a:ext>
                  </a:extLst>
                </p14:cNvPr>
                <p14:cNvContentPartPr/>
                <p14:nvPr/>
              </p14:nvContentPartPr>
              <p14:xfrm>
                <a:off x="11252294" y="388761"/>
                <a:ext cx="136080" cy="299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86B59E8-1E44-56BF-5EC8-2581A20A5A2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243654" y="380121"/>
                  <a:ext cx="153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81C5EA4-6257-80E9-E33A-07BEA0E85356}"/>
                    </a:ext>
                  </a:extLst>
                </p14:cNvPr>
                <p14:cNvContentPartPr/>
                <p14:nvPr/>
              </p14:nvContentPartPr>
              <p14:xfrm>
                <a:off x="11430134" y="399201"/>
                <a:ext cx="127080" cy="237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81C5EA4-6257-80E9-E33A-07BEA0E8535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21494" y="390201"/>
                  <a:ext cx="144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41D1A60-0F4E-9E43-8C48-539C9D33846A}"/>
                    </a:ext>
                  </a:extLst>
                </p14:cNvPr>
                <p14:cNvContentPartPr/>
                <p14:nvPr/>
              </p14:nvContentPartPr>
              <p14:xfrm>
                <a:off x="11467934" y="401361"/>
                <a:ext cx="118800" cy="32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41D1A60-0F4E-9E43-8C48-539C9D33846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58934" y="392721"/>
                  <a:ext cx="136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8F0A84E-3760-F526-A8CC-551FCB4642B3}"/>
                    </a:ext>
                  </a:extLst>
                </p14:cNvPr>
                <p14:cNvContentPartPr/>
                <p14:nvPr/>
              </p14:nvContentPartPr>
              <p14:xfrm>
                <a:off x="11630654" y="422241"/>
                <a:ext cx="452520" cy="230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8F0A84E-3760-F526-A8CC-551FCB4642B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621654" y="413601"/>
                  <a:ext cx="4701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51C68C1-8309-A7C4-8D0E-4B2DA11D15E0}"/>
              </a:ext>
            </a:extLst>
          </p:cNvPr>
          <p:cNvGrpSpPr/>
          <p:nvPr/>
        </p:nvGrpSpPr>
        <p:grpSpPr>
          <a:xfrm>
            <a:off x="8463734" y="2192361"/>
            <a:ext cx="146160" cy="78120"/>
            <a:chOff x="8463734" y="2192361"/>
            <a:chExt cx="146160" cy="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0664585-8B07-1A81-88A0-63DECD6FF8B1}"/>
                    </a:ext>
                  </a:extLst>
                </p14:cNvPr>
                <p14:cNvContentPartPr/>
                <p14:nvPr/>
              </p14:nvContentPartPr>
              <p14:xfrm>
                <a:off x="8463734" y="2258601"/>
                <a:ext cx="114840" cy="11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0664585-8B07-1A81-88A0-63DECD6FF8B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54734" y="2249601"/>
                  <a:ext cx="132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E1D1811-C952-60C2-7029-FD2DA1A31E57}"/>
                    </a:ext>
                  </a:extLst>
                </p14:cNvPr>
                <p14:cNvContentPartPr/>
                <p14:nvPr/>
              </p14:nvContentPartPr>
              <p14:xfrm>
                <a:off x="8466254" y="2192361"/>
                <a:ext cx="143640" cy="54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E1D1811-C952-60C2-7029-FD2DA1A31E5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457614" y="2183361"/>
                  <a:ext cx="1612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88BC7FC-23F6-A66A-455C-FAB6C8DAB6EC}"/>
              </a:ext>
            </a:extLst>
          </p:cNvPr>
          <p:cNvGrpSpPr/>
          <p:nvPr/>
        </p:nvGrpSpPr>
        <p:grpSpPr>
          <a:xfrm>
            <a:off x="7491014" y="1786281"/>
            <a:ext cx="648360" cy="1132200"/>
            <a:chOff x="7491014" y="1786281"/>
            <a:chExt cx="648360" cy="11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6A964B7-F1DA-8B84-A17A-141F58172400}"/>
                    </a:ext>
                  </a:extLst>
                </p14:cNvPr>
                <p14:cNvContentPartPr/>
                <p14:nvPr/>
              </p14:nvContentPartPr>
              <p14:xfrm>
                <a:off x="7642574" y="1786281"/>
                <a:ext cx="29520" cy="341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6A964B7-F1DA-8B84-A17A-141F5817240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33574" y="1777641"/>
                  <a:ext cx="471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247821B-BF51-AD14-C37D-130687BE2097}"/>
                    </a:ext>
                  </a:extLst>
                </p14:cNvPr>
                <p14:cNvContentPartPr/>
                <p14:nvPr/>
              </p14:nvContentPartPr>
              <p14:xfrm>
                <a:off x="7491014" y="2233401"/>
                <a:ext cx="360720" cy="24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247821B-BF51-AD14-C37D-130687BE209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482014" y="2224401"/>
                  <a:ext cx="378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D6498B7-58EF-B485-3E5F-60F846581BA9}"/>
                    </a:ext>
                  </a:extLst>
                </p14:cNvPr>
                <p14:cNvContentPartPr/>
                <p14:nvPr/>
              </p14:nvContentPartPr>
              <p14:xfrm>
                <a:off x="7618094" y="2372721"/>
                <a:ext cx="229320" cy="412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D6498B7-58EF-B485-3E5F-60F846581BA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609094" y="2364081"/>
                  <a:ext cx="2469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AC99686-6BD0-3CC7-2BA0-93CA6585798B}"/>
                    </a:ext>
                  </a:extLst>
                </p14:cNvPr>
                <p14:cNvContentPartPr/>
                <p14:nvPr/>
              </p14:nvContentPartPr>
              <p14:xfrm>
                <a:off x="7941734" y="2657121"/>
                <a:ext cx="100440" cy="261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AC99686-6BD0-3CC7-2BA0-93CA6585798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932734" y="2648121"/>
                  <a:ext cx="118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175DAA4-4725-B1C7-922C-7BAB4B06EA06}"/>
                    </a:ext>
                  </a:extLst>
                </p14:cNvPr>
                <p14:cNvContentPartPr/>
                <p14:nvPr/>
              </p14:nvContentPartPr>
              <p14:xfrm>
                <a:off x="8112734" y="2395041"/>
                <a:ext cx="26640" cy="119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175DAA4-4725-B1C7-922C-7BAB4B06EA0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104094" y="2386401"/>
                  <a:ext cx="44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F87D55A-D9C2-3E77-9F54-F51AD98117EB}"/>
                    </a:ext>
                  </a:extLst>
                </p14:cNvPr>
                <p14:cNvContentPartPr/>
                <p14:nvPr/>
              </p14:nvContentPartPr>
              <p14:xfrm>
                <a:off x="7794134" y="2255001"/>
                <a:ext cx="302400" cy="20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F87D55A-D9C2-3E77-9F54-F51AD98117E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785494" y="2246001"/>
                  <a:ext cx="3200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63298B2-CDDE-4A9E-1E08-A119289A681E}"/>
              </a:ext>
            </a:extLst>
          </p:cNvPr>
          <p:cNvGrpSpPr/>
          <p:nvPr/>
        </p:nvGrpSpPr>
        <p:grpSpPr>
          <a:xfrm>
            <a:off x="8810054" y="1793841"/>
            <a:ext cx="442440" cy="488880"/>
            <a:chOff x="8810054" y="1793841"/>
            <a:chExt cx="442440" cy="48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620ADAC-B8CB-4305-926C-2FD50DFEB364}"/>
                    </a:ext>
                  </a:extLst>
                </p14:cNvPr>
                <p14:cNvContentPartPr/>
                <p14:nvPr/>
              </p14:nvContentPartPr>
              <p14:xfrm>
                <a:off x="8993654" y="1793841"/>
                <a:ext cx="60120" cy="333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620ADAC-B8CB-4305-926C-2FD50DFEB36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984654" y="1785201"/>
                  <a:ext cx="777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C6F099E-7FF1-CDC4-ADFB-68378B5A921F}"/>
                    </a:ext>
                  </a:extLst>
                </p14:cNvPr>
                <p14:cNvContentPartPr/>
                <p14:nvPr/>
              </p14:nvContentPartPr>
              <p14:xfrm>
                <a:off x="8810054" y="2212161"/>
                <a:ext cx="442440" cy="70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C6F099E-7FF1-CDC4-ADFB-68378B5A921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801054" y="2203521"/>
                  <a:ext cx="4600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8E3093FC-D545-68AF-86CB-3AFF1F7A2580}"/>
              </a:ext>
            </a:extLst>
          </p:cNvPr>
          <p:cNvGrpSpPr/>
          <p:nvPr/>
        </p:nvGrpSpPr>
        <p:grpSpPr>
          <a:xfrm>
            <a:off x="8905814" y="2434641"/>
            <a:ext cx="310680" cy="555840"/>
            <a:chOff x="8905814" y="2434641"/>
            <a:chExt cx="310680" cy="55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ECDBEB5-6811-4414-CE82-1ABF7F5AED40}"/>
                    </a:ext>
                  </a:extLst>
                </p14:cNvPr>
                <p14:cNvContentPartPr/>
                <p14:nvPr/>
              </p14:nvContentPartPr>
              <p14:xfrm>
                <a:off x="8905814" y="2434641"/>
                <a:ext cx="193680" cy="411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ECDBEB5-6811-4414-CE82-1ABF7F5AED4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897174" y="2426001"/>
                  <a:ext cx="2113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2A5655-BC2C-CF2F-6A3E-86116491CAC7}"/>
                    </a:ext>
                  </a:extLst>
                </p14:cNvPr>
                <p14:cNvContentPartPr/>
                <p14:nvPr/>
              </p14:nvContentPartPr>
              <p14:xfrm>
                <a:off x="9132254" y="2730561"/>
                <a:ext cx="84240" cy="259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2A5655-BC2C-CF2F-6A3E-86116491CAC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123254" y="2721921"/>
                  <a:ext cx="10188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1663B87-0E4E-4ABF-2563-C8089280C36A}"/>
              </a:ext>
            </a:extLst>
          </p:cNvPr>
          <p:cNvGrpSpPr/>
          <p:nvPr/>
        </p:nvGrpSpPr>
        <p:grpSpPr>
          <a:xfrm>
            <a:off x="9453014" y="2138361"/>
            <a:ext cx="207360" cy="258480"/>
            <a:chOff x="9453014" y="2138361"/>
            <a:chExt cx="20736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B45AC5C-422A-16ED-C389-8CDC1F699263}"/>
                    </a:ext>
                  </a:extLst>
                </p14:cNvPr>
                <p14:cNvContentPartPr/>
                <p14:nvPr/>
              </p14:nvContentPartPr>
              <p14:xfrm>
                <a:off x="9453014" y="2232321"/>
                <a:ext cx="207360" cy="169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B45AC5C-422A-16ED-C389-8CDC1F69926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444014" y="2223321"/>
                  <a:ext cx="225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DC3CC78-F166-848E-D9ED-B565936C2746}"/>
                    </a:ext>
                  </a:extLst>
                </p14:cNvPr>
                <p14:cNvContentPartPr/>
                <p14:nvPr/>
              </p14:nvContentPartPr>
              <p14:xfrm>
                <a:off x="9575414" y="2138361"/>
                <a:ext cx="3240" cy="2584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DC3CC78-F166-848E-D9ED-B565936C274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566414" y="2129361"/>
                  <a:ext cx="2088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0D090E4-18AB-1CB7-8EFE-FBA5FAEB478C}"/>
                  </a:ext>
                </a:extLst>
              </p14:cNvPr>
              <p14:cNvContentPartPr/>
              <p14:nvPr/>
            </p14:nvContentPartPr>
            <p14:xfrm>
              <a:off x="10061774" y="1822641"/>
              <a:ext cx="7560" cy="3420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0D090E4-18AB-1CB7-8EFE-FBA5FAEB478C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0053134" y="1814001"/>
                <a:ext cx="2520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8586ED5-CE51-EF92-E6FA-58BB609C546E}"/>
                  </a:ext>
                </a:extLst>
              </p14:cNvPr>
              <p14:cNvContentPartPr/>
              <p14:nvPr/>
            </p14:nvContentPartPr>
            <p14:xfrm>
              <a:off x="9868814" y="2282361"/>
              <a:ext cx="324360" cy="2628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8586ED5-CE51-EF92-E6FA-58BB609C546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860174" y="2273721"/>
                <a:ext cx="34200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CDD06D1-CBC0-8149-195A-99577505F1C0}"/>
              </a:ext>
            </a:extLst>
          </p:cNvPr>
          <p:cNvGrpSpPr/>
          <p:nvPr/>
        </p:nvGrpSpPr>
        <p:grpSpPr>
          <a:xfrm>
            <a:off x="9954494" y="2481441"/>
            <a:ext cx="486720" cy="506880"/>
            <a:chOff x="9954494" y="2481441"/>
            <a:chExt cx="48672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314F2B3-F333-DC65-2223-40B23C7E2048}"/>
                    </a:ext>
                  </a:extLst>
                </p14:cNvPr>
                <p14:cNvContentPartPr/>
                <p14:nvPr/>
              </p14:nvContentPartPr>
              <p14:xfrm>
                <a:off x="9954494" y="2481441"/>
                <a:ext cx="203040" cy="406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314F2B3-F333-DC65-2223-40B23C7E204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945494" y="2472801"/>
                  <a:ext cx="22068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5445EEE-9B94-7F55-83AC-0B4F92CBD279}"/>
                    </a:ext>
                  </a:extLst>
                </p14:cNvPr>
                <p14:cNvContentPartPr/>
                <p14:nvPr/>
              </p14:nvContentPartPr>
              <p14:xfrm>
                <a:off x="10215494" y="2729841"/>
                <a:ext cx="225720" cy="2584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5445EEE-9B94-7F55-83AC-0B4F92CBD27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206494" y="2721201"/>
                  <a:ext cx="24336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8F171699-FDC6-22F6-A513-0CC1B4B5AF0C}"/>
                  </a:ext>
                </a:extLst>
              </p14:cNvPr>
              <p14:cNvContentPartPr/>
              <p14:nvPr/>
            </p14:nvContentPartPr>
            <p14:xfrm>
              <a:off x="10660814" y="2853321"/>
              <a:ext cx="19800" cy="144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8F171699-FDC6-22F6-A513-0CC1B4B5AF0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651814" y="2844681"/>
                <a:ext cx="374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928B62C3-2604-8500-AA08-3ACEEFB2DDBF}"/>
                  </a:ext>
                </a:extLst>
              </p14:cNvPr>
              <p14:cNvContentPartPr/>
              <p14:nvPr/>
            </p14:nvContentPartPr>
            <p14:xfrm>
              <a:off x="7858214" y="3308001"/>
              <a:ext cx="33840" cy="2890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928B62C3-2604-8500-AA08-3ACEEFB2DDBF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7849214" y="3299361"/>
                <a:ext cx="51480" cy="30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B7BA97B-54AC-D69F-748B-1B1A497D0342}"/>
              </a:ext>
            </a:extLst>
          </p:cNvPr>
          <p:cNvGrpSpPr/>
          <p:nvPr/>
        </p:nvGrpSpPr>
        <p:grpSpPr>
          <a:xfrm>
            <a:off x="7734374" y="3761241"/>
            <a:ext cx="1035360" cy="755640"/>
            <a:chOff x="7734374" y="3761241"/>
            <a:chExt cx="1035360" cy="75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0FC7A7E-6228-6952-2F2D-4BA9CA1BEFC2}"/>
                    </a:ext>
                  </a:extLst>
                </p14:cNvPr>
                <p14:cNvContentPartPr/>
                <p14:nvPr/>
              </p14:nvContentPartPr>
              <p14:xfrm>
                <a:off x="7734374" y="3788961"/>
                <a:ext cx="327600" cy="49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0FC7A7E-6228-6952-2F2D-4BA9CA1BEFC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725374" y="3779961"/>
                  <a:ext cx="345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C51B2A0-438F-6C37-2558-F79CDD71E185}"/>
                    </a:ext>
                  </a:extLst>
                </p14:cNvPr>
                <p14:cNvContentPartPr/>
                <p14:nvPr/>
              </p14:nvContentPartPr>
              <p14:xfrm>
                <a:off x="7869014" y="3891201"/>
                <a:ext cx="582120" cy="625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C51B2A0-438F-6C37-2558-F79CDD71E1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60374" y="3882201"/>
                  <a:ext cx="59976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25AC750-B42B-2E4D-BC1C-A2A752E12A90}"/>
                    </a:ext>
                  </a:extLst>
                </p14:cNvPr>
                <p14:cNvContentPartPr/>
                <p14:nvPr/>
              </p14:nvContentPartPr>
              <p14:xfrm>
                <a:off x="8576054" y="3872841"/>
                <a:ext cx="193680" cy="10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25AC750-B42B-2E4D-BC1C-A2A752E12A9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567414" y="3863841"/>
                  <a:ext cx="211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0289533-2A5F-2EC5-7BCB-4BF3135E1EF8}"/>
                    </a:ext>
                  </a:extLst>
                </p14:cNvPr>
                <p14:cNvContentPartPr/>
                <p14:nvPr/>
              </p14:nvContentPartPr>
              <p14:xfrm>
                <a:off x="8588654" y="3761241"/>
                <a:ext cx="146520" cy="302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0289533-2A5F-2EC5-7BCB-4BF3135E1EF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580014" y="3752601"/>
                  <a:ext cx="1641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E7DC6550-7660-B0DE-3211-BA48FB866433}"/>
              </a:ext>
            </a:extLst>
          </p:cNvPr>
          <p:cNvGrpSpPr/>
          <p:nvPr/>
        </p:nvGrpSpPr>
        <p:grpSpPr>
          <a:xfrm>
            <a:off x="9120374" y="3350481"/>
            <a:ext cx="366480" cy="393480"/>
            <a:chOff x="9120374" y="3350481"/>
            <a:chExt cx="36648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AE9396-BC1E-D69A-7A6C-AD6C270B0DD6}"/>
                    </a:ext>
                  </a:extLst>
                </p14:cNvPr>
                <p14:cNvContentPartPr/>
                <p14:nvPr/>
              </p14:nvContentPartPr>
              <p14:xfrm>
                <a:off x="9240254" y="3350481"/>
                <a:ext cx="61200" cy="294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AE9396-BC1E-D69A-7A6C-AD6C270B0DD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231254" y="3341481"/>
                  <a:ext cx="78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FBB349B-0926-2871-7626-BDB2BBFE1FAC}"/>
                    </a:ext>
                  </a:extLst>
                </p14:cNvPr>
                <p14:cNvContentPartPr/>
                <p14:nvPr/>
              </p14:nvContentPartPr>
              <p14:xfrm>
                <a:off x="9120374" y="3722361"/>
                <a:ext cx="366480" cy="216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FBB349B-0926-2871-7626-BDB2BBFE1FA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111374" y="3713721"/>
                  <a:ext cx="3841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9F284DFE-16EE-3539-CEC7-37B27EEAB4E9}"/>
              </a:ext>
            </a:extLst>
          </p:cNvPr>
          <p:cNvGrpSpPr/>
          <p:nvPr/>
        </p:nvGrpSpPr>
        <p:grpSpPr>
          <a:xfrm>
            <a:off x="9156734" y="3877161"/>
            <a:ext cx="389880" cy="525600"/>
            <a:chOff x="9156734" y="3877161"/>
            <a:chExt cx="389880" cy="5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D247522-FBDE-F071-5126-E01013E5C0C2}"/>
                    </a:ext>
                  </a:extLst>
                </p14:cNvPr>
                <p14:cNvContentPartPr/>
                <p14:nvPr/>
              </p14:nvContentPartPr>
              <p14:xfrm>
                <a:off x="9156734" y="3877161"/>
                <a:ext cx="183960" cy="415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D247522-FBDE-F071-5126-E01013E5C0C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147734" y="3868161"/>
                  <a:ext cx="2016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89E2BF6-62A0-FD64-870B-B5C46BB4F255}"/>
                    </a:ext>
                  </a:extLst>
                </p14:cNvPr>
                <p14:cNvContentPartPr/>
                <p14:nvPr/>
              </p14:nvContentPartPr>
              <p14:xfrm>
                <a:off x="9376334" y="3929001"/>
                <a:ext cx="360" cy="3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89E2BF6-62A0-FD64-870B-B5C46BB4F2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67334" y="39203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B27BDC1-4FD9-C601-B372-62B35571F6C2}"/>
                    </a:ext>
                  </a:extLst>
                </p14:cNvPr>
                <p14:cNvContentPartPr/>
                <p14:nvPr/>
              </p14:nvContentPartPr>
              <p14:xfrm>
                <a:off x="9381734" y="4194681"/>
                <a:ext cx="106200" cy="208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B27BDC1-4FD9-C601-B372-62B35571F6C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373094" y="4186041"/>
                  <a:ext cx="123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7CAD546-EB86-4E36-A5BB-E05A199F9FAD}"/>
                    </a:ext>
                  </a:extLst>
                </p14:cNvPr>
                <p14:cNvContentPartPr/>
                <p14:nvPr/>
              </p14:nvContentPartPr>
              <p14:xfrm>
                <a:off x="9535094" y="3961761"/>
                <a:ext cx="11520" cy="123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7CAD546-EB86-4E36-A5BB-E05A199F9FA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526094" y="3952761"/>
                  <a:ext cx="291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3FCAD8F-108F-7F33-27D0-D06FAB55F13C}"/>
              </a:ext>
            </a:extLst>
          </p:cNvPr>
          <p:cNvGrpSpPr/>
          <p:nvPr/>
        </p:nvGrpSpPr>
        <p:grpSpPr>
          <a:xfrm>
            <a:off x="9759014" y="3328161"/>
            <a:ext cx="617040" cy="516240"/>
            <a:chOff x="9759014" y="3328161"/>
            <a:chExt cx="61704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45EE28F-4D24-B234-98B6-97F00999BD30}"/>
                    </a:ext>
                  </a:extLst>
                </p14:cNvPr>
                <p14:cNvContentPartPr/>
                <p14:nvPr/>
              </p14:nvContentPartPr>
              <p14:xfrm>
                <a:off x="9759014" y="3702561"/>
                <a:ext cx="204840" cy="41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45EE28F-4D24-B234-98B6-97F00999BD3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750014" y="3693561"/>
                  <a:ext cx="22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2EC95C6-2F41-4092-19C3-6B673DD1AB2B}"/>
                    </a:ext>
                  </a:extLst>
                </p14:cNvPr>
                <p14:cNvContentPartPr/>
                <p14:nvPr/>
              </p14:nvContentPartPr>
              <p14:xfrm>
                <a:off x="10180574" y="3328161"/>
                <a:ext cx="42120" cy="399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2EC95C6-2F41-4092-19C3-6B673DD1AB2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171934" y="3319161"/>
                  <a:ext cx="5976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C07224A-EFC0-394A-D983-1618E0E05C82}"/>
                    </a:ext>
                  </a:extLst>
                </p14:cNvPr>
                <p14:cNvContentPartPr/>
                <p14:nvPr/>
              </p14:nvContentPartPr>
              <p14:xfrm>
                <a:off x="10070774" y="3804081"/>
                <a:ext cx="305280" cy="403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C07224A-EFC0-394A-D983-1618E0E05C8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061774" y="3795081"/>
                  <a:ext cx="3229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5A109A5-1169-0E03-8F6A-87DF36E7421F}"/>
              </a:ext>
            </a:extLst>
          </p:cNvPr>
          <p:cNvGrpSpPr/>
          <p:nvPr/>
        </p:nvGrpSpPr>
        <p:grpSpPr>
          <a:xfrm>
            <a:off x="10179134" y="3958881"/>
            <a:ext cx="344520" cy="465480"/>
            <a:chOff x="10179134" y="3958881"/>
            <a:chExt cx="344520" cy="46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270577B-1062-CE0E-FF84-7C501715AAED}"/>
                    </a:ext>
                  </a:extLst>
                </p14:cNvPr>
                <p14:cNvContentPartPr/>
                <p14:nvPr/>
              </p14:nvContentPartPr>
              <p14:xfrm>
                <a:off x="10179134" y="3958881"/>
                <a:ext cx="159120" cy="320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270577B-1062-CE0E-FF84-7C501715AAE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170494" y="3949881"/>
                  <a:ext cx="1767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3C37CF5-24D8-9007-BEAE-C4C57944A8DC}"/>
                    </a:ext>
                  </a:extLst>
                </p14:cNvPr>
                <p14:cNvContentPartPr/>
                <p14:nvPr/>
              </p14:nvContentPartPr>
              <p14:xfrm>
                <a:off x="10380734" y="4147161"/>
                <a:ext cx="142920" cy="2772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3C37CF5-24D8-9007-BEAE-C4C57944A8D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371734" y="4138521"/>
                  <a:ext cx="16056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E04A869-3CE4-E26C-C204-AF75443B88EC}"/>
              </a:ext>
            </a:extLst>
          </p:cNvPr>
          <p:cNvGrpSpPr/>
          <p:nvPr/>
        </p:nvGrpSpPr>
        <p:grpSpPr>
          <a:xfrm>
            <a:off x="8701334" y="4946001"/>
            <a:ext cx="200880" cy="135360"/>
            <a:chOff x="8701334" y="4946001"/>
            <a:chExt cx="20088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43E7ADF-EBDF-F0D9-338C-A471AA8508A4}"/>
                    </a:ext>
                  </a:extLst>
                </p14:cNvPr>
                <p14:cNvContentPartPr/>
                <p14:nvPr/>
              </p14:nvContentPartPr>
              <p14:xfrm>
                <a:off x="8701334" y="5068041"/>
                <a:ext cx="147960" cy="13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43E7ADF-EBDF-F0D9-338C-A471AA8508A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692694" y="5059401"/>
                  <a:ext cx="165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6959AC0-C3BB-2387-AAF7-20B6F5657AA7}"/>
                    </a:ext>
                  </a:extLst>
                </p14:cNvPr>
                <p14:cNvContentPartPr/>
                <p14:nvPr/>
              </p14:nvContentPartPr>
              <p14:xfrm>
                <a:off x="8707094" y="4946001"/>
                <a:ext cx="195120" cy="16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6959AC0-C3BB-2387-AAF7-20B6F5657AA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698094" y="4937361"/>
                  <a:ext cx="21276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E5BC82B-CA7D-606D-CF64-BB44C8FE4C49}"/>
                  </a:ext>
                </a:extLst>
              </p14:cNvPr>
              <p14:cNvContentPartPr/>
              <p14:nvPr/>
            </p14:nvContentPartPr>
            <p14:xfrm>
              <a:off x="9249614" y="4544601"/>
              <a:ext cx="21240" cy="2350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E5BC82B-CA7D-606D-CF64-BB44C8FE4C49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240974" y="4535961"/>
                <a:ext cx="388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C85DF5C7-CC9E-0283-89F7-0A36D5413AE4}"/>
                  </a:ext>
                </a:extLst>
              </p14:cNvPr>
              <p14:cNvContentPartPr/>
              <p14:nvPr/>
            </p14:nvContentPartPr>
            <p14:xfrm>
              <a:off x="9064574" y="5017281"/>
              <a:ext cx="349560" cy="5040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C85DF5C7-CC9E-0283-89F7-0A36D5413AE4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9055934" y="5008641"/>
                <a:ext cx="3672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3997B779-39C3-5605-6CC5-CB3D521F1E34}"/>
              </a:ext>
            </a:extLst>
          </p:cNvPr>
          <p:cNvGrpSpPr/>
          <p:nvPr/>
        </p:nvGrpSpPr>
        <p:grpSpPr>
          <a:xfrm>
            <a:off x="8935334" y="5276121"/>
            <a:ext cx="844920" cy="419040"/>
            <a:chOff x="8935334" y="5276121"/>
            <a:chExt cx="84492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4A55CED-77C3-26D5-D873-6CD743E9AF33}"/>
                    </a:ext>
                  </a:extLst>
                </p14:cNvPr>
                <p14:cNvContentPartPr/>
                <p14:nvPr/>
              </p14:nvContentPartPr>
              <p14:xfrm>
                <a:off x="8935334" y="5276121"/>
                <a:ext cx="142200" cy="159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4A55CED-77C3-26D5-D873-6CD743E9AF3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926334" y="5267481"/>
                  <a:ext cx="159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5327007-38BB-2294-A50B-C80D084F01AC}"/>
                    </a:ext>
                  </a:extLst>
                </p14:cNvPr>
                <p14:cNvContentPartPr/>
                <p14:nvPr/>
              </p14:nvContentPartPr>
              <p14:xfrm>
                <a:off x="8965934" y="5296641"/>
                <a:ext cx="127080" cy="3463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5327007-38BB-2294-A50B-C80D084F01A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956934" y="5288001"/>
                  <a:ext cx="1447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8F7373B-A152-4AFC-4565-11FEA3413829}"/>
                    </a:ext>
                  </a:extLst>
                </p14:cNvPr>
                <p14:cNvContentPartPr/>
                <p14:nvPr/>
              </p14:nvContentPartPr>
              <p14:xfrm>
                <a:off x="9139454" y="5285481"/>
                <a:ext cx="117720" cy="2908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8F7373B-A152-4AFC-4565-11FEA341382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130814" y="5276481"/>
                  <a:ext cx="1353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7A1B49A-729C-27A8-134D-8218B81754DD}"/>
                    </a:ext>
                  </a:extLst>
                </p14:cNvPr>
                <p14:cNvContentPartPr/>
                <p14:nvPr/>
              </p14:nvContentPartPr>
              <p14:xfrm>
                <a:off x="9337454" y="5598321"/>
                <a:ext cx="24120" cy="968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7A1B49A-729C-27A8-134D-8218B81754D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328454" y="5589681"/>
                  <a:ext cx="41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1A102ED-1549-D79E-349E-165BB0EBF19D}"/>
                    </a:ext>
                  </a:extLst>
                </p14:cNvPr>
                <p14:cNvContentPartPr/>
                <p14:nvPr/>
              </p14:nvContentPartPr>
              <p14:xfrm>
                <a:off x="9380294" y="5352801"/>
                <a:ext cx="130320" cy="2584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1A102ED-1549-D79E-349E-165BB0EBF19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371654" y="5344161"/>
                  <a:ext cx="147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F6388C5-08FB-8EEF-C21B-90608B05831F}"/>
                    </a:ext>
                  </a:extLst>
                </p14:cNvPr>
                <p14:cNvContentPartPr/>
                <p14:nvPr/>
              </p14:nvContentPartPr>
              <p14:xfrm>
                <a:off x="9561374" y="5370081"/>
                <a:ext cx="102240" cy="2196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F6388C5-08FB-8EEF-C21B-90608B05831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552734" y="5361441"/>
                  <a:ext cx="119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0CD10C5-0A5C-F9CE-513A-BFA5E41BF285}"/>
                    </a:ext>
                  </a:extLst>
                </p14:cNvPr>
                <p14:cNvContentPartPr/>
                <p14:nvPr/>
              </p14:nvContentPartPr>
              <p14:xfrm>
                <a:off x="9696374" y="5333001"/>
                <a:ext cx="83880" cy="230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0CD10C5-0A5C-F9CE-513A-BFA5E41BF28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687374" y="5324361"/>
                  <a:ext cx="1015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C4F4E76-0AEA-421C-085F-8734B8EA8FA9}"/>
              </a:ext>
            </a:extLst>
          </p:cNvPr>
          <p:cNvGrpSpPr/>
          <p:nvPr/>
        </p:nvGrpSpPr>
        <p:grpSpPr>
          <a:xfrm>
            <a:off x="9857654" y="4714521"/>
            <a:ext cx="764280" cy="456120"/>
            <a:chOff x="9857654" y="4714521"/>
            <a:chExt cx="76428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69F2858-1B92-20BA-882C-7E35BC3E0C0C}"/>
                    </a:ext>
                  </a:extLst>
                </p14:cNvPr>
                <p14:cNvContentPartPr/>
                <p14:nvPr/>
              </p14:nvContentPartPr>
              <p14:xfrm>
                <a:off x="9857654" y="5087481"/>
                <a:ext cx="200880" cy="129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69F2858-1B92-20BA-882C-7E35BC3E0C0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849014" y="5078841"/>
                  <a:ext cx="218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57C0BDF-B805-3A12-65B4-ABDF9BED8FB6}"/>
                    </a:ext>
                  </a:extLst>
                </p14:cNvPr>
                <p14:cNvContentPartPr/>
                <p14:nvPr/>
              </p14:nvContentPartPr>
              <p14:xfrm>
                <a:off x="10412774" y="4714521"/>
                <a:ext cx="7560" cy="3218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57C0BDF-B805-3A12-65B4-ABDF9BED8FB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403774" y="4705521"/>
                  <a:ext cx="252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009FE2C-512B-B5DF-A996-0530FB41DBB9}"/>
                    </a:ext>
                  </a:extLst>
                </p14:cNvPr>
                <p14:cNvContentPartPr/>
                <p14:nvPr/>
              </p14:nvContentPartPr>
              <p14:xfrm>
                <a:off x="10211174" y="5120241"/>
                <a:ext cx="410760" cy="50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009FE2C-512B-B5DF-A996-0530FB41DBB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202534" y="5111241"/>
                  <a:ext cx="42840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235B0B5F-E486-24B5-9966-8C2C058CB61E}"/>
              </a:ext>
            </a:extLst>
          </p:cNvPr>
          <p:cNvGrpSpPr/>
          <p:nvPr/>
        </p:nvGrpSpPr>
        <p:grpSpPr>
          <a:xfrm>
            <a:off x="10268414" y="5331561"/>
            <a:ext cx="387360" cy="237960"/>
            <a:chOff x="10268414" y="5331561"/>
            <a:chExt cx="38736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DD2C6F2-94B0-A110-6D07-7AA1BE93B991}"/>
                    </a:ext>
                  </a:extLst>
                </p14:cNvPr>
                <p14:cNvContentPartPr/>
                <p14:nvPr/>
              </p14:nvContentPartPr>
              <p14:xfrm>
                <a:off x="10268414" y="5331561"/>
                <a:ext cx="25560" cy="2271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DD2C6F2-94B0-A110-6D07-7AA1BE93B99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259414" y="5322561"/>
                  <a:ext cx="43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8E61AE3-EF4B-4C78-92F0-222BFA8C3D8B}"/>
                    </a:ext>
                  </a:extLst>
                </p14:cNvPr>
                <p14:cNvContentPartPr/>
                <p14:nvPr/>
              </p14:nvContentPartPr>
              <p14:xfrm>
                <a:off x="10354094" y="5343801"/>
                <a:ext cx="123120" cy="191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8E61AE3-EF4B-4C78-92F0-222BFA8C3D8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45454" y="5334801"/>
                  <a:ext cx="140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0B8B629-2984-FAE5-49CC-5DACAD821B4E}"/>
                    </a:ext>
                  </a:extLst>
                </p14:cNvPr>
                <p14:cNvContentPartPr/>
                <p14:nvPr/>
              </p14:nvContentPartPr>
              <p14:xfrm>
                <a:off x="10516814" y="5371521"/>
                <a:ext cx="138960" cy="1980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0B8B629-2984-FAE5-49CC-5DACAD821B4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07814" y="5362521"/>
                  <a:ext cx="1566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D6A6F3B-78A3-36E7-CAB6-C0FF701CC511}"/>
              </a:ext>
            </a:extLst>
          </p:cNvPr>
          <p:cNvGrpSpPr/>
          <p:nvPr/>
        </p:nvGrpSpPr>
        <p:grpSpPr>
          <a:xfrm>
            <a:off x="8744534" y="6134361"/>
            <a:ext cx="173160" cy="108360"/>
            <a:chOff x="8744534" y="6134361"/>
            <a:chExt cx="17316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FC0B948-F6CB-F9A4-DB46-A2A471EA93B4}"/>
                    </a:ext>
                  </a:extLst>
                </p14:cNvPr>
                <p14:cNvContentPartPr/>
                <p14:nvPr/>
              </p14:nvContentPartPr>
              <p14:xfrm>
                <a:off x="8744534" y="6224721"/>
                <a:ext cx="173160" cy="180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FC0B948-F6CB-F9A4-DB46-A2A471EA93B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735534" y="6215721"/>
                  <a:ext cx="190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63BC872-D735-D2A7-107D-EF50FFB6EF05}"/>
                    </a:ext>
                  </a:extLst>
                </p14:cNvPr>
                <p14:cNvContentPartPr/>
                <p14:nvPr/>
              </p14:nvContentPartPr>
              <p14:xfrm>
                <a:off x="8754254" y="6134361"/>
                <a:ext cx="160560" cy="10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63BC872-D735-D2A7-107D-EF50FFB6EF05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745614" y="6125721"/>
                  <a:ext cx="17820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AE4732FD-087A-89C5-CE6D-01A8ECCC5C3D}"/>
                  </a:ext>
                </a:extLst>
              </p14:cNvPr>
              <p14:cNvContentPartPr/>
              <p14:nvPr/>
            </p14:nvContentPartPr>
            <p14:xfrm>
              <a:off x="7894214" y="5887401"/>
              <a:ext cx="537840" cy="51192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AE4732FD-087A-89C5-CE6D-01A8ECCC5C3D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7885214" y="5878761"/>
                <a:ext cx="555480" cy="52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115566E-D4C0-3117-FABD-28AAE7A709F6}"/>
              </a:ext>
            </a:extLst>
          </p:cNvPr>
          <p:cNvGrpSpPr/>
          <p:nvPr/>
        </p:nvGrpSpPr>
        <p:grpSpPr>
          <a:xfrm>
            <a:off x="10787534" y="5041041"/>
            <a:ext cx="182160" cy="90720"/>
            <a:chOff x="10787534" y="5041041"/>
            <a:chExt cx="18216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E660BEE-4A41-0AB0-76DE-2AB11C0263C6}"/>
                    </a:ext>
                  </a:extLst>
                </p14:cNvPr>
                <p14:cNvContentPartPr/>
                <p14:nvPr/>
              </p14:nvContentPartPr>
              <p14:xfrm>
                <a:off x="10787534" y="5122761"/>
                <a:ext cx="155880" cy="90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E660BEE-4A41-0AB0-76DE-2AB11C0263C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778894" y="5113761"/>
                  <a:ext cx="173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C40838D-5591-18AF-135C-2E05A9E7B18D}"/>
                    </a:ext>
                  </a:extLst>
                </p14:cNvPr>
                <p14:cNvContentPartPr/>
                <p14:nvPr/>
              </p14:nvContentPartPr>
              <p14:xfrm>
                <a:off x="10798334" y="5041041"/>
                <a:ext cx="171360" cy="115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C40838D-5591-18AF-135C-2E05A9E7B18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89694" y="5032401"/>
                  <a:ext cx="1890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DCE569F9-595A-4D62-3C7C-B1839DBEFD7F}"/>
              </a:ext>
            </a:extLst>
          </p:cNvPr>
          <p:cNvGrpSpPr/>
          <p:nvPr/>
        </p:nvGrpSpPr>
        <p:grpSpPr>
          <a:xfrm>
            <a:off x="9153134" y="5937081"/>
            <a:ext cx="2019960" cy="528480"/>
            <a:chOff x="9153134" y="5937081"/>
            <a:chExt cx="201996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D8F9D01-6F3B-1F8B-BF6F-DCEDC3546AF2}"/>
                    </a:ext>
                  </a:extLst>
                </p14:cNvPr>
                <p14:cNvContentPartPr/>
                <p14:nvPr/>
              </p14:nvContentPartPr>
              <p14:xfrm>
                <a:off x="9153134" y="5949321"/>
                <a:ext cx="167400" cy="375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D8F9D01-6F3B-1F8B-BF6F-DCEDC3546AF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144494" y="5940321"/>
                  <a:ext cx="1850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62576CC-FFD7-76CF-CD07-3DFC5E1EC18D}"/>
                    </a:ext>
                  </a:extLst>
                </p14:cNvPr>
                <p14:cNvContentPartPr/>
                <p14:nvPr/>
              </p14:nvContentPartPr>
              <p14:xfrm>
                <a:off x="9239894" y="6144441"/>
                <a:ext cx="157680" cy="115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62576CC-FFD7-76CF-CD07-3DFC5E1EC18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231254" y="6135801"/>
                  <a:ext cx="175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DEFBBCD-D53A-B3AF-A94C-75B419B1A572}"/>
                    </a:ext>
                  </a:extLst>
                </p14:cNvPr>
                <p14:cNvContentPartPr/>
                <p14:nvPr/>
              </p14:nvContentPartPr>
              <p14:xfrm>
                <a:off x="9461294" y="5937081"/>
                <a:ext cx="165960" cy="366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DEFBBCD-D53A-B3AF-A94C-75B419B1A57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452294" y="5928081"/>
                  <a:ext cx="1836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ABE2C14-AD06-B973-20A1-DA4DC3300390}"/>
                    </a:ext>
                  </a:extLst>
                </p14:cNvPr>
                <p14:cNvContentPartPr/>
                <p14:nvPr/>
              </p14:nvContentPartPr>
              <p14:xfrm>
                <a:off x="9696374" y="5950401"/>
                <a:ext cx="205200" cy="281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ABE2C14-AD06-B973-20A1-DA4DC330039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687374" y="5941401"/>
                  <a:ext cx="2228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44EEB81-198E-6509-F304-3B57B88D233F}"/>
                    </a:ext>
                  </a:extLst>
                </p14:cNvPr>
                <p14:cNvContentPartPr/>
                <p14:nvPr/>
              </p14:nvContentPartPr>
              <p14:xfrm>
                <a:off x="9949454" y="5974161"/>
                <a:ext cx="147240" cy="346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44EEB81-198E-6509-F304-3B57B88D233F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940814" y="5965521"/>
                  <a:ext cx="1648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12972D1-7167-A319-21CC-05ADBD741C04}"/>
                    </a:ext>
                  </a:extLst>
                </p14:cNvPr>
                <p14:cNvContentPartPr/>
                <p14:nvPr/>
              </p14:nvContentPartPr>
              <p14:xfrm>
                <a:off x="9988694" y="6134361"/>
                <a:ext cx="168840" cy="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12972D1-7167-A319-21CC-05ADBD741C0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979694" y="6125721"/>
                  <a:ext cx="186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7F540C7-ED4C-57DD-242B-4AB74E4A2F99}"/>
                    </a:ext>
                  </a:extLst>
                </p14:cNvPr>
                <p14:cNvContentPartPr/>
                <p14:nvPr/>
              </p14:nvContentPartPr>
              <p14:xfrm>
                <a:off x="10251494" y="6358641"/>
                <a:ext cx="14400" cy="1069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7F540C7-ED4C-57DD-242B-4AB74E4A2F9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242854" y="6350001"/>
                  <a:ext cx="3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840384E-A558-32ED-05BB-8BFDA6A76CD7}"/>
                    </a:ext>
                  </a:extLst>
                </p14:cNvPr>
                <p14:cNvContentPartPr/>
                <p14:nvPr/>
              </p14:nvContentPartPr>
              <p14:xfrm>
                <a:off x="10353014" y="5993241"/>
                <a:ext cx="196560" cy="1501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840384E-A558-32ED-05BB-8BFDA6A76CD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344374" y="5984241"/>
                  <a:ext cx="214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4191A79-309E-C250-92C4-827524C54C94}"/>
                    </a:ext>
                  </a:extLst>
                </p14:cNvPr>
                <p14:cNvContentPartPr/>
                <p14:nvPr/>
              </p14:nvContentPartPr>
              <p14:xfrm>
                <a:off x="10503494" y="5985321"/>
                <a:ext cx="7200" cy="3211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4191A79-309E-C250-92C4-827524C54C9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494494" y="5976681"/>
                  <a:ext cx="24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BDA394A-FCF2-ABEC-E9E4-C9295D353571}"/>
                    </a:ext>
                  </a:extLst>
                </p14:cNvPr>
                <p14:cNvContentPartPr/>
                <p14:nvPr/>
              </p14:nvContentPartPr>
              <p14:xfrm>
                <a:off x="10695374" y="6013041"/>
                <a:ext cx="477720" cy="2527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BDA394A-FCF2-ABEC-E9E4-C9295D35357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686734" y="6004401"/>
                  <a:ext cx="495360" cy="27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5B10D31E-06D5-DCBE-A9B7-26729120E5D8}"/>
                  </a:ext>
                </a:extLst>
              </p14:cNvPr>
              <p14:cNvContentPartPr/>
              <p14:nvPr/>
            </p14:nvContentPartPr>
            <p14:xfrm>
              <a:off x="8427734" y="6421281"/>
              <a:ext cx="214200" cy="13716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5B10D31E-06D5-DCBE-A9B7-26729120E5D8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8418734" y="6412281"/>
                <a:ext cx="231840" cy="15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141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DD1BCC5-E95C-BAA2-FCA4-DCE8E2BF4F3F}"/>
              </a:ext>
            </a:extLst>
          </p:cNvPr>
          <p:cNvGrpSpPr/>
          <p:nvPr/>
        </p:nvGrpSpPr>
        <p:grpSpPr>
          <a:xfrm>
            <a:off x="568214" y="421521"/>
            <a:ext cx="552600" cy="723960"/>
            <a:chOff x="568214" y="421521"/>
            <a:chExt cx="552600" cy="72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4DFC0B-5DD7-7361-C128-0C708F8C9E5B}"/>
                    </a:ext>
                  </a:extLst>
                </p14:cNvPr>
                <p14:cNvContentPartPr/>
                <p14:nvPr/>
              </p14:nvContentPartPr>
              <p14:xfrm>
                <a:off x="568214" y="593961"/>
                <a:ext cx="325800" cy="488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4DFC0B-5DD7-7361-C128-0C708F8C9E5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59214" y="584961"/>
                  <a:ext cx="34344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B89201-49AE-E83A-9050-20198648415C}"/>
                    </a:ext>
                  </a:extLst>
                </p14:cNvPr>
                <p14:cNvContentPartPr/>
                <p14:nvPr/>
              </p14:nvContentPartPr>
              <p14:xfrm>
                <a:off x="967454" y="992481"/>
                <a:ext cx="45720" cy="153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B89201-49AE-E83A-9050-2019864841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8454" y="983841"/>
                  <a:ext cx="63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0B7773-C0B5-3DFB-B8D2-3CBB101638C6}"/>
                    </a:ext>
                  </a:extLst>
                </p14:cNvPr>
                <p14:cNvContentPartPr/>
                <p14:nvPr/>
              </p14:nvContentPartPr>
              <p14:xfrm>
                <a:off x="1109294" y="421521"/>
                <a:ext cx="11520" cy="115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0B7773-C0B5-3DFB-B8D2-3CBB101638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0654" y="412521"/>
                  <a:ext cx="2916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119C928-48ED-CD95-CA09-026474F999D3}"/>
                  </a:ext>
                </a:extLst>
              </p14:cNvPr>
              <p14:cNvContentPartPr/>
              <p14:nvPr/>
            </p14:nvContentPartPr>
            <p14:xfrm>
              <a:off x="1507454" y="786561"/>
              <a:ext cx="149040" cy="10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119C928-48ED-CD95-CA09-026474F999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8454" y="777921"/>
                <a:ext cx="1666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36F8BD-C44A-FFAD-1818-C179E8405769}"/>
                  </a:ext>
                </a:extLst>
              </p14:cNvPr>
              <p14:cNvContentPartPr/>
              <p14:nvPr/>
            </p14:nvContentPartPr>
            <p14:xfrm>
              <a:off x="1472534" y="919761"/>
              <a:ext cx="20088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36F8BD-C44A-FFAD-1818-C179E84057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63534" y="911121"/>
                <a:ext cx="2185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EE81FE2-D94A-2728-B610-90030CCBB736}"/>
              </a:ext>
            </a:extLst>
          </p:cNvPr>
          <p:cNvGrpSpPr/>
          <p:nvPr/>
        </p:nvGrpSpPr>
        <p:grpSpPr>
          <a:xfrm>
            <a:off x="2008934" y="68361"/>
            <a:ext cx="2268360" cy="1760040"/>
            <a:chOff x="2008934" y="68361"/>
            <a:chExt cx="2268360" cy="176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6050A3-B374-D6E1-4133-FA4C27BF5E99}"/>
                    </a:ext>
                  </a:extLst>
                </p14:cNvPr>
                <p14:cNvContentPartPr/>
                <p14:nvPr/>
              </p14:nvContentPartPr>
              <p14:xfrm>
                <a:off x="2078774" y="79521"/>
                <a:ext cx="137520" cy="223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6050A3-B374-D6E1-4133-FA4C27BF5E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0134" y="70881"/>
                  <a:ext cx="155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5A41FE-A371-03B8-7162-2CD362E9E629}"/>
                    </a:ext>
                  </a:extLst>
                </p14:cNvPr>
                <p14:cNvContentPartPr/>
                <p14:nvPr/>
              </p14:nvContentPartPr>
              <p14:xfrm>
                <a:off x="2279654" y="256281"/>
                <a:ext cx="12960" cy="99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5A41FE-A371-03B8-7162-2CD362E9E6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70654" y="247281"/>
                  <a:ext cx="30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1BBE27A-28FD-F73D-BE6F-45FC267C97E9}"/>
                    </a:ext>
                  </a:extLst>
                </p14:cNvPr>
                <p14:cNvContentPartPr/>
                <p14:nvPr/>
              </p14:nvContentPartPr>
              <p14:xfrm>
                <a:off x="2384054" y="68361"/>
                <a:ext cx="159480" cy="29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1BBE27A-28FD-F73D-BE6F-45FC267C97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75054" y="59361"/>
                  <a:ext cx="1771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9FDF9F-112F-2FFF-D4F2-1EC1EFCE5525}"/>
                    </a:ext>
                  </a:extLst>
                </p14:cNvPr>
                <p14:cNvContentPartPr/>
                <p14:nvPr/>
              </p14:nvContentPartPr>
              <p14:xfrm>
                <a:off x="2008934" y="456441"/>
                <a:ext cx="622080" cy="1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9FDF9F-112F-2FFF-D4F2-1EC1EFCE55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99934" y="447801"/>
                  <a:ext cx="639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01CC2F-F45B-511C-31E2-DBE597119D9D}"/>
                    </a:ext>
                  </a:extLst>
                </p14:cNvPr>
                <p14:cNvContentPartPr/>
                <p14:nvPr/>
              </p14:nvContentPartPr>
              <p14:xfrm>
                <a:off x="2205854" y="482721"/>
                <a:ext cx="143640" cy="279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01CC2F-F45B-511C-31E2-DBE597119D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96854" y="474081"/>
                  <a:ext cx="1612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654CCA-3861-3272-075C-9294C4AC6546}"/>
                    </a:ext>
                  </a:extLst>
                </p14:cNvPr>
                <p14:cNvContentPartPr/>
                <p14:nvPr/>
              </p14:nvContentPartPr>
              <p14:xfrm>
                <a:off x="2407454" y="662001"/>
                <a:ext cx="90000" cy="191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654CCA-3861-3272-075C-9294C4AC654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8814" y="653001"/>
                  <a:ext cx="107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94EDF1-DA1A-D55F-39AE-2561EBDB52F9}"/>
                    </a:ext>
                  </a:extLst>
                </p14:cNvPr>
                <p14:cNvContentPartPr/>
                <p14:nvPr/>
              </p14:nvContentPartPr>
              <p14:xfrm>
                <a:off x="2783294" y="237201"/>
                <a:ext cx="103320" cy="38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94EDF1-DA1A-D55F-39AE-2561EBDB52F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74294" y="228561"/>
                  <a:ext cx="1209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FBD01E-2709-A8FC-3250-7C99FC19A80F}"/>
                    </a:ext>
                  </a:extLst>
                </p14:cNvPr>
                <p14:cNvContentPartPr/>
                <p14:nvPr/>
              </p14:nvContentPartPr>
              <p14:xfrm>
                <a:off x="3010094" y="299841"/>
                <a:ext cx="184320" cy="303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FBD01E-2709-A8FC-3250-7C99FC19A8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01094" y="291201"/>
                  <a:ext cx="2019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85C9E62-E91A-7FCF-A9B9-D720558B4BD2}"/>
                    </a:ext>
                  </a:extLst>
                </p14:cNvPr>
                <p14:cNvContentPartPr/>
                <p14:nvPr/>
              </p14:nvContentPartPr>
              <p14:xfrm>
                <a:off x="3216014" y="550401"/>
                <a:ext cx="164520" cy="146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85C9E62-E91A-7FCF-A9B9-D720558B4B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07374" y="541401"/>
                  <a:ext cx="182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175195-1365-B580-74E9-F3A50B7B03FA}"/>
                    </a:ext>
                  </a:extLst>
                </p14:cNvPr>
                <p14:cNvContentPartPr/>
                <p14:nvPr/>
              </p14:nvContentPartPr>
              <p14:xfrm>
                <a:off x="3431654" y="481641"/>
                <a:ext cx="198000" cy="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175195-1365-B580-74E9-F3A50B7B03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23014" y="472641"/>
                  <a:ext cx="215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9E03D9-D364-95AE-20DD-73DAB54E5684}"/>
                    </a:ext>
                  </a:extLst>
                </p14:cNvPr>
                <p14:cNvContentPartPr/>
                <p14:nvPr/>
              </p14:nvContentPartPr>
              <p14:xfrm>
                <a:off x="3505454" y="367521"/>
                <a:ext cx="45000" cy="217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9E03D9-D364-95AE-20DD-73DAB54E56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96814" y="358881"/>
                  <a:ext cx="62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7AF85E-CE46-B1D1-A4EC-4A8C379BD5BA}"/>
                    </a:ext>
                  </a:extLst>
                </p14:cNvPr>
                <p14:cNvContentPartPr/>
                <p14:nvPr/>
              </p14:nvContentPartPr>
              <p14:xfrm>
                <a:off x="3744854" y="267801"/>
                <a:ext cx="166320" cy="26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7AF85E-CE46-B1D1-A4EC-4A8C379BD5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36214" y="258801"/>
                  <a:ext cx="183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B3EBC7B-4207-57AB-1C01-2DA56DD74F38}"/>
                    </a:ext>
                  </a:extLst>
                </p14:cNvPr>
                <p14:cNvContentPartPr/>
                <p14:nvPr/>
              </p14:nvContentPartPr>
              <p14:xfrm>
                <a:off x="3966254" y="453561"/>
                <a:ext cx="98280" cy="206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B3EBC7B-4207-57AB-1C01-2DA56DD74F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57254" y="444921"/>
                  <a:ext cx="115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FD49E71-DB56-D2A7-B2F2-DE790C2D61A3}"/>
                    </a:ext>
                  </a:extLst>
                </p14:cNvPr>
                <p14:cNvContentPartPr/>
                <p14:nvPr/>
              </p14:nvContentPartPr>
              <p14:xfrm>
                <a:off x="4152734" y="196161"/>
                <a:ext cx="124560" cy="406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FD49E71-DB56-D2A7-B2F2-DE790C2D61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43734" y="187161"/>
                  <a:ext cx="14220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17FDB4F-1C43-AF9D-9475-F609618E873C}"/>
                    </a:ext>
                  </a:extLst>
                </p14:cNvPr>
                <p14:cNvContentPartPr/>
                <p14:nvPr/>
              </p14:nvContentPartPr>
              <p14:xfrm>
                <a:off x="2178134" y="819681"/>
                <a:ext cx="1928880" cy="124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17FDB4F-1C43-AF9D-9475-F609618E87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69134" y="810681"/>
                  <a:ext cx="1946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043428-0100-9B17-ADFE-3E72A39074E9}"/>
                    </a:ext>
                  </a:extLst>
                </p14:cNvPr>
                <p14:cNvContentPartPr/>
                <p14:nvPr/>
              </p14:nvContentPartPr>
              <p14:xfrm>
                <a:off x="2518694" y="1103001"/>
                <a:ext cx="42480" cy="28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043428-0100-9B17-ADFE-3E72A39074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10054" y="1094361"/>
                  <a:ext cx="601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5471A23-A11B-ADE0-AAC4-127476E13D44}"/>
                    </a:ext>
                  </a:extLst>
                </p14:cNvPr>
                <p14:cNvContentPartPr/>
                <p14:nvPr/>
              </p14:nvContentPartPr>
              <p14:xfrm>
                <a:off x="2770694" y="1254201"/>
                <a:ext cx="175680" cy="33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471A23-A11B-ADE0-AAC4-127476E13D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62054" y="1245561"/>
                  <a:ext cx="193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0F735A-922F-D379-4524-43C6F1F81B9E}"/>
                    </a:ext>
                  </a:extLst>
                </p14:cNvPr>
                <p14:cNvContentPartPr/>
                <p14:nvPr/>
              </p14:nvContentPartPr>
              <p14:xfrm>
                <a:off x="3296654" y="972321"/>
                <a:ext cx="122760" cy="187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0F735A-922F-D379-4524-43C6F1F81B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88014" y="963681"/>
                  <a:ext cx="140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3E6794-6C3B-26F7-158F-9D31F742FAAC}"/>
                    </a:ext>
                  </a:extLst>
                </p14:cNvPr>
                <p14:cNvContentPartPr/>
                <p14:nvPr/>
              </p14:nvContentPartPr>
              <p14:xfrm>
                <a:off x="3511214" y="1120281"/>
                <a:ext cx="19800" cy="123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3E6794-6C3B-26F7-158F-9D31F742FAA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02214" y="1111281"/>
                  <a:ext cx="37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91A6B73-BB5E-3CA0-FE13-64BD7946EE15}"/>
                    </a:ext>
                  </a:extLst>
                </p14:cNvPr>
                <p14:cNvContentPartPr/>
                <p14:nvPr/>
              </p14:nvContentPartPr>
              <p14:xfrm>
                <a:off x="3507254" y="986001"/>
                <a:ext cx="155520" cy="19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91A6B73-BB5E-3CA0-FE13-64BD7946EE1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98254" y="977361"/>
                  <a:ext cx="173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6644D20-4372-E901-D7D2-57C30035A441}"/>
                    </a:ext>
                  </a:extLst>
                </p14:cNvPr>
                <p14:cNvContentPartPr/>
                <p14:nvPr/>
              </p14:nvContentPartPr>
              <p14:xfrm>
                <a:off x="3310334" y="1290561"/>
                <a:ext cx="457920" cy="56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6644D20-4372-E901-D7D2-57C30035A4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01334" y="1281561"/>
                  <a:ext cx="475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D5FED8-9544-0E19-53E1-FFD48DAA799C}"/>
                    </a:ext>
                  </a:extLst>
                </p14:cNvPr>
                <p14:cNvContentPartPr/>
                <p14:nvPr/>
              </p14:nvContentPartPr>
              <p14:xfrm>
                <a:off x="3381614" y="1474521"/>
                <a:ext cx="150480" cy="307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D5FED8-9544-0E19-53E1-FFD48DAA799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72974" y="1465881"/>
                  <a:ext cx="1681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ACEEE6-9943-319F-501C-444684867D66}"/>
                    </a:ext>
                  </a:extLst>
                </p14:cNvPr>
                <p14:cNvContentPartPr/>
                <p14:nvPr/>
              </p14:nvContentPartPr>
              <p14:xfrm>
                <a:off x="3495734" y="1642281"/>
                <a:ext cx="114480" cy="186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ACEEE6-9943-319F-501C-444684867D6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87094" y="1633641"/>
                  <a:ext cx="132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B255798-1ABF-ED64-5975-8FF32F289786}"/>
                    </a:ext>
                  </a:extLst>
                </p14:cNvPr>
                <p14:cNvContentPartPr/>
                <p14:nvPr/>
              </p14:nvContentPartPr>
              <p14:xfrm>
                <a:off x="3757454" y="1056201"/>
                <a:ext cx="177120" cy="500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B255798-1ABF-ED64-5975-8FF32F2897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48454" y="1047561"/>
                  <a:ext cx="1947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04E3A1-3D84-7490-741F-47CCCFD2EA2C}"/>
                    </a:ext>
                  </a:extLst>
                </p14:cNvPr>
                <p14:cNvContentPartPr/>
                <p14:nvPr/>
              </p14:nvContentPartPr>
              <p14:xfrm>
                <a:off x="2383694" y="1066641"/>
                <a:ext cx="199800" cy="507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04E3A1-3D84-7490-741F-47CCCFD2EA2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74694" y="1057641"/>
                  <a:ext cx="217440" cy="52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222A236-96BA-DCE7-3C88-A3E399A86017}"/>
              </a:ext>
            </a:extLst>
          </p:cNvPr>
          <p:cNvGrpSpPr/>
          <p:nvPr/>
        </p:nvGrpSpPr>
        <p:grpSpPr>
          <a:xfrm>
            <a:off x="4494734" y="738321"/>
            <a:ext cx="230040" cy="125280"/>
            <a:chOff x="4494734" y="738321"/>
            <a:chExt cx="23004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AACF580-6798-B4B9-E736-448CCF91992F}"/>
                    </a:ext>
                  </a:extLst>
                </p14:cNvPr>
                <p14:cNvContentPartPr/>
                <p14:nvPr/>
              </p14:nvContentPartPr>
              <p14:xfrm>
                <a:off x="4582574" y="738321"/>
                <a:ext cx="142200" cy="12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AACF580-6798-B4B9-E736-448CCF91992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73574" y="729321"/>
                  <a:ext cx="159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DEB0236-47B1-20E4-4E3E-34FA88C4B840}"/>
                    </a:ext>
                  </a:extLst>
                </p14:cNvPr>
                <p14:cNvContentPartPr/>
                <p14:nvPr/>
              </p14:nvContentPartPr>
              <p14:xfrm>
                <a:off x="4494734" y="837321"/>
                <a:ext cx="144720" cy="26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DEB0236-47B1-20E4-4E3E-34FA88C4B8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85734" y="828321"/>
                  <a:ext cx="1623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537FA6B-956F-FE90-9EDC-299C2838D69A}"/>
              </a:ext>
            </a:extLst>
          </p:cNvPr>
          <p:cNvGrpSpPr/>
          <p:nvPr/>
        </p:nvGrpSpPr>
        <p:grpSpPr>
          <a:xfrm>
            <a:off x="5054174" y="245121"/>
            <a:ext cx="506880" cy="375840"/>
            <a:chOff x="5054174" y="245121"/>
            <a:chExt cx="50688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24C608-9B6E-D56A-0E28-5721651380EE}"/>
                    </a:ext>
                  </a:extLst>
                </p14:cNvPr>
                <p14:cNvContentPartPr/>
                <p14:nvPr/>
              </p14:nvContentPartPr>
              <p14:xfrm>
                <a:off x="5080814" y="245121"/>
                <a:ext cx="85320" cy="20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24C608-9B6E-D56A-0E28-5721651380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71814" y="236481"/>
                  <a:ext cx="102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1E039F-B129-5D6B-B97C-A4E92AB508EF}"/>
                    </a:ext>
                  </a:extLst>
                </p14:cNvPr>
                <p14:cNvContentPartPr/>
                <p14:nvPr/>
              </p14:nvContentPartPr>
              <p14:xfrm>
                <a:off x="5054174" y="246201"/>
                <a:ext cx="126000" cy="237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1E039F-B129-5D6B-B97C-A4E92AB508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45534" y="237201"/>
                  <a:ext cx="143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8B5FB96-CE06-5085-1EEC-382A038D75C3}"/>
                    </a:ext>
                  </a:extLst>
                </p14:cNvPr>
                <p14:cNvContentPartPr/>
                <p14:nvPr/>
              </p14:nvContentPartPr>
              <p14:xfrm>
                <a:off x="5240654" y="453921"/>
                <a:ext cx="22680" cy="167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8B5FB96-CE06-5085-1EEC-382A038D75C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32014" y="445281"/>
                  <a:ext cx="40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207EB99-3077-3AA5-5335-F0C1015E981A}"/>
                    </a:ext>
                  </a:extLst>
                </p14:cNvPr>
                <p14:cNvContentPartPr/>
                <p14:nvPr/>
              </p14:nvContentPartPr>
              <p14:xfrm>
                <a:off x="5390414" y="302001"/>
                <a:ext cx="170640" cy="23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207EB99-3077-3AA5-5335-F0C1015E98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81774" y="293361"/>
                  <a:ext cx="188280" cy="25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3F30BBA-44D9-F724-1BA7-AD98C1988FC2}"/>
                  </a:ext>
                </a:extLst>
              </p14:cNvPr>
              <p14:cNvContentPartPr/>
              <p14:nvPr/>
            </p14:nvContentPartPr>
            <p14:xfrm>
              <a:off x="5886494" y="453921"/>
              <a:ext cx="25560" cy="40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3F30BBA-44D9-F724-1BA7-AD98C1988FC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877494" y="445281"/>
                <a:ext cx="432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444492C5-F64F-97CC-31D5-C142FEA30F67}"/>
              </a:ext>
            </a:extLst>
          </p:cNvPr>
          <p:cNvGrpSpPr/>
          <p:nvPr/>
        </p:nvGrpSpPr>
        <p:grpSpPr>
          <a:xfrm>
            <a:off x="6159014" y="199041"/>
            <a:ext cx="573480" cy="396720"/>
            <a:chOff x="6159014" y="199041"/>
            <a:chExt cx="57348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406E305-4E63-D214-889E-B748A9A03232}"/>
                    </a:ext>
                  </a:extLst>
                </p14:cNvPr>
                <p14:cNvContentPartPr/>
                <p14:nvPr/>
              </p14:nvContentPartPr>
              <p14:xfrm>
                <a:off x="6159014" y="266001"/>
                <a:ext cx="45000" cy="329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406E305-4E63-D214-889E-B748A9A0323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50374" y="257361"/>
                  <a:ext cx="626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EF90AE-391D-19E2-FE16-135F84041F38}"/>
                    </a:ext>
                  </a:extLst>
                </p14:cNvPr>
                <p14:cNvContentPartPr/>
                <p14:nvPr/>
              </p14:nvContentPartPr>
              <p14:xfrm>
                <a:off x="6331814" y="199041"/>
                <a:ext cx="123120" cy="361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EF90AE-391D-19E2-FE16-135F84041F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22814" y="190041"/>
                  <a:ext cx="1407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3192A6-161D-15E4-ADE1-9E2E60DCBFEA}"/>
                    </a:ext>
                  </a:extLst>
                </p14:cNvPr>
                <p14:cNvContentPartPr/>
                <p14:nvPr/>
              </p14:nvContentPartPr>
              <p14:xfrm>
                <a:off x="6591734" y="323961"/>
                <a:ext cx="140760" cy="252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3192A6-161D-15E4-ADE1-9E2E60DCBFE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82734" y="315321"/>
                  <a:ext cx="15840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284AD9A-B4EF-DBBC-A4E5-EF5E62FA4AD9}"/>
                  </a:ext>
                </a:extLst>
              </p14:cNvPr>
              <p14:cNvContentPartPr/>
              <p14:nvPr/>
            </p14:nvContentPartPr>
            <p14:xfrm>
              <a:off x="4927094" y="802041"/>
              <a:ext cx="1922400" cy="849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284AD9A-B4EF-DBBC-A4E5-EF5E62FA4AD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918454" y="793401"/>
                <a:ext cx="19400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4177349-9770-FADF-05F8-EB2E6A4E0BB5}"/>
                  </a:ext>
                </a:extLst>
              </p14:cNvPr>
              <p14:cNvContentPartPr/>
              <p14:nvPr/>
            </p14:nvContentPartPr>
            <p14:xfrm>
              <a:off x="5225534" y="1115241"/>
              <a:ext cx="103680" cy="3682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4177349-9770-FADF-05F8-EB2E6A4E0BB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216534" y="1106241"/>
                <a:ext cx="12132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A899608-DB9A-53A2-A44F-9EAE80123059}"/>
                  </a:ext>
                </a:extLst>
              </p14:cNvPr>
              <p14:cNvContentPartPr/>
              <p14:nvPr/>
            </p14:nvContentPartPr>
            <p14:xfrm>
              <a:off x="5800094" y="1309281"/>
              <a:ext cx="222840" cy="19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A899608-DB9A-53A2-A44F-9EAE8012305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91454" y="1300641"/>
                <a:ext cx="24048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91EE6752-39B7-431D-53CE-CDBA1E8251BF}"/>
              </a:ext>
            </a:extLst>
          </p:cNvPr>
          <p:cNvGrpSpPr/>
          <p:nvPr/>
        </p:nvGrpSpPr>
        <p:grpSpPr>
          <a:xfrm>
            <a:off x="6202214" y="1218921"/>
            <a:ext cx="590400" cy="400320"/>
            <a:chOff x="6202214" y="1218921"/>
            <a:chExt cx="59040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F5BC773-9A2B-2685-1A65-618D88B0BC50}"/>
                    </a:ext>
                  </a:extLst>
                </p14:cNvPr>
                <p14:cNvContentPartPr/>
                <p14:nvPr/>
              </p14:nvContentPartPr>
              <p14:xfrm>
                <a:off x="6202214" y="1228641"/>
                <a:ext cx="145800" cy="237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F5BC773-9A2B-2685-1A65-618D88B0BC5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93574" y="1219641"/>
                  <a:ext cx="1634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3AE2715-245D-3D0E-1E4B-93BAA2EFF5B3}"/>
                    </a:ext>
                  </a:extLst>
                </p14:cNvPr>
                <p14:cNvContentPartPr/>
                <p14:nvPr/>
              </p14:nvContentPartPr>
              <p14:xfrm>
                <a:off x="6422174" y="1452201"/>
                <a:ext cx="12960" cy="167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3AE2715-245D-3D0E-1E4B-93BAA2EFF5B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13174" y="1443201"/>
                  <a:ext cx="30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A5DA93B-A150-43C6-9ACD-C21DD8D601F7}"/>
                    </a:ext>
                  </a:extLst>
                </p14:cNvPr>
                <p14:cNvContentPartPr/>
                <p14:nvPr/>
              </p14:nvContentPartPr>
              <p14:xfrm>
                <a:off x="6553934" y="1218921"/>
                <a:ext cx="238680" cy="298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A5DA93B-A150-43C6-9ACD-C21DD8D601F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45294" y="1210281"/>
                  <a:ext cx="25632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D6C4FD-AFDA-16E3-875A-BF2B55A69335}"/>
              </a:ext>
            </a:extLst>
          </p:cNvPr>
          <p:cNvGrpSpPr/>
          <p:nvPr/>
        </p:nvGrpSpPr>
        <p:grpSpPr>
          <a:xfrm>
            <a:off x="7251614" y="683241"/>
            <a:ext cx="1294560" cy="427320"/>
            <a:chOff x="7251614" y="683241"/>
            <a:chExt cx="129456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69B4BF-E9AF-EF08-26A6-532B2C96576C}"/>
                    </a:ext>
                  </a:extLst>
                </p14:cNvPr>
                <p14:cNvContentPartPr/>
                <p14:nvPr/>
              </p14:nvContentPartPr>
              <p14:xfrm>
                <a:off x="7251614" y="932361"/>
                <a:ext cx="103320" cy="32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69B4BF-E9AF-EF08-26A6-532B2C9657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42614" y="923721"/>
                  <a:ext cx="120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B9FBDAB-882D-B002-CB60-189E36430036}"/>
                    </a:ext>
                  </a:extLst>
                </p14:cNvPr>
                <p14:cNvContentPartPr/>
                <p14:nvPr/>
              </p14:nvContentPartPr>
              <p14:xfrm>
                <a:off x="7261334" y="798441"/>
                <a:ext cx="175680" cy="85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B9FBDAB-882D-B002-CB60-189E3643003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52334" y="789441"/>
                  <a:ext cx="193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67E9A0-7403-1D01-E460-7A00DF32AD46}"/>
                    </a:ext>
                  </a:extLst>
                </p14:cNvPr>
                <p14:cNvContentPartPr/>
                <p14:nvPr/>
              </p14:nvContentPartPr>
              <p14:xfrm>
                <a:off x="7613414" y="683241"/>
                <a:ext cx="182160" cy="298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67E9A0-7403-1D01-E460-7A00DF32AD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04414" y="674241"/>
                  <a:ext cx="199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0986159-DC72-31D7-FA11-3EF944CE38D9}"/>
                    </a:ext>
                  </a:extLst>
                </p14:cNvPr>
                <p14:cNvContentPartPr/>
                <p14:nvPr/>
              </p14:nvContentPartPr>
              <p14:xfrm>
                <a:off x="7840214" y="733281"/>
                <a:ext cx="227160" cy="315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0986159-DC72-31D7-FA11-3EF944CE38D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31214" y="724641"/>
                  <a:ext cx="2448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90BE3E8-3DF1-46FD-0970-0DA88E2420C7}"/>
                    </a:ext>
                  </a:extLst>
                </p14:cNvPr>
                <p14:cNvContentPartPr/>
                <p14:nvPr/>
              </p14:nvContentPartPr>
              <p14:xfrm>
                <a:off x="8085014" y="1001121"/>
                <a:ext cx="46440" cy="109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90BE3E8-3DF1-46FD-0970-0DA88E2420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76014" y="992481"/>
                  <a:ext cx="64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5EBF380-505C-DDF4-88AF-54750041B4FE}"/>
                    </a:ext>
                  </a:extLst>
                </p14:cNvPr>
                <p14:cNvContentPartPr/>
                <p14:nvPr/>
              </p14:nvContentPartPr>
              <p14:xfrm>
                <a:off x="8344574" y="803481"/>
                <a:ext cx="201600" cy="222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5EBF380-505C-DDF4-88AF-54750041B4F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35574" y="794481"/>
                  <a:ext cx="21924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D3A6EEF-A5EC-2AB9-81CB-A088DD5960CF}"/>
                  </a:ext>
                </a:extLst>
              </p14:cNvPr>
              <p14:cNvContentPartPr/>
              <p14:nvPr/>
            </p14:nvContentPartPr>
            <p14:xfrm>
              <a:off x="8792774" y="763161"/>
              <a:ext cx="492120" cy="2836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D3A6EEF-A5EC-2AB9-81CB-A088DD5960C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783774" y="754521"/>
                <a:ext cx="5097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F843FEC-A52E-36C1-CB8F-DBEC98BEBB42}"/>
                  </a:ext>
                </a:extLst>
              </p14:cNvPr>
              <p14:cNvContentPartPr/>
              <p14:nvPr/>
            </p14:nvContentPartPr>
            <p14:xfrm>
              <a:off x="9617174" y="1024881"/>
              <a:ext cx="5760" cy="3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F843FEC-A52E-36C1-CB8F-DBEC98BEBB4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608174" y="1016241"/>
                <a:ext cx="23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997A55A-296A-E65A-88C8-A7FD48993946}"/>
                  </a:ext>
                </a:extLst>
              </p14:cNvPr>
              <p14:cNvContentPartPr/>
              <p14:nvPr/>
            </p14:nvContentPartPr>
            <p14:xfrm>
              <a:off x="819854" y="2007681"/>
              <a:ext cx="14760" cy="394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997A55A-296A-E65A-88C8-A7FD4899394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11214" y="1998681"/>
                <a:ext cx="32400" cy="41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6CA6966-5D4E-04C8-8258-D35E128BFBE1}"/>
              </a:ext>
            </a:extLst>
          </p:cNvPr>
          <p:cNvGrpSpPr/>
          <p:nvPr/>
        </p:nvGrpSpPr>
        <p:grpSpPr>
          <a:xfrm>
            <a:off x="504134" y="2567841"/>
            <a:ext cx="702720" cy="709560"/>
            <a:chOff x="504134" y="2567841"/>
            <a:chExt cx="702720" cy="70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DE61319-9248-EBD8-10BC-EC25913FCDA6}"/>
                    </a:ext>
                  </a:extLst>
                </p14:cNvPr>
                <p14:cNvContentPartPr/>
                <p14:nvPr/>
              </p14:nvContentPartPr>
              <p14:xfrm>
                <a:off x="504134" y="2567841"/>
                <a:ext cx="519480" cy="19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DE61319-9248-EBD8-10BC-EC25913FCDA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5134" y="2559201"/>
                  <a:ext cx="537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71ED0E-9975-1D1F-FDCB-71D20BC46D14}"/>
                    </a:ext>
                  </a:extLst>
                </p14:cNvPr>
                <p14:cNvContentPartPr/>
                <p14:nvPr/>
              </p14:nvContentPartPr>
              <p14:xfrm>
                <a:off x="683414" y="2769801"/>
                <a:ext cx="200880" cy="401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71ED0E-9975-1D1F-FDCB-71D20BC46D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4774" y="2761161"/>
                  <a:ext cx="2185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827D6F7-0361-497C-568C-00FA96B5BF06}"/>
                    </a:ext>
                  </a:extLst>
                </p14:cNvPr>
                <p14:cNvContentPartPr/>
                <p14:nvPr/>
              </p14:nvContentPartPr>
              <p14:xfrm>
                <a:off x="1056374" y="3131601"/>
                <a:ext cx="14400" cy="145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827D6F7-0361-497C-568C-00FA96B5BF0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7734" y="3122601"/>
                  <a:ext cx="32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50178F0-9D4E-4A7A-D01C-6919FB1AB5F0}"/>
                    </a:ext>
                  </a:extLst>
                </p14:cNvPr>
                <p14:cNvContentPartPr/>
                <p14:nvPr/>
              </p14:nvContentPartPr>
              <p14:xfrm>
                <a:off x="1096694" y="2634441"/>
                <a:ext cx="110160" cy="193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50178F0-9D4E-4A7A-D01C-6919FB1AB5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8054" y="2625441"/>
                  <a:ext cx="1278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99663DA-ADE8-368C-0B38-FFB28625BD90}"/>
              </a:ext>
            </a:extLst>
          </p:cNvPr>
          <p:cNvGrpSpPr/>
          <p:nvPr/>
        </p:nvGrpSpPr>
        <p:grpSpPr>
          <a:xfrm>
            <a:off x="1626974" y="2489001"/>
            <a:ext cx="160560" cy="145800"/>
            <a:chOff x="1626974" y="2489001"/>
            <a:chExt cx="160560" cy="14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2DA9F3-D10A-9CCC-6A4A-8F8AAC48D40B}"/>
                    </a:ext>
                  </a:extLst>
                </p14:cNvPr>
                <p14:cNvContentPartPr/>
                <p14:nvPr/>
              </p14:nvContentPartPr>
              <p14:xfrm>
                <a:off x="1626974" y="2606721"/>
                <a:ext cx="151920" cy="28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2DA9F3-D10A-9CCC-6A4A-8F8AAC48D40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18334" y="2598081"/>
                  <a:ext cx="169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5F9067-31A2-9FDB-8223-8947BE457853}"/>
                    </a:ext>
                  </a:extLst>
                </p14:cNvPr>
                <p14:cNvContentPartPr/>
                <p14:nvPr/>
              </p14:nvContentPartPr>
              <p14:xfrm>
                <a:off x="1660454" y="2489001"/>
                <a:ext cx="127080" cy="5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5F9067-31A2-9FDB-8223-8947BE4578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51454" y="2480361"/>
                  <a:ext cx="1447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79C7D9C-E895-A350-40FF-7449FBCF10D5}"/>
              </a:ext>
            </a:extLst>
          </p:cNvPr>
          <p:cNvGrpSpPr/>
          <p:nvPr/>
        </p:nvGrpSpPr>
        <p:grpSpPr>
          <a:xfrm>
            <a:off x="2436974" y="2184801"/>
            <a:ext cx="452520" cy="972000"/>
            <a:chOff x="2436974" y="2184801"/>
            <a:chExt cx="452520" cy="9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734DCEE-2BBF-3FEC-D1F8-D4C221BF9381}"/>
                    </a:ext>
                  </a:extLst>
                </p14:cNvPr>
                <p14:cNvContentPartPr/>
                <p14:nvPr/>
              </p14:nvContentPartPr>
              <p14:xfrm>
                <a:off x="2616254" y="2184801"/>
                <a:ext cx="8640" cy="317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734DCEE-2BBF-3FEC-D1F8-D4C221BF938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07614" y="2175801"/>
                  <a:ext cx="262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F745E62-BAC0-BB76-E604-E6EA4B404B7A}"/>
                    </a:ext>
                  </a:extLst>
                </p14:cNvPr>
                <p14:cNvContentPartPr/>
                <p14:nvPr/>
              </p14:nvContentPartPr>
              <p14:xfrm>
                <a:off x="2436974" y="2552721"/>
                <a:ext cx="367560" cy="23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F745E62-BAC0-BB76-E604-E6EA4B404B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27974" y="2544081"/>
                  <a:ext cx="385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5383871-C9EF-E864-7E16-5D59FA772BB7}"/>
                    </a:ext>
                  </a:extLst>
                </p14:cNvPr>
                <p14:cNvContentPartPr/>
                <p14:nvPr/>
              </p14:nvContentPartPr>
              <p14:xfrm>
                <a:off x="2511494" y="2690601"/>
                <a:ext cx="196560" cy="377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5383871-C9EF-E864-7E16-5D59FA772BB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02494" y="2681601"/>
                  <a:ext cx="2142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B50D2CA-004A-C322-44C1-C92768F5FA45}"/>
                    </a:ext>
                  </a:extLst>
                </p14:cNvPr>
                <p14:cNvContentPartPr/>
                <p14:nvPr/>
              </p14:nvContentPartPr>
              <p14:xfrm>
                <a:off x="2865374" y="3007401"/>
                <a:ext cx="24120" cy="149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B50D2CA-004A-C322-44C1-C92768F5FA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56734" y="2998761"/>
                  <a:ext cx="4176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32636AB-FA12-B7F9-F788-1D83D980EF68}"/>
              </a:ext>
            </a:extLst>
          </p:cNvPr>
          <p:cNvGrpSpPr/>
          <p:nvPr/>
        </p:nvGrpSpPr>
        <p:grpSpPr>
          <a:xfrm>
            <a:off x="3168854" y="2494041"/>
            <a:ext cx="234000" cy="186840"/>
            <a:chOff x="3168854" y="2494041"/>
            <a:chExt cx="234000" cy="1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2084EE9-182A-8212-74FC-5CC4EDCDBB36}"/>
                    </a:ext>
                  </a:extLst>
                </p14:cNvPr>
                <p14:cNvContentPartPr/>
                <p14:nvPr/>
              </p14:nvContentPartPr>
              <p14:xfrm>
                <a:off x="3168854" y="2579001"/>
                <a:ext cx="234000" cy="12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2084EE9-182A-8212-74FC-5CC4EDCDBB3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59854" y="2570361"/>
                  <a:ext cx="251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80CFB38-EB7F-D601-860E-B82E5ACA6FBA}"/>
                    </a:ext>
                  </a:extLst>
                </p14:cNvPr>
                <p14:cNvContentPartPr/>
                <p14:nvPr/>
              </p14:nvContentPartPr>
              <p14:xfrm>
                <a:off x="3302414" y="2494041"/>
                <a:ext cx="10080" cy="186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80CFB38-EB7F-D601-860E-B82E5ACA6FB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93414" y="2485041"/>
                  <a:ext cx="2772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202F82C-4ACD-CCE6-D392-9958C1C3EEB2}"/>
              </a:ext>
            </a:extLst>
          </p:cNvPr>
          <p:cNvGrpSpPr/>
          <p:nvPr/>
        </p:nvGrpSpPr>
        <p:grpSpPr>
          <a:xfrm>
            <a:off x="3781214" y="2166081"/>
            <a:ext cx="625320" cy="954720"/>
            <a:chOff x="3781214" y="2166081"/>
            <a:chExt cx="625320" cy="9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BF4E317-FA13-E951-C125-38D7C858098F}"/>
                    </a:ext>
                  </a:extLst>
                </p14:cNvPr>
                <p14:cNvContentPartPr/>
                <p14:nvPr/>
              </p14:nvContentPartPr>
              <p14:xfrm>
                <a:off x="3939614" y="2166081"/>
                <a:ext cx="6480" cy="388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BF4E317-FA13-E951-C125-38D7C858098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30974" y="2157081"/>
                  <a:ext cx="241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AD1D45E-D88B-F7D5-EA5A-DD928F7DB35C}"/>
                    </a:ext>
                  </a:extLst>
                </p14:cNvPr>
                <p14:cNvContentPartPr/>
                <p14:nvPr/>
              </p14:nvContentPartPr>
              <p14:xfrm>
                <a:off x="3781214" y="2557761"/>
                <a:ext cx="388440" cy="64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AD1D45E-D88B-F7D5-EA5A-DD928F7DB3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72214" y="2549121"/>
                  <a:ext cx="406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2C8AC9-6C84-9D2D-D5FC-191D3FDDF819}"/>
                    </a:ext>
                  </a:extLst>
                </p14:cNvPr>
                <p14:cNvContentPartPr/>
                <p14:nvPr/>
              </p14:nvContentPartPr>
              <p14:xfrm>
                <a:off x="3854654" y="2610321"/>
                <a:ext cx="230400" cy="410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2C8AC9-6C84-9D2D-D5FC-191D3FDDF81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46014" y="2601681"/>
                  <a:ext cx="2480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AF3380-5CAB-379B-93DF-9063ADF8E057}"/>
                    </a:ext>
                  </a:extLst>
                </p14:cNvPr>
                <p14:cNvContentPartPr/>
                <p14:nvPr/>
              </p14:nvContentPartPr>
              <p14:xfrm>
                <a:off x="4122134" y="2849721"/>
                <a:ext cx="284400" cy="271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AF3380-5CAB-379B-93DF-9063ADF8E05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13134" y="2840721"/>
                  <a:ext cx="302040" cy="28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8F1F377-2566-1EF2-0023-A4DC497B2680}"/>
                  </a:ext>
                </a:extLst>
              </p14:cNvPr>
              <p14:cNvContentPartPr/>
              <p14:nvPr/>
            </p14:nvContentPartPr>
            <p14:xfrm>
              <a:off x="4739894" y="2966001"/>
              <a:ext cx="360" cy="54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8F1F377-2566-1EF2-0023-A4DC497B268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730894" y="2957361"/>
                <a:ext cx="1800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701056D-C19B-B6F7-4B92-0A90EB0C7061}"/>
              </a:ext>
            </a:extLst>
          </p:cNvPr>
          <p:cNvGrpSpPr/>
          <p:nvPr/>
        </p:nvGrpSpPr>
        <p:grpSpPr>
          <a:xfrm>
            <a:off x="599894" y="3614001"/>
            <a:ext cx="444240" cy="495720"/>
            <a:chOff x="599894" y="3614001"/>
            <a:chExt cx="44424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2ABB35E-9911-EF7F-5C8C-E61E21457B24}"/>
                    </a:ext>
                  </a:extLst>
                </p14:cNvPr>
                <p14:cNvContentPartPr/>
                <p14:nvPr/>
              </p14:nvContentPartPr>
              <p14:xfrm>
                <a:off x="840734" y="3614001"/>
                <a:ext cx="12960" cy="317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2ABB35E-9911-EF7F-5C8C-E61E21457B2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31734" y="3605361"/>
                  <a:ext cx="306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1B0E109-2345-BBFD-CD07-BA6E9CDD4C1F}"/>
                    </a:ext>
                  </a:extLst>
                </p14:cNvPr>
                <p14:cNvContentPartPr/>
                <p14:nvPr/>
              </p14:nvContentPartPr>
              <p14:xfrm>
                <a:off x="599894" y="4033041"/>
                <a:ext cx="444240" cy="76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1B0E109-2345-BBFD-CD07-BA6E9CDD4C1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1254" y="4024401"/>
                  <a:ext cx="4618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B61D238-AD1E-5FBF-60EF-A3D7B8CB0441}"/>
              </a:ext>
            </a:extLst>
          </p:cNvPr>
          <p:cNvGrpSpPr/>
          <p:nvPr/>
        </p:nvGrpSpPr>
        <p:grpSpPr>
          <a:xfrm>
            <a:off x="691694" y="4235361"/>
            <a:ext cx="555840" cy="461160"/>
            <a:chOff x="691694" y="4235361"/>
            <a:chExt cx="55584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07928C5-7134-BE45-61A3-361E88D0EB6F}"/>
                    </a:ext>
                  </a:extLst>
                </p14:cNvPr>
                <p14:cNvContentPartPr/>
                <p14:nvPr/>
              </p14:nvContentPartPr>
              <p14:xfrm>
                <a:off x="691694" y="4235361"/>
                <a:ext cx="282960" cy="335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07928C5-7134-BE45-61A3-361E88D0EB6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83054" y="4226721"/>
                  <a:ext cx="3006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6A6B26-82B7-EC03-4483-E5BD6735601E}"/>
                    </a:ext>
                  </a:extLst>
                </p14:cNvPr>
                <p14:cNvContentPartPr/>
                <p14:nvPr/>
              </p14:nvContentPartPr>
              <p14:xfrm>
                <a:off x="1006334" y="4383681"/>
                <a:ext cx="241200" cy="312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6A6B26-82B7-EC03-4483-E5BD6735601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7694" y="4375041"/>
                  <a:ext cx="25884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ACCFD7E-301C-7F5D-E3A5-75EF067F268A}"/>
              </a:ext>
            </a:extLst>
          </p:cNvPr>
          <p:cNvGrpSpPr/>
          <p:nvPr/>
        </p:nvGrpSpPr>
        <p:grpSpPr>
          <a:xfrm>
            <a:off x="1692494" y="4090641"/>
            <a:ext cx="199440" cy="142200"/>
            <a:chOff x="1692494" y="4090641"/>
            <a:chExt cx="199440" cy="14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3816110-1484-2BD0-CF25-93B82D3F945C}"/>
                    </a:ext>
                  </a:extLst>
                </p14:cNvPr>
                <p14:cNvContentPartPr/>
                <p14:nvPr/>
              </p14:nvContentPartPr>
              <p14:xfrm>
                <a:off x="1696454" y="4207281"/>
                <a:ext cx="135360" cy="25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3816110-1484-2BD0-CF25-93B82D3F945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687814" y="4198281"/>
                  <a:ext cx="153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2A74016-A7FA-AC43-331A-D80D3403D2D4}"/>
                    </a:ext>
                  </a:extLst>
                </p14:cNvPr>
                <p14:cNvContentPartPr/>
                <p14:nvPr/>
              </p14:nvContentPartPr>
              <p14:xfrm>
                <a:off x="1692494" y="4090641"/>
                <a:ext cx="199440" cy="6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2A74016-A7FA-AC43-331A-D80D3403D2D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83494" y="4082001"/>
                  <a:ext cx="21708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29CDDB3-F40E-1775-5035-794F4D922CFB}"/>
                  </a:ext>
                </a:extLst>
              </p14:cNvPr>
              <p14:cNvContentPartPr/>
              <p14:nvPr/>
            </p14:nvContentPartPr>
            <p14:xfrm>
              <a:off x="2680334" y="3429321"/>
              <a:ext cx="20160" cy="3535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29CDDB3-F40E-1775-5035-794F4D922CF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671694" y="3420681"/>
                <a:ext cx="3780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7E0009C-FED0-20CE-81B6-02AB0DA12D52}"/>
                  </a:ext>
                </a:extLst>
              </p14:cNvPr>
              <p14:cNvContentPartPr/>
              <p14:nvPr/>
            </p14:nvContentPartPr>
            <p14:xfrm>
              <a:off x="2416094" y="3953121"/>
              <a:ext cx="532440" cy="493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7E0009C-FED0-20CE-81B6-02AB0DA12D52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407094" y="3944121"/>
                <a:ext cx="55008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63D017-2396-4AA5-B4BE-3BE2C3FC0EBE}"/>
              </a:ext>
            </a:extLst>
          </p:cNvPr>
          <p:cNvGrpSpPr/>
          <p:nvPr/>
        </p:nvGrpSpPr>
        <p:grpSpPr>
          <a:xfrm>
            <a:off x="2505374" y="4153641"/>
            <a:ext cx="878040" cy="433440"/>
            <a:chOff x="2505374" y="4153641"/>
            <a:chExt cx="87804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7C30B4-072B-BC1A-B0EA-9917FD1854B2}"/>
                    </a:ext>
                  </a:extLst>
                </p14:cNvPr>
                <p14:cNvContentPartPr/>
                <p14:nvPr/>
              </p14:nvContentPartPr>
              <p14:xfrm>
                <a:off x="2505374" y="4153641"/>
                <a:ext cx="203760" cy="342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7C30B4-072B-BC1A-B0EA-9917FD1854B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496374" y="4144641"/>
                  <a:ext cx="2214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F624722-7091-C850-C923-0D47D801E829}"/>
                    </a:ext>
                  </a:extLst>
                </p14:cNvPr>
                <p14:cNvContentPartPr/>
                <p14:nvPr/>
              </p14:nvContentPartPr>
              <p14:xfrm>
                <a:off x="2752694" y="4186041"/>
                <a:ext cx="152280" cy="309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F624722-7091-C850-C923-0D47D801E82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743694" y="4177041"/>
                  <a:ext cx="169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4AE94EA-C089-D7B6-7B4C-E01DD771AAA8}"/>
                    </a:ext>
                  </a:extLst>
                </p14:cNvPr>
                <p14:cNvContentPartPr/>
                <p14:nvPr/>
              </p14:nvContentPartPr>
              <p14:xfrm>
                <a:off x="3014414" y="4435161"/>
                <a:ext cx="10080" cy="151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4AE94EA-C089-D7B6-7B4C-E01DD771AAA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005414" y="4426161"/>
                  <a:ext cx="27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C69CB2E-CDB7-3512-1794-F8EAA8E12203}"/>
                    </a:ext>
                  </a:extLst>
                </p14:cNvPr>
                <p14:cNvContentPartPr/>
                <p14:nvPr/>
              </p14:nvContentPartPr>
              <p14:xfrm>
                <a:off x="3188294" y="4250841"/>
                <a:ext cx="195120" cy="224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C69CB2E-CDB7-3512-1794-F8EAA8E1220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179294" y="4242201"/>
                  <a:ext cx="21276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490F13F-F154-73F6-CA3D-310BA4866E4F}"/>
              </a:ext>
            </a:extLst>
          </p:cNvPr>
          <p:cNvGrpSpPr/>
          <p:nvPr/>
        </p:nvGrpSpPr>
        <p:grpSpPr>
          <a:xfrm>
            <a:off x="3615614" y="3509601"/>
            <a:ext cx="1030680" cy="573840"/>
            <a:chOff x="3615614" y="3509601"/>
            <a:chExt cx="1030680" cy="57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0ACB650-C08A-58C3-1616-56CA1E3388B6}"/>
                    </a:ext>
                  </a:extLst>
                </p14:cNvPr>
                <p14:cNvContentPartPr/>
                <p14:nvPr/>
              </p14:nvContentPartPr>
              <p14:xfrm>
                <a:off x="3615614" y="3951681"/>
                <a:ext cx="275760" cy="14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0ACB650-C08A-58C3-1616-56CA1E3388B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606614" y="3943041"/>
                  <a:ext cx="293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FB88976-0AC6-17D1-6D36-28B1F41BF175}"/>
                    </a:ext>
                  </a:extLst>
                </p14:cNvPr>
                <p14:cNvContentPartPr/>
                <p14:nvPr/>
              </p14:nvContentPartPr>
              <p14:xfrm>
                <a:off x="4344614" y="3509601"/>
                <a:ext cx="33840" cy="339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FB88976-0AC6-17D1-6D36-28B1F41BF17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335614" y="3500961"/>
                  <a:ext cx="514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EB39DA9-30F9-4853-7823-A3339505FE7A}"/>
                    </a:ext>
                  </a:extLst>
                </p14:cNvPr>
                <p14:cNvContentPartPr/>
                <p14:nvPr/>
              </p14:nvContentPartPr>
              <p14:xfrm>
                <a:off x="4081454" y="4009281"/>
                <a:ext cx="564840" cy="74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EB39DA9-30F9-4853-7823-A3339505FE7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072814" y="4000641"/>
                  <a:ext cx="5824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4DEB1BA-7C96-C4DB-245A-827A7CACD17F}"/>
              </a:ext>
            </a:extLst>
          </p:cNvPr>
          <p:cNvGrpSpPr/>
          <p:nvPr/>
        </p:nvGrpSpPr>
        <p:grpSpPr>
          <a:xfrm>
            <a:off x="4193054" y="4214481"/>
            <a:ext cx="590040" cy="489240"/>
            <a:chOff x="4193054" y="4214481"/>
            <a:chExt cx="59004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0527388-B0F0-27C8-8FB6-683FF9F71300}"/>
                    </a:ext>
                  </a:extLst>
                </p14:cNvPr>
                <p14:cNvContentPartPr/>
                <p14:nvPr/>
              </p14:nvContentPartPr>
              <p14:xfrm>
                <a:off x="4195574" y="4233561"/>
                <a:ext cx="360" cy="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0527388-B0F0-27C8-8FB6-683FF9F713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86934" y="422456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4938365-FB68-9055-0BCC-320B172D3C64}"/>
                    </a:ext>
                  </a:extLst>
                </p14:cNvPr>
                <p14:cNvContentPartPr/>
                <p14:nvPr/>
              </p14:nvContentPartPr>
              <p14:xfrm>
                <a:off x="4193054" y="4214481"/>
                <a:ext cx="180720" cy="154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4938365-FB68-9055-0BCC-320B172D3C6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84054" y="4205841"/>
                  <a:ext cx="198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3EC66B3-1B99-2D92-4DC0-DA97F9866BA1}"/>
                    </a:ext>
                  </a:extLst>
                </p14:cNvPr>
                <p14:cNvContentPartPr/>
                <p14:nvPr/>
              </p14:nvContentPartPr>
              <p14:xfrm>
                <a:off x="4347494" y="4216281"/>
                <a:ext cx="16920" cy="346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3EC66B3-1B99-2D92-4DC0-DA97F9866BA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38494" y="4207281"/>
                  <a:ext cx="345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0C1A356-CC24-5196-0CDF-71ACF62825CA}"/>
                    </a:ext>
                  </a:extLst>
                </p14:cNvPr>
                <p14:cNvContentPartPr/>
                <p14:nvPr/>
              </p14:nvContentPartPr>
              <p14:xfrm>
                <a:off x="4524254" y="4244721"/>
                <a:ext cx="210600" cy="459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0C1A356-CC24-5196-0CDF-71ACF62825C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515254" y="4236081"/>
                  <a:ext cx="2282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410D81B-CBF2-B23A-62F7-B7EBC8253FDD}"/>
                    </a:ext>
                  </a:extLst>
                </p14:cNvPr>
                <p14:cNvContentPartPr/>
                <p14:nvPr/>
              </p14:nvContentPartPr>
              <p14:xfrm>
                <a:off x="4621454" y="4424001"/>
                <a:ext cx="161640" cy="26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410D81B-CBF2-B23A-62F7-B7EBC8253FD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612814" y="4415001"/>
                  <a:ext cx="17928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7008B40-31DE-198F-8617-5CB2DAA95213}"/>
              </a:ext>
            </a:extLst>
          </p:cNvPr>
          <p:cNvGrpSpPr/>
          <p:nvPr/>
        </p:nvGrpSpPr>
        <p:grpSpPr>
          <a:xfrm>
            <a:off x="5100254" y="3916761"/>
            <a:ext cx="198000" cy="132840"/>
            <a:chOff x="5100254" y="3916761"/>
            <a:chExt cx="19800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7DAC37E-61DF-3333-FAB5-5FFE14A371D4}"/>
                    </a:ext>
                  </a:extLst>
                </p14:cNvPr>
                <p14:cNvContentPartPr/>
                <p14:nvPr/>
              </p14:nvContentPartPr>
              <p14:xfrm>
                <a:off x="5109974" y="4043121"/>
                <a:ext cx="137520" cy="6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7DAC37E-61DF-3333-FAB5-5FFE14A371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100974" y="4034481"/>
                  <a:ext cx="155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03C3190-44A4-A32F-EF02-3B57B09B6136}"/>
                    </a:ext>
                  </a:extLst>
                </p14:cNvPr>
                <p14:cNvContentPartPr/>
                <p14:nvPr/>
              </p14:nvContentPartPr>
              <p14:xfrm>
                <a:off x="5100254" y="3916761"/>
                <a:ext cx="198000" cy="36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03C3190-44A4-A32F-EF02-3B57B09B613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91254" y="3907761"/>
                  <a:ext cx="21564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D9E2DBC-4CA1-C47F-AFAB-45B705B39895}"/>
              </a:ext>
            </a:extLst>
          </p:cNvPr>
          <p:cNvGrpSpPr/>
          <p:nvPr/>
        </p:nvGrpSpPr>
        <p:grpSpPr>
          <a:xfrm>
            <a:off x="5692814" y="3702561"/>
            <a:ext cx="2102760" cy="536400"/>
            <a:chOff x="5692814" y="3702561"/>
            <a:chExt cx="2102760" cy="53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51F6271-7D66-CFD9-6E06-0D08384CC441}"/>
                    </a:ext>
                  </a:extLst>
                </p14:cNvPr>
                <p14:cNvContentPartPr/>
                <p14:nvPr/>
              </p14:nvContentPartPr>
              <p14:xfrm>
                <a:off x="5692814" y="3738921"/>
                <a:ext cx="51840" cy="347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51F6271-7D66-CFD9-6E06-0D08384CC44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84174" y="3729921"/>
                  <a:ext cx="694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5BE2A9E-F004-96D4-C328-0D388AEE1B51}"/>
                    </a:ext>
                  </a:extLst>
                </p14:cNvPr>
                <p14:cNvContentPartPr/>
                <p14:nvPr/>
              </p14:nvContentPartPr>
              <p14:xfrm>
                <a:off x="5819534" y="3751161"/>
                <a:ext cx="142560" cy="311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5BE2A9E-F004-96D4-C328-0D388AEE1B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10894" y="3742521"/>
                  <a:ext cx="1602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C52BB29-87ED-3C4E-6AC2-2B2B89CF58EA}"/>
                    </a:ext>
                  </a:extLst>
                </p14:cNvPr>
                <p14:cNvContentPartPr/>
                <p14:nvPr/>
              </p14:nvContentPartPr>
              <p14:xfrm>
                <a:off x="5928254" y="3702561"/>
                <a:ext cx="153360" cy="49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C52BB29-87ED-3C4E-6AC2-2B2B89CF58E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19254" y="3693561"/>
                  <a:ext cx="171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7AE9972-0314-B6B8-7729-B9BCEAEF034E}"/>
                    </a:ext>
                  </a:extLst>
                </p14:cNvPr>
                <p14:cNvContentPartPr/>
                <p14:nvPr/>
              </p14:nvContentPartPr>
              <p14:xfrm>
                <a:off x="6116174" y="3785001"/>
                <a:ext cx="146520" cy="441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7AE9972-0314-B6B8-7729-B9BCEAEF034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07174" y="3776361"/>
                  <a:ext cx="1641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C7774B8-EC4C-B0E7-F526-9A881C9BAB70}"/>
                    </a:ext>
                  </a:extLst>
                </p14:cNvPr>
                <p14:cNvContentPartPr/>
                <p14:nvPr/>
              </p14:nvContentPartPr>
              <p14:xfrm>
                <a:off x="6181334" y="3930441"/>
                <a:ext cx="139680" cy="18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C7774B8-EC4C-B0E7-F526-9A881C9BAB7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172694" y="3921441"/>
                  <a:ext cx="157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D92A433-9716-715A-A330-412781C93AB0}"/>
                    </a:ext>
                  </a:extLst>
                </p14:cNvPr>
                <p14:cNvContentPartPr/>
                <p14:nvPr/>
              </p14:nvContentPartPr>
              <p14:xfrm>
                <a:off x="6444494" y="4095681"/>
                <a:ext cx="53280" cy="143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D92A433-9716-715A-A330-412781C93AB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35494" y="4087041"/>
                  <a:ext cx="70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336115C-927E-CA99-740E-BAB4B9077A3E}"/>
                    </a:ext>
                  </a:extLst>
                </p14:cNvPr>
                <p14:cNvContentPartPr/>
                <p14:nvPr/>
              </p14:nvContentPartPr>
              <p14:xfrm>
                <a:off x="6632414" y="3831441"/>
                <a:ext cx="133920" cy="280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336115C-927E-CA99-740E-BAB4B9077A3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23414" y="3822801"/>
                  <a:ext cx="1515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35F2F35-74B4-0074-B99B-509E7E265EF4}"/>
                    </a:ext>
                  </a:extLst>
                </p14:cNvPr>
                <p14:cNvContentPartPr/>
                <p14:nvPr/>
              </p14:nvContentPartPr>
              <p14:xfrm>
                <a:off x="6754814" y="3830361"/>
                <a:ext cx="149400" cy="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35F2F35-74B4-0074-B99B-509E7E265EF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745814" y="3821361"/>
                  <a:ext cx="167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8BE8F2D-B3E0-3034-7273-978F0507EDB1}"/>
                    </a:ext>
                  </a:extLst>
                </p14:cNvPr>
                <p14:cNvContentPartPr/>
                <p14:nvPr/>
              </p14:nvContentPartPr>
              <p14:xfrm>
                <a:off x="6849134" y="3839001"/>
                <a:ext cx="174960" cy="175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8BE8F2D-B3E0-3034-7273-978F0507ED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840134" y="3830001"/>
                  <a:ext cx="192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965AFDB-DEC5-95BA-77DB-C1D6E980D15C}"/>
                    </a:ext>
                  </a:extLst>
                </p14:cNvPr>
                <p14:cNvContentPartPr/>
                <p14:nvPr/>
              </p14:nvContentPartPr>
              <p14:xfrm>
                <a:off x="6973334" y="3846561"/>
                <a:ext cx="28080" cy="299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965AFDB-DEC5-95BA-77DB-C1D6E980D15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964334" y="3837561"/>
                  <a:ext cx="45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3BBA32E-675E-B25B-4A17-899B690F358B}"/>
                    </a:ext>
                  </a:extLst>
                </p14:cNvPr>
                <p14:cNvContentPartPr/>
                <p14:nvPr/>
              </p14:nvContentPartPr>
              <p14:xfrm>
                <a:off x="7201214" y="3824601"/>
                <a:ext cx="594360" cy="278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3BBA32E-675E-B25B-4A17-899B690F35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192574" y="3815961"/>
                  <a:ext cx="61200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8FE04F4-0DF7-F52E-3BEB-874A5F73C986}"/>
                  </a:ext>
                </a:extLst>
              </p14:cNvPr>
              <p14:cNvContentPartPr/>
              <p14:nvPr/>
            </p14:nvContentPartPr>
            <p14:xfrm>
              <a:off x="8083574" y="4132041"/>
              <a:ext cx="16920" cy="140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8FE04F4-0DF7-F52E-3BEB-874A5F73C98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074934" y="4123041"/>
                <a:ext cx="3456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DE31F5D-D54D-9946-9A00-8374CD0278FC}"/>
              </a:ext>
            </a:extLst>
          </p:cNvPr>
          <p:cNvGrpSpPr/>
          <p:nvPr/>
        </p:nvGrpSpPr>
        <p:grpSpPr>
          <a:xfrm>
            <a:off x="1046654" y="5291601"/>
            <a:ext cx="253440" cy="246960"/>
            <a:chOff x="1046654" y="5291601"/>
            <a:chExt cx="25344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A9273CF-DA5C-DD27-D539-18E5DF48F2A9}"/>
                    </a:ext>
                  </a:extLst>
                </p14:cNvPr>
                <p14:cNvContentPartPr/>
                <p14:nvPr/>
              </p14:nvContentPartPr>
              <p14:xfrm>
                <a:off x="1046654" y="5399241"/>
                <a:ext cx="10080" cy="61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A9273CF-DA5C-DD27-D539-18E5DF48F2A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8014" y="5390601"/>
                  <a:ext cx="27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824DE8E-B281-CF67-36A8-5BB890C4BFED}"/>
                    </a:ext>
                  </a:extLst>
                </p14:cNvPr>
                <p14:cNvContentPartPr/>
                <p14:nvPr/>
              </p14:nvContentPartPr>
              <p14:xfrm>
                <a:off x="1180214" y="5291601"/>
                <a:ext cx="119880" cy="246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824DE8E-B281-CF67-36A8-5BB890C4BFE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71574" y="5282961"/>
                  <a:ext cx="13752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CBE1EE2-B4FA-CF17-7294-54E75BD8CA13}"/>
              </a:ext>
            </a:extLst>
          </p:cNvPr>
          <p:cNvGrpSpPr/>
          <p:nvPr/>
        </p:nvGrpSpPr>
        <p:grpSpPr>
          <a:xfrm>
            <a:off x="1944134" y="5129601"/>
            <a:ext cx="566640" cy="662040"/>
            <a:chOff x="1944134" y="5129601"/>
            <a:chExt cx="566640" cy="66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961176A-D131-533F-F409-C35C24069B66}"/>
                    </a:ext>
                  </a:extLst>
                </p14:cNvPr>
                <p14:cNvContentPartPr/>
                <p14:nvPr/>
              </p14:nvContentPartPr>
              <p14:xfrm>
                <a:off x="1967894" y="5160201"/>
                <a:ext cx="18360" cy="446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961176A-D131-533F-F409-C35C24069B6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59254" y="5151201"/>
                  <a:ext cx="360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14C790B-A67C-1AE9-7007-AFBB08EA86EC}"/>
                    </a:ext>
                  </a:extLst>
                </p14:cNvPr>
                <p14:cNvContentPartPr/>
                <p14:nvPr/>
              </p14:nvContentPartPr>
              <p14:xfrm>
                <a:off x="1944134" y="5129601"/>
                <a:ext cx="292680" cy="507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14C790B-A67C-1AE9-7007-AFBB08EA86E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35494" y="5120961"/>
                  <a:ext cx="31032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C7FB524-6E53-A00D-20CE-41FA99B1C7DB}"/>
                    </a:ext>
                  </a:extLst>
                </p14:cNvPr>
                <p14:cNvContentPartPr/>
                <p14:nvPr/>
              </p14:nvContentPartPr>
              <p14:xfrm>
                <a:off x="2338334" y="5569161"/>
                <a:ext cx="172440" cy="222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C7FB524-6E53-A00D-20CE-41FA99B1C7D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29334" y="5560161"/>
                  <a:ext cx="19008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757C69B-D215-3ADA-E1E3-D5951223D67D}"/>
              </a:ext>
            </a:extLst>
          </p:cNvPr>
          <p:cNvGrpSpPr/>
          <p:nvPr/>
        </p:nvGrpSpPr>
        <p:grpSpPr>
          <a:xfrm>
            <a:off x="3583574" y="5120241"/>
            <a:ext cx="576360" cy="678960"/>
            <a:chOff x="3583574" y="5120241"/>
            <a:chExt cx="57636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07E220C-42FF-4920-1957-132D4195918F}"/>
                    </a:ext>
                  </a:extLst>
                </p14:cNvPr>
                <p14:cNvContentPartPr/>
                <p14:nvPr/>
              </p14:nvContentPartPr>
              <p14:xfrm>
                <a:off x="3583574" y="5120241"/>
                <a:ext cx="487440" cy="542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07E220C-42FF-4920-1957-132D4195918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74574" y="5111241"/>
                  <a:ext cx="50508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A3E4CC5-D456-EE82-2D09-6E957473A2C3}"/>
                    </a:ext>
                  </a:extLst>
                </p14:cNvPr>
                <p14:cNvContentPartPr/>
                <p14:nvPr/>
              </p14:nvContentPartPr>
              <p14:xfrm>
                <a:off x="4131854" y="5648721"/>
                <a:ext cx="28080" cy="150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A3E4CC5-D456-EE82-2D09-6E957473A2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122854" y="5639721"/>
                  <a:ext cx="4572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9AF2041-334A-1461-6574-969303398B7D}"/>
              </a:ext>
            </a:extLst>
          </p:cNvPr>
          <p:cNvGrpSpPr/>
          <p:nvPr/>
        </p:nvGrpSpPr>
        <p:grpSpPr>
          <a:xfrm>
            <a:off x="4405814" y="5053281"/>
            <a:ext cx="1410120" cy="667440"/>
            <a:chOff x="4405814" y="5053281"/>
            <a:chExt cx="1410120" cy="66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C0A6287-E91B-DDF9-8B40-99424F873D24}"/>
                    </a:ext>
                  </a:extLst>
                </p14:cNvPr>
                <p14:cNvContentPartPr/>
                <p14:nvPr/>
              </p14:nvContentPartPr>
              <p14:xfrm>
                <a:off x="4405814" y="5350641"/>
                <a:ext cx="210600" cy="14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C0A6287-E91B-DDF9-8B40-99424F873D2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97174" y="5341641"/>
                  <a:ext cx="228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934E1F2-3348-AF13-59E9-77C2B4F9C2B7}"/>
                    </a:ext>
                  </a:extLst>
                </p14:cNvPr>
                <p14:cNvContentPartPr/>
                <p14:nvPr/>
              </p14:nvContentPartPr>
              <p14:xfrm>
                <a:off x="4475294" y="5195121"/>
                <a:ext cx="30960" cy="316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934E1F2-3348-AF13-59E9-77C2B4F9C2B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66654" y="5186481"/>
                  <a:ext cx="486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26E1995-53DD-A97E-3CD2-25FDCA8E1049}"/>
                    </a:ext>
                  </a:extLst>
                </p14:cNvPr>
                <p14:cNvContentPartPr/>
                <p14:nvPr/>
              </p14:nvContentPartPr>
              <p14:xfrm>
                <a:off x="4797854" y="5053281"/>
                <a:ext cx="189720" cy="470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26E1995-53DD-A97E-3CD2-25FDCA8E104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89214" y="5044281"/>
                  <a:ext cx="2073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01362C0-554A-62BE-5737-1E9A425B83A2}"/>
                    </a:ext>
                  </a:extLst>
                </p14:cNvPr>
                <p14:cNvContentPartPr/>
                <p14:nvPr/>
              </p14:nvContentPartPr>
              <p14:xfrm>
                <a:off x="5101694" y="5333001"/>
                <a:ext cx="178920" cy="212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01362C0-554A-62BE-5737-1E9A425B83A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092694" y="5324001"/>
                  <a:ext cx="196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E079CCF-7BBB-EF8C-314A-34C92014583C}"/>
                    </a:ext>
                  </a:extLst>
                </p14:cNvPr>
                <p14:cNvContentPartPr/>
                <p14:nvPr/>
              </p14:nvContentPartPr>
              <p14:xfrm>
                <a:off x="5282414" y="5552241"/>
                <a:ext cx="212040" cy="168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E079CCF-7BBB-EF8C-314A-34C92014583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273774" y="5543601"/>
                  <a:ext cx="229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84D3222-0769-318C-E299-47B6CACE763A}"/>
                    </a:ext>
                  </a:extLst>
                </p14:cNvPr>
                <p14:cNvContentPartPr/>
                <p14:nvPr/>
              </p14:nvContentPartPr>
              <p14:xfrm>
                <a:off x="5626214" y="5355681"/>
                <a:ext cx="189720" cy="6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84D3222-0769-318C-E299-47B6CACE763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17214" y="5346681"/>
                  <a:ext cx="207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987E941-F749-E3ED-E076-E489B98C0A88}"/>
                    </a:ext>
                  </a:extLst>
                </p14:cNvPr>
                <p14:cNvContentPartPr/>
                <p14:nvPr/>
              </p14:nvContentPartPr>
              <p14:xfrm>
                <a:off x="5718014" y="5201601"/>
                <a:ext cx="25560" cy="2646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987E941-F749-E3ED-E076-E489B98C0A8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709374" y="5192601"/>
                  <a:ext cx="432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A81DDD3-21E8-1BA0-1C56-088B31D24D50}"/>
              </a:ext>
            </a:extLst>
          </p:cNvPr>
          <p:cNvGrpSpPr/>
          <p:nvPr/>
        </p:nvGrpSpPr>
        <p:grpSpPr>
          <a:xfrm>
            <a:off x="3010094" y="4789401"/>
            <a:ext cx="762840" cy="955080"/>
            <a:chOff x="3010094" y="4789401"/>
            <a:chExt cx="762840" cy="9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F9DB6C8-EFB3-DC81-2702-D104A18BEC82}"/>
                    </a:ext>
                  </a:extLst>
                </p14:cNvPr>
                <p14:cNvContentPartPr/>
                <p14:nvPr/>
              </p14:nvContentPartPr>
              <p14:xfrm>
                <a:off x="3012974" y="5366841"/>
                <a:ext cx="183960" cy="7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F9DB6C8-EFB3-DC81-2702-D104A18BEC8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03974" y="5357841"/>
                  <a:ext cx="201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FA1600A-12C2-B8A0-01A9-DE31B8C5270D}"/>
                    </a:ext>
                  </a:extLst>
                </p14:cNvPr>
                <p14:cNvContentPartPr/>
                <p14:nvPr/>
              </p14:nvContentPartPr>
              <p14:xfrm>
                <a:off x="3010094" y="5458281"/>
                <a:ext cx="181080" cy="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FA1600A-12C2-B8A0-01A9-DE31B8C5270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01454" y="5449281"/>
                  <a:ext cx="19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7BE9EB8-02CB-5F7D-AAA3-737CDF9A38E0}"/>
                    </a:ext>
                  </a:extLst>
                </p14:cNvPr>
                <p14:cNvContentPartPr/>
                <p14:nvPr/>
              </p14:nvContentPartPr>
              <p14:xfrm>
                <a:off x="3338414" y="4789401"/>
                <a:ext cx="434520" cy="955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7BE9EB8-02CB-5F7D-AAA3-737CDF9A38E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29774" y="4780761"/>
                  <a:ext cx="452160" cy="9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5ED07A5-BF53-6180-7362-F8697FA348FB}"/>
              </a:ext>
            </a:extLst>
          </p:cNvPr>
          <p:cNvGrpSpPr/>
          <p:nvPr/>
        </p:nvGrpSpPr>
        <p:grpSpPr>
          <a:xfrm>
            <a:off x="6029774" y="4728201"/>
            <a:ext cx="1266840" cy="973440"/>
            <a:chOff x="6029774" y="4728201"/>
            <a:chExt cx="1266840" cy="9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8F0CDE6-8B20-5C6A-8DEB-1F8FFEC68629}"/>
                    </a:ext>
                  </a:extLst>
                </p14:cNvPr>
                <p14:cNvContentPartPr/>
                <p14:nvPr/>
              </p14:nvContentPartPr>
              <p14:xfrm>
                <a:off x="6029774" y="4981641"/>
                <a:ext cx="186840" cy="432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8F0CDE6-8B20-5C6A-8DEB-1F8FFEC6862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020774" y="4973001"/>
                  <a:ext cx="2044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632FE3B-C204-3896-673F-B7BF9267D9E7}"/>
                    </a:ext>
                  </a:extLst>
                </p14:cNvPr>
                <p14:cNvContentPartPr/>
                <p14:nvPr/>
              </p14:nvContentPartPr>
              <p14:xfrm>
                <a:off x="6267734" y="5278641"/>
                <a:ext cx="150120" cy="181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632FE3B-C204-3896-673F-B7BF9267D9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258734" y="5269641"/>
                  <a:ext cx="167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660F266-22AC-7C79-6B1D-E3815837CC32}"/>
                    </a:ext>
                  </a:extLst>
                </p14:cNvPr>
                <p14:cNvContentPartPr/>
                <p14:nvPr/>
              </p14:nvContentPartPr>
              <p14:xfrm>
                <a:off x="6313454" y="5398161"/>
                <a:ext cx="183240" cy="269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660F266-22AC-7C79-6B1D-E3815837CC3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04814" y="5389161"/>
                  <a:ext cx="2008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3B1DDE9-7C59-FE10-EAA1-083547D92DA8}"/>
                    </a:ext>
                  </a:extLst>
                </p14:cNvPr>
                <p14:cNvContentPartPr/>
                <p14:nvPr/>
              </p14:nvContentPartPr>
              <p14:xfrm>
                <a:off x="6600374" y="4728201"/>
                <a:ext cx="231480" cy="9068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3B1DDE9-7C59-FE10-EAA1-083547D92DA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91374" y="4719561"/>
                  <a:ext cx="24912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31267F7-A088-8C03-B49D-175DEE910A1F}"/>
                    </a:ext>
                  </a:extLst>
                </p14:cNvPr>
                <p14:cNvContentPartPr/>
                <p14:nvPr/>
              </p14:nvContentPartPr>
              <p14:xfrm>
                <a:off x="7154054" y="4957161"/>
                <a:ext cx="24120" cy="295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31267F7-A088-8C03-B49D-175DEE910A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145414" y="4948521"/>
                  <a:ext cx="417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38CBE99-E37C-0EF8-BFA9-3EFA44C557D3}"/>
                    </a:ext>
                  </a:extLst>
                </p14:cNvPr>
                <p14:cNvContentPartPr/>
                <p14:nvPr/>
              </p14:nvContentPartPr>
              <p14:xfrm>
                <a:off x="7033094" y="5236521"/>
                <a:ext cx="263520" cy="61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38CBE99-E37C-0EF8-BFA9-3EFA44C557D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024094" y="5227881"/>
                  <a:ext cx="281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233F743-620E-CA85-E707-6EF4E2175CF0}"/>
                    </a:ext>
                  </a:extLst>
                </p14:cNvPr>
                <p14:cNvContentPartPr/>
                <p14:nvPr/>
              </p14:nvContentPartPr>
              <p14:xfrm>
                <a:off x="7132454" y="5383761"/>
                <a:ext cx="139320" cy="317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233F743-620E-CA85-E707-6EF4E2175CF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123814" y="5375121"/>
                  <a:ext cx="156960" cy="33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A1C81C2-DB9E-380E-EDB8-919080888E31}"/>
              </a:ext>
            </a:extLst>
          </p:cNvPr>
          <p:cNvGrpSpPr/>
          <p:nvPr/>
        </p:nvGrpSpPr>
        <p:grpSpPr>
          <a:xfrm>
            <a:off x="7699454" y="5266761"/>
            <a:ext cx="178560" cy="105480"/>
            <a:chOff x="7699454" y="5266761"/>
            <a:chExt cx="17856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7122517-D208-AF5F-4135-FDF07A1AD764}"/>
                    </a:ext>
                  </a:extLst>
                </p14:cNvPr>
                <p14:cNvContentPartPr/>
                <p14:nvPr/>
              </p14:nvContentPartPr>
              <p14:xfrm>
                <a:off x="7699454" y="5354241"/>
                <a:ext cx="131040" cy="18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7122517-D208-AF5F-4135-FDF07A1AD76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90814" y="5345601"/>
                  <a:ext cx="1486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D4C3F4D-7AA8-752F-00F5-358DA9AF1F96}"/>
                    </a:ext>
                  </a:extLst>
                </p14:cNvPr>
                <p14:cNvContentPartPr/>
                <p14:nvPr/>
              </p14:nvContentPartPr>
              <p14:xfrm>
                <a:off x="7714934" y="5266761"/>
                <a:ext cx="163080" cy="20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D4C3F4D-7AA8-752F-00F5-358DA9AF1F9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05934" y="5257761"/>
                  <a:ext cx="18072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86347E7-7917-B667-1C39-F465B15B7F59}"/>
                  </a:ext>
                </a:extLst>
              </p14:cNvPr>
              <p14:cNvContentPartPr/>
              <p14:nvPr/>
            </p14:nvContentPartPr>
            <p14:xfrm>
              <a:off x="2498174" y="5806401"/>
              <a:ext cx="360" cy="3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86347E7-7917-B667-1C39-F465B15B7F5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489174" y="579740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9231576-F5D9-EA9E-E788-98D62CEE2E4D}"/>
              </a:ext>
            </a:extLst>
          </p:cNvPr>
          <p:cNvGrpSpPr/>
          <p:nvPr/>
        </p:nvGrpSpPr>
        <p:grpSpPr>
          <a:xfrm>
            <a:off x="8228294" y="5083521"/>
            <a:ext cx="1240200" cy="603000"/>
            <a:chOff x="8228294" y="5083521"/>
            <a:chExt cx="124020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9900437-5D82-AF6D-A253-EA0E707EBFE9}"/>
                    </a:ext>
                  </a:extLst>
                </p14:cNvPr>
                <p14:cNvContentPartPr/>
                <p14:nvPr/>
              </p14:nvContentPartPr>
              <p14:xfrm>
                <a:off x="8228294" y="5083521"/>
                <a:ext cx="129240" cy="372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9900437-5D82-AF6D-A253-EA0E707EBFE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219654" y="5074881"/>
                  <a:ext cx="1468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6433756-5D62-5CB9-2F28-22D5D171A9DE}"/>
                    </a:ext>
                  </a:extLst>
                </p14:cNvPr>
                <p14:cNvContentPartPr/>
                <p14:nvPr/>
              </p14:nvContentPartPr>
              <p14:xfrm>
                <a:off x="8407214" y="5185041"/>
                <a:ext cx="258120" cy="285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6433756-5D62-5CB9-2F28-22D5D171A9D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398574" y="5176401"/>
                  <a:ext cx="2757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BE9EC42-11C6-882F-7976-9C5C872D974E}"/>
                    </a:ext>
                  </a:extLst>
                </p14:cNvPr>
                <p14:cNvContentPartPr/>
                <p14:nvPr/>
              </p14:nvContentPartPr>
              <p14:xfrm>
                <a:off x="8844614" y="5169921"/>
                <a:ext cx="171000" cy="3160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BE9EC42-11C6-882F-7976-9C5C872D974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835974" y="5161281"/>
                  <a:ext cx="1886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731BBB5-A45C-CB4B-5E58-8C603730C9F4}"/>
                    </a:ext>
                  </a:extLst>
                </p14:cNvPr>
                <p14:cNvContentPartPr/>
                <p14:nvPr/>
              </p14:nvContentPartPr>
              <p14:xfrm>
                <a:off x="9092294" y="5246961"/>
                <a:ext cx="198000" cy="252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731BBB5-A45C-CB4B-5E58-8C603730C9F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083654" y="5237961"/>
                  <a:ext cx="215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2C9F5F9-6284-B4B1-A58C-E16F3AB653B4}"/>
                    </a:ext>
                  </a:extLst>
                </p14:cNvPr>
                <p14:cNvContentPartPr/>
                <p14:nvPr/>
              </p14:nvContentPartPr>
              <p14:xfrm>
                <a:off x="9377774" y="5555841"/>
                <a:ext cx="90720" cy="130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2C9F5F9-6284-B4B1-A58C-E16F3AB653B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368774" y="5547201"/>
                  <a:ext cx="1083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E20C36B-89FC-F9A7-2587-8B0AF408F5AC}"/>
              </a:ext>
            </a:extLst>
          </p:cNvPr>
          <p:cNvGrpSpPr/>
          <p:nvPr/>
        </p:nvGrpSpPr>
        <p:grpSpPr>
          <a:xfrm>
            <a:off x="9715814" y="5230041"/>
            <a:ext cx="1039680" cy="428760"/>
            <a:chOff x="9715814" y="5230041"/>
            <a:chExt cx="103968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A9CE678-D977-7BB1-A284-C2936B9149A0}"/>
                    </a:ext>
                  </a:extLst>
                </p14:cNvPr>
                <p14:cNvContentPartPr/>
                <p14:nvPr/>
              </p14:nvContentPartPr>
              <p14:xfrm>
                <a:off x="9715814" y="5230041"/>
                <a:ext cx="145800" cy="428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A9CE678-D977-7BB1-A284-C2936B9149A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707174" y="5221401"/>
                  <a:ext cx="1634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D30394C-3BEC-984C-14CA-9C0448D6BEB9}"/>
                    </a:ext>
                  </a:extLst>
                </p14:cNvPr>
                <p14:cNvContentPartPr/>
                <p14:nvPr/>
              </p14:nvContentPartPr>
              <p14:xfrm>
                <a:off x="9759014" y="5466921"/>
                <a:ext cx="196560" cy="20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D30394C-3BEC-984C-14CA-9C0448D6BEB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750014" y="5458281"/>
                  <a:ext cx="214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2DE0FD5-F1E3-0F26-43AB-83782A61681F}"/>
                    </a:ext>
                  </a:extLst>
                </p14:cNvPr>
                <p14:cNvContentPartPr/>
                <p14:nvPr/>
              </p14:nvContentPartPr>
              <p14:xfrm>
                <a:off x="9942254" y="5245521"/>
                <a:ext cx="177480" cy="311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2DE0FD5-F1E3-0F26-43AB-83782A61681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933614" y="5236521"/>
                  <a:ext cx="1951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1AACAA5-5A32-8E5D-DCE0-3C1306E8BE59}"/>
                    </a:ext>
                  </a:extLst>
                </p14:cNvPr>
                <p14:cNvContentPartPr/>
                <p14:nvPr/>
              </p14:nvContentPartPr>
              <p14:xfrm>
                <a:off x="10220894" y="5285481"/>
                <a:ext cx="534600" cy="286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1AACAA5-5A32-8E5D-DCE0-3C1306E8BE5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212254" y="5276481"/>
                  <a:ext cx="552240" cy="30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717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VOLTMETER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VOLTMETER</dc:title>
  <dc:creator>MIna Naidah Gani</dc:creator>
  <cp:lastModifiedBy>MIna Naidah Gani</cp:lastModifiedBy>
  <cp:revision>1</cp:revision>
  <dcterms:created xsi:type="dcterms:W3CDTF">2022-09-07T08:01:00Z</dcterms:created>
  <dcterms:modified xsi:type="dcterms:W3CDTF">2022-09-11T13:19:30Z</dcterms:modified>
</cp:coreProperties>
</file>